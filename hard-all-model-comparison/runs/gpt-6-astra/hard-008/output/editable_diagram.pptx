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8202275" cy="74580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Panel backgrounds"/>
          <p:cNvGrpSpPr/>
          <p:nvPr/>
        </p:nvGrpSpPr>
        <p:grpSpPr>
          <a:xfrm>
            <a:off x="-28575" y="0"/>
            <a:ext cx="18268950" cy="7458075"/>
            <a:chOff x="-28575" y="0"/>
            <a:chExt cx="18268950" cy="7458075"/>
          </a:xfrm>
        </p:grpSpPr>
        <p:sp>
          <p:nvSpPr>
            <p:cNvPr id="3" name="Rectangle"/>
            <p:cNvSpPr/>
            <p:nvPr/>
          </p:nvSpPr>
          <p:spPr>
            <a:xfrm>
              <a:off x="0" y="0"/>
              <a:ext cx="18202275" cy="7458075"/>
            </a:xfrm>
            <a:custGeom>
              <a:avLst/>
              <a:gdLst/>
              <a:ahLst/>
              <a:cxnLst/>
              <a:rect l="0" t="0" r="r" b="b"/>
              <a:pathLst>
                <a:path w="1911000" h="783000">
                  <a:moveTo>
                    <a:pt x="0" y="0"/>
                  </a:moveTo>
                  <a:lnTo>
                    <a:pt x="1911000" y="0"/>
                  </a:lnTo>
                  <a:lnTo>
                    <a:pt x="1911000" y="783000"/>
                  </a:lnTo>
                  <a:lnTo>
                    <a:pt x="0" y="78300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Evolution process panel"/>
            <p:cNvSpPr/>
            <p:nvPr/>
          </p:nvSpPr>
          <p:spPr>
            <a:xfrm>
              <a:off x="-28575" y="209550"/>
              <a:ext cx="18268950" cy="2095500"/>
            </a:xfrm>
            <a:custGeom>
              <a:avLst/>
              <a:gdLst/>
              <a:ahLst/>
              <a:cxnLst/>
              <a:rect l="0" t="0" r="r" b="b"/>
              <a:pathLst>
                <a:path w="1918000" h="220000">
                  <a:moveTo>
                    <a:pt x="18000" y="220000"/>
                  </a:moveTo>
                  <a:quadBezTo>
                    <a:pt x="0" y="220000"/>
                    <a:pt x="5000" y="204000"/>
                  </a:quadBezTo>
                  <a:lnTo>
                    <a:pt x="53000" y="26000"/>
                  </a:lnTo>
                  <a:quadBezTo>
                    <a:pt x="60000" y="0"/>
                    <a:pt x="85000" y="1000"/>
                  </a:quadBezTo>
                  <a:lnTo>
                    <a:pt x="1839000" y="1000"/>
                  </a:lnTo>
                  <a:quadBezTo>
                    <a:pt x="1860000" y="0"/>
                    <a:pt x="1867000" y="27000"/>
                  </a:quadBezTo>
                  <a:lnTo>
                    <a:pt x="1913000" y="205000"/>
                  </a:lnTo>
                  <a:quadBezTo>
                    <a:pt x="1918000" y="220000"/>
                    <a:pt x="1897000" y="220000"/>
                  </a:quadBez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fac5"/>
                </a:gs>
              </a:gsLst>
              <a:lin ang="0" scaled="1"/>
            </a:gradFill>
            <a:ln w="28575" cap="flat" cmpd="sng" algn="ctr">
              <a:solidFill>
                <a:srgbClr val="dfe5d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Evolution panel dashed outline"/>
            <p:cNvSpPr/>
            <p:nvPr/>
          </p:nvSpPr>
          <p:spPr>
            <a:xfrm>
              <a:off x="-28575" y="209550"/>
              <a:ext cx="18268950" cy="2095500"/>
            </a:xfrm>
            <a:custGeom>
              <a:avLst/>
              <a:gdLst/>
              <a:ahLst/>
              <a:cxnLst/>
              <a:rect l="0" t="0" r="r" b="b"/>
              <a:pathLst>
                <a:path w="1918000" h="220000">
                  <a:moveTo>
                    <a:pt x="18000" y="220000"/>
                  </a:moveTo>
                  <a:quadBezTo>
                    <a:pt x="0" y="220000"/>
                    <a:pt x="5000" y="204000"/>
                  </a:quadBezTo>
                  <a:lnTo>
                    <a:pt x="53000" y="26000"/>
                  </a:lnTo>
                  <a:quadBezTo>
                    <a:pt x="60000" y="0"/>
                    <a:pt x="85000" y="1000"/>
                  </a:quadBezTo>
                  <a:lnTo>
                    <a:pt x="1839000" y="1000"/>
                  </a:lnTo>
                  <a:quadBezTo>
                    <a:pt x="1860000" y="0"/>
                    <a:pt x="1867000" y="27000"/>
                  </a:quadBezTo>
                  <a:lnTo>
                    <a:pt x="1913000" y="205000"/>
                  </a:lnTo>
                  <a:quadBezTo>
                    <a:pt x="1918000" y="220000"/>
                    <a:pt x="1897000" y="220000"/>
                  </a:quadBezTo>
                  <a:close/>
                </a:path>
              </a:pathLst>
            </a:custGeom>
            <a:noFill/>
            <a:ln w="13335" cap="flat" cmpd="sng" algn="ctr">
              <a:solidFill>
                <a:srgbClr val="999f9c"/>
              </a:solidFill>
              <a:custDash>
                <a:ds d="500000" sp="500000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itness evaluation panel"/>
            <p:cNvSpPr/>
            <p:nvPr/>
          </p:nvSpPr>
          <p:spPr>
            <a:xfrm>
              <a:off x="323850" y="2390775"/>
              <a:ext cx="17554575" cy="5057775"/>
            </a:xfrm>
            <a:custGeom>
              <a:avLst/>
              <a:gdLst/>
              <a:ahLst/>
              <a:cxnLst/>
              <a:rect l="0" t="0" r="r" b="b"/>
              <a:pathLst>
                <a:path w="1843000" h="531000">
                  <a:moveTo>
                    <a:pt x="35000" y="0"/>
                  </a:moveTo>
                  <a:lnTo>
                    <a:pt x="1808000" y="0"/>
                  </a:lnTo>
                  <a:cubicBezTo>
                    <a:pt x="1827330" y="0"/>
                    <a:pt x="1843000" y="15670"/>
                    <a:pt x="1843000" y="35000"/>
                  </a:cubicBezTo>
                  <a:lnTo>
                    <a:pt x="1843000" y="496000"/>
                  </a:lnTo>
                  <a:cubicBezTo>
                    <a:pt x="1843000" y="515330"/>
                    <a:pt x="1827330" y="531000"/>
                    <a:pt x="1808000" y="531000"/>
                  </a:cubicBezTo>
                  <a:lnTo>
                    <a:pt x="35000" y="531000"/>
                  </a:lnTo>
                  <a:cubicBezTo>
                    <a:pt x="15670" y="531000"/>
                    <a:pt x="0" y="515330"/>
                    <a:pt x="0" y="496000"/>
                  </a:cubicBezTo>
                  <a:lnTo>
                    <a:pt x="0" y="35000"/>
                  </a:lnTo>
                  <a:cubicBezTo>
                    <a:pt x="0" y="15670"/>
                    <a:pt x="15670" y="0"/>
                    <a:pt x="35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ffff"/>
                </a:gs>
                <a:gs pos="100000">
                  <a:srgbClr val="e8f7ff"/>
                </a:gs>
              </a:gsLst>
              <a:lin ang="5400000" scaled="1"/>
            </a:gradFill>
            <a:ln w="19050" cap="flat" cmpd="sng" algn="ctr">
              <a:solidFill>
                <a:srgbClr val="d4e9e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A Evolutionary multi-view classification"/>
          <p:cNvGrpSpPr/>
          <p:nvPr/>
        </p:nvGrpSpPr>
        <p:grpSpPr>
          <a:xfrm>
            <a:off x="295275" y="257175"/>
            <a:ext cx="17697450" cy="2062353"/>
            <a:chOff x="295275" y="257175"/>
            <a:chExt cx="17697450" cy="2062353"/>
          </a:xfrm>
        </p:grpSpPr>
        <p:sp>
          <p:nvSpPr>
            <p:cNvPr id="8" name="(a) The whole process of evolutionary multi-view classification"/>
            <p:cNvSpPr txBox="1"/>
            <p:nvPr/>
          </p:nvSpPr>
          <p:spPr>
            <a:xfrm>
              <a:off x="876300" y="257175"/>
              <a:ext cx="10477500" cy="30594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1">
                  <a:solidFill>
                    <a:srgbClr val="062965"/>
                  </a:solidFill>
                  <a:latin typeface="Liberation Serif"/>
                </a:rPr>
                <a:t>(a) The whole process of evolutionary multi-view classification</a:t>
              </a:r>
            </a:p>
          </p:txBody>
        </p:sp>
        <p:grpSp>
          <p:nvGrpSpPr>
            <p:cNvPr id="9" name="Search space options"/>
            <p:cNvGrpSpPr/>
            <p:nvPr/>
          </p:nvGrpSpPr>
          <p:grpSpPr>
            <a:xfrm>
              <a:off x="295275" y="742950"/>
              <a:ext cx="1838325" cy="1567053"/>
              <a:chOff x="295275" y="742950"/>
              <a:chExt cx="1838325" cy="1567053"/>
            </a:xfrm>
          </p:grpSpPr>
          <p:sp>
            <p:nvSpPr>
              <p:cNvPr id="10" name="Rectangle"/>
              <p:cNvSpPr/>
              <p:nvPr/>
            </p:nvSpPr>
            <p:spPr>
              <a:xfrm>
                <a:off x="447675" y="742950"/>
                <a:ext cx="1209675" cy="523875"/>
              </a:xfrm>
              <a:custGeom>
                <a:avLst/>
                <a:gdLst/>
                <a:ahLst/>
                <a:cxnLst/>
                <a:rect l="0" t="0" r="r" b="b"/>
                <a:pathLst>
                  <a:path w="127000" h="55000">
                    <a:moveTo>
                      <a:pt x="0" y="0"/>
                    </a:moveTo>
                    <a:lnTo>
                      <a:pt x="127000" y="0"/>
                    </a:lnTo>
                    <a:lnTo>
                      <a:pt x="127000" y="55000"/>
                    </a:lnTo>
                    <a:lnTo>
                      <a:pt x="0" y="55000"/>
                    </a:lnTo>
                    <a:close/>
                  </a:path>
                </a:pathLst>
              </a:custGeom>
              <a:noFill/>
              <a:ln w="19050" cap="flat" cmpd="sng" algn="ctr">
                <a:solidFill>
                  <a:srgbClr val="1b355d"/>
                </a:solidFill>
                <a:custDash>
                  <a:ds d="250000" sp="150000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Ellipse"/>
              <p:cNvSpPr/>
              <p:nvPr/>
            </p:nvSpPr>
            <p:spPr>
              <a:xfrm>
                <a:off x="495300" y="781050"/>
                <a:ext cx="171450" cy="171450"/>
              </a:xfrm>
              <a:prstGeom prst="ellipse">
                <a:avLst/>
              </a:prstGeom>
              <a:gradFill rotWithShape="1">
                <a:gsLst>
                  <a:gs pos="0">
                    <a:srgbClr val="f1f5fe"/>
                  </a:gs>
                  <a:gs pos="100000">
                    <a:srgbClr val="9db6d6"/>
                  </a:gs>
                </a:gsLst>
                <a:lin ang="5400000" scaled="1"/>
              </a:gradFill>
              <a:ln w="17145" cap="flat" cmpd="sng" algn="ctr">
                <a:solidFill>
                  <a:srgbClr val="253d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Ellipse"/>
              <p:cNvSpPr/>
              <p:nvPr/>
            </p:nvSpPr>
            <p:spPr>
              <a:xfrm>
                <a:off x="704850" y="781050"/>
                <a:ext cx="171450" cy="171450"/>
              </a:xfrm>
              <a:prstGeom prst="ellipse">
                <a:avLst/>
              </a:prstGeom>
              <a:gradFill rotWithShape="1">
                <a:gsLst>
                  <a:gs pos="0">
                    <a:srgbClr val="f1f5fe"/>
                  </a:gs>
                  <a:gs pos="100000">
                    <a:srgbClr val="9db6d6"/>
                  </a:gs>
                </a:gsLst>
                <a:lin ang="5400000" scaled="1"/>
              </a:gradFill>
              <a:ln w="17145" cap="flat" cmpd="sng" algn="ctr">
                <a:solidFill>
                  <a:srgbClr val="253d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Ellipse"/>
              <p:cNvSpPr/>
              <p:nvPr/>
            </p:nvSpPr>
            <p:spPr>
              <a:xfrm>
                <a:off x="1428750" y="781050"/>
                <a:ext cx="171450" cy="171450"/>
              </a:xfrm>
              <a:prstGeom prst="ellipse">
                <a:avLst/>
              </a:prstGeom>
              <a:gradFill rotWithShape="1">
                <a:gsLst>
                  <a:gs pos="0">
                    <a:srgbClr val="f1f5fe"/>
                  </a:gs>
                  <a:gs pos="100000">
                    <a:srgbClr val="9db6d6"/>
                  </a:gs>
                </a:gsLst>
                <a:lin ang="5400000" scaled="1"/>
              </a:gradFill>
              <a:ln w="17145" cap="flat" cmpd="sng" algn="ctr">
                <a:solidFill>
                  <a:srgbClr val="253d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Individual fitness point"/>
              <p:cNvSpPr/>
              <p:nvPr/>
            </p:nvSpPr>
            <p:spPr>
              <a:xfrm>
                <a:off x="1028700" y="866775"/>
                <a:ext cx="57150" cy="57150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Individual fitness point"/>
              <p:cNvSpPr/>
              <p:nvPr/>
            </p:nvSpPr>
            <p:spPr>
              <a:xfrm>
                <a:off x="1143000" y="866775"/>
                <a:ext cx="57150" cy="57150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Individual fitness point"/>
              <p:cNvSpPr/>
              <p:nvPr/>
            </p:nvSpPr>
            <p:spPr>
              <a:xfrm>
                <a:off x="1266825" y="866775"/>
                <a:ext cx="57150" cy="57150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Ellipse"/>
              <p:cNvSpPr/>
              <p:nvPr/>
            </p:nvSpPr>
            <p:spPr>
              <a:xfrm>
                <a:off x="495300" y="1038225"/>
                <a:ext cx="171450" cy="171450"/>
              </a:xfrm>
              <a:prstGeom prst="ellipse">
                <a:avLst/>
              </a:prstGeom>
              <a:gradFill rotWithShape="1">
                <a:gsLst>
                  <a:gs pos="0">
                    <a:srgbClr val="f1f5fe"/>
                  </a:gs>
                  <a:gs pos="100000">
                    <a:srgbClr val="9db6d6"/>
                  </a:gs>
                </a:gsLst>
                <a:lin ang="5400000" scaled="1"/>
              </a:gradFill>
              <a:ln w="17145" cap="flat" cmpd="sng" algn="ctr">
                <a:solidFill>
                  <a:srgbClr val="253d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Ellipse"/>
              <p:cNvSpPr/>
              <p:nvPr/>
            </p:nvSpPr>
            <p:spPr>
              <a:xfrm>
                <a:off x="704850" y="1038225"/>
                <a:ext cx="171450" cy="171450"/>
              </a:xfrm>
              <a:prstGeom prst="ellipse">
                <a:avLst/>
              </a:prstGeom>
              <a:gradFill rotWithShape="1">
                <a:gsLst>
                  <a:gs pos="0">
                    <a:srgbClr val="f1f5fe"/>
                  </a:gs>
                  <a:gs pos="100000">
                    <a:srgbClr val="9db6d6"/>
                  </a:gs>
                </a:gsLst>
                <a:lin ang="5400000" scaled="1"/>
              </a:gradFill>
              <a:ln w="17145" cap="flat" cmpd="sng" algn="ctr">
                <a:solidFill>
                  <a:srgbClr val="253d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Ellipse"/>
              <p:cNvSpPr/>
              <p:nvPr/>
            </p:nvSpPr>
            <p:spPr>
              <a:xfrm>
                <a:off x="1428750" y="1038225"/>
                <a:ext cx="171450" cy="171450"/>
              </a:xfrm>
              <a:prstGeom prst="ellipse">
                <a:avLst/>
              </a:prstGeom>
              <a:gradFill rotWithShape="1">
                <a:gsLst>
                  <a:gs pos="0">
                    <a:srgbClr val="f1f5fe"/>
                  </a:gs>
                  <a:gs pos="100000">
                    <a:srgbClr val="9db6d6"/>
                  </a:gs>
                </a:gsLst>
                <a:lin ang="5400000" scaled="1"/>
              </a:gradFill>
              <a:ln w="17145" cap="flat" cmpd="sng" algn="ctr">
                <a:solidFill>
                  <a:srgbClr val="253d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Individual fitness point"/>
              <p:cNvSpPr/>
              <p:nvPr/>
            </p:nvSpPr>
            <p:spPr>
              <a:xfrm>
                <a:off x="1028700" y="1123950"/>
                <a:ext cx="57150" cy="57150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Individual fitness point"/>
              <p:cNvSpPr/>
              <p:nvPr/>
            </p:nvSpPr>
            <p:spPr>
              <a:xfrm>
                <a:off x="1143000" y="1123950"/>
                <a:ext cx="57150" cy="57150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Individual fitness point"/>
              <p:cNvSpPr/>
              <p:nvPr/>
            </p:nvSpPr>
            <p:spPr>
              <a:xfrm>
                <a:off x="1266825" y="1123950"/>
                <a:ext cx="57150" cy="57150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Fusion operator set"/>
              <p:cNvSpPr txBox="1"/>
              <p:nvPr/>
            </p:nvSpPr>
            <p:spPr>
              <a:xfrm>
                <a:off x="295275" y="1276350"/>
                <a:ext cx="1752600" cy="241935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lnSpc>
                    <a:spcPts val="16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00" b="1">
                    <a:solidFill>
                      <a:srgbClr val="050505"/>
                    </a:solidFill>
                    <a:latin typeface="Liberation Serif"/>
                  </a:rPr>
                  <a:t>Fusion operator set</a:t>
                </a:r>
              </a:p>
            </p:txBody>
          </p:sp>
          <p:sp>
            <p:nvSpPr>
              <p:cNvPr id="24" name="Rectangle"/>
              <p:cNvSpPr/>
              <p:nvPr/>
            </p:nvSpPr>
            <p:spPr>
              <a:xfrm>
                <a:off x="447675" y="1543050"/>
                <a:ext cx="1209675" cy="523875"/>
              </a:xfrm>
              <a:custGeom>
                <a:avLst/>
                <a:gdLst/>
                <a:ahLst/>
                <a:cxnLst/>
                <a:rect l="0" t="0" r="r" b="b"/>
                <a:pathLst>
                  <a:path w="127000" h="55000">
                    <a:moveTo>
                      <a:pt x="0" y="0"/>
                    </a:moveTo>
                    <a:lnTo>
                      <a:pt x="127000" y="0"/>
                    </a:lnTo>
                    <a:lnTo>
                      <a:pt x="127000" y="55000"/>
                    </a:lnTo>
                    <a:lnTo>
                      <a:pt x="0" y="55000"/>
                    </a:lnTo>
                    <a:close/>
                  </a:path>
                </a:pathLst>
              </a:custGeom>
              <a:noFill/>
              <a:ln w="19050" cap="flat" cmpd="sng" algn="ctr">
                <a:solidFill>
                  <a:srgbClr val="1b355d"/>
                </a:solidFill>
                <a:custDash>
                  <a:ds d="250000" sp="150000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Ellipse"/>
              <p:cNvSpPr/>
              <p:nvPr/>
            </p:nvSpPr>
            <p:spPr>
              <a:xfrm>
                <a:off x="485775" y="1638300"/>
                <a:ext cx="228600" cy="114300"/>
              </a:xfrm>
              <a:prstGeom prst="ellipse">
                <a:avLst/>
              </a:prstGeom>
              <a:solidFill>
                <a:srgbClr val="ffb37c"/>
              </a:solidFill>
              <a:ln w="17145" cap="flat" cmpd="sng" algn="ctr">
                <a:solidFill>
                  <a:srgbClr val="27416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Ellipse"/>
              <p:cNvSpPr/>
              <p:nvPr/>
            </p:nvSpPr>
            <p:spPr>
              <a:xfrm>
                <a:off x="752475" y="1638300"/>
                <a:ext cx="228600" cy="114300"/>
              </a:xfrm>
              <a:prstGeom prst="ellipse">
                <a:avLst/>
              </a:prstGeom>
              <a:solidFill>
                <a:srgbClr val="f97c15"/>
              </a:solidFill>
              <a:ln w="17145" cap="flat" cmpd="sng" algn="ctr">
                <a:solidFill>
                  <a:srgbClr val="27416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Ellipse"/>
              <p:cNvSpPr/>
              <p:nvPr/>
            </p:nvSpPr>
            <p:spPr>
              <a:xfrm>
                <a:off x="1381125" y="1638300"/>
                <a:ext cx="228600" cy="114300"/>
              </a:xfrm>
              <a:prstGeom prst="ellipse">
                <a:avLst/>
              </a:prstGeom>
              <a:solidFill>
                <a:srgbClr val="a7ce7a"/>
              </a:solidFill>
              <a:ln w="17145" cap="flat" cmpd="sng" algn="ctr">
                <a:solidFill>
                  <a:srgbClr val="27416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Individual fitness point"/>
              <p:cNvSpPr/>
              <p:nvPr/>
            </p:nvSpPr>
            <p:spPr>
              <a:xfrm>
                <a:off x="1049655" y="1678305"/>
                <a:ext cx="53340" cy="53340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Individual fitness point"/>
              <p:cNvSpPr/>
              <p:nvPr/>
            </p:nvSpPr>
            <p:spPr>
              <a:xfrm>
                <a:off x="1173480" y="1678305"/>
                <a:ext cx="53340" cy="53340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Individual fitness point"/>
              <p:cNvSpPr/>
              <p:nvPr/>
            </p:nvSpPr>
            <p:spPr>
              <a:xfrm>
                <a:off x="1287780" y="1678305"/>
                <a:ext cx="53340" cy="53340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Ellipse"/>
              <p:cNvSpPr/>
              <p:nvPr/>
            </p:nvSpPr>
            <p:spPr>
              <a:xfrm>
                <a:off x="485775" y="1895475"/>
                <a:ext cx="228600" cy="114300"/>
              </a:xfrm>
              <a:prstGeom prst="ellipse">
                <a:avLst/>
              </a:prstGeom>
              <a:solidFill>
                <a:srgbClr val="ffe05b"/>
              </a:solidFill>
              <a:ln w="17145" cap="flat" cmpd="sng" algn="ctr">
                <a:solidFill>
                  <a:srgbClr val="27416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Ellipse"/>
              <p:cNvSpPr/>
              <p:nvPr/>
            </p:nvSpPr>
            <p:spPr>
              <a:xfrm>
                <a:off x="752475" y="1895475"/>
                <a:ext cx="228600" cy="114300"/>
              </a:xfrm>
              <a:prstGeom prst="ellipse">
                <a:avLst/>
              </a:prstGeom>
              <a:solidFill>
                <a:srgbClr val="2c85c4"/>
              </a:solidFill>
              <a:ln w="17145" cap="flat" cmpd="sng" algn="ctr">
                <a:solidFill>
                  <a:srgbClr val="27416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Ellipse"/>
              <p:cNvSpPr/>
              <p:nvPr/>
            </p:nvSpPr>
            <p:spPr>
              <a:xfrm>
                <a:off x="1381125" y="1895475"/>
                <a:ext cx="228600" cy="114300"/>
              </a:xfrm>
              <a:prstGeom prst="ellipse">
                <a:avLst/>
              </a:prstGeom>
              <a:solidFill>
                <a:srgbClr val="a2a3a5"/>
              </a:solidFill>
              <a:ln w="17145" cap="flat" cmpd="sng" algn="ctr">
                <a:solidFill>
                  <a:srgbClr val="27416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Individual fitness point"/>
              <p:cNvSpPr/>
              <p:nvPr/>
            </p:nvSpPr>
            <p:spPr>
              <a:xfrm>
                <a:off x="1049655" y="1935480"/>
                <a:ext cx="53340" cy="53340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Individual fitness point"/>
              <p:cNvSpPr/>
              <p:nvPr/>
            </p:nvSpPr>
            <p:spPr>
              <a:xfrm>
                <a:off x="1173480" y="1935480"/>
                <a:ext cx="53340" cy="53340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Individual fitness point"/>
              <p:cNvSpPr/>
              <p:nvPr/>
            </p:nvSpPr>
            <p:spPr>
              <a:xfrm>
                <a:off x="1287780" y="1935480"/>
                <a:ext cx="53340" cy="53340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View set"/>
              <p:cNvSpPr txBox="1"/>
              <p:nvPr/>
            </p:nvSpPr>
            <p:spPr>
              <a:xfrm>
                <a:off x="723900" y="2057400"/>
                <a:ext cx="1057275" cy="25260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lnSpc>
                    <a:spcPts val="176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75" b="1">
                    <a:solidFill>
                      <a:srgbClr val="050505"/>
                    </a:solidFill>
                    <a:latin typeface="Liberation Serif"/>
                  </a:rPr>
                  <a:t>View set</a:t>
                </a:r>
              </a:p>
            </p:txBody>
          </p:sp>
          <p:sp>
            <p:nvSpPr>
              <p:cNvPr id="38" name="Directional connector"/>
              <p:cNvSpPr/>
              <p:nvPr/>
            </p:nvSpPr>
            <p:spPr>
              <a:xfrm>
                <a:off x="1666875" y="990600"/>
                <a:ext cx="466725" cy="447675"/>
              </a:xfrm>
              <a:custGeom>
                <a:avLst/>
                <a:gdLst/>
                <a:ahLst/>
                <a:cxnLst/>
                <a:rect l="0" t="0" r="r" b="b"/>
                <a:pathLst>
                  <a:path w="49000" h="47000">
                    <a:moveTo>
                      <a:pt x="0" y="0"/>
                    </a:moveTo>
                    <a:lnTo>
                      <a:pt x="8000" y="0"/>
                    </a:lnTo>
                    <a:quadBezTo>
                      <a:pt x="21000" y="0"/>
                      <a:pt x="21000" y="15000"/>
                    </a:quadBezTo>
                    <a:lnTo>
                      <a:pt x="21000" y="30000"/>
                    </a:lnTo>
                    <a:quadBezTo>
                      <a:pt x="21000" y="47000"/>
                      <a:pt x="35000" y="47000"/>
                    </a:quadBezTo>
                    <a:lnTo>
                      <a:pt x="49000" y="47000"/>
                    </a:lnTo>
                  </a:path>
                </a:pathLst>
              </a:custGeom>
              <a:noFill/>
              <a:ln w="30480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Arrowhead"/>
              <p:cNvSpPr/>
              <p:nvPr/>
            </p:nvSpPr>
            <p:spPr>
              <a:xfrm>
                <a:off x="2019300" y="1385697"/>
                <a:ext cx="114300" cy="105156"/>
              </a:xfrm>
              <a:custGeom>
                <a:avLst/>
                <a:gdLst/>
                <a:ahLst/>
                <a:cxnLst/>
                <a:rect l="0" t="0" r="r" b="b"/>
                <a:pathLst>
                  <a:path w="12000" h="11040">
                    <a:moveTo>
                      <a:pt x="12000" y="5520"/>
                    </a:moveTo>
                    <a:lnTo>
                      <a:pt x="0" y="110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6296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Vector path"/>
              <p:cNvSpPr/>
              <p:nvPr/>
            </p:nvSpPr>
            <p:spPr>
              <a:xfrm>
                <a:off x="1666875" y="1438275"/>
                <a:ext cx="333375" cy="381000"/>
              </a:xfrm>
              <a:custGeom>
                <a:avLst/>
                <a:gdLst/>
                <a:ahLst/>
                <a:cxnLst/>
                <a:rect l="0" t="0" r="r" b="b"/>
                <a:pathLst>
                  <a:path w="35000" h="40000">
                    <a:moveTo>
                      <a:pt x="0" y="40000"/>
                    </a:moveTo>
                    <a:lnTo>
                      <a:pt x="8000" y="40000"/>
                    </a:lnTo>
                    <a:quadBezTo>
                      <a:pt x="21000" y="40000"/>
                      <a:pt x="21000" y="26000"/>
                    </a:quadBezTo>
                    <a:lnTo>
                      <a:pt x="21000" y="14000"/>
                    </a:lnTo>
                    <a:quadBezTo>
                      <a:pt x="21000" y="0"/>
                      <a:pt x="35000" y="0"/>
                    </a:quadBezTo>
                  </a:path>
                </a:pathLst>
              </a:custGeom>
              <a:noFill/>
              <a:ln w="28575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1" name="Editable search space mesh 225"/>
            <p:cNvGrpSpPr/>
            <p:nvPr/>
          </p:nvGrpSpPr>
          <p:grpSpPr>
            <a:xfrm>
              <a:off x="2143125" y="638175"/>
              <a:ext cx="2105025" cy="1438275"/>
              <a:chOff x="2143125" y="638175"/>
              <a:chExt cx="2105025" cy="1438275"/>
            </a:xfrm>
          </p:grpSpPr>
          <p:sp>
            <p:nvSpPr>
              <p:cNvPr id="42" name="Surface mesh patch"/>
              <p:cNvSpPr/>
              <p:nvPr/>
            </p:nvSpPr>
            <p:spPr>
              <a:xfrm>
                <a:off x="3075131" y="1052054"/>
                <a:ext cx="50120" cy="148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63">
                    <a:moveTo>
                      <a:pt x="0" y="395"/>
                    </a:moveTo>
                    <a:lnTo>
                      <a:pt x="2875" y="1563"/>
                    </a:lnTo>
                    <a:lnTo>
                      <a:pt x="5262" y="12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Surface mesh patch"/>
              <p:cNvSpPr/>
              <p:nvPr/>
            </p:nvSpPr>
            <p:spPr>
              <a:xfrm>
                <a:off x="3052399" y="1055813"/>
                <a:ext cx="50120" cy="134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0">
                    <a:moveTo>
                      <a:pt x="0" y="390"/>
                    </a:moveTo>
                    <a:lnTo>
                      <a:pt x="2875" y="1410"/>
                    </a:lnTo>
                    <a:lnTo>
                      <a:pt x="5262" y="11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Surface mesh patch"/>
              <p:cNvSpPr/>
              <p:nvPr/>
            </p:nvSpPr>
            <p:spPr>
              <a:xfrm>
                <a:off x="3102519" y="1064363"/>
                <a:ext cx="50120" cy="84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8">
                    <a:moveTo>
                      <a:pt x="0" y="271"/>
                    </a:moveTo>
                    <a:lnTo>
                      <a:pt x="2875" y="888"/>
                    </a:lnTo>
                    <a:lnTo>
                      <a:pt x="5262" y="7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Surface mesh patch"/>
              <p:cNvSpPr/>
              <p:nvPr/>
            </p:nvSpPr>
            <p:spPr>
              <a:xfrm>
                <a:off x="3029668" y="1059532"/>
                <a:ext cx="50120" cy="120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65">
                    <a:moveTo>
                      <a:pt x="0" y="410"/>
                    </a:moveTo>
                    <a:lnTo>
                      <a:pt x="2875" y="1265"/>
                    </a:lnTo>
                    <a:lnTo>
                      <a:pt x="5262" y="10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Surface mesh patch"/>
              <p:cNvSpPr/>
              <p:nvPr/>
            </p:nvSpPr>
            <p:spPr>
              <a:xfrm>
                <a:off x="3079787" y="1066944"/>
                <a:ext cx="50120" cy="63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8">
                    <a:moveTo>
                      <a:pt x="0" y="242"/>
                    </a:moveTo>
                    <a:lnTo>
                      <a:pt x="2875" y="668"/>
                    </a:lnTo>
                    <a:lnTo>
                      <a:pt x="5262" y="6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Surface mesh patch"/>
              <p:cNvSpPr/>
              <p:nvPr/>
            </p:nvSpPr>
            <p:spPr>
              <a:xfrm>
                <a:off x="3129907" y="1071497"/>
                <a:ext cx="50120" cy="13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">
                    <a:moveTo>
                      <a:pt x="0" y="139"/>
                    </a:moveTo>
                    <a:lnTo>
                      <a:pt x="2875" y="0"/>
                    </a:lnTo>
                    <a:lnTo>
                      <a:pt x="5262" y="127"/>
                    </a:lnTo>
                    <a:lnTo>
                      <a:pt x="2387" y="32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Surface mesh patch"/>
              <p:cNvSpPr/>
              <p:nvPr/>
            </p:nvSpPr>
            <p:spPr>
              <a:xfrm>
                <a:off x="3006936" y="1063437"/>
                <a:ext cx="50120" cy="10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0">
                    <a:moveTo>
                      <a:pt x="0" y="455"/>
                    </a:moveTo>
                    <a:lnTo>
                      <a:pt x="2875" y="1140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Surface mesh patch"/>
              <p:cNvSpPr/>
              <p:nvPr/>
            </p:nvSpPr>
            <p:spPr>
              <a:xfrm>
                <a:off x="3057055" y="1069246"/>
                <a:ext cx="50120" cy="4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">
                    <a:moveTo>
                      <a:pt x="0" y="245"/>
                    </a:moveTo>
                    <a:lnTo>
                      <a:pt x="2875" y="470"/>
                    </a:lnTo>
                    <a:lnTo>
                      <a:pt x="5262" y="4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Surface mesh patch"/>
              <p:cNvSpPr/>
              <p:nvPr/>
            </p:nvSpPr>
            <p:spPr>
              <a:xfrm>
                <a:off x="3107175" y="1069539"/>
                <a:ext cx="50120" cy="37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">
                    <a:moveTo>
                      <a:pt x="0" y="396"/>
                    </a:moveTo>
                    <a:lnTo>
                      <a:pt x="2875" y="0"/>
                    </a:lnTo>
                    <a:lnTo>
                      <a:pt x="5262" y="206"/>
                    </a:lnTo>
                    <a:lnTo>
                      <a:pt x="2387" y="344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Surface mesh patch"/>
              <p:cNvSpPr/>
              <p:nvPr/>
            </p:nvSpPr>
            <p:spPr>
              <a:xfrm>
                <a:off x="3157295" y="1061530"/>
                <a:ext cx="50120" cy="111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4">
                    <a:moveTo>
                      <a:pt x="0" y="1046"/>
                    </a:moveTo>
                    <a:lnTo>
                      <a:pt x="2875" y="0"/>
                    </a:lnTo>
                    <a:lnTo>
                      <a:pt x="5262" y="454"/>
                    </a:lnTo>
                    <a:lnTo>
                      <a:pt x="2387" y="1174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Surface mesh patch"/>
              <p:cNvSpPr/>
              <p:nvPr/>
            </p:nvSpPr>
            <p:spPr>
              <a:xfrm>
                <a:off x="2984204" y="1067769"/>
                <a:ext cx="50120" cy="9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4">
                    <a:moveTo>
                      <a:pt x="0" y="524"/>
                    </a:moveTo>
                    <a:lnTo>
                      <a:pt x="2875" y="1044"/>
                    </a:lnTo>
                    <a:lnTo>
                      <a:pt x="5262" y="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Surface mesh patch"/>
              <p:cNvSpPr/>
              <p:nvPr/>
            </p:nvSpPr>
            <p:spPr>
              <a:xfrm>
                <a:off x="3034323" y="1071582"/>
                <a:ext cx="50120" cy="2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0">
                    <a:moveTo>
                      <a:pt x="0" y="284"/>
                    </a:moveTo>
                    <a:lnTo>
                      <a:pt x="2875" y="310"/>
                    </a:lnTo>
                    <a:lnTo>
                      <a:pt x="5262" y="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Surface mesh patch"/>
              <p:cNvSpPr/>
              <p:nvPr/>
            </p:nvSpPr>
            <p:spPr>
              <a:xfrm>
                <a:off x="3084443" y="1067445"/>
                <a:ext cx="50120" cy="6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">
                    <a:moveTo>
                      <a:pt x="0" y="659"/>
                    </a:moveTo>
                    <a:lnTo>
                      <a:pt x="2875" y="0"/>
                    </a:lnTo>
                    <a:lnTo>
                      <a:pt x="5262" y="220"/>
                    </a:lnTo>
                    <a:lnTo>
                      <a:pt x="2387" y="616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Surface mesh patch"/>
              <p:cNvSpPr/>
              <p:nvPr/>
            </p:nvSpPr>
            <p:spPr>
              <a:xfrm>
                <a:off x="3134563" y="1056256"/>
                <a:ext cx="50120" cy="1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">
                    <a:moveTo>
                      <a:pt x="0" y="1394"/>
                    </a:moveTo>
                    <a:lnTo>
                      <a:pt x="2875" y="0"/>
                    </a:lnTo>
                    <a:lnTo>
                      <a:pt x="5262" y="554"/>
                    </a:lnTo>
                    <a:lnTo>
                      <a:pt x="2387" y="160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Surface mesh patch"/>
              <p:cNvSpPr/>
              <p:nvPr/>
            </p:nvSpPr>
            <p:spPr>
              <a:xfrm>
                <a:off x="3184682" y="1042393"/>
                <a:ext cx="50120" cy="23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3">
                    <a:moveTo>
                      <a:pt x="0" y="2009"/>
                    </a:moveTo>
                    <a:lnTo>
                      <a:pt x="2875" y="0"/>
                    </a:lnTo>
                    <a:lnTo>
                      <a:pt x="5262" y="885"/>
                    </a:lnTo>
                    <a:lnTo>
                      <a:pt x="2387" y="2463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Surface mesh patch"/>
              <p:cNvSpPr/>
              <p:nvPr/>
            </p:nvSpPr>
            <p:spPr>
              <a:xfrm>
                <a:off x="2961472" y="1072763"/>
                <a:ext cx="50120" cy="9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">
                    <a:moveTo>
                      <a:pt x="0" y="617"/>
                    </a:moveTo>
                    <a:lnTo>
                      <a:pt x="2875" y="987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Surface mesh patch"/>
              <p:cNvSpPr/>
              <p:nvPr/>
            </p:nvSpPr>
            <p:spPr>
              <a:xfrm>
                <a:off x="3011592" y="1074291"/>
                <a:ext cx="50120" cy="3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">
                    <a:moveTo>
                      <a:pt x="0" y="359"/>
                    </a:moveTo>
                    <a:lnTo>
                      <a:pt x="2875" y="205"/>
                    </a:lnTo>
                    <a:lnTo>
                      <a:pt x="5262" y="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Surface mesh patch"/>
              <p:cNvSpPr/>
              <p:nvPr/>
            </p:nvSpPr>
            <p:spPr>
              <a:xfrm>
                <a:off x="3061711" y="1065898"/>
                <a:ext cx="50120" cy="86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7">
                    <a:moveTo>
                      <a:pt x="0" y="907"/>
                    </a:moveTo>
                    <a:lnTo>
                      <a:pt x="2875" y="0"/>
                    </a:lnTo>
                    <a:lnTo>
                      <a:pt x="5262" y="162"/>
                    </a:lnTo>
                    <a:lnTo>
                      <a:pt x="2387" y="822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Surface mesh patch"/>
              <p:cNvSpPr/>
              <p:nvPr/>
            </p:nvSpPr>
            <p:spPr>
              <a:xfrm>
                <a:off x="3111831" y="1050873"/>
                <a:ext cx="50120" cy="18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0">
                    <a:moveTo>
                      <a:pt x="0" y="1740"/>
                    </a:moveTo>
                    <a:lnTo>
                      <a:pt x="2875" y="0"/>
                    </a:lnTo>
                    <a:lnTo>
                      <a:pt x="5262" y="565"/>
                    </a:lnTo>
                    <a:lnTo>
                      <a:pt x="2387" y="196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Surface mesh patch"/>
              <p:cNvSpPr/>
              <p:nvPr/>
            </p:nvSpPr>
            <p:spPr>
              <a:xfrm>
                <a:off x="3161951" y="1032830"/>
                <a:ext cx="50120" cy="28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3">
                    <a:moveTo>
                      <a:pt x="0" y="2459"/>
                    </a:moveTo>
                    <a:lnTo>
                      <a:pt x="2875" y="0"/>
                    </a:lnTo>
                    <a:lnTo>
                      <a:pt x="5262" y="1004"/>
                    </a:lnTo>
                    <a:lnTo>
                      <a:pt x="2387" y="3013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Surface mesh patch"/>
              <p:cNvSpPr/>
              <p:nvPr/>
            </p:nvSpPr>
            <p:spPr>
              <a:xfrm>
                <a:off x="3212070" y="1014896"/>
                <a:ext cx="50120" cy="35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72">
                    <a:moveTo>
                      <a:pt x="0" y="2887"/>
                    </a:moveTo>
                    <a:lnTo>
                      <a:pt x="2875" y="0"/>
                    </a:lnTo>
                    <a:lnTo>
                      <a:pt x="5262" y="1415"/>
                    </a:lnTo>
                    <a:lnTo>
                      <a:pt x="2387" y="3772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Surface mesh patch"/>
              <p:cNvSpPr/>
              <p:nvPr/>
            </p:nvSpPr>
            <p:spPr>
              <a:xfrm>
                <a:off x="2938740" y="1078635"/>
                <a:ext cx="50120" cy="92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4">
                    <a:moveTo>
                      <a:pt x="0" y="728"/>
                    </a:moveTo>
                    <a:lnTo>
                      <a:pt x="2875" y="974"/>
                    </a:lnTo>
                    <a:lnTo>
                      <a:pt x="5262" y="3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Surface mesh patch"/>
              <p:cNvSpPr/>
              <p:nvPr/>
            </p:nvSpPr>
            <p:spPr>
              <a:xfrm>
                <a:off x="2988860" y="1076240"/>
                <a:ext cx="50120" cy="5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">
                    <a:moveTo>
                      <a:pt x="0" y="622"/>
                    </a:moveTo>
                    <a:lnTo>
                      <a:pt x="2875" y="319"/>
                    </a:lnTo>
                    <a:lnTo>
                      <a:pt x="5262" y="0"/>
                    </a:lnTo>
                    <a:lnTo>
                      <a:pt x="2387" y="155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Surface mesh patch"/>
              <p:cNvSpPr/>
              <p:nvPr/>
            </p:nvSpPr>
            <p:spPr>
              <a:xfrm>
                <a:off x="3038979" y="1065586"/>
                <a:ext cx="50120" cy="10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9">
                    <a:moveTo>
                      <a:pt x="0" y="1119"/>
                    </a:moveTo>
                    <a:lnTo>
                      <a:pt x="2875" y="0"/>
                    </a:lnTo>
                    <a:lnTo>
                      <a:pt x="5262" y="33"/>
                    </a:lnTo>
                    <a:lnTo>
                      <a:pt x="2387" y="94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Surface mesh patch"/>
              <p:cNvSpPr/>
              <p:nvPr/>
            </p:nvSpPr>
            <p:spPr>
              <a:xfrm>
                <a:off x="3089099" y="1046327"/>
                <a:ext cx="50120" cy="21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7">
                    <a:moveTo>
                      <a:pt x="0" y="2055"/>
                    </a:moveTo>
                    <a:lnTo>
                      <a:pt x="2875" y="0"/>
                    </a:lnTo>
                    <a:lnTo>
                      <a:pt x="5262" y="477"/>
                    </a:lnTo>
                    <a:lnTo>
                      <a:pt x="2387" y="2217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Surface mesh patch"/>
              <p:cNvSpPr/>
              <p:nvPr/>
            </p:nvSpPr>
            <p:spPr>
              <a:xfrm>
                <a:off x="3139219" y="1023275"/>
                <a:ext cx="50120" cy="329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3">
                    <a:moveTo>
                      <a:pt x="0" y="2897"/>
                    </a:moveTo>
                    <a:lnTo>
                      <a:pt x="2875" y="0"/>
                    </a:lnTo>
                    <a:lnTo>
                      <a:pt x="5262" y="1003"/>
                    </a:lnTo>
                    <a:lnTo>
                      <a:pt x="2387" y="3463"/>
                    </a:lnTo>
                    <a:close/>
                  </a:path>
                </a:pathLst>
              </a:custGeom>
              <a:solidFill>
                <a:srgbClr val="dce2ee"/>
              </a:solidFill>
              <a:ln w="3334" cap="flat" cmpd="sng" algn="ctr">
                <a:solidFill>
                  <a:srgbClr val="dce2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Surface mesh patch"/>
              <p:cNvSpPr/>
              <p:nvPr/>
            </p:nvSpPr>
            <p:spPr>
              <a:xfrm>
                <a:off x="3189338" y="1000148"/>
                <a:ext cx="50120" cy="42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35">
                    <a:moveTo>
                      <a:pt x="0" y="3431"/>
                    </a:moveTo>
                    <a:lnTo>
                      <a:pt x="2875" y="0"/>
                    </a:lnTo>
                    <a:lnTo>
                      <a:pt x="5262" y="1548"/>
                    </a:lnTo>
                    <a:lnTo>
                      <a:pt x="2387" y="4435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Surface mesh patch"/>
              <p:cNvSpPr/>
              <p:nvPr/>
            </p:nvSpPr>
            <p:spPr>
              <a:xfrm>
                <a:off x="3239458" y="981418"/>
                <a:ext cx="50120" cy="469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9">
                    <a:moveTo>
                      <a:pt x="0" y="3515"/>
                    </a:moveTo>
                    <a:lnTo>
                      <a:pt x="2875" y="0"/>
                    </a:lnTo>
                    <a:lnTo>
                      <a:pt x="5262" y="2011"/>
                    </a:lnTo>
                    <a:lnTo>
                      <a:pt x="2387" y="4929"/>
                    </a:lnTo>
                    <a:close/>
                  </a:path>
                </a:pathLst>
              </a:custGeom>
              <a:solidFill>
                <a:srgbClr val="e3dee2"/>
              </a:solidFill>
              <a:ln w="3334" cap="flat" cmpd="sng" algn="ctr">
                <a:solidFill>
                  <a:srgbClr val="e3de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Surface mesh patch"/>
              <p:cNvSpPr/>
              <p:nvPr/>
            </p:nvSpPr>
            <p:spPr>
              <a:xfrm>
                <a:off x="2916008" y="1085567"/>
                <a:ext cx="50120" cy="95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5">
                    <a:moveTo>
                      <a:pt x="0" y="853"/>
                    </a:moveTo>
                    <a:lnTo>
                      <a:pt x="2875" y="1005"/>
                    </a:lnTo>
                    <a:lnTo>
                      <a:pt x="5262" y="2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4"/>
              </a:solidFill>
              <a:ln w="3334" cap="flat" cmpd="sng" algn="ctr">
                <a:solidFill>
                  <a:srgbClr val="d3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Surface mesh patch"/>
              <p:cNvSpPr/>
              <p:nvPr/>
            </p:nvSpPr>
            <p:spPr>
              <a:xfrm>
                <a:off x="2966128" y="1079280"/>
                <a:ext cx="50120" cy="8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">
                    <a:moveTo>
                      <a:pt x="0" y="906"/>
                    </a:moveTo>
                    <a:lnTo>
                      <a:pt x="2875" y="498"/>
                    </a:lnTo>
                    <a:lnTo>
                      <a:pt x="5262" y="0"/>
                    </a:lnTo>
                    <a:lnTo>
                      <a:pt x="2387" y="303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Surface mesh patch"/>
              <p:cNvSpPr/>
              <p:nvPr/>
            </p:nvSpPr>
            <p:spPr>
              <a:xfrm>
                <a:off x="3016248" y="1065586"/>
                <a:ext cx="50120" cy="13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8">
                    <a:moveTo>
                      <a:pt x="0" y="1438"/>
                    </a:moveTo>
                    <a:lnTo>
                      <a:pt x="2875" y="163"/>
                    </a:lnTo>
                    <a:lnTo>
                      <a:pt x="5262" y="0"/>
                    </a:lnTo>
                    <a:lnTo>
                      <a:pt x="2387" y="1119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Surface mesh patch"/>
              <p:cNvSpPr/>
              <p:nvPr/>
            </p:nvSpPr>
            <p:spPr>
              <a:xfrm>
                <a:off x="3066367" y="1043576"/>
                <a:ext cx="50120" cy="223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3">
                    <a:moveTo>
                      <a:pt x="0" y="2311"/>
                    </a:moveTo>
                    <a:lnTo>
                      <a:pt x="2875" y="0"/>
                    </a:lnTo>
                    <a:lnTo>
                      <a:pt x="5262" y="289"/>
                    </a:lnTo>
                    <a:lnTo>
                      <a:pt x="2387" y="2343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Surface mesh patch"/>
              <p:cNvSpPr/>
              <p:nvPr/>
            </p:nvSpPr>
            <p:spPr>
              <a:xfrm>
                <a:off x="3116487" y="1015010"/>
                <a:ext cx="50120" cy="358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5">
                    <a:moveTo>
                      <a:pt x="0" y="3288"/>
                    </a:moveTo>
                    <a:lnTo>
                      <a:pt x="2875" y="0"/>
                    </a:lnTo>
                    <a:lnTo>
                      <a:pt x="5262" y="868"/>
                    </a:lnTo>
                    <a:lnTo>
                      <a:pt x="2387" y="3765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Surface mesh patch"/>
              <p:cNvSpPr/>
              <p:nvPr/>
            </p:nvSpPr>
            <p:spPr>
              <a:xfrm>
                <a:off x="3166606" y="985617"/>
                <a:ext cx="50120" cy="472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57">
                    <a:moveTo>
                      <a:pt x="0" y="3954"/>
                    </a:moveTo>
                    <a:lnTo>
                      <a:pt x="2875" y="0"/>
                    </a:lnTo>
                    <a:lnTo>
                      <a:pt x="5262" y="1525"/>
                    </a:lnTo>
                    <a:lnTo>
                      <a:pt x="2387" y="4957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Surface mesh patch"/>
              <p:cNvSpPr/>
              <p:nvPr/>
            </p:nvSpPr>
            <p:spPr>
              <a:xfrm>
                <a:off x="3216726" y="960898"/>
                <a:ext cx="50120" cy="53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9">
                    <a:moveTo>
                      <a:pt x="0" y="4121"/>
                    </a:moveTo>
                    <a:lnTo>
                      <a:pt x="2875" y="0"/>
                    </a:lnTo>
                    <a:lnTo>
                      <a:pt x="5262" y="2154"/>
                    </a:lnTo>
                    <a:lnTo>
                      <a:pt x="2387" y="5669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Surface mesh patch"/>
              <p:cNvSpPr/>
              <p:nvPr/>
            </p:nvSpPr>
            <p:spPr>
              <a:xfrm>
                <a:off x="3266846" y="945814"/>
                <a:ext cx="50120" cy="547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49">
                    <a:moveTo>
                      <a:pt x="0" y="3738"/>
                    </a:moveTo>
                    <a:lnTo>
                      <a:pt x="2875" y="0"/>
                    </a:lnTo>
                    <a:lnTo>
                      <a:pt x="5262" y="2618"/>
                    </a:lnTo>
                    <a:lnTo>
                      <a:pt x="2387" y="5749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Surface mesh patch"/>
              <p:cNvSpPr/>
              <p:nvPr/>
            </p:nvSpPr>
            <p:spPr>
              <a:xfrm>
                <a:off x="2893276" y="1093693"/>
                <a:ext cx="50120" cy="102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">
                    <a:moveTo>
                      <a:pt x="0" y="987"/>
                    </a:moveTo>
                    <a:lnTo>
                      <a:pt x="2875" y="1077"/>
                    </a:lnTo>
                    <a:lnTo>
                      <a:pt x="5262" y="1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Surface mesh patch"/>
              <p:cNvSpPr/>
              <p:nvPr/>
            </p:nvSpPr>
            <p:spPr>
              <a:xfrm>
                <a:off x="2943396" y="1084025"/>
                <a:ext cx="50120" cy="111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6">
                    <a:moveTo>
                      <a:pt x="0" y="1166"/>
                    </a:moveTo>
                    <a:lnTo>
                      <a:pt x="2875" y="704"/>
                    </a:lnTo>
                    <a:lnTo>
                      <a:pt x="5262" y="0"/>
                    </a:lnTo>
                    <a:lnTo>
                      <a:pt x="2387" y="408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Surface mesh patch"/>
              <p:cNvSpPr/>
              <p:nvPr/>
            </p:nvSpPr>
            <p:spPr>
              <a:xfrm>
                <a:off x="2993516" y="1067140"/>
                <a:ext cx="50120" cy="168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3">
                    <a:moveTo>
                      <a:pt x="0" y="1773"/>
                    </a:moveTo>
                    <a:lnTo>
                      <a:pt x="2875" y="412"/>
                    </a:lnTo>
                    <a:lnTo>
                      <a:pt x="5262" y="0"/>
                    </a:lnTo>
                    <a:lnTo>
                      <a:pt x="2387" y="1275"/>
                    </a:lnTo>
                    <a:close/>
                  </a:path>
                </a:pathLst>
              </a:custGeom>
              <a:solidFill>
                <a:srgbClr val="dae3f1"/>
              </a:solidFill>
              <a:ln w="3334" cap="flat" cmpd="sng" algn="ctr">
                <a:solidFill>
                  <a:srgbClr val="da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Surface mesh patch"/>
              <p:cNvSpPr/>
              <p:nvPr/>
            </p:nvSpPr>
            <p:spPr>
              <a:xfrm>
                <a:off x="3043635" y="1043487"/>
                <a:ext cx="50120" cy="23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3">
                    <a:moveTo>
                      <a:pt x="0" y="2483"/>
                    </a:moveTo>
                    <a:lnTo>
                      <a:pt x="2875" y="0"/>
                    </a:lnTo>
                    <a:lnTo>
                      <a:pt x="5262" y="9"/>
                    </a:lnTo>
                    <a:lnTo>
                      <a:pt x="2387" y="2320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Surface mesh patch"/>
              <p:cNvSpPr/>
              <p:nvPr/>
            </p:nvSpPr>
            <p:spPr>
              <a:xfrm>
                <a:off x="3093755" y="1009326"/>
                <a:ext cx="50120" cy="37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5">
                    <a:moveTo>
                      <a:pt x="0" y="3596"/>
                    </a:moveTo>
                    <a:lnTo>
                      <a:pt x="2875" y="0"/>
                    </a:lnTo>
                    <a:lnTo>
                      <a:pt x="5262" y="597"/>
                    </a:lnTo>
                    <a:lnTo>
                      <a:pt x="2387" y="3885"/>
                    </a:lnTo>
                    <a:close/>
                  </a:path>
                </a:pathLst>
              </a:custGeom>
              <a:solidFill>
                <a:srgbClr val="e4dee1"/>
              </a:solidFill>
              <a:ln w="3334" cap="flat" cmpd="sng" algn="ctr">
                <a:solidFill>
                  <a:srgbClr val="e4de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Surface mesh patch"/>
              <p:cNvSpPr/>
              <p:nvPr/>
            </p:nvSpPr>
            <p:spPr>
              <a:xfrm>
                <a:off x="3143875" y="972979"/>
                <a:ext cx="50120" cy="502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0">
                    <a:moveTo>
                      <a:pt x="0" y="4413"/>
                    </a:moveTo>
                    <a:lnTo>
                      <a:pt x="2875" y="0"/>
                    </a:lnTo>
                    <a:lnTo>
                      <a:pt x="5262" y="1327"/>
                    </a:lnTo>
                    <a:lnTo>
                      <a:pt x="2387" y="5280"/>
                    </a:lnTo>
                    <a:close/>
                  </a:path>
                </a:pathLst>
              </a:custGeom>
              <a:solidFill>
                <a:srgbClr val="e9dbd5"/>
              </a:solidFill>
              <a:ln w="3334" cap="flat" cmpd="sng" algn="ctr">
                <a:solidFill>
                  <a:srgbClr val="e9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Surface mesh patch"/>
              <p:cNvSpPr/>
              <p:nvPr/>
            </p:nvSpPr>
            <p:spPr>
              <a:xfrm>
                <a:off x="3193994" y="940884"/>
                <a:ext cx="50120" cy="592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2">
                    <a:moveTo>
                      <a:pt x="0" y="4696"/>
                    </a:moveTo>
                    <a:lnTo>
                      <a:pt x="2875" y="0"/>
                    </a:lnTo>
                    <a:lnTo>
                      <a:pt x="5262" y="2101"/>
                    </a:lnTo>
                    <a:lnTo>
                      <a:pt x="2387" y="6222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Surface mesh patch"/>
              <p:cNvSpPr/>
              <p:nvPr/>
            </p:nvSpPr>
            <p:spPr>
              <a:xfrm>
                <a:off x="3244114" y="919472"/>
                <a:ext cx="50120" cy="61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4">
                    <a:moveTo>
                      <a:pt x="0" y="4349"/>
                    </a:moveTo>
                    <a:lnTo>
                      <a:pt x="2875" y="0"/>
                    </a:lnTo>
                    <a:lnTo>
                      <a:pt x="5262" y="2766"/>
                    </a:lnTo>
                    <a:lnTo>
                      <a:pt x="2387" y="6504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Surface mesh patch"/>
              <p:cNvSpPr/>
              <p:nvPr/>
            </p:nvSpPr>
            <p:spPr>
              <a:xfrm>
                <a:off x="3294234" y="912940"/>
                <a:ext cx="50120" cy="57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69">
                    <a:moveTo>
                      <a:pt x="0" y="3451"/>
                    </a:moveTo>
                    <a:lnTo>
                      <a:pt x="2875" y="0"/>
                    </a:lnTo>
                    <a:lnTo>
                      <a:pt x="5262" y="3164"/>
                    </a:lnTo>
                    <a:lnTo>
                      <a:pt x="2387" y="6069"/>
                    </a:lnTo>
                    <a:close/>
                  </a:path>
                </a:pathLst>
              </a:custGeom>
              <a:solidFill>
                <a:srgbClr val="f4d5c1"/>
              </a:solidFill>
              <a:ln w="3334" cap="flat" cmpd="sng" algn="ctr">
                <a:solidFill>
                  <a:srgbClr val="f4d5c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" name="Surface mesh patch"/>
              <p:cNvSpPr/>
              <p:nvPr/>
            </p:nvSpPr>
            <p:spPr>
              <a:xfrm>
                <a:off x="2870545" y="1103095"/>
                <a:ext cx="50120" cy="11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5">
                    <a:moveTo>
                      <a:pt x="0" y="1124"/>
                    </a:moveTo>
                    <a:lnTo>
                      <a:pt x="2875" y="1185"/>
                    </a:lnTo>
                    <a:lnTo>
                      <a:pt x="5262" y="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Surface mesh patch"/>
              <p:cNvSpPr/>
              <p:nvPr/>
            </p:nvSpPr>
            <p:spPr>
              <a:xfrm>
                <a:off x="2920664" y="1090732"/>
                <a:ext cx="50120" cy="13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8">
                    <a:moveTo>
                      <a:pt x="0" y="1388"/>
                    </a:moveTo>
                    <a:lnTo>
                      <a:pt x="2875" y="924"/>
                    </a:lnTo>
                    <a:lnTo>
                      <a:pt x="5262" y="0"/>
                    </a:lnTo>
                    <a:lnTo>
                      <a:pt x="2387" y="462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Surface mesh patch"/>
              <p:cNvSpPr/>
              <p:nvPr/>
            </p:nvSpPr>
            <p:spPr>
              <a:xfrm>
                <a:off x="2970784" y="1071067"/>
                <a:ext cx="50120" cy="19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5">
                    <a:moveTo>
                      <a:pt x="0" y="2065"/>
                    </a:moveTo>
                    <a:lnTo>
                      <a:pt x="2875" y="697"/>
                    </a:lnTo>
                    <a:lnTo>
                      <a:pt x="5262" y="0"/>
                    </a:lnTo>
                    <a:lnTo>
                      <a:pt x="2387" y="1360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Surface mesh patch"/>
              <p:cNvSpPr/>
              <p:nvPr/>
            </p:nvSpPr>
            <p:spPr>
              <a:xfrm>
                <a:off x="3020903" y="1043487"/>
                <a:ext cx="50120" cy="27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5">
                    <a:moveTo>
                      <a:pt x="0" y="2895"/>
                    </a:moveTo>
                    <a:lnTo>
                      <a:pt x="2875" y="342"/>
                    </a:lnTo>
                    <a:lnTo>
                      <a:pt x="5262" y="0"/>
                    </a:lnTo>
                    <a:lnTo>
                      <a:pt x="2387" y="2483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Surface mesh patch"/>
              <p:cNvSpPr/>
              <p:nvPr/>
            </p:nvSpPr>
            <p:spPr>
              <a:xfrm>
                <a:off x="3071023" y="1007385"/>
                <a:ext cx="50120" cy="36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00">
                    <a:moveTo>
                      <a:pt x="0" y="3790"/>
                    </a:moveTo>
                    <a:lnTo>
                      <a:pt x="2875" y="0"/>
                    </a:lnTo>
                    <a:lnTo>
                      <a:pt x="5262" y="204"/>
                    </a:lnTo>
                    <a:lnTo>
                      <a:pt x="2387" y="3800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Surface mesh patch"/>
              <p:cNvSpPr/>
              <p:nvPr/>
            </p:nvSpPr>
            <p:spPr>
              <a:xfrm>
                <a:off x="3121143" y="963914"/>
                <a:ext cx="50120" cy="51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64">
                    <a:moveTo>
                      <a:pt x="0" y="4768"/>
                    </a:moveTo>
                    <a:lnTo>
                      <a:pt x="2875" y="0"/>
                    </a:lnTo>
                    <a:lnTo>
                      <a:pt x="5262" y="952"/>
                    </a:lnTo>
                    <a:lnTo>
                      <a:pt x="2387" y="5364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Surface mesh patch"/>
              <p:cNvSpPr/>
              <p:nvPr/>
            </p:nvSpPr>
            <p:spPr>
              <a:xfrm>
                <a:off x="3171262" y="923475"/>
                <a:ext cx="50120" cy="62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4">
                    <a:moveTo>
                      <a:pt x="0" y="5197"/>
                    </a:moveTo>
                    <a:lnTo>
                      <a:pt x="2875" y="0"/>
                    </a:lnTo>
                    <a:lnTo>
                      <a:pt x="5262" y="1828"/>
                    </a:lnTo>
                    <a:lnTo>
                      <a:pt x="2387" y="6524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Surface mesh patch"/>
              <p:cNvSpPr/>
              <p:nvPr/>
            </p:nvSpPr>
            <p:spPr>
              <a:xfrm>
                <a:off x="3221382" y="893977"/>
                <a:ext cx="50120" cy="66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6">
                    <a:moveTo>
                      <a:pt x="0" y="4925"/>
                    </a:moveTo>
                    <a:lnTo>
                      <a:pt x="2875" y="0"/>
                    </a:lnTo>
                    <a:lnTo>
                      <a:pt x="5262" y="2677"/>
                    </a:lnTo>
                    <a:lnTo>
                      <a:pt x="2387" y="7026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Surface mesh patch"/>
              <p:cNvSpPr/>
              <p:nvPr/>
            </p:nvSpPr>
            <p:spPr>
              <a:xfrm>
                <a:off x="3271502" y="881416"/>
                <a:ext cx="50120" cy="64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61">
                    <a:moveTo>
                      <a:pt x="0" y="3995"/>
                    </a:moveTo>
                    <a:lnTo>
                      <a:pt x="2875" y="0"/>
                    </a:lnTo>
                    <a:lnTo>
                      <a:pt x="5262" y="3310"/>
                    </a:lnTo>
                    <a:lnTo>
                      <a:pt x="2387" y="6761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Surface mesh patch"/>
              <p:cNvSpPr/>
              <p:nvPr/>
            </p:nvSpPr>
            <p:spPr>
              <a:xfrm>
                <a:off x="3321621" y="887838"/>
                <a:ext cx="50120" cy="5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00">
                    <a:moveTo>
                      <a:pt x="0" y="2635"/>
                    </a:moveTo>
                    <a:lnTo>
                      <a:pt x="2875" y="0"/>
                    </a:lnTo>
                    <a:lnTo>
                      <a:pt x="5262" y="3576"/>
                    </a:lnTo>
                    <a:lnTo>
                      <a:pt x="2387" y="580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Surface mesh patch"/>
              <p:cNvSpPr/>
              <p:nvPr/>
            </p:nvSpPr>
            <p:spPr>
              <a:xfrm>
                <a:off x="2847813" y="1113801"/>
                <a:ext cx="50120" cy="12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1259"/>
                    </a:moveTo>
                    <a:lnTo>
                      <a:pt x="2875" y="1322"/>
                    </a:lnTo>
                    <a:lnTo>
                      <a:pt x="5262" y="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Surface mesh patch"/>
              <p:cNvSpPr/>
              <p:nvPr/>
            </p:nvSpPr>
            <p:spPr>
              <a:xfrm>
                <a:off x="2897932" y="1099531"/>
                <a:ext cx="50120" cy="14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">
                    <a:moveTo>
                      <a:pt x="0" y="1559"/>
                    </a:moveTo>
                    <a:lnTo>
                      <a:pt x="2875" y="1144"/>
                    </a:lnTo>
                    <a:lnTo>
                      <a:pt x="5262" y="0"/>
                    </a:lnTo>
                    <a:lnTo>
                      <a:pt x="2387" y="464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Surface mesh patch"/>
              <p:cNvSpPr/>
              <p:nvPr/>
            </p:nvSpPr>
            <p:spPr>
              <a:xfrm>
                <a:off x="2948052" y="1077702"/>
                <a:ext cx="50120" cy="218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2">
                    <a:moveTo>
                      <a:pt x="0" y="2292"/>
                    </a:moveTo>
                    <a:lnTo>
                      <a:pt x="2875" y="996"/>
                    </a:lnTo>
                    <a:lnTo>
                      <a:pt x="5262" y="0"/>
                    </a:lnTo>
                    <a:lnTo>
                      <a:pt x="2387" y="1368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Surface mesh patch"/>
              <p:cNvSpPr/>
              <p:nvPr/>
            </p:nvSpPr>
            <p:spPr>
              <a:xfrm>
                <a:off x="2998172" y="1046744"/>
                <a:ext cx="50120" cy="30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50">
                    <a:moveTo>
                      <a:pt x="0" y="3250"/>
                    </a:moveTo>
                    <a:lnTo>
                      <a:pt x="2875" y="738"/>
                    </a:lnTo>
                    <a:lnTo>
                      <a:pt x="5262" y="0"/>
                    </a:lnTo>
                    <a:lnTo>
                      <a:pt x="2387" y="2554"/>
                    </a:lnTo>
                    <a:close/>
                  </a:path>
                </a:pathLst>
              </a:custGeom>
              <a:solidFill>
                <a:srgbClr val="e1dfe5"/>
              </a:solidFill>
              <a:ln w="3334" cap="flat" cmpd="sng" algn="ctr">
                <a:solidFill>
                  <a:srgbClr val="e1df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Surface mesh patch"/>
              <p:cNvSpPr/>
              <p:nvPr/>
            </p:nvSpPr>
            <p:spPr>
              <a:xfrm>
                <a:off x="3048291" y="1007385"/>
                <a:ext cx="50120" cy="39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32">
                    <a:moveTo>
                      <a:pt x="0" y="4132"/>
                    </a:moveTo>
                    <a:lnTo>
                      <a:pt x="2875" y="283"/>
                    </a:lnTo>
                    <a:lnTo>
                      <a:pt x="5262" y="0"/>
                    </a:lnTo>
                    <a:lnTo>
                      <a:pt x="2387" y="379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Surface mesh patch"/>
              <p:cNvSpPr/>
              <p:nvPr/>
            </p:nvSpPr>
            <p:spPr>
              <a:xfrm>
                <a:off x="3098411" y="959927"/>
                <a:ext cx="50120" cy="493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86">
                    <a:moveTo>
                      <a:pt x="0" y="4982"/>
                    </a:moveTo>
                    <a:lnTo>
                      <a:pt x="2875" y="0"/>
                    </a:lnTo>
                    <a:lnTo>
                      <a:pt x="5262" y="419"/>
                    </a:lnTo>
                    <a:lnTo>
                      <a:pt x="2387" y="5186"/>
                    </a:lnTo>
                    <a:close/>
                  </a:path>
                </a:pathLst>
              </a:custGeom>
              <a:solidFill>
                <a:srgbClr val="f1d7c7"/>
              </a:solidFill>
              <a:ln w="3334" cap="flat" cmpd="sng" algn="ctr">
                <a:solidFill>
                  <a:srgbClr val="f1d7c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Surface mesh patch"/>
              <p:cNvSpPr/>
              <p:nvPr/>
            </p:nvSpPr>
            <p:spPr>
              <a:xfrm>
                <a:off x="3148531" y="910778"/>
                <a:ext cx="50120" cy="622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0">
                    <a:moveTo>
                      <a:pt x="0" y="5579"/>
                    </a:moveTo>
                    <a:lnTo>
                      <a:pt x="2875" y="0"/>
                    </a:lnTo>
                    <a:lnTo>
                      <a:pt x="5262" y="1333"/>
                    </a:lnTo>
                    <a:lnTo>
                      <a:pt x="2387" y="6530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Surface mesh patch"/>
              <p:cNvSpPr/>
              <p:nvPr/>
            </p:nvSpPr>
            <p:spPr>
              <a:xfrm>
                <a:off x="3198650" y="871848"/>
                <a:ext cx="50120" cy="690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8">
                    <a:moveTo>
                      <a:pt x="0" y="5420"/>
                    </a:moveTo>
                    <a:lnTo>
                      <a:pt x="2875" y="0"/>
                    </a:lnTo>
                    <a:lnTo>
                      <a:pt x="5262" y="2323"/>
                    </a:lnTo>
                    <a:lnTo>
                      <a:pt x="2387" y="7248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Surface mesh patch"/>
              <p:cNvSpPr/>
              <p:nvPr/>
            </p:nvSpPr>
            <p:spPr>
              <a:xfrm>
                <a:off x="3248770" y="851096"/>
                <a:ext cx="50120" cy="68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79">
                    <a:moveTo>
                      <a:pt x="0" y="4502"/>
                    </a:moveTo>
                    <a:lnTo>
                      <a:pt x="2875" y="0"/>
                    </a:lnTo>
                    <a:lnTo>
                      <a:pt x="5262" y="3183"/>
                    </a:lnTo>
                    <a:lnTo>
                      <a:pt x="2387" y="7179"/>
                    </a:lnTo>
                    <a:close/>
                  </a:path>
                </a:pathLst>
              </a:custGeom>
              <a:solidFill>
                <a:srgbClr val="fbc5a9"/>
              </a:solidFill>
              <a:ln w="3334" cap="flat" cmpd="sng" algn="ctr">
                <a:solidFill>
                  <a:srgbClr val="fbc5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Surface mesh patch"/>
              <p:cNvSpPr/>
              <p:nvPr/>
            </p:nvSpPr>
            <p:spPr>
              <a:xfrm>
                <a:off x="3298889" y="852483"/>
                <a:ext cx="50120" cy="6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7">
                    <a:moveTo>
                      <a:pt x="0" y="3038"/>
                    </a:moveTo>
                    <a:lnTo>
                      <a:pt x="2875" y="0"/>
                    </a:lnTo>
                    <a:lnTo>
                      <a:pt x="5262" y="3712"/>
                    </a:lnTo>
                    <a:lnTo>
                      <a:pt x="2387" y="6347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Surface mesh patch"/>
              <p:cNvSpPr/>
              <p:nvPr/>
            </p:nvSpPr>
            <p:spPr>
              <a:xfrm>
                <a:off x="3349009" y="874764"/>
                <a:ext cx="50120" cy="47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8">
                    <a:moveTo>
                      <a:pt x="0" y="1373"/>
                    </a:moveTo>
                    <a:lnTo>
                      <a:pt x="2875" y="0"/>
                    </a:lnTo>
                    <a:lnTo>
                      <a:pt x="5262" y="3793"/>
                    </a:lnTo>
                    <a:lnTo>
                      <a:pt x="2387" y="4948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Surface mesh patch"/>
              <p:cNvSpPr/>
              <p:nvPr/>
            </p:nvSpPr>
            <p:spPr>
              <a:xfrm>
                <a:off x="2825081" y="1125796"/>
                <a:ext cx="50120" cy="14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80">
                    <a:moveTo>
                      <a:pt x="0" y="1389"/>
                    </a:moveTo>
                    <a:lnTo>
                      <a:pt x="2875" y="1480"/>
                    </a:lnTo>
                    <a:lnTo>
                      <a:pt x="5262" y="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Surface mesh patch"/>
              <p:cNvSpPr/>
              <p:nvPr/>
            </p:nvSpPr>
            <p:spPr>
              <a:xfrm>
                <a:off x="2875200" y="1110425"/>
                <a:ext cx="50120" cy="15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7">
                    <a:moveTo>
                      <a:pt x="0" y="1677"/>
                    </a:moveTo>
                    <a:lnTo>
                      <a:pt x="2875" y="1353"/>
                    </a:lnTo>
                    <a:lnTo>
                      <a:pt x="5262" y="0"/>
                    </a:lnTo>
                    <a:lnTo>
                      <a:pt x="2387" y="416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Surface mesh patch"/>
              <p:cNvSpPr/>
              <p:nvPr/>
            </p:nvSpPr>
            <p:spPr>
              <a:xfrm>
                <a:off x="2925320" y="1087184"/>
                <a:ext cx="50120" cy="23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0">
                    <a:moveTo>
                      <a:pt x="0" y="2440"/>
                    </a:moveTo>
                    <a:lnTo>
                      <a:pt x="2875" y="1289"/>
                    </a:lnTo>
                    <a:lnTo>
                      <a:pt x="5262" y="0"/>
                    </a:lnTo>
                    <a:lnTo>
                      <a:pt x="2387" y="1296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Surface mesh patch"/>
              <p:cNvSpPr/>
              <p:nvPr/>
            </p:nvSpPr>
            <p:spPr>
              <a:xfrm>
                <a:off x="2975440" y="1053775"/>
                <a:ext cx="50120" cy="334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07">
                    <a:moveTo>
                      <a:pt x="0" y="3507"/>
                    </a:moveTo>
                    <a:lnTo>
                      <a:pt x="2875" y="1149"/>
                    </a:lnTo>
                    <a:lnTo>
                      <a:pt x="5262" y="0"/>
                    </a:lnTo>
                    <a:lnTo>
                      <a:pt x="2387" y="2512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Surface mesh patch"/>
              <p:cNvSpPr/>
              <p:nvPr/>
            </p:nvSpPr>
            <p:spPr>
              <a:xfrm>
                <a:off x="3025559" y="1010085"/>
                <a:ext cx="50120" cy="436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7">
                    <a:moveTo>
                      <a:pt x="0" y="4587"/>
                    </a:moveTo>
                    <a:lnTo>
                      <a:pt x="2875" y="827"/>
                    </a:lnTo>
                    <a:lnTo>
                      <a:pt x="5262" y="0"/>
                    </a:lnTo>
                    <a:lnTo>
                      <a:pt x="2387" y="3849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Surface mesh patch"/>
              <p:cNvSpPr/>
              <p:nvPr/>
            </p:nvSpPr>
            <p:spPr>
              <a:xfrm>
                <a:off x="3075679" y="959927"/>
                <a:ext cx="50120" cy="50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66">
                    <a:moveTo>
                      <a:pt x="0" y="5266"/>
                    </a:moveTo>
                    <a:lnTo>
                      <a:pt x="2875" y="235"/>
                    </a:lnTo>
                    <a:lnTo>
                      <a:pt x="5262" y="0"/>
                    </a:lnTo>
                    <a:lnTo>
                      <a:pt x="2387" y="4982"/>
                    </a:lnTo>
                    <a:close/>
                  </a:path>
                </a:pathLst>
              </a:custGeom>
              <a:solidFill>
                <a:srgbClr val="f3d5c2"/>
              </a:solidFill>
              <a:ln w="3334" cap="flat" cmpd="sng" algn="ctr">
                <a:solidFill>
                  <a:srgbClr val="f3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Surface mesh patch"/>
              <p:cNvSpPr/>
              <p:nvPr/>
            </p:nvSpPr>
            <p:spPr>
              <a:xfrm>
                <a:off x="3125799" y="904662"/>
                <a:ext cx="50120" cy="592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1">
                    <a:moveTo>
                      <a:pt x="0" y="5802"/>
                    </a:moveTo>
                    <a:lnTo>
                      <a:pt x="2875" y="0"/>
                    </a:lnTo>
                    <a:lnTo>
                      <a:pt x="5262" y="642"/>
                    </a:lnTo>
                    <a:lnTo>
                      <a:pt x="2387" y="6221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Surface mesh patch"/>
              <p:cNvSpPr/>
              <p:nvPr/>
            </p:nvSpPr>
            <p:spPr>
              <a:xfrm>
                <a:off x="3175918" y="855607"/>
                <a:ext cx="50120" cy="67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25">
                    <a:moveTo>
                      <a:pt x="0" y="5792"/>
                    </a:moveTo>
                    <a:lnTo>
                      <a:pt x="2875" y="0"/>
                    </a:lnTo>
                    <a:lnTo>
                      <a:pt x="5262" y="1705"/>
                    </a:lnTo>
                    <a:lnTo>
                      <a:pt x="2387" y="7125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Surface mesh patch"/>
              <p:cNvSpPr/>
              <p:nvPr/>
            </p:nvSpPr>
            <p:spPr>
              <a:xfrm>
                <a:off x="3226038" y="824867"/>
                <a:ext cx="50120" cy="691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56">
                    <a:moveTo>
                      <a:pt x="0" y="4932"/>
                    </a:moveTo>
                    <a:lnTo>
                      <a:pt x="2875" y="0"/>
                    </a:lnTo>
                    <a:lnTo>
                      <a:pt x="5262" y="2754"/>
                    </a:lnTo>
                    <a:lnTo>
                      <a:pt x="2387" y="7256"/>
                    </a:lnTo>
                    <a:close/>
                  </a:path>
                </a:pathLst>
              </a:custGeom>
              <a:solidFill>
                <a:srgbClr val="fbbca0"/>
              </a:solidFill>
              <a:ln w="3334" cap="flat" cmpd="sng" algn="ctr">
                <a:solidFill>
                  <a:srgbClr val="fbbc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Surface mesh patch"/>
              <p:cNvSpPr/>
              <p:nvPr/>
            </p:nvSpPr>
            <p:spPr>
              <a:xfrm>
                <a:off x="3276158" y="818667"/>
                <a:ext cx="50120" cy="62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88">
                    <a:moveTo>
                      <a:pt x="0" y="3405"/>
                    </a:moveTo>
                    <a:lnTo>
                      <a:pt x="2875" y="0"/>
                    </a:lnTo>
                    <a:lnTo>
                      <a:pt x="5262" y="3550"/>
                    </a:lnTo>
                    <a:lnTo>
                      <a:pt x="2387" y="6588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Surface mesh patch"/>
              <p:cNvSpPr/>
              <p:nvPr/>
            </p:nvSpPr>
            <p:spPr>
              <a:xfrm>
                <a:off x="3326277" y="837505"/>
                <a:ext cx="50120" cy="503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4">
                    <a:moveTo>
                      <a:pt x="0" y="1573"/>
                    </a:moveTo>
                    <a:lnTo>
                      <a:pt x="2875" y="0"/>
                    </a:lnTo>
                    <a:lnTo>
                      <a:pt x="5262" y="3912"/>
                    </a:lnTo>
                    <a:lnTo>
                      <a:pt x="2387" y="5284"/>
                    </a:lnTo>
                    <a:close/>
                  </a:path>
                </a:pathLst>
              </a:custGeom>
              <a:solidFill>
                <a:srgbClr val="fbbea1"/>
              </a:solidFill>
              <a:ln w="3334" cap="flat" cmpd="sng" algn="ctr">
                <a:solidFill>
                  <a:srgbClr val="fbbe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Surface mesh patch"/>
              <p:cNvSpPr/>
              <p:nvPr/>
            </p:nvSpPr>
            <p:spPr>
              <a:xfrm>
                <a:off x="3376397" y="874764"/>
                <a:ext cx="50120" cy="37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46">
                    <a:moveTo>
                      <a:pt x="0" y="0"/>
                    </a:moveTo>
                    <a:lnTo>
                      <a:pt x="2875" y="165"/>
                    </a:lnTo>
                    <a:lnTo>
                      <a:pt x="5262" y="3946"/>
                    </a:lnTo>
                    <a:lnTo>
                      <a:pt x="2387" y="3793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Surface mesh patch"/>
              <p:cNvSpPr/>
              <p:nvPr/>
            </p:nvSpPr>
            <p:spPr>
              <a:xfrm>
                <a:off x="2802349" y="1139027"/>
                <a:ext cx="50120" cy="15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2">
                    <a:moveTo>
                      <a:pt x="0" y="1511"/>
                    </a:moveTo>
                    <a:lnTo>
                      <a:pt x="2875" y="1652"/>
                    </a:lnTo>
                    <a:lnTo>
                      <a:pt x="5262" y="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Surface mesh patch"/>
              <p:cNvSpPr/>
              <p:nvPr/>
            </p:nvSpPr>
            <p:spPr>
              <a:xfrm>
                <a:off x="2852469" y="1123312"/>
                <a:ext cx="50120" cy="16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1">
                    <a:moveTo>
                      <a:pt x="0" y="1741"/>
                    </a:moveTo>
                    <a:lnTo>
                      <a:pt x="2875" y="1544"/>
                    </a:lnTo>
                    <a:lnTo>
                      <a:pt x="5262" y="0"/>
                    </a:lnTo>
                    <a:lnTo>
                      <a:pt x="2387" y="324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Surface mesh patch"/>
              <p:cNvSpPr/>
              <p:nvPr/>
            </p:nvSpPr>
            <p:spPr>
              <a:xfrm>
                <a:off x="2902588" y="1099463"/>
                <a:ext cx="50120" cy="238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4">
                    <a:moveTo>
                      <a:pt x="0" y="2504"/>
                    </a:moveTo>
                    <a:lnTo>
                      <a:pt x="2875" y="1560"/>
                    </a:lnTo>
                    <a:lnTo>
                      <a:pt x="5262" y="0"/>
                    </a:lnTo>
                    <a:lnTo>
                      <a:pt x="2387" y="1151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Surface mesh patch"/>
              <p:cNvSpPr/>
              <p:nvPr/>
            </p:nvSpPr>
            <p:spPr>
              <a:xfrm>
                <a:off x="2952708" y="1064718"/>
                <a:ext cx="50120" cy="347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48">
                    <a:moveTo>
                      <a:pt x="0" y="3648"/>
                    </a:moveTo>
                    <a:lnTo>
                      <a:pt x="2875" y="1544"/>
                    </a:lnTo>
                    <a:lnTo>
                      <a:pt x="5262" y="0"/>
                    </a:lnTo>
                    <a:lnTo>
                      <a:pt x="2387" y="2359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Surface mesh patch"/>
              <p:cNvSpPr/>
              <p:nvPr/>
            </p:nvSpPr>
            <p:spPr>
              <a:xfrm>
                <a:off x="3002828" y="1017962"/>
                <a:ext cx="50120" cy="467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9">
                    <a:moveTo>
                      <a:pt x="0" y="4909"/>
                    </a:moveTo>
                    <a:lnTo>
                      <a:pt x="2875" y="1383"/>
                    </a:lnTo>
                    <a:lnTo>
                      <a:pt x="5262" y="0"/>
                    </a:lnTo>
                    <a:lnTo>
                      <a:pt x="2387" y="3760"/>
                    </a:lnTo>
                    <a:close/>
                  </a:path>
                </a:pathLst>
              </a:custGeom>
              <a:solidFill>
                <a:srgbClr val="eadbd4"/>
              </a:solidFill>
              <a:ln w="3334" cap="flat" cmpd="sng" algn="ctr">
                <a:solidFill>
                  <a:srgbClr val="eadb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Surface mesh patch"/>
              <p:cNvSpPr/>
              <p:nvPr/>
            </p:nvSpPr>
            <p:spPr>
              <a:xfrm>
                <a:off x="3052947" y="962163"/>
                <a:ext cx="50120" cy="557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8">
                    <a:moveTo>
                      <a:pt x="0" y="5858"/>
                    </a:moveTo>
                    <a:lnTo>
                      <a:pt x="2875" y="957"/>
                    </a:lnTo>
                    <a:lnTo>
                      <a:pt x="5262" y="0"/>
                    </a:lnTo>
                    <a:lnTo>
                      <a:pt x="2387" y="5031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Surface mesh patch"/>
              <p:cNvSpPr/>
              <p:nvPr/>
            </p:nvSpPr>
            <p:spPr>
              <a:xfrm>
                <a:off x="3103067" y="904662"/>
                <a:ext cx="50120" cy="575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37">
                    <a:moveTo>
                      <a:pt x="0" y="6037"/>
                    </a:moveTo>
                    <a:lnTo>
                      <a:pt x="2875" y="197"/>
                    </a:lnTo>
                    <a:lnTo>
                      <a:pt x="5262" y="0"/>
                    </a:lnTo>
                    <a:lnTo>
                      <a:pt x="2387" y="5802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Surface mesh patch"/>
              <p:cNvSpPr/>
              <p:nvPr/>
            </p:nvSpPr>
            <p:spPr>
              <a:xfrm>
                <a:off x="3153186" y="847485"/>
                <a:ext cx="50120" cy="63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45">
                    <a:moveTo>
                      <a:pt x="0" y="6003"/>
                    </a:moveTo>
                    <a:lnTo>
                      <a:pt x="2875" y="0"/>
                    </a:lnTo>
                    <a:lnTo>
                      <a:pt x="5262" y="853"/>
                    </a:lnTo>
                    <a:lnTo>
                      <a:pt x="2387" y="6645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Surface mesh patch"/>
              <p:cNvSpPr/>
              <p:nvPr/>
            </p:nvSpPr>
            <p:spPr>
              <a:xfrm>
                <a:off x="3203306" y="805614"/>
                <a:ext cx="50120" cy="662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54">
                    <a:moveTo>
                      <a:pt x="0" y="5249"/>
                    </a:moveTo>
                    <a:lnTo>
                      <a:pt x="2875" y="0"/>
                    </a:lnTo>
                    <a:lnTo>
                      <a:pt x="5262" y="2021"/>
                    </a:lnTo>
                    <a:lnTo>
                      <a:pt x="2387" y="6954"/>
                    </a:lnTo>
                    <a:close/>
                  </a:path>
                </a:pathLst>
              </a:custGeom>
              <a:solidFill>
                <a:srgbClr val="fbb498"/>
              </a:solidFill>
              <a:ln w="3334" cap="flat" cmpd="sng" algn="ctr">
                <a:solidFill>
                  <a:srgbClr val="fbb49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Surface mesh patch"/>
              <p:cNvSpPr/>
              <p:nvPr/>
            </p:nvSpPr>
            <p:spPr>
              <a:xfrm>
                <a:off x="3253426" y="789545"/>
                <a:ext cx="50120" cy="61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62">
                    <a:moveTo>
                      <a:pt x="0" y="3708"/>
                    </a:moveTo>
                    <a:lnTo>
                      <a:pt x="2875" y="0"/>
                    </a:lnTo>
                    <a:lnTo>
                      <a:pt x="5262" y="3058"/>
                    </a:lnTo>
                    <a:lnTo>
                      <a:pt x="2387" y="6462"/>
                    </a:lnTo>
                    <a:close/>
                  </a:path>
                </a:pathLst>
              </a:custGeom>
              <a:solidFill>
                <a:srgbClr val="fab094"/>
              </a:solidFill>
              <a:ln w="3334" cap="flat" cmpd="sng" algn="ctr">
                <a:solidFill>
                  <a:srgbClr val="fab09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Surface mesh patch"/>
              <p:cNvSpPr/>
              <p:nvPr/>
            </p:nvSpPr>
            <p:spPr>
              <a:xfrm>
                <a:off x="3303545" y="802060"/>
                <a:ext cx="50120" cy="50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94">
                    <a:moveTo>
                      <a:pt x="0" y="1744"/>
                    </a:moveTo>
                    <a:lnTo>
                      <a:pt x="2875" y="0"/>
                    </a:lnTo>
                    <a:lnTo>
                      <a:pt x="5262" y="3721"/>
                    </a:lnTo>
                    <a:lnTo>
                      <a:pt x="2387" y="5294"/>
                    </a:lnTo>
                    <a:close/>
                  </a:path>
                </a:pathLst>
              </a:custGeom>
              <a:solidFill>
                <a:srgbClr val="fab296"/>
              </a:solidFill>
              <a:ln w="3334" cap="flat" cmpd="sng" algn="ctr">
                <a:solidFill>
                  <a:srgbClr val="fab2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Surface mesh patch"/>
              <p:cNvSpPr/>
              <p:nvPr/>
            </p:nvSpPr>
            <p:spPr>
              <a:xfrm>
                <a:off x="3353665" y="837505"/>
                <a:ext cx="50120" cy="388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6">
                    <a:moveTo>
                      <a:pt x="0" y="0"/>
                    </a:moveTo>
                    <a:lnTo>
                      <a:pt x="2875" y="198"/>
                    </a:lnTo>
                    <a:lnTo>
                      <a:pt x="5262" y="4076"/>
                    </a:lnTo>
                    <a:lnTo>
                      <a:pt x="2387" y="3912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Surface mesh patch"/>
              <p:cNvSpPr/>
              <p:nvPr/>
            </p:nvSpPr>
            <p:spPr>
              <a:xfrm>
                <a:off x="3403785" y="876332"/>
                <a:ext cx="50120" cy="50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99">
                    <a:moveTo>
                      <a:pt x="0" y="0"/>
                    </a:moveTo>
                    <a:lnTo>
                      <a:pt x="2875" y="1751"/>
                    </a:lnTo>
                    <a:lnTo>
                      <a:pt x="5262" y="5299"/>
                    </a:lnTo>
                    <a:lnTo>
                      <a:pt x="2387" y="3782"/>
                    </a:lnTo>
                    <a:close/>
                  </a:path>
                </a:pathLst>
              </a:custGeom>
              <a:solidFill>
                <a:srgbClr val="fbc5a9"/>
              </a:solidFill>
              <a:ln w="3334" cap="flat" cmpd="sng" algn="ctr">
                <a:solidFill>
                  <a:srgbClr val="fbc5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Surface mesh patch"/>
              <p:cNvSpPr/>
              <p:nvPr/>
            </p:nvSpPr>
            <p:spPr>
              <a:xfrm>
                <a:off x="2779617" y="1153421"/>
                <a:ext cx="50120" cy="17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3">
                    <a:moveTo>
                      <a:pt x="0" y="1624"/>
                    </a:moveTo>
                    <a:lnTo>
                      <a:pt x="2875" y="1833"/>
                    </a:lnTo>
                    <a:lnTo>
                      <a:pt x="5262" y="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Surface mesh patch"/>
              <p:cNvSpPr/>
              <p:nvPr/>
            </p:nvSpPr>
            <p:spPr>
              <a:xfrm>
                <a:off x="2829737" y="1138017"/>
                <a:ext cx="50120" cy="16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8">
                    <a:moveTo>
                      <a:pt x="0" y="1758"/>
                    </a:moveTo>
                    <a:lnTo>
                      <a:pt x="2875" y="1713"/>
                    </a:lnTo>
                    <a:lnTo>
                      <a:pt x="5262" y="0"/>
                    </a:lnTo>
                    <a:lnTo>
                      <a:pt x="2387" y="19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Surface mesh patch"/>
              <p:cNvSpPr/>
              <p:nvPr/>
            </p:nvSpPr>
            <p:spPr>
              <a:xfrm>
                <a:off x="2879856" y="1114324"/>
                <a:ext cx="50120" cy="236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7">
                    <a:moveTo>
                      <a:pt x="0" y="2487"/>
                    </a:moveTo>
                    <a:lnTo>
                      <a:pt x="2875" y="1798"/>
                    </a:lnTo>
                    <a:lnTo>
                      <a:pt x="5262" y="0"/>
                    </a:lnTo>
                    <a:lnTo>
                      <a:pt x="2387" y="944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Surface mesh patch"/>
              <p:cNvSpPr/>
              <p:nvPr/>
            </p:nvSpPr>
            <p:spPr>
              <a:xfrm>
                <a:off x="2929976" y="1079428"/>
                <a:ext cx="50120" cy="34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4">
                    <a:moveTo>
                      <a:pt x="0" y="3664"/>
                    </a:moveTo>
                    <a:lnTo>
                      <a:pt x="2875" y="1900"/>
                    </a:lnTo>
                    <a:lnTo>
                      <a:pt x="5262" y="0"/>
                    </a:lnTo>
                    <a:lnTo>
                      <a:pt x="2387" y="2103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Surface mesh patch"/>
              <p:cNvSpPr/>
              <p:nvPr/>
            </p:nvSpPr>
            <p:spPr>
              <a:xfrm>
                <a:off x="2980096" y="1031138"/>
                <a:ext cx="50120" cy="48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70">
                    <a:moveTo>
                      <a:pt x="0" y="5070"/>
                    </a:moveTo>
                    <a:lnTo>
                      <a:pt x="2875" y="1910"/>
                    </a:lnTo>
                    <a:lnTo>
                      <a:pt x="5262" y="0"/>
                    </a:lnTo>
                    <a:lnTo>
                      <a:pt x="2387" y="3525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Surface mesh patch"/>
              <p:cNvSpPr/>
              <p:nvPr/>
            </p:nvSpPr>
            <p:spPr>
              <a:xfrm>
                <a:off x="3030215" y="971274"/>
                <a:ext cx="50120" cy="59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5">
                    <a:moveTo>
                      <a:pt x="0" y="6285"/>
                    </a:moveTo>
                    <a:lnTo>
                      <a:pt x="2875" y="1688"/>
                    </a:lnTo>
                    <a:lnTo>
                      <a:pt x="5262" y="0"/>
                    </a:lnTo>
                    <a:lnTo>
                      <a:pt x="2387" y="4902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Surface mesh patch"/>
              <p:cNvSpPr/>
              <p:nvPr/>
            </p:nvSpPr>
            <p:spPr>
              <a:xfrm>
                <a:off x="3080335" y="906536"/>
                <a:ext cx="50120" cy="647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97">
                    <a:moveTo>
                      <a:pt x="0" y="6797"/>
                    </a:moveTo>
                    <a:lnTo>
                      <a:pt x="2875" y="1116"/>
                    </a:lnTo>
                    <a:lnTo>
                      <a:pt x="5262" y="0"/>
                    </a:lnTo>
                    <a:lnTo>
                      <a:pt x="2387" y="5840"/>
                    </a:lnTo>
                    <a:close/>
                  </a:path>
                </a:pathLst>
              </a:custGeom>
              <a:solidFill>
                <a:srgbClr val="fbc9ad"/>
              </a:solidFill>
              <a:ln w="3334" cap="flat" cmpd="sng" algn="ctr">
                <a:solidFill>
                  <a:srgbClr val="fbc9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Surface mesh patch"/>
              <p:cNvSpPr/>
              <p:nvPr/>
            </p:nvSpPr>
            <p:spPr>
              <a:xfrm>
                <a:off x="3130455" y="847485"/>
                <a:ext cx="50120" cy="590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00">
                    <a:moveTo>
                      <a:pt x="0" y="6200"/>
                    </a:moveTo>
                    <a:lnTo>
                      <a:pt x="2875" y="174"/>
                    </a:lnTo>
                    <a:lnTo>
                      <a:pt x="5262" y="0"/>
                    </a:lnTo>
                    <a:lnTo>
                      <a:pt x="2387" y="6003"/>
                    </a:lnTo>
                    <a:close/>
                  </a:path>
                </a:pathLst>
              </a:custGeom>
              <a:solidFill>
                <a:srgbClr val="fbbb9e"/>
              </a:solidFill>
              <a:ln w="3334" cap="flat" cmpd="sng" algn="ctr">
                <a:solidFill>
                  <a:srgbClr val="fbbb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Surface mesh patch"/>
              <p:cNvSpPr/>
              <p:nvPr/>
            </p:nvSpPr>
            <p:spPr>
              <a:xfrm>
                <a:off x="3180574" y="795876"/>
                <a:ext cx="50120" cy="59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1">
                    <a:moveTo>
                      <a:pt x="0" y="5418"/>
                    </a:moveTo>
                    <a:lnTo>
                      <a:pt x="2875" y="0"/>
                    </a:lnTo>
                    <a:lnTo>
                      <a:pt x="5262" y="1022"/>
                    </a:lnTo>
                    <a:lnTo>
                      <a:pt x="2387" y="6271"/>
                    </a:lnTo>
                    <a:close/>
                  </a:path>
                </a:pathLst>
              </a:custGeom>
              <a:solidFill>
                <a:srgbClr val="faae93"/>
              </a:solidFill>
              <a:ln w="3334" cap="flat" cmpd="sng" algn="ctr">
                <a:solidFill>
                  <a:srgbClr val="faae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Surface mesh patch"/>
              <p:cNvSpPr/>
              <p:nvPr/>
            </p:nvSpPr>
            <p:spPr>
              <a:xfrm>
                <a:off x="3230694" y="768259"/>
                <a:ext cx="50120" cy="56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43">
                    <a:moveTo>
                      <a:pt x="0" y="3922"/>
                    </a:moveTo>
                    <a:lnTo>
                      <a:pt x="2875" y="0"/>
                    </a:lnTo>
                    <a:lnTo>
                      <a:pt x="5262" y="2235"/>
                    </a:lnTo>
                    <a:lnTo>
                      <a:pt x="2387" y="5943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Surface mesh patch"/>
              <p:cNvSpPr/>
              <p:nvPr/>
            </p:nvSpPr>
            <p:spPr>
              <a:xfrm>
                <a:off x="3280814" y="771711"/>
                <a:ext cx="50120" cy="46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0">
                    <a:moveTo>
                      <a:pt x="0" y="1872"/>
                    </a:moveTo>
                    <a:lnTo>
                      <a:pt x="2875" y="0"/>
                    </a:lnTo>
                    <a:lnTo>
                      <a:pt x="5262" y="3186"/>
                    </a:lnTo>
                    <a:lnTo>
                      <a:pt x="2387" y="4930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Surface mesh patch"/>
              <p:cNvSpPr/>
              <p:nvPr/>
            </p:nvSpPr>
            <p:spPr>
              <a:xfrm>
                <a:off x="3330933" y="802060"/>
                <a:ext cx="50120" cy="37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19">
                    <a:moveTo>
                      <a:pt x="0" y="0"/>
                    </a:moveTo>
                    <a:lnTo>
                      <a:pt x="2875" y="251"/>
                    </a:lnTo>
                    <a:lnTo>
                      <a:pt x="5262" y="3919"/>
                    </a:lnTo>
                    <a:lnTo>
                      <a:pt x="2387" y="3721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Surface mesh patch"/>
              <p:cNvSpPr/>
              <p:nvPr/>
            </p:nvSpPr>
            <p:spPr>
              <a:xfrm>
                <a:off x="3381053" y="839389"/>
                <a:ext cx="50120" cy="536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29">
                    <a:moveTo>
                      <a:pt x="0" y="0"/>
                    </a:moveTo>
                    <a:lnTo>
                      <a:pt x="2875" y="2011"/>
                    </a:lnTo>
                    <a:lnTo>
                      <a:pt x="5262" y="5629"/>
                    </a:lnTo>
                    <a:lnTo>
                      <a:pt x="2387" y="3879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Surface mesh patch"/>
              <p:cNvSpPr/>
              <p:nvPr/>
            </p:nvSpPr>
            <p:spPr>
              <a:xfrm>
                <a:off x="3431172" y="893008"/>
                <a:ext cx="50120" cy="599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92">
                    <a:moveTo>
                      <a:pt x="0" y="0"/>
                    </a:moveTo>
                    <a:lnTo>
                      <a:pt x="2875" y="3162"/>
                    </a:lnTo>
                    <a:lnTo>
                      <a:pt x="5262" y="6292"/>
                    </a:lnTo>
                    <a:lnTo>
                      <a:pt x="2387" y="3548"/>
                    </a:lnTo>
                    <a:close/>
                  </a:path>
                </a:pathLst>
              </a:custGeom>
              <a:solidFill>
                <a:srgbClr val="fbc8ac"/>
              </a:solidFill>
              <a:ln w="3334" cap="flat" cmpd="sng" algn="ctr">
                <a:solidFill>
                  <a:srgbClr val="fbc8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Surface mesh patch"/>
              <p:cNvSpPr/>
              <p:nvPr/>
            </p:nvSpPr>
            <p:spPr>
              <a:xfrm>
                <a:off x="2756885" y="1168892"/>
                <a:ext cx="50120" cy="192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8">
                    <a:moveTo>
                      <a:pt x="0" y="1728"/>
                    </a:moveTo>
                    <a:lnTo>
                      <a:pt x="2875" y="2018"/>
                    </a:lnTo>
                    <a:lnTo>
                      <a:pt x="5262" y="2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Surface mesh patch"/>
              <p:cNvSpPr/>
              <p:nvPr/>
            </p:nvSpPr>
            <p:spPr>
              <a:xfrm>
                <a:off x="2807005" y="1154329"/>
                <a:ext cx="50120" cy="17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9">
                    <a:moveTo>
                      <a:pt x="0" y="1737"/>
                    </a:moveTo>
                    <a:lnTo>
                      <a:pt x="2875" y="1859"/>
                    </a:lnTo>
                    <a:lnTo>
                      <a:pt x="5262" y="0"/>
                    </a:lnTo>
                    <a:lnTo>
                      <a:pt x="2387" y="46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Surface mesh patch"/>
              <p:cNvSpPr/>
              <p:nvPr/>
            </p:nvSpPr>
            <p:spPr>
              <a:xfrm>
                <a:off x="2857125" y="1131447"/>
                <a:ext cx="50120" cy="228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02">
                    <a:moveTo>
                      <a:pt x="0" y="2402"/>
                    </a:moveTo>
                    <a:lnTo>
                      <a:pt x="2875" y="1996"/>
                    </a:lnTo>
                    <a:lnTo>
                      <a:pt x="5262" y="0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Surface mesh patch"/>
              <p:cNvSpPr/>
              <p:nvPr/>
            </p:nvSpPr>
            <p:spPr>
              <a:xfrm>
                <a:off x="2907244" y="1097521"/>
                <a:ext cx="50120" cy="33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2">
                    <a:moveTo>
                      <a:pt x="0" y="3562"/>
                    </a:moveTo>
                    <a:lnTo>
                      <a:pt x="2875" y="2198"/>
                    </a:lnTo>
                    <a:lnTo>
                      <a:pt x="5262" y="0"/>
                    </a:lnTo>
                    <a:lnTo>
                      <a:pt x="2387" y="1764"/>
                    </a:lnTo>
                    <a:close/>
                  </a:path>
                </a:pathLst>
              </a:custGeom>
              <a:solidFill>
                <a:srgbClr val="dfe0e9"/>
              </a:solidFill>
              <a:ln w="3334" cap="flat" cmpd="sng" algn="ctr">
                <a:solidFill>
                  <a:srgbClr val="dfe0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Surface mesh patch"/>
              <p:cNvSpPr/>
              <p:nvPr/>
            </p:nvSpPr>
            <p:spPr>
              <a:xfrm>
                <a:off x="2957364" y="1049333"/>
                <a:ext cx="50120" cy="481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9">
                    <a:moveTo>
                      <a:pt x="0" y="5059"/>
                    </a:moveTo>
                    <a:lnTo>
                      <a:pt x="2875" y="2373"/>
                    </a:lnTo>
                    <a:lnTo>
                      <a:pt x="5262" y="0"/>
                    </a:lnTo>
                    <a:lnTo>
                      <a:pt x="2387" y="316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Surface mesh patch"/>
              <p:cNvSpPr/>
              <p:nvPr/>
            </p:nvSpPr>
            <p:spPr>
              <a:xfrm>
                <a:off x="3007483" y="987354"/>
                <a:ext cx="50120" cy="61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7">
                    <a:moveTo>
                      <a:pt x="0" y="6507"/>
                    </a:moveTo>
                    <a:lnTo>
                      <a:pt x="2875" y="2372"/>
                    </a:lnTo>
                    <a:lnTo>
                      <a:pt x="5262" y="0"/>
                    </a:lnTo>
                    <a:lnTo>
                      <a:pt x="2387" y="4597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Surface mesh patch"/>
              <p:cNvSpPr/>
              <p:nvPr/>
            </p:nvSpPr>
            <p:spPr>
              <a:xfrm>
                <a:off x="3057603" y="917170"/>
                <a:ext cx="50120" cy="70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68">
                    <a:moveTo>
                      <a:pt x="0" y="7368"/>
                    </a:moveTo>
                    <a:lnTo>
                      <a:pt x="2875" y="2042"/>
                    </a:lnTo>
                    <a:lnTo>
                      <a:pt x="5262" y="0"/>
                    </a:lnTo>
                    <a:lnTo>
                      <a:pt x="2387" y="5680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Surface mesh patch"/>
              <p:cNvSpPr/>
              <p:nvPr/>
            </p:nvSpPr>
            <p:spPr>
              <a:xfrm>
                <a:off x="3107723" y="849141"/>
                <a:ext cx="50120" cy="68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42">
                    <a:moveTo>
                      <a:pt x="0" y="7142"/>
                    </a:moveTo>
                    <a:lnTo>
                      <a:pt x="2875" y="1293"/>
                    </a:lnTo>
                    <a:lnTo>
                      <a:pt x="5262" y="0"/>
                    </a:lnTo>
                    <a:lnTo>
                      <a:pt x="2387" y="6026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Surface mesh patch"/>
              <p:cNvSpPr/>
              <p:nvPr/>
            </p:nvSpPr>
            <p:spPr>
              <a:xfrm>
                <a:off x="3157842" y="795876"/>
                <a:ext cx="50120" cy="53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2">
                    <a:moveTo>
                      <a:pt x="0" y="5592"/>
                    </a:moveTo>
                    <a:lnTo>
                      <a:pt x="2875" y="173"/>
                    </a:lnTo>
                    <a:lnTo>
                      <a:pt x="5262" y="0"/>
                    </a:lnTo>
                    <a:lnTo>
                      <a:pt x="2387" y="5418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Surface mesh patch"/>
              <p:cNvSpPr/>
              <p:nvPr/>
            </p:nvSpPr>
            <p:spPr>
              <a:xfrm>
                <a:off x="3207962" y="757569"/>
                <a:ext cx="50120" cy="48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4">
                    <a:moveTo>
                      <a:pt x="0" y="4022"/>
                    </a:moveTo>
                    <a:lnTo>
                      <a:pt x="2875" y="0"/>
                    </a:lnTo>
                    <a:lnTo>
                      <a:pt x="5262" y="1122"/>
                    </a:lnTo>
                    <a:lnTo>
                      <a:pt x="2387" y="5044"/>
                    </a:lnTo>
                    <a:close/>
                  </a:path>
                </a:pathLst>
              </a:custGeom>
              <a:solidFill>
                <a:srgbClr val="faa186"/>
              </a:solidFill>
              <a:ln w="3334" cap="flat" cmpd="sng" algn="ctr">
                <a:solidFill>
                  <a:srgbClr val="faa1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Surface mesh patch"/>
              <p:cNvSpPr/>
              <p:nvPr/>
            </p:nvSpPr>
            <p:spPr>
              <a:xfrm>
                <a:off x="3258082" y="749723"/>
                <a:ext cx="50120" cy="398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81">
                    <a:moveTo>
                      <a:pt x="0" y="1946"/>
                    </a:moveTo>
                    <a:lnTo>
                      <a:pt x="2875" y="0"/>
                    </a:lnTo>
                    <a:lnTo>
                      <a:pt x="5262" y="2308"/>
                    </a:lnTo>
                    <a:lnTo>
                      <a:pt x="2387" y="4181"/>
                    </a:lnTo>
                    <a:close/>
                  </a:path>
                </a:pathLst>
              </a:custGeom>
              <a:solidFill>
                <a:srgbClr val="fa9f83"/>
              </a:solidFill>
              <a:ln w="3334" cap="flat" cmpd="sng" algn="ctr">
                <a:solidFill>
                  <a:srgbClr val="fa9f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Surface mesh patch"/>
              <p:cNvSpPr/>
              <p:nvPr/>
            </p:nvSpPr>
            <p:spPr>
              <a:xfrm>
                <a:off x="3308201" y="771711"/>
                <a:ext cx="50120" cy="32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7">
                    <a:moveTo>
                      <a:pt x="0" y="0"/>
                    </a:moveTo>
                    <a:lnTo>
                      <a:pt x="2875" y="321"/>
                    </a:lnTo>
                    <a:lnTo>
                      <a:pt x="5262" y="3437"/>
                    </a:lnTo>
                    <a:lnTo>
                      <a:pt x="2387" y="3186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" name="Surface mesh patch"/>
              <p:cNvSpPr/>
              <p:nvPr/>
            </p:nvSpPr>
            <p:spPr>
              <a:xfrm>
                <a:off x="3358321" y="804450"/>
                <a:ext cx="50120" cy="54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79">
                    <a:moveTo>
                      <a:pt x="0" y="0"/>
                    </a:moveTo>
                    <a:lnTo>
                      <a:pt x="2875" y="2281"/>
                    </a:lnTo>
                    <a:lnTo>
                      <a:pt x="5262" y="5679"/>
                    </a:lnTo>
                    <a:lnTo>
                      <a:pt x="2387" y="3668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" name="Surface mesh patch"/>
              <p:cNvSpPr/>
              <p:nvPr/>
            </p:nvSpPr>
            <p:spPr>
              <a:xfrm>
                <a:off x="3408441" y="858547"/>
                <a:ext cx="50120" cy="64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0">
                    <a:moveTo>
                      <a:pt x="0" y="0"/>
                    </a:moveTo>
                    <a:lnTo>
                      <a:pt x="2875" y="3608"/>
                    </a:lnTo>
                    <a:lnTo>
                      <a:pt x="5262" y="6780"/>
                    </a:lnTo>
                    <a:lnTo>
                      <a:pt x="2387" y="3618"/>
                    </a:lnTo>
                    <a:close/>
                  </a:path>
                </a:pathLst>
              </a:custGeom>
              <a:solidFill>
                <a:srgbClr val="fbbea1"/>
              </a:solidFill>
              <a:ln w="3334" cap="flat" cmpd="sng" algn="ctr">
                <a:solidFill>
                  <a:srgbClr val="fbbe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" name="Surface mesh patch"/>
              <p:cNvSpPr/>
              <p:nvPr/>
            </p:nvSpPr>
            <p:spPr>
              <a:xfrm>
                <a:off x="3458560" y="923130"/>
                <a:ext cx="50120" cy="64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8">
                    <a:moveTo>
                      <a:pt x="0" y="0"/>
                    </a:moveTo>
                    <a:lnTo>
                      <a:pt x="2875" y="4226"/>
                    </a:lnTo>
                    <a:lnTo>
                      <a:pt x="5262" y="6818"/>
                    </a:lnTo>
                    <a:lnTo>
                      <a:pt x="2387" y="3129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" name="Surface mesh patch"/>
              <p:cNvSpPr/>
              <p:nvPr/>
            </p:nvSpPr>
            <p:spPr>
              <a:xfrm>
                <a:off x="2734153" y="1185354"/>
                <a:ext cx="50120" cy="21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6">
                    <a:moveTo>
                      <a:pt x="0" y="1823"/>
                    </a:moveTo>
                    <a:lnTo>
                      <a:pt x="2875" y="2206"/>
                    </a:lnTo>
                    <a:lnTo>
                      <a:pt x="5262" y="2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Surface mesh patch"/>
              <p:cNvSpPr/>
              <p:nvPr/>
            </p:nvSpPr>
            <p:spPr>
              <a:xfrm>
                <a:off x="2784273" y="1170878"/>
                <a:ext cx="50120" cy="20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6">
                    <a:moveTo>
                      <a:pt x="0" y="1809"/>
                    </a:moveTo>
                    <a:lnTo>
                      <a:pt x="2875" y="2106"/>
                    </a:lnTo>
                    <a:lnTo>
                      <a:pt x="5262" y="1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Surface mesh patch"/>
              <p:cNvSpPr/>
              <p:nvPr/>
            </p:nvSpPr>
            <p:spPr>
              <a:xfrm>
                <a:off x="2834393" y="1150462"/>
                <a:ext cx="50120" cy="215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5">
                    <a:moveTo>
                      <a:pt x="0" y="2265"/>
                    </a:moveTo>
                    <a:lnTo>
                      <a:pt x="2875" y="2156"/>
                    </a:lnTo>
                    <a:lnTo>
                      <a:pt x="5262" y="0"/>
                    </a:lnTo>
                    <a:lnTo>
                      <a:pt x="2387" y="406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Surface mesh patch"/>
              <p:cNvSpPr/>
              <p:nvPr/>
            </p:nvSpPr>
            <p:spPr>
              <a:xfrm>
                <a:off x="2884512" y="1118456"/>
                <a:ext cx="50120" cy="320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0">
                    <a:moveTo>
                      <a:pt x="0" y="3360"/>
                    </a:moveTo>
                    <a:lnTo>
                      <a:pt x="2875" y="2432"/>
                    </a:lnTo>
                    <a:lnTo>
                      <a:pt x="5262" y="0"/>
                    </a:lnTo>
                    <a:lnTo>
                      <a:pt x="2387" y="1364"/>
                    </a:lnTo>
                    <a:close/>
                  </a:path>
                </a:pathLst>
              </a:custGeom>
              <a:solidFill>
                <a:srgbClr val="dee2ec"/>
              </a:solidFill>
              <a:ln w="3334" cap="flat" cmpd="sng" algn="ctr">
                <a:solidFill>
                  <a:srgbClr val="dee2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Surface mesh patch"/>
              <p:cNvSpPr/>
              <p:nvPr/>
            </p:nvSpPr>
            <p:spPr>
              <a:xfrm>
                <a:off x="2934632" y="1071932"/>
                <a:ext cx="50120" cy="465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4">
                    <a:moveTo>
                      <a:pt x="0" y="4884"/>
                    </a:moveTo>
                    <a:lnTo>
                      <a:pt x="2875" y="2747"/>
                    </a:lnTo>
                    <a:lnTo>
                      <a:pt x="5262" y="0"/>
                    </a:lnTo>
                    <a:lnTo>
                      <a:pt x="2387" y="2686"/>
                    </a:lnTo>
                    <a:close/>
                  </a:path>
                </a:pathLst>
              </a:custGeom>
              <a:solidFill>
                <a:srgbClr val="e5dddd"/>
              </a:solidFill>
              <a:ln w="3334" cap="flat" cmpd="sng" algn="ctr">
                <a:solidFill>
                  <a:srgbClr val="e5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Surface mesh patch"/>
              <p:cNvSpPr/>
              <p:nvPr/>
            </p:nvSpPr>
            <p:spPr>
              <a:xfrm>
                <a:off x="2984752" y="1009950"/>
                <a:ext cx="50120" cy="619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7">
                    <a:moveTo>
                      <a:pt x="0" y="6507"/>
                    </a:moveTo>
                    <a:lnTo>
                      <a:pt x="2875" y="2961"/>
                    </a:lnTo>
                    <a:lnTo>
                      <a:pt x="5262" y="0"/>
                    </a:lnTo>
                    <a:lnTo>
                      <a:pt x="2387" y="4135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Surface mesh patch"/>
              <p:cNvSpPr/>
              <p:nvPr/>
            </p:nvSpPr>
            <p:spPr>
              <a:xfrm>
                <a:off x="3034871" y="936616"/>
                <a:ext cx="50120" cy="733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99">
                    <a:moveTo>
                      <a:pt x="0" y="7699"/>
                    </a:moveTo>
                    <a:lnTo>
                      <a:pt x="2875" y="2898"/>
                    </a:lnTo>
                    <a:lnTo>
                      <a:pt x="5262" y="0"/>
                    </a:lnTo>
                    <a:lnTo>
                      <a:pt x="2387" y="5327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Surface mesh patch"/>
              <p:cNvSpPr/>
              <p:nvPr/>
            </p:nvSpPr>
            <p:spPr>
              <a:xfrm>
                <a:off x="3084991" y="861457"/>
                <a:ext cx="50120" cy="7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91">
                    <a:moveTo>
                      <a:pt x="0" y="7891"/>
                    </a:moveTo>
                    <a:lnTo>
                      <a:pt x="2875" y="2412"/>
                    </a:lnTo>
                    <a:lnTo>
                      <a:pt x="5262" y="0"/>
                    </a:lnTo>
                    <a:lnTo>
                      <a:pt x="2387" y="5849"/>
                    </a:lnTo>
                    <a:close/>
                  </a:path>
                </a:pathLst>
              </a:custGeom>
              <a:solidFill>
                <a:srgbClr val="fbbb9f"/>
              </a:solidFill>
              <a:ln w="3334" cap="flat" cmpd="sng" algn="ctr">
                <a:solidFill>
                  <a:srgbClr val="fbbb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Surface mesh patch"/>
              <p:cNvSpPr/>
              <p:nvPr/>
            </p:nvSpPr>
            <p:spPr>
              <a:xfrm>
                <a:off x="3135110" y="797528"/>
                <a:ext cx="50120" cy="639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12">
                    <a:moveTo>
                      <a:pt x="0" y="6712"/>
                    </a:moveTo>
                    <a:lnTo>
                      <a:pt x="2875" y="1471"/>
                    </a:lnTo>
                    <a:lnTo>
                      <a:pt x="5262" y="0"/>
                    </a:lnTo>
                    <a:lnTo>
                      <a:pt x="2387" y="5419"/>
                    </a:lnTo>
                    <a:close/>
                  </a:path>
                </a:pathLst>
              </a:custGeom>
              <a:solidFill>
                <a:srgbClr val="faaa8e"/>
              </a:solidFill>
              <a:ln w="3334" cap="flat" cmpd="sng" algn="ctr">
                <a:solidFill>
                  <a:srgbClr val="faaa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Surface mesh patch"/>
              <p:cNvSpPr/>
              <p:nvPr/>
            </p:nvSpPr>
            <p:spPr>
              <a:xfrm>
                <a:off x="3185230" y="757569"/>
                <a:ext cx="50120" cy="39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5">
                    <a:moveTo>
                      <a:pt x="0" y="4195"/>
                    </a:moveTo>
                    <a:lnTo>
                      <a:pt x="2875" y="203"/>
                    </a:lnTo>
                    <a:lnTo>
                      <a:pt x="5262" y="0"/>
                    </a:lnTo>
                    <a:lnTo>
                      <a:pt x="2387" y="4022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" name="Surface mesh patch"/>
              <p:cNvSpPr/>
              <p:nvPr/>
            </p:nvSpPr>
            <p:spPr>
              <a:xfrm>
                <a:off x="3235350" y="738953"/>
                <a:ext cx="50120" cy="29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77">
                    <a:moveTo>
                      <a:pt x="0" y="1954"/>
                    </a:moveTo>
                    <a:lnTo>
                      <a:pt x="2875" y="0"/>
                    </a:lnTo>
                    <a:lnTo>
                      <a:pt x="5262" y="1131"/>
                    </a:lnTo>
                    <a:lnTo>
                      <a:pt x="2387" y="3077"/>
                    </a:lnTo>
                    <a:close/>
                  </a:path>
                </a:pathLst>
              </a:custGeom>
              <a:solidFill>
                <a:srgbClr val="fa987d"/>
              </a:solidFill>
              <a:ln w="3334" cap="flat" cmpd="sng" algn="ctr">
                <a:solidFill>
                  <a:srgbClr val="fa98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" name="Surface mesh patch"/>
              <p:cNvSpPr/>
              <p:nvPr/>
            </p:nvSpPr>
            <p:spPr>
              <a:xfrm>
                <a:off x="3285469" y="749723"/>
                <a:ext cx="50120" cy="250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29">
                    <a:moveTo>
                      <a:pt x="0" y="0"/>
                    </a:moveTo>
                    <a:lnTo>
                      <a:pt x="2875" y="403"/>
                    </a:lnTo>
                    <a:lnTo>
                      <a:pt x="5262" y="2629"/>
                    </a:lnTo>
                    <a:lnTo>
                      <a:pt x="2387" y="2308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Surface mesh patch"/>
              <p:cNvSpPr/>
              <p:nvPr/>
            </p:nvSpPr>
            <p:spPr>
              <a:xfrm>
                <a:off x="3335589" y="774766"/>
                <a:ext cx="50120" cy="514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98">
                    <a:moveTo>
                      <a:pt x="0" y="0"/>
                    </a:moveTo>
                    <a:lnTo>
                      <a:pt x="2875" y="2541"/>
                    </a:lnTo>
                    <a:lnTo>
                      <a:pt x="5262" y="5398"/>
                    </a:lnTo>
                    <a:lnTo>
                      <a:pt x="2387" y="3116"/>
                    </a:lnTo>
                    <a:close/>
                  </a:path>
                </a:pathLst>
              </a:custGeom>
              <a:solidFill>
                <a:srgbClr val="faa489"/>
              </a:solidFill>
              <a:ln w="3334" cap="flat" cmpd="sng" algn="ctr">
                <a:solidFill>
                  <a:srgbClr val="faa4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Surface mesh patch"/>
              <p:cNvSpPr/>
              <p:nvPr/>
            </p:nvSpPr>
            <p:spPr>
              <a:xfrm>
                <a:off x="3385709" y="826177"/>
                <a:ext cx="50120" cy="66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06">
                    <a:moveTo>
                      <a:pt x="0" y="0"/>
                    </a:moveTo>
                    <a:lnTo>
                      <a:pt x="2875" y="4052"/>
                    </a:lnTo>
                    <a:lnTo>
                      <a:pt x="5262" y="7006"/>
                    </a:lnTo>
                    <a:lnTo>
                      <a:pt x="2387" y="3398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Surface mesh patch"/>
              <p:cNvSpPr/>
              <p:nvPr/>
            </p:nvSpPr>
            <p:spPr>
              <a:xfrm>
                <a:off x="3435828" y="892913"/>
                <a:ext cx="50120" cy="70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99">
                    <a:moveTo>
                      <a:pt x="0" y="0"/>
                    </a:moveTo>
                    <a:lnTo>
                      <a:pt x="2875" y="4789"/>
                    </a:lnTo>
                    <a:lnTo>
                      <a:pt x="5262" y="7399"/>
                    </a:lnTo>
                    <a:lnTo>
                      <a:pt x="2387" y="3172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" name="Surface mesh patch"/>
              <p:cNvSpPr/>
              <p:nvPr/>
            </p:nvSpPr>
            <p:spPr>
              <a:xfrm>
                <a:off x="3485948" y="963384"/>
                <a:ext cx="50120" cy="65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64">
                    <a:moveTo>
                      <a:pt x="0" y="0"/>
                    </a:moveTo>
                    <a:lnTo>
                      <a:pt x="2875" y="4852"/>
                    </a:lnTo>
                    <a:lnTo>
                      <a:pt x="5262" y="6864"/>
                    </a:lnTo>
                    <a:lnTo>
                      <a:pt x="2387" y="2592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Surface mesh patch"/>
              <p:cNvSpPr/>
              <p:nvPr/>
            </p:nvSpPr>
            <p:spPr>
              <a:xfrm>
                <a:off x="2711421" y="1202714"/>
                <a:ext cx="50120" cy="22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5">
                    <a:moveTo>
                      <a:pt x="0" y="1907"/>
                    </a:moveTo>
                    <a:lnTo>
                      <a:pt x="2875" y="2395"/>
                    </a:lnTo>
                    <a:lnTo>
                      <a:pt x="5262" y="3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Surface mesh patch"/>
              <p:cNvSpPr/>
              <p:nvPr/>
            </p:nvSpPr>
            <p:spPr>
              <a:xfrm>
                <a:off x="2761541" y="1188113"/>
                <a:ext cx="50120" cy="22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1">
                    <a:moveTo>
                      <a:pt x="0" y="1916"/>
                    </a:moveTo>
                    <a:lnTo>
                      <a:pt x="2875" y="2391"/>
                    </a:lnTo>
                    <a:lnTo>
                      <a:pt x="5262" y="2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Surface mesh patch"/>
              <p:cNvSpPr/>
              <p:nvPr/>
            </p:nvSpPr>
            <p:spPr>
              <a:xfrm>
                <a:off x="2811661" y="1171002"/>
                <a:ext cx="50120" cy="21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3">
                    <a:moveTo>
                      <a:pt x="0" y="2093"/>
                    </a:moveTo>
                    <a:lnTo>
                      <a:pt x="2875" y="2283"/>
                    </a:lnTo>
                    <a:lnTo>
                      <a:pt x="5262" y="0"/>
                    </a:lnTo>
                    <a:lnTo>
                      <a:pt x="2387" y="108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Surface mesh patch"/>
              <p:cNvSpPr/>
              <p:nvPr/>
            </p:nvSpPr>
            <p:spPr>
              <a:xfrm>
                <a:off x="2861780" y="1141625"/>
                <a:ext cx="50120" cy="293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84">
                    <a:moveTo>
                      <a:pt x="0" y="3084"/>
                    </a:moveTo>
                    <a:lnTo>
                      <a:pt x="2875" y="2605"/>
                    </a:lnTo>
                    <a:lnTo>
                      <a:pt x="5262" y="0"/>
                    </a:lnTo>
                    <a:lnTo>
                      <a:pt x="2387" y="928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Surface mesh patch"/>
              <p:cNvSpPr/>
              <p:nvPr/>
            </p:nvSpPr>
            <p:spPr>
              <a:xfrm>
                <a:off x="2911900" y="1098096"/>
                <a:ext cx="50120" cy="435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70">
                    <a:moveTo>
                      <a:pt x="0" y="4570"/>
                    </a:moveTo>
                    <a:lnTo>
                      <a:pt x="2875" y="3023"/>
                    </a:lnTo>
                    <a:lnTo>
                      <a:pt x="5262" y="0"/>
                    </a:lnTo>
                    <a:lnTo>
                      <a:pt x="2387" y="2138"/>
                    </a:lnTo>
                    <a:close/>
                  </a:path>
                </a:pathLst>
              </a:custGeom>
              <a:solidFill>
                <a:srgbClr val="e3dfe3"/>
              </a:solidFill>
              <a:ln w="3334" cap="flat" cmpd="sng" algn="ctr">
                <a:solidFill>
                  <a:srgbClr val="e3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Surface mesh patch"/>
              <p:cNvSpPr/>
              <p:nvPr/>
            </p:nvSpPr>
            <p:spPr>
              <a:xfrm>
                <a:off x="2962020" y="1038157"/>
                <a:ext cx="50120" cy="59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93">
                    <a:moveTo>
                      <a:pt x="0" y="6293"/>
                    </a:moveTo>
                    <a:lnTo>
                      <a:pt x="2875" y="3424"/>
                    </a:lnTo>
                    <a:lnTo>
                      <a:pt x="5262" y="0"/>
                    </a:lnTo>
                    <a:lnTo>
                      <a:pt x="2387" y="3546"/>
                    </a:lnTo>
                    <a:close/>
                  </a:path>
                </a:pathLst>
              </a:custGeom>
              <a:solidFill>
                <a:srgbClr val="edd9ce"/>
              </a:solidFill>
              <a:ln w="3334" cap="flat" cmpd="sng" algn="ctr">
                <a:solidFill>
                  <a:srgbClr val="edd9c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Surface mesh patch"/>
              <p:cNvSpPr/>
              <p:nvPr/>
            </p:nvSpPr>
            <p:spPr>
              <a:xfrm>
                <a:off x="3012139" y="964223"/>
                <a:ext cx="50120" cy="73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2">
                    <a:moveTo>
                      <a:pt x="0" y="7762"/>
                    </a:moveTo>
                    <a:lnTo>
                      <a:pt x="2875" y="3626"/>
                    </a:lnTo>
                    <a:lnTo>
                      <a:pt x="5262" y="0"/>
                    </a:lnTo>
                    <a:lnTo>
                      <a:pt x="2387" y="4801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Surface mesh patch"/>
              <p:cNvSpPr/>
              <p:nvPr/>
            </p:nvSpPr>
            <p:spPr>
              <a:xfrm>
                <a:off x="3062259" y="884434"/>
                <a:ext cx="50120" cy="79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77">
                    <a:moveTo>
                      <a:pt x="0" y="8377"/>
                    </a:moveTo>
                    <a:lnTo>
                      <a:pt x="2875" y="3441"/>
                    </a:lnTo>
                    <a:lnTo>
                      <a:pt x="5262" y="0"/>
                    </a:lnTo>
                    <a:lnTo>
                      <a:pt x="2387" y="5478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Surface mesh patch"/>
              <p:cNvSpPr/>
              <p:nvPr/>
            </p:nvSpPr>
            <p:spPr>
              <a:xfrm>
                <a:off x="3112379" y="811539"/>
                <a:ext cx="50120" cy="728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53">
                    <a:moveTo>
                      <a:pt x="0" y="7653"/>
                    </a:moveTo>
                    <a:lnTo>
                      <a:pt x="2875" y="2763"/>
                    </a:lnTo>
                    <a:lnTo>
                      <a:pt x="5262" y="0"/>
                    </a:lnTo>
                    <a:lnTo>
                      <a:pt x="2387" y="5241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Surface mesh patch"/>
              <p:cNvSpPr/>
              <p:nvPr/>
            </p:nvSpPr>
            <p:spPr>
              <a:xfrm>
                <a:off x="3162498" y="759499"/>
                <a:ext cx="50120" cy="52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64">
                    <a:moveTo>
                      <a:pt x="0" y="5464"/>
                    </a:moveTo>
                    <a:lnTo>
                      <a:pt x="2875" y="1635"/>
                    </a:lnTo>
                    <a:lnTo>
                      <a:pt x="5262" y="0"/>
                    </a:lnTo>
                    <a:lnTo>
                      <a:pt x="2387" y="3993"/>
                    </a:lnTo>
                    <a:close/>
                  </a:path>
                </a:pathLst>
              </a:custGeom>
              <a:solidFill>
                <a:srgbClr val="fa9d81"/>
              </a:solidFill>
              <a:ln w="3334" cap="flat" cmpd="sng" algn="ctr">
                <a:solidFill>
                  <a:srgbClr val="fa9d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Surface mesh patch"/>
              <p:cNvSpPr/>
              <p:nvPr/>
            </p:nvSpPr>
            <p:spPr>
              <a:xfrm>
                <a:off x="3212618" y="738953"/>
                <a:ext cx="50120" cy="205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7">
                    <a:moveTo>
                      <a:pt x="0" y="2157"/>
                    </a:moveTo>
                    <a:lnTo>
                      <a:pt x="2875" y="266"/>
                    </a:lnTo>
                    <a:lnTo>
                      <a:pt x="5262" y="0"/>
                    </a:lnTo>
                    <a:lnTo>
                      <a:pt x="2387" y="1954"/>
                    </a:lnTo>
                    <a:close/>
                  </a:path>
                </a:pathLst>
              </a:custGeom>
              <a:solidFill>
                <a:srgbClr val="f99379"/>
              </a:solidFill>
              <a:ln w="3334" cap="flat" cmpd="sng" algn="ctr">
                <a:solidFill>
                  <a:srgbClr val="f993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Surface mesh patch"/>
              <p:cNvSpPr/>
              <p:nvPr/>
            </p:nvSpPr>
            <p:spPr>
              <a:xfrm>
                <a:off x="3262738" y="738953"/>
                <a:ext cx="50120" cy="146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34">
                    <a:moveTo>
                      <a:pt x="0" y="0"/>
                    </a:moveTo>
                    <a:lnTo>
                      <a:pt x="2875" y="494"/>
                    </a:lnTo>
                    <a:lnTo>
                      <a:pt x="5262" y="1534"/>
                    </a:lnTo>
                    <a:lnTo>
                      <a:pt x="2387" y="1131"/>
                    </a:lnTo>
                    <a:close/>
                  </a:path>
                </a:pathLst>
              </a:custGeom>
              <a:solidFill>
                <a:srgbClr val="f99379"/>
              </a:solidFill>
              <a:ln w="3334" cap="flat" cmpd="sng" algn="ctr">
                <a:solidFill>
                  <a:srgbClr val="f993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Surface mesh patch"/>
              <p:cNvSpPr/>
              <p:nvPr/>
            </p:nvSpPr>
            <p:spPr>
              <a:xfrm>
                <a:off x="3312857" y="753564"/>
                <a:ext cx="50120" cy="45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67">
                    <a:moveTo>
                      <a:pt x="0" y="0"/>
                    </a:moveTo>
                    <a:lnTo>
                      <a:pt x="2875" y="2770"/>
                    </a:lnTo>
                    <a:lnTo>
                      <a:pt x="5262" y="4767"/>
                    </a:lnTo>
                    <a:lnTo>
                      <a:pt x="2387" y="2226"/>
                    </a:lnTo>
                    <a:close/>
                  </a:path>
                </a:pathLst>
              </a:custGeom>
              <a:solidFill>
                <a:srgbClr val="fa9c80"/>
              </a:solidFill>
              <a:ln w="3334" cap="flat" cmpd="sng" algn="ctr">
                <a:solidFill>
                  <a:srgbClr val="fa9c8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Surface mesh patch"/>
              <p:cNvSpPr/>
              <p:nvPr/>
            </p:nvSpPr>
            <p:spPr>
              <a:xfrm>
                <a:off x="3362977" y="798965"/>
                <a:ext cx="50120" cy="65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9">
                    <a:moveTo>
                      <a:pt x="0" y="0"/>
                    </a:moveTo>
                    <a:lnTo>
                      <a:pt x="2875" y="4461"/>
                    </a:lnTo>
                    <a:lnTo>
                      <a:pt x="5262" y="6909"/>
                    </a:lnTo>
                    <a:lnTo>
                      <a:pt x="2387" y="2857"/>
                    </a:lnTo>
                    <a:close/>
                  </a:path>
                </a:pathLst>
              </a:custGeom>
              <a:solidFill>
                <a:srgbClr val="faaa8e"/>
              </a:solidFill>
              <a:ln w="3334" cap="flat" cmpd="sng" algn="ctr">
                <a:solidFill>
                  <a:srgbClr val="faaa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Surface mesh patch"/>
              <p:cNvSpPr/>
              <p:nvPr/>
            </p:nvSpPr>
            <p:spPr>
              <a:xfrm>
                <a:off x="3413096" y="864772"/>
                <a:ext cx="50120" cy="737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43">
                    <a:moveTo>
                      <a:pt x="0" y="0"/>
                    </a:moveTo>
                    <a:lnTo>
                      <a:pt x="2875" y="5339"/>
                    </a:lnTo>
                    <a:lnTo>
                      <a:pt x="5262" y="7743"/>
                    </a:lnTo>
                    <a:lnTo>
                      <a:pt x="2387" y="2954"/>
                    </a:lnTo>
                    <a:close/>
                  </a:path>
                </a:pathLst>
              </a:custGeom>
              <a:solidFill>
                <a:srgbClr val="fbbc9f"/>
              </a:solidFill>
              <a:ln w="3334" cap="flat" cmpd="sng" algn="ctr">
                <a:solidFill>
                  <a:srgbClr val="fbbc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Surface mesh patch"/>
              <p:cNvSpPr/>
              <p:nvPr/>
            </p:nvSpPr>
            <p:spPr>
              <a:xfrm>
                <a:off x="3463216" y="938523"/>
                <a:ext cx="50120" cy="71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62">
                    <a:moveTo>
                      <a:pt x="0" y="0"/>
                    </a:moveTo>
                    <a:lnTo>
                      <a:pt x="2875" y="5450"/>
                    </a:lnTo>
                    <a:lnTo>
                      <a:pt x="5262" y="7462"/>
                    </a:lnTo>
                    <a:lnTo>
                      <a:pt x="2387" y="261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Surface mesh patch"/>
              <p:cNvSpPr/>
              <p:nvPr/>
            </p:nvSpPr>
            <p:spPr>
              <a:xfrm>
                <a:off x="3513336" y="1009598"/>
                <a:ext cx="50120" cy="61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8">
                    <a:moveTo>
                      <a:pt x="0" y="0"/>
                    </a:moveTo>
                    <a:lnTo>
                      <a:pt x="2875" y="5034"/>
                    </a:lnTo>
                    <a:lnTo>
                      <a:pt x="5262" y="6498"/>
                    </a:lnTo>
                    <a:lnTo>
                      <a:pt x="2387" y="2012"/>
                    </a:lnTo>
                    <a:close/>
                  </a:path>
                </a:pathLst>
              </a:custGeom>
              <a:solidFill>
                <a:srgbClr val="efd8ca"/>
              </a:solidFill>
              <a:ln w="3334" cap="flat" cmpd="sng" algn="ctr">
                <a:solidFill>
                  <a:srgbClr val="efd8c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Surface mesh patch"/>
              <p:cNvSpPr/>
              <p:nvPr/>
            </p:nvSpPr>
            <p:spPr>
              <a:xfrm>
                <a:off x="2688690" y="1220879"/>
                <a:ext cx="50120" cy="246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3">
                    <a:moveTo>
                      <a:pt x="0" y="1980"/>
                    </a:moveTo>
                    <a:lnTo>
                      <a:pt x="2875" y="2583"/>
                    </a:lnTo>
                    <a:lnTo>
                      <a:pt x="5262" y="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Surface mesh patch"/>
              <p:cNvSpPr/>
              <p:nvPr/>
            </p:nvSpPr>
            <p:spPr>
              <a:xfrm>
                <a:off x="2738809" y="1206362"/>
                <a:ext cx="50120" cy="25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5">
                    <a:moveTo>
                      <a:pt x="0" y="2012"/>
                    </a:moveTo>
                    <a:lnTo>
                      <a:pt x="2875" y="2665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Surface mesh patch"/>
              <p:cNvSpPr/>
              <p:nvPr/>
            </p:nvSpPr>
            <p:spPr>
              <a:xfrm>
                <a:off x="2788929" y="1190939"/>
                <a:ext cx="50120" cy="245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4">
                    <a:moveTo>
                      <a:pt x="0" y="2094"/>
                    </a:moveTo>
                    <a:lnTo>
                      <a:pt x="2875" y="2574"/>
                    </a:lnTo>
                    <a:lnTo>
                      <a:pt x="5262" y="1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Surface mesh patch"/>
              <p:cNvSpPr/>
              <p:nvPr/>
            </p:nvSpPr>
            <p:spPr>
              <a:xfrm>
                <a:off x="2839049" y="1166433"/>
                <a:ext cx="50120" cy="26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3">
                    <a:moveTo>
                      <a:pt x="0" y="2763"/>
                    </a:moveTo>
                    <a:lnTo>
                      <a:pt x="2875" y="2723"/>
                    </a:lnTo>
                    <a:lnTo>
                      <a:pt x="5262" y="0"/>
                    </a:lnTo>
                    <a:lnTo>
                      <a:pt x="2387" y="48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Surface mesh patch"/>
              <p:cNvSpPr/>
              <p:nvPr/>
            </p:nvSpPr>
            <p:spPr>
              <a:xfrm>
                <a:off x="2889168" y="1126891"/>
                <a:ext cx="50120" cy="395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51">
                    <a:moveTo>
                      <a:pt x="0" y="4151"/>
                    </a:moveTo>
                    <a:lnTo>
                      <a:pt x="2875" y="3204"/>
                    </a:lnTo>
                    <a:lnTo>
                      <a:pt x="5262" y="0"/>
                    </a:lnTo>
                    <a:lnTo>
                      <a:pt x="2387" y="1547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Surface mesh patch"/>
              <p:cNvSpPr/>
              <p:nvPr/>
            </p:nvSpPr>
            <p:spPr>
              <a:xfrm>
                <a:off x="2939288" y="1070768"/>
                <a:ext cx="50120" cy="56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92">
                    <a:moveTo>
                      <a:pt x="0" y="5892"/>
                    </a:moveTo>
                    <a:lnTo>
                      <a:pt x="2875" y="3746"/>
                    </a:lnTo>
                    <a:lnTo>
                      <a:pt x="5262" y="0"/>
                    </a:lnTo>
                    <a:lnTo>
                      <a:pt x="2387" y="2869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Surface mesh patch"/>
              <p:cNvSpPr/>
              <p:nvPr/>
            </p:nvSpPr>
            <p:spPr>
              <a:xfrm>
                <a:off x="2989407" y="998757"/>
                <a:ext cx="50120" cy="720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60">
                    <a:moveTo>
                      <a:pt x="0" y="7560"/>
                    </a:moveTo>
                    <a:lnTo>
                      <a:pt x="2875" y="4182"/>
                    </a:lnTo>
                    <a:lnTo>
                      <a:pt x="5262" y="0"/>
                    </a:lnTo>
                    <a:lnTo>
                      <a:pt x="2387" y="4137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Surface mesh patch"/>
              <p:cNvSpPr/>
              <p:nvPr/>
            </p:nvSpPr>
            <p:spPr>
              <a:xfrm>
                <a:off x="3039527" y="917211"/>
                <a:ext cx="50120" cy="815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61">
                    <a:moveTo>
                      <a:pt x="0" y="8561"/>
                    </a:moveTo>
                    <a:lnTo>
                      <a:pt x="2875" y="4305"/>
                    </a:lnTo>
                    <a:lnTo>
                      <a:pt x="5262" y="0"/>
                    </a:lnTo>
                    <a:lnTo>
                      <a:pt x="2387" y="4936"/>
                    </a:lnTo>
                    <a:close/>
                  </a:path>
                </a:pathLst>
              </a:custGeom>
              <a:solidFill>
                <a:srgbClr val="fbc4a8"/>
              </a:solidFill>
              <a:ln w="3334" cap="flat" cmpd="sng" algn="ctr">
                <a:solidFill>
                  <a:srgbClr val="fbc4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Surface mesh patch"/>
              <p:cNvSpPr/>
              <p:nvPr/>
            </p:nvSpPr>
            <p:spPr>
              <a:xfrm>
                <a:off x="3089647" y="837855"/>
                <a:ext cx="50120" cy="793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31">
                    <a:moveTo>
                      <a:pt x="0" y="8331"/>
                    </a:moveTo>
                    <a:lnTo>
                      <a:pt x="2875" y="3944"/>
                    </a:lnTo>
                    <a:lnTo>
                      <a:pt x="5262" y="0"/>
                    </a:lnTo>
                    <a:lnTo>
                      <a:pt x="2387" y="489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Surface mesh patch"/>
              <p:cNvSpPr/>
              <p:nvPr/>
            </p:nvSpPr>
            <p:spPr>
              <a:xfrm>
                <a:off x="3139766" y="775071"/>
                <a:ext cx="50120" cy="62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2">
                    <a:moveTo>
                      <a:pt x="0" y="6592"/>
                    </a:moveTo>
                    <a:lnTo>
                      <a:pt x="2875" y="3056"/>
                    </a:lnTo>
                    <a:lnTo>
                      <a:pt x="5262" y="0"/>
                    </a:lnTo>
                    <a:lnTo>
                      <a:pt x="2387" y="3829"/>
                    </a:lnTo>
                    <a:close/>
                  </a:path>
                </a:pathLst>
              </a:custGeom>
              <a:solidFill>
                <a:srgbClr val="fa9f84"/>
              </a:solidFill>
              <a:ln w="3334" cap="flat" cmpd="sng" algn="ctr">
                <a:solidFill>
                  <a:srgbClr val="fa9f8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Surface mesh patch"/>
              <p:cNvSpPr/>
              <p:nvPr/>
            </p:nvSpPr>
            <p:spPr>
              <a:xfrm>
                <a:off x="3189886" y="741484"/>
                <a:ext cx="50120" cy="33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26">
                    <a:moveTo>
                      <a:pt x="0" y="3526"/>
                    </a:moveTo>
                    <a:lnTo>
                      <a:pt x="2875" y="1770"/>
                    </a:lnTo>
                    <a:lnTo>
                      <a:pt x="5262" y="0"/>
                    </a:lnTo>
                    <a:lnTo>
                      <a:pt x="2387" y="1891"/>
                    </a:lnTo>
                    <a:close/>
                  </a:path>
                </a:pathLst>
              </a:custGeom>
              <a:solidFill>
                <a:srgbClr val="f99378"/>
              </a:solidFill>
              <a:ln w="3334" cap="flat" cmpd="sng" algn="ctr">
                <a:solidFill>
                  <a:srgbClr val="f993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Surface mesh patch"/>
              <p:cNvSpPr/>
              <p:nvPr/>
            </p:nvSpPr>
            <p:spPr>
              <a:xfrm>
                <a:off x="3240006" y="738953"/>
                <a:ext cx="50120" cy="81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5">
                    <a:moveTo>
                      <a:pt x="0" y="266"/>
                    </a:moveTo>
                    <a:lnTo>
                      <a:pt x="2875" y="855"/>
                    </a:lnTo>
                    <a:lnTo>
                      <a:pt x="5262" y="4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8c74"/>
              </a:solidFill>
              <a:ln w="3334" cap="flat" cmpd="sng" algn="ctr">
                <a:solidFill>
                  <a:srgbClr val="f68c7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Surface mesh patch"/>
              <p:cNvSpPr/>
              <p:nvPr/>
            </p:nvSpPr>
            <p:spPr>
              <a:xfrm>
                <a:off x="3290125" y="743661"/>
                <a:ext cx="50120" cy="362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0">
                    <a:moveTo>
                      <a:pt x="0" y="0"/>
                    </a:moveTo>
                    <a:lnTo>
                      <a:pt x="2875" y="2951"/>
                    </a:lnTo>
                    <a:lnTo>
                      <a:pt x="5262" y="3810"/>
                    </a:lnTo>
                    <a:lnTo>
                      <a:pt x="2387" y="1040"/>
                    </a:lnTo>
                    <a:close/>
                  </a:path>
                </a:pathLst>
              </a:custGeom>
              <a:solidFill>
                <a:srgbClr val="fa957a"/>
              </a:solidFill>
              <a:ln w="3334" cap="flat" cmpd="sng" algn="ctr">
                <a:solidFill>
                  <a:srgbClr val="fa95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Surface mesh patch"/>
              <p:cNvSpPr/>
              <p:nvPr/>
            </p:nvSpPr>
            <p:spPr>
              <a:xfrm>
                <a:off x="3340245" y="779946"/>
                <a:ext cx="50120" cy="615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8">
                    <a:moveTo>
                      <a:pt x="0" y="0"/>
                    </a:moveTo>
                    <a:lnTo>
                      <a:pt x="2875" y="4803"/>
                    </a:lnTo>
                    <a:lnTo>
                      <a:pt x="5262" y="6458"/>
                    </a:lnTo>
                    <a:lnTo>
                      <a:pt x="2387" y="1997"/>
                    </a:lnTo>
                    <a:close/>
                  </a:path>
                </a:pathLst>
              </a:custGeom>
              <a:solidFill>
                <a:srgbClr val="faa286"/>
              </a:solidFill>
              <a:ln w="3334" cap="flat" cmpd="sng" algn="ctr">
                <a:solidFill>
                  <a:srgbClr val="faa2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Surface mesh patch"/>
              <p:cNvSpPr/>
              <p:nvPr/>
            </p:nvSpPr>
            <p:spPr>
              <a:xfrm>
                <a:off x="3390365" y="841458"/>
                <a:ext cx="50120" cy="741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6">
                    <a:moveTo>
                      <a:pt x="0" y="0"/>
                    </a:moveTo>
                    <a:lnTo>
                      <a:pt x="2875" y="5834"/>
                    </a:lnTo>
                    <a:lnTo>
                      <a:pt x="5262" y="7786"/>
                    </a:lnTo>
                    <a:lnTo>
                      <a:pt x="2387" y="2448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Surface mesh patch"/>
              <p:cNvSpPr/>
              <p:nvPr/>
            </p:nvSpPr>
            <p:spPr>
              <a:xfrm>
                <a:off x="3440484" y="915622"/>
                <a:ext cx="50120" cy="748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55">
                    <a:moveTo>
                      <a:pt x="0" y="0"/>
                    </a:moveTo>
                    <a:lnTo>
                      <a:pt x="2875" y="6026"/>
                    </a:lnTo>
                    <a:lnTo>
                      <a:pt x="5262" y="7855"/>
                    </a:lnTo>
                    <a:lnTo>
                      <a:pt x="2387" y="2404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" name="Surface mesh patch"/>
              <p:cNvSpPr/>
              <p:nvPr/>
            </p:nvSpPr>
            <p:spPr>
              <a:xfrm>
                <a:off x="3490604" y="990437"/>
                <a:ext cx="50120" cy="671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6">
                    <a:moveTo>
                      <a:pt x="0" y="0"/>
                    </a:moveTo>
                    <a:lnTo>
                      <a:pt x="2875" y="5590"/>
                    </a:lnTo>
                    <a:lnTo>
                      <a:pt x="5262" y="7046"/>
                    </a:lnTo>
                    <a:lnTo>
                      <a:pt x="2387" y="2012"/>
                    </a:lnTo>
                    <a:close/>
                  </a:path>
                </a:pathLst>
              </a:custGeom>
              <a:solidFill>
                <a:srgbClr val="f5d4bf"/>
              </a:solidFill>
              <a:ln w="3334" cap="flat" cmpd="sng" algn="ctr">
                <a:solidFill>
                  <a:srgbClr val="f5d4b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" name="Surface mesh patch"/>
              <p:cNvSpPr/>
              <p:nvPr/>
            </p:nvSpPr>
            <p:spPr>
              <a:xfrm>
                <a:off x="3540724" y="1057549"/>
                <a:ext cx="50120" cy="556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0"/>
                    </a:moveTo>
                    <a:lnTo>
                      <a:pt x="2875" y="4833"/>
                    </a:lnTo>
                    <a:lnTo>
                      <a:pt x="5262" y="5841"/>
                    </a:lnTo>
                    <a:lnTo>
                      <a:pt x="2387" y="1464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Surface mesh patch"/>
              <p:cNvSpPr/>
              <p:nvPr/>
            </p:nvSpPr>
            <p:spPr>
              <a:xfrm>
                <a:off x="2665958" y="1239744"/>
                <a:ext cx="50120" cy="263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0">
                    <a:moveTo>
                      <a:pt x="0" y="2040"/>
                    </a:moveTo>
                    <a:lnTo>
                      <a:pt x="2875" y="2770"/>
                    </a:lnTo>
                    <a:lnTo>
                      <a:pt x="5262" y="6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Surface mesh patch"/>
              <p:cNvSpPr/>
              <p:nvPr/>
            </p:nvSpPr>
            <p:spPr>
              <a:xfrm>
                <a:off x="2716077" y="1225522"/>
                <a:ext cx="50120" cy="27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8">
                    <a:moveTo>
                      <a:pt x="0" y="2096"/>
                    </a:moveTo>
                    <a:lnTo>
                      <a:pt x="2875" y="2928"/>
                    </a:lnTo>
                    <a:lnTo>
                      <a:pt x="5262" y="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Surface mesh patch"/>
              <p:cNvSpPr/>
              <p:nvPr/>
            </p:nvSpPr>
            <p:spPr>
              <a:xfrm>
                <a:off x="2766197" y="1210888"/>
                <a:ext cx="50120" cy="28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5">
                    <a:moveTo>
                      <a:pt x="0" y="2190"/>
                    </a:moveTo>
                    <a:lnTo>
                      <a:pt x="2875" y="2945"/>
                    </a:lnTo>
                    <a:lnTo>
                      <a:pt x="5262" y="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Surface mesh patch"/>
              <p:cNvSpPr/>
              <p:nvPr/>
            </p:nvSpPr>
            <p:spPr>
              <a:xfrm>
                <a:off x="2816317" y="1192372"/>
                <a:ext cx="50120" cy="26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01">
                    <a:moveTo>
                      <a:pt x="0" y="2424"/>
                    </a:moveTo>
                    <a:lnTo>
                      <a:pt x="2875" y="2801"/>
                    </a:lnTo>
                    <a:lnTo>
                      <a:pt x="5262" y="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Surface mesh patch"/>
              <p:cNvSpPr/>
              <p:nvPr/>
            </p:nvSpPr>
            <p:spPr>
              <a:xfrm>
                <a:off x="2866436" y="1157414"/>
                <a:ext cx="50120" cy="349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70">
                    <a:moveTo>
                      <a:pt x="0" y="3670"/>
                    </a:moveTo>
                    <a:lnTo>
                      <a:pt x="2875" y="3304"/>
                    </a:lnTo>
                    <a:lnTo>
                      <a:pt x="5262" y="0"/>
                    </a:lnTo>
                    <a:lnTo>
                      <a:pt x="2387" y="947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Surface mesh patch"/>
              <p:cNvSpPr/>
              <p:nvPr/>
            </p:nvSpPr>
            <p:spPr>
              <a:xfrm>
                <a:off x="2916556" y="1106448"/>
                <a:ext cx="50120" cy="509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1">
                    <a:moveTo>
                      <a:pt x="0" y="5351"/>
                    </a:moveTo>
                    <a:lnTo>
                      <a:pt x="2875" y="3933"/>
                    </a:lnTo>
                    <a:lnTo>
                      <a:pt x="5262" y="0"/>
                    </a:lnTo>
                    <a:lnTo>
                      <a:pt x="2387" y="2146"/>
                    </a:lnTo>
                    <a:close/>
                  </a:path>
                </a:pathLst>
              </a:custGeom>
              <a:solidFill>
                <a:srgbClr val="e4dedf"/>
              </a:solidFill>
              <a:ln w="3334" cap="flat" cmpd="sng" algn="ctr">
                <a:solidFill>
                  <a:srgbClr val="e4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Surface mesh patch"/>
              <p:cNvSpPr/>
              <p:nvPr/>
            </p:nvSpPr>
            <p:spPr>
              <a:xfrm>
                <a:off x="2966676" y="1038592"/>
                <a:ext cx="50120" cy="678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24">
                    <a:moveTo>
                      <a:pt x="0" y="7124"/>
                    </a:moveTo>
                    <a:lnTo>
                      <a:pt x="2875" y="4551"/>
                    </a:lnTo>
                    <a:lnTo>
                      <a:pt x="5262" y="0"/>
                    </a:lnTo>
                    <a:lnTo>
                      <a:pt x="2387" y="3378"/>
                    </a:lnTo>
                    <a:close/>
                  </a:path>
                </a:pathLst>
              </a:custGeom>
              <a:solidFill>
                <a:srgbClr val="f0d7c8"/>
              </a:solidFill>
              <a:ln w="3334" cap="flat" cmpd="sng" algn="ctr">
                <a:solidFill>
                  <a:srgbClr val="f0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Surface mesh patch"/>
              <p:cNvSpPr/>
              <p:nvPr/>
            </p:nvSpPr>
            <p:spPr>
              <a:xfrm>
                <a:off x="3016795" y="958216"/>
                <a:ext cx="50120" cy="80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38">
                    <a:moveTo>
                      <a:pt x="0" y="8438"/>
                    </a:moveTo>
                    <a:lnTo>
                      <a:pt x="2875" y="4953"/>
                    </a:lnTo>
                    <a:lnTo>
                      <a:pt x="5262" y="0"/>
                    </a:lnTo>
                    <a:lnTo>
                      <a:pt x="2387" y="4256"/>
                    </a:lnTo>
                    <a:close/>
                  </a:path>
                </a:pathLst>
              </a:custGeom>
              <a:solidFill>
                <a:srgbClr val="fbcbaf"/>
              </a:solidFill>
              <a:ln w="3334" cap="flat" cmpd="sng" algn="ctr">
                <a:solidFill>
                  <a:srgbClr val="fbcb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Surface mesh patch"/>
              <p:cNvSpPr/>
              <p:nvPr/>
            </p:nvSpPr>
            <p:spPr>
              <a:xfrm>
                <a:off x="3066915" y="875420"/>
                <a:ext cx="50120" cy="827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2">
                    <a:moveTo>
                      <a:pt x="0" y="8692"/>
                    </a:moveTo>
                    <a:lnTo>
                      <a:pt x="2875" y="4927"/>
                    </a:lnTo>
                    <a:lnTo>
                      <a:pt x="5262" y="0"/>
                    </a:lnTo>
                    <a:lnTo>
                      <a:pt x="2387" y="4388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Surface mesh patch"/>
              <p:cNvSpPr/>
              <p:nvPr/>
            </p:nvSpPr>
            <p:spPr>
              <a:xfrm>
                <a:off x="3117035" y="804175"/>
                <a:ext cx="50120" cy="71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80">
                    <a:moveTo>
                      <a:pt x="0" y="7480"/>
                    </a:moveTo>
                    <a:lnTo>
                      <a:pt x="2875" y="4349"/>
                    </a:lnTo>
                    <a:lnTo>
                      <a:pt x="5262" y="0"/>
                    </a:lnTo>
                    <a:lnTo>
                      <a:pt x="2387" y="3536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Surface mesh patch"/>
              <p:cNvSpPr/>
              <p:nvPr/>
            </p:nvSpPr>
            <p:spPr>
              <a:xfrm>
                <a:off x="3167154" y="758348"/>
                <a:ext cx="50120" cy="458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1">
                    <a:moveTo>
                      <a:pt x="0" y="4811"/>
                    </a:moveTo>
                    <a:lnTo>
                      <a:pt x="2875" y="3259"/>
                    </a:lnTo>
                    <a:lnTo>
                      <a:pt x="5262" y="0"/>
                    </a:lnTo>
                    <a:lnTo>
                      <a:pt x="2387" y="1756"/>
                    </a:lnTo>
                    <a:close/>
                  </a:path>
                </a:pathLst>
              </a:custGeom>
              <a:solidFill>
                <a:srgbClr val="fa977c"/>
              </a:solidFill>
              <a:ln w="3334" cap="flat" cmpd="sng" algn="ctr">
                <a:solidFill>
                  <a:srgbClr val="fa977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Surface mesh patch"/>
              <p:cNvSpPr/>
              <p:nvPr/>
            </p:nvSpPr>
            <p:spPr>
              <a:xfrm>
                <a:off x="3217274" y="741484"/>
                <a:ext cx="50120" cy="233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6">
                    <a:moveTo>
                      <a:pt x="0" y="1770"/>
                    </a:moveTo>
                    <a:lnTo>
                      <a:pt x="2875" y="2456"/>
                    </a:lnTo>
                    <a:lnTo>
                      <a:pt x="5262" y="5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8c74"/>
              </a:solidFill>
              <a:ln w="3334" cap="flat" cmpd="sng" algn="ctr">
                <a:solidFill>
                  <a:srgbClr val="f68c7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Surface mesh patch"/>
              <p:cNvSpPr/>
              <p:nvPr/>
            </p:nvSpPr>
            <p:spPr>
              <a:xfrm>
                <a:off x="3267393" y="743661"/>
                <a:ext cx="50120" cy="32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1">
                    <a:moveTo>
                      <a:pt x="0" y="361"/>
                    </a:moveTo>
                    <a:lnTo>
                      <a:pt x="2875" y="3431"/>
                    </a:lnTo>
                    <a:lnTo>
                      <a:pt x="5262" y="29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6"/>
              </a:solidFill>
              <a:ln w="3334" cap="flat" cmpd="sng" algn="ctr">
                <a:solidFill>
                  <a:srgbClr val="f890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Surface mesh patch"/>
              <p:cNvSpPr/>
              <p:nvPr/>
            </p:nvSpPr>
            <p:spPr>
              <a:xfrm>
                <a:off x="3317513" y="771767"/>
                <a:ext cx="50120" cy="539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1">
                    <a:moveTo>
                      <a:pt x="0" y="0"/>
                    </a:moveTo>
                    <a:lnTo>
                      <a:pt x="2875" y="5047"/>
                    </a:lnTo>
                    <a:lnTo>
                      <a:pt x="5262" y="5661"/>
                    </a:lnTo>
                    <a:lnTo>
                      <a:pt x="2387" y="859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Surface mesh patch"/>
              <p:cNvSpPr/>
              <p:nvPr/>
            </p:nvSpPr>
            <p:spPr>
              <a:xfrm>
                <a:off x="3367633" y="825692"/>
                <a:ext cx="50120" cy="713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0">
                    <a:moveTo>
                      <a:pt x="0" y="0"/>
                    </a:moveTo>
                    <a:lnTo>
                      <a:pt x="2875" y="6234"/>
                    </a:lnTo>
                    <a:lnTo>
                      <a:pt x="5262" y="7490"/>
                    </a:lnTo>
                    <a:lnTo>
                      <a:pt x="2387" y="1655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Surface mesh patch"/>
              <p:cNvSpPr/>
              <p:nvPr/>
            </p:nvSpPr>
            <p:spPr>
              <a:xfrm>
                <a:off x="3417752" y="897031"/>
                <a:ext cx="50120" cy="75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78">
                    <a:moveTo>
                      <a:pt x="0" y="0"/>
                    </a:moveTo>
                    <a:lnTo>
                      <a:pt x="2875" y="6533"/>
                    </a:lnTo>
                    <a:lnTo>
                      <a:pt x="5262" y="7978"/>
                    </a:lnTo>
                    <a:lnTo>
                      <a:pt x="2387" y="1952"/>
                    </a:lnTo>
                    <a:close/>
                  </a:path>
                </a:pathLst>
              </a:custGeom>
              <a:solidFill>
                <a:srgbClr val="fbbfa2"/>
              </a:solidFill>
              <a:ln w="3334" cap="flat" cmpd="sng" algn="ctr">
                <a:solidFill>
                  <a:srgbClr val="fbbf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Surface mesh patch"/>
              <p:cNvSpPr/>
              <p:nvPr/>
            </p:nvSpPr>
            <p:spPr>
              <a:xfrm>
                <a:off x="3467872" y="973019"/>
                <a:ext cx="50120" cy="706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8">
                    <a:moveTo>
                      <a:pt x="0" y="0"/>
                    </a:moveTo>
                    <a:lnTo>
                      <a:pt x="2875" y="6111"/>
                    </a:lnTo>
                    <a:lnTo>
                      <a:pt x="5262" y="7418"/>
                    </a:lnTo>
                    <a:lnTo>
                      <a:pt x="2387" y="1829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Surface mesh patch"/>
              <p:cNvSpPr/>
              <p:nvPr/>
            </p:nvSpPr>
            <p:spPr>
              <a:xfrm>
                <a:off x="3517992" y="1043678"/>
                <a:ext cx="50120" cy="59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9">
                    <a:moveTo>
                      <a:pt x="0" y="0"/>
                    </a:moveTo>
                    <a:lnTo>
                      <a:pt x="2875" y="5278"/>
                    </a:lnTo>
                    <a:lnTo>
                      <a:pt x="5262" y="6289"/>
                    </a:lnTo>
                    <a:lnTo>
                      <a:pt x="2387" y="1456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Surface mesh patch"/>
              <p:cNvSpPr/>
              <p:nvPr/>
            </p:nvSpPr>
            <p:spPr>
              <a:xfrm>
                <a:off x="3568111" y="1103580"/>
                <a:ext cx="50120" cy="47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0">
                    <a:moveTo>
                      <a:pt x="0" y="0"/>
                    </a:moveTo>
                    <a:lnTo>
                      <a:pt x="2875" y="4340"/>
                    </a:lnTo>
                    <a:lnTo>
                      <a:pt x="5262" y="5030"/>
                    </a:lnTo>
                    <a:lnTo>
                      <a:pt x="2387" y="1008"/>
                    </a:lnTo>
                    <a:close/>
                  </a:path>
                </a:pathLst>
              </a:custGeom>
              <a:solidFill>
                <a:srgbClr val="e1e0e5"/>
              </a:solidFill>
              <a:ln w="3334" cap="flat" cmpd="sng" algn="ctr">
                <a:solidFill>
                  <a:srgbClr val="e1e0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Surface mesh patch"/>
              <p:cNvSpPr/>
              <p:nvPr/>
            </p:nvSpPr>
            <p:spPr>
              <a:xfrm>
                <a:off x="2643226" y="1259179"/>
                <a:ext cx="50120" cy="28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50">
                    <a:moveTo>
                      <a:pt x="0" y="2084"/>
                    </a:moveTo>
                    <a:lnTo>
                      <a:pt x="2875" y="2950"/>
                    </a:lnTo>
                    <a:lnTo>
                      <a:pt x="5262" y="7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Surface mesh patch"/>
              <p:cNvSpPr/>
              <p:nvPr/>
            </p:nvSpPr>
            <p:spPr>
              <a:xfrm>
                <a:off x="2693346" y="1245486"/>
                <a:ext cx="50120" cy="302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5">
                    <a:moveTo>
                      <a:pt x="0" y="2167"/>
                    </a:moveTo>
                    <a:lnTo>
                      <a:pt x="2875" y="3175"/>
                    </a:lnTo>
                    <a:lnTo>
                      <a:pt x="5262" y="8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Surface mesh patch"/>
              <p:cNvSpPr/>
              <p:nvPr/>
            </p:nvSpPr>
            <p:spPr>
              <a:xfrm>
                <a:off x="2743465" y="1231750"/>
                <a:ext cx="50120" cy="313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7">
                    <a:moveTo>
                      <a:pt x="0" y="2274"/>
                    </a:moveTo>
                    <a:lnTo>
                      <a:pt x="2875" y="3287"/>
                    </a:lnTo>
                    <a:lnTo>
                      <a:pt x="5262" y="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Surface mesh patch"/>
              <p:cNvSpPr/>
              <p:nvPr/>
            </p:nvSpPr>
            <p:spPr>
              <a:xfrm>
                <a:off x="2793585" y="1215459"/>
                <a:ext cx="50120" cy="307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6">
                    <a:moveTo>
                      <a:pt x="0" y="2465"/>
                    </a:moveTo>
                    <a:lnTo>
                      <a:pt x="2875" y="3226"/>
                    </a:lnTo>
                    <a:lnTo>
                      <a:pt x="5262" y="3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Surface mesh patch"/>
              <p:cNvSpPr/>
              <p:nvPr/>
            </p:nvSpPr>
            <p:spPr>
              <a:xfrm>
                <a:off x="2843704" y="1188889"/>
                <a:ext cx="50120" cy="318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2">
                    <a:moveTo>
                      <a:pt x="0" y="3166"/>
                    </a:moveTo>
                    <a:lnTo>
                      <a:pt x="2875" y="3342"/>
                    </a:lnTo>
                    <a:lnTo>
                      <a:pt x="5262" y="0"/>
                    </a:lnTo>
                    <a:lnTo>
                      <a:pt x="2387" y="366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Surface mesh patch"/>
              <p:cNvSpPr/>
              <p:nvPr/>
            </p:nvSpPr>
            <p:spPr>
              <a:xfrm>
                <a:off x="2893824" y="1143907"/>
                <a:ext cx="50120" cy="44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3">
                    <a:moveTo>
                      <a:pt x="0" y="4723"/>
                    </a:moveTo>
                    <a:lnTo>
                      <a:pt x="2875" y="4003"/>
                    </a:lnTo>
                    <a:lnTo>
                      <a:pt x="5262" y="0"/>
                    </a:lnTo>
                    <a:lnTo>
                      <a:pt x="2387" y="1418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Surface mesh patch"/>
              <p:cNvSpPr/>
              <p:nvPr/>
            </p:nvSpPr>
            <p:spPr>
              <a:xfrm>
                <a:off x="2943944" y="1081940"/>
                <a:ext cx="50120" cy="61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6">
                    <a:moveTo>
                      <a:pt x="0" y="6506"/>
                    </a:moveTo>
                    <a:lnTo>
                      <a:pt x="2875" y="4739"/>
                    </a:lnTo>
                    <a:lnTo>
                      <a:pt x="5262" y="0"/>
                    </a:lnTo>
                    <a:lnTo>
                      <a:pt x="2387" y="2573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Surface mesh patch"/>
              <p:cNvSpPr/>
              <p:nvPr/>
            </p:nvSpPr>
            <p:spPr>
              <a:xfrm>
                <a:off x="2994063" y="1005392"/>
                <a:ext cx="50120" cy="765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37">
                    <a:moveTo>
                      <a:pt x="0" y="8037"/>
                    </a:moveTo>
                    <a:lnTo>
                      <a:pt x="2875" y="5364"/>
                    </a:lnTo>
                    <a:lnTo>
                      <a:pt x="5262" y="0"/>
                    </a:lnTo>
                    <a:lnTo>
                      <a:pt x="2387" y="3486"/>
                    </a:lnTo>
                    <a:close/>
                  </a:path>
                </a:pathLst>
              </a:custGeom>
              <a:solidFill>
                <a:srgbClr val="f9d2b9"/>
              </a:solidFill>
              <a:ln w="3334" cap="flat" cmpd="sng" algn="ctr">
                <a:solidFill>
                  <a:srgbClr val="f9d2b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Surface mesh patch"/>
              <p:cNvSpPr/>
              <p:nvPr/>
            </p:nvSpPr>
            <p:spPr>
              <a:xfrm>
                <a:off x="3044183" y="922346"/>
                <a:ext cx="50120" cy="83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19">
                    <a:moveTo>
                      <a:pt x="0" y="8719"/>
                    </a:moveTo>
                    <a:lnTo>
                      <a:pt x="2875" y="5652"/>
                    </a:lnTo>
                    <a:lnTo>
                      <a:pt x="5262" y="0"/>
                    </a:lnTo>
                    <a:lnTo>
                      <a:pt x="2387" y="3766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Surface mesh patch"/>
              <p:cNvSpPr/>
              <p:nvPr/>
            </p:nvSpPr>
            <p:spPr>
              <a:xfrm>
                <a:off x="3094303" y="845598"/>
                <a:ext cx="50120" cy="76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58">
                    <a:moveTo>
                      <a:pt x="0" y="8058"/>
                    </a:moveTo>
                    <a:lnTo>
                      <a:pt x="2875" y="5418"/>
                    </a:lnTo>
                    <a:lnTo>
                      <a:pt x="5262" y="0"/>
                    </a:lnTo>
                    <a:lnTo>
                      <a:pt x="2387" y="3131"/>
                    </a:lnTo>
                    <a:close/>
                  </a:path>
                </a:pathLst>
              </a:custGeom>
              <a:solidFill>
                <a:srgbClr val="faad91"/>
              </a:solidFill>
              <a:ln w="3334" cap="flat" cmpd="sng" algn="ctr">
                <a:solidFill>
                  <a:srgbClr val="faad9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Surface mesh patch"/>
              <p:cNvSpPr/>
              <p:nvPr/>
            </p:nvSpPr>
            <p:spPr>
              <a:xfrm>
                <a:off x="3144422" y="789386"/>
                <a:ext cx="50120" cy="562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01">
                    <a:moveTo>
                      <a:pt x="0" y="5901"/>
                    </a:moveTo>
                    <a:lnTo>
                      <a:pt x="2875" y="4609"/>
                    </a:lnTo>
                    <a:lnTo>
                      <a:pt x="5262" y="0"/>
                    </a:lnTo>
                    <a:lnTo>
                      <a:pt x="2387" y="1553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Surface mesh patch"/>
              <p:cNvSpPr/>
              <p:nvPr/>
            </p:nvSpPr>
            <p:spPr>
              <a:xfrm>
                <a:off x="3194542" y="758348"/>
                <a:ext cx="50120" cy="384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37">
                    <a:moveTo>
                      <a:pt x="0" y="3259"/>
                    </a:moveTo>
                    <a:lnTo>
                      <a:pt x="2875" y="4037"/>
                    </a:lnTo>
                    <a:lnTo>
                      <a:pt x="5262" y="6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9278"/>
              </a:solidFill>
              <a:ln w="3334" cap="flat" cmpd="sng" algn="ctr">
                <a:solidFill>
                  <a:srgbClr val="f992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Surface mesh patch"/>
              <p:cNvSpPr/>
              <p:nvPr/>
            </p:nvSpPr>
            <p:spPr>
              <a:xfrm>
                <a:off x="3244662" y="747101"/>
                <a:ext cx="50120" cy="47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4">
                    <a:moveTo>
                      <a:pt x="0" y="1866"/>
                    </a:moveTo>
                    <a:lnTo>
                      <a:pt x="2875" y="4984"/>
                    </a:lnTo>
                    <a:lnTo>
                      <a:pt x="5262" y="30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6"/>
              </a:solidFill>
              <a:ln w="3334" cap="flat" cmpd="sng" algn="ctr">
                <a:solidFill>
                  <a:srgbClr val="f890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Surface mesh patch"/>
              <p:cNvSpPr/>
              <p:nvPr/>
            </p:nvSpPr>
            <p:spPr>
              <a:xfrm>
                <a:off x="3294781" y="771767"/>
                <a:ext cx="50120" cy="53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52">
                    <a:moveTo>
                      <a:pt x="0" y="480"/>
                    </a:moveTo>
                    <a:lnTo>
                      <a:pt x="2875" y="5652"/>
                    </a:lnTo>
                    <a:lnTo>
                      <a:pt x="5262" y="50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" name="Surface mesh patch"/>
              <p:cNvSpPr/>
              <p:nvPr/>
            </p:nvSpPr>
            <p:spPr>
              <a:xfrm>
                <a:off x="3344901" y="819839"/>
                <a:ext cx="50120" cy="65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9">
                    <a:moveTo>
                      <a:pt x="0" y="0"/>
                    </a:moveTo>
                    <a:lnTo>
                      <a:pt x="2875" y="6502"/>
                    </a:lnTo>
                    <a:lnTo>
                      <a:pt x="5262" y="6849"/>
                    </a:lnTo>
                    <a:lnTo>
                      <a:pt x="2387" y="614"/>
                    </a:lnTo>
                    <a:close/>
                  </a:path>
                </a:pathLst>
              </a:custGeom>
              <a:solidFill>
                <a:srgbClr val="faa78b"/>
              </a:solidFill>
              <a:ln w="3334" cap="flat" cmpd="sng" algn="ctr">
                <a:solidFill>
                  <a:srgbClr val="faa78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" name="Surface mesh patch"/>
              <p:cNvSpPr/>
              <p:nvPr/>
            </p:nvSpPr>
            <p:spPr>
              <a:xfrm>
                <a:off x="3395021" y="885074"/>
                <a:ext cx="50120" cy="74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9">
                    <a:moveTo>
                      <a:pt x="0" y="0"/>
                    </a:moveTo>
                    <a:lnTo>
                      <a:pt x="2875" y="6928"/>
                    </a:lnTo>
                    <a:lnTo>
                      <a:pt x="5262" y="7789"/>
                    </a:lnTo>
                    <a:lnTo>
                      <a:pt x="2387" y="1255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Surface mesh patch"/>
              <p:cNvSpPr/>
              <p:nvPr/>
            </p:nvSpPr>
            <p:spPr>
              <a:xfrm>
                <a:off x="3445140" y="959262"/>
                <a:ext cx="50120" cy="719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56">
                    <a:moveTo>
                      <a:pt x="0" y="0"/>
                    </a:moveTo>
                    <a:lnTo>
                      <a:pt x="2875" y="6554"/>
                    </a:lnTo>
                    <a:lnTo>
                      <a:pt x="5262" y="7556"/>
                    </a:lnTo>
                    <a:lnTo>
                      <a:pt x="2387" y="1444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Surface mesh patch"/>
              <p:cNvSpPr/>
              <p:nvPr/>
            </p:nvSpPr>
            <p:spPr>
              <a:xfrm>
                <a:off x="3495260" y="1031228"/>
                <a:ext cx="50120" cy="627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85">
                    <a:moveTo>
                      <a:pt x="0" y="0"/>
                    </a:moveTo>
                    <a:lnTo>
                      <a:pt x="2875" y="5674"/>
                    </a:lnTo>
                    <a:lnTo>
                      <a:pt x="5262" y="6585"/>
                    </a:lnTo>
                    <a:lnTo>
                      <a:pt x="2387" y="1307"/>
                    </a:lnTo>
                    <a:close/>
                  </a:path>
                </a:pathLst>
              </a:custGeom>
              <a:solidFill>
                <a:srgbClr val="f1d6c6"/>
              </a:solidFill>
              <a:ln w="3334" cap="flat" cmpd="sng" algn="ctr">
                <a:solidFill>
                  <a:srgbClr val="f1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Surface mesh patch"/>
              <p:cNvSpPr/>
              <p:nvPr/>
            </p:nvSpPr>
            <p:spPr>
              <a:xfrm>
                <a:off x="3545379" y="1093949"/>
                <a:ext cx="50120" cy="509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1">
                    <a:moveTo>
                      <a:pt x="0" y="0"/>
                    </a:moveTo>
                    <a:lnTo>
                      <a:pt x="2875" y="4623"/>
                    </a:lnTo>
                    <a:lnTo>
                      <a:pt x="5262" y="5351"/>
                    </a:lnTo>
                    <a:lnTo>
                      <a:pt x="2387" y="1011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Surface mesh patch"/>
              <p:cNvSpPr/>
              <p:nvPr/>
            </p:nvSpPr>
            <p:spPr>
              <a:xfrm>
                <a:off x="3595499" y="1144921"/>
                <a:ext cx="50120" cy="399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1">
                    <a:moveTo>
                      <a:pt x="0" y="0"/>
                    </a:moveTo>
                    <a:lnTo>
                      <a:pt x="2875" y="3657"/>
                    </a:lnTo>
                    <a:lnTo>
                      <a:pt x="5262" y="4191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Surface mesh patch"/>
              <p:cNvSpPr/>
              <p:nvPr/>
            </p:nvSpPr>
            <p:spPr>
              <a:xfrm>
                <a:off x="2620494" y="1279028"/>
                <a:ext cx="50120" cy="297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8">
                    <a:moveTo>
                      <a:pt x="0" y="2107"/>
                    </a:moveTo>
                    <a:lnTo>
                      <a:pt x="2875" y="3118"/>
                    </a:lnTo>
                    <a:lnTo>
                      <a:pt x="5262" y="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Surface mesh patch"/>
              <p:cNvSpPr/>
              <p:nvPr/>
            </p:nvSpPr>
            <p:spPr>
              <a:xfrm>
                <a:off x="2670614" y="1266126"/>
                <a:ext cx="50120" cy="324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04">
                    <a:moveTo>
                      <a:pt x="0" y="2221"/>
                    </a:moveTo>
                    <a:lnTo>
                      <a:pt x="2875" y="3404"/>
                    </a:lnTo>
                    <a:lnTo>
                      <a:pt x="5262" y="10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Surface mesh patch"/>
              <p:cNvSpPr/>
              <p:nvPr/>
            </p:nvSpPr>
            <p:spPr>
              <a:xfrm>
                <a:off x="2720733" y="1253408"/>
                <a:ext cx="50120" cy="34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7">
                    <a:moveTo>
                      <a:pt x="0" y="2343"/>
                    </a:moveTo>
                    <a:lnTo>
                      <a:pt x="2875" y="3597"/>
                    </a:lnTo>
                    <a:lnTo>
                      <a:pt x="5262" y="10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Surface mesh patch"/>
              <p:cNvSpPr/>
              <p:nvPr/>
            </p:nvSpPr>
            <p:spPr>
              <a:xfrm>
                <a:off x="2770853" y="1238942"/>
                <a:ext cx="50120" cy="346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532"/>
                    </a:moveTo>
                    <a:lnTo>
                      <a:pt x="2875" y="3638"/>
                    </a:lnTo>
                    <a:lnTo>
                      <a:pt x="5262" y="7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Surface mesh patch"/>
              <p:cNvSpPr/>
              <p:nvPr/>
            </p:nvSpPr>
            <p:spPr>
              <a:xfrm>
                <a:off x="2820973" y="1219048"/>
                <a:ext cx="50120" cy="33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13">
                    <a:moveTo>
                      <a:pt x="0" y="2849"/>
                    </a:moveTo>
                    <a:lnTo>
                      <a:pt x="2875" y="3513"/>
                    </a:lnTo>
                    <a:lnTo>
                      <a:pt x="5262" y="1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ef4"/>
              </a:solidFill>
              <a:ln w="3334" cap="flat" cmpd="sng" algn="ctr">
                <a:solidFill>
                  <a:srgbClr val="d0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Surface mesh patch"/>
              <p:cNvSpPr/>
              <p:nvPr/>
            </p:nvSpPr>
            <p:spPr>
              <a:xfrm>
                <a:off x="2871092" y="1182039"/>
                <a:ext cx="50120" cy="386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1">
                    <a:moveTo>
                      <a:pt x="0" y="4061"/>
                    </a:moveTo>
                    <a:lnTo>
                      <a:pt x="2875" y="3985"/>
                    </a:lnTo>
                    <a:lnTo>
                      <a:pt x="5262" y="0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Surface mesh patch"/>
              <p:cNvSpPr/>
              <p:nvPr/>
            </p:nvSpPr>
            <p:spPr>
              <a:xfrm>
                <a:off x="2921212" y="1127075"/>
                <a:ext cx="50120" cy="549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71">
                    <a:moveTo>
                      <a:pt x="0" y="5771"/>
                    </a:moveTo>
                    <a:lnTo>
                      <a:pt x="2875" y="4770"/>
                    </a:lnTo>
                    <a:lnTo>
                      <a:pt x="5262" y="0"/>
                    </a:lnTo>
                    <a:lnTo>
                      <a:pt x="2387" y="176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Surface mesh patch"/>
              <p:cNvSpPr/>
              <p:nvPr/>
            </p:nvSpPr>
            <p:spPr>
              <a:xfrm>
                <a:off x="2971332" y="1056486"/>
                <a:ext cx="50120" cy="705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1">
                    <a:moveTo>
                      <a:pt x="0" y="7411"/>
                    </a:moveTo>
                    <a:lnTo>
                      <a:pt x="2875" y="5547"/>
                    </a:lnTo>
                    <a:lnTo>
                      <a:pt x="5262" y="0"/>
                    </a:lnTo>
                    <a:lnTo>
                      <a:pt x="2387" y="2672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Surface mesh patch"/>
              <p:cNvSpPr/>
              <p:nvPr/>
            </p:nvSpPr>
            <p:spPr>
              <a:xfrm>
                <a:off x="3021451" y="976186"/>
                <a:ext cx="50120" cy="803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30">
                    <a:moveTo>
                      <a:pt x="0" y="8430"/>
                    </a:moveTo>
                    <a:lnTo>
                      <a:pt x="2875" y="6097"/>
                    </a:lnTo>
                    <a:lnTo>
                      <a:pt x="5262" y="0"/>
                    </a:lnTo>
                    <a:lnTo>
                      <a:pt x="2387" y="3066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Surface mesh patch"/>
              <p:cNvSpPr/>
              <p:nvPr/>
            </p:nvSpPr>
            <p:spPr>
              <a:xfrm>
                <a:off x="3071571" y="897202"/>
                <a:ext cx="50120" cy="789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92">
                    <a:moveTo>
                      <a:pt x="0" y="8292"/>
                    </a:moveTo>
                    <a:lnTo>
                      <a:pt x="2875" y="6197"/>
                    </a:lnTo>
                    <a:lnTo>
                      <a:pt x="5262" y="0"/>
                    </a:lnTo>
                    <a:lnTo>
                      <a:pt x="2387" y="2640"/>
                    </a:lnTo>
                    <a:close/>
                  </a:path>
                </a:pathLst>
              </a:custGeom>
              <a:solidFill>
                <a:srgbClr val="fbb79b"/>
              </a:solidFill>
              <a:ln w="3334" cap="flat" cmpd="sng" algn="ctr">
                <a:solidFill>
                  <a:srgbClr val="fbb7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Surface mesh patch"/>
              <p:cNvSpPr/>
              <p:nvPr/>
            </p:nvSpPr>
            <p:spPr>
              <a:xfrm>
                <a:off x="3121690" y="833283"/>
                <a:ext cx="50120" cy="639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11">
                    <a:moveTo>
                      <a:pt x="0" y="6711"/>
                    </a:moveTo>
                    <a:lnTo>
                      <a:pt x="2875" y="5719"/>
                    </a:lnTo>
                    <a:lnTo>
                      <a:pt x="5262" y="0"/>
                    </a:lnTo>
                    <a:lnTo>
                      <a:pt x="2387" y="1293"/>
                    </a:lnTo>
                    <a:close/>
                  </a:path>
                </a:pathLst>
              </a:custGeom>
              <a:solidFill>
                <a:srgbClr val="faa68a"/>
              </a:solidFill>
              <a:ln w="3334" cap="flat" cmpd="sng" algn="ctr">
                <a:solidFill>
                  <a:srgbClr val="faa68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Surface mesh patch"/>
              <p:cNvSpPr/>
              <p:nvPr/>
            </p:nvSpPr>
            <p:spPr>
              <a:xfrm>
                <a:off x="3171810" y="789386"/>
                <a:ext cx="50120" cy="521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73">
                    <a:moveTo>
                      <a:pt x="0" y="4609"/>
                    </a:moveTo>
                    <a:lnTo>
                      <a:pt x="2875" y="5473"/>
                    </a:lnTo>
                    <a:lnTo>
                      <a:pt x="5262" y="7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Surface mesh patch"/>
              <p:cNvSpPr/>
              <p:nvPr/>
            </p:nvSpPr>
            <p:spPr>
              <a:xfrm>
                <a:off x="3221930" y="764877"/>
                <a:ext cx="50120" cy="61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4">
                    <a:moveTo>
                      <a:pt x="0" y="3351"/>
                    </a:moveTo>
                    <a:lnTo>
                      <a:pt x="2875" y="6444"/>
                    </a:lnTo>
                    <a:lnTo>
                      <a:pt x="5262" y="3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57a"/>
              </a:solidFill>
              <a:ln w="3334" cap="flat" cmpd="sng" algn="ctr">
                <a:solidFill>
                  <a:srgbClr val="fa95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Surface mesh patch"/>
              <p:cNvSpPr/>
              <p:nvPr/>
            </p:nvSpPr>
            <p:spPr>
              <a:xfrm>
                <a:off x="3272049" y="776337"/>
                <a:ext cx="50120" cy="674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1">
                    <a:moveTo>
                      <a:pt x="0" y="1914"/>
                    </a:moveTo>
                    <a:lnTo>
                      <a:pt x="2875" y="7081"/>
                    </a:lnTo>
                    <a:lnTo>
                      <a:pt x="5262" y="51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Surface mesh patch"/>
              <p:cNvSpPr/>
              <p:nvPr/>
            </p:nvSpPr>
            <p:spPr>
              <a:xfrm>
                <a:off x="3322169" y="819839"/>
                <a:ext cx="50120" cy="687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15">
                    <a:moveTo>
                      <a:pt x="0" y="605"/>
                    </a:moveTo>
                    <a:lnTo>
                      <a:pt x="2875" y="7215"/>
                    </a:lnTo>
                    <a:lnTo>
                      <a:pt x="5262" y="65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Surface mesh patch"/>
              <p:cNvSpPr/>
              <p:nvPr/>
            </p:nvSpPr>
            <p:spPr>
              <a:xfrm>
                <a:off x="3372289" y="881770"/>
                <a:ext cx="50120" cy="69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75">
                    <a:moveTo>
                      <a:pt x="0" y="0"/>
                    </a:moveTo>
                    <a:lnTo>
                      <a:pt x="2875" y="7169"/>
                    </a:lnTo>
                    <a:lnTo>
                      <a:pt x="5262" y="7275"/>
                    </a:lnTo>
                    <a:lnTo>
                      <a:pt x="2387" y="347"/>
                    </a:lnTo>
                    <a:close/>
                  </a:path>
                </a:pathLst>
              </a:custGeom>
              <a:solidFill>
                <a:srgbClr val="fbb599"/>
              </a:solidFill>
              <a:ln w="3334" cap="flat" cmpd="sng" algn="ctr">
                <a:solidFill>
                  <a:srgbClr val="fbb5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Surface mesh patch"/>
              <p:cNvSpPr/>
              <p:nvPr/>
            </p:nvSpPr>
            <p:spPr>
              <a:xfrm>
                <a:off x="3422408" y="951059"/>
                <a:ext cx="50120" cy="70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5">
                    <a:moveTo>
                      <a:pt x="0" y="0"/>
                    </a:moveTo>
                    <a:lnTo>
                      <a:pt x="2875" y="6874"/>
                    </a:lnTo>
                    <a:lnTo>
                      <a:pt x="5262" y="7415"/>
                    </a:lnTo>
                    <a:lnTo>
                      <a:pt x="2387" y="861"/>
                    </a:lnTo>
                    <a:close/>
                  </a:path>
                </a:pathLst>
              </a:custGeom>
              <a:solidFill>
                <a:srgbClr val="fbc6aa"/>
              </a:solidFill>
              <a:ln w="3334" cap="flat" cmpd="sng" algn="ctr">
                <a:solidFill>
                  <a:srgbClr val="fbc6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Surface mesh patch"/>
              <p:cNvSpPr/>
              <p:nvPr/>
            </p:nvSpPr>
            <p:spPr>
              <a:xfrm>
                <a:off x="3472528" y="1021690"/>
                <a:ext cx="50120" cy="63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76">
                    <a:moveTo>
                      <a:pt x="0" y="0"/>
                    </a:moveTo>
                    <a:lnTo>
                      <a:pt x="2875" y="5982"/>
                    </a:lnTo>
                    <a:lnTo>
                      <a:pt x="5262" y="6676"/>
                    </a:lnTo>
                    <a:lnTo>
                      <a:pt x="2387" y="1001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Surface mesh patch"/>
              <p:cNvSpPr/>
              <p:nvPr/>
            </p:nvSpPr>
            <p:spPr>
              <a:xfrm>
                <a:off x="3522648" y="1085277"/>
                <a:ext cx="50120" cy="527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4">
                    <a:moveTo>
                      <a:pt x="0" y="0"/>
                    </a:moveTo>
                    <a:lnTo>
                      <a:pt x="2875" y="4837"/>
                    </a:lnTo>
                    <a:lnTo>
                      <a:pt x="5262" y="5534"/>
                    </a:lnTo>
                    <a:lnTo>
                      <a:pt x="2387" y="910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Surface mesh patch"/>
              <p:cNvSpPr/>
              <p:nvPr/>
            </p:nvSpPr>
            <p:spPr>
              <a:xfrm>
                <a:off x="3572767" y="1137988"/>
                <a:ext cx="50120" cy="41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5">
                    <a:moveTo>
                      <a:pt x="0" y="0"/>
                    </a:moveTo>
                    <a:lnTo>
                      <a:pt x="2875" y="3744"/>
                    </a:lnTo>
                    <a:lnTo>
                      <a:pt x="5262" y="4385"/>
                    </a:lnTo>
                    <a:lnTo>
                      <a:pt x="2387" y="728"/>
                    </a:lnTo>
                    <a:close/>
                  </a:path>
                </a:pathLst>
              </a:custGeom>
              <a:solidFill>
                <a:srgbClr val="dfe1ea"/>
              </a:solidFill>
              <a:ln w="3334" cap="flat" cmpd="sng" algn="ctr">
                <a:solidFill>
                  <a:srgbClr val="df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Surface mesh patch"/>
              <p:cNvSpPr/>
              <p:nvPr/>
            </p:nvSpPr>
            <p:spPr>
              <a:xfrm>
                <a:off x="3622887" y="1179751"/>
                <a:ext cx="50120" cy="32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0">
                    <a:moveTo>
                      <a:pt x="0" y="0"/>
                    </a:moveTo>
                    <a:lnTo>
                      <a:pt x="2875" y="2880"/>
                    </a:lnTo>
                    <a:lnTo>
                      <a:pt x="5262" y="3430"/>
                    </a:lnTo>
                    <a:lnTo>
                      <a:pt x="2387" y="535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Surface mesh patch"/>
              <p:cNvSpPr/>
              <p:nvPr/>
            </p:nvSpPr>
            <p:spPr>
              <a:xfrm>
                <a:off x="2597762" y="1299100"/>
                <a:ext cx="50120" cy="31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68">
                    <a:moveTo>
                      <a:pt x="0" y="2107"/>
                    </a:moveTo>
                    <a:lnTo>
                      <a:pt x="2875" y="3268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Surface mesh patch"/>
              <p:cNvSpPr/>
              <p:nvPr/>
            </p:nvSpPr>
            <p:spPr>
              <a:xfrm>
                <a:off x="2647882" y="1287278"/>
                <a:ext cx="50120" cy="343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08">
                    <a:moveTo>
                      <a:pt x="0" y="2252"/>
                    </a:moveTo>
                    <a:lnTo>
                      <a:pt x="2875" y="3608"/>
                    </a:lnTo>
                    <a:lnTo>
                      <a:pt x="5262" y="1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Surface mesh patch"/>
              <p:cNvSpPr/>
              <p:nvPr/>
            </p:nvSpPr>
            <p:spPr>
              <a:xfrm>
                <a:off x="2698001" y="1275729"/>
                <a:ext cx="50120" cy="36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1">
                    <a:moveTo>
                      <a:pt x="0" y="2396"/>
                    </a:moveTo>
                    <a:lnTo>
                      <a:pt x="2875" y="3871"/>
                    </a:lnTo>
                    <a:lnTo>
                      <a:pt x="5262" y="12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Surface mesh patch"/>
              <p:cNvSpPr/>
              <p:nvPr/>
            </p:nvSpPr>
            <p:spPr>
              <a:xfrm>
                <a:off x="2748121" y="1263057"/>
                <a:ext cx="50120" cy="38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98">
                    <a:moveTo>
                      <a:pt x="0" y="2584"/>
                    </a:moveTo>
                    <a:lnTo>
                      <a:pt x="2875" y="3998"/>
                    </a:lnTo>
                    <a:lnTo>
                      <a:pt x="5262" y="1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Surface mesh patch"/>
              <p:cNvSpPr/>
              <p:nvPr/>
            </p:nvSpPr>
            <p:spPr>
              <a:xfrm>
                <a:off x="2798241" y="1246185"/>
                <a:ext cx="50120" cy="37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1">
                    <a:moveTo>
                      <a:pt x="0" y="2878"/>
                    </a:moveTo>
                    <a:lnTo>
                      <a:pt x="2875" y="3971"/>
                    </a:lnTo>
                    <a:lnTo>
                      <a:pt x="5262" y="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Surface mesh patch"/>
              <p:cNvSpPr/>
              <p:nvPr/>
            </p:nvSpPr>
            <p:spPr>
              <a:xfrm>
                <a:off x="2848360" y="1219997"/>
                <a:ext cx="50120" cy="372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07">
                    <a:moveTo>
                      <a:pt x="0" y="3414"/>
                    </a:moveTo>
                    <a:lnTo>
                      <a:pt x="2875" y="3907"/>
                    </a:lnTo>
                    <a:lnTo>
                      <a:pt x="5262" y="0"/>
                    </a:lnTo>
                    <a:lnTo>
                      <a:pt x="2387" y="76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Surface mesh patch"/>
              <p:cNvSpPr/>
              <p:nvPr/>
            </p:nvSpPr>
            <p:spPr>
              <a:xfrm>
                <a:off x="2898480" y="1172509"/>
                <a:ext cx="50120" cy="474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6">
                    <a:moveTo>
                      <a:pt x="0" y="4986"/>
                    </a:moveTo>
                    <a:lnTo>
                      <a:pt x="2875" y="4682"/>
                    </a:lnTo>
                    <a:lnTo>
                      <a:pt x="5262" y="0"/>
                    </a:lnTo>
                    <a:lnTo>
                      <a:pt x="2387" y="1001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Surface mesh patch"/>
              <p:cNvSpPr/>
              <p:nvPr/>
            </p:nvSpPr>
            <p:spPr>
              <a:xfrm>
                <a:off x="2948600" y="1109320"/>
                <a:ext cx="50120" cy="63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34">
                    <a:moveTo>
                      <a:pt x="0" y="6634"/>
                    </a:moveTo>
                    <a:lnTo>
                      <a:pt x="2875" y="5532"/>
                    </a:lnTo>
                    <a:lnTo>
                      <a:pt x="5262" y="0"/>
                    </a:lnTo>
                    <a:lnTo>
                      <a:pt x="2387" y="1864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Surface mesh patch"/>
              <p:cNvSpPr/>
              <p:nvPr/>
            </p:nvSpPr>
            <p:spPr>
              <a:xfrm>
                <a:off x="2998719" y="1034257"/>
                <a:ext cx="50120" cy="750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81">
                    <a:moveTo>
                      <a:pt x="0" y="7881"/>
                    </a:moveTo>
                    <a:lnTo>
                      <a:pt x="2875" y="6269"/>
                    </a:lnTo>
                    <a:lnTo>
                      <a:pt x="5262" y="0"/>
                    </a:lnTo>
                    <a:lnTo>
                      <a:pt x="2387" y="2334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Surface mesh patch"/>
              <p:cNvSpPr/>
              <p:nvPr/>
            </p:nvSpPr>
            <p:spPr>
              <a:xfrm>
                <a:off x="3048839" y="956231"/>
                <a:ext cx="50120" cy="78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2">
                    <a:moveTo>
                      <a:pt x="0" y="8192"/>
                    </a:moveTo>
                    <a:lnTo>
                      <a:pt x="2875" y="6660"/>
                    </a:lnTo>
                    <a:lnTo>
                      <a:pt x="5262" y="0"/>
                    </a:lnTo>
                    <a:lnTo>
                      <a:pt x="2387" y="2095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Surface mesh patch"/>
              <p:cNvSpPr/>
              <p:nvPr/>
            </p:nvSpPr>
            <p:spPr>
              <a:xfrm>
                <a:off x="3098959" y="887752"/>
                <a:ext cx="50120" cy="68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9">
                    <a:moveTo>
                      <a:pt x="0" y="7189"/>
                    </a:moveTo>
                    <a:lnTo>
                      <a:pt x="2875" y="6520"/>
                    </a:lnTo>
                    <a:lnTo>
                      <a:pt x="5262" y="0"/>
                    </a:lnTo>
                    <a:lnTo>
                      <a:pt x="2387" y="992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Surface mesh patch"/>
              <p:cNvSpPr/>
              <p:nvPr/>
            </p:nvSpPr>
            <p:spPr>
              <a:xfrm>
                <a:off x="3149078" y="833283"/>
                <a:ext cx="50120" cy="634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59">
                    <a:moveTo>
                      <a:pt x="0" y="5719"/>
                    </a:moveTo>
                    <a:lnTo>
                      <a:pt x="2875" y="6659"/>
                    </a:lnTo>
                    <a:lnTo>
                      <a:pt x="5262" y="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" name="Surface mesh patch"/>
              <p:cNvSpPr/>
              <p:nvPr/>
            </p:nvSpPr>
            <p:spPr>
              <a:xfrm>
                <a:off x="3199198" y="796798"/>
                <a:ext cx="50120" cy="73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94">
                    <a:moveTo>
                      <a:pt x="0" y="4694"/>
                    </a:moveTo>
                    <a:lnTo>
                      <a:pt x="2875" y="7694"/>
                    </a:lnTo>
                    <a:lnTo>
                      <a:pt x="5262" y="30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Surface mesh patch"/>
              <p:cNvSpPr/>
              <p:nvPr/>
            </p:nvSpPr>
            <p:spPr>
              <a:xfrm>
                <a:off x="3249318" y="794569"/>
                <a:ext cx="50120" cy="79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57">
                    <a:moveTo>
                      <a:pt x="0" y="3326"/>
                    </a:moveTo>
                    <a:lnTo>
                      <a:pt x="2875" y="8357"/>
                    </a:lnTo>
                    <a:lnTo>
                      <a:pt x="5262" y="5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Surface mesh patch"/>
              <p:cNvSpPr/>
              <p:nvPr/>
            </p:nvSpPr>
            <p:spPr>
              <a:xfrm>
                <a:off x="3299437" y="825601"/>
                <a:ext cx="50120" cy="80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5">
                    <a:moveTo>
                      <a:pt x="0" y="1909"/>
                    </a:moveTo>
                    <a:lnTo>
                      <a:pt x="2875" y="8455"/>
                    </a:lnTo>
                    <a:lnTo>
                      <a:pt x="5262" y="66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Surface mesh patch"/>
              <p:cNvSpPr/>
              <p:nvPr/>
            </p:nvSpPr>
            <p:spPr>
              <a:xfrm>
                <a:off x="3349557" y="881770"/>
                <a:ext cx="50120" cy="75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44">
                    <a:moveTo>
                      <a:pt x="0" y="713"/>
                    </a:moveTo>
                    <a:lnTo>
                      <a:pt x="2875" y="7944"/>
                    </a:lnTo>
                    <a:lnTo>
                      <a:pt x="5262" y="71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296"/>
              </a:solidFill>
              <a:ln w="3334" cap="flat" cmpd="sng" algn="ctr">
                <a:solidFill>
                  <a:srgbClr val="fab2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Surface mesh patch"/>
              <p:cNvSpPr/>
              <p:nvPr/>
            </p:nvSpPr>
            <p:spPr>
              <a:xfrm>
                <a:off x="3399676" y="950056"/>
                <a:ext cx="50120" cy="670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35">
                    <a:moveTo>
                      <a:pt x="0" y="0"/>
                    </a:moveTo>
                    <a:lnTo>
                      <a:pt x="2875" y="7035"/>
                    </a:lnTo>
                    <a:lnTo>
                      <a:pt x="5262" y="6980"/>
                    </a:lnTo>
                    <a:lnTo>
                      <a:pt x="2387" y="105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Surface mesh patch"/>
              <p:cNvSpPr/>
              <p:nvPr/>
            </p:nvSpPr>
            <p:spPr>
              <a:xfrm>
                <a:off x="3449796" y="1016538"/>
                <a:ext cx="50120" cy="621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2">
                    <a:moveTo>
                      <a:pt x="0" y="0"/>
                    </a:moveTo>
                    <a:lnTo>
                      <a:pt x="2875" y="6160"/>
                    </a:lnTo>
                    <a:lnTo>
                      <a:pt x="5262" y="6522"/>
                    </a:lnTo>
                    <a:lnTo>
                      <a:pt x="2387" y="541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Surface mesh patch"/>
              <p:cNvSpPr/>
              <p:nvPr/>
            </p:nvSpPr>
            <p:spPr>
              <a:xfrm>
                <a:off x="3499916" y="1078663"/>
                <a:ext cx="50120" cy="526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1">
                    <a:moveTo>
                      <a:pt x="0" y="0"/>
                    </a:moveTo>
                    <a:lnTo>
                      <a:pt x="2875" y="4946"/>
                    </a:lnTo>
                    <a:lnTo>
                      <a:pt x="5262" y="5531"/>
                    </a:lnTo>
                    <a:lnTo>
                      <a:pt x="2387" y="694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Surface mesh patch"/>
              <p:cNvSpPr/>
              <p:nvPr/>
            </p:nvSpPr>
            <p:spPr>
              <a:xfrm>
                <a:off x="3550035" y="1131350"/>
                <a:ext cx="50120" cy="42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41">
                    <a:moveTo>
                      <a:pt x="0" y="0"/>
                    </a:moveTo>
                    <a:lnTo>
                      <a:pt x="2875" y="3733"/>
                    </a:lnTo>
                    <a:lnTo>
                      <a:pt x="5262" y="4441"/>
                    </a:lnTo>
                    <a:lnTo>
                      <a:pt x="2387" y="697"/>
                    </a:lnTo>
                    <a:close/>
                  </a:path>
                </a:pathLst>
              </a:custGeom>
              <a:solidFill>
                <a:srgbClr val="e3dfe3"/>
              </a:solidFill>
              <a:ln w="3334" cap="flat" cmpd="sng" algn="ctr">
                <a:solidFill>
                  <a:srgbClr val="e3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Surface mesh patch"/>
              <p:cNvSpPr/>
              <p:nvPr/>
            </p:nvSpPr>
            <p:spPr>
              <a:xfrm>
                <a:off x="3600155" y="1173651"/>
                <a:ext cx="50120" cy="335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20">
                    <a:moveTo>
                      <a:pt x="0" y="0"/>
                    </a:moveTo>
                    <a:lnTo>
                      <a:pt x="2875" y="2759"/>
                    </a:lnTo>
                    <a:lnTo>
                      <a:pt x="5262" y="3520"/>
                    </a:lnTo>
                    <a:lnTo>
                      <a:pt x="2387" y="640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Surface mesh patch"/>
              <p:cNvSpPr/>
              <p:nvPr/>
            </p:nvSpPr>
            <p:spPr>
              <a:xfrm>
                <a:off x="3650275" y="1207179"/>
                <a:ext cx="50120" cy="269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7">
                    <a:moveTo>
                      <a:pt x="0" y="0"/>
                    </a:moveTo>
                    <a:lnTo>
                      <a:pt x="2875" y="2107"/>
                    </a:lnTo>
                    <a:lnTo>
                      <a:pt x="5262" y="2827"/>
                    </a:lnTo>
                    <a:lnTo>
                      <a:pt x="2387" y="55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Surface mesh patch"/>
              <p:cNvSpPr/>
              <p:nvPr/>
            </p:nvSpPr>
            <p:spPr>
              <a:xfrm>
                <a:off x="2575030" y="1319167"/>
                <a:ext cx="50120" cy="32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92">
                    <a:moveTo>
                      <a:pt x="0" y="2080"/>
                    </a:moveTo>
                    <a:lnTo>
                      <a:pt x="2875" y="3392"/>
                    </a:lnTo>
                    <a:lnTo>
                      <a:pt x="5262" y="1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Surface mesh patch"/>
              <p:cNvSpPr/>
              <p:nvPr/>
            </p:nvSpPr>
            <p:spPr>
              <a:xfrm>
                <a:off x="2625150" y="1308731"/>
                <a:ext cx="50120" cy="35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79">
                    <a:moveTo>
                      <a:pt x="0" y="2257"/>
                    </a:moveTo>
                    <a:lnTo>
                      <a:pt x="2875" y="3779"/>
                    </a:lnTo>
                    <a:lnTo>
                      <a:pt x="5262" y="13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Surface mesh patch"/>
              <p:cNvSpPr/>
              <p:nvPr/>
            </p:nvSpPr>
            <p:spPr>
              <a:xfrm>
                <a:off x="2675270" y="1298548"/>
                <a:ext cx="50120" cy="39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5">
                    <a:moveTo>
                      <a:pt x="0" y="2424"/>
                    </a:moveTo>
                    <a:lnTo>
                      <a:pt x="2875" y="4105"/>
                    </a:lnTo>
                    <a:lnTo>
                      <a:pt x="5262" y="14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Surface mesh patch"/>
              <p:cNvSpPr/>
              <p:nvPr/>
            </p:nvSpPr>
            <p:spPr>
              <a:xfrm>
                <a:off x="2725389" y="1287666"/>
                <a:ext cx="50120" cy="40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04">
                    <a:moveTo>
                      <a:pt x="0" y="2618"/>
                    </a:moveTo>
                    <a:lnTo>
                      <a:pt x="2875" y="4304"/>
                    </a:lnTo>
                    <a:lnTo>
                      <a:pt x="5262" y="14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Surface mesh patch"/>
              <p:cNvSpPr/>
              <p:nvPr/>
            </p:nvSpPr>
            <p:spPr>
              <a:xfrm>
                <a:off x="2775509" y="1273599"/>
                <a:ext cx="50120" cy="41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52">
                    <a:moveTo>
                      <a:pt x="0" y="2892"/>
                    </a:moveTo>
                    <a:lnTo>
                      <a:pt x="2875" y="4352"/>
                    </a:lnTo>
                    <a:lnTo>
                      <a:pt x="5262" y="10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Surface mesh patch"/>
              <p:cNvSpPr/>
              <p:nvPr/>
            </p:nvSpPr>
            <p:spPr>
              <a:xfrm>
                <a:off x="2825629" y="1252513"/>
                <a:ext cx="50120" cy="408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7">
                    <a:moveTo>
                      <a:pt x="0" y="3307"/>
                    </a:moveTo>
                    <a:lnTo>
                      <a:pt x="2875" y="4287"/>
                    </a:lnTo>
                    <a:lnTo>
                      <a:pt x="5262" y="4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Surface mesh patch"/>
              <p:cNvSpPr/>
              <p:nvPr/>
            </p:nvSpPr>
            <p:spPr>
              <a:xfrm>
                <a:off x="2875748" y="1217104"/>
                <a:ext cx="50120" cy="429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14">
                    <a:moveTo>
                      <a:pt x="0" y="4211"/>
                    </a:moveTo>
                    <a:lnTo>
                      <a:pt x="2875" y="4514"/>
                    </a:lnTo>
                    <a:lnTo>
                      <a:pt x="5262" y="0"/>
                    </a:lnTo>
                    <a:lnTo>
                      <a:pt x="2387" y="304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Surface mesh patch"/>
              <p:cNvSpPr/>
              <p:nvPr/>
            </p:nvSpPr>
            <p:spPr>
              <a:xfrm>
                <a:off x="2925868" y="1162014"/>
                <a:ext cx="50120" cy="550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84">
                    <a:moveTo>
                      <a:pt x="0" y="5784"/>
                    </a:moveTo>
                    <a:lnTo>
                      <a:pt x="2875" y="5366"/>
                    </a:lnTo>
                    <a:lnTo>
                      <a:pt x="5262" y="0"/>
                    </a:lnTo>
                    <a:lnTo>
                      <a:pt x="2387" y="1102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" name="Surface mesh patch"/>
              <p:cNvSpPr/>
              <p:nvPr/>
            </p:nvSpPr>
            <p:spPr>
              <a:xfrm>
                <a:off x="2975987" y="1093967"/>
                <a:ext cx="50120" cy="68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44">
                    <a:moveTo>
                      <a:pt x="0" y="7144"/>
                    </a:moveTo>
                    <a:lnTo>
                      <a:pt x="2875" y="6206"/>
                    </a:lnTo>
                    <a:lnTo>
                      <a:pt x="5262" y="0"/>
                    </a:lnTo>
                    <a:lnTo>
                      <a:pt x="2387" y="1612"/>
                    </a:lnTo>
                    <a:close/>
                  </a:path>
                </a:pathLst>
              </a:custGeom>
              <a:solidFill>
                <a:srgbClr val="edd9ce"/>
              </a:solidFill>
              <a:ln w="3334" cap="flat" cmpd="sng" algn="ctr">
                <a:solidFill>
                  <a:srgbClr val="edd9c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Surface mesh patch"/>
              <p:cNvSpPr/>
              <p:nvPr/>
            </p:nvSpPr>
            <p:spPr>
              <a:xfrm>
                <a:off x="3026107" y="1019670"/>
                <a:ext cx="50120" cy="742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00">
                    <a:moveTo>
                      <a:pt x="0" y="7800"/>
                    </a:moveTo>
                    <a:lnTo>
                      <a:pt x="2875" y="6817"/>
                    </a:lnTo>
                    <a:lnTo>
                      <a:pt x="5262" y="0"/>
                    </a:lnTo>
                    <a:lnTo>
                      <a:pt x="2387" y="1531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" name="Surface mesh patch"/>
              <p:cNvSpPr/>
              <p:nvPr/>
            </p:nvSpPr>
            <p:spPr>
              <a:xfrm>
                <a:off x="3076227" y="949856"/>
                <a:ext cx="50120" cy="69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30">
                    <a:moveTo>
                      <a:pt x="0" y="7330"/>
                    </a:moveTo>
                    <a:lnTo>
                      <a:pt x="2875" y="6984"/>
                    </a:lnTo>
                    <a:lnTo>
                      <a:pt x="5262" y="0"/>
                    </a:lnTo>
                    <a:lnTo>
                      <a:pt x="2387" y="669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" name="Surface mesh patch"/>
              <p:cNvSpPr/>
              <p:nvPr/>
            </p:nvSpPr>
            <p:spPr>
              <a:xfrm>
                <a:off x="3126346" y="887752"/>
                <a:ext cx="50120" cy="71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23">
                    <a:moveTo>
                      <a:pt x="0" y="6520"/>
                    </a:moveTo>
                    <a:lnTo>
                      <a:pt x="2875" y="7523"/>
                    </a:lnTo>
                    <a:lnTo>
                      <a:pt x="5262" y="9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Surface mesh patch"/>
              <p:cNvSpPr/>
              <p:nvPr/>
            </p:nvSpPr>
            <p:spPr>
              <a:xfrm>
                <a:off x="3176466" y="841512"/>
                <a:ext cx="50120" cy="823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41">
                    <a:moveTo>
                      <a:pt x="0" y="5795"/>
                    </a:moveTo>
                    <a:lnTo>
                      <a:pt x="2875" y="8641"/>
                    </a:lnTo>
                    <a:lnTo>
                      <a:pt x="5262" y="29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68a"/>
              </a:solidFill>
              <a:ln w="3334" cap="flat" cmpd="sng" algn="ctr">
                <a:solidFill>
                  <a:srgbClr val="faa68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Surface mesh patch"/>
              <p:cNvSpPr/>
              <p:nvPr/>
            </p:nvSpPr>
            <p:spPr>
              <a:xfrm>
                <a:off x="3226586" y="826253"/>
                <a:ext cx="50120" cy="893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75">
                    <a:moveTo>
                      <a:pt x="0" y="4601"/>
                    </a:moveTo>
                    <a:lnTo>
                      <a:pt x="2875" y="9375"/>
                    </a:lnTo>
                    <a:lnTo>
                      <a:pt x="5262" y="5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Surface mesh patch"/>
              <p:cNvSpPr/>
              <p:nvPr/>
            </p:nvSpPr>
            <p:spPr>
              <a:xfrm>
                <a:off x="3276705" y="843781"/>
                <a:ext cx="50120" cy="90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02">
                    <a:moveTo>
                      <a:pt x="0" y="3190"/>
                    </a:moveTo>
                    <a:lnTo>
                      <a:pt x="2875" y="9502"/>
                    </a:lnTo>
                    <a:lnTo>
                      <a:pt x="5262" y="6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Surface mesh patch"/>
              <p:cNvSpPr/>
              <p:nvPr/>
            </p:nvSpPr>
            <p:spPr>
              <a:xfrm>
                <a:off x="3326825" y="888563"/>
                <a:ext cx="50120" cy="851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44">
                    <a:moveTo>
                      <a:pt x="0" y="1845"/>
                    </a:moveTo>
                    <a:lnTo>
                      <a:pt x="2875" y="8944"/>
                    </a:lnTo>
                    <a:lnTo>
                      <a:pt x="5262" y="72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397"/>
              </a:solidFill>
              <a:ln w="3334" cap="flat" cmpd="sng" algn="ctr">
                <a:solidFill>
                  <a:srgbClr val="fa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Surface mesh patch"/>
              <p:cNvSpPr/>
              <p:nvPr/>
            </p:nvSpPr>
            <p:spPr>
              <a:xfrm>
                <a:off x="3376945" y="950056"/>
                <a:ext cx="50120" cy="741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6">
                    <a:moveTo>
                      <a:pt x="0" y="775"/>
                    </a:moveTo>
                    <a:lnTo>
                      <a:pt x="2875" y="7786"/>
                    </a:lnTo>
                    <a:lnTo>
                      <a:pt x="5262" y="70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Surface mesh patch"/>
              <p:cNvSpPr/>
              <p:nvPr/>
            </p:nvSpPr>
            <p:spPr>
              <a:xfrm>
                <a:off x="3427064" y="1016538"/>
                <a:ext cx="50120" cy="59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35">
                    <a:moveTo>
                      <a:pt x="0" y="55"/>
                    </a:moveTo>
                    <a:lnTo>
                      <a:pt x="2875" y="6235"/>
                    </a:lnTo>
                    <a:lnTo>
                      <a:pt x="5262" y="61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" name="Surface mesh patch"/>
              <p:cNvSpPr/>
              <p:nvPr/>
            </p:nvSpPr>
            <p:spPr>
              <a:xfrm>
                <a:off x="3477184" y="1075216"/>
                <a:ext cx="50120" cy="505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8">
                    <a:moveTo>
                      <a:pt x="0" y="0"/>
                    </a:moveTo>
                    <a:lnTo>
                      <a:pt x="2875" y="4917"/>
                    </a:lnTo>
                    <a:lnTo>
                      <a:pt x="5262" y="5308"/>
                    </a:lnTo>
                    <a:lnTo>
                      <a:pt x="2387" y="362"/>
                    </a:lnTo>
                    <a:close/>
                  </a:path>
                </a:pathLst>
              </a:custGeom>
              <a:solidFill>
                <a:srgbClr val="f0d7c9"/>
              </a:solidFill>
              <a:ln w="3334" cap="flat" cmpd="sng" algn="ctr">
                <a:solidFill>
                  <a:srgbClr val="f0d7c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Surface mesh patch"/>
              <p:cNvSpPr/>
              <p:nvPr/>
            </p:nvSpPr>
            <p:spPr>
              <a:xfrm>
                <a:off x="3527304" y="1125770"/>
                <a:ext cx="50120" cy="411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8">
                    <a:moveTo>
                      <a:pt x="0" y="0"/>
                    </a:moveTo>
                    <a:lnTo>
                      <a:pt x="2875" y="3592"/>
                    </a:lnTo>
                    <a:lnTo>
                      <a:pt x="5262" y="4318"/>
                    </a:lnTo>
                    <a:lnTo>
                      <a:pt x="2387" y="586"/>
                    </a:lnTo>
                    <a:close/>
                  </a:path>
                </a:pathLst>
              </a:custGeom>
              <a:solidFill>
                <a:srgbClr val="e6dddc"/>
              </a:solidFill>
              <a:ln w="3334" cap="flat" cmpd="sng" algn="ctr">
                <a:solidFill>
                  <a:srgbClr val="e6ddd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Surface mesh patch"/>
              <p:cNvSpPr/>
              <p:nvPr/>
            </p:nvSpPr>
            <p:spPr>
              <a:xfrm>
                <a:off x="3577423" y="1166903"/>
                <a:ext cx="50120" cy="33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7">
                    <a:moveTo>
                      <a:pt x="0" y="0"/>
                    </a:moveTo>
                    <a:lnTo>
                      <a:pt x="2875" y="2502"/>
                    </a:lnTo>
                    <a:lnTo>
                      <a:pt x="5262" y="3467"/>
                    </a:lnTo>
                    <a:lnTo>
                      <a:pt x="2387" y="708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Surface mesh patch"/>
              <p:cNvSpPr/>
              <p:nvPr/>
            </p:nvSpPr>
            <p:spPr>
              <a:xfrm>
                <a:off x="3627543" y="1199927"/>
                <a:ext cx="50120" cy="273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9">
                    <a:moveTo>
                      <a:pt x="0" y="0"/>
                    </a:moveTo>
                    <a:lnTo>
                      <a:pt x="2875" y="1795"/>
                    </a:lnTo>
                    <a:lnTo>
                      <a:pt x="5262" y="2869"/>
                    </a:lnTo>
                    <a:lnTo>
                      <a:pt x="2387" y="761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Surface mesh patch"/>
              <p:cNvSpPr/>
              <p:nvPr/>
            </p:nvSpPr>
            <p:spPr>
              <a:xfrm>
                <a:off x="3677662" y="1227252"/>
                <a:ext cx="50120" cy="232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2">
                    <a:moveTo>
                      <a:pt x="0" y="0"/>
                    </a:moveTo>
                    <a:lnTo>
                      <a:pt x="2875" y="1446"/>
                    </a:lnTo>
                    <a:lnTo>
                      <a:pt x="5262" y="2442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" name="Surface mesh patch"/>
              <p:cNvSpPr/>
              <p:nvPr/>
            </p:nvSpPr>
            <p:spPr>
              <a:xfrm>
                <a:off x="2552298" y="1338978"/>
                <a:ext cx="50120" cy="33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81">
                    <a:moveTo>
                      <a:pt x="0" y="2025"/>
                    </a:moveTo>
                    <a:lnTo>
                      <a:pt x="2875" y="3481"/>
                    </a:lnTo>
                    <a:lnTo>
                      <a:pt x="5262" y="1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" name="Surface mesh patch"/>
              <p:cNvSpPr/>
              <p:nvPr/>
            </p:nvSpPr>
            <p:spPr>
              <a:xfrm>
                <a:off x="2602418" y="1330229"/>
                <a:ext cx="50120" cy="37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08">
                    <a:moveTo>
                      <a:pt x="0" y="2230"/>
                    </a:moveTo>
                    <a:lnTo>
                      <a:pt x="2875" y="3908"/>
                    </a:lnTo>
                    <a:lnTo>
                      <a:pt x="5262" y="15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" name="Surface mesh patch"/>
              <p:cNvSpPr/>
              <p:nvPr/>
            </p:nvSpPr>
            <p:spPr>
              <a:xfrm>
                <a:off x="2652538" y="1321641"/>
                <a:ext cx="50120" cy="408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8">
                    <a:moveTo>
                      <a:pt x="0" y="2423"/>
                    </a:moveTo>
                    <a:lnTo>
                      <a:pt x="2875" y="4288"/>
                    </a:lnTo>
                    <a:lnTo>
                      <a:pt x="5262" y="16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" name="Surface mesh patch"/>
              <p:cNvSpPr/>
              <p:nvPr/>
            </p:nvSpPr>
            <p:spPr>
              <a:xfrm>
                <a:off x="2702657" y="1312604"/>
                <a:ext cx="50120" cy="43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9">
                    <a:moveTo>
                      <a:pt x="0" y="2629"/>
                    </a:moveTo>
                    <a:lnTo>
                      <a:pt x="2875" y="4549"/>
                    </a:lnTo>
                    <a:lnTo>
                      <a:pt x="5262" y="1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" name="Surface mesh patch"/>
              <p:cNvSpPr/>
              <p:nvPr/>
            </p:nvSpPr>
            <p:spPr>
              <a:xfrm>
                <a:off x="2752777" y="1301142"/>
                <a:ext cx="50120" cy="44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8">
                    <a:moveTo>
                      <a:pt x="0" y="2889"/>
                    </a:moveTo>
                    <a:lnTo>
                      <a:pt x="2875" y="4658"/>
                    </a:lnTo>
                    <a:lnTo>
                      <a:pt x="5262" y="14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" name="Surface mesh patch"/>
              <p:cNvSpPr/>
              <p:nvPr/>
            </p:nvSpPr>
            <p:spPr>
              <a:xfrm>
                <a:off x="2802897" y="1284008"/>
                <a:ext cx="50120" cy="442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5">
                    <a:moveTo>
                      <a:pt x="0" y="3259"/>
                    </a:moveTo>
                    <a:lnTo>
                      <a:pt x="2875" y="4645"/>
                    </a:lnTo>
                    <a:lnTo>
                      <a:pt x="5262" y="9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" name="Surface mesh patch"/>
              <p:cNvSpPr/>
              <p:nvPr/>
            </p:nvSpPr>
            <p:spPr>
              <a:xfrm>
                <a:off x="2853016" y="1257211"/>
                <a:ext cx="50120" cy="438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05">
                    <a:moveTo>
                      <a:pt x="0" y="3794"/>
                    </a:moveTo>
                    <a:lnTo>
                      <a:pt x="2875" y="4605"/>
                    </a:lnTo>
                    <a:lnTo>
                      <a:pt x="5262" y="3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" name="Surface mesh patch"/>
              <p:cNvSpPr/>
              <p:nvPr/>
            </p:nvSpPr>
            <p:spPr>
              <a:xfrm>
                <a:off x="2903136" y="1213128"/>
                <a:ext cx="50120" cy="485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00">
                    <a:moveTo>
                      <a:pt x="0" y="4932"/>
                    </a:moveTo>
                    <a:lnTo>
                      <a:pt x="2875" y="5100"/>
                    </a:lnTo>
                    <a:lnTo>
                      <a:pt x="5262" y="0"/>
                    </a:lnTo>
                    <a:lnTo>
                      <a:pt x="2387" y="417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" name="Surface mesh patch"/>
              <p:cNvSpPr/>
              <p:nvPr/>
            </p:nvSpPr>
            <p:spPr>
              <a:xfrm>
                <a:off x="2953256" y="1153075"/>
                <a:ext cx="50120" cy="600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05">
                    <a:moveTo>
                      <a:pt x="0" y="6305"/>
                    </a:moveTo>
                    <a:lnTo>
                      <a:pt x="2875" y="5961"/>
                    </a:lnTo>
                    <a:lnTo>
                      <a:pt x="5262" y="0"/>
                    </a:lnTo>
                    <a:lnTo>
                      <a:pt x="2387" y="938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" name="Surface mesh patch"/>
              <p:cNvSpPr/>
              <p:nvPr/>
            </p:nvSpPr>
            <p:spPr>
              <a:xfrm>
                <a:off x="3003375" y="1084600"/>
                <a:ext cx="50120" cy="684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9">
                    <a:moveTo>
                      <a:pt x="0" y="7189"/>
                    </a:moveTo>
                    <a:lnTo>
                      <a:pt x="2875" y="6708"/>
                    </a:lnTo>
                    <a:lnTo>
                      <a:pt x="5262" y="0"/>
                    </a:lnTo>
                    <a:lnTo>
                      <a:pt x="2387" y="983"/>
                    </a:lnTo>
                    <a:close/>
                  </a:path>
                </a:pathLst>
              </a:custGeom>
              <a:solidFill>
                <a:srgbClr val="f1d6c6"/>
              </a:solidFill>
              <a:ln w="3334" cap="flat" cmpd="sng" algn="ctr">
                <a:solidFill>
                  <a:srgbClr val="f1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" name="Surface mesh patch"/>
              <p:cNvSpPr/>
              <p:nvPr/>
            </p:nvSpPr>
            <p:spPr>
              <a:xfrm>
                <a:off x="3053495" y="1016381"/>
                <a:ext cx="50120" cy="682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62">
                    <a:moveTo>
                      <a:pt x="0" y="7162"/>
                    </a:moveTo>
                    <a:lnTo>
                      <a:pt x="2875" y="7122"/>
                    </a:lnTo>
                    <a:lnTo>
                      <a:pt x="5262" y="0"/>
                    </a:lnTo>
                    <a:lnTo>
                      <a:pt x="2387" y="345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" name="Surface mesh patch"/>
              <p:cNvSpPr/>
              <p:nvPr/>
            </p:nvSpPr>
            <p:spPr>
              <a:xfrm>
                <a:off x="3103615" y="949856"/>
                <a:ext cx="50120" cy="76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33">
                    <a:moveTo>
                      <a:pt x="0" y="6984"/>
                    </a:moveTo>
                    <a:lnTo>
                      <a:pt x="2875" y="8033"/>
                    </a:lnTo>
                    <a:lnTo>
                      <a:pt x="5262" y="10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ca0"/>
              </a:solidFill>
              <a:ln w="3334" cap="flat" cmpd="sng" algn="ctr">
                <a:solidFill>
                  <a:srgbClr val="fbbc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" name="Surface mesh patch"/>
              <p:cNvSpPr/>
              <p:nvPr/>
            </p:nvSpPr>
            <p:spPr>
              <a:xfrm>
                <a:off x="3153734" y="896705"/>
                <a:ext cx="50120" cy="879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31">
                    <a:moveTo>
                      <a:pt x="0" y="6583"/>
                    </a:moveTo>
                    <a:lnTo>
                      <a:pt x="2875" y="9231"/>
                    </a:lnTo>
                    <a:lnTo>
                      <a:pt x="5262" y="28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" name="Surface mesh patch"/>
              <p:cNvSpPr/>
              <p:nvPr/>
            </p:nvSpPr>
            <p:spPr>
              <a:xfrm>
                <a:off x="3203854" y="870079"/>
                <a:ext cx="50120" cy="958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62">
                    <a:moveTo>
                      <a:pt x="0" y="5642"/>
                    </a:moveTo>
                    <a:lnTo>
                      <a:pt x="2875" y="10062"/>
                    </a:lnTo>
                    <a:lnTo>
                      <a:pt x="5262" y="47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" name="Surface mesh patch"/>
              <p:cNvSpPr/>
              <p:nvPr/>
            </p:nvSpPr>
            <p:spPr>
              <a:xfrm>
                <a:off x="3253973" y="874166"/>
                <a:ext cx="50120" cy="97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70">
                    <a:moveTo>
                      <a:pt x="0" y="4345"/>
                    </a:moveTo>
                    <a:lnTo>
                      <a:pt x="2875" y="10270"/>
                    </a:lnTo>
                    <a:lnTo>
                      <a:pt x="5262" y="6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" name="Surface mesh patch"/>
              <p:cNvSpPr/>
              <p:nvPr/>
            </p:nvSpPr>
            <p:spPr>
              <a:xfrm>
                <a:off x="3304093" y="906134"/>
                <a:ext cx="50120" cy="927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37">
                    <a:moveTo>
                      <a:pt x="0" y="2956"/>
                    </a:moveTo>
                    <a:lnTo>
                      <a:pt x="2875" y="9737"/>
                    </a:lnTo>
                    <a:lnTo>
                      <a:pt x="5262" y="7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599"/>
              </a:solidFill>
              <a:ln w="3334" cap="flat" cmpd="sng" algn="ctr">
                <a:solidFill>
                  <a:srgbClr val="fbb5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" name="Surface mesh patch"/>
              <p:cNvSpPr/>
              <p:nvPr/>
            </p:nvSpPr>
            <p:spPr>
              <a:xfrm>
                <a:off x="3354213" y="957435"/>
                <a:ext cx="50120" cy="810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08">
                    <a:moveTo>
                      <a:pt x="0" y="1714"/>
                    </a:moveTo>
                    <a:lnTo>
                      <a:pt x="2875" y="8508"/>
                    </a:lnTo>
                    <a:lnTo>
                      <a:pt x="5262" y="70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" name="Surface mesh patch"/>
              <p:cNvSpPr/>
              <p:nvPr/>
            </p:nvSpPr>
            <p:spPr>
              <a:xfrm>
                <a:off x="3404332" y="1017066"/>
                <a:ext cx="50120" cy="645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73">
                    <a:moveTo>
                      <a:pt x="0" y="751"/>
                    </a:moveTo>
                    <a:lnTo>
                      <a:pt x="2875" y="6773"/>
                    </a:lnTo>
                    <a:lnTo>
                      <a:pt x="5262" y="61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" name="Surface mesh patch"/>
              <p:cNvSpPr/>
              <p:nvPr/>
            </p:nvSpPr>
            <p:spPr>
              <a:xfrm>
                <a:off x="3454452" y="1075216"/>
                <a:ext cx="50120" cy="468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7">
                    <a:moveTo>
                      <a:pt x="0" y="75"/>
                    </a:moveTo>
                    <a:lnTo>
                      <a:pt x="2875" y="4805"/>
                    </a:lnTo>
                    <a:lnTo>
                      <a:pt x="5262" y="49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3"/>
              </a:solidFill>
              <a:ln w="3334" cap="flat" cmpd="sng" algn="ctr">
                <a:solidFill>
                  <a:srgbClr val="f3d6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" name="Surface mesh patch"/>
              <p:cNvSpPr/>
              <p:nvPr/>
            </p:nvSpPr>
            <p:spPr>
              <a:xfrm>
                <a:off x="3504572" y="1122055"/>
                <a:ext cx="50120" cy="37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2">
                    <a:moveTo>
                      <a:pt x="0" y="0"/>
                    </a:moveTo>
                    <a:lnTo>
                      <a:pt x="2875" y="3298"/>
                    </a:lnTo>
                    <a:lnTo>
                      <a:pt x="5262" y="3982"/>
                    </a:lnTo>
                    <a:lnTo>
                      <a:pt x="2387" y="390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" name="Surface mesh patch"/>
              <p:cNvSpPr/>
              <p:nvPr/>
            </p:nvSpPr>
            <p:spPr>
              <a:xfrm>
                <a:off x="3554691" y="1159982"/>
                <a:ext cx="50120" cy="307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9">
                    <a:moveTo>
                      <a:pt x="0" y="0"/>
                    </a:moveTo>
                    <a:lnTo>
                      <a:pt x="2875" y="2083"/>
                    </a:lnTo>
                    <a:lnTo>
                      <a:pt x="5262" y="3229"/>
                    </a:lnTo>
                    <a:lnTo>
                      <a:pt x="2387" y="727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" name="Surface mesh patch"/>
              <p:cNvSpPr/>
              <p:nvPr/>
            </p:nvSpPr>
            <p:spPr>
              <a:xfrm>
                <a:off x="3604811" y="1190733"/>
                <a:ext cx="50120" cy="26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0">
                    <a:moveTo>
                      <a:pt x="0" y="0"/>
                    </a:moveTo>
                    <a:lnTo>
                      <a:pt x="2875" y="1308"/>
                    </a:lnTo>
                    <a:lnTo>
                      <a:pt x="5262" y="2760"/>
                    </a:lnTo>
                    <a:lnTo>
                      <a:pt x="2387" y="965"/>
                    </a:lnTo>
                    <a:close/>
                  </a:path>
                </a:pathLst>
              </a:custGeom>
              <a:solidFill>
                <a:srgbClr val="dce3ef"/>
              </a:solidFill>
              <a:ln w="3334" cap="flat" cmpd="sng" algn="ctr">
                <a:solidFill>
                  <a:srgbClr val="dce3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" name="Surface mesh patch"/>
              <p:cNvSpPr/>
              <p:nvPr/>
            </p:nvSpPr>
            <p:spPr>
              <a:xfrm>
                <a:off x="3654931" y="1217023"/>
                <a:ext cx="50120" cy="23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0"/>
                    </a:moveTo>
                    <a:lnTo>
                      <a:pt x="2875" y="997"/>
                    </a:lnTo>
                    <a:lnTo>
                      <a:pt x="5262" y="2520"/>
                    </a:lnTo>
                    <a:lnTo>
                      <a:pt x="2387" y="1074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" name="Surface mesh patch"/>
              <p:cNvSpPr/>
              <p:nvPr/>
            </p:nvSpPr>
            <p:spPr>
              <a:xfrm>
                <a:off x="3705050" y="1241021"/>
                <a:ext cx="50120" cy="21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1">
                    <a:moveTo>
                      <a:pt x="0" y="0"/>
                    </a:moveTo>
                    <a:lnTo>
                      <a:pt x="2875" y="996"/>
                    </a:lnTo>
                    <a:lnTo>
                      <a:pt x="5262" y="2301"/>
                    </a:lnTo>
                    <a:lnTo>
                      <a:pt x="2387" y="996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" name="Surface mesh patch"/>
              <p:cNvSpPr/>
              <p:nvPr/>
            </p:nvSpPr>
            <p:spPr>
              <a:xfrm>
                <a:off x="2529567" y="1358265"/>
                <a:ext cx="50120" cy="336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32">
                    <a:moveTo>
                      <a:pt x="0" y="1943"/>
                    </a:moveTo>
                    <a:lnTo>
                      <a:pt x="2875" y="3532"/>
                    </a:lnTo>
                    <a:lnTo>
                      <a:pt x="5262" y="14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" name="Surface mesh patch"/>
              <p:cNvSpPr/>
              <p:nvPr/>
            </p:nvSpPr>
            <p:spPr>
              <a:xfrm>
                <a:off x="2579686" y="1351471"/>
                <a:ext cx="50120" cy="37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8">
                    <a:moveTo>
                      <a:pt x="0" y="2170"/>
                    </a:moveTo>
                    <a:lnTo>
                      <a:pt x="2875" y="3988"/>
                    </a:lnTo>
                    <a:lnTo>
                      <a:pt x="5262" y="16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" name="Surface mesh patch"/>
              <p:cNvSpPr/>
              <p:nvPr/>
            </p:nvSpPr>
            <p:spPr>
              <a:xfrm>
                <a:off x="2629806" y="1344723"/>
                <a:ext cx="50120" cy="420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4">
                    <a:moveTo>
                      <a:pt x="0" y="2386"/>
                    </a:moveTo>
                    <a:lnTo>
                      <a:pt x="2875" y="4414"/>
                    </a:lnTo>
                    <a:lnTo>
                      <a:pt x="5262" y="18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" name="Surface mesh patch"/>
              <p:cNvSpPr/>
              <p:nvPr/>
            </p:nvSpPr>
            <p:spPr>
              <a:xfrm>
                <a:off x="2679926" y="1337645"/>
                <a:ext cx="50120" cy="450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7">
                    <a:moveTo>
                      <a:pt x="0" y="2608"/>
                    </a:moveTo>
                    <a:lnTo>
                      <a:pt x="2875" y="4727"/>
                    </a:lnTo>
                    <a:lnTo>
                      <a:pt x="5262" y="1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" name="Surface mesh patch"/>
              <p:cNvSpPr/>
              <p:nvPr/>
            </p:nvSpPr>
            <p:spPr>
              <a:xfrm>
                <a:off x="2730045" y="1328658"/>
                <a:ext cx="50120" cy="465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6">
                    <a:moveTo>
                      <a:pt x="0" y="2864"/>
                    </a:moveTo>
                    <a:lnTo>
                      <a:pt x="2875" y="4886"/>
                    </a:lnTo>
                    <a:lnTo>
                      <a:pt x="5262" y="17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" name="Surface mesh patch"/>
              <p:cNvSpPr/>
              <p:nvPr/>
            </p:nvSpPr>
            <p:spPr>
              <a:xfrm>
                <a:off x="2780165" y="1315051"/>
                <a:ext cx="50120" cy="46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8">
                    <a:moveTo>
                      <a:pt x="0" y="3197"/>
                    </a:moveTo>
                    <a:lnTo>
                      <a:pt x="2875" y="4908"/>
                    </a:lnTo>
                    <a:lnTo>
                      <a:pt x="5262" y="13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" name="Surface mesh patch"/>
              <p:cNvSpPr/>
              <p:nvPr/>
            </p:nvSpPr>
            <p:spPr>
              <a:xfrm>
                <a:off x="2830284" y="1293351"/>
                <a:ext cx="50120" cy="464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2">
                    <a:moveTo>
                      <a:pt x="0" y="3664"/>
                    </a:moveTo>
                    <a:lnTo>
                      <a:pt x="2875" y="4882"/>
                    </a:lnTo>
                    <a:lnTo>
                      <a:pt x="5262" y="8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" name="Surface mesh patch"/>
              <p:cNvSpPr/>
              <p:nvPr/>
            </p:nvSpPr>
            <p:spPr>
              <a:xfrm>
                <a:off x="2880404" y="1260101"/>
                <a:ext cx="50120" cy="47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6">
                    <a:moveTo>
                      <a:pt x="0" y="4302"/>
                    </a:moveTo>
                    <a:lnTo>
                      <a:pt x="2875" y="4946"/>
                    </a:lnTo>
                    <a:lnTo>
                      <a:pt x="5262" y="1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" name="Surface mesh patch"/>
              <p:cNvSpPr/>
              <p:nvPr/>
            </p:nvSpPr>
            <p:spPr>
              <a:xfrm>
                <a:off x="2930524" y="1209858"/>
                <a:ext cx="50120" cy="53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7">
                    <a:moveTo>
                      <a:pt x="0" y="5443"/>
                    </a:moveTo>
                    <a:lnTo>
                      <a:pt x="2875" y="5597"/>
                    </a:lnTo>
                    <a:lnTo>
                      <a:pt x="5262" y="0"/>
                    </a:lnTo>
                    <a:lnTo>
                      <a:pt x="2387" y="343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" name="Surface mesh patch"/>
              <p:cNvSpPr/>
              <p:nvPr/>
            </p:nvSpPr>
            <p:spPr>
              <a:xfrm>
                <a:off x="2980643" y="1148492"/>
                <a:ext cx="50120" cy="613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3">
                    <a:moveTo>
                      <a:pt x="0" y="6443"/>
                    </a:moveTo>
                    <a:lnTo>
                      <a:pt x="2875" y="6395"/>
                    </a:lnTo>
                    <a:lnTo>
                      <a:pt x="5262" y="0"/>
                    </a:lnTo>
                    <a:lnTo>
                      <a:pt x="2387" y="481"/>
                    </a:lnTo>
                    <a:close/>
                  </a:path>
                </a:pathLst>
              </a:custGeom>
              <a:solidFill>
                <a:srgbClr val="e7dcda"/>
              </a:solidFill>
              <a:ln w="3334" cap="flat" cmpd="sng" algn="ctr">
                <a:solidFill>
                  <a:srgbClr val="e7dcd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" name="Surface mesh patch"/>
              <p:cNvSpPr/>
              <p:nvPr/>
            </p:nvSpPr>
            <p:spPr>
              <a:xfrm>
                <a:off x="3030763" y="1084215"/>
                <a:ext cx="50120" cy="66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76">
                    <a:moveTo>
                      <a:pt x="0" y="6748"/>
                    </a:moveTo>
                    <a:lnTo>
                      <a:pt x="2875" y="6976"/>
                    </a:lnTo>
                    <a:lnTo>
                      <a:pt x="5262" y="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f4d5c1"/>
              </a:solidFill>
              <a:ln w="3334" cap="flat" cmpd="sng" algn="ctr">
                <a:solidFill>
                  <a:srgbClr val="f4d5c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" name="Surface mesh patch"/>
              <p:cNvSpPr/>
              <p:nvPr/>
            </p:nvSpPr>
            <p:spPr>
              <a:xfrm>
                <a:off x="3080883" y="1016381"/>
                <a:ext cx="50120" cy="78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6">
                    <a:moveTo>
                      <a:pt x="0" y="7122"/>
                    </a:moveTo>
                    <a:lnTo>
                      <a:pt x="2875" y="8196"/>
                    </a:lnTo>
                    <a:lnTo>
                      <a:pt x="5262" y="10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aae"/>
              </a:solidFill>
              <a:ln w="3334" cap="flat" cmpd="sng" algn="ctr">
                <a:solidFill>
                  <a:srgbClr val="fbca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" name="Surface mesh patch"/>
              <p:cNvSpPr/>
              <p:nvPr/>
            </p:nvSpPr>
            <p:spPr>
              <a:xfrm>
                <a:off x="3131002" y="959406"/>
                <a:ext cx="50120" cy="89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7">
                    <a:moveTo>
                      <a:pt x="0" y="7030"/>
                    </a:moveTo>
                    <a:lnTo>
                      <a:pt x="2875" y="9447"/>
                    </a:lnTo>
                    <a:lnTo>
                      <a:pt x="5262" y="26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" name="Surface mesh patch"/>
              <p:cNvSpPr/>
              <p:nvPr/>
            </p:nvSpPr>
            <p:spPr>
              <a:xfrm>
                <a:off x="3181122" y="923820"/>
                <a:ext cx="50120" cy="98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77">
                    <a:moveTo>
                      <a:pt x="0" y="6384"/>
                    </a:moveTo>
                    <a:lnTo>
                      <a:pt x="2875" y="10377"/>
                    </a:lnTo>
                    <a:lnTo>
                      <a:pt x="5262" y="4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79b"/>
              </a:solidFill>
              <a:ln w="3334" cap="flat" cmpd="sng" algn="ctr">
                <a:solidFill>
                  <a:srgbClr val="fbb7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" name="Surface mesh patch"/>
              <p:cNvSpPr/>
              <p:nvPr/>
            </p:nvSpPr>
            <p:spPr>
              <a:xfrm>
                <a:off x="3231242" y="915555"/>
                <a:ext cx="50120" cy="101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02">
                    <a:moveTo>
                      <a:pt x="0" y="5287"/>
                    </a:moveTo>
                    <a:lnTo>
                      <a:pt x="2875" y="10702"/>
                    </a:lnTo>
                    <a:lnTo>
                      <a:pt x="5262" y="59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" name="Surface mesh patch"/>
              <p:cNvSpPr/>
              <p:nvPr/>
            </p:nvSpPr>
            <p:spPr>
              <a:xfrm>
                <a:off x="3281361" y="934290"/>
                <a:ext cx="50120" cy="976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55">
                    <a:moveTo>
                      <a:pt x="0" y="3958"/>
                    </a:moveTo>
                    <a:lnTo>
                      <a:pt x="2875" y="10255"/>
                    </a:lnTo>
                    <a:lnTo>
                      <a:pt x="5262" y="67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" name="Surface mesh patch"/>
              <p:cNvSpPr/>
              <p:nvPr/>
            </p:nvSpPr>
            <p:spPr>
              <a:xfrm>
                <a:off x="3331481" y="973758"/>
                <a:ext cx="50120" cy="86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31">
                    <a:moveTo>
                      <a:pt x="0" y="2637"/>
                    </a:moveTo>
                    <a:lnTo>
                      <a:pt x="2875" y="9031"/>
                    </a:lnTo>
                    <a:lnTo>
                      <a:pt x="5262" y="67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" name="Surface mesh patch"/>
              <p:cNvSpPr/>
              <p:nvPr/>
            </p:nvSpPr>
            <p:spPr>
              <a:xfrm>
                <a:off x="3381601" y="1024221"/>
                <a:ext cx="50120" cy="683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0">
                    <a:moveTo>
                      <a:pt x="0" y="1497"/>
                    </a:moveTo>
                    <a:lnTo>
                      <a:pt x="2875" y="7180"/>
                    </a:lnTo>
                    <a:lnTo>
                      <a:pt x="5262" y="60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" name="Surface mesh patch"/>
              <p:cNvSpPr/>
              <p:nvPr/>
            </p:nvSpPr>
            <p:spPr>
              <a:xfrm>
                <a:off x="3431720" y="1075930"/>
                <a:ext cx="50120" cy="473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67">
                    <a:moveTo>
                      <a:pt x="0" y="593"/>
                    </a:moveTo>
                    <a:lnTo>
                      <a:pt x="2875" y="4967"/>
                    </a:lnTo>
                    <a:lnTo>
                      <a:pt x="5262" y="47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" name="Surface mesh patch"/>
              <p:cNvSpPr/>
              <p:nvPr/>
            </p:nvSpPr>
            <p:spPr>
              <a:xfrm>
                <a:off x="3481840" y="1120983"/>
                <a:ext cx="50120" cy="324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10">
                    <a:moveTo>
                      <a:pt x="0" y="0"/>
                    </a:moveTo>
                    <a:lnTo>
                      <a:pt x="2875" y="2838"/>
                    </a:lnTo>
                    <a:lnTo>
                      <a:pt x="5262" y="3410"/>
                    </a:lnTo>
                    <a:lnTo>
                      <a:pt x="2387" y="112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" name="Surface mesh patch"/>
              <p:cNvSpPr/>
              <p:nvPr/>
            </p:nvSpPr>
            <p:spPr>
              <a:xfrm>
                <a:off x="3531959" y="1153465"/>
                <a:ext cx="50120" cy="263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7">
                    <a:moveTo>
                      <a:pt x="0" y="0"/>
                    </a:moveTo>
                    <a:lnTo>
                      <a:pt x="2875" y="1485"/>
                    </a:lnTo>
                    <a:lnTo>
                      <a:pt x="5262" y="2767"/>
                    </a:lnTo>
                    <a:lnTo>
                      <a:pt x="2387" y="684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" name="Surface mesh patch"/>
              <p:cNvSpPr/>
              <p:nvPr/>
            </p:nvSpPr>
            <p:spPr>
              <a:xfrm>
                <a:off x="3582079" y="1179822"/>
                <a:ext cx="50120" cy="233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4">
                    <a:moveTo>
                      <a:pt x="0" y="0"/>
                    </a:moveTo>
                    <a:lnTo>
                      <a:pt x="2875" y="624"/>
                    </a:lnTo>
                    <a:lnTo>
                      <a:pt x="5262" y="2454"/>
                    </a:lnTo>
                    <a:lnTo>
                      <a:pt x="2387" y="1146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" name="Surface mesh patch"/>
              <p:cNvSpPr/>
              <p:nvPr/>
            </p:nvSpPr>
            <p:spPr>
              <a:xfrm>
                <a:off x="3632199" y="1203193"/>
                <a:ext cx="50120" cy="233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9">
                    <a:moveTo>
                      <a:pt x="0" y="0"/>
                    </a:moveTo>
                    <a:lnTo>
                      <a:pt x="2875" y="346"/>
                    </a:lnTo>
                    <a:lnTo>
                      <a:pt x="5262" y="2449"/>
                    </a:lnTo>
                    <a:lnTo>
                      <a:pt x="2387" y="1452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" name="Surface mesh patch"/>
              <p:cNvSpPr/>
              <p:nvPr/>
            </p:nvSpPr>
            <p:spPr>
              <a:xfrm>
                <a:off x="3682318" y="1226520"/>
                <a:ext cx="50120" cy="239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9">
                    <a:moveTo>
                      <a:pt x="0" y="0"/>
                    </a:moveTo>
                    <a:lnTo>
                      <a:pt x="2875" y="510"/>
                    </a:lnTo>
                    <a:lnTo>
                      <a:pt x="5262" y="2519"/>
                    </a:lnTo>
                    <a:lnTo>
                      <a:pt x="2387" y="1522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" name="Surface mesh patch"/>
              <p:cNvSpPr/>
              <p:nvPr/>
            </p:nvSpPr>
            <p:spPr>
              <a:xfrm>
                <a:off x="3732438" y="1250512"/>
                <a:ext cx="50120" cy="226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79">
                    <a:moveTo>
                      <a:pt x="0" y="0"/>
                    </a:moveTo>
                    <a:lnTo>
                      <a:pt x="2875" y="829"/>
                    </a:lnTo>
                    <a:lnTo>
                      <a:pt x="5262" y="2379"/>
                    </a:lnTo>
                    <a:lnTo>
                      <a:pt x="2387" y="1305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" name="Surface mesh patch"/>
              <p:cNvSpPr/>
              <p:nvPr/>
            </p:nvSpPr>
            <p:spPr>
              <a:xfrm>
                <a:off x="2506835" y="1376769"/>
                <a:ext cx="50120" cy="337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1">
                    <a:moveTo>
                      <a:pt x="0" y="1836"/>
                    </a:moveTo>
                    <a:lnTo>
                      <a:pt x="2875" y="3541"/>
                    </a:lnTo>
                    <a:lnTo>
                      <a:pt x="5262" y="15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" name="Surface mesh patch"/>
              <p:cNvSpPr/>
              <p:nvPr/>
            </p:nvSpPr>
            <p:spPr>
              <a:xfrm>
                <a:off x="2556954" y="1372138"/>
                <a:ext cx="50120" cy="38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13">
                    <a:moveTo>
                      <a:pt x="0" y="2076"/>
                    </a:moveTo>
                    <a:lnTo>
                      <a:pt x="2875" y="4013"/>
                    </a:lnTo>
                    <a:lnTo>
                      <a:pt x="5262" y="1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" name="Surface mesh patch"/>
              <p:cNvSpPr/>
              <p:nvPr/>
            </p:nvSpPr>
            <p:spPr>
              <a:xfrm>
                <a:off x="2607074" y="1367453"/>
                <a:ext cx="50120" cy="426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2">
                    <a:moveTo>
                      <a:pt x="0" y="2310"/>
                    </a:moveTo>
                    <a:lnTo>
                      <a:pt x="2875" y="4472"/>
                    </a:lnTo>
                    <a:lnTo>
                      <a:pt x="5262" y="20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" name="Surface mesh patch"/>
              <p:cNvSpPr/>
              <p:nvPr/>
            </p:nvSpPr>
            <p:spPr>
              <a:xfrm>
                <a:off x="2657194" y="1362487"/>
                <a:ext cx="50120" cy="46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0">
                    <a:moveTo>
                      <a:pt x="0" y="2549"/>
                    </a:moveTo>
                    <a:lnTo>
                      <a:pt x="2875" y="4830"/>
                    </a:lnTo>
                    <a:lnTo>
                      <a:pt x="5262" y="21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" name="Surface mesh patch"/>
              <p:cNvSpPr/>
              <p:nvPr/>
            </p:nvSpPr>
            <p:spPr>
              <a:xfrm>
                <a:off x="2707313" y="1355933"/>
                <a:ext cx="50120" cy="47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1">
                    <a:moveTo>
                      <a:pt x="0" y="2807"/>
                    </a:moveTo>
                    <a:lnTo>
                      <a:pt x="2875" y="5031"/>
                    </a:lnTo>
                    <a:lnTo>
                      <a:pt x="5262" y="20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" name="Surface mesh patch"/>
              <p:cNvSpPr/>
              <p:nvPr/>
            </p:nvSpPr>
            <p:spPr>
              <a:xfrm>
                <a:off x="2757433" y="1345506"/>
                <a:ext cx="50120" cy="483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0">
                    <a:moveTo>
                      <a:pt x="0" y="3117"/>
                    </a:moveTo>
                    <a:lnTo>
                      <a:pt x="2875" y="5080"/>
                    </a:lnTo>
                    <a:lnTo>
                      <a:pt x="5262" y="17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" name="Surface mesh patch"/>
              <p:cNvSpPr/>
              <p:nvPr/>
            </p:nvSpPr>
            <p:spPr>
              <a:xfrm>
                <a:off x="2807553" y="1328247"/>
                <a:ext cx="50120" cy="481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2">
                    <a:moveTo>
                      <a:pt x="0" y="3523"/>
                    </a:moveTo>
                    <a:lnTo>
                      <a:pt x="2875" y="5052"/>
                    </a:lnTo>
                    <a:lnTo>
                      <a:pt x="5262" y="12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" name="Surface mesh patch"/>
              <p:cNvSpPr/>
              <p:nvPr/>
            </p:nvSpPr>
            <p:spPr>
              <a:xfrm>
                <a:off x="2857672" y="1301076"/>
                <a:ext cx="50120" cy="484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2">
                    <a:moveTo>
                      <a:pt x="0" y="4071"/>
                    </a:moveTo>
                    <a:lnTo>
                      <a:pt x="2875" y="5082"/>
                    </a:lnTo>
                    <a:lnTo>
                      <a:pt x="5262" y="6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" name="Surface mesh patch"/>
              <p:cNvSpPr/>
              <p:nvPr/>
            </p:nvSpPr>
            <p:spPr>
              <a:xfrm>
                <a:off x="2907792" y="1261701"/>
                <a:ext cx="50120" cy="507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24">
                    <a:moveTo>
                      <a:pt x="0" y="4778"/>
                    </a:moveTo>
                    <a:lnTo>
                      <a:pt x="2875" y="5324"/>
                    </a:lnTo>
                    <a:lnTo>
                      <a:pt x="5262" y="1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" name="Surface mesh patch"/>
              <p:cNvSpPr/>
              <p:nvPr/>
            </p:nvSpPr>
            <p:spPr>
              <a:xfrm>
                <a:off x="2957912" y="1209403"/>
                <a:ext cx="50120" cy="566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46">
                    <a:moveTo>
                      <a:pt x="0" y="5645"/>
                    </a:moveTo>
                    <a:lnTo>
                      <a:pt x="2875" y="5946"/>
                    </a:lnTo>
                    <a:lnTo>
                      <a:pt x="5262" y="0"/>
                    </a:lnTo>
                    <a:lnTo>
                      <a:pt x="2387" y="48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" name="Surface mesh patch"/>
              <p:cNvSpPr/>
              <p:nvPr/>
            </p:nvSpPr>
            <p:spPr>
              <a:xfrm>
                <a:off x="3008031" y="1148492"/>
                <a:ext cx="50120" cy="65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39">
                    <a:moveTo>
                      <a:pt x="0" y="6395"/>
                    </a:moveTo>
                    <a:lnTo>
                      <a:pt x="2875" y="6839"/>
                    </a:lnTo>
                    <a:lnTo>
                      <a:pt x="5262" y="2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" name="Surface mesh patch"/>
              <p:cNvSpPr/>
              <p:nvPr/>
            </p:nvSpPr>
            <p:spPr>
              <a:xfrm>
                <a:off x="3058151" y="1084215"/>
                <a:ext cx="50120" cy="76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52">
                    <a:moveTo>
                      <a:pt x="0" y="6976"/>
                    </a:moveTo>
                    <a:lnTo>
                      <a:pt x="2875" y="8052"/>
                    </a:lnTo>
                    <a:lnTo>
                      <a:pt x="5262" y="10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" name="Surface mesh patch"/>
              <p:cNvSpPr/>
              <p:nvPr/>
            </p:nvSpPr>
            <p:spPr>
              <a:xfrm>
                <a:off x="3108270" y="1026369"/>
                <a:ext cx="50120" cy="88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5">
                    <a:moveTo>
                      <a:pt x="0" y="7147"/>
                    </a:moveTo>
                    <a:lnTo>
                      <a:pt x="2875" y="9315"/>
                    </a:lnTo>
                    <a:lnTo>
                      <a:pt x="5262" y="24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" name="Surface mesh patch"/>
              <p:cNvSpPr/>
              <p:nvPr/>
            </p:nvSpPr>
            <p:spPr>
              <a:xfrm>
                <a:off x="3158390" y="984629"/>
                <a:ext cx="50120" cy="983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23">
                    <a:moveTo>
                      <a:pt x="0" y="6799"/>
                    </a:moveTo>
                    <a:lnTo>
                      <a:pt x="2875" y="10323"/>
                    </a:lnTo>
                    <a:lnTo>
                      <a:pt x="5262" y="39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" name="Surface mesh patch"/>
              <p:cNvSpPr/>
              <p:nvPr/>
            </p:nvSpPr>
            <p:spPr>
              <a:xfrm>
                <a:off x="3208510" y="965917"/>
                <a:ext cx="50120" cy="1026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4">
                    <a:moveTo>
                      <a:pt x="0" y="5957"/>
                    </a:moveTo>
                    <a:lnTo>
                      <a:pt x="2875" y="10774"/>
                    </a:lnTo>
                    <a:lnTo>
                      <a:pt x="5262" y="54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0a3"/>
              </a:solidFill>
              <a:ln w="3334" cap="flat" cmpd="sng" algn="ctr">
                <a:solidFill>
                  <a:srgbClr val="fbc0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" name="Surface mesh patch"/>
              <p:cNvSpPr/>
              <p:nvPr/>
            </p:nvSpPr>
            <p:spPr>
              <a:xfrm>
                <a:off x="3258629" y="971991"/>
                <a:ext cx="50120" cy="996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57">
                    <a:moveTo>
                      <a:pt x="0" y="4777"/>
                    </a:moveTo>
                    <a:lnTo>
                      <a:pt x="2875" y="10457"/>
                    </a:lnTo>
                    <a:lnTo>
                      <a:pt x="5262" y="62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5"/>
              </a:solidFill>
              <a:ln w="3334" cap="flat" cmpd="sng" algn="ctr">
                <a:solidFill>
                  <a:srgbClr val="fbc1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" name="Surface mesh patch"/>
              <p:cNvSpPr/>
              <p:nvPr/>
            </p:nvSpPr>
            <p:spPr>
              <a:xfrm>
                <a:off x="3308749" y="998879"/>
                <a:ext cx="50120" cy="88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06">
                    <a:moveTo>
                      <a:pt x="0" y="3474"/>
                    </a:moveTo>
                    <a:lnTo>
                      <a:pt x="2875" y="9306"/>
                    </a:lnTo>
                    <a:lnTo>
                      <a:pt x="5262" y="6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" name="Surface mesh patch"/>
              <p:cNvSpPr/>
              <p:nvPr/>
            </p:nvSpPr>
            <p:spPr>
              <a:xfrm>
                <a:off x="3358869" y="1038478"/>
                <a:ext cx="50120" cy="706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5">
                    <a:moveTo>
                      <a:pt x="0" y="2236"/>
                    </a:moveTo>
                    <a:lnTo>
                      <a:pt x="2875" y="7415"/>
                    </a:lnTo>
                    <a:lnTo>
                      <a:pt x="5262" y="56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" name="Surface mesh patch"/>
              <p:cNvSpPr/>
              <p:nvPr/>
            </p:nvSpPr>
            <p:spPr>
              <a:xfrm>
                <a:off x="3408988" y="1081577"/>
                <a:ext cx="50120" cy="477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15">
                    <a:moveTo>
                      <a:pt x="0" y="1158"/>
                    </a:moveTo>
                    <a:lnTo>
                      <a:pt x="2875" y="5015"/>
                    </a:lnTo>
                    <a:lnTo>
                      <a:pt x="5262" y="43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" name="Surface mesh patch"/>
              <p:cNvSpPr/>
              <p:nvPr/>
            </p:nvSpPr>
            <p:spPr>
              <a:xfrm>
                <a:off x="3459108" y="1120983"/>
                <a:ext cx="50120" cy="270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8">
                    <a:moveTo>
                      <a:pt x="0" y="237"/>
                    </a:moveTo>
                    <a:lnTo>
                      <a:pt x="2875" y="2452"/>
                    </a:lnTo>
                    <a:lnTo>
                      <a:pt x="5262" y="28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d7ca"/>
              </a:solidFill>
              <a:ln w="3334" cap="flat" cmpd="sng" algn="ctr">
                <a:solidFill>
                  <a:srgbClr val="f0d7c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" name="Surface mesh patch"/>
              <p:cNvSpPr/>
              <p:nvPr/>
            </p:nvSpPr>
            <p:spPr>
              <a:xfrm>
                <a:off x="3509228" y="1148014"/>
                <a:ext cx="50120" cy="19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57">
                    <a:moveTo>
                      <a:pt x="0" y="0"/>
                    </a:moveTo>
                    <a:lnTo>
                      <a:pt x="2875" y="706"/>
                    </a:lnTo>
                    <a:lnTo>
                      <a:pt x="5262" y="2057"/>
                    </a:lnTo>
                    <a:lnTo>
                      <a:pt x="2387" y="572"/>
                    </a:lnTo>
                    <a:close/>
                  </a:path>
                </a:pathLst>
              </a:custGeom>
              <a:solidFill>
                <a:srgbClr val="ebdad3"/>
              </a:solidFill>
              <a:ln w="3334" cap="flat" cmpd="sng" algn="ctr">
                <a:solidFill>
                  <a:srgbClr val="eb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" name="Surface mesh patch"/>
              <p:cNvSpPr/>
              <p:nvPr/>
            </p:nvSpPr>
            <p:spPr>
              <a:xfrm>
                <a:off x="3559347" y="1165038"/>
                <a:ext cx="50120" cy="20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6">
                    <a:moveTo>
                      <a:pt x="0" y="270"/>
                    </a:moveTo>
                    <a:lnTo>
                      <a:pt x="2875" y="0"/>
                    </a:lnTo>
                    <a:lnTo>
                      <a:pt x="5262" y="2176"/>
                    </a:lnTo>
                    <a:lnTo>
                      <a:pt x="2387" y="1552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" name="Surface mesh patch"/>
              <p:cNvSpPr/>
              <p:nvPr/>
            </p:nvSpPr>
            <p:spPr>
              <a:xfrm>
                <a:off x="3609467" y="1180717"/>
                <a:ext cx="50120" cy="25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6">
                    <a:moveTo>
                      <a:pt x="0" y="530"/>
                    </a:moveTo>
                    <a:lnTo>
                      <a:pt x="2875" y="0"/>
                    </a:lnTo>
                    <a:lnTo>
                      <a:pt x="5262" y="2706"/>
                    </a:lnTo>
                    <a:lnTo>
                      <a:pt x="2387" y="2360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" name="Surface mesh patch"/>
              <p:cNvSpPr/>
              <p:nvPr/>
            </p:nvSpPr>
            <p:spPr>
              <a:xfrm>
                <a:off x="3659587" y="1204738"/>
                <a:ext cx="50120" cy="266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97">
                    <a:moveTo>
                      <a:pt x="0" y="184"/>
                    </a:moveTo>
                    <a:lnTo>
                      <a:pt x="2875" y="0"/>
                    </a:lnTo>
                    <a:lnTo>
                      <a:pt x="5262" y="2797"/>
                    </a:lnTo>
                    <a:lnTo>
                      <a:pt x="2387" y="2287"/>
                    </a:lnTo>
                    <a:close/>
                  </a:path>
                </a:pathLst>
              </a:custGeom>
              <a:solidFill>
                <a:srgbClr val="dde2ee"/>
              </a:solidFill>
              <a:ln w="3334" cap="flat" cmpd="sng" algn="ctr">
                <a:solidFill>
                  <a:srgbClr val="dde2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" name="Surface mesh patch"/>
              <p:cNvSpPr/>
              <p:nvPr/>
            </p:nvSpPr>
            <p:spPr>
              <a:xfrm>
                <a:off x="3709706" y="1231378"/>
                <a:ext cx="50120" cy="27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8">
                    <a:moveTo>
                      <a:pt x="0" y="0"/>
                    </a:moveTo>
                    <a:lnTo>
                      <a:pt x="2875" y="431"/>
                    </a:lnTo>
                    <a:lnTo>
                      <a:pt x="5262" y="2838"/>
                    </a:lnTo>
                    <a:lnTo>
                      <a:pt x="2387" y="2009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" name="Surface mesh patch"/>
              <p:cNvSpPr/>
              <p:nvPr/>
            </p:nvSpPr>
            <p:spPr>
              <a:xfrm>
                <a:off x="3759826" y="1258406"/>
                <a:ext cx="50120" cy="24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0">
                    <a:moveTo>
                      <a:pt x="0" y="0"/>
                    </a:moveTo>
                    <a:lnTo>
                      <a:pt x="2875" y="941"/>
                    </a:lnTo>
                    <a:lnTo>
                      <a:pt x="5262" y="2580"/>
                    </a:lnTo>
                    <a:lnTo>
                      <a:pt x="2387" y="155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" name="Surface mesh patch"/>
              <p:cNvSpPr/>
              <p:nvPr/>
            </p:nvSpPr>
            <p:spPr>
              <a:xfrm>
                <a:off x="2484103" y="1394254"/>
                <a:ext cx="50120" cy="334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08">
                    <a:moveTo>
                      <a:pt x="0" y="1709"/>
                    </a:moveTo>
                    <a:lnTo>
                      <a:pt x="2875" y="3508"/>
                    </a:lnTo>
                    <a:lnTo>
                      <a:pt x="5262" y="17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" name="Surface mesh patch"/>
              <p:cNvSpPr/>
              <p:nvPr/>
            </p:nvSpPr>
            <p:spPr>
              <a:xfrm>
                <a:off x="2534223" y="1391910"/>
                <a:ext cx="50120" cy="379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1">
                    <a:moveTo>
                      <a:pt x="0" y="1951"/>
                    </a:moveTo>
                    <a:lnTo>
                      <a:pt x="2875" y="3981"/>
                    </a:lnTo>
                    <a:lnTo>
                      <a:pt x="5262" y="19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" name="Surface mesh patch"/>
              <p:cNvSpPr/>
              <p:nvPr/>
            </p:nvSpPr>
            <p:spPr>
              <a:xfrm>
                <a:off x="2584342" y="1389459"/>
                <a:ext cx="50120" cy="42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60">
                    <a:moveTo>
                      <a:pt x="0" y="2195"/>
                    </a:moveTo>
                    <a:lnTo>
                      <a:pt x="2875" y="4460"/>
                    </a:lnTo>
                    <a:lnTo>
                      <a:pt x="5262" y="21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bfd"/>
              </a:solidFill>
              <a:ln w="3334" cap="flat" cmpd="sng" algn="ctr">
                <a:solidFill>
                  <a:srgbClr val="ae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" name="Surface mesh patch"/>
              <p:cNvSpPr/>
              <p:nvPr/>
            </p:nvSpPr>
            <p:spPr>
              <a:xfrm>
                <a:off x="2634462" y="1386762"/>
                <a:ext cx="50120" cy="462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1">
                    <a:moveTo>
                      <a:pt x="0" y="2445"/>
                    </a:moveTo>
                    <a:lnTo>
                      <a:pt x="2875" y="4851"/>
                    </a:lnTo>
                    <a:lnTo>
                      <a:pt x="5262" y="22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" name="Surface mesh patch"/>
              <p:cNvSpPr/>
              <p:nvPr/>
            </p:nvSpPr>
            <p:spPr>
              <a:xfrm>
                <a:off x="2684581" y="1382672"/>
                <a:ext cx="50120" cy="48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7">
                    <a:moveTo>
                      <a:pt x="0" y="2711"/>
                    </a:moveTo>
                    <a:lnTo>
                      <a:pt x="2875" y="5087"/>
                    </a:lnTo>
                    <a:lnTo>
                      <a:pt x="5262" y="22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" name="Surface mesh patch"/>
              <p:cNvSpPr/>
              <p:nvPr/>
            </p:nvSpPr>
            <p:spPr>
              <a:xfrm>
                <a:off x="2734701" y="1375195"/>
                <a:ext cx="50120" cy="491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58">
                    <a:moveTo>
                      <a:pt x="0" y="3009"/>
                    </a:moveTo>
                    <a:lnTo>
                      <a:pt x="2875" y="5158"/>
                    </a:lnTo>
                    <a:lnTo>
                      <a:pt x="5262" y="19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" name="Surface mesh patch"/>
              <p:cNvSpPr/>
              <p:nvPr/>
            </p:nvSpPr>
            <p:spPr>
              <a:xfrm>
                <a:off x="2784821" y="1361800"/>
                <a:ext cx="50120" cy="48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24">
                    <a:moveTo>
                      <a:pt x="0" y="3369"/>
                    </a:moveTo>
                    <a:lnTo>
                      <a:pt x="2875" y="5124"/>
                    </a:lnTo>
                    <a:lnTo>
                      <a:pt x="5262" y="15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" name="Surface mesh patch"/>
              <p:cNvSpPr/>
              <p:nvPr/>
            </p:nvSpPr>
            <p:spPr>
              <a:xfrm>
                <a:off x="2834940" y="1339849"/>
                <a:ext cx="50120" cy="48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0">
                    <a:moveTo>
                      <a:pt x="0" y="3834"/>
                    </a:moveTo>
                    <a:lnTo>
                      <a:pt x="2875" y="5110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" name="Surface mesh patch"/>
              <p:cNvSpPr/>
              <p:nvPr/>
            </p:nvSpPr>
            <p:spPr>
              <a:xfrm>
                <a:off x="2885060" y="1307215"/>
                <a:ext cx="50120" cy="501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67">
                    <a:moveTo>
                      <a:pt x="0" y="4438"/>
                    </a:moveTo>
                    <a:lnTo>
                      <a:pt x="2875" y="5267"/>
                    </a:lnTo>
                    <a:lnTo>
                      <a:pt x="5262" y="5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" name="Surface mesh patch"/>
              <p:cNvSpPr/>
              <p:nvPr/>
            </p:nvSpPr>
            <p:spPr>
              <a:xfrm>
                <a:off x="2935180" y="1263172"/>
                <a:ext cx="50120" cy="54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7">
                    <a:moveTo>
                      <a:pt x="0" y="5169"/>
                    </a:moveTo>
                    <a:lnTo>
                      <a:pt x="2875" y="5727"/>
                    </a:lnTo>
                    <a:lnTo>
                      <a:pt x="5262" y="3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" name="Surface mesh patch"/>
              <p:cNvSpPr/>
              <p:nvPr/>
            </p:nvSpPr>
            <p:spPr>
              <a:xfrm>
                <a:off x="2985299" y="1209403"/>
                <a:ext cx="50120" cy="62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46">
                    <a:moveTo>
                      <a:pt x="0" y="5946"/>
                    </a:moveTo>
                    <a:lnTo>
                      <a:pt x="2875" y="6546"/>
                    </a:lnTo>
                    <a:lnTo>
                      <a:pt x="5262" y="4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a"/>
              </a:solidFill>
              <a:ln w="3334" cap="flat" cmpd="sng" algn="ctr">
                <a:solidFill>
                  <a:srgbClr val="df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" name="Surface mesh patch"/>
              <p:cNvSpPr/>
              <p:nvPr/>
            </p:nvSpPr>
            <p:spPr>
              <a:xfrm>
                <a:off x="3035419" y="1150660"/>
                <a:ext cx="50120" cy="72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63">
                    <a:moveTo>
                      <a:pt x="0" y="6611"/>
                    </a:moveTo>
                    <a:lnTo>
                      <a:pt x="2875" y="7663"/>
                    </a:lnTo>
                    <a:lnTo>
                      <a:pt x="5262" y="10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5"/>
              </a:solidFill>
              <a:ln w="3334" cap="flat" cmpd="sng" algn="ctr">
                <a:solidFill>
                  <a:srgbClr val="e9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" name="Surface mesh patch"/>
              <p:cNvSpPr/>
              <p:nvPr/>
            </p:nvSpPr>
            <p:spPr>
              <a:xfrm>
                <a:off x="3085539" y="1094448"/>
                <a:ext cx="50120" cy="8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88">
                    <a:moveTo>
                      <a:pt x="0" y="6978"/>
                    </a:moveTo>
                    <a:lnTo>
                      <a:pt x="2875" y="8888"/>
                    </a:lnTo>
                    <a:lnTo>
                      <a:pt x="5262" y="2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" name="Surface mesh patch"/>
              <p:cNvSpPr/>
              <p:nvPr/>
            </p:nvSpPr>
            <p:spPr>
              <a:xfrm>
                <a:off x="3135658" y="1049392"/>
                <a:ext cx="50120" cy="946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7">
                    <a:moveTo>
                      <a:pt x="0" y="6898"/>
                    </a:moveTo>
                    <a:lnTo>
                      <a:pt x="2875" y="9937"/>
                    </a:lnTo>
                    <a:lnTo>
                      <a:pt x="5262" y="35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" name="Surface mesh patch"/>
              <p:cNvSpPr/>
              <p:nvPr/>
            </p:nvSpPr>
            <p:spPr>
              <a:xfrm>
                <a:off x="3185778" y="1022661"/>
                <a:ext cx="50120" cy="100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04">
                    <a:moveTo>
                      <a:pt x="0" y="6330"/>
                    </a:moveTo>
                    <a:lnTo>
                      <a:pt x="2875" y="10504"/>
                    </a:lnTo>
                    <a:lnTo>
                      <a:pt x="5262" y="48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" name="Surface mesh patch"/>
              <p:cNvSpPr/>
              <p:nvPr/>
            </p:nvSpPr>
            <p:spPr>
              <a:xfrm>
                <a:off x="3235898" y="1017488"/>
                <a:ext cx="50120" cy="984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38">
                    <a:moveTo>
                      <a:pt x="0" y="5360"/>
                    </a:moveTo>
                    <a:lnTo>
                      <a:pt x="2875" y="10338"/>
                    </a:lnTo>
                    <a:lnTo>
                      <a:pt x="5262" y="56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" name="Surface mesh patch"/>
              <p:cNvSpPr/>
              <p:nvPr/>
            </p:nvSpPr>
            <p:spPr>
              <a:xfrm>
                <a:off x="3286017" y="1031964"/>
                <a:ext cx="50120" cy="88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4">
                    <a:moveTo>
                      <a:pt x="0" y="4161"/>
                    </a:moveTo>
                    <a:lnTo>
                      <a:pt x="2875" y="9314"/>
                    </a:lnTo>
                    <a:lnTo>
                      <a:pt x="5262" y="58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b0"/>
              </a:solidFill>
              <a:ln w="3334" cap="flat" cmpd="sng" algn="ctr">
                <a:solidFill>
                  <a:srgbClr val="fbcc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" name="Surface mesh patch"/>
              <p:cNvSpPr/>
              <p:nvPr/>
            </p:nvSpPr>
            <p:spPr>
              <a:xfrm>
                <a:off x="3336137" y="1059775"/>
                <a:ext cx="50120" cy="709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4">
                    <a:moveTo>
                      <a:pt x="0" y="2913"/>
                    </a:moveTo>
                    <a:lnTo>
                      <a:pt x="2875" y="7454"/>
                    </a:lnTo>
                    <a:lnTo>
                      <a:pt x="5262" y="51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1b5"/>
              </a:solidFill>
              <a:ln w="3334" cap="flat" cmpd="sng" algn="ctr">
                <a:solidFill>
                  <a:srgbClr val="fb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" name="Surface mesh patch"/>
              <p:cNvSpPr/>
              <p:nvPr/>
            </p:nvSpPr>
            <p:spPr>
              <a:xfrm>
                <a:off x="3386256" y="1092607"/>
                <a:ext cx="50120" cy="47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6">
                    <a:moveTo>
                      <a:pt x="0" y="1732"/>
                    </a:moveTo>
                    <a:lnTo>
                      <a:pt x="2875" y="4936"/>
                    </a:lnTo>
                    <a:lnTo>
                      <a:pt x="5262" y="38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" name="Surface mesh patch"/>
              <p:cNvSpPr/>
              <p:nvPr/>
            </p:nvSpPr>
            <p:spPr>
              <a:xfrm>
                <a:off x="3436376" y="1123240"/>
                <a:ext cx="50120" cy="211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5">
                    <a:moveTo>
                      <a:pt x="0" y="641"/>
                    </a:moveTo>
                    <a:lnTo>
                      <a:pt x="2875" y="2092"/>
                    </a:lnTo>
                    <a:lnTo>
                      <a:pt x="5262" y="22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" name="Surface mesh patch"/>
              <p:cNvSpPr/>
              <p:nvPr/>
            </p:nvSpPr>
            <p:spPr>
              <a:xfrm>
                <a:off x="3486496" y="1142080"/>
                <a:ext cx="50120" cy="12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9">
                    <a:moveTo>
                      <a:pt x="0" y="237"/>
                    </a:moveTo>
                    <a:lnTo>
                      <a:pt x="2875" y="0"/>
                    </a:lnTo>
                    <a:lnTo>
                      <a:pt x="5262" y="1329"/>
                    </a:lnTo>
                    <a:lnTo>
                      <a:pt x="2387" y="623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" name="Surface mesh patch"/>
              <p:cNvSpPr/>
              <p:nvPr/>
            </p:nvSpPr>
            <p:spPr>
              <a:xfrm>
                <a:off x="3536615" y="1141736"/>
                <a:ext cx="50120" cy="25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16">
                    <a:moveTo>
                      <a:pt x="0" y="1365"/>
                    </a:moveTo>
                    <a:lnTo>
                      <a:pt x="2875" y="0"/>
                    </a:lnTo>
                    <a:lnTo>
                      <a:pt x="5262" y="2447"/>
                    </a:lnTo>
                    <a:lnTo>
                      <a:pt x="2387" y="2716"/>
                    </a:lnTo>
                    <a:close/>
                  </a:path>
                </a:pathLst>
              </a:custGeom>
              <a:solidFill>
                <a:srgbClr val="ecd9d0"/>
              </a:solidFill>
              <a:ln w="3334" cap="flat" cmpd="sng" algn="ctr">
                <a:solidFill>
                  <a:srgbClr val="ec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" name="Surface mesh patch"/>
              <p:cNvSpPr/>
              <p:nvPr/>
            </p:nvSpPr>
            <p:spPr>
              <a:xfrm>
                <a:off x="3586735" y="1149447"/>
                <a:ext cx="50120" cy="36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3">
                    <a:moveTo>
                      <a:pt x="0" y="1637"/>
                    </a:moveTo>
                    <a:lnTo>
                      <a:pt x="2875" y="0"/>
                    </a:lnTo>
                    <a:lnTo>
                      <a:pt x="5262" y="3283"/>
                    </a:lnTo>
                    <a:lnTo>
                      <a:pt x="2387" y="3813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" name="Surface mesh patch"/>
              <p:cNvSpPr/>
              <p:nvPr/>
            </p:nvSpPr>
            <p:spPr>
              <a:xfrm>
                <a:off x="3636855" y="1170186"/>
                <a:ext cx="50120" cy="36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1">
                    <a:moveTo>
                      <a:pt x="0" y="1106"/>
                    </a:moveTo>
                    <a:lnTo>
                      <a:pt x="2875" y="0"/>
                    </a:lnTo>
                    <a:lnTo>
                      <a:pt x="5262" y="3628"/>
                    </a:lnTo>
                    <a:lnTo>
                      <a:pt x="2387" y="3811"/>
                    </a:lnTo>
                    <a:close/>
                  </a:path>
                </a:pathLst>
              </a:custGeom>
              <a:solidFill>
                <a:srgbClr val="e5dede"/>
              </a:solidFill>
              <a:ln w="3334" cap="flat" cmpd="sng" algn="ctr">
                <a:solidFill>
                  <a:srgbClr val="e5de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" name="Surface mesh patch"/>
              <p:cNvSpPr/>
              <p:nvPr/>
            </p:nvSpPr>
            <p:spPr>
              <a:xfrm>
                <a:off x="3686974" y="1203355"/>
                <a:ext cx="50120" cy="321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3">
                    <a:moveTo>
                      <a:pt x="0" y="145"/>
                    </a:moveTo>
                    <a:lnTo>
                      <a:pt x="2875" y="0"/>
                    </a:lnTo>
                    <a:lnTo>
                      <a:pt x="5262" y="3373"/>
                    </a:lnTo>
                    <a:lnTo>
                      <a:pt x="2387" y="2942"/>
                    </a:lnTo>
                    <a:close/>
                  </a:path>
                </a:pathLst>
              </a:custGeom>
              <a:solidFill>
                <a:srgbClr val="dee1ea"/>
              </a:solidFill>
              <a:ln w="3334" cap="flat" cmpd="sng" algn="ctr">
                <a:solidFill>
                  <a:srgbClr val="de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" name="Surface mesh patch"/>
              <p:cNvSpPr/>
              <p:nvPr/>
            </p:nvSpPr>
            <p:spPr>
              <a:xfrm>
                <a:off x="3737094" y="1235482"/>
                <a:ext cx="50120" cy="31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8">
                    <a:moveTo>
                      <a:pt x="0" y="0"/>
                    </a:moveTo>
                    <a:lnTo>
                      <a:pt x="2875" y="755"/>
                    </a:lnTo>
                    <a:lnTo>
                      <a:pt x="5262" y="3348"/>
                    </a:lnTo>
                    <a:lnTo>
                      <a:pt x="2387" y="240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" name="Surface mesh patch"/>
              <p:cNvSpPr/>
              <p:nvPr/>
            </p:nvSpPr>
            <p:spPr>
              <a:xfrm>
                <a:off x="3787214" y="1267369"/>
                <a:ext cx="50120" cy="26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7">
                    <a:moveTo>
                      <a:pt x="0" y="0"/>
                    </a:moveTo>
                    <a:lnTo>
                      <a:pt x="2875" y="1243"/>
                    </a:lnTo>
                    <a:lnTo>
                      <a:pt x="5262" y="2757"/>
                    </a:lnTo>
                    <a:lnTo>
                      <a:pt x="2387" y="1639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" name="Surface mesh patch"/>
              <p:cNvSpPr/>
              <p:nvPr/>
            </p:nvSpPr>
            <p:spPr>
              <a:xfrm>
                <a:off x="2461371" y="1410529"/>
                <a:ext cx="50120" cy="327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6">
                    <a:moveTo>
                      <a:pt x="0" y="1568"/>
                    </a:moveTo>
                    <a:lnTo>
                      <a:pt x="2875" y="3436"/>
                    </a:lnTo>
                    <a:lnTo>
                      <a:pt x="5262" y="17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" name="Surface mesh patch"/>
              <p:cNvSpPr/>
              <p:nvPr/>
            </p:nvSpPr>
            <p:spPr>
              <a:xfrm>
                <a:off x="2511491" y="1410496"/>
                <a:ext cx="50120" cy="370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93">
                    <a:moveTo>
                      <a:pt x="0" y="1802"/>
                    </a:moveTo>
                    <a:lnTo>
                      <a:pt x="2875" y="3893"/>
                    </a:lnTo>
                    <a:lnTo>
                      <a:pt x="5262" y="2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" name="Surface mesh patch"/>
              <p:cNvSpPr/>
              <p:nvPr/>
            </p:nvSpPr>
            <p:spPr>
              <a:xfrm>
                <a:off x="2561610" y="1410365"/>
                <a:ext cx="50120" cy="41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74">
                    <a:moveTo>
                      <a:pt x="0" y="2043"/>
                    </a:moveTo>
                    <a:lnTo>
                      <a:pt x="2875" y="4374"/>
                    </a:lnTo>
                    <a:lnTo>
                      <a:pt x="5262" y="22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" name="Surface mesh patch"/>
              <p:cNvSpPr/>
              <p:nvPr/>
            </p:nvSpPr>
            <p:spPr>
              <a:xfrm>
                <a:off x="2611730" y="1410053"/>
                <a:ext cx="50120" cy="45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86">
                    <a:moveTo>
                      <a:pt x="0" y="2298"/>
                    </a:moveTo>
                    <a:lnTo>
                      <a:pt x="2875" y="4786"/>
                    </a:lnTo>
                    <a:lnTo>
                      <a:pt x="5262" y="2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" name="Surface mesh patch"/>
              <p:cNvSpPr/>
              <p:nvPr/>
            </p:nvSpPr>
            <p:spPr>
              <a:xfrm>
                <a:off x="2661850" y="1408495"/>
                <a:ext cx="50120" cy="48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9">
                    <a:moveTo>
                      <a:pt x="0" y="2569"/>
                    </a:moveTo>
                    <a:lnTo>
                      <a:pt x="2875" y="5049"/>
                    </a:lnTo>
                    <a:lnTo>
                      <a:pt x="5262" y="23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" name="Surface mesh patch"/>
              <p:cNvSpPr/>
              <p:nvPr/>
            </p:nvSpPr>
            <p:spPr>
              <a:xfrm>
                <a:off x="2711969" y="1403854"/>
                <a:ext cx="50120" cy="48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40">
                    <a:moveTo>
                      <a:pt x="0" y="2863"/>
                    </a:moveTo>
                    <a:lnTo>
                      <a:pt x="2875" y="5140"/>
                    </a:lnTo>
                    <a:lnTo>
                      <a:pt x="5262" y="21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" name="Surface mesh patch"/>
              <p:cNvSpPr/>
              <p:nvPr/>
            </p:nvSpPr>
            <p:spPr>
              <a:xfrm>
                <a:off x="2762089" y="1393890"/>
                <a:ext cx="50120" cy="48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01">
                    <a:moveTo>
                      <a:pt x="0" y="3195"/>
                    </a:moveTo>
                    <a:lnTo>
                      <a:pt x="2875" y="5101"/>
                    </a:lnTo>
                    <a:lnTo>
                      <a:pt x="5262" y="1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" name="Surface mesh patch"/>
              <p:cNvSpPr/>
              <p:nvPr/>
            </p:nvSpPr>
            <p:spPr>
              <a:xfrm>
                <a:off x="2812209" y="1376369"/>
                <a:ext cx="50120" cy="480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3">
                    <a:moveTo>
                      <a:pt x="0" y="3595"/>
                    </a:moveTo>
                    <a:lnTo>
                      <a:pt x="2875" y="5043"/>
                    </a:lnTo>
                    <a:lnTo>
                      <a:pt x="5262" y="1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" name="Surface mesh patch"/>
              <p:cNvSpPr/>
              <p:nvPr/>
            </p:nvSpPr>
            <p:spPr>
              <a:xfrm>
                <a:off x="2862328" y="1349483"/>
                <a:ext cx="50120" cy="48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3">
                    <a:moveTo>
                      <a:pt x="0" y="4098"/>
                    </a:moveTo>
                    <a:lnTo>
                      <a:pt x="2875" y="5113"/>
                    </a:lnTo>
                    <a:lnTo>
                      <a:pt x="5262" y="8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" name="Surface mesh patch"/>
              <p:cNvSpPr/>
              <p:nvPr/>
            </p:nvSpPr>
            <p:spPr>
              <a:xfrm>
                <a:off x="2912448" y="1312409"/>
                <a:ext cx="50120" cy="518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46">
                    <a:moveTo>
                      <a:pt x="0" y="4722"/>
                    </a:moveTo>
                    <a:lnTo>
                      <a:pt x="2875" y="5446"/>
                    </a:lnTo>
                    <a:lnTo>
                      <a:pt x="5262" y="5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" name="Surface mesh patch"/>
              <p:cNvSpPr/>
              <p:nvPr/>
            </p:nvSpPr>
            <p:spPr>
              <a:xfrm>
                <a:off x="2962567" y="1266039"/>
                <a:ext cx="50120" cy="582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18">
                    <a:moveTo>
                      <a:pt x="0" y="5426"/>
                    </a:moveTo>
                    <a:lnTo>
                      <a:pt x="2875" y="6118"/>
                    </a:lnTo>
                    <a:lnTo>
                      <a:pt x="5262" y="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" name="Surface mesh patch"/>
              <p:cNvSpPr/>
              <p:nvPr/>
            </p:nvSpPr>
            <p:spPr>
              <a:xfrm>
                <a:off x="3012687" y="1213635"/>
                <a:ext cx="50120" cy="67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00">
                    <a:moveTo>
                      <a:pt x="0" y="6102"/>
                    </a:moveTo>
                    <a:lnTo>
                      <a:pt x="2875" y="7100"/>
                    </a:lnTo>
                    <a:lnTo>
                      <a:pt x="5262" y="10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" name="Surface mesh patch"/>
              <p:cNvSpPr/>
              <p:nvPr/>
            </p:nvSpPr>
            <p:spPr>
              <a:xfrm>
                <a:off x="3062807" y="1160912"/>
                <a:ext cx="50120" cy="784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39">
                    <a:moveTo>
                      <a:pt x="0" y="6587"/>
                    </a:moveTo>
                    <a:lnTo>
                      <a:pt x="2875" y="8239"/>
                    </a:lnTo>
                    <a:lnTo>
                      <a:pt x="5262" y="19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" name="Surface mesh patch"/>
              <p:cNvSpPr/>
              <p:nvPr/>
            </p:nvSpPr>
            <p:spPr>
              <a:xfrm>
                <a:off x="3112926" y="1115092"/>
                <a:ext cx="50120" cy="88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85">
                    <a:moveTo>
                      <a:pt x="0" y="6720"/>
                    </a:moveTo>
                    <a:lnTo>
                      <a:pt x="2875" y="9285"/>
                    </a:lnTo>
                    <a:lnTo>
                      <a:pt x="5262" y="30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" name="Surface mesh patch"/>
              <p:cNvSpPr/>
              <p:nvPr/>
            </p:nvSpPr>
            <p:spPr>
              <a:xfrm>
                <a:off x="3163046" y="1082953"/>
                <a:ext cx="50120" cy="94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7">
                    <a:moveTo>
                      <a:pt x="0" y="6414"/>
                    </a:moveTo>
                    <a:lnTo>
                      <a:pt x="2875" y="9937"/>
                    </a:lnTo>
                    <a:lnTo>
                      <a:pt x="5262" y="41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" name="Surface mesh patch"/>
              <p:cNvSpPr/>
              <p:nvPr/>
            </p:nvSpPr>
            <p:spPr>
              <a:xfrm>
                <a:off x="3213166" y="1068542"/>
                <a:ext cx="50120" cy="945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23">
                    <a:moveTo>
                      <a:pt x="0" y="5687"/>
                    </a:moveTo>
                    <a:lnTo>
                      <a:pt x="2875" y="9923"/>
                    </a:lnTo>
                    <a:lnTo>
                      <a:pt x="5262" y="4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" name="Surface mesh patch"/>
              <p:cNvSpPr/>
              <p:nvPr/>
            </p:nvSpPr>
            <p:spPr>
              <a:xfrm>
                <a:off x="3263285" y="1071597"/>
                <a:ext cx="50120" cy="86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58">
                    <a:moveTo>
                      <a:pt x="0" y="4657"/>
                    </a:moveTo>
                    <a:lnTo>
                      <a:pt x="2875" y="9058"/>
                    </a:lnTo>
                    <a:lnTo>
                      <a:pt x="5262" y="5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" name="Surface mesh patch"/>
              <p:cNvSpPr/>
              <p:nvPr/>
            </p:nvSpPr>
            <p:spPr>
              <a:xfrm>
                <a:off x="3313405" y="1087523"/>
                <a:ext cx="50120" cy="69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2">
                    <a:moveTo>
                      <a:pt x="0" y="3481"/>
                    </a:moveTo>
                    <a:lnTo>
                      <a:pt x="2875" y="7292"/>
                    </a:lnTo>
                    <a:lnTo>
                      <a:pt x="5262" y="45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7d3bb"/>
              </a:solidFill>
              <a:ln w="3334" cap="flat" cmpd="sng" algn="ctr">
                <a:solidFill>
                  <a:srgbClr val="f7d3b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" name="Surface mesh patch"/>
              <p:cNvSpPr/>
              <p:nvPr/>
            </p:nvSpPr>
            <p:spPr>
              <a:xfrm>
                <a:off x="3363525" y="1109103"/>
                <a:ext cx="50120" cy="45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9">
                    <a:moveTo>
                      <a:pt x="0" y="2275"/>
                    </a:moveTo>
                    <a:lnTo>
                      <a:pt x="2875" y="4729"/>
                    </a:lnTo>
                    <a:lnTo>
                      <a:pt x="5262" y="32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" name="Surface mesh patch"/>
              <p:cNvSpPr/>
              <p:nvPr/>
            </p:nvSpPr>
            <p:spPr>
              <a:xfrm>
                <a:off x="3413644" y="1129348"/>
                <a:ext cx="50120" cy="15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2">
                    <a:moveTo>
                      <a:pt x="0" y="1079"/>
                    </a:moveTo>
                    <a:lnTo>
                      <a:pt x="2875" y="1662"/>
                    </a:lnTo>
                    <a:lnTo>
                      <a:pt x="5262" y="14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" name="Surface mesh patch"/>
              <p:cNvSpPr/>
              <p:nvPr/>
            </p:nvSpPr>
            <p:spPr>
              <a:xfrm>
                <a:off x="3463764" y="1130710"/>
                <a:ext cx="50120" cy="13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1">
                    <a:moveTo>
                      <a:pt x="0" y="1308"/>
                    </a:moveTo>
                    <a:lnTo>
                      <a:pt x="2875" y="0"/>
                    </a:lnTo>
                    <a:lnTo>
                      <a:pt x="5262" y="1194"/>
                    </a:lnTo>
                    <a:lnTo>
                      <a:pt x="2387" y="1431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" name="Surface mesh patch"/>
              <p:cNvSpPr/>
              <p:nvPr/>
            </p:nvSpPr>
            <p:spPr>
              <a:xfrm>
                <a:off x="3513884" y="1117008"/>
                <a:ext cx="50120" cy="37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1">
                    <a:moveTo>
                      <a:pt x="0" y="2632"/>
                    </a:moveTo>
                    <a:lnTo>
                      <a:pt x="2875" y="0"/>
                    </a:lnTo>
                    <a:lnTo>
                      <a:pt x="5262" y="2596"/>
                    </a:lnTo>
                    <a:lnTo>
                      <a:pt x="2387" y="3961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" name="Surface mesh patch"/>
              <p:cNvSpPr/>
              <p:nvPr/>
            </p:nvSpPr>
            <p:spPr>
              <a:xfrm>
                <a:off x="3564003" y="1113525"/>
                <a:ext cx="50120" cy="51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8">
                    <a:moveTo>
                      <a:pt x="0" y="2962"/>
                    </a:moveTo>
                    <a:lnTo>
                      <a:pt x="2875" y="0"/>
                    </a:lnTo>
                    <a:lnTo>
                      <a:pt x="5262" y="3771"/>
                    </a:lnTo>
                    <a:lnTo>
                      <a:pt x="2387" y="5408"/>
                    </a:lnTo>
                    <a:close/>
                  </a:path>
                </a:pathLst>
              </a:custGeom>
              <a:solidFill>
                <a:srgbClr val="f2d6c6"/>
              </a:solidFill>
              <a:ln w="3334" cap="flat" cmpd="sng" algn="ctr">
                <a:solidFill>
                  <a:srgbClr val="f2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" name="Surface mesh patch"/>
              <p:cNvSpPr/>
              <p:nvPr/>
            </p:nvSpPr>
            <p:spPr>
              <a:xfrm>
                <a:off x="3614123" y="1127925"/>
                <a:ext cx="50120" cy="527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2">
                    <a:moveTo>
                      <a:pt x="0" y="2260"/>
                    </a:moveTo>
                    <a:lnTo>
                      <a:pt x="2875" y="0"/>
                    </a:lnTo>
                    <a:lnTo>
                      <a:pt x="5262" y="4437"/>
                    </a:lnTo>
                    <a:lnTo>
                      <a:pt x="2387" y="5542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" name="Surface mesh patch"/>
              <p:cNvSpPr/>
              <p:nvPr/>
            </p:nvSpPr>
            <p:spPr>
              <a:xfrm>
                <a:off x="3664242" y="1161453"/>
                <a:ext cx="50120" cy="432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4">
                    <a:moveTo>
                      <a:pt x="0" y="917"/>
                    </a:moveTo>
                    <a:lnTo>
                      <a:pt x="2875" y="0"/>
                    </a:lnTo>
                    <a:lnTo>
                      <a:pt x="5262" y="4399"/>
                    </a:lnTo>
                    <a:lnTo>
                      <a:pt x="2387" y="4544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" name="Surface mesh patch"/>
              <p:cNvSpPr/>
              <p:nvPr/>
            </p:nvSpPr>
            <p:spPr>
              <a:xfrm>
                <a:off x="3714362" y="1203355"/>
                <a:ext cx="50120" cy="393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8">
                    <a:moveTo>
                      <a:pt x="0" y="0"/>
                    </a:moveTo>
                    <a:lnTo>
                      <a:pt x="2875" y="455"/>
                    </a:lnTo>
                    <a:lnTo>
                      <a:pt x="5262" y="4128"/>
                    </a:lnTo>
                    <a:lnTo>
                      <a:pt x="2387" y="3373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" name="Surface mesh patch"/>
              <p:cNvSpPr/>
              <p:nvPr/>
            </p:nvSpPr>
            <p:spPr>
              <a:xfrm>
                <a:off x="3764482" y="1242675"/>
                <a:ext cx="50120" cy="365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6">
                    <a:moveTo>
                      <a:pt x="0" y="0"/>
                    </a:moveTo>
                    <a:lnTo>
                      <a:pt x="2875" y="1350"/>
                    </a:lnTo>
                    <a:lnTo>
                      <a:pt x="5262" y="3836"/>
                    </a:lnTo>
                    <a:lnTo>
                      <a:pt x="2387" y="2593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" name="Surface mesh patch"/>
              <p:cNvSpPr/>
              <p:nvPr/>
            </p:nvSpPr>
            <p:spPr>
              <a:xfrm>
                <a:off x="3814601" y="1279212"/>
                <a:ext cx="50120" cy="262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4">
                    <a:moveTo>
                      <a:pt x="0" y="0"/>
                    </a:moveTo>
                    <a:lnTo>
                      <a:pt x="2875" y="1583"/>
                    </a:lnTo>
                    <a:lnTo>
                      <a:pt x="5262" y="2754"/>
                    </a:lnTo>
                    <a:lnTo>
                      <a:pt x="2387" y="1513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" name="Surface mesh patch"/>
              <p:cNvSpPr/>
              <p:nvPr/>
            </p:nvSpPr>
            <p:spPr>
              <a:xfrm>
                <a:off x="2438639" y="1425463"/>
                <a:ext cx="50120" cy="317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33">
                    <a:moveTo>
                      <a:pt x="0" y="1421"/>
                    </a:moveTo>
                    <a:lnTo>
                      <a:pt x="2875" y="3333"/>
                    </a:lnTo>
                    <a:lnTo>
                      <a:pt x="5262" y="18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9" name="Surface mesh patch"/>
              <p:cNvSpPr/>
              <p:nvPr/>
            </p:nvSpPr>
            <p:spPr>
              <a:xfrm>
                <a:off x="2488759" y="1427664"/>
                <a:ext cx="50120" cy="35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56">
                    <a:moveTo>
                      <a:pt x="0" y="1637"/>
                    </a:moveTo>
                    <a:lnTo>
                      <a:pt x="2875" y="3756"/>
                    </a:lnTo>
                    <a:lnTo>
                      <a:pt x="5262" y="20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" name="Surface mesh patch"/>
              <p:cNvSpPr/>
              <p:nvPr/>
            </p:nvSpPr>
            <p:spPr>
              <a:xfrm>
                <a:off x="2538878" y="1429828"/>
                <a:ext cx="50120" cy="40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1">
                    <a:moveTo>
                      <a:pt x="0" y="1864"/>
                    </a:moveTo>
                    <a:lnTo>
                      <a:pt x="2875" y="4221"/>
                    </a:lnTo>
                    <a:lnTo>
                      <a:pt x="5262" y="23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" name="Surface mesh patch"/>
              <p:cNvSpPr/>
              <p:nvPr/>
            </p:nvSpPr>
            <p:spPr>
              <a:xfrm>
                <a:off x="2588998" y="1431937"/>
                <a:ext cx="50120" cy="441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36">
                    <a:moveTo>
                      <a:pt x="0" y="2110"/>
                    </a:moveTo>
                    <a:lnTo>
                      <a:pt x="2875" y="4636"/>
                    </a:lnTo>
                    <a:lnTo>
                      <a:pt x="5262" y="24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" name="Surface mesh patch"/>
              <p:cNvSpPr/>
              <p:nvPr/>
            </p:nvSpPr>
            <p:spPr>
              <a:xfrm>
                <a:off x="2639118" y="1432967"/>
                <a:ext cx="50120" cy="468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6">
                    <a:moveTo>
                      <a:pt x="0" y="2380"/>
                    </a:moveTo>
                    <a:lnTo>
                      <a:pt x="2875" y="4916"/>
                    </a:lnTo>
                    <a:lnTo>
                      <a:pt x="5262" y="2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" name="Surface mesh patch"/>
              <p:cNvSpPr/>
              <p:nvPr/>
            </p:nvSpPr>
            <p:spPr>
              <a:xfrm>
                <a:off x="2689237" y="1431128"/>
                <a:ext cx="50120" cy="47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3">
                    <a:moveTo>
                      <a:pt x="0" y="2673"/>
                    </a:moveTo>
                    <a:lnTo>
                      <a:pt x="2875" y="5023"/>
                    </a:lnTo>
                    <a:lnTo>
                      <a:pt x="5262" y="2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" name="Surface mesh patch"/>
              <p:cNvSpPr/>
              <p:nvPr/>
            </p:nvSpPr>
            <p:spPr>
              <a:xfrm>
                <a:off x="2739357" y="1424324"/>
                <a:ext cx="50120" cy="47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2">
                    <a:moveTo>
                      <a:pt x="0" y="2991"/>
                    </a:moveTo>
                    <a:lnTo>
                      <a:pt x="2875" y="4982"/>
                    </a:lnTo>
                    <a:lnTo>
                      <a:pt x="5262" y="19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" name="Surface mesh patch"/>
              <p:cNvSpPr/>
              <p:nvPr/>
            </p:nvSpPr>
            <p:spPr>
              <a:xfrm>
                <a:off x="2789477" y="1410608"/>
                <a:ext cx="50120" cy="4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90">
                    <a:moveTo>
                      <a:pt x="0" y="3346"/>
                    </a:moveTo>
                    <a:lnTo>
                      <a:pt x="2875" y="4890"/>
                    </a:lnTo>
                    <a:lnTo>
                      <a:pt x="5262" y="14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" name="Surface mesh patch"/>
              <p:cNvSpPr/>
              <p:nvPr/>
            </p:nvSpPr>
            <p:spPr>
              <a:xfrm>
                <a:off x="2839596" y="1388519"/>
                <a:ext cx="50120" cy="464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0">
                    <a:moveTo>
                      <a:pt x="0" y="3767"/>
                    </a:moveTo>
                    <a:lnTo>
                      <a:pt x="2875" y="4880"/>
                    </a:lnTo>
                    <a:lnTo>
                      <a:pt x="5262" y="10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" name="Surface mesh patch"/>
              <p:cNvSpPr/>
              <p:nvPr/>
            </p:nvSpPr>
            <p:spPr>
              <a:xfrm>
                <a:off x="2889716" y="1357383"/>
                <a:ext cx="50120" cy="484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0">
                    <a:moveTo>
                      <a:pt x="0" y="4283"/>
                    </a:moveTo>
                    <a:lnTo>
                      <a:pt x="2875" y="5090"/>
                    </a:lnTo>
                    <a:lnTo>
                      <a:pt x="5262" y="7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" name="Surface mesh patch"/>
              <p:cNvSpPr/>
              <p:nvPr/>
            </p:nvSpPr>
            <p:spPr>
              <a:xfrm>
                <a:off x="2939836" y="1317725"/>
                <a:ext cx="50120" cy="53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08">
                    <a:moveTo>
                      <a:pt x="0" y="4888"/>
                    </a:moveTo>
                    <a:lnTo>
                      <a:pt x="2875" y="5608"/>
                    </a:lnTo>
                    <a:lnTo>
                      <a:pt x="5262" y="6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" name="Surface mesh patch"/>
              <p:cNvSpPr/>
              <p:nvPr/>
            </p:nvSpPr>
            <p:spPr>
              <a:xfrm>
                <a:off x="2989955" y="1271758"/>
                <a:ext cx="50120" cy="61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2">
                    <a:moveTo>
                      <a:pt x="0" y="5518"/>
                    </a:moveTo>
                    <a:lnTo>
                      <a:pt x="2875" y="6432"/>
                    </a:lnTo>
                    <a:lnTo>
                      <a:pt x="5262" y="9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" name="Surface mesh patch"/>
              <p:cNvSpPr/>
              <p:nvPr/>
            </p:nvSpPr>
            <p:spPr>
              <a:xfrm>
                <a:off x="3040075" y="1223649"/>
                <a:ext cx="50120" cy="709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0">
                    <a:moveTo>
                      <a:pt x="0" y="6048"/>
                    </a:moveTo>
                    <a:lnTo>
                      <a:pt x="2875" y="7450"/>
                    </a:lnTo>
                    <a:lnTo>
                      <a:pt x="5262" y="16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" name="Surface mesh patch"/>
              <p:cNvSpPr/>
              <p:nvPr/>
            </p:nvSpPr>
            <p:spPr>
              <a:xfrm>
                <a:off x="3090195" y="1179102"/>
                <a:ext cx="50120" cy="8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47">
                    <a:moveTo>
                      <a:pt x="0" y="6330"/>
                    </a:moveTo>
                    <a:lnTo>
                      <a:pt x="2875" y="8447"/>
                    </a:lnTo>
                    <a:lnTo>
                      <a:pt x="5262" y="25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" name="Surface mesh patch"/>
              <p:cNvSpPr/>
              <p:nvPr/>
            </p:nvSpPr>
            <p:spPr>
              <a:xfrm>
                <a:off x="3140314" y="1144042"/>
                <a:ext cx="50120" cy="871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45">
                    <a:moveTo>
                      <a:pt x="0" y="6245"/>
                    </a:moveTo>
                    <a:lnTo>
                      <a:pt x="2875" y="9145"/>
                    </a:lnTo>
                    <a:lnTo>
                      <a:pt x="5262" y="35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" name="Surface mesh patch"/>
              <p:cNvSpPr/>
              <p:nvPr/>
            </p:nvSpPr>
            <p:spPr>
              <a:xfrm>
                <a:off x="3190434" y="1122707"/>
                <a:ext cx="50120" cy="882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62">
                    <a:moveTo>
                      <a:pt x="0" y="5763"/>
                    </a:moveTo>
                    <a:lnTo>
                      <a:pt x="2875" y="9262"/>
                    </a:lnTo>
                    <a:lnTo>
                      <a:pt x="5262" y="42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" name="Surface mesh patch"/>
              <p:cNvSpPr/>
              <p:nvPr/>
            </p:nvSpPr>
            <p:spPr>
              <a:xfrm>
                <a:off x="3240553" y="1115960"/>
                <a:ext cx="50120" cy="816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1">
                    <a:moveTo>
                      <a:pt x="0" y="4944"/>
                    </a:moveTo>
                    <a:lnTo>
                      <a:pt x="2875" y="8571"/>
                    </a:lnTo>
                    <a:lnTo>
                      <a:pt x="5262" y="44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4"/>
              </a:solidFill>
              <a:ln w="3334" cap="flat" cmpd="sng" algn="ctr">
                <a:solidFill>
                  <a:srgbClr val="f2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" name="Surface mesh patch"/>
              <p:cNvSpPr/>
              <p:nvPr/>
            </p:nvSpPr>
            <p:spPr>
              <a:xfrm>
                <a:off x="3290673" y="1120679"/>
                <a:ext cx="50120" cy="66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46">
                    <a:moveTo>
                      <a:pt x="0" y="3905"/>
                    </a:moveTo>
                    <a:lnTo>
                      <a:pt x="2875" y="6946"/>
                    </a:lnTo>
                    <a:lnTo>
                      <a:pt x="5262" y="38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" name="Surface mesh patch"/>
              <p:cNvSpPr/>
              <p:nvPr/>
            </p:nvSpPr>
            <p:spPr>
              <a:xfrm>
                <a:off x="3340793" y="1130770"/>
                <a:ext cx="50120" cy="420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0">
                    <a:moveTo>
                      <a:pt x="0" y="2751"/>
                    </a:moveTo>
                    <a:lnTo>
                      <a:pt x="2875" y="4410"/>
                    </a:lnTo>
                    <a:lnTo>
                      <a:pt x="5262" y="24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" name="Surface mesh patch"/>
              <p:cNvSpPr/>
              <p:nvPr/>
            </p:nvSpPr>
            <p:spPr>
              <a:xfrm>
                <a:off x="3390912" y="1139624"/>
                <a:ext cx="50120" cy="145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5">
                    <a:moveTo>
                      <a:pt x="0" y="1525"/>
                    </a:moveTo>
                    <a:lnTo>
                      <a:pt x="2875" y="1191"/>
                    </a:lnTo>
                    <a:lnTo>
                      <a:pt x="5262" y="5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" name="Surface mesh patch"/>
              <p:cNvSpPr/>
              <p:nvPr/>
            </p:nvSpPr>
            <p:spPr>
              <a:xfrm>
                <a:off x="3441032" y="1121852"/>
                <a:ext cx="50120" cy="233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9">
                    <a:moveTo>
                      <a:pt x="0" y="2449"/>
                    </a:moveTo>
                    <a:lnTo>
                      <a:pt x="2875" y="0"/>
                    </a:lnTo>
                    <a:lnTo>
                      <a:pt x="5262" y="930"/>
                    </a:lnTo>
                    <a:lnTo>
                      <a:pt x="2387" y="2238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" name="Surface mesh patch"/>
              <p:cNvSpPr/>
              <p:nvPr/>
            </p:nvSpPr>
            <p:spPr>
              <a:xfrm>
                <a:off x="3491152" y="1092444"/>
                <a:ext cx="50120" cy="496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11">
                    <a:moveTo>
                      <a:pt x="0" y="4017"/>
                    </a:moveTo>
                    <a:lnTo>
                      <a:pt x="2875" y="0"/>
                    </a:lnTo>
                    <a:lnTo>
                      <a:pt x="5262" y="2579"/>
                    </a:lnTo>
                    <a:lnTo>
                      <a:pt x="2387" y="5211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" name="Surface mesh patch"/>
              <p:cNvSpPr/>
              <p:nvPr/>
            </p:nvSpPr>
            <p:spPr>
              <a:xfrm>
                <a:off x="3541271" y="1074486"/>
                <a:ext cx="50120" cy="672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60">
                    <a:moveTo>
                      <a:pt x="0" y="4464"/>
                    </a:moveTo>
                    <a:lnTo>
                      <a:pt x="2875" y="0"/>
                    </a:lnTo>
                    <a:lnTo>
                      <a:pt x="5262" y="4099"/>
                    </a:lnTo>
                    <a:lnTo>
                      <a:pt x="2387" y="7060"/>
                    </a:lnTo>
                    <a:close/>
                  </a:path>
                </a:pathLst>
              </a:custGeom>
              <a:solidFill>
                <a:srgbClr val="fad1b5"/>
              </a:solidFill>
              <a:ln w="3334" cap="flat" cmpd="sng" algn="ctr">
                <a:solidFill>
                  <a:srgbClr val="fa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" name="Surface mesh patch"/>
              <p:cNvSpPr/>
              <p:nvPr/>
            </p:nvSpPr>
            <p:spPr>
              <a:xfrm>
                <a:off x="3591391" y="1078965"/>
                <a:ext cx="50120" cy="704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00">
                    <a:moveTo>
                      <a:pt x="0" y="3628"/>
                    </a:moveTo>
                    <a:lnTo>
                      <a:pt x="2875" y="0"/>
                    </a:lnTo>
                    <a:lnTo>
                      <a:pt x="5262" y="5140"/>
                    </a:lnTo>
                    <a:lnTo>
                      <a:pt x="2387" y="740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" name="Surface mesh patch"/>
              <p:cNvSpPr/>
              <p:nvPr/>
            </p:nvSpPr>
            <p:spPr>
              <a:xfrm>
                <a:off x="3641511" y="1109952"/>
                <a:ext cx="50120" cy="60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24">
                    <a:moveTo>
                      <a:pt x="0" y="1887"/>
                    </a:moveTo>
                    <a:lnTo>
                      <a:pt x="2875" y="0"/>
                    </a:lnTo>
                    <a:lnTo>
                      <a:pt x="5262" y="5407"/>
                    </a:lnTo>
                    <a:lnTo>
                      <a:pt x="2387" y="6324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" name="Surface mesh patch"/>
              <p:cNvSpPr/>
              <p:nvPr/>
            </p:nvSpPr>
            <p:spPr>
              <a:xfrm>
                <a:off x="3691630" y="1161453"/>
                <a:ext cx="50120" cy="462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4">
                    <a:moveTo>
                      <a:pt x="0" y="0"/>
                    </a:moveTo>
                    <a:lnTo>
                      <a:pt x="2875" y="30"/>
                    </a:lnTo>
                    <a:lnTo>
                      <a:pt x="5262" y="4854"/>
                    </a:lnTo>
                    <a:lnTo>
                      <a:pt x="2387" y="4399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" name="Surface mesh patch"/>
              <p:cNvSpPr/>
              <p:nvPr/>
            </p:nvSpPr>
            <p:spPr>
              <a:xfrm>
                <a:off x="3741750" y="1207692"/>
                <a:ext cx="50120" cy="478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2">
                    <a:moveTo>
                      <a:pt x="0" y="0"/>
                    </a:moveTo>
                    <a:lnTo>
                      <a:pt x="2875" y="1431"/>
                    </a:lnTo>
                    <a:lnTo>
                      <a:pt x="5262" y="5022"/>
                    </a:lnTo>
                    <a:lnTo>
                      <a:pt x="2387" y="3673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" name="Surface mesh patch"/>
              <p:cNvSpPr/>
              <p:nvPr/>
            </p:nvSpPr>
            <p:spPr>
              <a:xfrm>
                <a:off x="3791870" y="1255531"/>
                <a:ext cx="50120" cy="38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0">
                    <a:moveTo>
                      <a:pt x="0" y="0"/>
                    </a:moveTo>
                    <a:lnTo>
                      <a:pt x="2875" y="1989"/>
                    </a:lnTo>
                    <a:lnTo>
                      <a:pt x="5262" y="4070"/>
                    </a:lnTo>
                    <a:lnTo>
                      <a:pt x="2387" y="2486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" name="Surface mesh patch"/>
              <p:cNvSpPr/>
              <p:nvPr/>
            </p:nvSpPr>
            <p:spPr>
              <a:xfrm>
                <a:off x="3841989" y="1294294"/>
                <a:ext cx="50120" cy="235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8">
                    <a:moveTo>
                      <a:pt x="0" y="0"/>
                    </a:moveTo>
                    <a:lnTo>
                      <a:pt x="2875" y="1804"/>
                    </a:lnTo>
                    <a:lnTo>
                      <a:pt x="5262" y="2468"/>
                    </a:lnTo>
                    <a:lnTo>
                      <a:pt x="2387" y="1171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" name="Surface mesh patch"/>
              <p:cNvSpPr/>
              <p:nvPr/>
            </p:nvSpPr>
            <p:spPr>
              <a:xfrm>
                <a:off x="2415907" y="1438993"/>
                <a:ext cx="50120" cy="30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09">
                    <a:moveTo>
                      <a:pt x="0" y="1274"/>
                    </a:moveTo>
                    <a:lnTo>
                      <a:pt x="2875" y="3209"/>
                    </a:lnTo>
                    <a:lnTo>
                      <a:pt x="5262" y="1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" name="Surface mesh patch"/>
              <p:cNvSpPr/>
              <p:nvPr/>
            </p:nvSpPr>
            <p:spPr>
              <a:xfrm>
                <a:off x="2466027" y="1443258"/>
                <a:ext cx="50120" cy="341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81">
                    <a:moveTo>
                      <a:pt x="0" y="1465"/>
                    </a:moveTo>
                    <a:lnTo>
                      <a:pt x="2875" y="3581"/>
                    </a:lnTo>
                    <a:lnTo>
                      <a:pt x="5262" y="21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" name="Surface mesh patch"/>
              <p:cNvSpPr/>
              <p:nvPr/>
            </p:nvSpPr>
            <p:spPr>
              <a:xfrm>
                <a:off x="2516147" y="1447578"/>
                <a:ext cx="50120" cy="38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10">
                    <a:moveTo>
                      <a:pt x="0" y="1666"/>
                    </a:moveTo>
                    <a:lnTo>
                      <a:pt x="2875" y="4010"/>
                    </a:lnTo>
                    <a:lnTo>
                      <a:pt x="5262" y="23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" name="Surface mesh patch"/>
              <p:cNvSpPr/>
              <p:nvPr/>
            </p:nvSpPr>
            <p:spPr>
              <a:xfrm>
                <a:off x="2566266" y="1452031"/>
                <a:ext cx="50120" cy="419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09">
                    <a:moveTo>
                      <a:pt x="0" y="1890"/>
                    </a:moveTo>
                    <a:lnTo>
                      <a:pt x="2875" y="4409"/>
                    </a:lnTo>
                    <a:lnTo>
                      <a:pt x="5262" y="25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" name="Surface mesh patch"/>
              <p:cNvSpPr/>
              <p:nvPr/>
            </p:nvSpPr>
            <p:spPr>
              <a:xfrm>
                <a:off x="2616386" y="1455637"/>
                <a:ext cx="50120" cy="446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2">
                    <a:moveTo>
                      <a:pt x="0" y="2148"/>
                    </a:moveTo>
                    <a:lnTo>
                      <a:pt x="2875" y="4692"/>
                    </a:lnTo>
                    <a:lnTo>
                      <a:pt x="5262" y="25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" name="Surface mesh patch"/>
              <p:cNvSpPr/>
              <p:nvPr/>
            </p:nvSpPr>
            <p:spPr>
              <a:xfrm>
                <a:off x="2666506" y="1456592"/>
                <a:ext cx="50120" cy="458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9">
                    <a:moveTo>
                      <a:pt x="0" y="2436"/>
                    </a:moveTo>
                    <a:lnTo>
                      <a:pt x="2875" y="4809"/>
                    </a:lnTo>
                    <a:lnTo>
                      <a:pt x="5262" y="23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3" name="Surface mesh patch"/>
              <p:cNvSpPr/>
              <p:nvPr/>
            </p:nvSpPr>
            <p:spPr>
              <a:xfrm>
                <a:off x="2716625" y="1452809"/>
                <a:ext cx="50120" cy="45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71">
                    <a:moveTo>
                      <a:pt x="0" y="2746"/>
                    </a:moveTo>
                    <a:lnTo>
                      <a:pt x="2875" y="4771"/>
                    </a:lnTo>
                    <a:lnTo>
                      <a:pt x="5262" y="19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" name="Surface mesh patch"/>
              <p:cNvSpPr/>
              <p:nvPr/>
            </p:nvSpPr>
            <p:spPr>
              <a:xfrm>
                <a:off x="2766745" y="1442475"/>
                <a:ext cx="50120" cy="443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4">
                    <a:moveTo>
                      <a:pt x="0" y="3077"/>
                    </a:moveTo>
                    <a:lnTo>
                      <a:pt x="2875" y="4654"/>
                    </a:lnTo>
                    <a:lnTo>
                      <a:pt x="5262" y="15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" name="Surface mesh patch"/>
              <p:cNvSpPr/>
              <p:nvPr/>
            </p:nvSpPr>
            <p:spPr>
              <a:xfrm>
                <a:off x="2816864" y="1424403"/>
                <a:ext cx="50120" cy="4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3">
                    <a:moveTo>
                      <a:pt x="0" y="3441"/>
                    </a:moveTo>
                    <a:lnTo>
                      <a:pt x="2875" y="4583"/>
                    </a:lnTo>
                    <a:lnTo>
                      <a:pt x="5262" y="11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" name="Surface mesh patch"/>
              <p:cNvSpPr/>
              <p:nvPr/>
            </p:nvSpPr>
            <p:spPr>
              <a:xfrm>
                <a:off x="2866984" y="1398180"/>
                <a:ext cx="50120" cy="446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86">
                    <a:moveTo>
                      <a:pt x="0" y="3866"/>
                    </a:moveTo>
                    <a:lnTo>
                      <a:pt x="2875" y="4686"/>
                    </a:lnTo>
                    <a:lnTo>
                      <a:pt x="5262" y="8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" name="Surface mesh patch"/>
              <p:cNvSpPr/>
              <p:nvPr/>
            </p:nvSpPr>
            <p:spPr>
              <a:xfrm>
                <a:off x="2917104" y="1364283"/>
                <a:ext cx="50120" cy="48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9">
                    <a:moveTo>
                      <a:pt x="0" y="4366"/>
                    </a:moveTo>
                    <a:lnTo>
                      <a:pt x="2875" y="5059"/>
                    </a:lnTo>
                    <a:lnTo>
                      <a:pt x="5262" y="7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" name="Surface mesh patch"/>
              <p:cNvSpPr/>
              <p:nvPr/>
            </p:nvSpPr>
            <p:spPr>
              <a:xfrm>
                <a:off x="2967223" y="1324315"/>
                <a:ext cx="50120" cy="544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2">
                    <a:moveTo>
                      <a:pt x="0" y="4917"/>
                    </a:moveTo>
                    <a:lnTo>
                      <a:pt x="2875" y="5722"/>
                    </a:lnTo>
                    <a:lnTo>
                      <a:pt x="5262" y="9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" name="Surface mesh patch"/>
              <p:cNvSpPr/>
              <p:nvPr/>
            </p:nvSpPr>
            <p:spPr>
              <a:xfrm>
                <a:off x="3017343" y="1281259"/>
                <a:ext cx="50120" cy="628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6">
                    <a:moveTo>
                      <a:pt x="0" y="5435"/>
                    </a:moveTo>
                    <a:lnTo>
                      <a:pt x="2875" y="6596"/>
                    </a:lnTo>
                    <a:lnTo>
                      <a:pt x="5262" y="14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" name="Surface mesh patch"/>
              <p:cNvSpPr/>
              <p:nvPr/>
            </p:nvSpPr>
            <p:spPr>
              <a:xfrm>
                <a:off x="3067463" y="1239392"/>
                <a:ext cx="50120" cy="715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07">
                    <a:moveTo>
                      <a:pt x="0" y="5797"/>
                    </a:moveTo>
                    <a:lnTo>
                      <a:pt x="2875" y="7507"/>
                    </a:lnTo>
                    <a:lnTo>
                      <a:pt x="5262" y="2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" name="Surface mesh patch"/>
              <p:cNvSpPr/>
              <p:nvPr/>
            </p:nvSpPr>
            <p:spPr>
              <a:xfrm>
                <a:off x="3117582" y="1203530"/>
                <a:ext cx="50120" cy="78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09">
                    <a:moveTo>
                      <a:pt x="0" y="5882"/>
                    </a:moveTo>
                    <a:lnTo>
                      <a:pt x="2875" y="8209"/>
                    </a:lnTo>
                    <a:lnTo>
                      <a:pt x="5262" y="28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3dee1"/>
              </a:solidFill>
              <a:ln w="3334" cap="flat" cmpd="sng" algn="ctr">
                <a:solidFill>
                  <a:srgbClr val="e3de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" name="Surface mesh patch"/>
              <p:cNvSpPr/>
              <p:nvPr/>
            </p:nvSpPr>
            <p:spPr>
              <a:xfrm>
                <a:off x="3167702" y="1177602"/>
                <a:ext cx="50120" cy="80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26">
                    <a:moveTo>
                      <a:pt x="0" y="5621"/>
                    </a:moveTo>
                    <a:lnTo>
                      <a:pt x="2875" y="8426"/>
                    </a:lnTo>
                    <a:lnTo>
                      <a:pt x="5262" y="34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" name="Surface mesh patch"/>
              <p:cNvSpPr/>
              <p:nvPr/>
            </p:nvSpPr>
            <p:spPr>
              <a:xfrm>
                <a:off x="3217822" y="1163054"/>
                <a:ext cx="50120" cy="752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03">
                    <a:moveTo>
                      <a:pt x="0" y="5026"/>
                    </a:moveTo>
                    <a:lnTo>
                      <a:pt x="2875" y="7903"/>
                    </a:lnTo>
                    <a:lnTo>
                      <a:pt x="5262" y="36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2"/>
              </a:solidFill>
              <a:ln w="3334" cap="flat" cmpd="sng" algn="ctr">
                <a:solidFill>
                  <a:srgbClr val="ecdad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" name="Surface mesh patch"/>
              <p:cNvSpPr/>
              <p:nvPr/>
            </p:nvSpPr>
            <p:spPr>
              <a:xfrm>
                <a:off x="3267941" y="1157877"/>
                <a:ext cx="50120" cy="61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1">
                    <a:moveTo>
                      <a:pt x="0" y="4170"/>
                    </a:moveTo>
                    <a:lnTo>
                      <a:pt x="2875" y="6451"/>
                    </a:lnTo>
                    <a:lnTo>
                      <a:pt x="5262" y="30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" name="Surface mesh patch"/>
              <p:cNvSpPr/>
              <p:nvPr/>
            </p:nvSpPr>
            <p:spPr>
              <a:xfrm>
                <a:off x="3318061" y="1156977"/>
                <a:ext cx="50120" cy="38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06">
                    <a:moveTo>
                      <a:pt x="0" y="3135"/>
                    </a:moveTo>
                    <a:lnTo>
                      <a:pt x="2875" y="4006"/>
                    </a:lnTo>
                    <a:lnTo>
                      <a:pt x="5262" y="16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d7c9"/>
              </a:solidFill>
              <a:ln w="3334" cap="flat" cmpd="sng" algn="ctr">
                <a:solidFill>
                  <a:srgbClr val="f0d7c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" name="Surface mesh patch"/>
              <p:cNvSpPr/>
              <p:nvPr/>
            </p:nvSpPr>
            <p:spPr>
              <a:xfrm>
                <a:off x="3368181" y="1150972"/>
                <a:ext cx="50120" cy="21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9">
                    <a:moveTo>
                      <a:pt x="0" y="2289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334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" name="Surface mesh patch"/>
              <p:cNvSpPr/>
              <p:nvPr/>
            </p:nvSpPr>
            <p:spPr>
              <a:xfrm>
                <a:off x="3418300" y="1116775"/>
                <a:ext cx="50120" cy="341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0">
                    <a:moveTo>
                      <a:pt x="0" y="3590"/>
                    </a:moveTo>
                    <a:lnTo>
                      <a:pt x="2875" y="0"/>
                    </a:lnTo>
                    <a:lnTo>
                      <a:pt x="5262" y="533"/>
                    </a:lnTo>
                    <a:lnTo>
                      <a:pt x="2387" y="2982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" name="Surface mesh patch"/>
              <p:cNvSpPr/>
              <p:nvPr/>
            </p:nvSpPr>
            <p:spPr>
              <a:xfrm>
                <a:off x="3468420" y="1069987"/>
                <a:ext cx="50120" cy="60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75">
                    <a:moveTo>
                      <a:pt x="0" y="5445"/>
                    </a:moveTo>
                    <a:lnTo>
                      <a:pt x="2875" y="0"/>
                    </a:lnTo>
                    <a:lnTo>
                      <a:pt x="5262" y="2358"/>
                    </a:lnTo>
                    <a:lnTo>
                      <a:pt x="2387" y="6375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" name="Surface mesh patch"/>
              <p:cNvSpPr/>
              <p:nvPr/>
            </p:nvSpPr>
            <p:spPr>
              <a:xfrm>
                <a:off x="3518539" y="1034550"/>
                <a:ext cx="50120" cy="82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57">
                    <a:moveTo>
                      <a:pt x="0" y="6078"/>
                    </a:moveTo>
                    <a:lnTo>
                      <a:pt x="2875" y="0"/>
                    </a:lnTo>
                    <a:lnTo>
                      <a:pt x="5262" y="4193"/>
                    </a:lnTo>
                    <a:lnTo>
                      <a:pt x="2387" y="8657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0" name="Surface mesh patch"/>
              <p:cNvSpPr/>
              <p:nvPr/>
            </p:nvSpPr>
            <p:spPr>
              <a:xfrm>
                <a:off x="3568659" y="1025251"/>
                <a:ext cx="50120" cy="882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68">
                    <a:moveTo>
                      <a:pt x="0" y="5169"/>
                    </a:moveTo>
                    <a:lnTo>
                      <a:pt x="2875" y="0"/>
                    </a:lnTo>
                    <a:lnTo>
                      <a:pt x="5262" y="5639"/>
                    </a:lnTo>
                    <a:lnTo>
                      <a:pt x="2387" y="9268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1" name="Surface mesh patch"/>
              <p:cNvSpPr/>
              <p:nvPr/>
            </p:nvSpPr>
            <p:spPr>
              <a:xfrm>
                <a:off x="3618779" y="1050008"/>
                <a:ext cx="50120" cy="77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80">
                    <a:moveTo>
                      <a:pt x="0" y="3040"/>
                    </a:moveTo>
                    <a:lnTo>
                      <a:pt x="2875" y="0"/>
                    </a:lnTo>
                    <a:lnTo>
                      <a:pt x="5262" y="6293"/>
                    </a:lnTo>
                    <a:lnTo>
                      <a:pt x="2387" y="8180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" name="Surface mesh patch"/>
              <p:cNvSpPr/>
              <p:nvPr/>
            </p:nvSpPr>
            <p:spPr>
              <a:xfrm>
                <a:off x="3668898" y="1104966"/>
                <a:ext cx="50120" cy="567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1">
                    <a:moveTo>
                      <a:pt x="0" y="523"/>
                    </a:moveTo>
                    <a:lnTo>
                      <a:pt x="2875" y="0"/>
                    </a:lnTo>
                    <a:lnTo>
                      <a:pt x="5262" y="5961"/>
                    </a:lnTo>
                    <a:lnTo>
                      <a:pt x="2387" y="5930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" name="Surface mesh patch"/>
              <p:cNvSpPr/>
              <p:nvPr/>
            </p:nvSpPr>
            <p:spPr>
              <a:xfrm>
                <a:off x="3719018" y="1161741"/>
                <a:ext cx="50120" cy="59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56">
                    <a:moveTo>
                      <a:pt x="0" y="0"/>
                    </a:moveTo>
                    <a:lnTo>
                      <a:pt x="2875" y="1483"/>
                    </a:lnTo>
                    <a:lnTo>
                      <a:pt x="5262" y="6256"/>
                    </a:lnTo>
                    <a:lnTo>
                      <a:pt x="2387" y="4824"/>
                    </a:lnTo>
                    <a:close/>
                  </a:path>
                </a:pathLst>
              </a:custGeom>
              <a:solidFill>
                <a:srgbClr val="eadad3"/>
              </a:solidFill>
              <a:ln w="3334" cap="flat" cmpd="sng" algn="ctr">
                <a:solidFill>
                  <a:srgbClr val="ea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" name="Surface mesh patch"/>
              <p:cNvSpPr/>
              <p:nvPr/>
            </p:nvSpPr>
            <p:spPr>
              <a:xfrm>
                <a:off x="3769138" y="1221324"/>
                <a:ext cx="50120" cy="531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80">
                    <a:moveTo>
                      <a:pt x="0" y="0"/>
                    </a:moveTo>
                    <a:lnTo>
                      <a:pt x="2875" y="2463"/>
                    </a:lnTo>
                    <a:lnTo>
                      <a:pt x="5262" y="5580"/>
                    </a:lnTo>
                    <a:lnTo>
                      <a:pt x="2387" y="3591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" name="Surface mesh patch"/>
              <p:cNvSpPr/>
              <p:nvPr/>
            </p:nvSpPr>
            <p:spPr>
              <a:xfrm>
                <a:off x="3819257" y="1274474"/>
                <a:ext cx="50120" cy="369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4">
                    <a:moveTo>
                      <a:pt x="0" y="0"/>
                    </a:moveTo>
                    <a:lnTo>
                      <a:pt x="2875" y="2439"/>
                    </a:lnTo>
                    <a:lnTo>
                      <a:pt x="5262" y="3884"/>
                    </a:lnTo>
                    <a:lnTo>
                      <a:pt x="2387" y="2081"/>
                    </a:lnTo>
                    <a:close/>
                  </a:path>
                </a:pathLst>
              </a:custGeom>
              <a:solidFill>
                <a:srgbClr val="d0def4"/>
              </a:solidFill>
              <a:ln w="3334" cap="flat" cmpd="sng" algn="ctr">
                <a:solidFill>
                  <a:srgbClr val="d0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" name="Surface mesh patch"/>
              <p:cNvSpPr/>
              <p:nvPr/>
            </p:nvSpPr>
            <p:spPr>
              <a:xfrm>
                <a:off x="3869377" y="1311473"/>
                <a:ext cx="50120" cy="180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4">
                    <a:moveTo>
                      <a:pt x="0" y="0"/>
                    </a:moveTo>
                    <a:lnTo>
                      <a:pt x="2875" y="1807"/>
                    </a:lnTo>
                    <a:lnTo>
                      <a:pt x="5262" y="1894"/>
                    </a:lnTo>
                    <a:lnTo>
                      <a:pt x="2387" y="665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" name="Surface mesh patch"/>
              <p:cNvSpPr/>
              <p:nvPr/>
            </p:nvSpPr>
            <p:spPr>
              <a:xfrm>
                <a:off x="2393175" y="1451127"/>
                <a:ext cx="50120" cy="29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73">
                    <a:moveTo>
                      <a:pt x="0" y="1135"/>
                    </a:moveTo>
                    <a:lnTo>
                      <a:pt x="2875" y="3073"/>
                    </a:lnTo>
                    <a:lnTo>
                      <a:pt x="5262" y="19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" name="Surface mesh patch"/>
              <p:cNvSpPr/>
              <p:nvPr/>
            </p:nvSpPr>
            <p:spPr>
              <a:xfrm>
                <a:off x="2443295" y="1457213"/>
                <a:ext cx="50120" cy="322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1">
                    <a:moveTo>
                      <a:pt x="0" y="1296"/>
                    </a:moveTo>
                    <a:lnTo>
                      <a:pt x="2875" y="3381"/>
                    </a:lnTo>
                    <a:lnTo>
                      <a:pt x="5262" y="21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" name="Surface mesh patch"/>
              <p:cNvSpPr/>
              <p:nvPr/>
            </p:nvSpPr>
            <p:spPr>
              <a:xfrm>
                <a:off x="2493415" y="1463444"/>
                <a:ext cx="50120" cy="357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55">
                    <a:moveTo>
                      <a:pt x="0" y="1462"/>
                    </a:moveTo>
                    <a:lnTo>
                      <a:pt x="2875" y="3755"/>
                    </a:lnTo>
                    <a:lnTo>
                      <a:pt x="5262" y="23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" name="Surface mesh patch"/>
              <p:cNvSpPr/>
              <p:nvPr/>
            </p:nvSpPr>
            <p:spPr>
              <a:xfrm>
                <a:off x="2543534" y="1470036"/>
                <a:ext cx="50120" cy="39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18">
                    <a:moveTo>
                      <a:pt x="0" y="1652"/>
                    </a:moveTo>
                    <a:lnTo>
                      <a:pt x="2875" y="4118"/>
                    </a:lnTo>
                    <a:lnTo>
                      <a:pt x="5262" y="25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" name="Surface mesh patch"/>
              <p:cNvSpPr/>
              <p:nvPr/>
            </p:nvSpPr>
            <p:spPr>
              <a:xfrm>
                <a:off x="2593654" y="1476094"/>
                <a:ext cx="50120" cy="417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7">
                    <a:moveTo>
                      <a:pt x="0" y="1883"/>
                    </a:moveTo>
                    <a:lnTo>
                      <a:pt x="2875" y="4387"/>
                    </a:lnTo>
                    <a:lnTo>
                      <a:pt x="5262" y="25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" name="Surface mesh patch"/>
              <p:cNvSpPr/>
              <p:nvPr/>
            </p:nvSpPr>
            <p:spPr>
              <a:xfrm>
                <a:off x="2643774" y="1479794"/>
                <a:ext cx="50120" cy="429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05">
                    <a:moveTo>
                      <a:pt x="0" y="2156"/>
                    </a:moveTo>
                    <a:lnTo>
                      <a:pt x="2875" y="4505"/>
                    </a:lnTo>
                    <a:lnTo>
                      <a:pt x="5262" y="23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" name="Surface mesh patch"/>
              <p:cNvSpPr/>
              <p:nvPr/>
            </p:nvSpPr>
            <p:spPr>
              <a:xfrm>
                <a:off x="2693893" y="1478970"/>
                <a:ext cx="50120" cy="42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0">
                    <a:moveTo>
                      <a:pt x="0" y="2459"/>
                    </a:moveTo>
                    <a:lnTo>
                      <a:pt x="2875" y="4470"/>
                    </a:lnTo>
                    <a:lnTo>
                      <a:pt x="5262" y="20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" name="Surface mesh patch"/>
              <p:cNvSpPr/>
              <p:nvPr/>
            </p:nvSpPr>
            <p:spPr>
              <a:xfrm>
                <a:off x="2744013" y="1471782"/>
                <a:ext cx="50120" cy="41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41">
                    <a:moveTo>
                      <a:pt x="0" y="2779"/>
                    </a:moveTo>
                    <a:lnTo>
                      <a:pt x="2875" y="4341"/>
                    </a:lnTo>
                    <a:lnTo>
                      <a:pt x="5262" y="15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" name="Surface mesh patch"/>
              <p:cNvSpPr/>
              <p:nvPr/>
            </p:nvSpPr>
            <p:spPr>
              <a:xfrm>
                <a:off x="2794133" y="1457181"/>
                <a:ext cx="50120" cy="402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8">
                    <a:moveTo>
                      <a:pt x="0" y="3110"/>
                    </a:moveTo>
                    <a:lnTo>
                      <a:pt x="2875" y="4228"/>
                    </a:lnTo>
                    <a:lnTo>
                      <a:pt x="5262" y="1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" name="Surface mesh patch"/>
              <p:cNvSpPr/>
              <p:nvPr/>
            </p:nvSpPr>
            <p:spPr>
              <a:xfrm>
                <a:off x="2844252" y="1435002"/>
                <a:ext cx="50120" cy="40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49">
                    <a:moveTo>
                      <a:pt x="0" y="3470"/>
                    </a:moveTo>
                    <a:lnTo>
                      <a:pt x="2875" y="4249"/>
                    </a:lnTo>
                    <a:lnTo>
                      <a:pt x="5262" y="8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7" name="Surface mesh patch"/>
              <p:cNvSpPr/>
              <p:nvPr/>
            </p:nvSpPr>
            <p:spPr>
              <a:xfrm>
                <a:off x="2894372" y="1405870"/>
                <a:ext cx="50120" cy="42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00">
                    <a:moveTo>
                      <a:pt x="0" y="3879"/>
                    </a:moveTo>
                    <a:lnTo>
                      <a:pt x="2875" y="4500"/>
                    </a:lnTo>
                    <a:lnTo>
                      <a:pt x="5262" y="6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8" name="Surface mesh patch"/>
              <p:cNvSpPr/>
              <p:nvPr/>
            </p:nvSpPr>
            <p:spPr>
              <a:xfrm>
                <a:off x="2944492" y="1371145"/>
                <a:ext cx="50120" cy="47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13">
                    <a:moveTo>
                      <a:pt x="0" y="4339"/>
                    </a:moveTo>
                    <a:lnTo>
                      <a:pt x="2875" y="5013"/>
                    </a:lnTo>
                    <a:lnTo>
                      <a:pt x="5262" y="8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9" name="Surface mesh patch"/>
              <p:cNvSpPr/>
              <p:nvPr/>
            </p:nvSpPr>
            <p:spPr>
              <a:xfrm>
                <a:off x="2994611" y="1333027"/>
                <a:ext cx="50120" cy="546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39">
                    <a:moveTo>
                      <a:pt x="0" y="4807"/>
                    </a:moveTo>
                    <a:lnTo>
                      <a:pt x="2875" y="5739"/>
                    </a:lnTo>
                    <a:lnTo>
                      <a:pt x="5262" y="1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0" name="Surface mesh patch"/>
              <p:cNvSpPr/>
              <p:nvPr/>
            </p:nvSpPr>
            <p:spPr>
              <a:xfrm>
                <a:off x="3044731" y="1294612"/>
                <a:ext cx="50120" cy="62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42">
                    <a:moveTo>
                      <a:pt x="0" y="5194"/>
                    </a:moveTo>
                    <a:lnTo>
                      <a:pt x="2875" y="6542"/>
                    </a:lnTo>
                    <a:lnTo>
                      <a:pt x="5262" y="17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" name="Surface mesh patch"/>
              <p:cNvSpPr/>
              <p:nvPr/>
            </p:nvSpPr>
            <p:spPr>
              <a:xfrm>
                <a:off x="3094850" y="1259559"/>
                <a:ext cx="50120" cy="686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11">
                    <a:moveTo>
                      <a:pt x="0" y="5390"/>
                    </a:moveTo>
                    <a:lnTo>
                      <a:pt x="2875" y="7211"/>
                    </a:lnTo>
                    <a:lnTo>
                      <a:pt x="5262" y="23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2" name="Surface mesh patch"/>
              <p:cNvSpPr/>
              <p:nvPr/>
            </p:nvSpPr>
            <p:spPr>
              <a:xfrm>
                <a:off x="3144970" y="1231145"/>
                <a:ext cx="50120" cy="71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1">
                    <a:moveTo>
                      <a:pt x="0" y="5309"/>
                    </a:moveTo>
                    <a:lnTo>
                      <a:pt x="2875" y="7491"/>
                    </a:lnTo>
                    <a:lnTo>
                      <a:pt x="5262" y="28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3" name="Surface mesh patch"/>
              <p:cNvSpPr/>
              <p:nvPr/>
            </p:nvSpPr>
            <p:spPr>
              <a:xfrm>
                <a:off x="3195090" y="1210927"/>
                <a:ext cx="50120" cy="677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17">
                    <a:moveTo>
                      <a:pt x="0" y="4927"/>
                    </a:moveTo>
                    <a:lnTo>
                      <a:pt x="2875" y="7117"/>
                    </a:lnTo>
                    <a:lnTo>
                      <a:pt x="5262" y="28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5dedf"/>
              </a:solidFill>
              <a:ln w="3334" cap="flat" cmpd="sng" algn="ctr">
                <a:solidFill>
                  <a:srgbClr val="e5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4" name="Surface mesh patch"/>
              <p:cNvSpPr/>
              <p:nvPr/>
            </p:nvSpPr>
            <p:spPr>
              <a:xfrm>
                <a:off x="3245209" y="1197597"/>
                <a:ext cx="50120" cy="557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3">
                    <a:moveTo>
                      <a:pt x="0" y="4276"/>
                    </a:moveTo>
                    <a:lnTo>
                      <a:pt x="2875" y="5853"/>
                    </a:lnTo>
                    <a:lnTo>
                      <a:pt x="5262" y="22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" name="Surface mesh patch"/>
              <p:cNvSpPr/>
              <p:nvPr/>
            </p:nvSpPr>
            <p:spPr>
              <a:xfrm>
                <a:off x="3295329" y="1186839"/>
                <a:ext cx="50120" cy="33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55">
                    <a:moveTo>
                      <a:pt x="0" y="3410"/>
                    </a:moveTo>
                    <a:lnTo>
                      <a:pt x="2875" y="3555"/>
                    </a:lnTo>
                    <a:lnTo>
                      <a:pt x="5262" y="8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dd9d0"/>
              </a:solidFill>
              <a:ln w="3334" cap="flat" cmpd="sng" algn="ctr">
                <a:solidFill>
                  <a:srgbClr val="ed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" name="Surface mesh patch"/>
              <p:cNvSpPr/>
              <p:nvPr/>
            </p:nvSpPr>
            <p:spPr>
              <a:xfrm>
                <a:off x="3345449" y="1160975"/>
                <a:ext cx="50120" cy="341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87">
                    <a:moveTo>
                      <a:pt x="0" y="3587"/>
                    </a:moveTo>
                    <a:lnTo>
                      <a:pt x="2875" y="1517"/>
                    </a:lnTo>
                    <a:lnTo>
                      <a:pt x="5262" y="0"/>
                    </a:lnTo>
                    <a:lnTo>
                      <a:pt x="2387" y="1239"/>
                    </a:lnTo>
                    <a:close/>
                  </a:path>
                </a:pathLst>
              </a:custGeom>
              <a:solidFill>
                <a:srgbClr val="f2d6c4"/>
              </a:solidFill>
              <a:ln w="3334" cap="flat" cmpd="sng" algn="ctr">
                <a:solidFill>
                  <a:srgbClr val="f2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" name="Surface mesh patch"/>
              <p:cNvSpPr/>
              <p:nvPr/>
            </p:nvSpPr>
            <p:spPr>
              <a:xfrm>
                <a:off x="3395568" y="1116661"/>
                <a:ext cx="50120" cy="443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2">
                    <a:moveTo>
                      <a:pt x="0" y="4652"/>
                    </a:moveTo>
                    <a:lnTo>
                      <a:pt x="2875" y="0"/>
                    </a:lnTo>
                    <a:lnTo>
                      <a:pt x="5262" y="12"/>
                    </a:lnTo>
                    <a:lnTo>
                      <a:pt x="2387" y="3602"/>
                    </a:lnTo>
                    <a:close/>
                  </a:path>
                </a:pathLst>
              </a:custGeom>
              <a:solidFill>
                <a:srgbClr val="fad1b5"/>
              </a:solidFill>
              <a:ln w="3334" cap="flat" cmpd="sng" algn="ctr">
                <a:solidFill>
                  <a:srgbClr val="fa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" name="Surface mesh patch"/>
              <p:cNvSpPr/>
              <p:nvPr/>
            </p:nvSpPr>
            <p:spPr>
              <a:xfrm>
                <a:off x="3445688" y="1051766"/>
                <a:ext cx="50120" cy="700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8">
                    <a:moveTo>
                      <a:pt x="0" y="6825"/>
                    </a:moveTo>
                    <a:lnTo>
                      <a:pt x="2875" y="0"/>
                    </a:lnTo>
                    <a:lnTo>
                      <a:pt x="5262" y="1913"/>
                    </a:lnTo>
                    <a:lnTo>
                      <a:pt x="2387" y="7358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" name="Surface mesh patch"/>
              <p:cNvSpPr/>
              <p:nvPr/>
            </p:nvSpPr>
            <p:spPr>
              <a:xfrm>
                <a:off x="3495808" y="996510"/>
                <a:ext cx="50120" cy="95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72">
                    <a:moveTo>
                      <a:pt x="0" y="7714"/>
                    </a:moveTo>
                    <a:lnTo>
                      <a:pt x="2875" y="0"/>
                    </a:lnTo>
                    <a:lnTo>
                      <a:pt x="5262" y="3994"/>
                    </a:lnTo>
                    <a:lnTo>
                      <a:pt x="2387" y="10072"/>
                    </a:lnTo>
                    <a:close/>
                  </a:path>
                </a:pathLst>
              </a:custGeom>
              <a:solidFill>
                <a:srgbClr val="fbbda0"/>
              </a:solidFill>
              <a:ln w="3334" cap="flat" cmpd="sng" algn="ctr">
                <a:solidFill>
                  <a:srgbClr val="fbbd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" name="Surface mesh patch"/>
              <p:cNvSpPr/>
              <p:nvPr/>
            </p:nvSpPr>
            <p:spPr>
              <a:xfrm>
                <a:off x="3545927" y="969664"/>
                <a:ext cx="50120" cy="104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05">
                    <a:moveTo>
                      <a:pt x="0" y="6812"/>
                    </a:moveTo>
                    <a:lnTo>
                      <a:pt x="2875" y="0"/>
                    </a:lnTo>
                    <a:lnTo>
                      <a:pt x="5262" y="5836"/>
                    </a:lnTo>
                    <a:lnTo>
                      <a:pt x="2387" y="11005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" name="Surface mesh patch"/>
              <p:cNvSpPr/>
              <p:nvPr/>
            </p:nvSpPr>
            <p:spPr>
              <a:xfrm>
                <a:off x="3596047" y="983920"/>
                <a:ext cx="50120" cy="95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79">
                    <a:moveTo>
                      <a:pt x="0" y="4339"/>
                    </a:moveTo>
                    <a:lnTo>
                      <a:pt x="2875" y="0"/>
                    </a:lnTo>
                    <a:lnTo>
                      <a:pt x="5262" y="6938"/>
                    </a:lnTo>
                    <a:lnTo>
                      <a:pt x="2387" y="9979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2" name="Surface mesh patch"/>
              <p:cNvSpPr/>
              <p:nvPr/>
            </p:nvSpPr>
            <p:spPr>
              <a:xfrm>
                <a:off x="3646167" y="1038609"/>
                <a:ext cx="50120" cy="713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0">
                    <a:moveTo>
                      <a:pt x="0" y="1197"/>
                    </a:moveTo>
                    <a:lnTo>
                      <a:pt x="2875" y="0"/>
                    </a:lnTo>
                    <a:lnTo>
                      <a:pt x="5262" y="6967"/>
                    </a:lnTo>
                    <a:lnTo>
                      <a:pt x="2387" y="7490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3" name="Surface mesh patch"/>
              <p:cNvSpPr/>
              <p:nvPr/>
            </p:nvSpPr>
            <p:spPr>
              <a:xfrm>
                <a:off x="3696286" y="1104966"/>
                <a:ext cx="50120" cy="70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44">
                    <a:moveTo>
                      <a:pt x="0" y="0"/>
                    </a:moveTo>
                    <a:lnTo>
                      <a:pt x="2875" y="1502"/>
                    </a:lnTo>
                    <a:lnTo>
                      <a:pt x="5262" y="7444"/>
                    </a:lnTo>
                    <a:lnTo>
                      <a:pt x="2387" y="5961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4" name="Surface mesh patch"/>
              <p:cNvSpPr/>
              <p:nvPr/>
            </p:nvSpPr>
            <p:spPr>
              <a:xfrm>
                <a:off x="3746406" y="1175868"/>
                <a:ext cx="50120" cy="689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35">
                    <a:moveTo>
                      <a:pt x="0" y="0"/>
                    </a:moveTo>
                    <a:lnTo>
                      <a:pt x="2875" y="3008"/>
                    </a:lnTo>
                    <a:lnTo>
                      <a:pt x="5262" y="7235"/>
                    </a:lnTo>
                    <a:lnTo>
                      <a:pt x="2387" y="4772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5" name="Surface mesh patch"/>
              <p:cNvSpPr/>
              <p:nvPr/>
            </p:nvSpPr>
            <p:spPr>
              <a:xfrm>
                <a:off x="3796525" y="1244784"/>
                <a:ext cx="50120" cy="529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56">
                    <a:moveTo>
                      <a:pt x="0" y="0"/>
                    </a:moveTo>
                    <a:lnTo>
                      <a:pt x="2875" y="3219"/>
                    </a:lnTo>
                    <a:lnTo>
                      <a:pt x="5262" y="5556"/>
                    </a:lnTo>
                    <a:lnTo>
                      <a:pt x="2387" y="3117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" name="Surface mesh patch"/>
              <p:cNvSpPr/>
              <p:nvPr/>
            </p:nvSpPr>
            <p:spPr>
              <a:xfrm>
                <a:off x="3846645" y="1297705"/>
                <a:ext cx="50120" cy="309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53">
                    <a:moveTo>
                      <a:pt x="0" y="0"/>
                    </a:moveTo>
                    <a:lnTo>
                      <a:pt x="2875" y="2552"/>
                    </a:lnTo>
                    <a:lnTo>
                      <a:pt x="5262" y="3253"/>
                    </a:lnTo>
                    <a:lnTo>
                      <a:pt x="2387" y="1446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" name="Surface mesh patch"/>
              <p:cNvSpPr/>
              <p:nvPr/>
            </p:nvSpPr>
            <p:spPr>
              <a:xfrm>
                <a:off x="3896765" y="1328685"/>
                <a:ext cx="50120" cy="151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91">
                    <a:moveTo>
                      <a:pt x="0" y="0"/>
                    </a:moveTo>
                    <a:lnTo>
                      <a:pt x="2875" y="1591"/>
                    </a:lnTo>
                    <a:lnTo>
                      <a:pt x="5262" y="1125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" name="Surface mesh patch"/>
              <p:cNvSpPr/>
              <p:nvPr/>
            </p:nvSpPr>
            <p:spPr>
              <a:xfrm>
                <a:off x="2370444" y="1461937"/>
                <a:ext cx="50120" cy="27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37">
                    <a:moveTo>
                      <a:pt x="0" y="1008"/>
                    </a:moveTo>
                    <a:lnTo>
                      <a:pt x="2875" y="2937"/>
                    </a:lnTo>
                    <a:lnTo>
                      <a:pt x="5262" y="19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9" name="Surface mesh patch"/>
              <p:cNvSpPr/>
              <p:nvPr/>
            </p:nvSpPr>
            <p:spPr>
              <a:xfrm>
                <a:off x="2420563" y="1469556"/>
                <a:ext cx="50120" cy="302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1">
                    <a:moveTo>
                      <a:pt x="0" y="1138"/>
                    </a:moveTo>
                    <a:lnTo>
                      <a:pt x="2875" y="3171"/>
                    </a:lnTo>
                    <a:lnTo>
                      <a:pt x="5262" y="20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" name="Surface mesh patch"/>
              <p:cNvSpPr/>
              <p:nvPr/>
            </p:nvSpPr>
            <p:spPr>
              <a:xfrm>
                <a:off x="2470683" y="1477370"/>
                <a:ext cx="50120" cy="33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4">
                    <a:moveTo>
                      <a:pt x="0" y="1265"/>
                    </a:moveTo>
                    <a:lnTo>
                      <a:pt x="2875" y="3474"/>
                    </a:lnTo>
                    <a:lnTo>
                      <a:pt x="5262" y="22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" name="Surface mesh patch"/>
              <p:cNvSpPr/>
              <p:nvPr/>
            </p:nvSpPr>
            <p:spPr>
              <a:xfrm>
                <a:off x="2520803" y="1485774"/>
                <a:ext cx="50120" cy="360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3">
                    <a:moveTo>
                      <a:pt x="0" y="1411"/>
                    </a:moveTo>
                    <a:lnTo>
                      <a:pt x="2875" y="3783"/>
                    </a:lnTo>
                    <a:lnTo>
                      <a:pt x="5262" y="2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" name="Surface mesh patch"/>
              <p:cNvSpPr/>
              <p:nvPr/>
            </p:nvSpPr>
            <p:spPr>
              <a:xfrm>
                <a:off x="2570922" y="1494025"/>
                <a:ext cx="50120" cy="382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20">
                    <a:moveTo>
                      <a:pt x="0" y="1600"/>
                    </a:moveTo>
                    <a:lnTo>
                      <a:pt x="2875" y="4020"/>
                    </a:lnTo>
                    <a:lnTo>
                      <a:pt x="5262" y="25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" name="Surface mesh patch"/>
              <p:cNvSpPr/>
              <p:nvPr/>
            </p:nvSpPr>
            <p:spPr>
              <a:xfrm>
                <a:off x="2621042" y="1500326"/>
                <a:ext cx="50120" cy="392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6">
                    <a:moveTo>
                      <a:pt x="0" y="1843"/>
                    </a:moveTo>
                    <a:lnTo>
                      <a:pt x="2875" y="4126"/>
                    </a:lnTo>
                    <a:lnTo>
                      <a:pt x="5262" y="23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" name="Surface mesh patch"/>
              <p:cNvSpPr/>
              <p:nvPr/>
            </p:nvSpPr>
            <p:spPr>
              <a:xfrm>
                <a:off x="2671161" y="1502394"/>
                <a:ext cx="50120" cy="38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90">
                    <a:moveTo>
                      <a:pt x="0" y="2132"/>
                    </a:moveTo>
                    <a:lnTo>
                      <a:pt x="2875" y="4090"/>
                    </a:lnTo>
                    <a:lnTo>
                      <a:pt x="5262" y="20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" name="Surface mesh patch"/>
              <p:cNvSpPr/>
              <p:nvPr/>
            </p:nvSpPr>
            <p:spPr>
              <a:xfrm>
                <a:off x="2721281" y="1498248"/>
                <a:ext cx="50120" cy="37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58">
                    <a:moveTo>
                      <a:pt x="0" y="2446"/>
                    </a:moveTo>
                    <a:lnTo>
                      <a:pt x="2875" y="3958"/>
                    </a:lnTo>
                    <a:lnTo>
                      <a:pt x="5262" y="1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" name="Surface mesh patch"/>
              <p:cNvSpPr/>
              <p:nvPr/>
            </p:nvSpPr>
            <p:spPr>
              <a:xfrm>
                <a:off x="2771401" y="1486807"/>
                <a:ext cx="50120" cy="364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2">
                    <a:moveTo>
                      <a:pt x="0" y="2764"/>
                    </a:moveTo>
                    <a:lnTo>
                      <a:pt x="2875" y="3822"/>
                    </a:lnTo>
                    <a:lnTo>
                      <a:pt x="5262" y="1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dfd"/>
              </a:solidFill>
              <a:ln w="3334" cap="flat" cmpd="sng" algn="ctr">
                <a:solidFill>
                  <a:srgbClr val="a1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" name="Surface mesh patch"/>
              <p:cNvSpPr/>
              <p:nvPr/>
            </p:nvSpPr>
            <p:spPr>
              <a:xfrm>
                <a:off x="2821520" y="1468052"/>
                <a:ext cx="50120" cy="36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9">
                    <a:moveTo>
                      <a:pt x="0" y="3086"/>
                    </a:moveTo>
                    <a:lnTo>
                      <a:pt x="2875" y="3789"/>
                    </a:lnTo>
                    <a:lnTo>
                      <a:pt x="5262" y="7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8" name="Surface mesh patch"/>
              <p:cNvSpPr/>
              <p:nvPr/>
            </p:nvSpPr>
            <p:spPr>
              <a:xfrm>
                <a:off x="2871640" y="1442814"/>
                <a:ext cx="50120" cy="376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48">
                    <a:moveTo>
                      <a:pt x="0" y="3429"/>
                    </a:moveTo>
                    <a:lnTo>
                      <a:pt x="2875" y="3948"/>
                    </a:lnTo>
                    <a:lnTo>
                      <a:pt x="5262" y="6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9" name="Surface mesh patch"/>
              <p:cNvSpPr/>
              <p:nvPr/>
            </p:nvSpPr>
            <p:spPr>
              <a:xfrm>
                <a:off x="2921760" y="1412470"/>
                <a:ext cx="50120" cy="413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8">
                    <a:moveTo>
                      <a:pt x="0" y="3807"/>
                    </a:moveTo>
                    <a:lnTo>
                      <a:pt x="2875" y="4338"/>
                    </a:lnTo>
                    <a:lnTo>
                      <a:pt x="5262" y="6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0" name="Surface mesh patch"/>
              <p:cNvSpPr/>
              <p:nvPr/>
            </p:nvSpPr>
            <p:spPr>
              <a:xfrm>
                <a:off x="2971879" y="1378813"/>
                <a:ext cx="50120" cy="469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9">
                    <a:moveTo>
                      <a:pt x="0" y="4208"/>
                    </a:moveTo>
                    <a:lnTo>
                      <a:pt x="2875" y="4929"/>
                    </a:lnTo>
                    <a:lnTo>
                      <a:pt x="5262" y="9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1" name="Surface mesh patch"/>
              <p:cNvSpPr/>
              <p:nvPr/>
            </p:nvSpPr>
            <p:spPr>
              <a:xfrm>
                <a:off x="3021999" y="1344084"/>
                <a:ext cx="50120" cy="534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6">
                    <a:moveTo>
                      <a:pt x="0" y="4579"/>
                    </a:moveTo>
                    <a:lnTo>
                      <a:pt x="2875" y="5616"/>
                    </a:lnTo>
                    <a:lnTo>
                      <a:pt x="5262" y="13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2" name="Surface mesh patch"/>
              <p:cNvSpPr/>
              <p:nvPr/>
            </p:nvSpPr>
            <p:spPr>
              <a:xfrm>
                <a:off x="3072119" y="1310896"/>
                <a:ext cx="50120" cy="59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6">
                    <a:moveTo>
                      <a:pt x="0" y="4833"/>
                    </a:moveTo>
                    <a:lnTo>
                      <a:pt x="2875" y="6226"/>
                    </a:lnTo>
                    <a:lnTo>
                      <a:pt x="5262" y="18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4"/>
              </a:solidFill>
              <a:ln w="3334" cap="flat" cmpd="sng" algn="ctr">
                <a:solidFill>
                  <a:srgbClr val="cf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" name="Surface mesh patch"/>
              <p:cNvSpPr/>
              <p:nvPr/>
            </p:nvSpPr>
            <p:spPr>
              <a:xfrm>
                <a:off x="3122238" y="1281717"/>
                <a:ext cx="50120" cy="622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4">
                    <a:moveTo>
                      <a:pt x="0" y="4885"/>
                    </a:moveTo>
                    <a:lnTo>
                      <a:pt x="2875" y="6534"/>
                    </a:lnTo>
                    <a:lnTo>
                      <a:pt x="5262" y="21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" name="Surface mesh patch"/>
              <p:cNvSpPr/>
              <p:nvPr/>
            </p:nvSpPr>
            <p:spPr>
              <a:xfrm>
                <a:off x="3172358" y="1257857"/>
                <a:ext cx="50120" cy="59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1">
                    <a:moveTo>
                      <a:pt x="0" y="4687"/>
                    </a:moveTo>
                    <a:lnTo>
                      <a:pt x="2875" y="6281"/>
                    </a:lnTo>
                    <a:lnTo>
                      <a:pt x="5262" y="21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ee1ec"/>
              </a:solidFill>
              <a:ln w="3334" cap="flat" cmpd="sng" algn="ctr">
                <a:solidFill>
                  <a:srgbClr val="dee1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" name="Surface mesh patch"/>
              <p:cNvSpPr/>
              <p:nvPr/>
            </p:nvSpPr>
            <p:spPr>
              <a:xfrm>
                <a:off x="3222478" y="1238328"/>
                <a:ext cx="50120" cy="495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04">
                    <a:moveTo>
                      <a:pt x="0" y="4240"/>
                    </a:moveTo>
                    <a:lnTo>
                      <a:pt x="2875" y="5204"/>
                    </a:lnTo>
                    <a:lnTo>
                      <a:pt x="5262" y="15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3dfe2"/>
              </a:solidFill>
              <a:ln w="3334" cap="flat" cmpd="sng" algn="ctr">
                <a:solidFill>
                  <a:srgbClr val="e3df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" name="Surface mesh patch"/>
              <p:cNvSpPr/>
              <p:nvPr/>
            </p:nvSpPr>
            <p:spPr>
              <a:xfrm>
                <a:off x="3272597" y="1219320"/>
                <a:ext cx="50120" cy="340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2">
                    <a:moveTo>
                      <a:pt x="0" y="3572"/>
                    </a:moveTo>
                    <a:lnTo>
                      <a:pt x="2875" y="3094"/>
                    </a:lnTo>
                    <a:lnTo>
                      <a:pt x="5262" y="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bd7"/>
              </a:solidFill>
              <a:ln w="3334" cap="flat" cmpd="sng" algn="ctr">
                <a:solidFill>
                  <a:srgbClr val="e8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" name="Surface mesh patch"/>
              <p:cNvSpPr/>
              <p:nvPr/>
            </p:nvSpPr>
            <p:spPr>
              <a:xfrm>
                <a:off x="3322717" y="1175428"/>
                <a:ext cx="50120" cy="45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53">
                    <a:moveTo>
                      <a:pt x="0" y="4753"/>
                    </a:moveTo>
                    <a:lnTo>
                      <a:pt x="2875" y="1984"/>
                    </a:lnTo>
                    <a:lnTo>
                      <a:pt x="5262" y="0"/>
                    </a:lnTo>
                    <a:lnTo>
                      <a:pt x="2387" y="2069"/>
                    </a:lnTo>
                    <a:close/>
                  </a:path>
                </a:pathLst>
              </a:custGeom>
              <a:solidFill>
                <a:srgbClr val="f0d7c8"/>
              </a:solidFill>
              <a:ln w="3334" cap="flat" cmpd="sng" algn="ctr">
                <a:solidFill>
                  <a:srgbClr val="f0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" name="Surface mesh patch"/>
              <p:cNvSpPr/>
              <p:nvPr/>
            </p:nvSpPr>
            <p:spPr>
              <a:xfrm>
                <a:off x="3372836" y="1116661"/>
                <a:ext cx="50120" cy="587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70">
                    <a:moveTo>
                      <a:pt x="0" y="6170"/>
                    </a:moveTo>
                    <a:lnTo>
                      <a:pt x="2875" y="610"/>
                    </a:lnTo>
                    <a:lnTo>
                      <a:pt x="5262" y="0"/>
                    </a:lnTo>
                    <a:lnTo>
                      <a:pt x="2387" y="4652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9" name="Surface mesh patch"/>
              <p:cNvSpPr/>
              <p:nvPr/>
            </p:nvSpPr>
            <p:spPr>
              <a:xfrm>
                <a:off x="3422956" y="1039882"/>
                <a:ext cx="50120" cy="76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73">
                    <a:moveTo>
                      <a:pt x="0" y="8061"/>
                    </a:moveTo>
                    <a:lnTo>
                      <a:pt x="2875" y="0"/>
                    </a:lnTo>
                    <a:lnTo>
                      <a:pt x="5262" y="1248"/>
                    </a:lnTo>
                    <a:lnTo>
                      <a:pt x="2387" y="8073"/>
                    </a:lnTo>
                    <a:close/>
                  </a:path>
                </a:pathLst>
              </a:custGeom>
              <a:solidFill>
                <a:srgbClr val="fbc2a5"/>
              </a:solidFill>
              <a:ln w="3334" cap="flat" cmpd="sng" algn="ctr">
                <a:solidFill>
                  <a:srgbClr val="fbc2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" name="Surface mesh patch"/>
              <p:cNvSpPr/>
              <p:nvPr/>
            </p:nvSpPr>
            <p:spPr>
              <a:xfrm>
                <a:off x="3473076" y="963503"/>
                <a:ext cx="50120" cy="1064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79">
                    <a:moveTo>
                      <a:pt x="0" y="9266"/>
                    </a:moveTo>
                    <a:lnTo>
                      <a:pt x="2875" y="0"/>
                    </a:lnTo>
                    <a:lnTo>
                      <a:pt x="5262" y="3465"/>
                    </a:lnTo>
                    <a:lnTo>
                      <a:pt x="2387" y="11179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" name="Surface mesh patch"/>
              <p:cNvSpPr/>
              <p:nvPr/>
            </p:nvSpPr>
            <p:spPr>
              <a:xfrm>
                <a:off x="3523195" y="915879"/>
                <a:ext cx="50120" cy="118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59">
                    <a:moveTo>
                      <a:pt x="0" y="8465"/>
                    </a:moveTo>
                    <a:lnTo>
                      <a:pt x="2875" y="0"/>
                    </a:lnTo>
                    <a:lnTo>
                      <a:pt x="5262" y="5647"/>
                    </a:lnTo>
                    <a:lnTo>
                      <a:pt x="2387" y="12459"/>
                    </a:lnTo>
                    <a:close/>
                  </a:path>
                </a:pathLst>
              </a:custGeom>
              <a:solidFill>
                <a:srgbClr val="faa98e"/>
              </a:solidFill>
              <a:ln w="3334" cap="flat" cmpd="sng" algn="ctr">
                <a:solidFill>
                  <a:srgbClr val="faa9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" name="Surface mesh patch"/>
              <p:cNvSpPr/>
              <p:nvPr/>
            </p:nvSpPr>
            <p:spPr>
              <a:xfrm>
                <a:off x="3573315" y="915138"/>
                <a:ext cx="50120" cy="110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60">
                    <a:moveTo>
                      <a:pt x="0" y="5724"/>
                    </a:moveTo>
                    <a:lnTo>
                      <a:pt x="2875" y="0"/>
                    </a:lnTo>
                    <a:lnTo>
                      <a:pt x="5262" y="7221"/>
                    </a:lnTo>
                    <a:lnTo>
                      <a:pt x="2387" y="11560"/>
                    </a:lnTo>
                    <a:close/>
                  </a:path>
                </a:pathLst>
              </a:custGeom>
              <a:solidFill>
                <a:srgbClr val="faa88d"/>
              </a:solidFill>
              <a:ln w="3334" cap="flat" cmpd="sng" algn="ctr">
                <a:solidFill>
                  <a:srgbClr val="faa8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" name="Surface mesh patch"/>
              <p:cNvSpPr/>
              <p:nvPr/>
            </p:nvSpPr>
            <p:spPr>
              <a:xfrm>
                <a:off x="3623435" y="965182"/>
                <a:ext cx="50120" cy="84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06">
                    <a:moveTo>
                      <a:pt x="0" y="1967"/>
                    </a:moveTo>
                    <a:lnTo>
                      <a:pt x="2875" y="0"/>
                    </a:lnTo>
                    <a:lnTo>
                      <a:pt x="5262" y="7709"/>
                    </a:lnTo>
                    <a:lnTo>
                      <a:pt x="2387" y="8906"/>
                    </a:lnTo>
                    <a:close/>
                  </a:path>
                </a:pathLst>
              </a:custGeom>
              <a:solidFill>
                <a:srgbClr val="fab196"/>
              </a:solidFill>
              <a:ln w="3334" cap="flat" cmpd="sng" algn="ctr">
                <a:solidFill>
                  <a:srgbClr val="fab1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4" name="Surface mesh patch"/>
              <p:cNvSpPr/>
              <p:nvPr/>
            </p:nvSpPr>
            <p:spPr>
              <a:xfrm>
                <a:off x="3673554" y="1038609"/>
                <a:ext cx="50120" cy="80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69">
                    <a:moveTo>
                      <a:pt x="0" y="0"/>
                    </a:moveTo>
                    <a:lnTo>
                      <a:pt x="2875" y="1488"/>
                    </a:lnTo>
                    <a:lnTo>
                      <a:pt x="5262" y="8469"/>
                    </a:lnTo>
                    <a:lnTo>
                      <a:pt x="2387" y="6967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5" name="Surface mesh patch"/>
              <p:cNvSpPr/>
              <p:nvPr/>
            </p:nvSpPr>
            <p:spPr>
              <a:xfrm>
                <a:off x="3723674" y="1119277"/>
                <a:ext cx="50120" cy="852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49">
                    <a:moveTo>
                      <a:pt x="0" y="0"/>
                    </a:moveTo>
                    <a:lnTo>
                      <a:pt x="2875" y="3620"/>
                    </a:lnTo>
                    <a:lnTo>
                      <a:pt x="5262" y="8949"/>
                    </a:lnTo>
                    <a:lnTo>
                      <a:pt x="2387" y="5941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6" name="Surface mesh patch"/>
              <p:cNvSpPr/>
              <p:nvPr/>
            </p:nvSpPr>
            <p:spPr>
              <a:xfrm>
                <a:off x="3773794" y="1204519"/>
                <a:ext cx="50120" cy="709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46">
                    <a:moveTo>
                      <a:pt x="0" y="0"/>
                    </a:moveTo>
                    <a:lnTo>
                      <a:pt x="2875" y="4151"/>
                    </a:lnTo>
                    <a:lnTo>
                      <a:pt x="5262" y="7446"/>
                    </a:lnTo>
                    <a:lnTo>
                      <a:pt x="2387" y="422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7" name="Surface mesh patch"/>
              <p:cNvSpPr/>
              <p:nvPr/>
            </p:nvSpPr>
            <p:spPr>
              <a:xfrm>
                <a:off x="3823913" y="1275443"/>
                <a:ext cx="50120" cy="4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90">
                    <a:moveTo>
                      <a:pt x="0" y="0"/>
                    </a:moveTo>
                    <a:lnTo>
                      <a:pt x="2875" y="3486"/>
                    </a:lnTo>
                    <a:lnTo>
                      <a:pt x="5262" y="4890"/>
                    </a:lnTo>
                    <a:lnTo>
                      <a:pt x="2387" y="233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8" name="Surface mesh patch"/>
              <p:cNvSpPr/>
              <p:nvPr/>
            </p:nvSpPr>
            <p:spPr>
              <a:xfrm>
                <a:off x="3874033" y="1322016"/>
                <a:ext cx="50120" cy="220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18">
                    <a:moveTo>
                      <a:pt x="0" y="0"/>
                    </a:moveTo>
                    <a:lnTo>
                      <a:pt x="2875" y="2318"/>
                    </a:lnTo>
                    <a:lnTo>
                      <a:pt x="5262" y="2291"/>
                    </a:lnTo>
                    <a:lnTo>
                      <a:pt x="2387" y="70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9" name="Surface mesh patch"/>
              <p:cNvSpPr/>
              <p:nvPr/>
            </p:nvSpPr>
            <p:spPr>
              <a:xfrm>
                <a:off x="3924153" y="1339401"/>
                <a:ext cx="50120" cy="161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">
                    <a:moveTo>
                      <a:pt x="0" y="466"/>
                    </a:moveTo>
                    <a:lnTo>
                      <a:pt x="2875" y="1700"/>
                    </a:lnTo>
                    <a:lnTo>
                      <a:pt x="5262" y="7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" name="Surface mesh patch"/>
              <p:cNvSpPr/>
              <p:nvPr/>
            </p:nvSpPr>
            <p:spPr>
              <a:xfrm>
                <a:off x="2347712" y="1471542"/>
                <a:ext cx="50120" cy="267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10">
                    <a:moveTo>
                      <a:pt x="0" y="899"/>
                    </a:moveTo>
                    <a:lnTo>
                      <a:pt x="2875" y="2810"/>
                    </a:lnTo>
                    <a:lnTo>
                      <a:pt x="5262" y="19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" name="Surface mesh patch"/>
              <p:cNvSpPr/>
              <p:nvPr/>
            </p:nvSpPr>
            <p:spPr>
              <a:xfrm>
                <a:off x="2397831" y="1480396"/>
                <a:ext cx="50120" cy="282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65">
                    <a:moveTo>
                      <a:pt x="0" y="999"/>
                    </a:moveTo>
                    <a:lnTo>
                      <a:pt x="2875" y="2965"/>
                    </a:lnTo>
                    <a:lnTo>
                      <a:pt x="5262" y="20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" name="Surface mesh patch"/>
              <p:cNvSpPr/>
              <p:nvPr/>
            </p:nvSpPr>
            <p:spPr>
              <a:xfrm>
                <a:off x="2447951" y="1489418"/>
                <a:ext cx="50120" cy="303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6">
                    <a:moveTo>
                      <a:pt x="0" y="1085"/>
                    </a:moveTo>
                    <a:lnTo>
                      <a:pt x="2875" y="3186"/>
                    </a:lnTo>
                    <a:lnTo>
                      <a:pt x="5262" y="2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" name="Surface mesh patch"/>
              <p:cNvSpPr/>
              <p:nvPr/>
            </p:nvSpPr>
            <p:spPr>
              <a:xfrm>
                <a:off x="2498071" y="1499211"/>
                <a:ext cx="50120" cy="326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4">
                    <a:moveTo>
                      <a:pt x="0" y="1181"/>
                    </a:moveTo>
                    <a:lnTo>
                      <a:pt x="2875" y="3424"/>
                    </a:lnTo>
                    <a:lnTo>
                      <a:pt x="5262" y="23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" name="Surface mesh patch"/>
              <p:cNvSpPr/>
              <p:nvPr/>
            </p:nvSpPr>
            <p:spPr>
              <a:xfrm>
                <a:off x="2548190" y="1509262"/>
                <a:ext cx="50120" cy="34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11">
                    <a:moveTo>
                      <a:pt x="0" y="1317"/>
                    </a:moveTo>
                    <a:lnTo>
                      <a:pt x="2875" y="3611"/>
                    </a:lnTo>
                    <a:lnTo>
                      <a:pt x="5262" y="2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" name="Surface mesh patch"/>
              <p:cNvSpPr/>
              <p:nvPr/>
            </p:nvSpPr>
            <p:spPr>
              <a:xfrm>
                <a:off x="2598310" y="1517881"/>
                <a:ext cx="50120" cy="35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1">
                    <a:moveTo>
                      <a:pt x="0" y="1515"/>
                    </a:moveTo>
                    <a:lnTo>
                      <a:pt x="2875" y="3691"/>
                    </a:lnTo>
                    <a:lnTo>
                      <a:pt x="5262" y="22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" name="Surface mesh patch"/>
              <p:cNvSpPr/>
              <p:nvPr/>
            </p:nvSpPr>
            <p:spPr>
              <a:xfrm>
                <a:off x="2648430" y="1522705"/>
                <a:ext cx="50120" cy="34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48">
                    <a:moveTo>
                      <a:pt x="0" y="1776"/>
                    </a:moveTo>
                    <a:lnTo>
                      <a:pt x="2875" y="3648"/>
                    </a:lnTo>
                    <a:lnTo>
                      <a:pt x="5262" y="19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7fd"/>
              </a:solidFill>
              <a:ln w="3334" cap="flat" cmpd="sng" algn="ctr">
                <a:solidFill>
                  <a:srgbClr val="9b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" name="Surface mesh patch"/>
              <p:cNvSpPr/>
              <p:nvPr/>
            </p:nvSpPr>
            <p:spPr>
              <a:xfrm>
                <a:off x="2698549" y="1521543"/>
                <a:ext cx="50120" cy="334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16">
                    <a:moveTo>
                      <a:pt x="0" y="2080"/>
                    </a:moveTo>
                    <a:lnTo>
                      <a:pt x="2875" y="3516"/>
                    </a:lnTo>
                    <a:lnTo>
                      <a:pt x="5262" y="15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" name="Surface mesh patch"/>
              <p:cNvSpPr/>
              <p:nvPr/>
            </p:nvSpPr>
            <p:spPr>
              <a:xfrm>
                <a:off x="2748669" y="1513134"/>
                <a:ext cx="50120" cy="32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3">
                    <a:moveTo>
                      <a:pt x="0" y="2395"/>
                    </a:moveTo>
                    <a:lnTo>
                      <a:pt x="2875" y="3373"/>
                    </a:lnTo>
                    <a:lnTo>
                      <a:pt x="5262" y="10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" name="Surface mesh patch"/>
              <p:cNvSpPr/>
              <p:nvPr/>
            </p:nvSpPr>
            <p:spPr>
              <a:xfrm>
                <a:off x="2798789" y="1497449"/>
                <a:ext cx="50120" cy="31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14">
                    <a:moveTo>
                      <a:pt x="0" y="2705"/>
                    </a:moveTo>
                    <a:lnTo>
                      <a:pt x="2875" y="3314"/>
                    </a:lnTo>
                    <a:lnTo>
                      <a:pt x="5262" y="7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" name="Surface mesh patch"/>
              <p:cNvSpPr/>
              <p:nvPr/>
            </p:nvSpPr>
            <p:spPr>
              <a:xfrm>
                <a:off x="2848908" y="1475473"/>
                <a:ext cx="50120" cy="32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16">
                    <a:moveTo>
                      <a:pt x="0" y="3010"/>
                    </a:moveTo>
                    <a:lnTo>
                      <a:pt x="2875" y="3416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" name="Surface mesh patch"/>
              <p:cNvSpPr/>
              <p:nvPr/>
            </p:nvSpPr>
            <p:spPr>
              <a:xfrm>
                <a:off x="2899028" y="1448729"/>
                <a:ext cx="50120" cy="35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7">
                    <a:moveTo>
                      <a:pt x="0" y="3327"/>
                    </a:moveTo>
                    <a:lnTo>
                      <a:pt x="2875" y="3717"/>
                    </a:lnTo>
                    <a:lnTo>
                      <a:pt x="5262" y="5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" name="Surface mesh patch"/>
              <p:cNvSpPr/>
              <p:nvPr/>
            </p:nvSpPr>
            <p:spPr>
              <a:xfrm>
                <a:off x="2949147" y="1418893"/>
                <a:ext cx="50120" cy="399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6">
                    <a:moveTo>
                      <a:pt x="0" y="3664"/>
                    </a:moveTo>
                    <a:lnTo>
                      <a:pt x="2875" y="4196"/>
                    </a:lnTo>
                    <a:lnTo>
                      <a:pt x="5262" y="7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" name="Surface mesh patch"/>
              <p:cNvSpPr/>
              <p:nvPr/>
            </p:nvSpPr>
            <p:spPr>
              <a:xfrm>
                <a:off x="2999267" y="1387695"/>
                <a:ext cx="50120" cy="45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74">
                    <a:moveTo>
                      <a:pt x="0" y="3996"/>
                    </a:moveTo>
                    <a:lnTo>
                      <a:pt x="2875" y="4774"/>
                    </a:lnTo>
                    <a:lnTo>
                      <a:pt x="5262" y="1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4" name="Surface mesh patch"/>
              <p:cNvSpPr/>
              <p:nvPr/>
            </p:nvSpPr>
            <p:spPr>
              <a:xfrm>
                <a:off x="3049387" y="1356926"/>
                <a:ext cx="50120" cy="506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13">
                    <a:moveTo>
                      <a:pt x="0" y="4267"/>
                    </a:moveTo>
                    <a:lnTo>
                      <a:pt x="2875" y="5313"/>
                    </a:lnTo>
                    <a:lnTo>
                      <a:pt x="5262" y="1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5" name="Surface mesh patch"/>
              <p:cNvSpPr/>
              <p:nvPr/>
            </p:nvSpPr>
            <p:spPr>
              <a:xfrm>
                <a:off x="3099506" y="1328245"/>
                <a:ext cx="50120" cy="53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20">
                    <a:moveTo>
                      <a:pt x="0" y="4404"/>
                    </a:moveTo>
                    <a:lnTo>
                      <a:pt x="2875" y="5620"/>
                    </a:lnTo>
                    <a:lnTo>
                      <a:pt x="5262" y="16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6" name="Surface mesh patch"/>
              <p:cNvSpPr/>
              <p:nvPr/>
            </p:nvSpPr>
            <p:spPr>
              <a:xfrm>
                <a:off x="3149626" y="1302500"/>
                <a:ext cx="50120" cy="519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9">
                    <a:moveTo>
                      <a:pt x="0" y="4352"/>
                    </a:moveTo>
                    <a:lnTo>
                      <a:pt x="2875" y="5459"/>
                    </a:lnTo>
                    <a:lnTo>
                      <a:pt x="5262" y="15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" name="Surface mesh patch"/>
              <p:cNvSpPr/>
              <p:nvPr/>
            </p:nvSpPr>
            <p:spPr>
              <a:xfrm>
                <a:off x="3199746" y="1278718"/>
                <a:ext cx="50120" cy="434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58">
                    <a:moveTo>
                      <a:pt x="0" y="4091"/>
                    </a:moveTo>
                    <a:lnTo>
                      <a:pt x="2875" y="4558"/>
                    </a:lnTo>
                    <a:lnTo>
                      <a:pt x="5262" y="9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" name="Surface mesh patch"/>
              <p:cNvSpPr/>
              <p:nvPr/>
            </p:nvSpPr>
            <p:spPr>
              <a:xfrm>
                <a:off x="3249865" y="1248792"/>
                <a:ext cx="50120" cy="391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6">
                    <a:moveTo>
                      <a:pt x="0" y="4106"/>
                    </a:moveTo>
                    <a:lnTo>
                      <a:pt x="2875" y="3141"/>
                    </a:lnTo>
                    <a:lnTo>
                      <a:pt x="5262" y="0"/>
                    </a:lnTo>
                    <a:lnTo>
                      <a:pt x="2387" y="478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" name="Surface mesh patch"/>
              <p:cNvSpPr/>
              <p:nvPr/>
            </p:nvSpPr>
            <p:spPr>
              <a:xfrm>
                <a:off x="3299985" y="1194329"/>
                <a:ext cx="50120" cy="544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18">
                    <a:moveTo>
                      <a:pt x="0" y="5718"/>
                    </a:moveTo>
                    <a:lnTo>
                      <a:pt x="2875" y="2425"/>
                    </a:lnTo>
                    <a:lnTo>
                      <a:pt x="5262" y="0"/>
                    </a:lnTo>
                    <a:lnTo>
                      <a:pt x="2387" y="2768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" name="Surface mesh patch"/>
              <p:cNvSpPr/>
              <p:nvPr/>
            </p:nvSpPr>
            <p:spPr>
              <a:xfrm>
                <a:off x="3350105" y="1122469"/>
                <a:ext cx="50120" cy="718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44">
                    <a:moveTo>
                      <a:pt x="0" y="7544"/>
                    </a:moveTo>
                    <a:lnTo>
                      <a:pt x="2875" y="1295"/>
                    </a:lnTo>
                    <a:lnTo>
                      <a:pt x="5262" y="0"/>
                    </a:lnTo>
                    <a:lnTo>
                      <a:pt x="2387" y="5560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" name="Surface mesh patch"/>
              <p:cNvSpPr/>
              <p:nvPr/>
            </p:nvSpPr>
            <p:spPr>
              <a:xfrm>
                <a:off x="3400224" y="1036155"/>
                <a:ext cx="50120" cy="86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2">
                    <a:moveTo>
                      <a:pt x="0" y="9062"/>
                    </a:moveTo>
                    <a:lnTo>
                      <a:pt x="2875" y="0"/>
                    </a:lnTo>
                    <a:lnTo>
                      <a:pt x="5262" y="391"/>
                    </a:lnTo>
                    <a:lnTo>
                      <a:pt x="2387" y="8452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" name="Surface mesh patch"/>
              <p:cNvSpPr/>
              <p:nvPr/>
            </p:nvSpPr>
            <p:spPr>
              <a:xfrm>
                <a:off x="3450344" y="938677"/>
                <a:ext cx="50120" cy="1130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73">
                    <a:moveTo>
                      <a:pt x="0" y="10625"/>
                    </a:moveTo>
                    <a:lnTo>
                      <a:pt x="2875" y="0"/>
                    </a:lnTo>
                    <a:lnTo>
                      <a:pt x="5262" y="2606"/>
                    </a:lnTo>
                    <a:lnTo>
                      <a:pt x="2387" y="11873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" name="Surface mesh patch"/>
              <p:cNvSpPr/>
              <p:nvPr/>
            </p:nvSpPr>
            <p:spPr>
              <a:xfrm>
                <a:off x="3500464" y="868059"/>
                <a:ext cx="50120" cy="128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86">
                    <a:moveTo>
                      <a:pt x="0" y="10020"/>
                    </a:moveTo>
                    <a:lnTo>
                      <a:pt x="2875" y="0"/>
                    </a:lnTo>
                    <a:lnTo>
                      <a:pt x="5262" y="5020"/>
                    </a:lnTo>
                    <a:lnTo>
                      <a:pt x="2387" y="13486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" name="Surface mesh patch"/>
              <p:cNvSpPr/>
              <p:nvPr/>
            </p:nvSpPr>
            <p:spPr>
              <a:xfrm>
                <a:off x="3550583" y="848091"/>
                <a:ext cx="50120" cy="121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4">
                    <a:moveTo>
                      <a:pt x="0" y="7117"/>
                    </a:moveTo>
                    <a:lnTo>
                      <a:pt x="2875" y="0"/>
                    </a:lnTo>
                    <a:lnTo>
                      <a:pt x="5262" y="7039"/>
                    </a:lnTo>
                    <a:lnTo>
                      <a:pt x="2387" y="12764"/>
                    </a:lnTo>
                    <a:close/>
                  </a:path>
                </a:pathLst>
              </a:custGeom>
              <a:solidFill>
                <a:srgbClr val="fa967b"/>
              </a:solidFill>
              <a:ln w="3334" cap="flat" cmpd="sng" algn="ctr">
                <a:solidFill>
                  <a:srgbClr val="fa967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" name="Surface mesh patch"/>
              <p:cNvSpPr/>
              <p:nvPr/>
            </p:nvSpPr>
            <p:spPr>
              <a:xfrm>
                <a:off x="3600703" y="888481"/>
                <a:ext cx="50120" cy="95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20">
                    <a:moveTo>
                      <a:pt x="0" y="2799"/>
                    </a:moveTo>
                    <a:lnTo>
                      <a:pt x="2875" y="0"/>
                    </a:lnTo>
                    <a:lnTo>
                      <a:pt x="5262" y="8053"/>
                    </a:lnTo>
                    <a:lnTo>
                      <a:pt x="2387" y="10020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6" name="Surface mesh patch"/>
              <p:cNvSpPr/>
              <p:nvPr/>
            </p:nvSpPr>
            <p:spPr>
              <a:xfrm>
                <a:off x="3650822" y="965182"/>
                <a:ext cx="50120" cy="87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97">
                    <a:moveTo>
                      <a:pt x="0" y="0"/>
                    </a:moveTo>
                    <a:lnTo>
                      <a:pt x="2875" y="1440"/>
                    </a:lnTo>
                    <a:lnTo>
                      <a:pt x="5262" y="9197"/>
                    </a:lnTo>
                    <a:lnTo>
                      <a:pt x="2387" y="7709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7" name="Surface mesh patch"/>
              <p:cNvSpPr/>
              <p:nvPr/>
            </p:nvSpPr>
            <p:spPr>
              <a:xfrm>
                <a:off x="3700942" y="1052779"/>
                <a:ext cx="50120" cy="10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01">
                    <a:moveTo>
                      <a:pt x="0" y="0"/>
                    </a:moveTo>
                    <a:lnTo>
                      <a:pt x="2875" y="4288"/>
                    </a:lnTo>
                    <a:lnTo>
                      <a:pt x="5262" y="10601"/>
                    </a:lnTo>
                    <a:lnTo>
                      <a:pt x="2387" y="6981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8" name="Surface mesh patch"/>
              <p:cNvSpPr/>
              <p:nvPr/>
            </p:nvSpPr>
            <p:spPr>
              <a:xfrm>
                <a:off x="3751062" y="1153757"/>
                <a:ext cx="50120" cy="902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0">
                    <a:moveTo>
                      <a:pt x="0" y="0"/>
                    </a:moveTo>
                    <a:lnTo>
                      <a:pt x="2875" y="5231"/>
                    </a:lnTo>
                    <a:lnTo>
                      <a:pt x="5262" y="9480"/>
                    </a:lnTo>
                    <a:lnTo>
                      <a:pt x="2387" y="5329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9" name="Surface mesh patch"/>
              <p:cNvSpPr/>
              <p:nvPr/>
            </p:nvSpPr>
            <p:spPr>
              <a:xfrm>
                <a:off x="3801181" y="1244056"/>
                <a:ext cx="50120" cy="64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1">
                    <a:moveTo>
                      <a:pt x="0" y="0"/>
                    </a:moveTo>
                    <a:lnTo>
                      <a:pt x="2875" y="4618"/>
                    </a:lnTo>
                    <a:lnTo>
                      <a:pt x="5262" y="6781"/>
                    </a:lnTo>
                    <a:lnTo>
                      <a:pt x="2387" y="3295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0" name="Surface mesh patch"/>
              <p:cNvSpPr/>
              <p:nvPr/>
            </p:nvSpPr>
            <p:spPr>
              <a:xfrm>
                <a:off x="3851301" y="1308643"/>
                <a:ext cx="50120" cy="354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22">
                    <a:moveTo>
                      <a:pt x="0" y="0"/>
                    </a:moveTo>
                    <a:lnTo>
                      <a:pt x="2875" y="3241"/>
                    </a:lnTo>
                    <a:lnTo>
                      <a:pt x="5262" y="3722"/>
                    </a:lnTo>
                    <a:lnTo>
                      <a:pt x="2387" y="1404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1" name="Surface mesh patch"/>
              <p:cNvSpPr/>
              <p:nvPr/>
            </p:nvSpPr>
            <p:spPr>
              <a:xfrm>
                <a:off x="3901421" y="1343838"/>
                <a:ext cx="50120" cy="17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0">
                    <a:moveTo>
                      <a:pt x="0" y="27"/>
                    </a:moveTo>
                    <a:lnTo>
                      <a:pt x="2875" y="1870"/>
                    </a:lnTo>
                    <a:lnTo>
                      <a:pt x="5262" y="12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2" name="Surface mesh patch"/>
              <p:cNvSpPr/>
              <p:nvPr/>
            </p:nvSpPr>
            <p:spPr>
              <a:xfrm>
                <a:off x="3951540" y="1346847"/>
                <a:ext cx="50120" cy="168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1">
                    <a:moveTo>
                      <a:pt x="0" y="918"/>
                    </a:moveTo>
                    <a:lnTo>
                      <a:pt x="2875" y="1771"/>
                    </a:lnTo>
                    <a:lnTo>
                      <a:pt x="5262" y="5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3" name="Surface mesh patch"/>
              <p:cNvSpPr/>
              <p:nvPr/>
            </p:nvSpPr>
            <p:spPr>
              <a:xfrm>
                <a:off x="2324980" y="1480101"/>
                <a:ext cx="50120" cy="25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1">
                    <a:moveTo>
                      <a:pt x="0" y="807"/>
                    </a:moveTo>
                    <a:lnTo>
                      <a:pt x="2875" y="2701"/>
                    </a:lnTo>
                    <a:lnTo>
                      <a:pt x="5262" y="19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" name="Surface mesh patch"/>
              <p:cNvSpPr/>
              <p:nvPr/>
            </p:nvSpPr>
            <p:spPr>
              <a:xfrm>
                <a:off x="2375100" y="1489908"/>
                <a:ext cx="50120" cy="264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6">
                    <a:moveTo>
                      <a:pt x="0" y="882"/>
                    </a:moveTo>
                    <a:lnTo>
                      <a:pt x="2875" y="2776"/>
                    </a:lnTo>
                    <a:lnTo>
                      <a:pt x="5262" y="19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" name="Surface mesh patch"/>
              <p:cNvSpPr/>
              <p:nvPr/>
            </p:nvSpPr>
            <p:spPr>
              <a:xfrm>
                <a:off x="2425219" y="1499756"/>
                <a:ext cx="50120" cy="277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10">
                    <a:moveTo>
                      <a:pt x="0" y="932"/>
                    </a:moveTo>
                    <a:lnTo>
                      <a:pt x="2875" y="2910"/>
                    </a:lnTo>
                    <a:lnTo>
                      <a:pt x="5262" y="21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" name="Surface mesh patch"/>
              <p:cNvSpPr/>
              <p:nvPr/>
            </p:nvSpPr>
            <p:spPr>
              <a:xfrm>
                <a:off x="2475339" y="1510461"/>
                <a:ext cx="50120" cy="292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66">
                    <a:moveTo>
                      <a:pt x="0" y="977"/>
                    </a:moveTo>
                    <a:lnTo>
                      <a:pt x="2875" y="3066"/>
                    </a:lnTo>
                    <a:lnTo>
                      <a:pt x="5262" y="22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7" name="Surface mesh patch"/>
              <p:cNvSpPr/>
              <p:nvPr/>
            </p:nvSpPr>
            <p:spPr>
              <a:xfrm>
                <a:off x="2525458" y="1521805"/>
                <a:ext cx="50120" cy="30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8">
                    <a:moveTo>
                      <a:pt x="0" y="1052"/>
                    </a:moveTo>
                    <a:lnTo>
                      <a:pt x="2875" y="3188"/>
                    </a:lnTo>
                    <a:lnTo>
                      <a:pt x="5262" y="22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" name="Surface mesh patch"/>
              <p:cNvSpPr/>
              <p:nvPr/>
            </p:nvSpPr>
            <p:spPr>
              <a:xfrm>
                <a:off x="2575578" y="1532311"/>
                <a:ext cx="50120" cy="30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7">
                    <a:moveTo>
                      <a:pt x="0" y="1192"/>
                    </a:moveTo>
                    <a:lnTo>
                      <a:pt x="2875" y="3227"/>
                    </a:lnTo>
                    <a:lnTo>
                      <a:pt x="5262" y="21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" name="Surface mesh patch"/>
              <p:cNvSpPr/>
              <p:nvPr/>
            </p:nvSpPr>
            <p:spPr>
              <a:xfrm>
                <a:off x="2625698" y="1539624"/>
                <a:ext cx="50120" cy="30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66">
                    <a:moveTo>
                      <a:pt x="0" y="1409"/>
                    </a:moveTo>
                    <a:lnTo>
                      <a:pt x="2875" y="3166"/>
                    </a:lnTo>
                    <a:lnTo>
                      <a:pt x="5262" y="18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" name="Surface mesh patch"/>
              <p:cNvSpPr/>
              <p:nvPr/>
            </p:nvSpPr>
            <p:spPr>
              <a:xfrm>
                <a:off x="2675817" y="1541351"/>
                <a:ext cx="50120" cy="288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32">
                    <a:moveTo>
                      <a:pt x="0" y="1690"/>
                    </a:moveTo>
                    <a:lnTo>
                      <a:pt x="2875" y="3032"/>
                    </a:lnTo>
                    <a:lnTo>
                      <a:pt x="5262" y="1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" name="Surface mesh patch"/>
              <p:cNvSpPr/>
              <p:nvPr/>
            </p:nvSpPr>
            <p:spPr>
              <a:xfrm>
                <a:off x="2725937" y="1535949"/>
                <a:ext cx="50120" cy="27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4">
                    <a:moveTo>
                      <a:pt x="0" y="2004"/>
                    </a:moveTo>
                    <a:lnTo>
                      <a:pt x="2875" y="2894"/>
                    </a:lnTo>
                    <a:lnTo>
                      <a:pt x="5262" y="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" name="Surface mesh patch"/>
              <p:cNvSpPr/>
              <p:nvPr/>
            </p:nvSpPr>
            <p:spPr>
              <a:xfrm>
                <a:off x="2776057" y="1523210"/>
                <a:ext cx="50120" cy="26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0">
                    <a:moveTo>
                      <a:pt x="0" y="2315"/>
                    </a:moveTo>
                    <a:lnTo>
                      <a:pt x="2875" y="2830"/>
                    </a:lnTo>
                    <a:lnTo>
                      <a:pt x="5262" y="6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" name="Surface mesh patch"/>
              <p:cNvSpPr/>
              <p:nvPr/>
            </p:nvSpPr>
            <p:spPr>
              <a:xfrm>
                <a:off x="2826176" y="1504143"/>
                <a:ext cx="50120" cy="27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09">
                    <a:moveTo>
                      <a:pt x="0" y="2611"/>
                    </a:moveTo>
                    <a:lnTo>
                      <a:pt x="2875" y="2909"/>
                    </a:lnTo>
                    <a:lnTo>
                      <a:pt x="5262" y="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" name="Surface mesh patch"/>
              <p:cNvSpPr/>
              <p:nvPr/>
            </p:nvSpPr>
            <p:spPr>
              <a:xfrm>
                <a:off x="2876296" y="1480422"/>
                <a:ext cx="50120" cy="300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8">
                    <a:moveTo>
                      <a:pt x="0" y="2896"/>
                    </a:moveTo>
                    <a:lnTo>
                      <a:pt x="2875" y="3158"/>
                    </a:lnTo>
                    <a:lnTo>
                      <a:pt x="5262" y="3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" name="Surface mesh patch"/>
              <p:cNvSpPr/>
              <p:nvPr/>
            </p:nvSpPr>
            <p:spPr>
              <a:xfrm>
                <a:off x="2926416" y="1453793"/>
                <a:ext cx="50120" cy="339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0">
                    <a:moveTo>
                      <a:pt x="0" y="3185"/>
                    </a:moveTo>
                    <a:lnTo>
                      <a:pt x="2875" y="3560"/>
                    </a:lnTo>
                    <a:lnTo>
                      <a:pt x="5262" y="5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" name="Surface mesh patch"/>
              <p:cNvSpPr/>
              <p:nvPr/>
            </p:nvSpPr>
            <p:spPr>
              <a:xfrm>
                <a:off x="2976535" y="1425760"/>
                <a:ext cx="50120" cy="385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50">
                    <a:moveTo>
                      <a:pt x="0" y="3475"/>
                    </a:moveTo>
                    <a:lnTo>
                      <a:pt x="2875" y="4050"/>
                    </a:lnTo>
                    <a:lnTo>
                      <a:pt x="5262" y="7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" name="Surface mesh patch"/>
              <p:cNvSpPr/>
              <p:nvPr/>
            </p:nvSpPr>
            <p:spPr>
              <a:xfrm>
                <a:off x="3026655" y="1397572"/>
                <a:ext cx="50120" cy="430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17">
                    <a:moveTo>
                      <a:pt x="0" y="3737"/>
                    </a:moveTo>
                    <a:lnTo>
                      <a:pt x="2875" y="4517"/>
                    </a:lnTo>
                    <a:lnTo>
                      <a:pt x="5262" y="10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8" name="Surface mesh patch"/>
              <p:cNvSpPr/>
              <p:nvPr/>
            </p:nvSpPr>
            <p:spPr>
              <a:xfrm>
                <a:off x="3076775" y="1370197"/>
                <a:ext cx="50120" cy="45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4">
                    <a:moveTo>
                      <a:pt x="0" y="3920"/>
                    </a:moveTo>
                    <a:lnTo>
                      <a:pt x="2875" y="4804"/>
                    </a:lnTo>
                    <a:lnTo>
                      <a:pt x="5262" y="12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9" name="Surface mesh patch"/>
              <p:cNvSpPr/>
              <p:nvPr/>
            </p:nvSpPr>
            <p:spPr>
              <a:xfrm>
                <a:off x="3126894" y="1343954"/>
                <a:ext cx="50120" cy="448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5">
                    <a:moveTo>
                      <a:pt x="0" y="3971"/>
                    </a:moveTo>
                    <a:lnTo>
                      <a:pt x="2875" y="4705"/>
                    </a:lnTo>
                    <a:lnTo>
                      <a:pt x="5262" y="1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0" name="Surface mesh patch"/>
              <p:cNvSpPr/>
              <p:nvPr/>
            </p:nvSpPr>
            <p:spPr>
              <a:xfrm>
                <a:off x="3177014" y="1317688"/>
                <a:ext cx="50120" cy="37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0">
                    <a:moveTo>
                      <a:pt x="0" y="3864"/>
                    </a:moveTo>
                    <a:lnTo>
                      <a:pt x="2875" y="3960"/>
                    </a:lnTo>
                    <a:lnTo>
                      <a:pt x="5262" y="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" name="Surface mesh patch"/>
              <p:cNvSpPr/>
              <p:nvPr/>
            </p:nvSpPr>
            <p:spPr>
              <a:xfrm>
                <a:off x="3227133" y="1278708"/>
                <a:ext cx="50120" cy="434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59">
                    <a:moveTo>
                      <a:pt x="0" y="4559"/>
                    </a:moveTo>
                    <a:lnTo>
                      <a:pt x="2875" y="3258"/>
                    </a:lnTo>
                    <a:lnTo>
                      <a:pt x="5262" y="0"/>
                    </a:lnTo>
                    <a:lnTo>
                      <a:pt x="2387" y="965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" name="Surface mesh patch"/>
              <p:cNvSpPr/>
              <p:nvPr/>
            </p:nvSpPr>
            <p:spPr>
              <a:xfrm>
                <a:off x="3277253" y="1217427"/>
                <a:ext cx="50120" cy="61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4">
                    <a:moveTo>
                      <a:pt x="0" y="6434"/>
                    </a:moveTo>
                    <a:lnTo>
                      <a:pt x="2875" y="2815"/>
                    </a:lnTo>
                    <a:lnTo>
                      <a:pt x="5262" y="0"/>
                    </a:lnTo>
                    <a:lnTo>
                      <a:pt x="2387" y="3293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" name="Surface mesh patch"/>
              <p:cNvSpPr/>
              <p:nvPr/>
            </p:nvSpPr>
            <p:spPr>
              <a:xfrm>
                <a:off x="3327373" y="1134804"/>
                <a:ext cx="50120" cy="826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4">
                    <a:moveTo>
                      <a:pt x="0" y="8674"/>
                    </a:moveTo>
                    <a:lnTo>
                      <a:pt x="2875" y="1997"/>
                    </a:lnTo>
                    <a:lnTo>
                      <a:pt x="5262" y="0"/>
                    </a:lnTo>
                    <a:lnTo>
                      <a:pt x="2387" y="6249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" name="Surface mesh patch"/>
              <p:cNvSpPr/>
              <p:nvPr/>
            </p:nvSpPr>
            <p:spPr>
              <a:xfrm>
                <a:off x="3377492" y="1036155"/>
                <a:ext cx="50120" cy="98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57">
                    <a:moveTo>
                      <a:pt x="0" y="10357"/>
                    </a:moveTo>
                    <a:lnTo>
                      <a:pt x="2875" y="601"/>
                    </a:lnTo>
                    <a:lnTo>
                      <a:pt x="5262" y="0"/>
                    </a:lnTo>
                    <a:lnTo>
                      <a:pt x="2387" y="9062"/>
                    </a:lnTo>
                    <a:close/>
                  </a:path>
                </a:pathLst>
              </a:custGeom>
              <a:solidFill>
                <a:srgbClr val="fbbda1"/>
              </a:solidFill>
              <a:ln w="3334" cap="flat" cmpd="sng" algn="ctr">
                <a:solidFill>
                  <a:srgbClr val="fbbd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" name="Surface mesh patch"/>
              <p:cNvSpPr/>
              <p:nvPr/>
            </p:nvSpPr>
            <p:spPr>
              <a:xfrm>
                <a:off x="3427612" y="924818"/>
                <a:ext cx="50120" cy="1150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80">
                    <a:moveTo>
                      <a:pt x="0" y="11689"/>
                    </a:moveTo>
                    <a:lnTo>
                      <a:pt x="2875" y="0"/>
                    </a:lnTo>
                    <a:lnTo>
                      <a:pt x="5262" y="1455"/>
                    </a:lnTo>
                    <a:lnTo>
                      <a:pt x="2387" y="1208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" name="Surface mesh patch"/>
              <p:cNvSpPr/>
              <p:nvPr/>
            </p:nvSpPr>
            <p:spPr>
              <a:xfrm>
                <a:off x="3477732" y="830417"/>
                <a:ext cx="50120" cy="133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72">
                    <a:moveTo>
                      <a:pt x="0" y="11366"/>
                    </a:moveTo>
                    <a:lnTo>
                      <a:pt x="2875" y="0"/>
                    </a:lnTo>
                    <a:lnTo>
                      <a:pt x="5262" y="3952"/>
                    </a:lnTo>
                    <a:lnTo>
                      <a:pt x="2387" y="13972"/>
                    </a:lnTo>
                    <a:close/>
                  </a:path>
                </a:pathLst>
              </a:custGeom>
              <a:solidFill>
                <a:srgbClr val="f68d75"/>
              </a:solidFill>
              <a:ln w="3334" cap="flat" cmpd="sng" algn="ctr">
                <a:solidFill>
                  <a:srgbClr val="f68d7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" name="Surface mesh patch"/>
              <p:cNvSpPr/>
              <p:nvPr/>
            </p:nvSpPr>
            <p:spPr>
              <a:xfrm>
                <a:off x="3527851" y="787817"/>
                <a:ext cx="50120" cy="128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45">
                    <a:moveTo>
                      <a:pt x="0" y="8424"/>
                    </a:moveTo>
                    <a:lnTo>
                      <a:pt x="2875" y="0"/>
                    </a:lnTo>
                    <a:lnTo>
                      <a:pt x="5262" y="6328"/>
                    </a:lnTo>
                    <a:lnTo>
                      <a:pt x="2387" y="13445"/>
                    </a:lnTo>
                    <a:close/>
                  </a:path>
                </a:pathLst>
              </a:custGeom>
              <a:solidFill>
                <a:srgbClr val="ed7968"/>
              </a:solidFill>
              <a:ln w="3334" cap="flat" cmpd="sng" algn="ctr">
                <a:solidFill>
                  <a:srgbClr val="ed796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" name="Surface mesh patch"/>
              <p:cNvSpPr/>
              <p:nvPr/>
            </p:nvSpPr>
            <p:spPr>
              <a:xfrm>
                <a:off x="3577971" y="813399"/>
                <a:ext cx="50120" cy="101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81">
                    <a:moveTo>
                      <a:pt x="0" y="3642"/>
                    </a:moveTo>
                    <a:lnTo>
                      <a:pt x="2875" y="0"/>
                    </a:lnTo>
                    <a:lnTo>
                      <a:pt x="5262" y="7883"/>
                    </a:lnTo>
                    <a:lnTo>
                      <a:pt x="2387" y="10681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" name="Surface mesh patch"/>
              <p:cNvSpPr/>
              <p:nvPr/>
            </p:nvSpPr>
            <p:spPr>
              <a:xfrm>
                <a:off x="3628091" y="888481"/>
                <a:ext cx="50120" cy="904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3">
                    <a:moveTo>
                      <a:pt x="0" y="0"/>
                    </a:moveTo>
                    <a:lnTo>
                      <a:pt x="2875" y="1364"/>
                    </a:lnTo>
                    <a:lnTo>
                      <a:pt x="5262" y="9493"/>
                    </a:lnTo>
                    <a:lnTo>
                      <a:pt x="2387" y="8053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" name="Surface mesh patch"/>
              <p:cNvSpPr/>
              <p:nvPr/>
            </p:nvSpPr>
            <p:spPr>
              <a:xfrm>
                <a:off x="3678210" y="978899"/>
                <a:ext cx="50120" cy="114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44">
                    <a:moveTo>
                      <a:pt x="0" y="0"/>
                    </a:moveTo>
                    <a:lnTo>
                      <a:pt x="2875" y="4990"/>
                    </a:lnTo>
                    <a:lnTo>
                      <a:pt x="5262" y="12044"/>
                    </a:lnTo>
                    <a:lnTo>
                      <a:pt x="2387" y="7756"/>
                    </a:lnTo>
                    <a:close/>
                  </a:path>
                </a:pathLst>
              </a:custGeom>
              <a:solidFill>
                <a:srgbClr val="fbb498"/>
              </a:solidFill>
              <a:ln w="3334" cap="flat" cmpd="sng" algn="ctr">
                <a:solidFill>
                  <a:srgbClr val="fbb49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" name="Surface mesh patch"/>
              <p:cNvSpPr/>
              <p:nvPr/>
            </p:nvSpPr>
            <p:spPr>
              <a:xfrm>
                <a:off x="3728330" y="1093617"/>
                <a:ext cx="50120" cy="109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45">
                    <a:moveTo>
                      <a:pt x="0" y="0"/>
                    </a:moveTo>
                    <a:lnTo>
                      <a:pt x="2875" y="6440"/>
                    </a:lnTo>
                    <a:lnTo>
                      <a:pt x="5262" y="11545"/>
                    </a:lnTo>
                    <a:lnTo>
                      <a:pt x="2387" y="6314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" name="Surface mesh patch"/>
              <p:cNvSpPr/>
              <p:nvPr/>
            </p:nvSpPr>
            <p:spPr>
              <a:xfrm>
                <a:off x="3778450" y="1203585"/>
                <a:ext cx="50120" cy="84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67">
                    <a:moveTo>
                      <a:pt x="0" y="0"/>
                    </a:moveTo>
                    <a:lnTo>
                      <a:pt x="2875" y="5945"/>
                    </a:lnTo>
                    <a:lnTo>
                      <a:pt x="5262" y="8867"/>
                    </a:lnTo>
                    <a:lnTo>
                      <a:pt x="2387" y="4249"/>
                    </a:lnTo>
                    <a:close/>
                  </a:path>
                </a:pathLst>
              </a:custGeom>
              <a:solidFill>
                <a:srgbClr val="e7dcdb"/>
              </a:solidFill>
              <a:ln w="3334" cap="flat" cmpd="sng" algn="ctr">
                <a:solidFill>
                  <a:srgbClr val="e7dc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" name="Surface mesh patch"/>
              <p:cNvSpPr/>
              <p:nvPr/>
            </p:nvSpPr>
            <p:spPr>
              <a:xfrm>
                <a:off x="3828569" y="1288042"/>
                <a:ext cx="50120" cy="51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3">
                    <a:moveTo>
                      <a:pt x="0" y="0"/>
                    </a:moveTo>
                    <a:lnTo>
                      <a:pt x="2875" y="4371"/>
                    </a:lnTo>
                    <a:lnTo>
                      <a:pt x="5262" y="5403"/>
                    </a:lnTo>
                    <a:lnTo>
                      <a:pt x="2387" y="2163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" name="Surface mesh patch"/>
              <p:cNvSpPr/>
              <p:nvPr/>
            </p:nvSpPr>
            <p:spPr>
              <a:xfrm>
                <a:off x="3878689" y="1339509"/>
                <a:ext cx="50120" cy="250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28">
                    <a:moveTo>
                      <a:pt x="0" y="0"/>
                    </a:moveTo>
                    <a:lnTo>
                      <a:pt x="2875" y="2628"/>
                    </a:lnTo>
                    <a:lnTo>
                      <a:pt x="5262" y="2324"/>
                    </a:lnTo>
                    <a:lnTo>
                      <a:pt x="2387" y="481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" name="Surface mesh patch"/>
              <p:cNvSpPr/>
              <p:nvPr/>
            </p:nvSpPr>
            <p:spPr>
              <a:xfrm>
                <a:off x="3928808" y="1355594"/>
                <a:ext cx="50120" cy="183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9">
                    <a:moveTo>
                      <a:pt x="0" y="636"/>
                    </a:moveTo>
                    <a:lnTo>
                      <a:pt x="2875" y="1929"/>
                    </a:lnTo>
                    <a:lnTo>
                      <a:pt x="5262" y="8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6" name="Surface mesh patch"/>
              <p:cNvSpPr/>
              <p:nvPr/>
            </p:nvSpPr>
            <p:spPr>
              <a:xfrm>
                <a:off x="3978928" y="1351981"/>
                <a:ext cx="50120" cy="169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">
                    <a:moveTo>
                      <a:pt x="0" y="1232"/>
                    </a:moveTo>
                    <a:lnTo>
                      <a:pt x="2875" y="1783"/>
                    </a:lnTo>
                    <a:lnTo>
                      <a:pt x="5262" y="3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7" name="Surface mesh patch"/>
              <p:cNvSpPr/>
              <p:nvPr/>
            </p:nvSpPr>
            <p:spPr>
              <a:xfrm>
                <a:off x="2302248" y="1487785"/>
                <a:ext cx="50120" cy="248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4">
                    <a:moveTo>
                      <a:pt x="0" y="733"/>
                    </a:moveTo>
                    <a:lnTo>
                      <a:pt x="2875" y="2614"/>
                    </a:lnTo>
                    <a:lnTo>
                      <a:pt x="5262" y="1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" name="Surface mesh patch"/>
              <p:cNvSpPr/>
              <p:nvPr/>
            </p:nvSpPr>
            <p:spPr>
              <a:xfrm>
                <a:off x="2352368" y="1498307"/>
                <a:ext cx="50120" cy="249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5">
                    <a:moveTo>
                      <a:pt x="0" y="789"/>
                    </a:moveTo>
                    <a:lnTo>
                      <a:pt x="2875" y="2615"/>
                    </a:lnTo>
                    <a:lnTo>
                      <a:pt x="5262" y="1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" name="Surface mesh patch"/>
              <p:cNvSpPr/>
              <p:nvPr/>
            </p:nvSpPr>
            <p:spPr>
              <a:xfrm>
                <a:off x="2402487" y="1508634"/>
                <a:ext cx="50120" cy="25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1">
                    <a:moveTo>
                      <a:pt x="0" y="810"/>
                    </a:moveTo>
                    <a:lnTo>
                      <a:pt x="2875" y="2661"/>
                    </a:lnTo>
                    <a:lnTo>
                      <a:pt x="5262" y="1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" name="Surface mesh patch"/>
              <p:cNvSpPr/>
              <p:nvPr/>
            </p:nvSpPr>
            <p:spPr>
              <a:xfrm>
                <a:off x="2452607" y="1519769"/>
                <a:ext cx="50120" cy="25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29">
                    <a:moveTo>
                      <a:pt x="0" y="809"/>
                    </a:moveTo>
                    <a:lnTo>
                      <a:pt x="2875" y="2729"/>
                    </a:lnTo>
                    <a:lnTo>
                      <a:pt x="5262" y="20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" name="Surface mesh patch"/>
              <p:cNvSpPr/>
              <p:nvPr/>
            </p:nvSpPr>
            <p:spPr>
              <a:xfrm>
                <a:off x="2502727" y="1531829"/>
                <a:ext cx="50120" cy="26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5">
                    <a:moveTo>
                      <a:pt x="0" y="823"/>
                    </a:moveTo>
                    <a:lnTo>
                      <a:pt x="2875" y="2775"/>
                    </a:lnTo>
                    <a:lnTo>
                      <a:pt x="5262" y="21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" name="Surface mesh patch"/>
              <p:cNvSpPr/>
              <p:nvPr/>
            </p:nvSpPr>
            <p:spPr>
              <a:xfrm>
                <a:off x="2552846" y="1543661"/>
                <a:ext cx="50120" cy="262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9">
                    <a:moveTo>
                      <a:pt x="0" y="893"/>
                    </a:moveTo>
                    <a:lnTo>
                      <a:pt x="2875" y="2759"/>
                    </a:lnTo>
                    <a:lnTo>
                      <a:pt x="5262" y="20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" name="Surface mesh patch"/>
              <p:cNvSpPr/>
              <p:nvPr/>
            </p:nvSpPr>
            <p:spPr>
              <a:xfrm>
                <a:off x="2602966" y="1553041"/>
                <a:ext cx="50120" cy="25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9">
                    <a:moveTo>
                      <a:pt x="0" y="1050"/>
                    </a:moveTo>
                    <a:lnTo>
                      <a:pt x="2875" y="2669"/>
                    </a:lnTo>
                    <a:lnTo>
                      <a:pt x="5262" y="17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" name="Surface mesh patch"/>
              <p:cNvSpPr/>
              <p:nvPr/>
            </p:nvSpPr>
            <p:spPr>
              <a:xfrm>
                <a:off x="2653086" y="1557451"/>
                <a:ext cx="50120" cy="24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9">
                    <a:moveTo>
                      <a:pt x="0" y="1294"/>
                    </a:moveTo>
                    <a:lnTo>
                      <a:pt x="2875" y="2529"/>
                    </a:lnTo>
                    <a:lnTo>
                      <a:pt x="5262" y="13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" name="Surface mesh patch"/>
              <p:cNvSpPr/>
              <p:nvPr/>
            </p:nvSpPr>
            <p:spPr>
              <a:xfrm>
                <a:off x="2703205" y="1555033"/>
                <a:ext cx="50120" cy="22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1596"/>
                    </a:moveTo>
                    <a:lnTo>
                      <a:pt x="2875" y="2398"/>
                    </a:lnTo>
                    <a:lnTo>
                      <a:pt x="5262" y="8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" name="Surface mesh patch"/>
              <p:cNvSpPr/>
              <p:nvPr/>
            </p:nvSpPr>
            <p:spPr>
              <a:xfrm>
                <a:off x="2753325" y="1545265"/>
                <a:ext cx="50120" cy="22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7">
                    <a:moveTo>
                      <a:pt x="0" y="1916"/>
                    </a:moveTo>
                    <a:lnTo>
                      <a:pt x="2875" y="2347"/>
                    </a:lnTo>
                    <a:lnTo>
                      <a:pt x="5262" y="5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" name="Surface mesh patch"/>
              <p:cNvSpPr/>
              <p:nvPr/>
            </p:nvSpPr>
            <p:spPr>
              <a:xfrm>
                <a:off x="2803444" y="1529013"/>
                <a:ext cx="50120" cy="23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1">
                    <a:moveTo>
                      <a:pt x="0" y="2221"/>
                    </a:moveTo>
                    <a:lnTo>
                      <a:pt x="2875" y="2431"/>
                    </a:lnTo>
                    <a:lnTo>
                      <a:pt x="5262" y="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" name="Surface mesh patch"/>
              <p:cNvSpPr/>
              <p:nvPr/>
            </p:nvSpPr>
            <p:spPr>
              <a:xfrm>
                <a:off x="2853564" y="1508010"/>
                <a:ext cx="50120" cy="25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6">
                    <a:moveTo>
                      <a:pt x="0" y="2503"/>
                    </a:moveTo>
                    <a:lnTo>
                      <a:pt x="2875" y="2666"/>
                    </a:lnTo>
                    <a:lnTo>
                      <a:pt x="5262" y="2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" name="Surface mesh patch"/>
              <p:cNvSpPr/>
              <p:nvPr/>
            </p:nvSpPr>
            <p:spPr>
              <a:xfrm>
                <a:off x="2903684" y="1484129"/>
                <a:ext cx="50120" cy="28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9">
                    <a:moveTo>
                      <a:pt x="0" y="2769"/>
                    </a:moveTo>
                    <a:lnTo>
                      <a:pt x="2875" y="3029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" name="Surface mesh patch"/>
              <p:cNvSpPr/>
              <p:nvPr/>
            </p:nvSpPr>
            <p:spPr>
              <a:xfrm>
                <a:off x="2953803" y="1458862"/>
                <a:ext cx="50120" cy="32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0">
                    <a:moveTo>
                      <a:pt x="0" y="3028"/>
                    </a:moveTo>
                    <a:lnTo>
                      <a:pt x="2875" y="3460"/>
                    </a:lnTo>
                    <a:lnTo>
                      <a:pt x="5262" y="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" name="Surface mesh patch"/>
              <p:cNvSpPr/>
              <p:nvPr/>
            </p:nvSpPr>
            <p:spPr>
              <a:xfrm>
                <a:off x="3003923" y="1433171"/>
                <a:ext cx="50120" cy="36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7">
                    <a:moveTo>
                      <a:pt x="0" y="3272"/>
                    </a:moveTo>
                    <a:lnTo>
                      <a:pt x="2875" y="3867"/>
                    </a:lnTo>
                    <a:lnTo>
                      <a:pt x="5262" y="7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" name="Surface mesh patch"/>
              <p:cNvSpPr/>
              <p:nvPr/>
            </p:nvSpPr>
            <p:spPr>
              <a:xfrm>
                <a:off x="3054043" y="1407530"/>
                <a:ext cx="50120" cy="39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5">
                    <a:moveTo>
                      <a:pt x="0" y="3471"/>
                    </a:moveTo>
                    <a:lnTo>
                      <a:pt x="2875" y="4125"/>
                    </a:lnTo>
                    <a:lnTo>
                      <a:pt x="5262" y="8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3" name="Surface mesh patch"/>
              <p:cNvSpPr/>
              <p:nvPr/>
            </p:nvSpPr>
            <p:spPr>
              <a:xfrm>
                <a:off x="3104162" y="1381778"/>
                <a:ext cx="50120" cy="38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3">
                    <a:moveTo>
                      <a:pt x="0" y="3588"/>
                    </a:moveTo>
                    <a:lnTo>
                      <a:pt x="2875" y="4063"/>
                    </a:lnTo>
                    <a:lnTo>
                      <a:pt x="5262" y="7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4" name="Surface mesh patch"/>
              <p:cNvSpPr/>
              <p:nvPr/>
            </p:nvSpPr>
            <p:spPr>
              <a:xfrm>
                <a:off x="3154282" y="1354495"/>
                <a:ext cx="50120" cy="342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8">
                    <a:moveTo>
                      <a:pt x="0" y="3598"/>
                    </a:moveTo>
                    <a:lnTo>
                      <a:pt x="2875" y="3450"/>
                    </a:lnTo>
                    <a:lnTo>
                      <a:pt x="5262" y="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5" name="Surface mesh patch"/>
              <p:cNvSpPr/>
              <p:nvPr/>
            </p:nvSpPr>
            <p:spPr>
              <a:xfrm>
                <a:off x="3204402" y="1309737"/>
                <a:ext cx="50120" cy="456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94">
                    <a:moveTo>
                      <a:pt x="0" y="4794"/>
                    </a:moveTo>
                    <a:lnTo>
                      <a:pt x="2875" y="3310"/>
                    </a:lnTo>
                    <a:lnTo>
                      <a:pt x="5262" y="0"/>
                    </a:lnTo>
                    <a:lnTo>
                      <a:pt x="2387" y="1301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" name="Surface mesh patch"/>
              <p:cNvSpPr/>
              <p:nvPr/>
            </p:nvSpPr>
            <p:spPr>
              <a:xfrm>
                <a:off x="3254521" y="1244237"/>
                <a:ext cx="50120" cy="655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7">
                    <a:moveTo>
                      <a:pt x="0" y="6877"/>
                    </a:moveTo>
                    <a:lnTo>
                      <a:pt x="2875" y="3136"/>
                    </a:lnTo>
                    <a:lnTo>
                      <a:pt x="5262" y="0"/>
                    </a:lnTo>
                    <a:lnTo>
                      <a:pt x="2387" y="3619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" name="Surface mesh patch"/>
              <p:cNvSpPr/>
              <p:nvPr/>
            </p:nvSpPr>
            <p:spPr>
              <a:xfrm>
                <a:off x="3304641" y="1153827"/>
                <a:ext cx="50120" cy="904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2">
                    <a:moveTo>
                      <a:pt x="0" y="9492"/>
                    </a:moveTo>
                    <a:lnTo>
                      <a:pt x="2875" y="2667"/>
                    </a:lnTo>
                    <a:lnTo>
                      <a:pt x="5262" y="0"/>
                    </a:lnTo>
                    <a:lnTo>
                      <a:pt x="2387" y="6677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" name="Surface mesh patch"/>
              <p:cNvSpPr/>
              <p:nvPr/>
            </p:nvSpPr>
            <p:spPr>
              <a:xfrm>
                <a:off x="3354761" y="1041883"/>
                <a:ext cx="50120" cy="111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53">
                    <a:moveTo>
                      <a:pt x="0" y="11753"/>
                    </a:moveTo>
                    <a:lnTo>
                      <a:pt x="2875" y="1657"/>
                    </a:lnTo>
                    <a:lnTo>
                      <a:pt x="5262" y="0"/>
                    </a:lnTo>
                    <a:lnTo>
                      <a:pt x="2387" y="9756"/>
                    </a:lnTo>
                    <a:close/>
                  </a:path>
                </a:pathLst>
              </a:custGeom>
              <a:solidFill>
                <a:srgbClr val="fbbda1"/>
              </a:solidFill>
              <a:ln w="3334" cap="flat" cmpd="sng" algn="ctr">
                <a:solidFill>
                  <a:srgbClr val="fbbd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9" name="Surface mesh patch"/>
              <p:cNvSpPr/>
              <p:nvPr/>
            </p:nvSpPr>
            <p:spPr>
              <a:xfrm>
                <a:off x="3404880" y="923982"/>
                <a:ext cx="50120" cy="1179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78">
                    <a:moveTo>
                      <a:pt x="0" y="12378"/>
                    </a:moveTo>
                    <a:lnTo>
                      <a:pt x="2875" y="0"/>
                    </a:lnTo>
                    <a:lnTo>
                      <a:pt x="5262" y="88"/>
                    </a:lnTo>
                    <a:lnTo>
                      <a:pt x="2387" y="11777"/>
                    </a:lnTo>
                    <a:close/>
                  </a:path>
                </a:pathLst>
              </a:custGeom>
              <a:solidFill>
                <a:srgbClr val="faa186"/>
              </a:solidFill>
              <a:ln w="3334" cap="flat" cmpd="sng" algn="ctr">
                <a:solidFill>
                  <a:srgbClr val="faa1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0" name="Surface mesh patch"/>
              <p:cNvSpPr/>
              <p:nvPr/>
            </p:nvSpPr>
            <p:spPr>
              <a:xfrm>
                <a:off x="3455000" y="806710"/>
                <a:ext cx="50120" cy="131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55">
                    <a:moveTo>
                      <a:pt x="0" y="12400"/>
                    </a:moveTo>
                    <a:lnTo>
                      <a:pt x="2875" y="0"/>
                    </a:lnTo>
                    <a:lnTo>
                      <a:pt x="5262" y="2489"/>
                    </a:lnTo>
                    <a:lnTo>
                      <a:pt x="2387" y="13855"/>
                    </a:lnTo>
                    <a:close/>
                  </a:path>
                </a:pathLst>
              </a:custGeom>
              <a:solidFill>
                <a:srgbClr val="ef7c6a"/>
              </a:solidFill>
              <a:ln w="3334" cap="flat" cmpd="sng" algn="ctr">
                <a:solidFill>
                  <a:srgbClr val="ef7c6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1" name="Surface mesh patch"/>
              <p:cNvSpPr/>
              <p:nvPr/>
            </p:nvSpPr>
            <p:spPr>
              <a:xfrm>
                <a:off x="3505119" y="739432"/>
                <a:ext cx="50120" cy="1286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04">
                    <a:moveTo>
                      <a:pt x="0" y="9552"/>
                    </a:moveTo>
                    <a:lnTo>
                      <a:pt x="2875" y="0"/>
                    </a:lnTo>
                    <a:lnTo>
                      <a:pt x="5262" y="5080"/>
                    </a:lnTo>
                    <a:lnTo>
                      <a:pt x="2387" y="13504"/>
                    </a:lnTo>
                    <a:close/>
                  </a:path>
                </a:pathLst>
              </a:custGeom>
              <a:solidFill>
                <a:srgbClr val="e15e57"/>
              </a:solidFill>
              <a:ln w="3334" cap="flat" cmpd="sng" algn="ctr">
                <a:solidFill>
                  <a:srgbClr val="e15e5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" name="Surface mesh patch"/>
              <p:cNvSpPr/>
              <p:nvPr/>
            </p:nvSpPr>
            <p:spPr>
              <a:xfrm>
                <a:off x="3555239" y="745513"/>
                <a:ext cx="50120" cy="1025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69">
                    <a:moveTo>
                      <a:pt x="0" y="4441"/>
                    </a:moveTo>
                    <a:lnTo>
                      <a:pt x="2875" y="0"/>
                    </a:lnTo>
                    <a:lnTo>
                      <a:pt x="5262" y="7127"/>
                    </a:lnTo>
                    <a:lnTo>
                      <a:pt x="2387" y="10769"/>
                    </a:lnTo>
                    <a:close/>
                  </a:path>
                </a:pathLst>
              </a:custGeom>
              <a:solidFill>
                <a:srgbClr val="e05b55"/>
              </a:solidFill>
              <a:ln w="3334" cap="flat" cmpd="sng" algn="ctr">
                <a:solidFill>
                  <a:srgbClr val="e05b5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" name="Surface mesh patch"/>
              <p:cNvSpPr/>
              <p:nvPr/>
            </p:nvSpPr>
            <p:spPr>
              <a:xfrm>
                <a:off x="3605359" y="813399"/>
                <a:ext cx="50120" cy="88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47">
                    <a:moveTo>
                      <a:pt x="0" y="0"/>
                    </a:moveTo>
                    <a:lnTo>
                      <a:pt x="2875" y="1266"/>
                    </a:lnTo>
                    <a:lnTo>
                      <a:pt x="5262" y="9247"/>
                    </a:lnTo>
                    <a:lnTo>
                      <a:pt x="2387" y="7883"/>
                    </a:lnTo>
                    <a:close/>
                  </a:path>
                </a:pathLst>
              </a:custGeom>
              <a:solidFill>
                <a:srgbClr val="ec7666"/>
              </a:solidFill>
              <a:ln w="3334" cap="flat" cmpd="sng" algn="ctr">
                <a:solidFill>
                  <a:srgbClr val="ec766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" name="Surface mesh patch"/>
              <p:cNvSpPr/>
              <p:nvPr/>
            </p:nvSpPr>
            <p:spPr>
              <a:xfrm>
                <a:off x="3655478" y="901474"/>
                <a:ext cx="50120" cy="1249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18">
                    <a:moveTo>
                      <a:pt x="0" y="0"/>
                    </a:moveTo>
                    <a:lnTo>
                      <a:pt x="2875" y="5697"/>
                    </a:lnTo>
                    <a:lnTo>
                      <a:pt x="5262" y="13118"/>
                    </a:lnTo>
                    <a:lnTo>
                      <a:pt x="2387" y="8129"/>
                    </a:lnTo>
                    <a:close/>
                  </a:path>
                </a:pathLst>
              </a:custGeom>
              <a:solidFill>
                <a:srgbClr val="fa9f84"/>
              </a:solidFill>
              <a:ln w="3334" cap="flat" cmpd="sng" algn="ctr">
                <a:solidFill>
                  <a:srgbClr val="fa9f8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" name="Surface mesh patch"/>
              <p:cNvSpPr/>
              <p:nvPr/>
            </p:nvSpPr>
            <p:spPr>
              <a:xfrm>
                <a:off x="3705598" y="1026426"/>
                <a:ext cx="50120" cy="1285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94">
                    <a:moveTo>
                      <a:pt x="0" y="0"/>
                    </a:moveTo>
                    <a:lnTo>
                      <a:pt x="2875" y="7738"/>
                    </a:lnTo>
                    <a:lnTo>
                      <a:pt x="5262" y="13494"/>
                    </a:lnTo>
                    <a:lnTo>
                      <a:pt x="2387" y="7054"/>
                    </a:lnTo>
                    <a:close/>
                  </a:path>
                </a:pathLst>
              </a:custGeom>
              <a:solidFill>
                <a:srgbClr val="fbbfa3"/>
              </a:solidFill>
              <a:ln w="3334" cap="flat" cmpd="sng" algn="ctr">
                <a:solidFill>
                  <a:srgbClr val="fbbf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" name="Surface mesh patch"/>
              <p:cNvSpPr/>
              <p:nvPr/>
            </p:nvSpPr>
            <p:spPr>
              <a:xfrm>
                <a:off x="3755718" y="1154956"/>
                <a:ext cx="50120" cy="1052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50">
                    <a:moveTo>
                      <a:pt x="0" y="0"/>
                    </a:moveTo>
                    <a:lnTo>
                      <a:pt x="2875" y="7442"/>
                    </a:lnTo>
                    <a:lnTo>
                      <a:pt x="5262" y="11050"/>
                    </a:lnTo>
                    <a:lnTo>
                      <a:pt x="2387" y="5105"/>
                    </a:lnTo>
                    <a:close/>
                  </a:path>
                </a:pathLst>
              </a:custGeom>
              <a:solidFill>
                <a:srgbClr val="f1d7c7"/>
              </a:solidFill>
              <a:ln w="3334" cap="flat" cmpd="sng" algn="ctr">
                <a:solidFill>
                  <a:srgbClr val="f1d7c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" name="Surface mesh patch"/>
              <p:cNvSpPr/>
              <p:nvPr/>
            </p:nvSpPr>
            <p:spPr>
              <a:xfrm>
                <a:off x="3805837" y="1260209"/>
                <a:ext cx="50120" cy="69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3">
                    <a:moveTo>
                      <a:pt x="0" y="0"/>
                    </a:moveTo>
                    <a:lnTo>
                      <a:pt x="2875" y="5705"/>
                    </a:lnTo>
                    <a:lnTo>
                      <a:pt x="5262" y="7293"/>
                    </a:lnTo>
                    <a:lnTo>
                      <a:pt x="2387" y="2922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8" name="Surface mesh patch"/>
              <p:cNvSpPr/>
              <p:nvPr/>
            </p:nvSpPr>
            <p:spPr>
              <a:xfrm>
                <a:off x="3855957" y="1329673"/>
                <a:ext cx="50120" cy="34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1">
                    <a:moveTo>
                      <a:pt x="0" y="0"/>
                    </a:moveTo>
                    <a:lnTo>
                      <a:pt x="2875" y="3599"/>
                    </a:lnTo>
                    <a:lnTo>
                      <a:pt x="5262" y="3661"/>
                    </a:lnTo>
                    <a:lnTo>
                      <a:pt x="2387" y="1033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9" name="Surface mesh patch"/>
              <p:cNvSpPr/>
              <p:nvPr/>
            </p:nvSpPr>
            <p:spPr>
              <a:xfrm>
                <a:off x="3906077" y="1361650"/>
                <a:ext cx="50120" cy="207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7">
                    <a:moveTo>
                      <a:pt x="0" y="304"/>
                    </a:moveTo>
                    <a:lnTo>
                      <a:pt x="2875" y="2177"/>
                    </a:lnTo>
                    <a:lnTo>
                      <a:pt x="5262" y="12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0" name="Surface mesh patch"/>
              <p:cNvSpPr/>
              <p:nvPr/>
            </p:nvSpPr>
            <p:spPr>
              <a:xfrm>
                <a:off x="3956196" y="1363718"/>
                <a:ext cx="50120" cy="180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1">
                    <a:moveTo>
                      <a:pt x="0" y="1076"/>
                    </a:moveTo>
                    <a:lnTo>
                      <a:pt x="2875" y="1891"/>
                    </a:lnTo>
                    <a:lnTo>
                      <a:pt x="5262" y="5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1" name="Surface mesh patch"/>
              <p:cNvSpPr/>
              <p:nvPr/>
            </p:nvSpPr>
            <p:spPr>
              <a:xfrm>
                <a:off x="4006316" y="1355589"/>
                <a:ext cx="50120" cy="170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4">
                    <a:moveTo>
                      <a:pt x="0" y="1405"/>
                    </a:moveTo>
                    <a:lnTo>
                      <a:pt x="2875" y="1794"/>
                    </a:lnTo>
                    <a:lnTo>
                      <a:pt x="5262" y="3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2" name="Surface mesh patch"/>
              <p:cNvSpPr/>
              <p:nvPr/>
            </p:nvSpPr>
            <p:spPr>
              <a:xfrm>
                <a:off x="2279516" y="1494766"/>
                <a:ext cx="50120" cy="243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52">
                    <a:moveTo>
                      <a:pt x="0" y="676"/>
                    </a:moveTo>
                    <a:lnTo>
                      <a:pt x="2875" y="2552"/>
                    </a:lnTo>
                    <a:lnTo>
                      <a:pt x="5262" y="18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3" name="Surface mesh patch"/>
              <p:cNvSpPr/>
              <p:nvPr/>
            </p:nvSpPr>
            <p:spPr>
              <a:xfrm>
                <a:off x="2329636" y="1505824"/>
                <a:ext cx="50120" cy="236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8">
                    <a:moveTo>
                      <a:pt x="0" y="720"/>
                    </a:moveTo>
                    <a:lnTo>
                      <a:pt x="2875" y="2488"/>
                    </a:lnTo>
                    <a:lnTo>
                      <a:pt x="5262" y="18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" name="Surface mesh patch"/>
              <p:cNvSpPr/>
              <p:nvPr/>
            </p:nvSpPr>
            <p:spPr>
              <a:xfrm>
                <a:off x="2379755" y="1516349"/>
                <a:ext cx="50120" cy="23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2">
                    <a:moveTo>
                      <a:pt x="0" y="721"/>
                    </a:moveTo>
                    <a:lnTo>
                      <a:pt x="2875" y="2452"/>
                    </a:lnTo>
                    <a:lnTo>
                      <a:pt x="5262" y="18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5" name="Surface mesh patch"/>
              <p:cNvSpPr/>
              <p:nvPr/>
            </p:nvSpPr>
            <p:spPr>
              <a:xfrm>
                <a:off x="2429875" y="1527475"/>
                <a:ext cx="50120" cy="231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1">
                    <a:moveTo>
                      <a:pt x="0" y="683"/>
                    </a:moveTo>
                    <a:lnTo>
                      <a:pt x="2875" y="2431"/>
                    </a:lnTo>
                    <a:lnTo>
                      <a:pt x="5262" y="1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6" name="Surface mesh patch"/>
              <p:cNvSpPr/>
              <p:nvPr/>
            </p:nvSpPr>
            <p:spPr>
              <a:xfrm>
                <a:off x="2479995" y="1539665"/>
                <a:ext cx="50120" cy="228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5">
                    <a:moveTo>
                      <a:pt x="0" y="640"/>
                    </a:moveTo>
                    <a:lnTo>
                      <a:pt x="2875" y="2395"/>
                    </a:lnTo>
                    <a:lnTo>
                      <a:pt x="5262" y="19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" name="Surface mesh patch"/>
              <p:cNvSpPr/>
              <p:nvPr/>
            </p:nvSpPr>
            <p:spPr>
              <a:xfrm>
                <a:off x="2530114" y="1552170"/>
                <a:ext cx="50120" cy="22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16">
                    <a:moveTo>
                      <a:pt x="0" y="639"/>
                    </a:moveTo>
                    <a:lnTo>
                      <a:pt x="2875" y="2316"/>
                    </a:lnTo>
                    <a:lnTo>
                      <a:pt x="5262" y="1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" name="Surface mesh patch"/>
              <p:cNvSpPr/>
              <p:nvPr/>
            </p:nvSpPr>
            <p:spPr>
              <a:xfrm>
                <a:off x="2580234" y="1563047"/>
                <a:ext cx="50120" cy="208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724"/>
                    </a:moveTo>
                    <a:lnTo>
                      <a:pt x="2875" y="2185"/>
                    </a:lnTo>
                    <a:lnTo>
                      <a:pt x="5262" y="16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" name="Surface mesh patch"/>
              <p:cNvSpPr/>
              <p:nvPr/>
            </p:nvSpPr>
            <p:spPr>
              <a:xfrm>
                <a:off x="2630354" y="1569776"/>
                <a:ext cx="50120" cy="19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9">
                    <a:moveTo>
                      <a:pt x="0" y="912"/>
                    </a:moveTo>
                    <a:lnTo>
                      <a:pt x="2875" y="2029"/>
                    </a:lnTo>
                    <a:lnTo>
                      <a:pt x="5262" y="12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" name="Surface mesh patch"/>
              <p:cNvSpPr/>
              <p:nvPr/>
            </p:nvSpPr>
            <p:spPr>
              <a:xfrm>
                <a:off x="2680473" y="1570234"/>
                <a:ext cx="50120" cy="181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5">
                    <a:moveTo>
                      <a:pt x="0" y="1187"/>
                    </a:moveTo>
                    <a:lnTo>
                      <a:pt x="2875" y="1905"/>
                    </a:lnTo>
                    <a:lnTo>
                      <a:pt x="5262" y="8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" name="Surface mesh patch"/>
              <p:cNvSpPr/>
              <p:nvPr/>
            </p:nvSpPr>
            <p:spPr>
              <a:xfrm>
                <a:off x="2730593" y="1563510"/>
                <a:ext cx="50120" cy="178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7">
                    <a:moveTo>
                      <a:pt x="0" y="1508"/>
                    </a:moveTo>
                    <a:lnTo>
                      <a:pt x="2875" y="1877"/>
                    </a:lnTo>
                    <a:lnTo>
                      <a:pt x="5262" y="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" name="Surface mesh patch"/>
              <p:cNvSpPr/>
              <p:nvPr/>
            </p:nvSpPr>
            <p:spPr>
              <a:xfrm>
                <a:off x="2780713" y="1550167"/>
                <a:ext cx="50120" cy="18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6">
                    <a:moveTo>
                      <a:pt x="0" y="1833"/>
                    </a:moveTo>
                    <a:lnTo>
                      <a:pt x="2875" y="1986"/>
                    </a:lnTo>
                    <a:lnTo>
                      <a:pt x="5262" y="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3" name="Surface mesh patch"/>
              <p:cNvSpPr/>
              <p:nvPr/>
            </p:nvSpPr>
            <p:spPr>
              <a:xfrm>
                <a:off x="2830832" y="1531847"/>
                <a:ext cx="50120" cy="213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41">
                    <a:moveTo>
                      <a:pt x="0" y="2133"/>
                    </a:moveTo>
                    <a:lnTo>
                      <a:pt x="2875" y="2241"/>
                    </a:lnTo>
                    <a:lnTo>
                      <a:pt x="5262" y="1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4" name="Surface mesh patch"/>
              <p:cNvSpPr/>
              <p:nvPr/>
            </p:nvSpPr>
            <p:spPr>
              <a:xfrm>
                <a:off x="2880952" y="1510500"/>
                <a:ext cx="50120" cy="24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04">
                    <a:moveTo>
                      <a:pt x="0" y="2404"/>
                    </a:moveTo>
                    <a:lnTo>
                      <a:pt x="2875" y="2604"/>
                    </a:lnTo>
                    <a:lnTo>
                      <a:pt x="5262" y="2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5" name="Surface mesh patch"/>
              <p:cNvSpPr/>
              <p:nvPr/>
            </p:nvSpPr>
            <p:spPr>
              <a:xfrm>
                <a:off x="2931072" y="1487703"/>
                <a:ext cx="50120" cy="286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1">
                    <a:moveTo>
                      <a:pt x="0" y="2654"/>
                    </a:moveTo>
                    <a:lnTo>
                      <a:pt x="2875" y="3011"/>
                    </a:lnTo>
                    <a:lnTo>
                      <a:pt x="5262" y="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6" name="Surface mesh patch"/>
              <p:cNvSpPr/>
              <p:nvPr/>
            </p:nvSpPr>
            <p:spPr>
              <a:xfrm>
                <a:off x="2981191" y="1464335"/>
                <a:ext cx="50120" cy="322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1">
                    <a:moveTo>
                      <a:pt x="0" y="2885"/>
                    </a:moveTo>
                    <a:lnTo>
                      <a:pt x="2875" y="3381"/>
                    </a:lnTo>
                    <a:lnTo>
                      <a:pt x="5262" y="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7" name="Surface mesh patch"/>
              <p:cNvSpPr/>
              <p:nvPr/>
            </p:nvSpPr>
            <p:spPr>
              <a:xfrm>
                <a:off x="3031311" y="1440592"/>
                <a:ext cx="50120" cy="34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12">
                    <a:moveTo>
                      <a:pt x="0" y="3088"/>
                    </a:moveTo>
                    <a:lnTo>
                      <a:pt x="2875" y="3612"/>
                    </a:lnTo>
                    <a:lnTo>
                      <a:pt x="5262" y="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8" name="Surface mesh patch"/>
              <p:cNvSpPr/>
              <p:nvPr/>
            </p:nvSpPr>
            <p:spPr>
              <a:xfrm>
                <a:off x="3081430" y="1415954"/>
                <a:ext cx="50120" cy="34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0">
                    <a:moveTo>
                      <a:pt x="0" y="3241"/>
                    </a:moveTo>
                    <a:lnTo>
                      <a:pt x="2875" y="3570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9" name="Surface mesh patch"/>
              <p:cNvSpPr/>
              <p:nvPr/>
            </p:nvSpPr>
            <p:spPr>
              <a:xfrm>
                <a:off x="3131550" y="1387352"/>
                <a:ext cx="50120" cy="33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8">
                    <a:moveTo>
                      <a:pt x="0" y="3478"/>
                    </a:moveTo>
                    <a:lnTo>
                      <a:pt x="2875" y="3208"/>
                    </a:lnTo>
                    <a:lnTo>
                      <a:pt x="5262" y="0"/>
                    </a:lnTo>
                    <a:lnTo>
                      <a:pt x="2387" y="148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0" name="Surface mesh patch"/>
              <p:cNvSpPr/>
              <p:nvPr/>
            </p:nvSpPr>
            <p:spPr>
              <a:xfrm>
                <a:off x="3181670" y="1341262"/>
                <a:ext cx="50120" cy="460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9">
                    <a:moveTo>
                      <a:pt x="0" y="4839"/>
                    </a:moveTo>
                    <a:lnTo>
                      <a:pt x="2875" y="3314"/>
                    </a:lnTo>
                    <a:lnTo>
                      <a:pt x="5262" y="0"/>
                    </a:lnTo>
                    <a:lnTo>
                      <a:pt x="2387" y="1485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" name="Surface mesh patch"/>
              <p:cNvSpPr/>
              <p:nvPr/>
            </p:nvSpPr>
            <p:spPr>
              <a:xfrm>
                <a:off x="3231789" y="1274103"/>
                <a:ext cx="50120" cy="671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51">
                    <a:moveTo>
                      <a:pt x="0" y="7051"/>
                    </a:moveTo>
                    <a:lnTo>
                      <a:pt x="2875" y="3379"/>
                    </a:lnTo>
                    <a:lnTo>
                      <a:pt x="5262" y="0"/>
                    </a:lnTo>
                    <a:lnTo>
                      <a:pt x="2387" y="3741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" name="Surface mesh patch"/>
              <p:cNvSpPr/>
              <p:nvPr/>
            </p:nvSpPr>
            <p:spPr>
              <a:xfrm>
                <a:off x="3281909" y="1179233"/>
                <a:ext cx="50120" cy="948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60">
                    <a:moveTo>
                      <a:pt x="0" y="9960"/>
                    </a:moveTo>
                    <a:lnTo>
                      <a:pt x="2875" y="3261"/>
                    </a:lnTo>
                    <a:lnTo>
                      <a:pt x="5262" y="0"/>
                    </a:lnTo>
                    <a:lnTo>
                      <a:pt x="2387" y="6824"/>
                    </a:lnTo>
                    <a:close/>
                  </a:path>
                </a:pathLst>
              </a:custGeom>
              <a:solidFill>
                <a:srgbClr val="f3d6c3"/>
              </a:solidFill>
              <a:ln w="3334" cap="flat" cmpd="sng" algn="ctr">
                <a:solidFill>
                  <a:srgbClr val="f3d6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" name="Surface mesh patch"/>
              <p:cNvSpPr/>
              <p:nvPr/>
            </p:nvSpPr>
            <p:spPr>
              <a:xfrm>
                <a:off x="3332029" y="1057662"/>
                <a:ext cx="50120" cy="121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3">
                    <a:moveTo>
                      <a:pt x="0" y="12763"/>
                    </a:moveTo>
                    <a:lnTo>
                      <a:pt x="2875" y="2693"/>
                    </a:lnTo>
                    <a:lnTo>
                      <a:pt x="5262" y="0"/>
                    </a:lnTo>
                    <a:lnTo>
                      <a:pt x="2387" y="10096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" name="Surface mesh patch"/>
              <p:cNvSpPr/>
              <p:nvPr/>
            </p:nvSpPr>
            <p:spPr>
              <a:xfrm>
                <a:off x="3382148" y="923982"/>
                <a:ext cx="50120" cy="1336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035">
                    <a:moveTo>
                      <a:pt x="0" y="14035"/>
                    </a:moveTo>
                    <a:lnTo>
                      <a:pt x="2875" y="1389"/>
                    </a:lnTo>
                    <a:lnTo>
                      <a:pt x="5262" y="0"/>
                    </a:lnTo>
                    <a:lnTo>
                      <a:pt x="2387" y="12378"/>
                    </a:lnTo>
                    <a:close/>
                  </a:path>
                </a:pathLst>
              </a:custGeom>
              <a:solidFill>
                <a:srgbClr val="faa185"/>
              </a:solidFill>
              <a:ln w="3334" cap="flat" cmpd="sng" algn="ctr">
                <a:solidFill>
                  <a:srgbClr val="faa18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" name="Surface mesh patch"/>
              <p:cNvSpPr/>
              <p:nvPr/>
            </p:nvSpPr>
            <p:spPr>
              <a:xfrm>
                <a:off x="3432268" y="799745"/>
                <a:ext cx="50120" cy="1250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31">
                    <a:moveTo>
                      <a:pt x="0" y="13043"/>
                    </a:moveTo>
                    <a:lnTo>
                      <a:pt x="2875" y="0"/>
                    </a:lnTo>
                    <a:lnTo>
                      <a:pt x="5262" y="731"/>
                    </a:lnTo>
                    <a:lnTo>
                      <a:pt x="2387" y="13131"/>
                    </a:lnTo>
                    <a:close/>
                  </a:path>
                </a:pathLst>
              </a:custGeom>
              <a:solidFill>
                <a:srgbClr val="ea7264"/>
              </a:solidFill>
              <a:ln w="3334" cap="flat" cmpd="sng" algn="ctr">
                <a:solidFill>
                  <a:srgbClr val="ea72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" name="Surface mesh patch"/>
              <p:cNvSpPr/>
              <p:nvPr/>
            </p:nvSpPr>
            <p:spPr>
              <a:xfrm>
                <a:off x="3482388" y="707514"/>
                <a:ext cx="50120" cy="1229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03">
                    <a:moveTo>
                      <a:pt x="0" y="10414"/>
                    </a:moveTo>
                    <a:lnTo>
                      <a:pt x="2875" y="0"/>
                    </a:lnTo>
                    <a:lnTo>
                      <a:pt x="5262" y="3351"/>
                    </a:lnTo>
                    <a:lnTo>
                      <a:pt x="2387" y="12903"/>
                    </a:lnTo>
                    <a:close/>
                  </a:path>
                </a:pathLst>
              </a:custGeom>
              <a:solidFill>
                <a:srgbClr val="d84949"/>
              </a:solidFill>
              <a:ln w="3334" cap="flat" cmpd="sng" algn="ctr">
                <a:solidFill>
                  <a:srgbClr val="d8494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" name="Surface mesh patch"/>
              <p:cNvSpPr/>
              <p:nvPr/>
            </p:nvSpPr>
            <p:spPr>
              <a:xfrm>
                <a:off x="3532507" y="690499"/>
                <a:ext cx="50120" cy="97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17">
                    <a:moveTo>
                      <a:pt x="0" y="5137"/>
                    </a:moveTo>
                    <a:lnTo>
                      <a:pt x="2875" y="0"/>
                    </a:lnTo>
                    <a:lnTo>
                      <a:pt x="5262" y="5776"/>
                    </a:lnTo>
                    <a:lnTo>
                      <a:pt x="2387" y="10217"/>
                    </a:lnTo>
                    <a:close/>
                  </a:path>
                </a:pathLst>
              </a:custGeom>
              <a:solidFill>
                <a:srgbClr val="d23c41"/>
              </a:solidFill>
              <a:ln w="3334" cap="flat" cmpd="sng" algn="ctr">
                <a:solidFill>
                  <a:srgbClr val="d23c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" name="Surface mesh patch"/>
              <p:cNvSpPr/>
              <p:nvPr/>
            </p:nvSpPr>
            <p:spPr>
              <a:xfrm>
                <a:off x="3582627" y="745513"/>
                <a:ext cx="50120" cy="799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93">
                    <a:moveTo>
                      <a:pt x="0" y="0"/>
                    </a:moveTo>
                    <a:lnTo>
                      <a:pt x="2875" y="1154"/>
                    </a:lnTo>
                    <a:lnTo>
                      <a:pt x="5262" y="8393"/>
                    </a:lnTo>
                    <a:lnTo>
                      <a:pt x="2387" y="7127"/>
                    </a:lnTo>
                    <a:close/>
                  </a:path>
                </a:pathLst>
              </a:custGeom>
              <a:solidFill>
                <a:srgbClr val="dc514e"/>
              </a:solidFill>
              <a:ln w="3334" cap="flat" cmpd="sng" algn="ctr">
                <a:solidFill>
                  <a:srgbClr val="dc514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" name="Surface mesh patch"/>
              <p:cNvSpPr/>
              <p:nvPr/>
            </p:nvSpPr>
            <p:spPr>
              <a:xfrm>
                <a:off x="3632747" y="825457"/>
                <a:ext cx="50120" cy="130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78">
                    <a:moveTo>
                      <a:pt x="0" y="0"/>
                    </a:moveTo>
                    <a:lnTo>
                      <a:pt x="2875" y="6371"/>
                    </a:lnTo>
                    <a:lnTo>
                      <a:pt x="5262" y="13678"/>
                    </a:lnTo>
                    <a:lnTo>
                      <a:pt x="2387" y="7981"/>
                    </a:lnTo>
                    <a:close/>
                  </a:path>
                </a:pathLst>
              </a:custGeom>
              <a:solidFill>
                <a:srgbClr val="f1826e"/>
              </a:solidFill>
              <a:ln w="3334" cap="flat" cmpd="sng" algn="ctr">
                <a:solidFill>
                  <a:srgbClr val="f1826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" name="Surface mesh patch"/>
              <p:cNvSpPr/>
              <p:nvPr/>
            </p:nvSpPr>
            <p:spPr>
              <a:xfrm>
                <a:off x="3682866" y="955737"/>
                <a:ext cx="50120" cy="1443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60">
                    <a:moveTo>
                      <a:pt x="0" y="0"/>
                    </a:moveTo>
                    <a:lnTo>
                      <a:pt x="2875" y="9070"/>
                    </a:lnTo>
                    <a:lnTo>
                      <a:pt x="5262" y="15160"/>
                    </a:lnTo>
                    <a:lnTo>
                      <a:pt x="2387" y="7421"/>
                    </a:lnTo>
                    <a:close/>
                  </a:path>
                </a:pathLst>
              </a:custGeom>
              <a:solidFill>
                <a:srgbClr val="faad91"/>
              </a:solidFill>
              <a:ln w="3334" cap="flat" cmpd="sng" algn="ctr">
                <a:solidFill>
                  <a:srgbClr val="faad9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1" name="Surface mesh patch"/>
              <p:cNvSpPr/>
              <p:nvPr/>
            </p:nvSpPr>
            <p:spPr>
              <a:xfrm>
                <a:off x="3732986" y="1100133"/>
                <a:ext cx="50120" cy="1257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98">
                    <a:moveTo>
                      <a:pt x="0" y="0"/>
                    </a:moveTo>
                    <a:lnTo>
                      <a:pt x="2875" y="9062"/>
                    </a:lnTo>
                    <a:lnTo>
                      <a:pt x="5262" y="13198"/>
                    </a:lnTo>
                    <a:lnTo>
                      <a:pt x="2387" y="5756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2" name="Surface mesh patch"/>
              <p:cNvSpPr/>
              <p:nvPr/>
            </p:nvSpPr>
            <p:spPr>
              <a:xfrm>
                <a:off x="3783105" y="1225844"/>
                <a:ext cx="50120" cy="88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3">
                    <a:moveTo>
                      <a:pt x="0" y="0"/>
                    </a:moveTo>
                    <a:lnTo>
                      <a:pt x="2875" y="7218"/>
                    </a:lnTo>
                    <a:lnTo>
                      <a:pt x="5262" y="9313"/>
                    </a:lnTo>
                    <a:lnTo>
                      <a:pt x="2387" y="3608"/>
                    </a:lnTo>
                    <a:close/>
                  </a:path>
                </a:pathLst>
              </a:custGeom>
              <a:solidFill>
                <a:srgbClr val="e6dddd"/>
              </a:solidFill>
              <a:ln w="3334" cap="flat" cmpd="sng" algn="ctr">
                <a:solidFill>
                  <a:srgbClr val="e6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" name="Surface mesh patch"/>
              <p:cNvSpPr/>
              <p:nvPr/>
            </p:nvSpPr>
            <p:spPr>
              <a:xfrm>
                <a:off x="3833225" y="1314546"/>
                <a:ext cx="50120" cy="494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87">
                    <a:moveTo>
                      <a:pt x="0" y="0"/>
                    </a:moveTo>
                    <a:lnTo>
                      <a:pt x="2875" y="4753"/>
                    </a:lnTo>
                    <a:lnTo>
                      <a:pt x="5262" y="5187"/>
                    </a:lnTo>
                    <a:lnTo>
                      <a:pt x="2387" y="1588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" name="Surface mesh patch"/>
              <p:cNvSpPr/>
              <p:nvPr/>
            </p:nvSpPr>
            <p:spPr>
              <a:xfrm>
                <a:off x="3883345" y="1363956"/>
                <a:ext cx="50120" cy="247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03">
                    <a:moveTo>
                      <a:pt x="0" y="0"/>
                    </a:moveTo>
                    <a:lnTo>
                      <a:pt x="2875" y="2603"/>
                    </a:lnTo>
                    <a:lnTo>
                      <a:pt x="5262" y="1935"/>
                    </a:lnTo>
                    <a:lnTo>
                      <a:pt x="2387" y="62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" name="Surface mesh patch"/>
              <p:cNvSpPr/>
              <p:nvPr/>
            </p:nvSpPr>
            <p:spPr>
              <a:xfrm>
                <a:off x="3933464" y="1373964"/>
                <a:ext cx="50120" cy="196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7">
                    <a:moveTo>
                      <a:pt x="0" y="884"/>
                    </a:moveTo>
                    <a:lnTo>
                      <a:pt x="2875" y="2067"/>
                    </a:lnTo>
                    <a:lnTo>
                      <a:pt x="5262" y="8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" name="Surface mesh patch"/>
              <p:cNvSpPr/>
              <p:nvPr/>
            </p:nvSpPr>
            <p:spPr>
              <a:xfrm>
                <a:off x="3983584" y="1368968"/>
                <a:ext cx="50120" cy="175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3">
                    <a:moveTo>
                      <a:pt x="0" y="1340"/>
                    </a:moveTo>
                    <a:lnTo>
                      <a:pt x="2875" y="1843"/>
                    </a:lnTo>
                    <a:lnTo>
                      <a:pt x="5262" y="3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" name="Surface mesh patch"/>
              <p:cNvSpPr/>
              <p:nvPr/>
            </p:nvSpPr>
            <p:spPr>
              <a:xfrm>
                <a:off x="4033704" y="1358819"/>
                <a:ext cx="50120" cy="175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8">
                    <a:moveTo>
                      <a:pt x="0" y="1455"/>
                    </a:moveTo>
                    <a:lnTo>
                      <a:pt x="2875" y="1838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" name="Surface mesh patch"/>
              <p:cNvSpPr/>
              <p:nvPr/>
            </p:nvSpPr>
            <p:spPr>
              <a:xfrm>
                <a:off x="2256784" y="1501204"/>
                <a:ext cx="50120" cy="23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5">
                    <a:moveTo>
                      <a:pt x="0" y="633"/>
                    </a:moveTo>
                    <a:lnTo>
                      <a:pt x="2875" y="2515"/>
                    </a:lnTo>
                    <a:lnTo>
                      <a:pt x="5262" y="18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" name="Surface mesh patch"/>
              <p:cNvSpPr/>
              <p:nvPr/>
            </p:nvSpPr>
            <p:spPr>
              <a:xfrm>
                <a:off x="2306904" y="1512681"/>
                <a:ext cx="50120" cy="228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7">
                    <a:moveTo>
                      <a:pt x="0" y="671"/>
                    </a:moveTo>
                    <a:lnTo>
                      <a:pt x="2875" y="2397"/>
                    </a:lnTo>
                    <a:lnTo>
                      <a:pt x="5262" y="17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" name="Surface mesh patch"/>
              <p:cNvSpPr/>
              <p:nvPr/>
            </p:nvSpPr>
            <p:spPr>
              <a:xfrm>
                <a:off x="2357024" y="1523213"/>
                <a:ext cx="50120" cy="218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9">
                    <a:moveTo>
                      <a:pt x="0" y="662"/>
                    </a:moveTo>
                    <a:lnTo>
                      <a:pt x="2875" y="2289"/>
                    </a:lnTo>
                    <a:lnTo>
                      <a:pt x="5262" y="17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" name="Surface mesh patch"/>
              <p:cNvSpPr/>
              <p:nvPr/>
            </p:nvSpPr>
            <p:spPr>
              <a:xfrm>
                <a:off x="2407143" y="1533982"/>
                <a:ext cx="50120" cy="20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600"/>
                    </a:moveTo>
                    <a:lnTo>
                      <a:pt x="2875" y="2185"/>
                    </a:lnTo>
                    <a:lnTo>
                      <a:pt x="5262" y="17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" name="Surface mesh patch"/>
              <p:cNvSpPr/>
              <p:nvPr/>
            </p:nvSpPr>
            <p:spPr>
              <a:xfrm>
                <a:off x="2457263" y="1545760"/>
                <a:ext cx="50120" cy="197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8">
                    <a:moveTo>
                      <a:pt x="0" y="511"/>
                    </a:moveTo>
                    <a:lnTo>
                      <a:pt x="2875" y="2068"/>
                    </a:lnTo>
                    <a:lnTo>
                      <a:pt x="5262" y="1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" name="Surface mesh patch"/>
              <p:cNvSpPr/>
              <p:nvPr/>
            </p:nvSpPr>
            <p:spPr>
              <a:xfrm>
                <a:off x="2507383" y="1558259"/>
                <a:ext cx="50120" cy="18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0">
                    <a:moveTo>
                      <a:pt x="0" y="443"/>
                    </a:moveTo>
                    <a:lnTo>
                      <a:pt x="2875" y="1920"/>
                    </a:lnTo>
                    <a:lnTo>
                      <a:pt x="5262" y="16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" name="Surface mesh patch"/>
              <p:cNvSpPr/>
              <p:nvPr/>
            </p:nvSpPr>
            <p:spPr>
              <a:xfrm>
                <a:off x="2557502" y="1569943"/>
                <a:ext cx="50120" cy="165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9">
                    <a:moveTo>
                      <a:pt x="0" y="450"/>
                    </a:moveTo>
                    <a:lnTo>
                      <a:pt x="2875" y="1739"/>
                    </a:lnTo>
                    <a:lnTo>
                      <a:pt x="5262" y="14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" name="Surface mesh patch"/>
              <p:cNvSpPr/>
              <p:nvPr/>
            </p:nvSpPr>
            <p:spPr>
              <a:xfrm>
                <a:off x="2607622" y="1578462"/>
                <a:ext cx="50120" cy="14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">
                    <a:moveTo>
                      <a:pt x="0" y="566"/>
                    </a:moveTo>
                    <a:lnTo>
                      <a:pt x="2875" y="1559"/>
                    </a:lnTo>
                    <a:lnTo>
                      <a:pt x="5262" y="1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" name="Surface mesh patch"/>
              <p:cNvSpPr/>
              <p:nvPr/>
            </p:nvSpPr>
            <p:spPr>
              <a:xfrm>
                <a:off x="2657741" y="1581537"/>
                <a:ext cx="50120" cy="13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5">
                    <a:moveTo>
                      <a:pt x="0" y="795"/>
                    </a:moveTo>
                    <a:lnTo>
                      <a:pt x="2875" y="1435"/>
                    </a:lnTo>
                    <a:lnTo>
                      <a:pt x="5262" y="7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" name="Surface mesh patch"/>
              <p:cNvSpPr/>
              <p:nvPr/>
            </p:nvSpPr>
            <p:spPr>
              <a:xfrm>
                <a:off x="2707861" y="1577875"/>
                <a:ext cx="50120" cy="136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0">
                    <a:moveTo>
                      <a:pt x="0" y="1103"/>
                    </a:moveTo>
                    <a:lnTo>
                      <a:pt x="2875" y="1430"/>
                    </a:lnTo>
                    <a:lnTo>
                      <a:pt x="5262" y="3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" name="Surface mesh patch"/>
              <p:cNvSpPr/>
              <p:nvPr/>
            </p:nvSpPr>
            <p:spPr>
              <a:xfrm>
                <a:off x="2757981" y="1567624"/>
                <a:ext cx="50120" cy="15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0">
                    <a:moveTo>
                      <a:pt x="0" y="1445"/>
                    </a:moveTo>
                    <a:lnTo>
                      <a:pt x="2875" y="1580"/>
                    </a:lnTo>
                    <a:lnTo>
                      <a:pt x="5262" y="1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" name="Surface mesh patch"/>
              <p:cNvSpPr/>
              <p:nvPr/>
            </p:nvSpPr>
            <p:spPr>
              <a:xfrm>
                <a:off x="2808100" y="1552165"/>
                <a:ext cx="50120" cy="1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9">
                    <a:moveTo>
                      <a:pt x="0" y="1777"/>
                    </a:moveTo>
                    <a:lnTo>
                      <a:pt x="2875" y="1879"/>
                    </a:lnTo>
                    <a:lnTo>
                      <a:pt x="5262" y="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" name="Surface mesh patch"/>
              <p:cNvSpPr/>
              <p:nvPr/>
            </p:nvSpPr>
            <p:spPr>
              <a:xfrm>
                <a:off x="2858220" y="1533402"/>
                <a:ext cx="50120" cy="21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79">
                    <a:moveTo>
                      <a:pt x="0" y="2077"/>
                    </a:moveTo>
                    <a:lnTo>
                      <a:pt x="2875" y="2279"/>
                    </a:lnTo>
                    <a:lnTo>
                      <a:pt x="5262" y="1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1" name="Surface mesh patch"/>
              <p:cNvSpPr/>
              <p:nvPr/>
            </p:nvSpPr>
            <p:spPr>
              <a:xfrm>
                <a:off x="2908340" y="1512981"/>
                <a:ext cx="50120" cy="257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2">
                    <a:moveTo>
                      <a:pt x="0" y="2343"/>
                    </a:moveTo>
                    <a:lnTo>
                      <a:pt x="2875" y="2702"/>
                    </a:lnTo>
                    <a:lnTo>
                      <a:pt x="5262" y="3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2" name="Surface mesh patch"/>
              <p:cNvSpPr/>
              <p:nvPr/>
            </p:nvSpPr>
            <p:spPr>
              <a:xfrm>
                <a:off x="2958459" y="1491818"/>
                <a:ext cx="50120" cy="29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65">
                    <a:moveTo>
                      <a:pt x="0" y="2579"/>
                    </a:moveTo>
                    <a:lnTo>
                      <a:pt x="2875" y="3065"/>
                    </a:lnTo>
                    <a:lnTo>
                      <a:pt x="5262" y="4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" name="Surface mesh patch"/>
              <p:cNvSpPr/>
              <p:nvPr/>
            </p:nvSpPr>
            <p:spPr>
              <a:xfrm>
                <a:off x="3008579" y="1470003"/>
                <a:ext cx="50120" cy="312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1">
                    <a:moveTo>
                      <a:pt x="0" y="2786"/>
                    </a:moveTo>
                    <a:lnTo>
                      <a:pt x="2875" y="3281"/>
                    </a:lnTo>
                    <a:lnTo>
                      <a:pt x="5262" y="5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" name="Surface mesh patch"/>
              <p:cNvSpPr/>
              <p:nvPr/>
            </p:nvSpPr>
            <p:spPr>
              <a:xfrm>
                <a:off x="3058699" y="1446823"/>
                <a:ext cx="50120" cy="309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49">
                    <a:moveTo>
                      <a:pt x="0" y="2958"/>
                    </a:moveTo>
                    <a:lnTo>
                      <a:pt x="2875" y="3249"/>
                    </a:lnTo>
                    <a:lnTo>
                      <a:pt x="5262" y="3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" name="Surface mesh patch"/>
              <p:cNvSpPr/>
              <p:nvPr/>
            </p:nvSpPr>
            <p:spPr>
              <a:xfrm>
                <a:off x="3108818" y="1417910"/>
                <a:ext cx="50120" cy="32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4">
                    <a:moveTo>
                      <a:pt x="0" y="3364"/>
                    </a:moveTo>
                    <a:lnTo>
                      <a:pt x="2875" y="3086"/>
                    </a:lnTo>
                    <a:lnTo>
                      <a:pt x="5262" y="0"/>
                    </a:lnTo>
                    <a:lnTo>
                      <a:pt x="2387" y="27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" name="Surface mesh patch"/>
              <p:cNvSpPr/>
              <p:nvPr/>
            </p:nvSpPr>
            <p:spPr>
              <a:xfrm>
                <a:off x="3158938" y="1372825"/>
                <a:ext cx="50120" cy="45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33">
                    <a:moveTo>
                      <a:pt x="0" y="4733"/>
                    </a:moveTo>
                    <a:lnTo>
                      <a:pt x="2875" y="3294"/>
                    </a:lnTo>
                    <a:lnTo>
                      <a:pt x="5262" y="0"/>
                    </a:lnTo>
                    <a:lnTo>
                      <a:pt x="2387" y="1525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" name="Surface mesh patch"/>
              <p:cNvSpPr/>
              <p:nvPr/>
            </p:nvSpPr>
            <p:spPr>
              <a:xfrm>
                <a:off x="3209058" y="1306286"/>
                <a:ext cx="50120" cy="66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86">
                    <a:moveTo>
                      <a:pt x="0" y="6986"/>
                    </a:moveTo>
                    <a:lnTo>
                      <a:pt x="2875" y="3549"/>
                    </a:lnTo>
                    <a:lnTo>
                      <a:pt x="5262" y="0"/>
                    </a:lnTo>
                    <a:lnTo>
                      <a:pt x="2387" y="3672"/>
                    </a:lnTo>
                    <a:close/>
                  </a:path>
                </a:pathLst>
              </a:custGeom>
              <a:solidFill>
                <a:srgbClr val="dee2ec"/>
              </a:solidFill>
              <a:ln w="3334" cap="flat" cmpd="sng" algn="ctr">
                <a:solidFill>
                  <a:srgbClr val="dee2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" name="Surface mesh patch"/>
              <p:cNvSpPr/>
              <p:nvPr/>
            </p:nvSpPr>
            <p:spPr>
              <a:xfrm>
                <a:off x="3259177" y="1210295"/>
                <a:ext cx="50120" cy="959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78">
                    <a:moveTo>
                      <a:pt x="0" y="10078"/>
                    </a:moveTo>
                    <a:lnTo>
                      <a:pt x="2875" y="3747"/>
                    </a:lnTo>
                    <a:lnTo>
                      <a:pt x="5262" y="0"/>
                    </a:lnTo>
                    <a:lnTo>
                      <a:pt x="2387" y="6699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" name="Surface mesh patch"/>
              <p:cNvSpPr/>
              <p:nvPr/>
            </p:nvSpPr>
            <p:spPr>
              <a:xfrm>
                <a:off x="3309297" y="1083313"/>
                <a:ext cx="50120" cy="126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331">
                    <a:moveTo>
                      <a:pt x="0" y="13331"/>
                    </a:moveTo>
                    <a:lnTo>
                      <a:pt x="2875" y="3633"/>
                    </a:lnTo>
                    <a:lnTo>
                      <a:pt x="5262" y="0"/>
                    </a:lnTo>
                    <a:lnTo>
                      <a:pt x="2387" y="10070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0" name="Surface mesh patch"/>
              <p:cNvSpPr/>
              <p:nvPr/>
            </p:nvSpPr>
            <p:spPr>
              <a:xfrm>
                <a:off x="3359416" y="937216"/>
                <a:ext cx="50120" cy="1460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338">
                    <a:moveTo>
                      <a:pt x="0" y="15338"/>
                    </a:moveTo>
                    <a:lnTo>
                      <a:pt x="2875" y="2856"/>
                    </a:lnTo>
                    <a:lnTo>
                      <a:pt x="5262" y="0"/>
                    </a:lnTo>
                    <a:lnTo>
                      <a:pt x="2387" y="12645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" name="Surface mesh patch"/>
              <p:cNvSpPr/>
              <p:nvPr/>
            </p:nvSpPr>
            <p:spPr>
              <a:xfrm>
                <a:off x="3409536" y="799745"/>
                <a:ext cx="50120" cy="137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433">
                    <a:moveTo>
                      <a:pt x="0" y="14433"/>
                    </a:moveTo>
                    <a:lnTo>
                      <a:pt x="2875" y="1181"/>
                    </a:lnTo>
                    <a:lnTo>
                      <a:pt x="5262" y="0"/>
                    </a:lnTo>
                    <a:lnTo>
                      <a:pt x="2387" y="13043"/>
                    </a:lnTo>
                    <a:close/>
                  </a:path>
                </a:pathLst>
              </a:custGeom>
              <a:solidFill>
                <a:srgbClr val="e96f62"/>
              </a:solidFill>
              <a:ln w="3334" cap="flat" cmpd="sng" algn="ctr">
                <a:solidFill>
                  <a:srgbClr val="e96f6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2" name="Surface mesh patch"/>
              <p:cNvSpPr/>
              <p:nvPr/>
            </p:nvSpPr>
            <p:spPr>
              <a:xfrm>
                <a:off x="3459656" y="695502"/>
                <a:ext cx="50120" cy="1112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75">
                    <a:moveTo>
                      <a:pt x="0" y="10944"/>
                    </a:moveTo>
                    <a:lnTo>
                      <a:pt x="2875" y="0"/>
                    </a:lnTo>
                    <a:lnTo>
                      <a:pt x="5262" y="1261"/>
                    </a:lnTo>
                    <a:lnTo>
                      <a:pt x="2387" y="11675"/>
                    </a:lnTo>
                    <a:close/>
                  </a:path>
                </a:pathLst>
              </a:custGeom>
              <a:solidFill>
                <a:srgbClr val="d23c41"/>
              </a:solidFill>
              <a:ln w="3334" cap="flat" cmpd="sng" algn="ctr">
                <a:solidFill>
                  <a:srgbClr val="d23c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3" name="Surface mesh patch"/>
              <p:cNvSpPr/>
              <p:nvPr/>
            </p:nvSpPr>
            <p:spPr>
              <a:xfrm>
                <a:off x="3509775" y="653443"/>
                <a:ext cx="50120" cy="85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28">
                    <a:moveTo>
                      <a:pt x="0" y="5677"/>
                    </a:moveTo>
                    <a:lnTo>
                      <a:pt x="2875" y="0"/>
                    </a:lnTo>
                    <a:lnTo>
                      <a:pt x="5262" y="3890"/>
                    </a:lnTo>
                    <a:lnTo>
                      <a:pt x="2387" y="9028"/>
                    </a:lnTo>
                    <a:close/>
                  </a:path>
                </a:pathLst>
              </a:custGeom>
              <a:solidFill>
                <a:srgbClr val="c72431"/>
              </a:solidFill>
              <a:ln w="3334" cap="flat" cmpd="sng" algn="ctr">
                <a:solidFill>
                  <a:srgbClr val="c7243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4" name="Surface mesh patch"/>
              <p:cNvSpPr/>
              <p:nvPr/>
            </p:nvSpPr>
            <p:spPr>
              <a:xfrm>
                <a:off x="3559895" y="690499"/>
                <a:ext cx="50120" cy="660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30">
                    <a:moveTo>
                      <a:pt x="0" y="0"/>
                    </a:moveTo>
                    <a:lnTo>
                      <a:pt x="2875" y="1037"/>
                    </a:lnTo>
                    <a:lnTo>
                      <a:pt x="5262" y="6930"/>
                    </a:lnTo>
                    <a:lnTo>
                      <a:pt x="2387" y="5776"/>
                    </a:lnTo>
                    <a:close/>
                  </a:path>
                </a:pathLst>
              </a:custGeom>
              <a:solidFill>
                <a:srgbClr val="cd3039"/>
              </a:solidFill>
              <a:ln w="3334" cap="flat" cmpd="sng" algn="ctr">
                <a:solidFill>
                  <a:srgbClr val="cd303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5" name="Surface mesh patch"/>
              <p:cNvSpPr/>
              <p:nvPr/>
            </p:nvSpPr>
            <p:spPr>
              <a:xfrm>
                <a:off x="3610015" y="756503"/>
                <a:ext cx="50120" cy="1296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11">
                    <a:moveTo>
                      <a:pt x="0" y="0"/>
                    </a:moveTo>
                    <a:lnTo>
                      <a:pt x="2875" y="6971"/>
                    </a:lnTo>
                    <a:lnTo>
                      <a:pt x="5262" y="13611"/>
                    </a:lnTo>
                    <a:lnTo>
                      <a:pt x="2387" y="7239"/>
                    </a:lnTo>
                    <a:close/>
                  </a:path>
                </a:pathLst>
              </a:custGeom>
              <a:solidFill>
                <a:srgbClr val="e15e56"/>
              </a:solidFill>
              <a:ln w="3334" cap="flat" cmpd="sng" algn="ctr">
                <a:solidFill>
                  <a:srgbClr val="e15e5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" name="Surface mesh patch"/>
              <p:cNvSpPr/>
              <p:nvPr/>
            </p:nvSpPr>
            <p:spPr>
              <a:xfrm>
                <a:off x="3660134" y="886144"/>
                <a:ext cx="50120" cy="155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6">
                    <a:moveTo>
                      <a:pt x="0" y="0"/>
                    </a:moveTo>
                    <a:lnTo>
                      <a:pt x="2875" y="10362"/>
                    </a:lnTo>
                    <a:lnTo>
                      <a:pt x="5262" y="16376"/>
                    </a:lnTo>
                    <a:lnTo>
                      <a:pt x="2387" y="7306"/>
                    </a:lnTo>
                    <a:close/>
                  </a:path>
                </a:pathLst>
              </a:custGeom>
              <a:solidFill>
                <a:srgbClr val="fa9b80"/>
              </a:solidFill>
              <a:ln w="3334" cap="flat" cmpd="sng" algn="ctr">
                <a:solidFill>
                  <a:srgbClr val="fa9b8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7" name="Surface mesh patch"/>
              <p:cNvSpPr/>
              <p:nvPr/>
            </p:nvSpPr>
            <p:spPr>
              <a:xfrm>
                <a:off x="3710254" y="1042126"/>
                <a:ext cx="50120" cy="1443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52">
                    <a:moveTo>
                      <a:pt x="0" y="0"/>
                    </a:moveTo>
                    <a:lnTo>
                      <a:pt x="2875" y="10734"/>
                    </a:lnTo>
                    <a:lnTo>
                      <a:pt x="5262" y="15152"/>
                    </a:lnTo>
                    <a:lnTo>
                      <a:pt x="2387" y="6090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8" name="Surface mesh patch"/>
              <p:cNvSpPr/>
              <p:nvPr/>
            </p:nvSpPr>
            <p:spPr>
              <a:xfrm>
                <a:off x="3760374" y="1186452"/>
                <a:ext cx="50120" cy="108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53">
                    <a:moveTo>
                      <a:pt x="0" y="0"/>
                    </a:moveTo>
                    <a:lnTo>
                      <a:pt x="2875" y="8862"/>
                    </a:lnTo>
                    <a:lnTo>
                      <a:pt x="5262" y="11353"/>
                    </a:lnTo>
                    <a:lnTo>
                      <a:pt x="2387" y="4136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9" name="Surface mesh patch"/>
              <p:cNvSpPr/>
              <p:nvPr/>
            </p:nvSpPr>
            <p:spPr>
              <a:xfrm>
                <a:off x="3810493" y="1294593"/>
                <a:ext cx="50120" cy="65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8">
                    <a:moveTo>
                      <a:pt x="0" y="0"/>
                    </a:moveTo>
                    <a:lnTo>
                      <a:pt x="2875" y="6070"/>
                    </a:lnTo>
                    <a:lnTo>
                      <a:pt x="5262" y="6848"/>
                    </a:lnTo>
                    <a:lnTo>
                      <a:pt x="2387" y="2095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0" name="Surface mesh patch"/>
              <p:cNvSpPr/>
              <p:nvPr/>
            </p:nvSpPr>
            <p:spPr>
              <a:xfrm>
                <a:off x="3860613" y="1359822"/>
                <a:ext cx="50120" cy="331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9">
                    <a:moveTo>
                      <a:pt x="0" y="0"/>
                    </a:moveTo>
                    <a:lnTo>
                      <a:pt x="2875" y="3479"/>
                    </a:lnTo>
                    <a:lnTo>
                      <a:pt x="5262" y="3037"/>
                    </a:lnTo>
                    <a:lnTo>
                      <a:pt x="2387" y="434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1" name="Surface mesh patch"/>
              <p:cNvSpPr/>
              <p:nvPr/>
            </p:nvSpPr>
            <p:spPr>
              <a:xfrm>
                <a:off x="3910733" y="1382386"/>
                <a:ext cx="50120" cy="221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8">
                    <a:moveTo>
                      <a:pt x="0" y="668"/>
                    </a:moveTo>
                    <a:lnTo>
                      <a:pt x="2875" y="2328"/>
                    </a:lnTo>
                    <a:lnTo>
                      <a:pt x="5262" y="1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2" name="Surface mesh patch"/>
              <p:cNvSpPr/>
              <p:nvPr/>
            </p:nvSpPr>
            <p:spPr>
              <a:xfrm>
                <a:off x="3960852" y="1381732"/>
                <a:ext cx="50120" cy="184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8">
                    <a:moveTo>
                      <a:pt x="0" y="1252"/>
                    </a:moveTo>
                    <a:lnTo>
                      <a:pt x="2875" y="1938"/>
                    </a:lnTo>
                    <a:lnTo>
                      <a:pt x="5262" y="5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3" name="Surface mesh patch"/>
              <p:cNvSpPr/>
              <p:nvPr/>
            </p:nvSpPr>
            <p:spPr>
              <a:xfrm>
                <a:off x="4010972" y="1372679"/>
                <a:ext cx="50120" cy="17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5">
                    <a:moveTo>
                      <a:pt x="0" y="1453"/>
                    </a:moveTo>
                    <a:lnTo>
                      <a:pt x="2875" y="1835"/>
                    </a:lnTo>
                    <a:lnTo>
                      <a:pt x="5262" y="3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4" name="Surface mesh patch"/>
              <p:cNvSpPr/>
              <p:nvPr/>
            </p:nvSpPr>
            <p:spPr>
              <a:xfrm>
                <a:off x="4061091" y="1362851"/>
                <a:ext cx="50120" cy="183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14"/>
                    </a:moveTo>
                    <a:lnTo>
                      <a:pt x="2875" y="1923"/>
                    </a:lnTo>
                    <a:lnTo>
                      <a:pt x="5262" y="6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" name="Surface mesh patch"/>
              <p:cNvSpPr/>
              <p:nvPr/>
            </p:nvSpPr>
            <p:spPr>
              <a:xfrm>
                <a:off x="2234052" y="1507234"/>
                <a:ext cx="50120" cy="23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1">
                    <a:moveTo>
                      <a:pt x="0" y="602"/>
                    </a:moveTo>
                    <a:lnTo>
                      <a:pt x="2875" y="2501"/>
                    </a:lnTo>
                    <a:lnTo>
                      <a:pt x="5262" y="18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6" name="Surface mesh patch"/>
              <p:cNvSpPr/>
              <p:nvPr/>
            </p:nvSpPr>
            <p:spPr>
              <a:xfrm>
                <a:off x="2284172" y="1519075"/>
                <a:ext cx="50120" cy="223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4">
                    <a:moveTo>
                      <a:pt x="0" y="639"/>
                    </a:moveTo>
                    <a:lnTo>
                      <a:pt x="2875" y="2344"/>
                    </a:lnTo>
                    <a:lnTo>
                      <a:pt x="5262" y="17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" name="Surface mesh patch"/>
              <p:cNvSpPr/>
              <p:nvPr/>
            </p:nvSpPr>
            <p:spPr>
              <a:xfrm>
                <a:off x="2334292" y="1529519"/>
                <a:ext cx="50120" cy="20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5">
                    <a:moveTo>
                      <a:pt x="0" y="630"/>
                    </a:moveTo>
                    <a:lnTo>
                      <a:pt x="2875" y="2175"/>
                    </a:lnTo>
                    <a:lnTo>
                      <a:pt x="5262" y="16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" name="Surface mesh patch"/>
              <p:cNvSpPr/>
              <p:nvPr/>
            </p:nvSpPr>
            <p:spPr>
              <a:xfrm>
                <a:off x="2384411" y="1539700"/>
                <a:ext cx="50120" cy="19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9">
                    <a:moveTo>
                      <a:pt x="0" y="558"/>
                    </a:moveTo>
                    <a:lnTo>
                      <a:pt x="2875" y="1999"/>
                    </a:lnTo>
                    <a:lnTo>
                      <a:pt x="5262" y="15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9" name="Surface mesh patch"/>
              <p:cNvSpPr/>
              <p:nvPr/>
            </p:nvSpPr>
            <p:spPr>
              <a:xfrm>
                <a:off x="2434531" y="1550629"/>
                <a:ext cx="50120" cy="17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">
                    <a:moveTo>
                      <a:pt x="0" y="437"/>
                    </a:moveTo>
                    <a:lnTo>
                      <a:pt x="2875" y="1807"/>
                    </a:lnTo>
                    <a:lnTo>
                      <a:pt x="5262" y="1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" name="Surface mesh patch"/>
              <p:cNvSpPr/>
              <p:nvPr/>
            </p:nvSpPr>
            <p:spPr>
              <a:xfrm>
                <a:off x="2484651" y="1562480"/>
                <a:ext cx="50120" cy="151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9">
                    <a:moveTo>
                      <a:pt x="0" y="313"/>
                    </a:moveTo>
                    <a:lnTo>
                      <a:pt x="2875" y="1589"/>
                    </a:lnTo>
                    <a:lnTo>
                      <a:pt x="5262" y="14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" name="Surface mesh patch"/>
              <p:cNvSpPr/>
              <p:nvPr/>
            </p:nvSpPr>
            <p:spPr>
              <a:xfrm>
                <a:off x="2534770" y="1574228"/>
                <a:ext cx="50120" cy="12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5">
                    <a:moveTo>
                      <a:pt x="0" y="243"/>
                    </a:moveTo>
                    <a:lnTo>
                      <a:pt x="2875" y="1355"/>
                    </a:lnTo>
                    <a:lnTo>
                      <a:pt x="5262" y="12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" name="Surface mesh patch"/>
              <p:cNvSpPr/>
              <p:nvPr/>
            </p:nvSpPr>
            <p:spPr>
              <a:xfrm>
                <a:off x="2584890" y="1583857"/>
                <a:ext cx="50120" cy="108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0">
                    <a:moveTo>
                      <a:pt x="0" y="279"/>
                    </a:moveTo>
                    <a:lnTo>
                      <a:pt x="2875" y="1140"/>
                    </a:lnTo>
                    <a:lnTo>
                      <a:pt x="5262" y="9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3" name="Surface mesh patch"/>
              <p:cNvSpPr/>
              <p:nvPr/>
            </p:nvSpPr>
            <p:spPr>
              <a:xfrm>
                <a:off x="2635010" y="1589105"/>
                <a:ext cx="50120" cy="9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8">
                    <a:moveTo>
                      <a:pt x="0" y="441"/>
                    </a:moveTo>
                    <a:lnTo>
                      <a:pt x="2875" y="1008"/>
                    </a:lnTo>
                    <a:lnTo>
                      <a:pt x="5262" y="6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4" name="Surface mesh patch"/>
              <p:cNvSpPr/>
              <p:nvPr/>
            </p:nvSpPr>
            <p:spPr>
              <a:xfrm>
                <a:off x="2685129" y="1588383"/>
                <a:ext cx="50120" cy="9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0">
                    <a:moveTo>
                      <a:pt x="0" y="717"/>
                    </a:moveTo>
                    <a:lnTo>
                      <a:pt x="2875" y="1020"/>
                    </a:lnTo>
                    <a:lnTo>
                      <a:pt x="5262" y="3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5" name="Surface mesh patch"/>
              <p:cNvSpPr/>
              <p:nvPr/>
            </p:nvSpPr>
            <p:spPr>
              <a:xfrm>
                <a:off x="2735249" y="1581384"/>
                <a:ext cx="50120" cy="11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4">
                    <a:moveTo>
                      <a:pt x="0" y="1061"/>
                    </a:moveTo>
                    <a:lnTo>
                      <a:pt x="2875" y="1214"/>
                    </a:lnTo>
                    <a:lnTo>
                      <a:pt x="5262" y="1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6" name="Surface mesh patch"/>
              <p:cNvSpPr/>
              <p:nvPr/>
            </p:nvSpPr>
            <p:spPr>
              <a:xfrm>
                <a:off x="2785369" y="1569089"/>
                <a:ext cx="50120" cy="150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6">
                    <a:moveTo>
                      <a:pt x="0" y="1426"/>
                    </a:moveTo>
                    <a:lnTo>
                      <a:pt x="2875" y="1576"/>
                    </a:lnTo>
                    <a:lnTo>
                      <a:pt x="5262" y="1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7" name="Surface mesh patch"/>
              <p:cNvSpPr/>
              <p:nvPr/>
            </p:nvSpPr>
            <p:spPr>
              <a:xfrm>
                <a:off x="2835488" y="1553188"/>
                <a:ext cx="50120" cy="19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2">
                    <a:moveTo>
                      <a:pt x="0" y="1772"/>
                    </a:moveTo>
                    <a:lnTo>
                      <a:pt x="2875" y="2042"/>
                    </a:lnTo>
                    <a:lnTo>
                      <a:pt x="5262" y="2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8" name="Surface mesh patch"/>
              <p:cNvSpPr/>
              <p:nvPr/>
            </p:nvSpPr>
            <p:spPr>
              <a:xfrm>
                <a:off x="2885608" y="1535301"/>
                <a:ext cx="50120" cy="240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2079"/>
                    </a:moveTo>
                    <a:lnTo>
                      <a:pt x="2875" y="2520"/>
                    </a:lnTo>
                    <a:lnTo>
                      <a:pt x="5262" y="3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9" name="Surface mesh patch"/>
              <p:cNvSpPr/>
              <p:nvPr/>
            </p:nvSpPr>
            <p:spPr>
              <a:xfrm>
                <a:off x="2935727" y="1516386"/>
                <a:ext cx="50120" cy="27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13">
                    <a:moveTo>
                      <a:pt x="0" y="2344"/>
                    </a:moveTo>
                    <a:lnTo>
                      <a:pt x="2875" y="2913"/>
                    </a:lnTo>
                    <a:lnTo>
                      <a:pt x="5262" y="4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0" name="Surface mesh patch"/>
              <p:cNvSpPr/>
              <p:nvPr/>
            </p:nvSpPr>
            <p:spPr>
              <a:xfrm>
                <a:off x="2985847" y="1496539"/>
                <a:ext cx="50120" cy="298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39">
                    <a:moveTo>
                      <a:pt x="0" y="2569"/>
                    </a:moveTo>
                    <a:lnTo>
                      <a:pt x="2875" y="3139"/>
                    </a:lnTo>
                    <a:lnTo>
                      <a:pt x="5262" y="4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1" name="Surface mesh patch"/>
              <p:cNvSpPr/>
              <p:nvPr/>
            </p:nvSpPr>
            <p:spPr>
              <a:xfrm>
                <a:off x="3035967" y="1474997"/>
                <a:ext cx="50120" cy="296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7">
                    <a:moveTo>
                      <a:pt x="0" y="2757"/>
                    </a:moveTo>
                    <a:lnTo>
                      <a:pt x="2875" y="3117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2" name="Surface mesh patch"/>
              <p:cNvSpPr/>
              <p:nvPr/>
            </p:nvSpPr>
            <p:spPr>
              <a:xfrm>
                <a:off x="3086086" y="1447307"/>
                <a:ext cx="50120" cy="304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98">
                    <a:moveTo>
                      <a:pt x="0" y="3198"/>
                    </a:moveTo>
                    <a:lnTo>
                      <a:pt x="2875" y="3019"/>
                    </a:lnTo>
                    <a:lnTo>
                      <a:pt x="5262" y="0"/>
                    </a:lnTo>
                    <a:lnTo>
                      <a:pt x="2387" y="278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3" name="Surface mesh patch"/>
              <p:cNvSpPr/>
              <p:nvPr/>
            </p:nvSpPr>
            <p:spPr>
              <a:xfrm>
                <a:off x="3136206" y="1404205"/>
                <a:ext cx="50120" cy="43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25">
                    <a:moveTo>
                      <a:pt x="0" y="4525"/>
                    </a:moveTo>
                    <a:lnTo>
                      <a:pt x="2875" y="3282"/>
                    </a:lnTo>
                    <a:lnTo>
                      <a:pt x="5262" y="0"/>
                    </a:lnTo>
                    <a:lnTo>
                      <a:pt x="2387" y="1439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4" name="Surface mesh patch"/>
              <p:cNvSpPr/>
              <p:nvPr/>
            </p:nvSpPr>
            <p:spPr>
              <a:xfrm>
                <a:off x="3186326" y="1340088"/>
                <a:ext cx="50120" cy="641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31">
                    <a:moveTo>
                      <a:pt x="0" y="6731"/>
                    </a:moveTo>
                    <a:lnTo>
                      <a:pt x="2875" y="3663"/>
                    </a:lnTo>
                    <a:lnTo>
                      <a:pt x="5262" y="0"/>
                    </a:lnTo>
                    <a:lnTo>
                      <a:pt x="2387" y="3437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5" name="Surface mesh patch"/>
              <p:cNvSpPr/>
              <p:nvPr/>
            </p:nvSpPr>
            <p:spPr>
              <a:xfrm>
                <a:off x="3236445" y="1245987"/>
                <a:ext cx="50120" cy="94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9">
                    <a:moveTo>
                      <a:pt x="0" y="9879"/>
                    </a:moveTo>
                    <a:lnTo>
                      <a:pt x="2875" y="4114"/>
                    </a:lnTo>
                    <a:lnTo>
                      <a:pt x="5262" y="0"/>
                    </a:lnTo>
                    <a:lnTo>
                      <a:pt x="2387" y="6331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" name="Surface mesh patch"/>
              <p:cNvSpPr/>
              <p:nvPr/>
            </p:nvSpPr>
            <p:spPr>
              <a:xfrm>
                <a:off x="3286565" y="1117916"/>
                <a:ext cx="50120" cy="1280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46">
                    <a:moveTo>
                      <a:pt x="0" y="13446"/>
                    </a:moveTo>
                    <a:lnTo>
                      <a:pt x="2875" y="4417"/>
                    </a:lnTo>
                    <a:lnTo>
                      <a:pt x="5262" y="0"/>
                    </a:lnTo>
                    <a:lnTo>
                      <a:pt x="2387" y="9699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" name="Surface mesh patch"/>
              <p:cNvSpPr/>
              <p:nvPr/>
            </p:nvSpPr>
            <p:spPr>
              <a:xfrm>
                <a:off x="3336685" y="964420"/>
                <a:ext cx="50120" cy="1534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15">
                    <a:moveTo>
                      <a:pt x="0" y="16115"/>
                    </a:moveTo>
                    <a:lnTo>
                      <a:pt x="2875" y="4197"/>
                    </a:lnTo>
                    <a:lnTo>
                      <a:pt x="5262" y="0"/>
                    </a:lnTo>
                    <a:lnTo>
                      <a:pt x="2387" y="12482"/>
                    </a:lnTo>
                    <a:close/>
                  </a:path>
                </a:pathLst>
              </a:custGeom>
              <a:solidFill>
                <a:srgbClr val="faa88d"/>
              </a:solidFill>
              <a:ln w="3334" cap="flat" cmpd="sng" algn="ctr">
                <a:solidFill>
                  <a:srgbClr val="faa8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" name="Surface mesh patch"/>
              <p:cNvSpPr/>
              <p:nvPr/>
            </p:nvSpPr>
            <p:spPr>
              <a:xfrm>
                <a:off x="3386804" y="810997"/>
                <a:ext cx="50120" cy="1534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07">
                    <a:moveTo>
                      <a:pt x="0" y="16107"/>
                    </a:moveTo>
                    <a:lnTo>
                      <a:pt x="2875" y="3089"/>
                    </a:lnTo>
                    <a:lnTo>
                      <a:pt x="5262" y="0"/>
                    </a:lnTo>
                    <a:lnTo>
                      <a:pt x="2387" y="13251"/>
                    </a:lnTo>
                    <a:close/>
                  </a:path>
                </a:pathLst>
              </a:custGeom>
              <a:solidFill>
                <a:srgbClr val="eb7464"/>
              </a:solidFill>
              <a:ln w="3334" cap="flat" cmpd="sng" algn="ctr">
                <a:solidFill>
                  <a:srgbClr val="eb74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9" name="Surface mesh patch"/>
              <p:cNvSpPr/>
              <p:nvPr/>
            </p:nvSpPr>
            <p:spPr>
              <a:xfrm>
                <a:off x="3436924" y="695502"/>
                <a:ext cx="50120" cy="1154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25">
                    <a:moveTo>
                      <a:pt x="0" y="12125"/>
                    </a:moveTo>
                    <a:lnTo>
                      <a:pt x="2875" y="1021"/>
                    </a:lnTo>
                    <a:lnTo>
                      <a:pt x="5262" y="0"/>
                    </a:lnTo>
                    <a:lnTo>
                      <a:pt x="2387" y="10944"/>
                    </a:lnTo>
                    <a:close/>
                  </a:path>
                </a:pathLst>
              </a:custGeom>
              <a:solidFill>
                <a:srgbClr val="d0373e"/>
              </a:solidFill>
              <a:ln w="3334" cap="flat" cmpd="sng" algn="ctr">
                <a:solidFill>
                  <a:srgbClr val="d0373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0" name="Surface mesh patch"/>
              <p:cNvSpPr/>
              <p:nvPr/>
            </p:nvSpPr>
            <p:spPr>
              <a:xfrm>
                <a:off x="3487044" y="638175"/>
                <a:ext cx="50120" cy="693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80">
                    <a:moveTo>
                      <a:pt x="0" y="6019"/>
                    </a:moveTo>
                    <a:lnTo>
                      <a:pt x="2875" y="0"/>
                    </a:lnTo>
                    <a:lnTo>
                      <a:pt x="5262" y="1603"/>
                    </a:lnTo>
                    <a:lnTo>
                      <a:pt x="2387" y="728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1" name="Surface mesh patch"/>
              <p:cNvSpPr/>
              <p:nvPr/>
            </p:nvSpPr>
            <p:spPr>
              <a:xfrm>
                <a:off x="3537163" y="653443"/>
                <a:ext cx="50120" cy="46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7">
                    <a:moveTo>
                      <a:pt x="0" y="0"/>
                    </a:moveTo>
                    <a:lnTo>
                      <a:pt x="2875" y="924"/>
                    </a:lnTo>
                    <a:lnTo>
                      <a:pt x="5262" y="4927"/>
                    </a:lnTo>
                    <a:lnTo>
                      <a:pt x="2387" y="389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2" name="Surface mesh patch"/>
              <p:cNvSpPr/>
              <p:nvPr/>
            </p:nvSpPr>
            <p:spPr>
              <a:xfrm>
                <a:off x="3587283" y="700376"/>
                <a:ext cx="50120" cy="1225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4">
                    <a:moveTo>
                      <a:pt x="0" y="0"/>
                    </a:moveTo>
                    <a:lnTo>
                      <a:pt x="2875" y="7454"/>
                    </a:lnTo>
                    <a:lnTo>
                      <a:pt x="5262" y="12864"/>
                    </a:lnTo>
                    <a:lnTo>
                      <a:pt x="2387" y="5893"/>
                    </a:lnTo>
                    <a:close/>
                  </a:path>
                </a:pathLst>
              </a:custGeom>
              <a:solidFill>
                <a:srgbClr val="d33e42"/>
              </a:solidFill>
              <a:ln w="3334" cap="flat" cmpd="sng" algn="ctr">
                <a:solidFill>
                  <a:srgbClr val="d33e4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3" name="Surface mesh patch"/>
              <p:cNvSpPr/>
              <p:nvPr/>
            </p:nvSpPr>
            <p:spPr>
              <a:xfrm>
                <a:off x="3637402" y="822903"/>
                <a:ext cx="50120" cy="1619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1">
                    <a:moveTo>
                      <a:pt x="0" y="0"/>
                    </a:moveTo>
                    <a:lnTo>
                      <a:pt x="2875" y="11532"/>
                    </a:lnTo>
                    <a:lnTo>
                      <a:pt x="5262" y="17001"/>
                    </a:lnTo>
                    <a:lnTo>
                      <a:pt x="2387" y="6639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4" name="Surface mesh patch"/>
              <p:cNvSpPr/>
              <p:nvPr/>
            </p:nvSpPr>
            <p:spPr>
              <a:xfrm>
                <a:off x="3687522" y="984840"/>
                <a:ext cx="50120" cy="1595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48">
                    <a:moveTo>
                      <a:pt x="0" y="0"/>
                    </a:moveTo>
                    <a:lnTo>
                      <a:pt x="2875" y="12365"/>
                    </a:lnTo>
                    <a:lnTo>
                      <a:pt x="5262" y="16748"/>
                    </a:lnTo>
                    <a:lnTo>
                      <a:pt x="2387" y="6014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5" name="Surface mesh patch"/>
              <p:cNvSpPr/>
              <p:nvPr/>
            </p:nvSpPr>
            <p:spPr>
              <a:xfrm>
                <a:off x="3737642" y="1144366"/>
                <a:ext cx="50120" cy="1264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80">
                    <a:moveTo>
                      <a:pt x="0" y="0"/>
                    </a:moveTo>
                    <a:lnTo>
                      <a:pt x="2875" y="10565"/>
                    </a:lnTo>
                    <a:lnTo>
                      <a:pt x="5262" y="13280"/>
                    </a:lnTo>
                    <a:lnTo>
                      <a:pt x="2387" y="4419"/>
                    </a:lnTo>
                    <a:close/>
                  </a:path>
                </a:pathLst>
              </a:custGeom>
              <a:solidFill>
                <a:srgbClr val="f7d3bb"/>
              </a:solidFill>
              <a:ln w="3334" cap="flat" cmpd="sng" algn="ctr">
                <a:solidFill>
                  <a:srgbClr val="f7d3b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6" name="Surface mesh patch"/>
              <p:cNvSpPr/>
              <p:nvPr/>
            </p:nvSpPr>
            <p:spPr>
              <a:xfrm>
                <a:off x="3787761" y="1270861"/>
                <a:ext cx="50120" cy="815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61">
                    <a:moveTo>
                      <a:pt x="0" y="0"/>
                    </a:moveTo>
                    <a:lnTo>
                      <a:pt x="2875" y="7506"/>
                    </a:lnTo>
                    <a:lnTo>
                      <a:pt x="5262" y="8561"/>
                    </a:lnTo>
                    <a:lnTo>
                      <a:pt x="2387" y="2491"/>
                    </a:lnTo>
                    <a:close/>
                  </a:path>
                </a:pathLst>
              </a:custGeom>
              <a:solidFill>
                <a:srgbClr val="e1dfe5"/>
              </a:solidFill>
              <a:ln w="3334" cap="flat" cmpd="sng" algn="ctr">
                <a:solidFill>
                  <a:srgbClr val="e1df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7" name="Surface mesh patch"/>
              <p:cNvSpPr/>
              <p:nvPr/>
            </p:nvSpPr>
            <p:spPr>
              <a:xfrm>
                <a:off x="3837881" y="1352405"/>
                <a:ext cx="50120" cy="42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7">
                    <a:moveTo>
                      <a:pt x="0" y="0"/>
                    </a:moveTo>
                    <a:lnTo>
                      <a:pt x="2875" y="4487"/>
                    </a:lnTo>
                    <a:lnTo>
                      <a:pt x="5262" y="4258"/>
                    </a:lnTo>
                    <a:lnTo>
                      <a:pt x="2387" y="779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8" name="Surface mesh patch"/>
              <p:cNvSpPr/>
              <p:nvPr/>
            </p:nvSpPr>
            <p:spPr>
              <a:xfrm>
                <a:off x="3888001" y="1388749"/>
                <a:ext cx="50120" cy="255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87">
                    <a:moveTo>
                      <a:pt x="0" y="442"/>
                    </a:moveTo>
                    <a:lnTo>
                      <a:pt x="2875" y="2687"/>
                    </a:lnTo>
                    <a:lnTo>
                      <a:pt x="5262" y="16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9" name="Surface mesh patch"/>
              <p:cNvSpPr/>
              <p:nvPr/>
            </p:nvSpPr>
            <p:spPr>
              <a:xfrm>
                <a:off x="3938120" y="1393655"/>
                <a:ext cx="50120" cy="199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0">
                    <a:moveTo>
                      <a:pt x="0" y="1145"/>
                    </a:moveTo>
                    <a:lnTo>
                      <a:pt x="2875" y="2090"/>
                    </a:lnTo>
                    <a:lnTo>
                      <a:pt x="5262" y="6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0" name="Surface mesh patch"/>
              <p:cNvSpPr/>
              <p:nvPr/>
            </p:nvSpPr>
            <p:spPr>
              <a:xfrm>
                <a:off x="3988240" y="1386522"/>
                <a:ext cx="50120" cy="17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2">
                    <a:moveTo>
                      <a:pt x="0" y="1435"/>
                    </a:moveTo>
                    <a:lnTo>
                      <a:pt x="2875" y="1862"/>
                    </a:lnTo>
                    <a:lnTo>
                      <a:pt x="5262" y="3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1" name="Surface mesh patch"/>
              <p:cNvSpPr/>
              <p:nvPr/>
            </p:nvSpPr>
            <p:spPr>
              <a:xfrm>
                <a:off x="4038360" y="1376321"/>
                <a:ext cx="50120" cy="179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3">
                    <a:moveTo>
                      <a:pt x="0" y="1453"/>
                    </a:moveTo>
                    <a:lnTo>
                      <a:pt x="2875" y="1883"/>
                    </a:lnTo>
                    <a:lnTo>
                      <a:pt x="5262" y="5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2" name="Surface mesh patch"/>
              <p:cNvSpPr/>
              <p:nvPr/>
            </p:nvSpPr>
            <p:spPr>
              <a:xfrm>
                <a:off x="4088479" y="1368667"/>
                <a:ext cx="50120" cy="19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4">
                    <a:moveTo>
                      <a:pt x="0" y="1313"/>
                    </a:moveTo>
                    <a:lnTo>
                      <a:pt x="2875" y="2044"/>
                    </a:lnTo>
                    <a:lnTo>
                      <a:pt x="5262" y="8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3" name="Surface mesh patch"/>
              <p:cNvSpPr/>
              <p:nvPr/>
            </p:nvSpPr>
            <p:spPr>
              <a:xfrm>
                <a:off x="2211321" y="1512968"/>
                <a:ext cx="50120" cy="23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6">
                    <a:moveTo>
                      <a:pt x="0" y="580"/>
                    </a:moveTo>
                    <a:lnTo>
                      <a:pt x="2875" y="2506"/>
                    </a:lnTo>
                    <a:lnTo>
                      <a:pt x="5262" y="18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" name="Surface mesh patch"/>
              <p:cNvSpPr/>
              <p:nvPr/>
            </p:nvSpPr>
            <p:spPr>
              <a:xfrm>
                <a:off x="2261440" y="1525163"/>
                <a:ext cx="50120" cy="22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3">
                    <a:moveTo>
                      <a:pt x="0" y="619"/>
                    </a:moveTo>
                    <a:lnTo>
                      <a:pt x="2875" y="2323"/>
                    </a:lnTo>
                    <a:lnTo>
                      <a:pt x="5262" y="1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dfd"/>
              </a:solidFill>
              <a:ln w="3334" cap="flat" cmpd="sng" algn="ctr">
                <a:solidFill>
                  <a:srgbClr val="b0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5" name="Surface mesh patch"/>
              <p:cNvSpPr/>
              <p:nvPr/>
            </p:nvSpPr>
            <p:spPr>
              <a:xfrm>
                <a:off x="2311560" y="1535517"/>
                <a:ext cx="50120" cy="20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9">
                    <a:moveTo>
                      <a:pt x="0" y="617"/>
                    </a:moveTo>
                    <a:lnTo>
                      <a:pt x="2875" y="2109"/>
                    </a:lnTo>
                    <a:lnTo>
                      <a:pt x="5262" y="15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6" name="Surface mesh patch"/>
              <p:cNvSpPr/>
              <p:nvPr/>
            </p:nvSpPr>
            <p:spPr>
              <a:xfrm>
                <a:off x="2361680" y="1545013"/>
                <a:ext cx="50120" cy="17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4">
                    <a:moveTo>
                      <a:pt x="0" y="549"/>
                    </a:moveTo>
                    <a:lnTo>
                      <a:pt x="2875" y="1874"/>
                    </a:lnTo>
                    <a:lnTo>
                      <a:pt x="5262" y="1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7" name="Surface mesh patch"/>
              <p:cNvSpPr/>
              <p:nvPr/>
            </p:nvSpPr>
            <p:spPr>
              <a:xfrm>
                <a:off x="2411799" y="1554795"/>
                <a:ext cx="50120" cy="153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6">
                    <a:moveTo>
                      <a:pt x="0" y="414"/>
                    </a:moveTo>
                    <a:lnTo>
                      <a:pt x="2875" y="1616"/>
                    </a:lnTo>
                    <a:lnTo>
                      <a:pt x="5262" y="13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" name="Surface mesh patch"/>
              <p:cNvSpPr/>
              <p:nvPr/>
            </p:nvSpPr>
            <p:spPr>
              <a:xfrm>
                <a:off x="2461919" y="1565460"/>
                <a:ext cx="50120" cy="127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35">
                    <a:moveTo>
                      <a:pt x="0" y="249"/>
                    </a:moveTo>
                    <a:lnTo>
                      <a:pt x="2875" y="1335"/>
                    </a:lnTo>
                    <a:lnTo>
                      <a:pt x="5262" y="1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9" name="Surface mesh patch"/>
              <p:cNvSpPr/>
              <p:nvPr/>
            </p:nvSpPr>
            <p:spPr>
              <a:xfrm>
                <a:off x="2512038" y="1576543"/>
                <a:ext cx="50120" cy="10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1">
                    <a:moveTo>
                      <a:pt x="0" y="113"/>
                    </a:moveTo>
                    <a:lnTo>
                      <a:pt x="2875" y="1046"/>
                    </a:lnTo>
                    <a:lnTo>
                      <a:pt x="5262" y="1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0" name="Surface mesh patch"/>
              <p:cNvSpPr/>
              <p:nvPr/>
            </p:nvSpPr>
            <p:spPr>
              <a:xfrm>
                <a:off x="2562158" y="1586511"/>
                <a:ext cx="50120" cy="8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2">
                    <a:moveTo>
                      <a:pt x="0" y="65"/>
                    </a:moveTo>
                    <a:lnTo>
                      <a:pt x="2875" y="792"/>
                    </a:lnTo>
                    <a:lnTo>
                      <a:pt x="5262" y="8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" name="Surface mesh patch"/>
              <p:cNvSpPr/>
              <p:nvPr/>
            </p:nvSpPr>
            <p:spPr>
              <a:xfrm>
                <a:off x="2612278" y="1593310"/>
                <a:ext cx="50120" cy="6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9">
                    <a:moveTo>
                      <a:pt x="0" y="148"/>
                    </a:moveTo>
                    <a:lnTo>
                      <a:pt x="2875" y="639"/>
                    </a:lnTo>
                    <a:lnTo>
                      <a:pt x="5262" y="5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2" name="Surface mesh patch"/>
              <p:cNvSpPr/>
              <p:nvPr/>
            </p:nvSpPr>
            <p:spPr>
              <a:xfrm>
                <a:off x="2662397" y="1595207"/>
                <a:ext cx="50120" cy="62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">
                    <a:moveTo>
                      <a:pt x="0" y="367"/>
                    </a:moveTo>
                    <a:lnTo>
                      <a:pt x="2875" y="659"/>
                    </a:lnTo>
                    <a:lnTo>
                      <a:pt x="5262" y="3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3" name="Surface mesh patch"/>
              <p:cNvSpPr/>
              <p:nvPr/>
            </p:nvSpPr>
            <p:spPr>
              <a:xfrm>
                <a:off x="2712517" y="1591493"/>
                <a:ext cx="50120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1">
                    <a:moveTo>
                      <a:pt x="0" y="693"/>
                    </a:moveTo>
                    <a:lnTo>
                      <a:pt x="2875" y="891"/>
                    </a:lnTo>
                    <a:lnTo>
                      <a:pt x="5262" y="1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4" name="Surface mesh patch"/>
              <p:cNvSpPr/>
              <p:nvPr/>
            </p:nvSpPr>
            <p:spPr>
              <a:xfrm>
                <a:off x="2762637" y="1582671"/>
                <a:ext cx="50120" cy="12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1">
                    <a:moveTo>
                      <a:pt x="0" y="1079"/>
                    </a:moveTo>
                    <a:lnTo>
                      <a:pt x="2875" y="1321"/>
                    </a:lnTo>
                    <a:lnTo>
                      <a:pt x="5262" y="1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" name="Surface mesh patch"/>
              <p:cNvSpPr/>
              <p:nvPr/>
            </p:nvSpPr>
            <p:spPr>
              <a:xfrm>
                <a:off x="2812756" y="1570063"/>
                <a:ext cx="50120" cy="17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1473"/>
                    </a:moveTo>
                    <a:lnTo>
                      <a:pt x="2875" y="1876"/>
                    </a:lnTo>
                    <a:lnTo>
                      <a:pt x="5262" y="2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" name="Surface mesh patch"/>
              <p:cNvSpPr/>
              <p:nvPr/>
            </p:nvSpPr>
            <p:spPr>
              <a:xfrm>
                <a:off x="2862876" y="1555105"/>
                <a:ext cx="50120" cy="23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4">
                    <a:moveTo>
                      <a:pt x="0" y="1841"/>
                    </a:moveTo>
                    <a:lnTo>
                      <a:pt x="2875" y="2444"/>
                    </a:lnTo>
                    <a:lnTo>
                      <a:pt x="5262" y="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" name="Surface mesh patch"/>
              <p:cNvSpPr/>
              <p:nvPr/>
            </p:nvSpPr>
            <p:spPr>
              <a:xfrm>
                <a:off x="2912996" y="1538716"/>
                <a:ext cx="50120" cy="277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09">
                    <a:moveTo>
                      <a:pt x="0" y="2161"/>
                    </a:moveTo>
                    <a:lnTo>
                      <a:pt x="2875" y="2909"/>
                    </a:lnTo>
                    <a:lnTo>
                      <a:pt x="5262" y="5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" name="Surface mesh patch"/>
              <p:cNvSpPr/>
              <p:nvPr/>
            </p:nvSpPr>
            <p:spPr>
              <a:xfrm>
                <a:off x="2963115" y="1521009"/>
                <a:ext cx="50120" cy="302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8">
                    <a:moveTo>
                      <a:pt x="0" y="2428"/>
                    </a:moveTo>
                    <a:lnTo>
                      <a:pt x="2875" y="3178"/>
                    </a:lnTo>
                    <a:lnTo>
                      <a:pt x="5262" y="5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" name="Surface mesh patch"/>
              <p:cNvSpPr/>
              <p:nvPr/>
            </p:nvSpPr>
            <p:spPr>
              <a:xfrm>
                <a:off x="3013235" y="1501257"/>
                <a:ext cx="50120" cy="303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2">
                    <a:moveTo>
                      <a:pt x="0" y="2643"/>
                    </a:moveTo>
                    <a:lnTo>
                      <a:pt x="2875" y="3182"/>
                    </a:lnTo>
                    <a:lnTo>
                      <a:pt x="5262" y="3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0" name="Surface mesh patch"/>
              <p:cNvSpPr/>
              <p:nvPr/>
            </p:nvSpPr>
            <p:spPr>
              <a:xfrm>
                <a:off x="3063355" y="1476061"/>
                <a:ext cx="50120" cy="28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9">
                    <a:moveTo>
                      <a:pt x="0" y="3006"/>
                    </a:moveTo>
                    <a:lnTo>
                      <a:pt x="2875" y="3029"/>
                    </a:lnTo>
                    <a:lnTo>
                      <a:pt x="5262" y="0"/>
                    </a:lnTo>
                    <a:lnTo>
                      <a:pt x="2387" y="17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1" name="Surface mesh patch"/>
              <p:cNvSpPr/>
              <p:nvPr/>
            </p:nvSpPr>
            <p:spPr>
              <a:xfrm>
                <a:off x="3113474" y="1435470"/>
                <a:ext cx="50120" cy="405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62">
                    <a:moveTo>
                      <a:pt x="0" y="4262"/>
                    </a:moveTo>
                    <a:lnTo>
                      <a:pt x="2875" y="3310"/>
                    </a:lnTo>
                    <a:lnTo>
                      <a:pt x="5262" y="0"/>
                    </a:lnTo>
                    <a:lnTo>
                      <a:pt x="2387" y="124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2" name="Surface mesh patch"/>
              <p:cNvSpPr/>
              <p:nvPr/>
            </p:nvSpPr>
            <p:spPr>
              <a:xfrm>
                <a:off x="3163594" y="1374981"/>
                <a:ext cx="50120" cy="604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51">
                    <a:moveTo>
                      <a:pt x="0" y="6351"/>
                    </a:moveTo>
                    <a:lnTo>
                      <a:pt x="2875" y="3753"/>
                    </a:lnTo>
                    <a:lnTo>
                      <a:pt x="5262" y="0"/>
                    </a:lnTo>
                    <a:lnTo>
                      <a:pt x="2387" y="3068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3" name="Surface mesh patch"/>
              <p:cNvSpPr/>
              <p:nvPr/>
            </p:nvSpPr>
            <p:spPr>
              <a:xfrm>
                <a:off x="3213713" y="1285173"/>
                <a:ext cx="50120" cy="89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29">
                    <a:moveTo>
                      <a:pt x="0" y="9429"/>
                    </a:moveTo>
                    <a:lnTo>
                      <a:pt x="2875" y="4372"/>
                    </a:lnTo>
                    <a:lnTo>
                      <a:pt x="5262" y="0"/>
                    </a:lnTo>
                    <a:lnTo>
                      <a:pt x="2387" y="5765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4" name="Surface mesh patch"/>
              <p:cNvSpPr/>
              <p:nvPr/>
            </p:nvSpPr>
            <p:spPr>
              <a:xfrm>
                <a:off x="3263833" y="1159990"/>
                <a:ext cx="50120" cy="125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43">
                    <a:moveTo>
                      <a:pt x="0" y="13143"/>
                    </a:moveTo>
                    <a:lnTo>
                      <a:pt x="2875" y="5014"/>
                    </a:lnTo>
                    <a:lnTo>
                      <a:pt x="5262" y="0"/>
                    </a:lnTo>
                    <a:lnTo>
                      <a:pt x="2387" y="9029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5" name="Surface mesh patch"/>
              <p:cNvSpPr/>
              <p:nvPr/>
            </p:nvSpPr>
            <p:spPr>
              <a:xfrm>
                <a:off x="3313953" y="1004393"/>
                <a:ext cx="50120" cy="155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36">
                    <a:moveTo>
                      <a:pt x="0" y="16336"/>
                    </a:moveTo>
                    <a:lnTo>
                      <a:pt x="2875" y="5319"/>
                    </a:lnTo>
                    <a:lnTo>
                      <a:pt x="5262" y="0"/>
                    </a:lnTo>
                    <a:lnTo>
                      <a:pt x="2387" y="11918"/>
                    </a:lnTo>
                    <a:close/>
                  </a:path>
                </a:pathLst>
              </a:custGeom>
              <a:solidFill>
                <a:srgbClr val="fab094"/>
              </a:solidFill>
              <a:ln w="3334" cap="flat" cmpd="sng" algn="ctr">
                <a:solidFill>
                  <a:srgbClr val="fab09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6" name="Surface mesh patch"/>
              <p:cNvSpPr/>
              <p:nvPr/>
            </p:nvSpPr>
            <p:spPr>
              <a:xfrm>
                <a:off x="3364072" y="840420"/>
                <a:ext cx="50120" cy="1639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15">
                    <a:moveTo>
                      <a:pt x="0" y="17215"/>
                    </a:moveTo>
                    <a:lnTo>
                      <a:pt x="2875" y="4837"/>
                    </a:lnTo>
                    <a:lnTo>
                      <a:pt x="5262" y="0"/>
                    </a:lnTo>
                    <a:lnTo>
                      <a:pt x="2387" y="13018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7" name="Surface mesh patch"/>
              <p:cNvSpPr/>
              <p:nvPr/>
            </p:nvSpPr>
            <p:spPr>
              <a:xfrm>
                <a:off x="3414192" y="705227"/>
                <a:ext cx="50120" cy="1351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94">
                    <a:moveTo>
                      <a:pt x="0" y="14194"/>
                    </a:moveTo>
                    <a:lnTo>
                      <a:pt x="2875" y="3302"/>
                    </a:lnTo>
                    <a:lnTo>
                      <a:pt x="5262" y="0"/>
                    </a:lnTo>
                    <a:lnTo>
                      <a:pt x="2387" y="11104"/>
                    </a:lnTo>
                    <a:close/>
                  </a:path>
                </a:pathLst>
              </a:custGeom>
              <a:solidFill>
                <a:srgbClr val="d23c40"/>
              </a:solidFill>
              <a:ln w="3334" cap="flat" cmpd="sng" algn="ctr">
                <a:solidFill>
                  <a:srgbClr val="d23c4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" name="Surface mesh patch"/>
              <p:cNvSpPr/>
              <p:nvPr/>
            </p:nvSpPr>
            <p:spPr>
              <a:xfrm>
                <a:off x="3464312" y="638175"/>
                <a:ext cx="50120" cy="67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0">
                    <a:moveTo>
                      <a:pt x="0" y="7040"/>
                    </a:moveTo>
                    <a:lnTo>
                      <a:pt x="2875" y="900"/>
                    </a:lnTo>
                    <a:lnTo>
                      <a:pt x="5262" y="0"/>
                    </a:lnTo>
                    <a:lnTo>
                      <a:pt x="2387" y="6019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9" name="Surface mesh patch"/>
              <p:cNvSpPr/>
              <p:nvPr/>
            </p:nvSpPr>
            <p:spPr>
              <a:xfrm>
                <a:off x="3514431" y="638175"/>
                <a:ext cx="50120" cy="240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7">
                    <a:moveTo>
                      <a:pt x="0" y="0"/>
                    </a:moveTo>
                    <a:lnTo>
                      <a:pt x="2875" y="823"/>
                    </a:lnTo>
                    <a:lnTo>
                      <a:pt x="5262" y="2527"/>
                    </a:lnTo>
                    <a:lnTo>
                      <a:pt x="2387" y="1603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0" name="Surface mesh patch"/>
              <p:cNvSpPr/>
              <p:nvPr/>
            </p:nvSpPr>
            <p:spPr>
              <a:xfrm>
                <a:off x="3564551" y="662245"/>
                <a:ext cx="50120" cy="109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57">
                    <a:moveTo>
                      <a:pt x="0" y="0"/>
                    </a:moveTo>
                    <a:lnTo>
                      <a:pt x="2875" y="7782"/>
                    </a:lnTo>
                    <a:lnTo>
                      <a:pt x="5262" y="11457"/>
                    </a:lnTo>
                    <a:lnTo>
                      <a:pt x="2387" y="4003"/>
                    </a:lnTo>
                    <a:close/>
                  </a:path>
                </a:pathLst>
              </a:custGeom>
              <a:solidFill>
                <a:srgbClr val="c82531"/>
              </a:solidFill>
              <a:ln w="3334" cap="flat" cmpd="sng" algn="ctr">
                <a:solidFill>
                  <a:srgbClr val="c8253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1" name="Surface mesh patch"/>
              <p:cNvSpPr/>
              <p:nvPr/>
            </p:nvSpPr>
            <p:spPr>
              <a:xfrm>
                <a:off x="3614671" y="771374"/>
                <a:ext cx="50120" cy="1613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42">
                    <a:moveTo>
                      <a:pt x="0" y="0"/>
                    </a:moveTo>
                    <a:lnTo>
                      <a:pt x="2875" y="12498"/>
                    </a:lnTo>
                    <a:lnTo>
                      <a:pt x="5262" y="16942"/>
                    </a:lnTo>
                    <a:lnTo>
                      <a:pt x="2387" y="5410"/>
                    </a:lnTo>
                    <a:close/>
                  </a:path>
                </a:pathLst>
              </a:custGeom>
              <a:solidFill>
                <a:srgbClr val="e3635a"/>
              </a:solidFill>
              <a:ln w="3334" cap="flat" cmpd="sng" algn="ctr">
                <a:solidFill>
                  <a:srgbClr val="e3635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" name="Surface mesh patch"/>
              <p:cNvSpPr/>
              <p:nvPr/>
            </p:nvSpPr>
            <p:spPr>
              <a:xfrm>
                <a:off x="3664790" y="932748"/>
                <a:ext cx="50120" cy="169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4">
                    <a:moveTo>
                      <a:pt x="0" y="0"/>
                    </a:moveTo>
                    <a:lnTo>
                      <a:pt x="2875" y="13852"/>
                    </a:lnTo>
                    <a:lnTo>
                      <a:pt x="5262" y="17834"/>
                    </a:lnTo>
                    <a:lnTo>
                      <a:pt x="2387" y="5469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" name="Surface mesh patch"/>
              <p:cNvSpPr/>
              <p:nvPr/>
            </p:nvSpPr>
            <p:spPr>
              <a:xfrm>
                <a:off x="3714910" y="1102618"/>
                <a:ext cx="50120" cy="1423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47">
                    <a:moveTo>
                      <a:pt x="0" y="0"/>
                    </a:moveTo>
                    <a:lnTo>
                      <a:pt x="2875" y="12233"/>
                    </a:lnTo>
                    <a:lnTo>
                      <a:pt x="5262" y="14947"/>
                    </a:lnTo>
                    <a:lnTo>
                      <a:pt x="2387" y="4383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4" name="Surface mesh patch"/>
              <p:cNvSpPr/>
              <p:nvPr/>
            </p:nvSpPr>
            <p:spPr>
              <a:xfrm>
                <a:off x="3765030" y="1244993"/>
                <a:ext cx="50120" cy="973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22">
                    <a:moveTo>
                      <a:pt x="0" y="0"/>
                    </a:moveTo>
                    <a:lnTo>
                      <a:pt x="2875" y="8999"/>
                    </a:lnTo>
                    <a:lnTo>
                      <a:pt x="5262" y="10222"/>
                    </a:lnTo>
                    <a:lnTo>
                      <a:pt x="2387" y="2716"/>
                    </a:lnTo>
                    <a:close/>
                  </a:path>
                </a:pathLst>
              </a:custGeom>
              <a:solidFill>
                <a:srgbClr val="e7dcd9"/>
              </a:solidFill>
              <a:ln w="3334" cap="flat" cmpd="sng" algn="ctr">
                <a:solidFill>
                  <a:srgbClr val="e7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5" name="Surface mesh patch"/>
              <p:cNvSpPr/>
              <p:nvPr/>
            </p:nvSpPr>
            <p:spPr>
              <a:xfrm>
                <a:off x="3815149" y="1342353"/>
                <a:ext cx="50120" cy="532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3">
                    <a:moveTo>
                      <a:pt x="0" y="0"/>
                    </a:moveTo>
                    <a:lnTo>
                      <a:pt x="2875" y="5593"/>
                    </a:lnTo>
                    <a:lnTo>
                      <a:pt x="5262" y="5542"/>
                    </a:lnTo>
                    <a:lnTo>
                      <a:pt x="2387" y="1055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" name="Surface mesh patch"/>
              <p:cNvSpPr/>
              <p:nvPr/>
            </p:nvSpPr>
            <p:spPr>
              <a:xfrm>
                <a:off x="3865269" y="1392964"/>
                <a:ext cx="50120" cy="300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5">
                    <a:moveTo>
                      <a:pt x="0" y="229"/>
                    </a:moveTo>
                    <a:lnTo>
                      <a:pt x="2875" y="3155"/>
                    </a:lnTo>
                    <a:lnTo>
                      <a:pt x="5262" y="22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7" name="Surface mesh patch"/>
              <p:cNvSpPr/>
              <p:nvPr/>
            </p:nvSpPr>
            <p:spPr>
              <a:xfrm>
                <a:off x="3915388" y="1404558"/>
                <a:ext cx="50120" cy="219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6">
                    <a:moveTo>
                      <a:pt x="0" y="1027"/>
                    </a:moveTo>
                    <a:lnTo>
                      <a:pt x="2875" y="2306"/>
                    </a:lnTo>
                    <a:lnTo>
                      <a:pt x="5262" y="9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8" name="Surface mesh patch"/>
              <p:cNvSpPr/>
              <p:nvPr/>
            </p:nvSpPr>
            <p:spPr>
              <a:xfrm>
                <a:off x="3965508" y="1400195"/>
                <a:ext cx="50120" cy="18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03"/>
                    </a:moveTo>
                    <a:lnTo>
                      <a:pt x="2875" y="1923"/>
                    </a:lnTo>
                    <a:lnTo>
                      <a:pt x="5262" y="4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9" name="Surface mesh patch"/>
              <p:cNvSpPr/>
              <p:nvPr/>
            </p:nvSpPr>
            <p:spPr>
              <a:xfrm>
                <a:off x="4015628" y="1390157"/>
                <a:ext cx="50120" cy="177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1480"/>
                    </a:moveTo>
                    <a:lnTo>
                      <a:pt x="2875" y="1861"/>
                    </a:lnTo>
                    <a:lnTo>
                      <a:pt x="5262" y="4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0" name="Surface mesh patch"/>
              <p:cNvSpPr/>
              <p:nvPr/>
            </p:nvSpPr>
            <p:spPr>
              <a:xfrm>
                <a:off x="4065747" y="1381170"/>
                <a:ext cx="50120" cy="188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2">
                    <a:moveTo>
                      <a:pt x="0" y="1374"/>
                    </a:moveTo>
                    <a:lnTo>
                      <a:pt x="2875" y="1982"/>
                    </a:lnTo>
                    <a:lnTo>
                      <a:pt x="5262" y="7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1" name="Surface mesh patch"/>
              <p:cNvSpPr/>
              <p:nvPr/>
            </p:nvSpPr>
            <p:spPr>
              <a:xfrm>
                <a:off x="4115867" y="1376926"/>
                <a:ext cx="50120" cy="208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1177"/>
                    </a:moveTo>
                    <a:lnTo>
                      <a:pt x="2875" y="2185"/>
                    </a:lnTo>
                    <a:lnTo>
                      <a:pt x="5262" y="11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" name="Surface mesh patch"/>
              <p:cNvSpPr/>
              <p:nvPr/>
            </p:nvSpPr>
            <p:spPr>
              <a:xfrm>
                <a:off x="2188589" y="1518490"/>
                <a:ext cx="50120" cy="240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4">
                    <a:moveTo>
                      <a:pt x="0" y="564"/>
                    </a:moveTo>
                    <a:lnTo>
                      <a:pt x="2875" y="2524"/>
                    </a:lnTo>
                    <a:lnTo>
                      <a:pt x="5262" y="19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3" name="Surface mesh patch"/>
              <p:cNvSpPr/>
              <p:nvPr/>
            </p:nvSpPr>
            <p:spPr>
              <a:xfrm>
                <a:off x="2238708" y="1531059"/>
                <a:ext cx="50120" cy="22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9">
                    <a:moveTo>
                      <a:pt x="0" y="606"/>
                    </a:moveTo>
                    <a:lnTo>
                      <a:pt x="2875" y="2329"/>
                    </a:lnTo>
                    <a:lnTo>
                      <a:pt x="5262" y="1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4" name="Surface mesh patch"/>
              <p:cNvSpPr/>
              <p:nvPr/>
            </p:nvSpPr>
            <p:spPr>
              <a:xfrm>
                <a:off x="2288828" y="1541398"/>
                <a:ext cx="50120" cy="198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6">
                    <a:moveTo>
                      <a:pt x="0" y="618"/>
                    </a:moveTo>
                    <a:lnTo>
                      <a:pt x="2875" y="2086"/>
                    </a:lnTo>
                    <a:lnTo>
                      <a:pt x="5262" y="14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5" name="Surface mesh patch"/>
              <p:cNvSpPr/>
              <p:nvPr/>
            </p:nvSpPr>
            <p:spPr>
              <a:xfrm>
                <a:off x="2338948" y="1550237"/>
                <a:ext cx="50120" cy="172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8">
                    <a:moveTo>
                      <a:pt x="0" y="564"/>
                    </a:moveTo>
                    <a:lnTo>
                      <a:pt x="2875" y="1808"/>
                    </a:lnTo>
                    <a:lnTo>
                      <a:pt x="5262" y="13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6" name="Surface mesh patch"/>
              <p:cNvSpPr/>
              <p:nvPr/>
            </p:nvSpPr>
            <p:spPr>
              <a:xfrm>
                <a:off x="2389067" y="1558741"/>
                <a:ext cx="50120" cy="14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8">
                    <a:moveTo>
                      <a:pt x="0" y="433"/>
                    </a:moveTo>
                    <a:lnTo>
                      <a:pt x="2875" y="1498"/>
                    </a:lnTo>
                    <a:lnTo>
                      <a:pt x="5262" y="12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7" name="Surface mesh patch"/>
              <p:cNvSpPr/>
              <p:nvPr/>
            </p:nvSpPr>
            <p:spPr>
              <a:xfrm>
                <a:off x="2439187" y="1567837"/>
                <a:ext cx="50120" cy="110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3">
                    <a:moveTo>
                      <a:pt x="0" y="247"/>
                    </a:moveTo>
                    <a:lnTo>
                      <a:pt x="2875" y="1163"/>
                    </a:lnTo>
                    <a:lnTo>
                      <a:pt x="5262" y="10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8" name="Surface mesh patch"/>
              <p:cNvSpPr/>
              <p:nvPr/>
            </p:nvSpPr>
            <p:spPr>
              <a:xfrm>
                <a:off x="2489307" y="1577615"/>
                <a:ext cx="50120" cy="8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4">
                    <a:moveTo>
                      <a:pt x="0" y="59"/>
                    </a:moveTo>
                    <a:lnTo>
                      <a:pt x="2875" y="823"/>
                    </a:lnTo>
                    <a:lnTo>
                      <a:pt x="5262" y="9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9" name="Surface mesh patch"/>
              <p:cNvSpPr/>
              <p:nvPr/>
            </p:nvSpPr>
            <p:spPr>
              <a:xfrm>
                <a:off x="2539426" y="1586508"/>
                <a:ext cx="50120" cy="75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2">
                    <a:moveTo>
                      <a:pt x="0" y="0"/>
                    </a:moveTo>
                    <a:lnTo>
                      <a:pt x="2875" y="592"/>
                    </a:lnTo>
                    <a:lnTo>
                      <a:pt x="5262" y="792"/>
                    </a:lnTo>
                    <a:lnTo>
                      <a:pt x="2387" y="65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0" name="Surface mesh patch"/>
              <p:cNvSpPr/>
              <p:nvPr/>
            </p:nvSpPr>
            <p:spPr>
              <a:xfrm>
                <a:off x="2589546" y="1594054"/>
                <a:ext cx="50120" cy="5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">
                    <a:moveTo>
                      <a:pt x="0" y="0"/>
                    </a:moveTo>
                    <a:lnTo>
                      <a:pt x="2875" y="415"/>
                    </a:lnTo>
                    <a:lnTo>
                      <a:pt x="5262" y="561"/>
                    </a:lnTo>
                    <a:lnTo>
                      <a:pt x="2387" y="7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" name="Surface mesh patch"/>
              <p:cNvSpPr/>
              <p:nvPr/>
            </p:nvSpPr>
            <p:spPr>
              <a:xfrm>
                <a:off x="2639666" y="1598702"/>
                <a:ext cx="50120" cy="3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">
                    <a:moveTo>
                      <a:pt x="0" y="73"/>
                    </a:moveTo>
                    <a:lnTo>
                      <a:pt x="2875" y="357"/>
                    </a:lnTo>
                    <a:lnTo>
                      <a:pt x="5262" y="2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" name="Surface mesh patch"/>
              <p:cNvSpPr/>
              <p:nvPr/>
            </p:nvSpPr>
            <p:spPr>
              <a:xfrm>
                <a:off x="2689785" y="1598098"/>
                <a:ext cx="50120" cy="5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3">
                    <a:moveTo>
                      <a:pt x="0" y="355"/>
                    </a:moveTo>
                    <a:lnTo>
                      <a:pt x="2875" y="613"/>
                    </a:lnTo>
                    <a:lnTo>
                      <a:pt x="5262" y="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" name="Surface mesh patch"/>
              <p:cNvSpPr/>
              <p:nvPr/>
            </p:nvSpPr>
            <p:spPr>
              <a:xfrm>
                <a:off x="2739905" y="1592944"/>
                <a:ext cx="50120" cy="10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6">
                    <a:moveTo>
                      <a:pt x="0" y="739"/>
                    </a:moveTo>
                    <a:lnTo>
                      <a:pt x="2875" y="1106"/>
                    </a:lnTo>
                    <a:lnTo>
                      <a:pt x="5262" y="2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" name="Surface mesh patch"/>
              <p:cNvSpPr/>
              <p:nvPr/>
            </p:nvSpPr>
            <p:spPr>
              <a:xfrm>
                <a:off x="2790024" y="1584095"/>
                <a:ext cx="50120" cy="167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9">
                    <a:moveTo>
                      <a:pt x="0" y="1172"/>
                    </a:moveTo>
                    <a:lnTo>
                      <a:pt x="2875" y="1759"/>
                    </a:lnTo>
                    <a:lnTo>
                      <a:pt x="5262" y="4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" name="Surface mesh patch"/>
              <p:cNvSpPr/>
              <p:nvPr/>
            </p:nvSpPr>
            <p:spPr>
              <a:xfrm>
                <a:off x="2840144" y="1572639"/>
                <a:ext cx="50120" cy="232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4">
                    <a:moveTo>
                      <a:pt x="0" y="1606"/>
                    </a:moveTo>
                    <a:lnTo>
                      <a:pt x="2875" y="2444"/>
                    </a:lnTo>
                    <a:lnTo>
                      <a:pt x="5262" y="6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" name="Surface mesh patch"/>
              <p:cNvSpPr/>
              <p:nvPr/>
            </p:nvSpPr>
            <p:spPr>
              <a:xfrm>
                <a:off x="2890264" y="1559303"/>
                <a:ext cx="50120" cy="287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1">
                    <a:moveTo>
                      <a:pt x="0" y="2004"/>
                    </a:moveTo>
                    <a:lnTo>
                      <a:pt x="2875" y="3021"/>
                    </a:lnTo>
                    <a:lnTo>
                      <a:pt x="5262" y="7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" name="Surface mesh patch"/>
              <p:cNvSpPr/>
              <p:nvPr/>
            </p:nvSpPr>
            <p:spPr>
              <a:xfrm>
                <a:off x="2940383" y="1544133"/>
                <a:ext cx="50120" cy="32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6">
                    <a:moveTo>
                      <a:pt x="0" y="2340"/>
                    </a:moveTo>
                    <a:lnTo>
                      <a:pt x="2875" y="3376"/>
                    </a:lnTo>
                    <a:lnTo>
                      <a:pt x="5262" y="7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" name="Surface mesh patch"/>
              <p:cNvSpPr/>
              <p:nvPr/>
            </p:nvSpPr>
            <p:spPr>
              <a:xfrm>
                <a:off x="2990503" y="1526434"/>
                <a:ext cx="50120" cy="327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6">
                    <a:moveTo>
                      <a:pt x="0" y="2608"/>
                    </a:moveTo>
                    <a:lnTo>
                      <a:pt x="2875" y="3436"/>
                    </a:lnTo>
                    <a:lnTo>
                      <a:pt x="5262" y="5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" name="Surface mesh patch"/>
              <p:cNvSpPr/>
              <p:nvPr/>
            </p:nvSpPr>
            <p:spPr>
              <a:xfrm>
                <a:off x="3040623" y="1504688"/>
                <a:ext cx="50120" cy="30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1">
                    <a:moveTo>
                      <a:pt x="0" y="2822"/>
                    </a:moveTo>
                    <a:lnTo>
                      <a:pt x="2875" y="3151"/>
                    </a:lnTo>
                    <a:lnTo>
                      <a:pt x="5262" y="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" name="Surface mesh patch"/>
              <p:cNvSpPr/>
              <p:nvPr/>
            </p:nvSpPr>
            <p:spPr>
              <a:xfrm>
                <a:off x="3090742" y="1467002"/>
                <a:ext cx="50120" cy="37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0">
                    <a:moveTo>
                      <a:pt x="0" y="3980"/>
                    </a:moveTo>
                    <a:lnTo>
                      <a:pt x="2875" y="3408"/>
                    </a:lnTo>
                    <a:lnTo>
                      <a:pt x="5262" y="0"/>
                    </a:lnTo>
                    <a:lnTo>
                      <a:pt x="2387" y="951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" name="Surface mesh patch"/>
              <p:cNvSpPr/>
              <p:nvPr/>
            </p:nvSpPr>
            <p:spPr>
              <a:xfrm>
                <a:off x="3140862" y="1410730"/>
                <a:ext cx="50120" cy="56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08">
                    <a:moveTo>
                      <a:pt x="0" y="5908"/>
                    </a:moveTo>
                    <a:lnTo>
                      <a:pt x="2875" y="3857"/>
                    </a:lnTo>
                    <a:lnTo>
                      <a:pt x="5262" y="0"/>
                    </a:lnTo>
                    <a:lnTo>
                      <a:pt x="2387" y="2597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2" name="Surface mesh patch"/>
              <p:cNvSpPr/>
              <p:nvPr/>
            </p:nvSpPr>
            <p:spPr>
              <a:xfrm>
                <a:off x="3190982" y="1326818"/>
                <a:ext cx="50120" cy="83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10">
                    <a:moveTo>
                      <a:pt x="0" y="8810"/>
                    </a:moveTo>
                    <a:lnTo>
                      <a:pt x="2875" y="4554"/>
                    </a:lnTo>
                    <a:lnTo>
                      <a:pt x="5262" y="0"/>
                    </a:lnTo>
                    <a:lnTo>
                      <a:pt x="2387" y="5057"/>
                    </a:lnTo>
                    <a:close/>
                  </a:path>
                </a:pathLst>
              </a:custGeom>
              <a:solidFill>
                <a:srgbClr val="dee1ec"/>
              </a:solidFill>
              <a:ln w="3334" cap="flat" cmpd="sng" algn="ctr">
                <a:solidFill>
                  <a:srgbClr val="dee1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" name="Surface mesh patch"/>
              <p:cNvSpPr/>
              <p:nvPr/>
            </p:nvSpPr>
            <p:spPr>
              <a:xfrm>
                <a:off x="3241101" y="1207749"/>
                <a:ext cx="50120" cy="119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01">
                    <a:moveTo>
                      <a:pt x="0" y="12501"/>
                    </a:moveTo>
                    <a:lnTo>
                      <a:pt x="2875" y="5426"/>
                    </a:lnTo>
                    <a:lnTo>
                      <a:pt x="5262" y="0"/>
                    </a:lnTo>
                    <a:lnTo>
                      <a:pt x="2387" y="8129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4" name="Surface mesh patch"/>
              <p:cNvSpPr/>
              <p:nvPr/>
            </p:nvSpPr>
            <p:spPr>
              <a:xfrm>
                <a:off x="3291221" y="1055056"/>
                <a:ext cx="50120" cy="1526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31">
                    <a:moveTo>
                      <a:pt x="0" y="16031"/>
                    </a:moveTo>
                    <a:lnTo>
                      <a:pt x="2875" y="6169"/>
                    </a:lnTo>
                    <a:lnTo>
                      <a:pt x="5262" y="0"/>
                    </a:lnTo>
                    <a:lnTo>
                      <a:pt x="2387" y="11017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5" name="Surface mesh patch"/>
              <p:cNvSpPr/>
              <p:nvPr/>
            </p:nvSpPr>
            <p:spPr>
              <a:xfrm>
                <a:off x="3341341" y="886489"/>
                <a:ext cx="50120" cy="1685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97">
                    <a:moveTo>
                      <a:pt x="0" y="17697"/>
                    </a:moveTo>
                    <a:lnTo>
                      <a:pt x="2875" y="6298"/>
                    </a:lnTo>
                    <a:lnTo>
                      <a:pt x="5262" y="0"/>
                    </a:lnTo>
                    <a:lnTo>
                      <a:pt x="2387" y="12378"/>
                    </a:lnTo>
                    <a:close/>
                  </a:path>
                </a:pathLst>
              </a:custGeom>
              <a:solidFill>
                <a:srgbClr val="f89077"/>
              </a:solidFill>
              <a:ln w="3334" cap="flat" cmpd="sng" algn="ctr">
                <a:solidFill>
                  <a:srgbClr val="f8907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6" name="Surface mesh patch"/>
              <p:cNvSpPr/>
              <p:nvPr/>
            </p:nvSpPr>
            <p:spPr>
              <a:xfrm>
                <a:off x="3391460" y="736675"/>
                <a:ext cx="50120" cy="149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29">
                    <a:moveTo>
                      <a:pt x="0" y="15729"/>
                    </a:moveTo>
                    <a:lnTo>
                      <a:pt x="2875" y="5392"/>
                    </a:lnTo>
                    <a:lnTo>
                      <a:pt x="5262" y="0"/>
                    </a:lnTo>
                    <a:lnTo>
                      <a:pt x="2387" y="10892"/>
                    </a:lnTo>
                    <a:close/>
                  </a:path>
                </a:pathLst>
              </a:custGeom>
              <a:solidFill>
                <a:srgbClr val="d84849"/>
              </a:solidFill>
              <a:ln w="3334" cap="flat" cmpd="sng" algn="ctr">
                <a:solidFill>
                  <a:srgbClr val="d8484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7" name="Surface mesh patch"/>
              <p:cNvSpPr/>
              <p:nvPr/>
            </p:nvSpPr>
            <p:spPr>
              <a:xfrm>
                <a:off x="3441580" y="646749"/>
                <a:ext cx="50120" cy="89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1">
                    <a:moveTo>
                      <a:pt x="0" y="9441"/>
                    </a:moveTo>
                    <a:lnTo>
                      <a:pt x="2875" y="3404"/>
                    </a:lnTo>
                    <a:lnTo>
                      <a:pt x="5262" y="0"/>
                    </a:lnTo>
                    <a:lnTo>
                      <a:pt x="2387" y="6139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8" name="Surface mesh patch"/>
              <p:cNvSpPr/>
              <p:nvPr/>
            </p:nvSpPr>
            <p:spPr>
              <a:xfrm>
                <a:off x="3491699" y="638175"/>
                <a:ext cx="50120" cy="15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">
                    <a:moveTo>
                      <a:pt x="0" y="900"/>
                    </a:moveTo>
                    <a:lnTo>
                      <a:pt x="2875" y="1637"/>
                    </a:lnTo>
                    <a:lnTo>
                      <a:pt x="5262" y="8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9" name="Surface mesh patch"/>
              <p:cNvSpPr/>
              <p:nvPr/>
            </p:nvSpPr>
            <p:spPr>
              <a:xfrm>
                <a:off x="3541819" y="646011"/>
                <a:ext cx="50120" cy="90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6">
                    <a:moveTo>
                      <a:pt x="0" y="0"/>
                    </a:moveTo>
                    <a:lnTo>
                      <a:pt x="2875" y="7928"/>
                    </a:lnTo>
                    <a:lnTo>
                      <a:pt x="5262" y="9486"/>
                    </a:lnTo>
                    <a:lnTo>
                      <a:pt x="2387" y="1704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0" name="Surface mesh patch"/>
              <p:cNvSpPr/>
              <p:nvPr/>
            </p:nvSpPr>
            <p:spPr>
              <a:xfrm>
                <a:off x="3591939" y="736369"/>
                <a:ext cx="50120" cy="1540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73">
                    <a:moveTo>
                      <a:pt x="0" y="0"/>
                    </a:moveTo>
                    <a:lnTo>
                      <a:pt x="2875" y="13183"/>
                    </a:lnTo>
                    <a:lnTo>
                      <a:pt x="5262" y="16173"/>
                    </a:lnTo>
                    <a:lnTo>
                      <a:pt x="2387" y="3675"/>
                    </a:lnTo>
                    <a:close/>
                  </a:path>
                </a:pathLst>
              </a:custGeom>
              <a:solidFill>
                <a:srgbClr val="d94c4b"/>
              </a:solidFill>
              <a:ln w="3334" cap="flat" cmpd="sng" algn="ctr">
                <a:solidFill>
                  <a:srgbClr val="d94c4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" name="Surface mesh patch"/>
              <p:cNvSpPr/>
              <p:nvPr/>
            </p:nvSpPr>
            <p:spPr>
              <a:xfrm>
                <a:off x="3642058" y="890413"/>
                <a:ext cx="50120" cy="174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97">
                    <a:moveTo>
                      <a:pt x="0" y="0"/>
                    </a:moveTo>
                    <a:lnTo>
                      <a:pt x="2875" y="15090"/>
                    </a:lnTo>
                    <a:lnTo>
                      <a:pt x="5262" y="18297"/>
                    </a:lnTo>
                    <a:lnTo>
                      <a:pt x="2387" y="4445"/>
                    </a:lnTo>
                    <a:close/>
                  </a:path>
                </a:pathLst>
              </a:custGeom>
              <a:solidFill>
                <a:srgbClr val="fa967b"/>
              </a:solidFill>
              <a:ln w="3334" cap="flat" cmpd="sng" algn="ctr">
                <a:solidFill>
                  <a:srgbClr val="fa967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" name="Surface mesh patch"/>
              <p:cNvSpPr/>
              <p:nvPr/>
            </p:nvSpPr>
            <p:spPr>
              <a:xfrm>
                <a:off x="3692178" y="1064691"/>
                <a:ext cx="50120" cy="154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15">
                    <a:moveTo>
                      <a:pt x="0" y="0"/>
                    </a:moveTo>
                    <a:lnTo>
                      <a:pt x="2875" y="13761"/>
                    </a:lnTo>
                    <a:lnTo>
                      <a:pt x="5262" y="16215"/>
                    </a:lnTo>
                    <a:lnTo>
                      <a:pt x="2387" y="3982"/>
                    </a:lnTo>
                    <a:close/>
                  </a:path>
                </a:pathLst>
              </a:custGeom>
              <a:solidFill>
                <a:srgbClr val="fbbfa3"/>
              </a:solidFill>
              <a:ln w="3334" cap="flat" cmpd="sng" algn="ctr">
                <a:solidFill>
                  <a:srgbClr val="fbbf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" name="Surface mesh patch"/>
              <p:cNvSpPr/>
              <p:nvPr/>
            </p:nvSpPr>
            <p:spPr>
              <a:xfrm>
                <a:off x="3742298" y="1219136"/>
                <a:ext cx="50120" cy="111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14">
                    <a:moveTo>
                      <a:pt x="0" y="0"/>
                    </a:moveTo>
                    <a:lnTo>
                      <a:pt x="2875" y="10468"/>
                    </a:lnTo>
                    <a:lnTo>
                      <a:pt x="5262" y="11714"/>
                    </a:lnTo>
                    <a:lnTo>
                      <a:pt x="2387" y="2715"/>
                    </a:lnTo>
                    <a:close/>
                  </a:path>
                </a:pathLst>
              </a:custGeom>
              <a:solidFill>
                <a:srgbClr val="eed9cd"/>
              </a:solidFill>
              <a:ln w="3334" cap="flat" cmpd="sng" algn="ctr">
                <a:solidFill>
                  <a:srgbClr val="eed9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" name="Surface mesh patch"/>
              <p:cNvSpPr/>
              <p:nvPr/>
            </p:nvSpPr>
            <p:spPr>
              <a:xfrm>
                <a:off x="3792417" y="1330707"/>
                <a:ext cx="50120" cy="64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5">
                    <a:moveTo>
                      <a:pt x="0" y="0"/>
                    </a:moveTo>
                    <a:lnTo>
                      <a:pt x="2875" y="6749"/>
                    </a:lnTo>
                    <a:lnTo>
                      <a:pt x="5262" y="6815"/>
                    </a:lnTo>
                    <a:lnTo>
                      <a:pt x="2387" y="1223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" name="Surface mesh patch"/>
              <p:cNvSpPr/>
              <p:nvPr/>
            </p:nvSpPr>
            <p:spPr>
              <a:xfrm>
                <a:off x="3842537" y="1395140"/>
                <a:ext cx="50120" cy="355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35">
                    <a:moveTo>
                      <a:pt x="0" y="51"/>
                    </a:moveTo>
                    <a:lnTo>
                      <a:pt x="2875" y="3735"/>
                    </a:lnTo>
                    <a:lnTo>
                      <a:pt x="5262" y="29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" name="Surface mesh patch"/>
              <p:cNvSpPr/>
              <p:nvPr/>
            </p:nvSpPr>
            <p:spPr>
              <a:xfrm>
                <a:off x="3892657" y="1414341"/>
                <a:ext cx="50120" cy="246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91">
                    <a:moveTo>
                      <a:pt x="0" y="911"/>
                    </a:moveTo>
                    <a:lnTo>
                      <a:pt x="2875" y="2591"/>
                    </a:lnTo>
                    <a:lnTo>
                      <a:pt x="5262" y="12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" name="Surface mesh patch"/>
              <p:cNvSpPr/>
              <p:nvPr/>
            </p:nvSpPr>
            <p:spPr>
              <a:xfrm>
                <a:off x="3942776" y="1413561"/>
                <a:ext cx="50120" cy="19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4">
                    <a:moveTo>
                      <a:pt x="0" y="1361"/>
                    </a:moveTo>
                    <a:lnTo>
                      <a:pt x="2875" y="2024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8" name="Surface mesh patch"/>
              <p:cNvSpPr/>
              <p:nvPr/>
            </p:nvSpPr>
            <p:spPr>
              <a:xfrm>
                <a:off x="3992896" y="1404254"/>
                <a:ext cx="50120" cy="17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">
                    <a:moveTo>
                      <a:pt x="0" y="1497"/>
                    </a:moveTo>
                    <a:lnTo>
                      <a:pt x="2875" y="1858"/>
                    </a:lnTo>
                    <a:lnTo>
                      <a:pt x="5262" y="3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" name="Surface mesh patch"/>
              <p:cNvSpPr/>
              <p:nvPr/>
            </p:nvSpPr>
            <p:spPr>
              <a:xfrm>
                <a:off x="4043016" y="1394261"/>
                <a:ext cx="50120" cy="183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8">
                    <a:moveTo>
                      <a:pt x="0" y="1430"/>
                    </a:moveTo>
                    <a:lnTo>
                      <a:pt x="2875" y="1928"/>
                    </a:lnTo>
                    <a:lnTo>
                      <a:pt x="5262" y="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" name="Surface mesh patch"/>
              <p:cNvSpPr/>
              <p:nvPr/>
            </p:nvSpPr>
            <p:spPr>
              <a:xfrm>
                <a:off x="4093135" y="1388138"/>
                <a:ext cx="50120" cy="20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3">
                    <a:moveTo>
                      <a:pt x="0" y="1250"/>
                    </a:moveTo>
                    <a:lnTo>
                      <a:pt x="2875" y="2113"/>
                    </a:lnTo>
                    <a:lnTo>
                      <a:pt x="5262" y="10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" name="Surface mesh patch"/>
              <p:cNvSpPr/>
              <p:nvPr/>
            </p:nvSpPr>
            <p:spPr>
              <a:xfrm>
                <a:off x="4143255" y="1387936"/>
                <a:ext cx="50120" cy="22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0">
                    <a:moveTo>
                      <a:pt x="0" y="1030"/>
                    </a:moveTo>
                    <a:lnTo>
                      <a:pt x="2875" y="2330"/>
                    </a:lnTo>
                    <a:lnTo>
                      <a:pt x="5262" y="14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" name="Surface mesh patch"/>
              <p:cNvSpPr/>
              <p:nvPr/>
            </p:nvSpPr>
            <p:spPr>
              <a:xfrm>
                <a:off x="2165857" y="1523865"/>
                <a:ext cx="50120" cy="243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51">
                    <a:moveTo>
                      <a:pt x="0" y="554"/>
                    </a:moveTo>
                    <a:lnTo>
                      <a:pt x="2875" y="2551"/>
                    </a:lnTo>
                    <a:lnTo>
                      <a:pt x="5262" y="19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" name="Surface mesh patch"/>
              <p:cNvSpPr/>
              <p:nvPr/>
            </p:nvSpPr>
            <p:spPr>
              <a:xfrm>
                <a:off x="2215977" y="1536835"/>
                <a:ext cx="50120" cy="22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6">
                    <a:moveTo>
                      <a:pt x="0" y="598"/>
                    </a:moveTo>
                    <a:lnTo>
                      <a:pt x="2875" y="2356"/>
                    </a:lnTo>
                    <a:lnTo>
                      <a:pt x="5262" y="17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" name="Surface mesh patch"/>
              <p:cNvSpPr/>
              <p:nvPr/>
            </p:nvSpPr>
            <p:spPr>
              <a:xfrm>
                <a:off x="2266096" y="1547285"/>
                <a:ext cx="50120" cy="199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9">
                    <a:moveTo>
                      <a:pt x="0" y="625"/>
                    </a:moveTo>
                    <a:lnTo>
                      <a:pt x="2875" y="2099"/>
                    </a:lnTo>
                    <a:lnTo>
                      <a:pt x="5262" y="14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" name="Surface mesh patch"/>
              <p:cNvSpPr/>
              <p:nvPr/>
            </p:nvSpPr>
            <p:spPr>
              <a:xfrm>
                <a:off x="2316216" y="1555608"/>
                <a:ext cx="50120" cy="17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2">
                    <a:moveTo>
                      <a:pt x="0" y="594"/>
                    </a:moveTo>
                    <a:lnTo>
                      <a:pt x="2875" y="1792"/>
                    </a:lnTo>
                    <a:lnTo>
                      <a:pt x="5262" y="12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6" name="Surface mesh patch"/>
              <p:cNvSpPr/>
              <p:nvPr/>
            </p:nvSpPr>
            <p:spPr>
              <a:xfrm>
                <a:off x="2366335" y="1562865"/>
                <a:ext cx="50120" cy="137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45">
                    <a:moveTo>
                      <a:pt x="0" y="482"/>
                    </a:moveTo>
                    <a:lnTo>
                      <a:pt x="2875" y="1445"/>
                    </a:lnTo>
                    <a:lnTo>
                      <a:pt x="5262" y="10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" name="Surface mesh patch"/>
              <p:cNvSpPr/>
              <p:nvPr/>
            </p:nvSpPr>
            <p:spPr>
              <a:xfrm>
                <a:off x="2416455" y="1570192"/>
                <a:ext cx="50120" cy="101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9">
                    <a:moveTo>
                      <a:pt x="0" y="296"/>
                    </a:moveTo>
                    <a:lnTo>
                      <a:pt x="2875" y="1069"/>
                    </a:lnTo>
                    <a:lnTo>
                      <a:pt x="5262" y="9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" name="Surface mesh patch"/>
              <p:cNvSpPr/>
              <p:nvPr/>
            </p:nvSpPr>
            <p:spPr>
              <a:xfrm>
                <a:off x="2466575" y="1578179"/>
                <a:ext cx="50120" cy="7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">
                    <a:moveTo>
                      <a:pt x="0" y="77"/>
                    </a:moveTo>
                    <a:lnTo>
                      <a:pt x="2875" y="688"/>
                    </a:lnTo>
                    <a:lnTo>
                      <a:pt x="5262" y="7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" name="Surface mesh patch"/>
              <p:cNvSpPr/>
              <p:nvPr/>
            </p:nvSpPr>
            <p:spPr>
              <a:xfrm>
                <a:off x="2516694" y="1585457"/>
                <a:ext cx="50120" cy="66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">
                    <a:moveTo>
                      <a:pt x="0" y="0"/>
                    </a:moveTo>
                    <a:lnTo>
                      <a:pt x="2875" y="460"/>
                    </a:lnTo>
                    <a:lnTo>
                      <a:pt x="5262" y="702"/>
                    </a:lnTo>
                    <a:lnTo>
                      <a:pt x="2387" y="11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" name="Surface mesh patch"/>
              <p:cNvSpPr/>
              <p:nvPr/>
            </p:nvSpPr>
            <p:spPr>
              <a:xfrm>
                <a:off x="2566814" y="1592144"/>
                <a:ext cx="50120" cy="5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5">
                    <a:moveTo>
                      <a:pt x="0" y="0"/>
                    </a:moveTo>
                    <a:lnTo>
                      <a:pt x="2875" y="333"/>
                    </a:lnTo>
                    <a:lnTo>
                      <a:pt x="5262" y="615"/>
                    </a:lnTo>
                    <a:lnTo>
                      <a:pt x="2387" y="20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" name="Surface mesh patch"/>
              <p:cNvSpPr/>
              <p:nvPr/>
            </p:nvSpPr>
            <p:spPr>
              <a:xfrm>
                <a:off x="2616934" y="1598003"/>
                <a:ext cx="50120" cy="4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0">
                    <a:moveTo>
                      <a:pt x="0" y="0"/>
                    </a:moveTo>
                    <a:lnTo>
                      <a:pt x="2875" y="269"/>
                    </a:lnTo>
                    <a:lnTo>
                      <a:pt x="5262" y="430"/>
                    </a:lnTo>
                    <a:lnTo>
                      <a:pt x="2387" y="147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" name="Surface mesh patch"/>
              <p:cNvSpPr/>
              <p:nvPr/>
            </p:nvSpPr>
            <p:spPr>
              <a:xfrm>
                <a:off x="2667053" y="1601483"/>
                <a:ext cx="50120" cy="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">
                    <a:moveTo>
                      <a:pt x="0" y="65"/>
                    </a:moveTo>
                    <a:lnTo>
                      <a:pt x="2875" y="383"/>
                    </a:lnTo>
                    <a:lnTo>
                      <a:pt x="5262" y="2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" name="Surface mesh patch"/>
              <p:cNvSpPr/>
              <p:nvPr/>
            </p:nvSpPr>
            <p:spPr>
              <a:xfrm>
                <a:off x="2717173" y="1599979"/>
                <a:ext cx="50120" cy="87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1">
                    <a:moveTo>
                      <a:pt x="0" y="416"/>
                    </a:moveTo>
                    <a:lnTo>
                      <a:pt x="2875" y="921"/>
                    </a:lnTo>
                    <a:lnTo>
                      <a:pt x="5262" y="3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" name="Surface mesh patch"/>
              <p:cNvSpPr/>
              <p:nvPr/>
            </p:nvSpPr>
            <p:spPr>
              <a:xfrm>
                <a:off x="2767293" y="1595256"/>
                <a:ext cx="50120" cy="15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5">
                    <a:moveTo>
                      <a:pt x="0" y="864"/>
                    </a:moveTo>
                    <a:lnTo>
                      <a:pt x="2875" y="1665"/>
                    </a:lnTo>
                    <a:lnTo>
                      <a:pt x="5262" y="5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" name="Surface mesh patch"/>
              <p:cNvSpPr/>
              <p:nvPr/>
            </p:nvSpPr>
            <p:spPr>
              <a:xfrm>
                <a:off x="2817412" y="1587936"/>
                <a:ext cx="50120" cy="23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1">
                    <a:moveTo>
                      <a:pt x="0" y="1356"/>
                    </a:moveTo>
                    <a:lnTo>
                      <a:pt x="2875" y="2481"/>
                    </a:lnTo>
                    <a:lnTo>
                      <a:pt x="5262" y="8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" name="Surface mesh patch"/>
              <p:cNvSpPr/>
              <p:nvPr/>
            </p:nvSpPr>
            <p:spPr>
              <a:xfrm>
                <a:off x="2867532" y="1578387"/>
                <a:ext cx="50120" cy="305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05">
                    <a:moveTo>
                      <a:pt x="0" y="1841"/>
                    </a:moveTo>
                    <a:lnTo>
                      <a:pt x="2875" y="3205"/>
                    </a:lnTo>
                    <a:lnTo>
                      <a:pt x="5262" y="10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" name="Surface mesh patch"/>
              <p:cNvSpPr/>
              <p:nvPr/>
            </p:nvSpPr>
            <p:spPr>
              <a:xfrm>
                <a:off x="2917652" y="1566424"/>
                <a:ext cx="50120" cy="351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4">
                    <a:moveTo>
                      <a:pt x="0" y="2274"/>
                    </a:moveTo>
                    <a:lnTo>
                      <a:pt x="2875" y="3694"/>
                    </a:lnTo>
                    <a:lnTo>
                      <a:pt x="5262" y="10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" name="Surface mesh patch"/>
              <p:cNvSpPr/>
              <p:nvPr/>
            </p:nvSpPr>
            <p:spPr>
              <a:xfrm>
                <a:off x="2967771" y="1551277"/>
                <a:ext cx="50120" cy="36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53">
                    <a:moveTo>
                      <a:pt x="0" y="2626"/>
                    </a:moveTo>
                    <a:lnTo>
                      <a:pt x="2875" y="3853"/>
                    </a:lnTo>
                    <a:lnTo>
                      <a:pt x="5262" y="8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" name="Surface mesh patch"/>
              <p:cNvSpPr/>
              <p:nvPr/>
            </p:nvSpPr>
            <p:spPr>
              <a:xfrm>
                <a:off x="3017891" y="1531566"/>
                <a:ext cx="50120" cy="3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897"/>
                    </a:moveTo>
                    <a:lnTo>
                      <a:pt x="2875" y="3638"/>
                    </a:lnTo>
                    <a:lnTo>
                      <a:pt x="5262" y="3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" name="Surface mesh patch"/>
              <p:cNvSpPr/>
              <p:nvPr/>
            </p:nvSpPr>
            <p:spPr>
              <a:xfrm>
                <a:off x="3068010" y="1499462"/>
                <a:ext cx="50120" cy="352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00">
                    <a:moveTo>
                      <a:pt x="0" y="3700"/>
                    </a:moveTo>
                    <a:lnTo>
                      <a:pt x="2875" y="3593"/>
                    </a:lnTo>
                    <a:lnTo>
                      <a:pt x="5262" y="0"/>
                    </a:lnTo>
                    <a:lnTo>
                      <a:pt x="2387" y="572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1" name="Surface mesh patch"/>
              <p:cNvSpPr/>
              <p:nvPr/>
            </p:nvSpPr>
            <p:spPr>
              <a:xfrm>
                <a:off x="3118130" y="1447469"/>
                <a:ext cx="50120" cy="519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9">
                    <a:moveTo>
                      <a:pt x="0" y="5459"/>
                    </a:moveTo>
                    <a:lnTo>
                      <a:pt x="2875" y="4014"/>
                    </a:lnTo>
                    <a:lnTo>
                      <a:pt x="5262" y="0"/>
                    </a:lnTo>
                    <a:lnTo>
                      <a:pt x="2387" y="2051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2" name="Surface mesh patch"/>
              <p:cNvSpPr/>
              <p:nvPr/>
            </p:nvSpPr>
            <p:spPr>
              <a:xfrm>
                <a:off x="3168250" y="1370195"/>
                <a:ext cx="50120" cy="772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13">
                    <a:moveTo>
                      <a:pt x="0" y="8113"/>
                    </a:moveTo>
                    <a:lnTo>
                      <a:pt x="2875" y="4708"/>
                    </a:lnTo>
                    <a:lnTo>
                      <a:pt x="5262" y="0"/>
                    </a:lnTo>
                    <a:lnTo>
                      <a:pt x="2387" y="4256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" name="Surface mesh patch"/>
              <p:cNvSpPr/>
              <p:nvPr/>
            </p:nvSpPr>
            <p:spPr>
              <a:xfrm>
                <a:off x="3218369" y="1259435"/>
                <a:ext cx="50120" cy="1107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28">
                    <a:moveTo>
                      <a:pt x="0" y="11628"/>
                    </a:moveTo>
                    <a:lnTo>
                      <a:pt x="2875" y="5689"/>
                    </a:lnTo>
                    <a:lnTo>
                      <a:pt x="5262" y="0"/>
                    </a:lnTo>
                    <a:lnTo>
                      <a:pt x="2387" y="7074"/>
                    </a:lnTo>
                    <a:close/>
                  </a:path>
                </a:pathLst>
              </a:custGeom>
              <a:solidFill>
                <a:srgbClr val="ebdad3"/>
              </a:solidFill>
              <a:ln w="3334" cap="flat" cmpd="sng" algn="ctr">
                <a:solidFill>
                  <a:srgbClr val="eb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4" name="Surface mesh patch"/>
              <p:cNvSpPr/>
              <p:nvPr/>
            </p:nvSpPr>
            <p:spPr>
              <a:xfrm>
                <a:off x="3268489" y="1113814"/>
                <a:ext cx="50120" cy="1456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88">
                    <a:moveTo>
                      <a:pt x="0" y="15288"/>
                    </a:moveTo>
                    <a:lnTo>
                      <a:pt x="2875" y="6740"/>
                    </a:lnTo>
                    <a:lnTo>
                      <a:pt x="5262" y="0"/>
                    </a:lnTo>
                    <a:lnTo>
                      <a:pt x="2387" y="9862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" name="Surface mesh patch"/>
              <p:cNvSpPr/>
              <p:nvPr/>
            </p:nvSpPr>
            <p:spPr>
              <a:xfrm>
                <a:off x="3318609" y="946477"/>
                <a:ext cx="50120" cy="1673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68">
                    <a:moveTo>
                      <a:pt x="0" y="17568"/>
                    </a:moveTo>
                    <a:lnTo>
                      <a:pt x="2875" y="7397"/>
                    </a:lnTo>
                    <a:lnTo>
                      <a:pt x="5262" y="0"/>
                    </a:lnTo>
                    <a:lnTo>
                      <a:pt x="2387" y="11399"/>
                    </a:lnTo>
                    <a:close/>
                  </a:path>
                </a:pathLst>
              </a:custGeom>
              <a:solidFill>
                <a:srgbClr val="fa9e83"/>
              </a:solidFill>
              <a:ln w="3334" cap="flat" cmpd="sng" algn="ctr">
                <a:solidFill>
                  <a:srgbClr val="fa9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" name="Surface mesh patch"/>
              <p:cNvSpPr/>
              <p:nvPr/>
            </p:nvSpPr>
            <p:spPr>
              <a:xfrm>
                <a:off x="3368728" y="788030"/>
                <a:ext cx="50120" cy="1584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35">
                    <a:moveTo>
                      <a:pt x="0" y="16635"/>
                    </a:moveTo>
                    <a:lnTo>
                      <a:pt x="2875" y="7136"/>
                    </a:lnTo>
                    <a:lnTo>
                      <a:pt x="5262" y="0"/>
                    </a:lnTo>
                    <a:lnTo>
                      <a:pt x="2387" y="10337"/>
                    </a:lnTo>
                    <a:close/>
                  </a:path>
                </a:pathLst>
              </a:custGeom>
              <a:solidFill>
                <a:srgbClr val="e15d56"/>
              </a:solidFill>
              <a:ln w="3334" cap="flat" cmpd="sng" algn="ctr">
                <a:solidFill>
                  <a:srgbClr val="e15d5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" name="Surface mesh patch"/>
              <p:cNvSpPr/>
              <p:nvPr/>
            </p:nvSpPr>
            <p:spPr>
              <a:xfrm>
                <a:off x="3418848" y="679173"/>
                <a:ext cx="50120" cy="108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29">
                    <a:moveTo>
                      <a:pt x="0" y="11429"/>
                    </a:moveTo>
                    <a:lnTo>
                      <a:pt x="2875" y="5699"/>
                    </a:lnTo>
                    <a:lnTo>
                      <a:pt x="5262" y="0"/>
                    </a:lnTo>
                    <a:lnTo>
                      <a:pt x="2387" y="6037"/>
                    </a:lnTo>
                    <a:close/>
                  </a:path>
                </a:pathLst>
              </a:custGeom>
              <a:solidFill>
                <a:srgbClr val="c6212f"/>
              </a:solidFill>
              <a:ln w="3334" cap="flat" cmpd="sng" algn="ctr">
                <a:solidFill>
                  <a:srgbClr val="c6212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8" name="Surface mesh patch"/>
              <p:cNvSpPr/>
              <p:nvPr/>
            </p:nvSpPr>
            <p:spPr>
              <a:xfrm>
                <a:off x="3468968" y="646749"/>
                <a:ext cx="50120" cy="38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4">
                    <a:moveTo>
                      <a:pt x="0" y="3404"/>
                    </a:moveTo>
                    <a:lnTo>
                      <a:pt x="2875" y="4074"/>
                    </a:lnTo>
                    <a:lnTo>
                      <a:pt x="5262" y="7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9" name="Surface mesh patch"/>
              <p:cNvSpPr/>
              <p:nvPr/>
            </p:nvSpPr>
            <p:spPr>
              <a:xfrm>
                <a:off x="3519087" y="646011"/>
                <a:ext cx="50120" cy="827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3">
                    <a:moveTo>
                      <a:pt x="0" y="815"/>
                    </a:moveTo>
                    <a:lnTo>
                      <a:pt x="2875" y="8693"/>
                    </a:lnTo>
                    <a:lnTo>
                      <a:pt x="5262" y="79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" name="Surface mesh patch"/>
              <p:cNvSpPr/>
              <p:nvPr/>
            </p:nvSpPr>
            <p:spPr>
              <a:xfrm>
                <a:off x="3569207" y="721525"/>
                <a:ext cx="50120" cy="1404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42">
                    <a:moveTo>
                      <a:pt x="0" y="0"/>
                    </a:moveTo>
                    <a:lnTo>
                      <a:pt x="2875" y="13534"/>
                    </a:lnTo>
                    <a:lnTo>
                      <a:pt x="5262" y="14742"/>
                    </a:lnTo>
                    <a:lnTo>
                      <a:pt x="2387" y="1558"/>
                    </a:lnTo>
                    <a:close/>
                  </a:path>
                </a:pathLst>
              </a:custGeom>
              <a:solidFill>
                <a:srgbClr val="d33d41"/>
              </a:solidFill>
              <a:ln w="3334" cap="flat" cmpd="sng" algn="ctr">
                <a:solidFill>
                  <a:srgbClr val="d33d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" name="Surface mesh patch"/>
              <p:cNvSpPr/>
              <p:nvPr/>
            </p:nvSpPr>
            <p:spPr>
              <a:xfrm>
                <a:off x="3619327" y="861941"/>
                <a:ext cx="50120" cy="1722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9">
                    <a:moveTo>
                      <a:pt x="0" y="0"/>
                    </a:moveTo>
                    <a:lnTo>
                      <a:pt x="2875" y="15983"/>
                    </a:lnTo>
                    <a:lnTo>
                      <a:pt x="5262" y="18079"/>
                    </a:lnTo>
                    <a:lnTo>
                      <a:pt x="2387" y="2989"/>
                    </a:lnTo>
                    <a:close/>
                  </a:path>
                </a:pathLst>
              </a:custGeom>
              <a:solidFill>
                <a:srgbClr val="f38570"/>
              </a:solidFill>
              <a:ln w="3334" cap="flat" cmpd="sng" algn="ctr">
                <a:solidFill>
                  <a:srgbClr val="f3857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" name="Surface mesh patch"/>
              <p:cNvSpPr/>
              <p:nvPr/>
            </p:nvSpPr>
            <p:spPr>
              <a:xfrm>
                <a:off x="3669446" y="1034144"/>
                <a:ext cx="50120" cy="1616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68">
                    <a:moveTo>
                      <a:pt x="0" y="0"/>
                    </a:moveTo>
                    <a:lnTo>
                      <a:pt x="2875" y="15042"/>
                    </a:lnTo>
                    <a:lnTo>
                      <a:pt x="5262" y="16968"/>
                    </a:lnTo>
                    <a:lnTo>
                      <a:pt x="2387" y="3207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" name="Surface mesh patch"/>
              <p:cNvSpPr/>
              <p:nvPr/>
            </p:nvSpPr>
            <p:spPr>
              <a:xfrm>
                <a:off x="3719566" y="1195765"/>
                <a:ext cx="50120" cy="123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22">
                    <a:moveTo>
                      <a:pt x="0" y="0"/>
                    </a:moveTo>
                    <a:lnTo>
                      <a:pt x="2875" y="11822"/>
                    </a:lnTo>
                    <a:lnTo>
                      <a:pt x="5262" y="12922"/>
                    </a:lnTo>
                    <a:lnTo>
                      <a:pt x="2387" y="2454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4" name="Surface mesh patch"/>
              <p:cNvSpPr/>
              <p:nvPr/>
            </p:nvSpPr>
            <p:spPr>
              <a:xfrm>
                <a:off x="3769685" y="1318846"/>
                <a:ext cx="50120" cy="761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95">
                    <a:moveTo>
                      <a:pt x="0" y="0"/>
                    </a:moveTo>
                    <a:lnTo>
                      <a:pt x="2875" y="7895"/>
                    </a:lnTo>
                    <a:lnTo>
                      <a:pt x="5262" y="7995"/>
                    </a:lnTo>
                    <a:lnTo>
                      <a:pt x="2387" y="1245"/>
                    </a:lnTo>
                    <a:close/>
                  </a:path>
                </a:pathLst>
              </a:custGeom>
              <a:solidFill>
                <a:srgbClr val="dee1ea"/>
              </a:solidFill>
              <a:ln w="3334" cap="flat" cmpd="sng" algn="ctr">
                <a:solidFill>
                  <a:srgbClr val="de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5" name="Surface mesh patch"/>
              <p:cNvSpPr/>
              <p:nvPr/>
            </p:nvSpPr>
            <p:spPr>
              <a:xfrm>
                <a:off x="3819805" y="1394996"/>
                <a:ext cx="50120" cy="427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5">
                    <a:moveTo>
                      <a:pt x="0" y="0"/>
                    </a:moveTo>
                    <a:lnTo>
                      <a:pt x="2875" y="4485"/>
                    </a:lnTo>
                    <a:lnTo>
                      <a:pt x="5262" y="3750"/>
                    </a:lnTo>
                    <a:lnTo>
                      <a:pt x="2387" y="66"/>
                    </a:lnTo>
                    <a:close/>
                  </a:path>
                </a:pathLst>
              </a:custGeom>
              <a:solidFill>
                <a:srgbClr val="ceddf5"/>
              </a:solidFill>
              <a:ln w="3334" cap="flat" cmpd="sng" algn="ctr">
                <a:solidFill>
                  <a:srgbClr val="ce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" name="Surface mesh patch"/>
              <p:cNvSpPr/>
              <p:nvPr/>
            </p:nvSpPr>
            <p:spPr>
              <a:xfrm>
                <a:off x="3869925" y="1423014"/>
                <a:ext cx="50120" cy="280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7">
                    <a:moveTo>
                      <a:pt x="0" y="808"/>
                    </a:moveTo>
                    <a:lnTo>
                      <a:pt x="2875" y="2947"/>
                    </a:lnTo>
                    <a:lnTo>
                      <a:pt x="5262" y="16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7" name="Surface mesh patch"/>
              <p:cNvSpPr/>
              <p:nvPr/>
            </p:nvSpPr>
            <p:spPr>
              <a:xfrm>
                <a:off x="3920044" y="1426520"/>
                <a:ext cx="50120" cy="206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68">
                    <a:moveTo>
                      <a:pt x="0" y="1313"/>
                    </a:moveTo>
                    <a:lnTo>
                      <a:pt x="2875" y="2168"/>
                    </a:lnTo>
                    <a:lnTo>
                      <a:pt x="5262" y="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8" name="Surface mesh patch"/>
              <p:cNvSpPr/>
              <p:nvPr/>
            </p:nvSpPr>
            <p:spPr>
              <a:xfrm>
                <a:off x="3970164" y="1418513"/>
                <a:ext cx="50120" cy="1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9">
                    <a:moveTo>
                      <a:pt x="0" y="1504"/>
                    </a:moveTo>
                    <a:lnTo>
                      <a:pt x="2875" y="1879"/>
                    </a:lnTo>
                    <a:lnTo>
                      <a:pt x="5262" y="3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" name="Surface mesh patch"/>
              <p:cNvSpPr/>
              <p:nvPr/>
            </p:nvSpPr>
            <p:spPr>
              <a:xfrm>
                <a:off x="4020284" y="1407879"/>
                <a:ext cx="50120" cy="17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5">
                    <a:moveTo>
                      <a:pt x="0" y="1478"/>
                    </a:moveTo>
                    <a:lnTo>
                      <a:pt x="2875" y="1885"/>
                    </a:lnTo>
                    <a:lnTo>
                      <a:pt x="5262" y="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" name="Surface mesh patch"/>
              <p:cNvSpPr/>
              <p:nvPr/>
            </p:nvSpPr>
            <p:spPr>
              <a:xfrm>
                <a:off x="4070403" y="1400047"/>
                <a:ext cx="50120" cy="194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4">
                    <a:moveTo>
                      <a:pt x="0" y="1321"/>
                    </a:moveTo>
                    <a:lnTo>
                      <a:pt x="2875" y="2044"/>
                    </a:lnTo>
                    <a:lnTo>
                      <a:pt x="5262" y="8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1" name="Surface mesh patch"/>
              <p:cNvSpPr/>
              <p:nvPr/>
            </p:nvSpPr>
            <p:spPr>
              <a:xfrm>
                <a:off x="4120523" y="1397743"/>
                <a:ext cx="50120" cy="215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8">
                    <a:moveTo>
                      <a:pt x="0" y="1105"/>
                    </a:moveTo>
                    <a:lnTo>
                      <a:pt x="2875" y="2258"/>
                    </a:lnTo>
                    <a:lnTo>
                      <a:pt x="5262" y="13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2" name="Surface mesh patch"/>
              <p:cNvSpPr/>
              <p:nvPr/>
            </p:nvSpPr>
            <p:spPr>
              <a:xfrm>
                <a:off x="4170643" y="1401677"/>
                <a:ext cx="50120" cy="234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3">
                    <a:moveTo>
                      <a:pt x="0" y="888"/>
                    </a:moveTo>
                    <a:lnTo>
                      <a:pt x="2875" y="2463"/>
                    </a:lnTo>
                    <a:lnTo>
                      <a:pt x="5262" y="1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" name="Surface mesh patch"/>
              <p:cNvSpPr/>
              <p:nvPr/>
            </p:nvSpPr>
            <p:spPr>
              <a:xfrm>
                <a:off x="2143125" y="1529145"/>
                <a:ext cx="50120" cy="245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2">
                    <a:moveTo>
                      <a:pt x="0" y="549"/>
                    </a:moveTo>
                    <a:lnTo>
                      <a:pt x="2875" y="2582"/>
                    </a:lnTo>
                    <a:lnTo>
                      <a:pt x="5262" y="19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" name="Surface mesh patch"/>
              <p:cNvSpPr/>
              <p:nvPr/>
            </p:nvSpPr>
            <p:spPr>
              <a:xfrm>
                <a:off x="2193245" y="1542533"/>
                <a:ext cx="50120" cy="228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592"/>
                    </a:moveTo>
                    <a:lnTo>
                      <a:pt x="2875" y="2398"/>
                    </a:lnTo>
                    <a:lnTo>
                      <a:pt x="5262" y="17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" name="Surface mesh patch"/>
              <p:cNvSpPr/>
              <p:nvPr/>
            </p:nvSpPr>
            <p:spPr>
              <a:xfrm>
                <a:off x="2243364" y="1553243"/>
                <a:ext cx="50120" cy="203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38">
                    <a:moveTo>
                      <a:pt x="0" y="634"/>
                    </a:moveTo>
                    <a:lnTo>
                      <a:pt x="2875" y="2138"/>
                    </a:lnTo>
                    <a:lnTo>
                      <a:pt x="5262" y="14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6" name="Surface mesh patch"/>
              <p:cNvSpPr/>
              <p:nvPr/>
            </p:nvSpPr>
            <p:spPr>
              <a:xfrm>
                <a:off x="2293484" y="1561269"/>
                <a:ext cx="50120" cy="17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8">
                    <a:moveTo>
                      <a:pt x="0" y="631"/>
                    </a:moveTo>
                    <a:lnTo>
                      <a:pt x="2875" y="1818"/>
                    </a:lnTo>
                    <a:lnTo>
                      <a:pt x="5262" y="1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7" name="Surface mesh patch"/>
              <p:cNvSpPr/>
              <p:nvPr/>
            </p:nvSpPr>
            <p:spPr>
              <a:xfrm>
                <a:off x="2343604" y="1567453"/>
                <a:ext cx="50120" cy="13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0">
                    <a:moveTo>
                      <a:pt x="0" y="548"/>
                    </a:moveTo>
                    <a:lnTo>
                      <a:pt x="2875" y="1450"/>
                    </a:lnTo>
                    <a:lnTo>
                      <a:pt x="5262" y="9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8" name="Surface mesh patch"/>
              <p:cNvSpPr/>
              <p:nvPr/>
            </p:nvSpPr>
            <p:spPr>
              <a:xfrm>
                <a:off x="2393723" y="1573008"/>
                <a:ext cx="50120" cy="99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6">
                    <a:moveTo>
                      <a:pt x="0" y="380"/>
                    </a:moveTo>
                    <a:lnTo>
                      <a:pt x="2875" y="1046"/>
                    </a:lnTo>
                    <a:lnTo>
                      <a:pt x="5262" y="7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9" name="Surface mesh patch"/>
              <p:cNvSpPr/>
              <p:nvPr/>
            </p:nvSpPr>
            <p:spPr>
              <a:xfrm>
                <a:off x="2443843" y="1578913"/>
                <a:ext cx="50120" cy="6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">
                    <a:moveTo>
                      <a:pt x="0" y="154"/>
                    </a:moveTo>
                    <a:lnTo>
                      <a:pt x="2875" y="634"/>
                    </a:lnTo>
                    <a:lnTo>
                      <a:pt x="5262" y="6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" name="Surface mesh patch"/>
              <p:cNvSpPr/>
              <p:nvPr/>
            </p:nvSpPr>
            <p:spPr>
              <a:xfrm>
                <a:off x="2493962" y="1584729"/>
                <a:ext cx="50120" cy="5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7">
                    <a:moveTo>
                      <a:pt x="0" y="0"/>
                    </a:moveTo>
                    <a:lnTo>
                      <a:pt x="2875" y="338"/>
                    </a:lnTo>
                    <a:lnTo>
                      <a:pt x="5262" y="537"/>
                    </a:lnTo>
                    <a:lnTo>
                      <a:pt x="2387" y="76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1" name="Surface mesh patch"/>
              <p:cNvSpPr/>
              <p:nvPr/>
            </p:nvSpPr>
            <p:spPr>
              <a:xfrm>
                <a:off x="2544082" y="1589842"/>
                <a:ext cx="50120" cy="54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5">
                    <a:moveTo>
                      <a:pt x="0" y="0"/>
                    </a:moveTo>
                    <a:lnTo>
                      <a:pt x="2875" y="248"/>
                    </a:lnTo>
                    <a:lnTo>
                      <a:pt x="5262" y="575"/>
                    </a:lnTo>
                    <a:lnTo>
                      <a:pt x="2387" y="242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2" name="Surface mesh patch"/>
              <p:cNvSpPr/>
              <p:nvPr/>
            </p:nvSpPr>
            <p:spPr>
              <a:xfrm>
                <a:off x="2594202" y="1595319"/>
                <a:ext cx="50120" cy="52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1">
                    <a:moveTo>
                      <a:pt x="0" y="0"/>
                    </a:moveTo>
                    <a:lnTo>
                      <a:pt x="2875" y="243"/>
                    </a:lnTo>
                    <a:lnTo>
                      <a:pt x="5262" y="551"/>
                    </a:lnTo>
                    <a:lnTo>
                      <a:pt x="2387" y="28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" name="Surface mesh patch"/>
              <p:cNvSpPr/>
              <p:nvPr/>
            </p:nvSpPr>
            <p:spPr>
              <a:xfrm>
                <a:off x="2644321" y="1600569"/>
                <a:ext cx="50120" cy="45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9">
                    <a:moveTo>
                      <a:pt x="0" y="0"/>
                    </a:moveTo>
                    <a:lnTo>
                      <a:pt x="2875" y="364"/>
                    </a:lnTo>
                    <a:lnTo>
                      <a:pt x="5262" y="479"/>
                    </a:lnTo>
                    <a:lnTo>
                      <a:pt x="2387" y="161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4" name="Surface mesh patch"/>
              <p:cNvSpPr/>
              <p:nvPr/>
            </p:nvSpPr>
            <p:spPr>
              <a:xfrm>
                <a:off x="2694441" y="1603940"/>
                <a:ext cx="50120" cy="7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8">
                    <a:moveTo>
                      <a:pt x="0" y="125"/>
                    </a:moveTo>
                    <a:lnTo>
                      <a:pt x="2875" y="758"/>
                    </a:lnTo>
                    <a:lnTo>
                      <a:pt x="5262" y="5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" name="Surface mesh patch"/>
              <p:cNvSpPr/>
              <p:nvPr/>
            </p:nvSpPr>
            <p:spPr>
              <a:xfrm>
                <a:off x="2744561" y="1603481"/>
                <a:ext cx="50120" cy="149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2">
                    <a:moveTo>
                      <a:pt x="0" y="553"/>
                    </a:moveTo>
                    <a:lnTo>
                      <a:pt x="2875" y="1572"/>
                    </a:lnTo>
                    <a:lnTo>
                      <a:pt x="5262" y="8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" name="Surface mesh patch"/>
              <p:cNvSpPr/>
              <p:nvPr/>
            </p:nvSpPr>
            <p:spPr>
              <a:xfrm>
                <a:off x="2794680" y="1600850"/>
                <a:ext cx="50120" cy="23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4">
                    <a:moveTo>
                      <a:pt x="0" y="1078"/>
                    </a:moveTo>
                    <a:lnTo>
                      <a:pt x="2875" y="2514"/>
                    </a:lnTo>
                    <a:lnTo>
                      <a:pt x="5262" y="11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7" name="Surface mesh patch"/>
              <p:cNvSpPr/>
              <p:nvPr/>
            </p:nvSpPr>
            <p:spPr>
              <a:xfrm>
                <a:off x="2844800" y="1595918"/>
                <a:ext cx="50120" cy="32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05">
                    <a:moveTo>
                      <a:pt x="0" y="1643"/>
                    </a:moveTo>
                    <a:lnTo>
                      <a:pt x="2875" y="3405"/>
                    </a:lnTo>
                    <a:lnTo>
                      <a:pt x="5262" y="13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8" name="Surface mesh patch"/>
              <p:cNvSpPr/>
              <p:nvPr/>
            </p:nvSpPr>
            <p:spPr>
              <a:xfrm>
                <a:off x="2894920" y="1588080"/>
                <a:ext cx="50120" cy="387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0">
                    <a:moveTo>
                      <a:pt x="0" y="2187"/>
                    </a:moveTo>
                    <a:lnTo>
                      <a:pt x="2875" y="4070"/>
                    </a:lnTo>
                    <a:lnTo>
                      <a:pt x="5262" y="1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" name="Surface mesh patch"/>
              <p:cNvSpPr/>
              <p:nvPr/>
            </p:nvSpPr>
            <p:spPr>
              <a:xfrm>
                <a:off x="2945039" y="1576293"/>
                <a:ext cx="50120" cy="41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3">
                    <a:moveTo>
                      <a:pt x="0" y="2658"/>
                    </a:moveTo>
                    <a:lnTo>
                      <a:pt x="2875" y="4383"/>
                    </a:lnTo>
                    <a:lnTo>
                      <a:pt x="5262" y="12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0" name="Surface mesh patch"/>
              <p:cNvSpPr/>
              <p:nvPr/>
            </p:nvSpPr>
            <p:spPr>
              <a:xfrm>
                <a:off x="2995159" y="1559164"/>
                <a:ext cx="50120" cy="407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2">
                    <a:moveTo>
                      <a:pt x="0" y="3025"/>
                    </a:moveTo>
                    <a:lnTo>
                      <a:pt x="2875" y="4282"/>
                    </a:lnTo>
                    <a:lnTo>
                      <a:pt x="5262" y="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" name="Surface mesh patch"/>
              <p:cNvSpPr/>
              <p:nvPr/>
            </p:nvSpPr>
            <p:spPr>
              <a:xfrm>
                <a:off x="3045279" y="1533682"/>
                <a:ext cx="50120" cy="367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1">
                    <a:moveTo>
                      <a:pt x="0" y="3416"/>
                    </a:moveTo>
                    <a:lnTo>
                      <a:pt x="2875" y="3861"/>
                    </a:lnTo>
                    <a:lnTo>
                      <a:pt x="5262" y="0"/>
                    </a:lnTo>
                    <a:lnTo>
                      <a:pt x="2387" y="107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2" name="Surface mesh patch"/>
              <p:cNvSpPr/>
              <p:nvPr/>
            </p:nvSpPr>
            <p:spPr>
              <a:xfrm>
                <a:off x="3095398" y="1485705"/>
                <a:ext cx="50120" cy="479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7">
                    <a:moveTo>
                      <a:pt x="0" y="5037"/>
                    </a:moveTo>
                    <a:lnTo>
                      <a:pt x="2875" y="4252"/>
                    </a:lnTo>
                    <a:lnTo>
                      <a:pt x="5262" y="0"/>
                    </a:lnTo>
                    <a:lnTo>
                      <a:pt x="2387" y="1444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3" name="Surface mesh patch"/>
              <p:cNvSpPr/>
              <p:nvPr/>
            </p:nvSpPr>
            <p:spPr>
              <a:xfrm>
                <a:off x="3145518" y="1415038"/>
                <a:ext cx="50120" cy="70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9">
                    <a:moveTo>
                      <a:pt x="0" y="7419"/>
                    </a:moveTo>
                    <a:lnTo>
                      <a:pt x="2875" y="4887"/>
                    </a:lnTo>
                    <a:lnTo>
                      <a:pt x="5262" y="0"/>
                    </a:lnTo>
                    <a:lnTo>
                      <a:pt x="2387" y="3405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4" name="Surface mesh patch"/>
              <p:cNvSpPr/>
              <p:nvPr/>
            </p:nvSpPr>
            <p:spPr>
              <a:xfrm>
                <a:off x="3195638" y="1313624"/>
                <a:ext cx="50120" cy="1014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47">
                    <a:moveTo>
                      <a:pt x="0" y="10647"/>
                    </a:moveTo>
                    <a:lnTo>
                      <a:pt x="2875" y="5863"/>
                    </a:lnTo>
                    <a:lnTo>
                      <a:pt x="5262" y="0"/>
                    </a:lnTo>
                    <a:lnTo>
                      <a:pt x="2387" y="5939"/>
                    </a:lnTo>
                    <a:close/>
                  </a:path>
                </a:pathLst>
              </a:custGeom>
              <a:solidFill>
                <a:srgbClr val="e3dfe2"/>
              </a:solidFill>
              <a:ln w="3334" cap="flat" cmpd="sng" algn="ctr">
                <a:solidFill>
                  <a:srgbClr val="e3df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5" name="Surface mesh patch"/>
              <p:cNvSpPr/>
              <p:nvPr/>
            </p:nvSpPr>
            <p:spPr>
              <a:xfrm>
                <a:off x="3245757" y="1178009"/>
                <a:ext cx="50120" cy="1356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38">
                    <a:moveTo>
                      <a:pt x="0" y="14238"/>
                    </a:moveTo>
                    <a:lnTo>
                      <a:pt x="2875" y="7070"/>
                    </a:lnTo>
                    <a:lnTo>
                      <a:pt x="5262" y="0"/>
                    </a:lnTo>
                    <a:lnTo>
                      <a:pt x="2387" y="8549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6" name="Surface mesh patch"/>
              <p:cNvSpPr/>
              <p:nvPr/>
            </p:nvSpPr>
            <p:spPr>
              <a:xfrm>
                <a:off x="3295877" y="1016931"/>
                <a:ext cx="50120" cy="1610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11">
                    <a:moveTo>
                      <a:pt x="0" y="16911"/>
                    </a:moveTo>
                    <a:lnTo>
                      <a:pt x="2875" y="8116"/>
                    </a:lnTo>
                    <a:lnTo>
                      <a:pt x="5262" y="0"/>
                    </a:lnTo>
                    <a:lnTo>
                      <a:pt x="2387" y="10171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7" name="Surface mesh patch"/>
              <p:cNvSpPr/>
              <p:nvPr/>
            </p:nvSpPr>
            <p:spPr>
              <a:xfrm>
                <a:off x="3345996" y="856004"/>
                <a:ext cx="50120" cy="1609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95">
                    <a:moveTo>
                      <a:pt x="0" y="16895"/>
                    </a:moveTo>
                    <a:lnTo>
                      <a:pt x="2875" y="8440"/>
                    </a:lnTo>
                    <a:lnTo>
                      <a:pt x="5262" y="0"/>
                    </a:lnTo>
                    <a:lnTo>
                      <a:pt x="2387" y="9499"/>
                    </a:lnTo>
                    <a:close/>
                  </a:path>
                </a:pathLst>
              </a:custGeom>
              <a:solidFill>
                <a:srgbClr val="ed7767"/>
              </a:solidFill>
              <a:ln w="3334" cap="flat" cmpd="sng" algn="ctr">
                <a:solidFill>
                  <a:srgbClr val="ed77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8" name="Surface mesh patch"/>
              <p:cNvSpPr/>
              <p:nvPr/>
            </p:nvSpPr>
            <p:spPr>
              <a:xfrm>
                <a:off x="3396116" y="733452"/>
                <a:ext cx="50120" cy="122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6">
                    <a:moveTo>
                      <a:pt x="0" y="12866"/>
                    </a:moveTo>
                    <a:lnTo>
                      <a:pt x="2875" y="7611"/>
                    </a:lnTo>
                    <a:lnTo>
                      <a:pt x="5262" y="0"/>
                    </a:lnTo>
                    <a:lnTo>
                      <a:pt x="2387" y="5730"/>
                    </a:lnTo>
                    <a:close/>
                  </a:path>
                </a:pathLst>
              </a:custGeom>
              <a:solidFill>
                <a:srgbClr val="d0383e"/>
              </a:solidFill>
              <a:ln w="3334" cap="flat" cmpd="sng" algn="ctr">
                <a:solidFill>
                  <a:srgbClr val="d0383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9" name="Surface mesh patch"/>
              <p:cNvSpPr/>
              <p:nvPr/>
            </p:nvSpPr>
            <p:spPr>
              <a:xfrm>
                <a:off x="3446236" y="679173"/>
                <a:ext cx="50120" cy="601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18">
                    <a:moveTo>
                      <a:pt x="0" y="5699"/>
                    </a:moveTo>
                    <a:lnTo>
                      <a:pt x="2875" y="6318"/>
                    </a:lnTo>
                    <a:lnTo>
                      <a:pt x="5262" y="6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0" name="Surface mesh patch"/>
              <p:cNvSpPr/>
              <p:nvPr/>
            </p:nvSpPr>
            <p:spPr>
              <a:xfrm>
                <a:off x="3496355" y="653772"/>
                <a:ext cx="50120" cy="1044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69">
                    <a:moveTo>
                      <a:pt x="0" y="3337"/>
                    </a:moveTo>
                    <a:lnTo>
                      <a:pt x="2875" y="10969"/>
                    </a:lnTo>
                    <a:lnTo>
                      <a:pt x="5262" y="78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1" name="Surface mesh patch"/>
              <p:cNvSpPr/>
              <p:nvPr/>
            </p:nvSpPr>
            <p:spPr>
              <a:xfrm>
                <a:off x="3546475" y="721525"/>
                <a:ext cx="50120" cy="136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85">
                    <a:moveTo>
                      <a:pt x="0" y="765"/>
                    </a:moveTo>
                    <a:lnTo>
                      <a:pt x="2875" y="14285"/>
                    </a:lnTo>
                    <a:lnTo>
                      <a:pt x="5262" y="135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373d"/>
              </a:solidFill>
              <a:ln w="3334" cap="flat" cmpd="sng" algn="ctr">
                <a:solidFill>
                  <a:srgbClr val="d0373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2" name="Surface mesh patch"/>
              <p:cNvSpPr/>
              <p:nvPr/>
            </p:nvSpPr>
            <p:spPr>
              <a:xfrm>
                <a:off x="3596595" y="850439"/>
                <a:ext cx="50120" cy="1637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91">
                    <a:moveTo>
                      <a:pt x="0" y="0"/>
                    </a:moveTo>
                    <a:lnTo>
                      <a:pt x="2875" y="16462"/>
                    </a:lnTo>
                    <a:lnTo>
                      <a:pt x="5262" y="17191"/>
                    </a:lnTo>
                    <a:lnTo>
                      <a:pt x="2387" y="1208"/>
                    </a:lnTo>
                    <a:close/>
                  </a:path>
                </a:pathLst>
              </a:custGeom>
              <a:solidFill>
                <a:srgbClr val="ed7867"/>
              </a:solidFill>
              <a:ln w="3334" cap="flat" cmpd="sng" algn="ctr">
                <a:solidFill>
                  <a:srgbClr val="ed78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3" name="Surface mesh patch"/>
              <p:cNvSpPr/>
              <p:nvPr/>
            </p:nvSpPr>
            <p:spPr>
              <a:xfrm>
                <a:off x="3646714" y="1014182"/>
                <a:ext cx="50120" cy="1632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37">
                    <a:moveTo>
                      <a:pt x="0" y="0"/>
                    </a:moveTo>
                    <a:lnTo>
                      <a:pt x="2875" y="15978"/>
                    </a:lnTo>
                    <a:lnTo>
                      <a:pt x="5262" y="17137"/>
                    </a:lnTo>
                    <a:lnTo>
                      <a:pt x="2387" y="2096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4" name="Surface mesh patch"/>
              <p:cNvSpPr/>
              <p:nvPr/>
            </p:nvSpPr>
            <p:spPr>
              <a:xfrm>
                <a:off x="3696834" y="1177416"/>
                <a:ext cx="50120" cy="1309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748">
                    <a:moveTo>
                      <a:pt x="0" y="0"/>
                    </a:moveTo>
                    <a:lnTo>
                      <a:pt x="2875" y="12965"/>
                    </a:lnTo>
                    <a:lnTo>
                      <a:pt x="5262" y="13748"/>
                    </a:lnTo>
                    <a:lnTo>
                      <a:pt x="2387" y="1926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5" name="Surface mesh patch"/>
              <p:cNvSpPr/>
              <p:nvPr/>
            </p:nvSpPr>
            <p:spPr>
              <a:xfrm>
                <a:off x="3746954" y="1308366"/>
                <a:ext cx="50120" cy="856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95">
                    <a:moveTo>
                      <a:pt x="0" y="0"/>
                    </a:moveTo>
                    <a:lnTo>
                      <a:pt x="2875" y="8958"/>
                    </a:lnTo>
                    <a:lnTo>
                      <a:pt x="5262" y="8995"/>
                    </a:lnTo>
                    <a:lnTo>
                      <a:pt x="2387" y="1100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6" name="Surface mesh patch"/>
              <p:cNvSpPr/>
              <p:nvPr/>
            </p:nvSpPr>
            <p:spPr>
              <a:xfrm>
                <a:off x="3797073" y="1394044"/>
                <a:ext cx="50120" cy="50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6">
                    <a:moveTo>
                      <a:pt x="0" y="0"/>
                    </a:moveTo>
                    <a:lnTo>
                      <a:pt x="2875" y="5286"/>
                    </a:lnTo>
                    <a:lnTo>
                      <a:pt x="5262" y="4585"/>
                    </a:lnTo>
                    <a:lnTo>
                      <a:pt x="2387" y="10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7" name="Surface mesh patch"/>
              <p:cNvSpPr/>
              <p:nvPr/>
            </p:nvSpPr>
            <p:spPr>
              <a:xfrm>
                <a:off x="3847193" y="1430715"/>
                <a:ext cx="50120" cy="32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7">
                    <a:moveTo>
                      <a:pt x="0" y="735"/>
                    </a:moveTo>
                    <a:lnTo>
                      <a:pt x="2875" y="3367"/>
                    </a:lnTo>
                    <a:lnTo>
                      <a:pt x="5262" y="21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8" name="Surface mesh patch"/>
              <p:cNvSpPr/>
              <p:nvPr/>
            </p:nvSpPr>
            <p:spPr>
              <a:xfrm>
                <a:off x="3897312" y="1439024"/>
                <a:ext cx="50120" cy="22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4">
                    <a:moveTo>
                      <a:pt x="0" y="1266"/>
                    </a:moveTo>
                    <a:lnTo>
                      <a:pt x="2875" y="2354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9" name="Surface mesh patch"/>
              <p:cNvSpPr/>
              <p:nvPr/>
            </p:nvSpPr>
            <p:spPr>
              <a:xfrm>
                <a:off x="3947432" y="1432841"/>
                <a:ext cx="50120" cy="183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5">
                    <a:moveTo>
                      <a:pt x="0" y="1504"/>
                    </a:moveTo>
                    <a:lnTo>
                      <a:pt x="2875" y="1925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0" name="Surface mesh patch"/>
              <p:cNvSpPr/>
              <p:nvPr/>
            </p:nvSpPr>
            <p:spPr>
              <a:xfrm>
                <a:off x="3997552" y="1421954"/>
                <a:ext cx="50120" cy="17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6">
                    <a:moveTo>
                      <a:pt x="0" y="1518"/>
                    </a:moveTo>
                    <a:lnTo>
                      <a:pt x="2875" y="1856"/>
                    </a:lnTo>
                    <a:lnTo>
                      <a:pt x="5262" y="4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1" name="Surface mesh patch"/>
              <p:cNvSpPr/>
              <p:nvPr/>
            </p:nvSpPr>
            <p:spPr>
              <a:xfrm>
                <a:off x="4047671" y="1412627"/>
                <a:ext cx="50120" cy="18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9">
                    <a:moveTo>
                      <a:pt x="0" y="1387"/>
                    </a:moveTo>
                    <a:lnTo>
                      <a:pt x="2875" y="1979"/>
                    </a:lnTo>
                    <a:lnTo>
                      <a:pt x="5262" y="7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2" name="Surface mesh patch"/>
              <p:cNvSpPr/>
              <p:nvPr/>
            </p:nvSpPr>
            <p:spPr>
              <a:xfrm>
                <a:off x="4097791" y="1408267"/>
                <a:ext cx="50120" cy="20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4">
                    <a:moveTo>
                      <a:pt x="0" y="1181"/>
                    </a:moveTo>
                    <a:lnTo>
                      <a:pt x="2875" y="2184"/>
                    </a:lnTo>
                    <a:lnTo>
                      <a:pt x="5262" y="1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3" name="Surface mesh patch"/>
              <p:cNvSpPr/>
              <p:nvPr/>
            </p:nvSpPr>
            <p:spPr>
              <a:xfrm>
                <a:off x="4147911" y="1410131"/>
                <a:ext cx="50120" cy="228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9">
                    <a:moveTo>
                      <a:pt x="0" y="957"/>
                    </a:moveTo>
                    <a:lnTo>
                      <a:pt x="2875" y="2399"/>
                    </a:lnTo>
                    <a:lnTo>
                      <a:pt x="5262" y="1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4" name="Surface mesh patch"/>
              <p:cNvSpPr/>
              <p:nvPr/>
            </p:nvSpPr>
            <p:spPr>
              <a:xfrm>
                <a:off x="4198030" y="1417847"/>
                <a:ext cx="50120" cy="244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1">
                    <a:moveTo>
                      <a:pt x="0" y="765"/>
                    </a:moveTo>
                    <a:lnTo>
                      <a:pt x="2875" y="2571"/>
                    </a:lnTo>
                    <a:lnTo>
                      <a:pt x="5262" y="18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7"/>
              </a:solidFill>
              <a:ln w="3334" cap="flat" cmpd="sng" algn="ctr">
                <a:solidFill>
                  <a:srgbClr val="c9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5" name="Surface mesh patch"/>
              <p:cNvSpPr/>
              <p:nvPr/>
            </p:nvSpPr>
            <p:spPr>
              <a:xfrm>
                <a:off x="2170513" y="1548168"/>
                <a:ext cx="50120" cy="23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8">
                    <a:moveTo>
                      <a:pt x="0" y="585"/>
                    </a:moveTo>
                    <a:lnTo>
                      <a:pt x="2875" y="2448"/>
                    </a:lnTo>
                    <a:lnTo>
                      <a:pt x="5262" y="18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6" name="Surface mesh patch"/>
              <p:cNvSpPr/>
              <p:nvPr/>
            </p:nvSpPr>
            <p:spPr>
              <a:xfrm>
                <a:off x="2220632" y="1559281"/>
                <a:ext cx="50120" cy="209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97">
                    <a:moveTo>
                      <a:pt x="0" y="640"/>
                    </a:moveTo>
                    <a:lnTo>
                      <a:pt x="2875" y="2197"/>
                    </a:lnTo>
                    <a:lnTo>
                      <a:pt x="5262" y="15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7" name="Surface mesh patch"/>
              <p:cNvSpPr/>
              <p:nvPr/>
            </p:nvSpPr>
            <p:spPr>
              <a:xfrm>
                <a:off x="2270752" y="1567275"/>
                <a:ext cx="50120" cy="178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665"/>
                    </a:moveTo>
                    <a:lnTo>
                      <a:pt x="2875" y="1876"/>
                    </a:lnTo>
                    <a:lnTo>
                      <a:pt x="5262" y="11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8" name="Surface mesh patch"/>
              <p:cNvSpPr/>
              <p:nvPr/>
            </p:nvSpPr>
            <p:spPr>
              <a:xfrm>
                <a:off x="2320872" y="1572676"/>
                <a:ext cx="50120" cy="14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9">
                    <a:moveTo>
                      <a:pt x="0" y="620"/>
                    </a:moveTo>
                    <a:lnTo>
                      <a:pt x="2875" y="1499"/>
                    </a:lnTo>
                    <a:lnTo>
                      <a:pt x="5262" y="9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9" name="Surface mesh patch"/>
              <p:cNvSpPr/>
              <p:nvPr/>
            </p:nvSpPr>
            <p:spPr>
              <a:xfrm>
                <a:off x="2370991" y="1576631"/>
                <a:ext cx="50120" cy="10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3">
                    <a:moveTo>
                      <a:pt x="0" y="486"/>
                    </a:moveTo>
                    <a:lnTo>
                      <a:pt x="2875" y="1083"/>
                    </a:lnTo>
                    <a:lnTo>
                      <a:pt x="5262" y="6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0" name="Surface mesh patch"/>
              <p:cNvSpPr/>
              <p:nvPr/>
            </p:nvSpPr>
            <p:spPr>
              <a:xfrm>
                <a:off x="2421111" y="1580377"/>
                <a:ext cx="50120" cy="62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">
                    <a:moveTo>
                      <a:pt x="0" y="273"/>
                    </a:moveTo>
                    <a:lnTo>
                      <a:pt x="2875" y="652"/>
                    </a:lnTo>
                    <a:lnTo>
                      <a:pt x="5262" y="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1" name="Surface mesh patch"/>
              <p:cNvSpPr/>
              <p:nvPr/>
            </p:nvSpPr>
            <p:spPr>
              <a:xfrm>
                <a:off x="2471231" y="1584729"/>
                <a:ext cx="50120" cy="3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">
                    <a:moveTo>
                      <a:pt x="0" y="24"/>
                    </a:moveTo>
                    <a:lnTo>
                      <a:pt x="2875" y="255"/>
                    </a:lnTo>
                    <a:lnTo>
                      <a:pt x="5262" y="3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2" name="Surface mesh patch"/>
              <p:cNvSpPr/>
              <p:nvPr/>
            </p:nvSpPr>
            <p:spPr>
              <a:xfrm>
                <a:off x="2521350" y="1587951"/>
                <a:ext cx="50120" cy="42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">
                    <a:moveTo>
                      <a:pt x="0" y="0"/>
                    </a:moveTo>
                    <a:lnTo>
                      <a:pt x="2875" y="163"/>
                    </a:lnTo>
                    <a:lnTo>
                      <a:pt x="5262" y="447"/>
                    </a:lnTo>
                    <a:lnTo>
                      <a:pt x="2387" y="199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3" name="Surface mesh patch"/>
              <p:cNvSpPr/>
              <p:nvPr/>
            </p:nvSpPr>
            <p:spPr>
              <a:xfrm>
                <a:off x="2571470" y="1592208"/>
                <a:ext cx="50120" cy="5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">
                    <a:moveTo>
                      <a:pt x="0" y="0"/>
                    </a:moveTo>
                    <a:lnTo>
                      <a:pt x="2875" y="202"/>
                    </a:lnTo>
                    <a:lnTo>
                      <a:pt x="5262" y="570"/>
                    </a:lnTo>
                    <a:lnTo>
                      <a:pt x="2387" y="327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4" name="Surface mesh patch"/>
              <p:cNvSpPr/>
              <p:nvPr/>
            </p:nvSpPr>
            <p:spPr>
              <a:xfrm>
                <a:off x="2621590" y="1597635"/>
                <a:ext cx="50120" cy="64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2">
                    <a:moveTo>
                      <a:pt x="0" y="0"/>
                    </a:moveTo>
                    <a:lnTo>
                      <a:pt x="2875" y="385"/>
                    </a:lnTo>
                    <a:lnTo>
                      <a:pt x="5262" y="672"/>
                    </a:lnTo>
                    <a:lnTo>
                      <a:pt x="2387" y="308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5" name="Surface mesh patch"/>
              <p:cNvSpPr/>
              <p:nvPr/>
            </p:nvSpPr>
            <p:spPr>
              <a:xfrm>
                <a:off x="2671709" y="1604037"/>
                <a:ext cx="50120" cy="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8">
                    <a:moveTo>
                      <a:pt x="0" y="0"/>
                    </a:moveTo>
                    <a:lnTo>
                      <a:pt x="2875" y="731"/>
                    </a:lnTo>
                    <a:lnTo>
                      <a:pt x="5262" y="748"/>
                    </a:lnTo>
                    <a:lnTo>
                      <a:pt x="2387" y="115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6" name="Surface mesh patch"/>
              <p:cNvSpPr/>
              <p:nvPr/>
            </p:nvSpPr>
            <p:spPr>
              <a:xfrm>
                <a:off x="2721829" y="1608748"/>
                <a:ext cx="50120" cy="13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4">
                    <a:moveTo>
                      <a:pt x="0" y="253"/>
                    </a:moveTo>
                    <a:lnTo>
                      <a:pt x="2875" y="1464"/>
                    </a:lnTo>
                    <a:lnTo>
                      <a:pt x="5262" y="10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7" name="Surface mesh patch"/>
              <p:cNvSpPr/>
              <p:nvPr/>
            </p:nvSpPr>
            <p:spPr>
              <a:xfrm>
                <a:off x="2771948" y="1611115"/>
                <a:ext cx="50120" cy="238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6">
                    <a:moveTo>
                      <a:pt x="0" y="770"/>
                    </a:moveTo>
                    <a:lnTo>
                      <a:pt x="2875" y="2506"/>
                    </a:lnTo>
                    <a:lnTo>
                      <a:pt x="5262" y="1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8" name="Surface mesh patch"/>
              <p:cNvSpPr/>
              <p:nvPr/>
            </p:nvSpPr>
            <p:spPr>
              <a:xfrm>
                <a:off x="2822068" y="1611566"/>
                <a:ext cx="50120" cy="339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2">
                    <a:moveTo>
                      <a:pt x="0" y="1389"/>
                    </a:moveTo>
                    <a:lnTo>
                      <a:pt x="2875" y="3562"/>
                    </a:lnTo>
                    <a:lnTo>
                      <a:pt x="5262" y="17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9" name="Surface mesh patch"/>
              <p:cNvSpPr/>
              <p:nvPr/>
            </p:nvSpPr>
            <p:spPr>
              <a:xfrm>
                <a:off x="2872188" y="1608914"/>
                <a:ext cx="50120" cy="42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33">
                    <a:moveTo>
                      <a:pt x="0" y="2040"/>
                    </a:moveTo>
                    <a:lnTo>
                      <a:pt x="2875" y="4433"/>
                    </a:lnTo>
                    <a:lnTo>
                      <a:pt x="5262" y="18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0" name="Surface mesh patch"/>
              <p:cNvSpPr/>
              <p:nvPr/>
            </p:nvSpPr>
            <p:spPr>
              <a:xfrm>
                <a:off x="2922307" y="1601606"/>
                <a:ext cx="50120" cy="471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52">
                    <a:moveTo>
                      <a:pt x="0" y="2650"/>
                    </a:moveTo>
                    <a:lnTo>
                      <a:pt x="2875" y="4952"/>
                    </a:lnTo>
                    <a:lnTo>
                      <a:pt x="5262" y="17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1" name="Surface mesh patch"/>
              <p:cNvSpPr/>
              <p:nvPr/>
            </p:nvSpPr>
            <p:spPr>
              <a:xfrm>
                <a:off x="2972427" y="1587979"/>
                <a:ext cx="50120" cy="478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3">
                    <a:moveTo>
                      <a:pt x="0" y="3156"/>
                    </a:moveTo>
                    <a:lnTo>
                      <a:pt x="2875" y="5023"/>
                    </a:lnTo>
                    <a:lnTo>
                      <a:pt x="5262" y="12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2" name="Surface mesh patch"/>
              <p:cNvSpPr/>
              <p:nvPr/>
            </p:nvSpPr>
            <p:spPr>
              <a:xfrm>
                <a:off x="3022547" y="1566220"/>
                <a:ext cx="50120" cy="44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24">
                    <a:moveTo>
                      <a:pt x="0" y="3541"/>
                    </a:moveTo>
                    <a:lnTo>
                      <a:pt x="2875" y="4624"/>
                    </a:lnTo>
                    <a:lnTo>
                      <a:pt x="5262" y="4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3" name="Surface mesh patch"/>
              <p:cNvSpPr/>
              <p:nvPr/>
            </p:nvSpPr>
            <p:spPr>
              <a:xfrm>
                <a:off x="3072666" y="1526206"/>
                <a:ext cx="50120" cy="442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6">
                    <a:moveTo>
                      <a:pt x="0" y="4646"/>
                    </a:moveTo>
                    <a:lnTo>
                      <a:pt x="2875" y="4574"/>
                    </a:lnTo>
                    <a:lnTo>
                      <a:pt x="5262" y="0"/>
                    </a:lnTo>
                    <a:lnTo>
                      <a:pt x="2387" y="785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4" name="Surface mesh patch"/>
              <p:cNvSpPr/>
              <p:nvPr/>
            </p:nvSpPr>
            <p:spPr>
              <a:xfrm>
                <a:off x="3122786" y="1461582"/>
                <a:ext cx="50120" cy="64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5">
                    <a:moveTo>
                      <a:pt x="0" y="6785"/>
                    </a:moveTo>
                    <a:lnTo>
                      <a:pt x="2875" y="5132"/>
                    </a:lnTo>
                    <a:lnTo>
                      <a:pt x="5262" y="0"/>
                    </a:lnTo>
                    <a:lnTo>
                      <a:pt x="2387" y="2533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5" name="Surface mesh patch"/>
              <p:cNvSpPr/>
              <p:nvPr/>
            </p:nvSpPr>
            <p:spPr>
              <a:xfrm>
                <a:off x="3172906" y="1369471"/>
                <a:ext cx="50120" cy="921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70">
                    <a:moveTo>
                      <a:pt x="0" y="9670"/>
                    </a:moveTo>
                    <a:lnTo>
                      <a:pt x="2875" y="6020"/>
                    </a:lnTo>
                    <a:lnTo>
                      <a:pt x="5262" y="0"/>
                    </a:lnTo>
                    <a:lnTo>
                      <a:pt x="2387" y="4784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6" name="Surface mesh patch"/>
              <p:cNvSpPr/>
              <p:nvPr/>
            </p:nvSpPr>
            <p:spPr>
              <a:xfrm>
                <a:off x="3223025" y="1245356"/>
                <a:ext cx="50120" cy="1241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031">
                    <a:moveTo>
                      <a:pt x="0" y="13031"/>
                    </a:moveTo>
                    <a:lnTo>
                      <a:pt x="2875" y="7237"/>
                    </a:lnTo>
                    <a:lnTo>
                      <a:pt x="5262" y="0"/>
                    </a:lnTo>
                    <a:lnTo>
                      <a:pt x="2387" y="7167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7" name="Surface mesh patch"/>
              <p:cNvSpPr/>
              <p:nvPr/>
            </p:nvSpPr>
            <p:spPr>
              <a:xfrm>
                <a:off x="3273145" y="1094238"/>
                <a:ext cx="50120" cy="151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65">
                    <a:moveTo>
                      <a:pt x="0" y="15865"/>
                    </a:moveTo>
                    <a:lnTo>
                      <a:pt x="2875" y="8499"/>
                    </a:lnTo>
                    <a:lnTo>
                      <a:pt x="5262" y="0"/>
                    </a:lnTo>
                    <a:lnTo>
                      <a:pt x="2387" y="8795"/>
                    </a:lnTo>
                    <a:close/>
                  </a:path>
                </a:pathLst>
              </a:custGeom>
              <a:solidFill>
                <a:srgbClr val="fbbb9f"/>
              </a:solidFill>
              <a:ln w="3334" cap="flat" cmpd="sng" algn="ctr">
                <a:solidFill>
                  <a:srgbClr val="fbbb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8" name="Surface mesh patch"/>
              <p:cNvSpPr/>
              <p:nvPr/>
            </p:nvSpPr>
            <p:spPr>
              <a:xfrm>
                <a:off x="3323265" y="936392"/>
                <a:ext cx="50120" cy="1578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72">
                    <a:moveTo>
                      <a:pt x="0" y="16572"/>
                    </a:moveTo>
                    <a:lnTo>
                      <a:pt x="2875" y="9277"/>
                    </a:lnTo>
                    <a:lnTo>
                      <a:pt x="5262" y="0"/>
                    </a:lnTo>
                    <a:lnTo>
                      <a:pt x="2387" y="8456"/>
                    </a:lnTo>
                    <a:close/>
                  </a:path>
                </a:pathLst>
              </a:custGeom>
              <a:solidFill>
                <a:srgbClr val="fa967a"/>
              </a:solidFill>
              <a:ln w="3334" cap="flat" cmpd="sng" algn="ctr">
                <a:solidFill>
                  <a:srgbClr val="fa96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9" name="Surface mesh patch"/>
              <p:cNvSpPr/>
              <p:nvPr/>
            </p:nvSpPr>
            <p:spPr>
              <a:xfrm>
                <a:off x="3373384" y="805949"/>
                <a:ext cx="50120" cy="130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95">
                    <a:moveTo>
                      <a:pt x="0" y="13695"/>
                    </a:moveTo>
                    <a:lnTo>
                      <a:pt x="2875" y="9034"/>
                    </a:lnTo>
                    <a:lnTo>
                      <a:pt x="5262" y="0"/>
                    </a:lnTo>
                    <a:lnTo>
                      <a:pt x="2387" y="5255"/>
                    </a:lnTo>
                    <a:close/>
                  </a:path>
                </a:pathLst>
              </a:custGeom>
              <a:solidFill>
                <a:srgbClr val="dd5551"/>
              </a:solidFill>
              <a:ln w="3334" cap="flat" cmpd="sng" algn="ctr">
                <a:solidFill>
                  <a:srgbClr val="dd555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0" name="Surface mesh patch"/>
              <p:cNvSpPr/>
              <p:nvPr/>
            </p:nvSpPr>
            <p:spPr>
              <a:xfrm>
                <a:off x="3423504" y="733452"/>
                <a:ext cx="50120" cy="78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2">
                    <a:moveTo>
                      <a:pt x="0" y="7611"/>
                    </a:moveTo>
                    <a:lnTo>
                      <a:pt x="2875" y="8192"/>
                    </a:lnTo>
                    <a:lnTo>
                      <a:pt x="5262" y="6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2934"/>
              </a:solidFill>
              <a:ln w="3334" cap="flat" cmpd="sng" algn="ctr">
                <a:solidFill>
                  <a:srgbClr val="ca293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1" name="Surface mesh patch"/>
              <p:cNvSpPr/>
              <p:nvPr/>
            </p:nvSpPr>
            <p:spPr>
              <a:xfrm>
                <a:off x="3473623" y="685554"/>
                <a:ext cx="50120" cy="122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58">
                    <a:moveTo>
                      <a:pt x="0" y="5648"/>
                    </a:moveTo>
                    <a:lnTo>
                      <a:pt x="2875" y="12858"/>
                    </a:lnTo>
                    <a:lnTo>
                      <a:pt x="5262" y="76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1f2e"/>
              </a:solidFill>
              <a:ln w="3334" cap="flat" cmpd="sng" algn="ctr">
                <a:solidFill>
                  <a:srgbClr val="c51f2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2" name="Surface mesh patch"/>
              <p:cNvSpPr/>
              <p:nvPr/>
            </p:nvSpPr>
            <p:spPr>
              <a:xfrm>
                <a:off x="3523743" y="728807"/>
                <a:ext cx="50120" cy="1546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36">
                    <a:moveTo>
                      <a:pt x="0" y="3092"/>
                    </a:moveTo>
                    <a:lnTo>
                      <a:pt x="2875" y="16236"/>
                    </a:lnTo>
                    <a:lnTo>
                      <a:pt x="5262" y="135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3a3f"/>
              </a:solidFill>
              <a:ln w="3334" cap="flat" cmpd="sng" algn="ctr">
                <a:solidFill>
                  <a:srgbClr val="d13a3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3" name="Surface mesh patch"/>
              <p:cNvSpPr/>
              <p:nvPr/>
            </p:nvSpPr>
            <p:spPr>
              <a:xfrm>
                <a:off x="3573863" y="850439"/>
                <a:ext cx="50120" cy="164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38">
                    <a:moveTo>
                      <a:pt x="0" y="751"/>
                    </a:moveTo>
                    <a:lnTo>
                      <a:pt x="2875" y="17238"/>
                    </a:lnTo>
                    <a:lnTo>
                      <a:pt x="5262" y="164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364"/>
              </a:solidFill>
              <a:ln w="3334" cap="flat" cmpd="sng" algn="ctr">
                <a:solidFill>
                  <a:srgbClr val="eb73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4" name="Surface mesh patch"/>
              <p:cNvSpPr/>
              <p:nvPr/>
            </p:nvSpPr>
            <p:spPr>
              <a:xfrm>
                <a:off x="3623982" y="1007235"/>
                <a:ext cx="50120" cy="1591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08">
                    <a:moveTo>
                      <a:pt x="0" y="0"/>
                    </a:moveTo>
                    <a:lnTo>
                      <a:pt x="2875" y="16498"/>
                    </a:lnTo>
                    <a:lnTo>
                      <a:pt x="5262" y="16708"/>
                    </a:lnTo>
                    <a:lnTo>
                      <a:pt x="2387" y="729"/>
                    </a:lnTo>
                    <a:close/>
                  </a:path>
                </a:pathLst>
              </a:custGeom>
              <a:solidFill>
                <a:srgbClr val="faa98d"/>
              </a:solidFill>
              <a:ln w="3334" cap="flat" cmpd="sng" algn="ctr">
                <a:solidFill>
                  <a:srgbClr val="faa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5" name="Surface mesh patch"/>
              <p:cNvSpPr/>
              <p:nvPr/>
            </p:nvSpPr>
            <p:spPr>
              <a:xfrm>
                <a:off x="3674102" y="1166374"/>
                <a:ext cx="50120" cy="1345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24">
                    <a:moveTo>
                      <a:pt x="0" y="0"/>
                    </a:moveTo>
                    <a:lnTo>
                      <a:pt x="2875" y="13815"/>
                    </a:lnTo>
                    <a:lnTo>
                      <a:pt x="5262" y="14124"/>
                    </a:lnTo>
                    <a:lnTo>
                      <a:pt x="2387" y="1159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6" name="Surface mesh patch"/>
              <p:cNvSpPr/>
              <p:nvPr/>
            </p:nvSpPr>
            <p:spPr>
              <a:xfrm>
                <a:off x="3724222" y="1300909"/>
                <a:ext cx="50120" cy="93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67">
                    <a:moveTo>
                      <a:pt x="0" y="0"/>
                    </a:moveTo>
                    <a:lnTo>
                      <a:pt x="2875" y="9867"/>
                    </a:lnTo>
                    <a:lnTo>
                      <a:pt x="5262" y="9741"/>
                    </a:lnTo>
                    <a:lnTo>
                      <a:pt x="2387" y="783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7" name="Surface mesh patch"/>
              <p:cNvSpPr/>
              <p:nvPr/>
            </p:nvSpPr>
            <p:spPr>
              <a:xfrm>
                <a:off x="3774341" y="1393692"/>
                <a:ext cx="50120" cy="575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39">
                    <a:moveTo>
                      <a:pt x="0" y="0"/>
                    </a:moveTo>
                    <a:lnTo>
                      <a:pt x="2875" y="6039"/>
                    </a:lnTo>
                    <a:lnTo>
                      <a:pt x="5262" y="5323"/>
                    </a:lnTo>
                    <a:lnTo>
                      <a:pt x="2387" y="37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8" name="Surface mesh patch"/>
              <p:cNvSpPr/>
              <p:nvPr/>
            </p:nvSpPr>
            <p:spPr>
              <a:xfrm>
                <a:off x="3824461" y="1437712"/>
                <a:ext cx="50120" cy="365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8">
                    <a:moveTo>
                      <a:pt x="0" y="701"/>
                    </a:moveTo>
                    <a:lnTo>
                      <a:pt x="2875" y="3838"/>
                    </a:lnTo>
                    <a:lnTo>
                      <a:pt x="5262" y="26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9" name="Surface mesh patch"/>
              <p:cNvSpPr/>
              <p:nvPr/>
            </p:nvSpPr>
            <p:spPr>
              <a:xfrm>
                <a:off x="3874581" y="1451087"/>
                <a:ext cx="50120" cy="245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9">
                    <a:moveTo>
                      <a:pt x="0" y="1229"/>
                    </a:moveTo>
                    <a:lnTo>
                      <a:pt x="2875" y="2579"/>
                    </a:lnTo>
                    <a:lnTo>
                      <a:pt x="5262" y="10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0" name="Surface mesh patch"/>
              <p:cNvSpPr/>
              <p:nvPr/>
            </p:nvSpPr>
            <p:spPr>
              <a:xfrm>
                <a:off x="3924700" y="1447167"/>
                <a:ext cx="50120" cy="190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7">
                    <a:moveTo>
                      <a:pt x="0" y="1499"/>
                    </a:moveTo>
                    <a:lnTo>
                      <a:pt x="2875" y="1997"/>
                    </a:lnTo>
                    <a:lnTo>
                      <a:pt x="5262" y="4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1" name="Surface mesh patch"/>
              <p:cNvSpPr/>
              <p:nvPr/>
            </p:nvSpPr>
            <p:spPr>
              <a:xfrm>
                <a:off x="3974820" y="1436411"/>
                <a:ext cx="50120" cy="175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1">
                    <a:moveTo>
                      <a:pt x="0" y="1550"/>
                    </a:moveTo>
                    <a:lnTo>
                      <a:pt x="2875" y="1841"/>
                    </a:lnTo>
                    <a:lnTo>
                      <a:pt x="5262" y="3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2" name="Surface mesh patch"/>
              <p:cNvSpPr/>
              <p:nvPr/>
            </p:nvSpPr>
            <p:spPr>
              <a:xfrm>
                <a:off x="4024940" y="1425838"/>
                <a:ext cx="50120" cy="18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1">
                    <a:moveTo>
                      <a:pt x="0" y="1448"/>
                    </a:moveTo>
                    <a:lnTo>
                      <a:pt x="2875" y="1921"/>
                    </a:lnTo>
                    <a:lnTo>
                      <a:pt x="5262" y="5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3" name="Surface mesh patch"/>
              <p:cNvSpPr/>
              <p:nvPr/>
            </p:nvSpPr>
            <p:spPr>
              <a:xfrm>
                <a:off x="4075059" y="1419514"/>
                <a:ext cx="50120" cy="20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0">
                    <a:moveTo>
                      <a:pt x="0" y="1256"/>
                    </a:moveTo>
                    <a:lnTo>
                      <a:pt x="2875" y="2110"/>
                    </a:lnTo>
                    <a:lnTo>
                      <a:pt x="5262" y="10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4" name="Surface mesh patch"/>
              <p:cNvSpPr/>
              <p:nvPr/>
            </p:nvSpPr>
            <p:spPr>
              <a:xfrm>
                <a:off x="4125179" y="1419251"/>
                <a:ext cx="50120" cy="221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9">
                    <a:moveTo>
                      <a:pt x="0" y="1031"/>
                    </a:moveTo>
                    <a:lnTo>
                      <a:pt x="2875" y="2329"/>
                    </a:lnTo>
                    <a:lnTo>
                      <a:pt x="5262" y="1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5" name="Surface mesh patch"/>
              <p:cNvSpPr/>
              <p:nvPr/>
            </p:nvSpPr>
            <p:spPr>
              <a:xfrm>
                <a:off x="4175298" y="1425136"/>
                <a:ext cx="50120" cy="240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823"/>
                    </a:moveTo>
                    <a:lnTo>
                      <a:pt x="2875" y="2520"/>
                    </a:lnTo>
                    <a:lnTo>
                      <a:pt x="5262" y="18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6" name="Surface mesh patch"/>
              <p:cNvSpPr/>
              <p:nvPr/>
            </p:nvSpPr>
            <p:spPr>
              <a:xfrm>
                <a:off x="2197901" y="1565376"/>
                <a:ext cx="50120" cy="215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6">
                    <a:moveTo>
                      <a:pt x="0" y="641"/>
                    </a:moveTo>
                    <a:lnTo>
                      <a:pt x="2875" y="2266"/>
                    </a:lnTo>
                    <a:lnTo>
                      <a:pt x="5262" y="1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7" name="Surface mesh patch"/>
              <p:cNvSpPr/>
              <p:nvPr/>
            </p:nvSpPr>
            <p:spPr>
              <a:xfrm>
                <a:off x="2248020" y="1573611"/>
                <a:ext cx="50120" cy="186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5">
                    <a:moveTo>
                      <a:pt x="0" y="692"/>
                    </a:moveTo>
                    <a:lnTo>
                      <a:pt x="2875" y="1955"/>
                    </a:lnTo>
                    <a:lnTo>
                      <a:pt x="5262" y="12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8" name="Surface mesh patch"/>
              <p:cNvSpPr/>
              <p:nvPr/>
            </p:nvSpPr>
            <p:spPr>
              <a:xfrm>
                <a:off x="2298140" y="1578586"/>
                <a:ext cx="50120" cy="15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2">
                    <a:moveTo>
                      <a:pt x="0" y="688"/>
                    </a:moveTo>
                    <a:lnTo>
                      <a:pt x="2875" y="1582"/>
                    </a:lnTo>
                    <a:lnTo>
                      <a:pt x="5262" y="8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9" name="Surface mesh patch"/>
              <p:cNvSpPr/>
              <p:nvPr/>
            </p:nvSpPr>
            <p:spPr>
              <a:xfrm>
                <a:off x="2348259" y="1581261"/>
                <a:ext cx="50120" cy="110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5">
                    <a:moveTo>
                      <a:pt x="0" y="598"/>
                    </a:moveTo>
                    <a:lnTo>
                      <a:pt x="2875" y="1165"/>
                    </a:lnTo>
                    <a:lnTo>
                      <a:pt x="5262" y="5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0" name="Surface mesh patch"/>
              <p:cNvSpPr/>
              <p:nvPr/>
            </p:nvSpPr>
            <p:spPr>
              <a:xfrm>
                <a:off x="2398379" y="1582976"/>
                <a:ext cx="50120" cy="6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8">
                    <a:moveTo>
                      <a:pt x="0" y="417"/>
                    </a:moveTo>
                    <a:lnTo>
                      <a:pt x="2875" y="728"/>
                    </a:lnTo>
                    <a:lnTo>
                      <a:pt x="5262" y="3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1" name="Surface mesh patch"/>
              <p:cNvSpPr/>
              <p:nvPr/>
            </p:nvSpPr>
            <p:spPr>
              <a:xfrm>
                <a:off x="2448499" y="1584953"/>
                <a:ext cx="50120" cy="3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6">
                    <a:moveTo>
                      <a:pt x="0" y="172"/>
                    </a:moveTo>
                    <a:lnTo>
                      <a:pt x="2875" y="316"/>
                    </a:lnTo>
                    <a:lnTo>
                      <a:pt x="5262" y="2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2" name="Surface mesh patch"/>
              <p:cNvSpPr/>
              <p:nvPr/>
            </p:nvSpPr>
            <p:spPr>
              <a:xfrm>
                <a:off x="2498618" y="1587154"/>
                <a:ext cx="50120" cy="2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">
                    <a:moveTo>
                      <a:pt x="0" y="0"/>
                    </a:moveTo>
                    <a:lnTo>
                      <a:pt x="2875" y="81"/>
                    </a:lnTo>
                    <a:lnTo>
                      <a:pt x="5262" y="246"/>
                    </a:lnTo>
                    <a:lnTo>
                      <a:pt x="2387" y="84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3" name="Surface mesh patch"/>
              <p:cNvSpPr/>
              <p:nvPr/>
            </p:nvSpPr>
            <p:spPr>
              <a:xfrm>
                <a:off x="2548738" y="1589501"/>
                <a:ext cx="50120" cy="4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6">
                    <a:moveTo>
                      <a:pt x="0" y="0"/>
                    </a:moveTo>
                    <a:lnTo>
                      <a:pt x="2875" y="147"/>
                    </a:lnTo>
                    <a:lnTo>
                      <a:pt x="5262" y="486"/>
                    </a:lnTo>
                    <a:lnTo>
                      <a:pt x="2387" y="284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4" name="Surface mesh patch"/>
              <p:cNvSpPr/>
              <p:nvPr/>
            </p:nvSpPr>
            <p:spPr>
              <a:xfrm>
                <a:off x="2598858" y="1594131"/>
                <a:ext cx="50120" cy="7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3">
                    <a:moveTo>
                      <a:pt x="0" y="0"/>
                    </a:moveTo>
                    <a:lnTo>
                      <a:pt x="2875" y="376"/>
                    </a:lnTo>
                    <a:lnTo>
                      <a:pt x="5262" y="753"/>
                    </a:lnTo>
                    <a:lnTo>
                      <a:pt x="2387" y="368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5" name="Surface mesh patch"/>
              <p:cNvSpPr/>
              <p:nvPr/>
            </p:nvSpPr>
            <p:spPr>
              <a:xfrm>
                <a:off x="2648977" y="1601302"/>
                <a:ext cx="50120" cy="9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8">
                    <a:moveTo>
                      <a:pt x="0" y="0"/>
                    </a:moveTo>
                    <a:lnTo>
                      <a:pt x="2875" y="786"/>
                    </a:lnTo>
                    <a:lnTo>
                      <a:pt x="5262" y="1018"/>
                    </a:lnTo>
                    <a:lnTo>
                      <a:pt x="2387" y="287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6" name="Surface mesh patch"/>
              <p:cNvSpPr/>
              <p:nvPr/>
            </p:nvSpPr>
            <p:spPr>
              <a:xfrm>
                <a:off x="2699097" y="1610998"/>
                <a:ext cx="50120" cy="128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2">
                    <a:moveTo>
                      <a:pt x="0" y="0"/>
                    </a:moveTo>
                    <a:lnTo>
                      <a:pt x="2875" y="1352"/>
                    </a:lnTo>
                    <a:lnTo>
                      <a:pt x="5262" y="1227"/>
                    </a:lnTo>
                    <a:lnTo>
                      <a:pt x="2387" y="17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7" name="Surface mesh patch"/>
              <p:cNvSpPr/>
              <p:nvPr/>
            </p:nvSpPr>
            <p:spPr>
              <a:xfrm>
                <a:off x="2749217" y="1618452"/>
                <a:ext cx="50120" cy="23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4">
                    <a:moveTo>
                      <a:pt x="0" y="445"/>
                    </a:moveTo>
                    <a:lnTo>
                      <a:pt x="2875" y="2434"/>
                    </a:lnTo>
                    <a:lnTo>
                      <a:pt x="5262" y="17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8" name="Surface mesh patch"/>
              <p:cNvSpPr/>
              <p:nvPr/>
            </p:nvSpPr>
            <p:spPr>
              <a:xfrm>
                <a:off x="2799336" y="1624792"/>
                <a:ext cx="50120" cy="34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27">
                    <a:moveTo>
                      <a:pt x="0" y="1070"/>
                    </a:moveTo>
                    <a:lnTo>
                      <a:pt x="2875" y="3627"/>
                    </a:lnTo>
                    <a:lnTo>
                      <a:pt x="5262" y="21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9" name="Surface mesh patch"/>
              <p:cNvSpPr/>
              <p:nvPr/>
            </p:nvSpPr>
            <p:spPr>
              <a:xfrm>
                <a:off x="2849456" y="1628349"/>
                <a:ext cx="50120" cy="44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6">
                    <a:moveTo>
                      <a:pt x="0" y="1800"/>
                    </a:moveTo>
                    <a:lnTo>
                      <a:pt x="2875" y="4706"/>
                    </a:lnTo>
                    <a:lnTo>
                      <a:pt x="5262" y="2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0" name="Surface mesh patch"/>
              <p:cNvSpPr/>
              <p:nvPr/>
            </p:nvSpPr>
            <p:spPr>
              <a:xfrm>
                <a:off x="2899576" y="1626849"/>
                <a:ext cx="50120" cy="520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69">
                    <a:moveTo>
                      <a:pt x="0" y="2550"/>
                    </a:moveTo>
                    <a:lnTo>
                      <a:pt x="2875" y="5469"/>
                    </a:lnTo>
                    <a:lnTo>
                      <a:pt x="5262" y="23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1" name="Surface mesh patch"/>
              <p:cNvSpPr/>
              <p:nvPr/>
            </p:nvSpPr>
            <p:spPr>
              <a:xfrm>
                <a:off x="2949695" y="1618041"/>
                <a:ext cx="50120" cy="550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75">
                    <a:moveTo>
                      <a:pt x="0" y="3226"/>
                    </a:moveTo>
                    <a:lnTo>
                      <a:pt x="2875" y="5775"/>
                    </a:lnTo>
                    <a:lnTo>
                      <a:pt x="5262" y="18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2" name="Surface mesh patch"/>
              <p:cNvSpPr/>
              <p:nvPr/>
            </p:nvSpPr>
            <p:spPr>
              <a:xfrm>
                <a:off x="2999815" y="1599947"/>
                <a:ext cx="50120" cy="53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67">
                    <a:moveTo>
                      <a:pt x="0" y="3766"/>
                    </a:moveTo>
                    <a:lnTo>
                      <a:pt x="2875" y="5567"/>
                    </a:lnTo>
                    <a:lnTo>
                      <a:pt x="5262" y="10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3" name="Surface mesh patch"/>
              <p:cNvSpPr/>
              <p:nvPr/>
            </p:nvSpPr>
            <p:spPr>
              <a:xfrm>
                <a:off x="3049934" y="1569770"/>
                <a:ext cx="50120" cy="4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7">
                    <a:moveTo>
                      <a:pt x="0" y="4251"/>
                    </a:moveTo>
                    <a:lnTo>
                      <a:pt x="2875" y="4947"/>
                    </a:lnTo>
                    <a:lnTo>
                      <a:pt x="5262" y="0"/>
                    </a:lnTo>
                    <a:lnTo>
                      <a:pt x="2387" y="72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4" name="Surface mesh patch"/>
              <p:cNvSpPr/>
              <p:nvPr/>
            </p:nvSpPr>
            <p:spPr>
              <a:xfrm>
                <a:off x="3100054" y="1510465"/>
                <a:ext cx="50120" cy="59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6">
                    <a:moveTo>
                      <a:pt x="0" y="6226"/>
                    </a:moveTo>
                    <a:lnTo>
                      <a:pt x="2875" y="5459"/>
                    </a:lnTo>
                    <a:lnTo>
                      <a:pt x="5262" y="0"/>
                    </a:lnTo>
                    <a:lnTo>
                      <a:pt x="2387" y="1653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5" name="Surface mesh patch"/>
              <p:cNvSpPr/>
              <p:nvPr/>
            </p:nvSpPr>
            <p:spPr>
              <a:xfrm>
                <a:off x="3150174" y="1426810"/>
                <a:ext cx="50120" cy="83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83">
                    <a:moveTo>
                      <a:pt x="0" y="8783"/>
                    </a:moveTo>
                    <a:lnTo>
                      <a:pt x="2875" y="6221"/>
                    </a:lnTo>
                    <a:lnTo>
                      <a:pt x="5262" y="0"/>
                    </a:lnTo>
                    <a:lnTo>
                      <a:pt x="2387" y="3651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6" name="Surface mesh patch"/>
              <p:cNvSpPr/>
              <p:nvPr/>
            </p:nvSpPr>
            <p:spPr>
              <a:xfrm>
                <a:off x="3200293" y="1314286"/>
                <a:ext cx="50120" cy="1125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14">
                    <a:moveTo>
                      <a:pt x="0" y="11814"/>
                    </a:moveTo>
                    <a:lnTo>
                      <a:pt x="2875" y="7331"/>
                    </a:lnTo>
                    <a:lnTo>
                      <a:pt x="5262" y="0"/>
                    </a:lnTo>
                    <a:lnTo>
                      <a:pt x="2387" y="5794"/>
                    </a:lnTo>
                    <a:close/>
                  </a:path>
                </a:pathLst>
              </a:custGeom>
              <a:solidFill>
                <a:srgbClr val="e6dddd"/>
              </a:solidFill>
              <a:ln w="3334" cap="flat" cmpd="sng" algn="ctr">
                <a:solidFill>
                  <a:srgbClr val="e6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7" name="Surface mesh patch"/>
              <p:cNvSpPr/>
              <p:nvPr/>
            </p:nvSpPr>
            <p:spPr>
              <a:xfrm>
                <a:off x="3250413" y="1175195"/>
                <a:ext cx="50120" cy="139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03">
                    <a:moveTo>
                      <a:pt x="0" y="14603"/>
                    </a:moveTo>
                    <a:lnTo>
                      <a:pt x="2875" y="8637"/>
                    </a:lnTo>
                    <a:lnTo>
                      <a:pt x="5262" y="0"/>
                    </a:lnTo>
                    <a:lnTo>
                      <a:pt x="2387" y="7366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8" name="Surface mesh patch"/>
              <p:cNvSpPr/>
              <p:nvPr/>
            </p:nvSpPr>
            <p:spPr>
              <a:xfrm>
                <a:off x="3300533" y="1024752"/>
                <a:ext cx="50120" cy="150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95">
                    <a:moveTo>
                      <a:pt x="0" y="15795"/>
                    </a:moveTo>
                    <a:lnTo>
                      <a:pt x="2875" y="9693"/>
                    </a:lnTo>
                    <a:lnTo>
                      <a:pt x="5262" y="0"/>
                    </a:lnTo>
                    <a:lnTo>
                      <a:pt x="2387" y="7295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9" name="Surface mesh patch"/>
              <p:cNvSpPr/>
              <p:nvPr/>
            </p:nvSpPr>
            <p:spPr>
              <a:xfrm>
                <a:off x="3350652" y="891994"/>
                <a:ext cx="50120" cy="1327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38">
                    <a:moveTo>
                      <a:pt x="0" y="13938"/>
                    </a:moveTo>
                    <a:lnTo>
                      <a:pt x="2875" y="9935"/>
                    </a:lnTo>
                    <a:lnTo>
                      <a:pt x="5262" y="0"/>
                    </a:lnTo>
                    <a:lnTo>
                      <a:pt x="2387" y="4661"/>
                    </a:lnTo>
                    <a:close/>
                  </a:path>
                </a:pathLst>
              </a:custGeom>
              <a:solidFill>
                <a:srgbClr val="ed7867"/>
              </a:solidFill>
              <a:ln w="3334" cap="flat" cmpd="sng" algn="ctr">
                <a:solidFill>
                  <a:srgbClr val="ed78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0" name="Surface mesh patch"/>
              <p:cNvSpPr/>
              <p:nvPr/>
            </p:nvSpPr>
            <p:spPr>
              <a:xfrm>
                <a:off x="3400772" y="805949"/>
                <a:ext cx="50120" cy="91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81">
                    <a:moveTo>
                      <a:pt x="0" y="9034"/>
                    </a:moveTo>
                    <a:lnTo>
                      <a:pt x="2875" y="9581"/>
                    </a:lnTo>
                    <a:lnTo>
                      <a:pt x="5262" y="5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4848"/>
              </a:solidFill>
              <a:ln w="3334" cap="flat" cmpd="sng" algn="ctr">
                <a:solidFill>
                  <a:srgbClr val="d7484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1" name="Surface mesh patch"/>
              <p:cNvSpPr/>
              <p:nvPr/>
            </p:nvSpPr>
            <p:spPr>
              <a:xfrm>
                <a:off x="3450892" y="739348"/>
                <a:ext cx="50120" cy="135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11">
                    <a:moveTo>
                      <a:pt x="0" y="7573"/>
                    </a:moveTo>
                    <a:lnTo>
                      <a:pt x="2875" y="14211"/>
                    </a:lnTo>
                    <a:lnTo>
                      <a:pt x="5262" y="7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353c"/>
              </a:solidFill>
              <a:ln w="3334" cap="flat" cmpd="sng" algn="ctr">
                <a:solidFill>
                  <a:srgbClr val="cf353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2" name="Surface mesh patch"/>
              <p:cNvSpPr/>
              <p:nvPr/>
            </p:nvSpPr>
            <p:spPr>
              <a:xfrm>
                <a:off x="3501011" y="758255"/>
                <a:ext cx="50120" cy="1682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61">
                    <a:moveTo>
                      <a:pt x="0" y="5225"/>
                    </a:moveTo>
                    <a:lnTo>
                      <a:pt x="2875" y="17661"/>
                    </a:lnTo>
                    <a:lnTo>
                      <a:pt x="5262" y="13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4647"/>
              </a:solidFill>
              <a:ln w="3334" cap="flat" cmpd="sng" algn="ctr">
                <a:solidFill>
                  <a:srgbClr val="d6464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3" name="Surface mesh patch"/>
              <p:cNvSpPr/>
              <p:nvPr/>
            </p:nvSpPr>
            <p:spPr>
              <a:xfrm>
                <a:off x="3551131" y="857594"/>
                <a:ext cx="50120" cy="178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76">
                    <a:moveTo>
                      <a:pt x="0" y="2715"/>
                    </a:moveTo>
                    <a:lnTo>
                      <a:pt x="2875" y="18776"/>
                    </a:lnTo>
                    <a:lnTo>
                      <a:pt x="5262" y="16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7565"/>
              </a:solidFill>
              <a:ln w="3334" cap="flat" cmpd="sng" algn="ctr">
                <a:solidFill>
                  <a:srgbClr val="ec75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4" name="Surface mesh patch"/>
              <p:cNvSpPr/>
              <p:nvPr/>
            </p:nvSpPr>
            <p:spPr>
              <a:xfrm>
                <a:off x="3601251" y="1007235"/>
                <a:ext cx="50120" cy="16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39">
                    <a:moveTo>
                      <a:pt x="0" y="777"/>
                    </a:moveTo>
                    <a:lnTo>
                      <a:pt x="2875" y="17339"/>
                    </a:lnTo>
                    <a:lnTo>
                      <a:pt x="5262" y="16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78b"/>
              </a:solidFill>
              <a:ln w="3334" cap="flat" cmpd="sng" algn="ctr">
                <a:solidFill>
                  <a:srgbClr val="faa78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5" name="Surface mesh patch"/>
              <p:cNvSpPr/>
              <p:nvPr/>
            </p:nvSpPr>
            <p:spPr>
              <a:xfrm>
                <a:off x="3651370" y="1164381"/>
                <a:ext cx="50120" cy="136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06">
                    <a:moveTo>
                      <a:pt x="0" y="0"/>
                    </a:moveTo>
                    <a:lnTo>
                      <a:pt x="2875" y="14306"/>
                    </a:lnTo>
                    <a:lnTo>
                      <a:pt x="5262" y="14024"/>
                    </a:lnTo>
                    <a:lnTo>
                      <a:pt x="2387" y="209"/>
                    </a:lnTo>
                    <a:close/>
                  </a:path>
                </a:pathLst>
              </a:custGeom>
              <a:solidFill>
                <a:srgbClr val="fbcaae"/>
              </a:solidFill>
              <a:ln w="3334" cap="flat" cmpd="sng" algn="ctr">
                <a:solidFill>
                  <a:srgbClr val="fbca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6" name="Surface mesh patch"/>
              <p:cNvSpPr/>
              <p:nvPr/>
            </p:nvSpPr>
            <p:spPr>
              <a:xfrm>
                <a:off x="3701490" y="1297959"/>
                <a:ext cx="50120" cy="100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58">
                    <a:moveTo>
                      <a:pt x="0" y="0"/>
                    </a:moveTo>
                    <a:lnTo>
                      <a:pt x="2875" y="10558"/>
                    </a:lnTo>
                    <a:lnTo>
                      <a:pt x="5262" y="10177"/>
                    </a:lnTo>
                    <a:lnTo>
                      <a:pt x="2387" y="31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7" name="Surface mesh patch"/>
              <p:cNvSpPr/>
              <p:nvPr/>
            </p:nvSpPr>
            <p:spPr>
              <a:xfrm>
                <a:off x="3751609" y="1393692"/>
                <a:ext cx="50120" cy="649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21">
                    <a:moveTo>
                      <a:pt x="0" y="126"/>
                    </a:moveTo>
                    <a:lnTo>
                      <a:pt x="2875" y="6821"/>
                    </a:lnTo>
                    <a:lnTo>
                      <a:pt x="5262" y="60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8" name="Surface mesh patch"/>
              <p:cNvSpPr/>
              <p:nvPr/>
            </p:nvSpPr>
            <p:spPr>
              <a:xfrm>
                <a:off x="3801729" y="1444391"/>
                <a:ext cx="50120" cy="41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8">
                    <a:moveTo>
                      <a:pt x="0" y="716"/>
                    </a:moveTo>
                    <a:lnTo>
                      <a:pt x="2875" y="4338"/>
                    </a:lnTo>
                    <a:lnTo>
                      <a:pt x="5262" y="31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9" name="Surface mesh patch"/>
              <p:cNvSpPr/>
              <p:nvPr/>
            </p:nvSpPr>
            <p:spPr>
              <a:xfrm>
                <a:off x="3851849" y="1462790"/>
                <a:ext cx="50120" cy="270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5">
                    <a:moveTo>
                      <a:pt x="0" y="1205"/>
                    </a:moveTo>
                    <a:lnTo>
                      <a:pt x="2875" y="2835"/>
                    </a:lnTo>
                    <a:lnTo>
                      <a:pt x="5262" y="13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0" name="Surface mesh patch"/>
              <p:cNvSpPr/>
              <p:nvPr/>
            </p:nvSpPr>
            <p:spPr>
              <a:xfrm>
                <a:off x="3901968" y="1461444"/>
                <a:ext cx="50120" cy="199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2">
                    <a:moveTo>
                      <a:pt x="0" y="1492"/>
                    </a:moveTo>
                    <a:lnTo>
                      <a:pt x="2875" y="2092"/>
                    </a:lnTo>
                    <a:lnTo>
                      <a:pt x="5262" y="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1" name="Surface mesh patch"/>
              <p:cNvSpPr/>
              <p:nvPr/>
            </p:nvSpPr>
            <p:spPr>
              <a:xfrm>
                <a:off x="3952088" y="1451178"/>
                <a:ext cx="50120" cy="175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2">
                    <a:moveTo>
                      <a:pt x="0" y="1576"/>
                    </a:moveTo>
                    <a:lnTo>
                      <a:pt x="2875" y="1842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2" name="Surface mesh patch"/>
              <p:cNvSpPr/>
              <p:nvPr/>
            </p:nvSpPr>
            <p:spPr>
              <a:xfrm>
                <a:off x="4002208" y="1439631"/>
                <a:ext cx="50120" cy="17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0">
                    <a:moveTo>
                      <a:pt x="0" y="1503"/>
                    </a:moveTo>
                    <a:lnTo>
                      <a:pt x="2875" y="1870"/>
                    </a:lnTo>
                    <a:lnTo>
                      <a:pt x="5262" y="4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3" name="Surface mesh patch"/>
              <p:cNvSpPr/>
              <p:nvPr/>
            </p:nvSpPr>
            <p:spPr>
              <a:xfrm>
                <a:off x="4052327" y="1431476"/>
                <a:ext cx="50120" cy="194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9">
                    <a:moveTo>
                      <a:pt x="0" y="1329"/>
                    </a:moveTo>
                    <a:lnTo>
                      <a:pt x="2875" y="2039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4" name="Surface mesh patch"/>
              <p:cNvSpPr/>
              <p:nvPr/>
            </p:nvSpPr>
            <p:spPr>
              <a:xfrm>
                <a:off x="4102447" y="1429072"/>
                <a:ext cx="50120" cy="214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6">
                    <a:moveTo>
                      <a:pt x="0" y="1107"/>
                    </a:moveTo>
                    <a:lnTo>
                      <a:pt x="2875" y="2256"/>
                    </a:lnTo>
                    <a:lnTo>
                      <a:pt x="5262" y="1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5" name="Surface mesh patch"/>
              <p:cNvSpPr/>
              <p:nvPr/>
            </p:nvSpPr>
            <p:spPr>
              <a:xfrm>
                <a:off x="4152567" y="1432979"/>
                <a:ext cx="50120" cy="234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2">
                    <a:moveTo>
                      <a:pt x="0" y="888"/>
                    </a:moveTo>
                    <a:lnTo>
                      <a:pt x="2875" y="2462"/>
                    </a:lnTo>
                    <a:lnTo>
                      <a:pt x="5262" y="16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6" name="Surface mesh patch"/>
              <p:cNvSpPr/>
              <p:nvPr/>
            </p:nvSpPr>
            <p:spPr>
              <a:xfrm>
                <a:off x="2225288" y="1580207"/>
                <a:ext cx="50120" cy="19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7">
                    <a:moveTo>
                      <a:pt x="0" y="709"/>
                    </a:moveTo>
                    <a:lnTo>
                      <a:pt x="2875" y="2047"/>
                    </a:lnTo>
                    <a:lnTo>
                      <a:pt x="5262" y="1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7" name="Surface mesh patch"/>
              <p:cNvSpPr/>
              <p:nvPr/>
            </p:nvSpPr>
            <p:spPr>
              <a:xfrm>
                <a:off x="2275408" y="1585142"/>
                <a:ext cx="50120" cy="16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6">
                    <a:moveTo>
                      <a:pt x="0" y="744"/>
                    </a:moveTo>
                    <a:lnTo>
                      <a:pt x="2875" y="1686"/>
                    </a:lnTo>
                    <a:lnTo>
                      <a:pt x="5262" y="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8" name="Surface mesh patch"/>
              <p:cNvSpPr/>
              <p:nvPr/>
            </p:nvSpPr>
            <p:spPr>
              <a:xfrm>
                <a:off x="2325528" y="1586955"/>
                <a:ext cx="50120" cy="121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8">
                    <a:moveTo>
                      <a:pt x="0" y="703"/>
                    </a:moveTo>
                    <a:lnTo>
                      <a:pt x="2875" y="1278"/>
                    </a:lnTo>
                    <a:lnTo>
                      <a:pt x="5262" y="5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9" name="Surface mesh patch"/>
              <p:cNvSpPr/>
              <p:nvPr/>
            </p:nvSpPr>
            <p:spPr>
              <a:xfrm>
                <a:off x="2375647" y="1586945"/>
                <a:ext cx="50120" cy="80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7">
                    <a:moveTo>
                      <a:pt x="0" y="568"/>
                    </a:moveTo>
                    <a:lnTo>
                      <a:pt x="2875" y="847"/>
                    </a:lnTo>
                    <a:lnTo>
                      <a:pt x="5262" y="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0" name="Surface mesh patch"/>
              <p:cNvSpPr/>
              <p:nvPr/>
            </p:nvSpPr>
            <p:spPr>
              <a:xfrm>
                <a:off x="2425767" y="1586590"/>
                <a:ext cx="50120" cy="4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">
                    <a:moveTo>
                      <a:pt x="0" y="349"/>
                    </a:moveTo>
                    <a:lnTo>
                      <a:pt x="2875" y="432"/>
                    </a:lnTo>
                    <a:lnTo>
                      <a:pt x="5262" y="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1" name="Surface mesh patch"/>
              <p:cNvSpPr/>
              <p:nvPr/>
            </p:nvSpPr>
            <p:spPr>
              <a:xfrm>
                <a:off x="2475887" y="1587154"/>
                <a:ext cx="50120" cy="8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">
                    <a:moveTo>
                      <a:pt x="0" y="85"/>
                    </a:moveTo>
                    <a:lnTo>
                      <a:pt x="2875" y="94"/>
                    </a:lnTo>
                    <a:lnTo>
                      <a:pt x="5262" y="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2" name="Surface mesh patch"/>
              <p:cNvSpPr/>
              <p:nvPr/>
            </p:nvSpPr>
            <p:spPr>
              <a:xfrm>
                <a:off x="2526006" y="1587926"/>
                <a:ext cx="50120" cy="2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2">
                    <a:moveTo>
                      <a:pt x="0" y="0"/>
                    </a:moveTo>
                    <a:lnTo>
                      <a:pt x="2875" y="83"/>
                    </a:lnTo>
                    <a:lnTo>
                      <a:pt x="5262" y="312"/>
                    </a:lnTo>
                    <a:lnTo>
                      <a:pt x="2387" y="165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3" name="Surface mesh patch"/>
              <p:cNvSpPr/>
              <p:nvPr/>
            </p:nvSpPr>
            <p:spPr>
              <a:xfrm>
                <a:off x="2576126" y="1590901"/>
                <a:ext cx="50120" cy="6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">
                    <a:moveTo>
                      <a:pt x="0" y="0"/>
                    </a:moveTo>
                    <a:lnTo>
                      <a:pt x="2875" y="337"/>
                    </a:lnTo>
                    <a:lnTo>
                      <a:pt x="5262" y="715"/>
                    </a:lnTo>
                    <a:lnTo>
                      <a:pt x="2387" y="339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4" name="Surface mesh patch"/>
              <p:cNvSpPr/>
              <p:nvPr/>
            </p:nvSpPr>
            <p:spPr>
              <a:xfrm>
                <a:off x="2626245" y="1597709"/>
                <a:ext cx="50120" cy="11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3">
                    <a:moveTo>
                      <a:pt x="0" y="0"/>
                    </a:moveTo>
                    <a:lnTo>
                      <a:pt x="2875" y="790"/>
                    </a:lnTo>
                    <a:lnTo>
                      <a:pt x="5262" y="1163"/>
                    </a:lnTo>
                    <a:lnTo>
                      <a:pt x="2387" y="377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5" name="Surface mesh patch"/>
              <p:cNvSpPr/>
              <p:nvPr/>
            </p:nvSpPr>
            <p:spPr>
              <a:xfrm>
                <a:off x="2676365" y="1608784"/>
                <a:ext cx="50120" cy="150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5">
                    <a:moveTo>
                      <a:pt x="0" y="0"/>
                    </a:moveTo>
                    <a:lnTo>
                      <a:pt x="2875" y="1426"/>
                    </a:lnTo>
                    <a:lnTo>
                      <a:pt x="5262" y="1585"/>
                    </a:lnTo>
                    <a:lnTo>
                      <a:pt x="2387" y="232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6" name="Surface mesh patch"/>
              <p:cNvSpPr/>
              <p:nvPr/>
            </p:nvSpPr>
            <p:spPr>
              <a:xfrm>
                <a:off x="2726485" y="1622689"/>
                <a:ext cx="50120" cy="21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0">
                    <a:moveTo>
                      <a:pt x="0" y="125"/>
                    </a:moveTo>
                    <a:lnTo>
                      <a:pt x="2875" y="2290"/>
                    </a:lnTo>
                    <a:lnTo>
                      <a:pt x="5262" y="19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7" name="Surface mesh patch"/>
              <p:cNvSpPr/>
              <p:nvPr/>
            </p:nvSpPr>
            <p:spPr>
              <a:xfrm>
                <a:off x="2776604" y="1634984"/>
                <a:ext cx="50120" cy="33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7">
                    <a:moveTo>
                      <a:pt x="0" y="698"/>
                    </a:moveTo>
                    <a:lnTo>
                      <a:pt x="2875" y="3567"/>
                    </a:lnTo>
                    <a:lnTo>
                      <a:pt x="5262" y="2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8" name="Surface mesh patch"/>
              <p:cNvSpPr/>
              <p:nvPr/>
            </p:nvSpPr>
            <p:spPr>
              <a:xfrm>
                <a:off x="2826724" y="1645498"/>
                <a:ext cx="50120" cy="45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25">
                    <a:moveTo>
                      <a:pt x="0" y="1453"/>
                    </a:moveTo>
                    <a:lnTo>
                      <a:pt x="2875" y="4825"/>
                    </a:lnTo>
                    <a:lnTo>
                      <a:pt x="5262" y="29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9" name="Surface mesh patch"/>
              <p:cNvSpPr/>
              <p:nvPr/>
            </p:nvSpPr>
            <p:spPr>
              <a:xfrm>
                <a:off x="2876844" y="1651139"/>
                <a:ext cx="50120" cy="556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2313"/>
                    </a:moveTo>
                    <a:lnTo>
                      <a:pt x="2875" y="5841"/>
                    </a:lnTo>
                    <a:lnTo>
                      <a:pt x="5262" y="29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2fd"/>
              </a:solidFill>
              <a:ln w="3334" cap="flat" cmpd="sng" algn="ctr">
                <a:solidFill>
                  <a:srgbClr val="94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0" name="Surface mesh patch"/>
              <p:cNvSpPr/>
              <p:nvPr/>
            </p:nvSpPr>
            <p:spPr>
              <a:xfrm>
                <a:off x="2926963" y="1648773"/>
                <a:ext cx="50120" cy="612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29">
                    <a:moveTo>
                      <a:pt x="0" y="3167"/>
                    </a:moveTo>
                    <a:lnTo>
                      <a:pt x="2875" y="6429"/>
                    </a:lnTo>
                    <a:lnTo>
                      <a:pt x="5262" y="25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1" name="Surface mesh patch"/>
              <p:cNvSpPr/>
              <p:nvPr/>
            </p:nvSpPr>
            <p:spPr>
              <a:xfrm>
                <a:off x="2977083" y="1635821"/>
                <a:ext cx="50120" cy="617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82">
                    <a:moveTo>
                      <a:pt x="0" y="3908"/>
                    </a:moveTo>
                    <a:lnTo>
                      <a:pt x="2875" y="6482"/>
                    </a:lnTo>
                    <a:lnTo>
                      <a:pt x="5262" y="18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2" name="Surface mesh patch"/>
              <p:cNvSpPr/>
              <p:nvPr/>
            </p:nvSpPr>
            <p:spPr>
              <a:xfrm>
                <a:off x="3027203" y="1610265"/>
                <a:ext cx="50120" cy="571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7">
                    <a:moveTo>
                      <a:pt x="0" y="4484"/>
                    </a:moveTo>
                    <a:lnTo>
                      <a:pt x="2875" y="5997"/>
                    </a:lnTo>
                    <a:lnTo>
                      <a:pt x="5262" y="6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bfd"/>
              </a:solidFill>
              <a:ln w="3334" cap="flat" cmpd="sng" algn="ctr">
                <a:solidFill>
                  <a:srgbClr val="9f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3" name="Surface mesh patch"/>
              <p:cNvSpPr/>
              <p:nvPr/>
            </p:nvSpPr>
            <p:spPr>
              <a:xfrm>
                <a:off x="3077322" y="1562462"/>
                <a:ext cx="50120" cy="556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5714"/>
                    </a:moveTo>
                    <a:lnTo>
                      <a:pt x="2875" y="5841"/>
                    </a:lnTo>
                    <a:lnTo>
                      <a:pt x="5262" y="0"/>
                    </a:lnTo>
                    <a:lnTo>
                      <a:pt x="2387" y="767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4" name="Surface mesh patch"/>
              <p:cNvSpPr/>
              <p:nvPr/>
            </p:nvSpPr>
            <p:spPr>
              <a:xfrm>
                <a:off x="3127442" y="1486064"/>
                <a:ext cx="50120" cy="76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21">
                    <a:moveTo>
                      <a:pt x="0" y="8021"/>
                    </a:moveTo>
                    <a:lnTo>
                      <a:pt x="2875" y="6498"/>
                    </a:lnTo>
                    <a:lnTo>
                      <a:pt x="5262" y="0"/>
                    </a:lnTo>
                    <a:lnTo>
                      <a:pt x="2387" y="2562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5" name="Surface mesh patch"/>
              <p:cNvSpPr/>
              <p:nvPr/>
            </p:nvSpPr>
            <p:spPr>
              <a:xfrm>
                <a:off x="3177562" y="1384118"/>
                <a:ext cx="50120" cy="101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03">
                    <a:moveTo>
                      <a:pt x="0" y="10703"/>
                    </a:moveTo>
                    <a:lnTo>
                      <a:pt x="2875" y="7440"/>
                    </a:lnTo>
                    <a:lnTo>
                      <a:pt x="5262" y="0"/>
                    </a:lnTo>
                    <a:lnTo>
                      <a:pt x="2387" y="4482"/>
                    </a:lnTo>
                    <a:close/>
                  </a:path>
                </a:pathLst>
              </a:custGeom>
              <a:solidFill>
                <a:srgbClr val="dae3f1"/>
              </a:solidFill>
              <a:ln w="3334" cap="flat" cmpd="sng" algn="ctr">
                <a:solidFill>
                  <a:srgbClr val="da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6" name="Surface mesh patch"/>
              <p:cNvSpPr/>
              <p:nvPr/>
            </p:nvSpPr>
            <p:spPr>
              <a:xfrm>
                <a:off x="3227681" y="1257463"/>
                <a:ext cx="50120" cy="1266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97">
                    <a:moveTo>
                      <a:pt x="0" y="13297"/>
                    </a:moveTo>
                    <a:lnTo>
                      <a:pt x="2875" y="8644"/>
                    </a:lnTo>
                    <a:lnTo>
                      <a:pt x="5262" y="0"/>
                    </a:lnTo>
                    <a:lnTo>
                      <a:pt x="2387" y="5966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7" name="Surface mesh patch"/>
              <p:cNvSpPr/>
              <p:nvPr/>
            </p:nvSpPr>
            <p:spPr>
              <a:xfrm>
                <a:off x="3277801" y="1117082"/>
                <a:ext cx="50120" cy="1403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38">
                    <a:moveTo>
                      <a:pt x="0" y="14738"/>
                    </a:moveTo>
                    <a:lnTo>
                      <a:pt x="2875" y="9793"/>
                    </a:lnTo>
                    <a:lnTo>
                      <a:pt x="5262" y="0"/>
                    </a:lnTo>
                    <a:lnTo>
                      <a:pt x="2387" y="6101"/>
                    </a:lnTo>
                    <a:close/>
                  </a:path>
                </a:pathLst>
              </a:custGeom>
              <a:solidFill>
                <a:srgbClr val="fbbb9e"/>
              </a:solidFill>
              <a:ln w="3334" cap="flat" cmpd="sng" algn="ctr">
                <a:solidFill>
                  <a:srgbClr val="fbbb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" name="Surface mesh patch"/>
              <p:cNvSpPr/>
              <p:nvPr/>
            </p:nvSpPr>
            <p:spPr>
              <a:xfrm>
                <a:off x="3327920" y="986625"/>
                <a:ext cx="50120" cy="13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96">
                    <a:moveTo>
                      <a:pt x="0" y="13696"/>
                    </a:moveTo>
                    <a:lnTo>
                      <a:pt x="2875" y="10363"/>
                    </a:lnTo>
                    <a:lnTo>
                      <a:pt x="5262" y="0"/>
                    </a:lnTo>
                    <a:lnTo>
                      <a:pt x="2387" y="4003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" name="Surface mesh patch"/>
              <p:cNvSpPr/>
              <p:nvPr/>
            </p:nvSpPr>
            <p:spPr>
              <a:xfrm>
                <a:off x="3378040" y="891994"/>
                <a:ext cx="50120" cy="99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46">
                    <a:moveTo>
                      <a:pt x="0" y="9935"/>
                    </a:moveTo>
                    <a:lnTo>
                      <a:pt x="2875" y="10446"/>
                    </a:lnTo>
                    <a:lnTo>
                      <a:pt x="5262" y="5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6b5f"/>
              </a:solidFill>
              <a:ln w="3334" cap="flat" cmpd="sng" algn="ctr">
                <a:solidFill>
                  <a:srgbClr val="e76b5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0" name="Surface mesh patch"/>
              <p:cNvSpPr/>
              <p:nvPr/>
            </p:nvSpPr>
            <p:spPr>
              <a:xfrm>
                <a:off x="3428160" y="811477"/>
                <a:ext cx="50120" cy="142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56">
                    <a:moveTo>
                      <a:pt x="0" y="9000"/>
                    </a:moveTo>
                    <a:lnTo>
                      <a:pt x="2875" y="14956"/>
                    </a:lnTo>
                    <a:lnTo>
                      <a:pt x="5262" y="6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c524f"/>
              </a:solidFill>
              <a:ln w="3334" cap="flat" cmpd="sng" algn="ctr">
                <a:solidFill>
                  <a:srgbClr val="dc524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1" name="Surface mesh patch"/>
              <p:cNvSpPr/>
              <p:nvPr/>
            </p:nvSpPr>
            <p:spPr>
              <a:xfrm>
                <a:off x="3478279" y="808022"/>
                <a:ext cx="50120" cy="175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54">
                    <a:moveTo>
                      <a:pt x="0" y="7001"/>
                    </a:moveTo>
                    <a:lnTo>
                      <a:pt x="2875" y="18454"/>
                    </a:lnTo>
                    <a:lnTo>
                      <a:pt x="5262" y="12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5953"/>
              </a:solidFill>
              <a:ln w="3334" cap="flat" cmpd="sng" algn="ctr">
                <a:solidFill>
                  <a:srgbClr val="df595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2" name="Surface mesh patch"/>
              <p:cNvSpPr/>
              <p:nvPr/>
            </p:nvSpPr>
            <p:spPr>
              <a:xfrm>
                <a:off x="3528399" y="883457"/>
                <a:ext cx="50120" cy="1879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37">
                    <a:moveTo>
                      <a:pt x="0" y="4517"/>
                    </a:moveTo>
                    <a:lnTo>
                      <a:pt x="2875" y="19737"/>
                    </a:lnTo>
                    <a:lnTo>
                      <a:pt x="5262" y="160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7e6b"/>
              </a:solidFill>
              <a:ln w="3334" cap="flat" cmpd="sng" algn="ctr">
                <a:solidFill>
                  <a:srgbClr val="f07e6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3" name="Surface mesh patch"/>
              <p:cNvSpPr/>
              <p:nvPr/>
            </p:nvSpPr>
            <p:spPr>
              <a:xfrm>
                <a:off x="3578519" y="1014634"/>
                <a:ext cx="50120" cy="175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60">
                    <a:moveTo>
                      <a:pt x="0" y="2289"/>
                    </a:moveTo>
                    <a:lnTo>
                      <a:pt x="2875" y="18460"/>
                    </a:lnTo>
                    <a:lnTo>
                      <a:pt x="5262" y="16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78c"/>
              </a:solidFill>
              <a:ln w="3334" cap="flat" cmpd="sng" algn="ctr">
                <a:solidFill>
                  <a:srgbClr val="faa7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4" name="Surface mesh patch"/>
              <p:cNvSpPr/>
              <p:nvPr/>
            </p:nvSpPr>
            <p:spPr>
              <a:xfrm>
                <a:off x="3628638" y="1164381"/>
                <a:ext cx="50120" cy="1452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47">
                    <a:moveTo>
                      <a:pt x="0" y="841"/>
                    </a:moveTo>
                    <a:lnTo>
                      <a:pt x="2875" y="15247"/>
                    </a:lnTo>
                    <a:lnTo>
                      <a:pt x="5262" y="143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5" name="Surface mesh patch"/>
              <p:cNvSpPr/>
              <p:nvPr/>
            </p:nvSpPr>
            <p:spPr>
              <a:xfrm>
                <a:off x="3678758" y="1297959"/>
                <a:ext cx="50120" cy="1072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262">
                    <a:moveTo>
                      <a:pt x="0" y="283"/>
                    </a:moveTo>
                    <a:lnTo>
                      <a:pt x="2875" y="11262"/>
                    </a:lnTo>
                    <a:lnTo>
                      <a:pt x="5262" y="105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6" name="Surface mesh patch"/>
              <p:cNvSpPr/>
              <p:nvPr/>
            </p:nvSpPr>
            <p:spPr>
              <a:xfrm>
                <a:off x="3728878" y="1394895"/>
                <a:ext cx="50120" cy="722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90">
                    <a:moveTo>
                      <a:pt x="0" y="381"/>
                    </a:moveTo>
                    <a:lnTo>
                      <a:pt x="2875" y="7590"/>
                    </a:lnTo>
                    <a:lnTo>
                      <a:pt x="5262" y="66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7" name="Surface mesh patch"/>
              <p:cNvSpPr/>
              <p:nvPr/>
            </p:nvSpPr>
            <p:spPr>
              <a:xfrm>
                <a:off x="3778997" y="1451215"/>
                <a:ext cx="50120" cy="460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8">
                    <a:moveTo>
                      <a:pt x="0" y="782"/>
                    </a:moveTo>
                    <a:lnTo>
                      <a:pt x="2875" y="4838"/>
                    </a:lnTo>
                    <a:lnTo>
                      <a:pt x="5262" y="36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8" name="Surface mesh patch"/>
              <p:cNvSpPr/>
              <p:nvPr/>
            </p:nvSpPr>
            <p:spPr>
              <a:xfrm>
                <a:off x="3829117" y="1474271"/>
                <a:ext cx="50120" cy="296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0">
                    <a:moveTo>
                      <a:pt x="0" y="1201"/>
                    </a:moveTo>
                    <a:lnTo>
                      <a:pt x="2875" y="3110"/>
                    </a:lnTo>
                    <a:lnTo>
                      <a:pt x="5262" y="16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9" name="Surface mesh patch"/>
              <p:cNvSpPr/>
              <p:nvPr/>
            </p:nvSpPr>
            <p:spPr>
              <a:xfrm>
                <a:off x="3879237" y="1475651"/>
                <a:ext cx="50120" cy="210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8">
                    <a:moveTo>
                      <a:pt x="0" y="1485"/>
                    </a:moveTo>
                    <a:lnTo>
                      <a:pt x="2875" y="2208"/>
                    </a:lnTo>
                    <a:lnTo>
                      <a:pt x="5262" y="6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0" name="Surface mesh patch"/>
              <p:cNvSpPr/>
              <p:nvPr/>
            </p:nvSpPr>
            <p:spPr>
              <a:xfrm>
                <a:off x="3929356" y="1466187"/>
                <a:ext cx="50120" cy="17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">
                    <a:moveTo>
                      <a:pt x="0" y="1595"/>
                    </a:moveTo>
                    <a:lnTo>
                      <a:pt x="2875" y="1858"/>
                    </a:lnTo>
                    <a:lnTo>
                      <a:pt x="5262" y="2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1" name="Surface mesh patch"/>
              <p:cNvSpPr/>
              <p:nvPr/>
            </p:nvSpPr>
            <p:spPr>
              <a:xfrm>
                <a:off x="3979476" y="1453946"/>
                <a:ext cx="50120" cy="17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9">
                    <a:moveTo>
                      <a:pt x="0" y="1551"/>
                    </a:moveTo>
                    <a:lnTo>
                      <a:pt x="2875" y="1829"/>
                    </a:lnTo>
                    <a:lnTo>
                      <a:pt x="5262" y="3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2" name="Surface mesh patch"/>
              <p:cNvSpPr/>
              <p:nvPr/>
            </p:nvSpPr>
            <p:spPr>
              <a:xfrm>
                <a:off x="4029595" y="1444131"/>
                <a:ext cx="50120" cy="18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0">
                    <a:moveTo>
                      <a:pt x="0" y="1398"/>
                    </a:moveTo>
                    <a:lnTo>
                      <a:pt x="2875" y="1970"/>
                    </a:lnTo>
                    <a:lnTo>
                      <a:pt x="5262" y="7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3" name="Surface mesh patch"/>
              <p:cNvSpPr/>
              <p:nvPr/>
            </p:nvSpPr>
            <p:spPr>
              <a:xfrm>
                <a:off x="4079715" y="1439616"/>
                <a:ext cx="50120" cy="207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2">
                    <a:moveTo>
                      <a:pt x="0" y="1184"/>
                    </a:moveTo>
                    <a:lnTo>
                      <a:pt x="2875" y="2182"/>
                    </a:lnTo>
                    <a:lnTo>
                      <a:pt x="5262" y="11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4" name="Surface mesh patch"/>
              <p:cNvSpPr/>
              <p:nvPr/>
            </p:nvSpPr>
            <p:spPr>
              <a:xfrm>
                <a:off x="4129835" y="1441438"/>
                <a:ext cx="50120" cy="22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958"/>
                    </a:moveTo>
                    <a:lnTo>
                      <a:pt x="2875" y="2398"/>
                    </a:lnTo>
                    <a:lnTo>
                      <a:pt x="5262" y="15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5" name="Surface mesh patch"/>
              <p:cNvSpPr/>
              <p:nvPr/>
            </p:nvSpPr>
            <p:spPr>
              <a:xfrm>
                <a:off x="2252676" y="1592233"/>
                <a:ext cx="50120" cy="171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2">
                    <a:moveTo>
                      <a:pt x="0" y="784"/>
                    </a:moveTo>
                    <a:lnTo>
                      <a:pt x="2875" y="1802"/>
                    </a:lnTo>
                    <a:lnTo>
                      <a:pt x="5262" y="9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6" name="Surface mesh patch"/>
              <p:cNvSpPr/>
              <p:nvPr/>
            </p:nvSpPr>
            <p:spPr>
              <a:xfrm>
                <a:off x="2302796" y="1593653"/>
                <a:ext cx="50120" cy="134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0">
                    <a:moveTo>
                      <a:pt x="0" y="793"/>
                    </a:moveTo>
                    <a:lnTo>
                      <a:pt x="2875" y="1410"/>
                    </a:lnTo>
                    <a:lnTo>
                      <a:pt x="5262" y="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7" name="Surface mesh patch"/>
              <p:cNvSpPr/>
              <p:nvPr/>
            </p:nvSpPr>
            <p:spPr>
              <a:xfrm>
                <a:off x="2352915" y="1592353"/>
                <a:ext cx="50120" cy="94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">
                    <a:moveTo>
                      <a:pt x="0" y="711"/>
                    </a:moveTo>
                    <a:lnTo>
                      <a:pt x="2875" y="993"/>
                    </a:lnTo>
                    <a:lnTo>
                      <a:pt x="5262" y="2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8" name="Surface mesh patch"/>
              <p:cNvSpPr/>
              <p:nvPr/>
            </p:nvSpPr>
            <p:spPr>
              <a:xfrm>
                <a:off x="2403035" y="1589914"/>
                <a:ext cx="50120" cy="55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">
                    <a:moveTo>
                      <a:pt x="0" y="535"/>
                    </a:moveTo>
                    <a:lnTo>
                      <a:pt x="2875" y="585"/>
                    </a:lnTo>
                    <a:lnTo>
                      <a:pt x="5262" y="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9" name="Surface mesh patch"/>
              <p:cNvSpPr/>
              <p:nvPr/>
            </p:nvSpPr>
            <p:spPr>
              <a:xfrm>
                <a:off x="2453155" y="1587967"/>
                <a:ext cx="50120" cy="27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">
                    <a:moveTo>
                      <a:pt x="0" y="287"/>
                    </a:moveTo>
                    <a:lnTo>
                      <a:pt x="2875" y="239"/>
                    </a:lnTo>
                    <a:lnTo>
                      <a:pt x="5262" y="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0" name="Surface mesh patch"/>
              <p:cNvSpPr/>
              <p:nvPr/>
            </p:nvSpPr>
            <p:spPr>
              <a:xfrm>
                <a:off x="2503274" y="1587926"/>
                <a:ext cx="50120" cy="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">
                    <a:moveTo>
                      <a:pt x="0" y="13"/>
                    </a:moveTo>
                    <a:lnTo>
                      <a:pt x="2875" y="29"/>
                    </a:lnTo>
                    <a:lnTo>
                      <a:pt x="5262" y="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1" name="Surface mesh patch"/>
              <p:cNvSpPr/>
              <p:nvPr/>
            </p:nvSpPr>
            <p:spPr>
              <a:xfrm>
                <a:off x="2553394" y="1588715"/>
                <a:ext cx="50120" cy="5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">
                    <a:moveTo>
                      <a:pt x="0" y="0"/>
                    </a:moveTo>
                    <a:lnTo>
                      <a:pt x="2875" y="273"/>
                    </a:lnTo>
                    <a:lnTo>
                      <a:pt x="5262" y="566"/>
                    </a:lnTo>
                    <a:lnTo>
                      <a:pt x="2387" y="23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2" name="Surface mesh patch"/>
              <p:cNvSpPr/>
              <p:nvPr/>
            </p:nvSpPr>
            <p:spPr>
              <a:xfrm>
                <a:off x="2603514" y="1594106"/>
                <a:ext cx="50120" cy="111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8">
                    <a:moveTo>
                      <a:pt x="0" y="0"/>
                    </a:moveTo>
                    <a:lnTo>
                      <a:pt x="2875" y="747"/>
                    </a:lnTo>
                    <a:lnTo>
                      <a:pt x="5262" y="1168"/>
                    </a:lnTo>
                    <a:lnTo>
                      <a:pt x="2387" y="378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3" name="Surface mesh patch"/>
              <p:cNvSpPr/>
              <p:nvPr/>
            </p:nvSpPr>
            <p:spPr>
              <a:xfrm>
                <a:off x="2653633" y="1605236"/>
                <a:ext cx="50120" cy="17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9">
                    <a:moveTo>
                      <a:pt x="0" y="0"/>
                    </a:moveTo>
                    <a:lnTo>
                      <a:pt x="2875" y="1426"/>
                    </a:lnTo>
                    <a:lnTo>
                      <a:pt x="5262" y="1799"/>
                    </a:lnTo>
                    <a:lnTo>
                      <a:pt x="2387" y="37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4" name="Surface mesh patch"/>
              <p:cNvSpPr/>
              <p:nvPr/>
            </p:nvSpPr>
            <p:spPr>
              <a:xfrm>
                <a:off x="2703753" y="1622367"/>
                <a:ext cx="50120" cy="22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4">
                    <a:moveTo>
                      <a:pt x="0" y="0"/>
                    </a:moveTo>
                    <a:lnTo>
                      <a:pt x="2875" y="2246"/>
                    </a:lnTo>
                    <a:lnTo>
                      <a:pt x="5262" y="2324"/>
                    </a:lnTo>
                    <a:lnTo>
                      <a:pt x="2387" y="159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5" name="Surface mesh patch"/>
              <p:cNvSpPr/>
              <p:nvPr/>
            </p:nvSpPr>
            <p:spPr>
              <a:xfrm>
                <a:off x="2753873" y="1641632"/>
                <a:ext cx="50120" cy="321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7">
                    <a:moveTo>
                      <a:pt x="0" y="301"/>
                    </a:moveTo>
                    <a:lnTo>
                      <a:pt x="2875" y="3377"/>
                    </a:lnTo>
                    <a:lnTo>
                      <a:pt x="5262" y="28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6" name="Surface mesh patch"/>
              <p:cNvSpPr/>
              <p:nvPr/>
            </p:nvSpPr>
            <p:spPr>
              <a:xfrm>
                <a:off x="2803992" y="1659341"/>
                <a:ext cx="50120" cy="45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51">
                    <a:moveTo>
                      <a:pt x="0" y="1010"/>
                    </a:moveTo>
                    <a:lnTo>
                      <a:pt x="2875" y="4751"/>
                    </a:lnTo>
                    <a:lnTo>
                      <a:pt x="5262" y="33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" name="Surface mesh patch"/>
              <p:cNvSpPr/>
              <p:nvPr/>
            </p:nvSpPr>
            <p:spPr>
              <a:xfrm>
                <a:off x="2854112" y="1673173"/>
                <a:ext cx="50120" cy="570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0">
                    <a:moveTo>
                      <a:pt x="0" y="1919"/>
                    </a:moveTo>
                    <a:lnTo>
                      <a:pt x="2875" y="5990"/>
                    </a:lnTo>
                    <a:lnTo>
                      <a:pt x="5262" y="35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8" name="Surface mesh patch"/>
              <p:cNvSpPr/>
              <p:nvPr/>
            </p:nvSpPr>
            <p:spPr>
              <a:xfrm>
                <a:off x="2904231" y="1678941"/>
                <a:ext cx="50120" cy="65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6">
                    <a:moveTo>
                      <a:pt x="0" y="2922"/>
                    </a:moveTo>
                    <a:lnTo>
                      <a:pt x="2875" y="6876"/>
                    </a:lnTo>
                    <a:lnTo>
                      <a:pt x="5262" y="3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eabfd"/>
              </a:solidFill>
              <a:ln w="3334" cap="flat" cmpd="sng" algn="ctr">
                <a:solidFill>
                  <a:srgbClr val="8e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9" name="Surface mesh patch"/>
              <p:cNvSpPr/>
              <p:nvPr/>
            </p:nvSpPr>
            <p:spPr>
              <a:xfrm>
                <a:off x="2954351" y="1673043"/>
                <a:ext cx="50120" cy="69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8">
                    <a:moveTo>
                      <a:pt x="0" y="3881"/>
                    </a:moveTo>
                    <a:lnTo>
                      <a:pt x="2875" y="7248"/>
                    </a:lnTo>
                    <a:lnTo>
                      <a:pt x="5262" y="2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0" name="Surface mesh patch"/>
              <p:cNvSpPr/>
              <p:nvPr/>
            </p:nvSpPr>
            <p:spPr>
              <a:xfrm>
                <a:off x="3004471" y="1652971"/>
                <a:ext cx="50120" cy="67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5">
                    <a:moveTo>
                      <a:pt x="0" y="4682"/>
                    </a:moveTo>
                    <a:lnTo>
                      <a:pt x="2875" y="7045"/>
                    </a:lnTo>
                    <a:lnTo>
                      <a:pt x="5262" y="15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1" name="Surface mesh patch"/>
              <p:cNvSpPr/>
              <p:nvPr/>
            </p:nvSpPr>
            <p:spPr>
              <a:xfrm>
                <a:off x="3054590" y="1616889"/>
                <a:ext cx="50120" cy="60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30">
                    <a:moveTo>
                      <a:pt x="0" y="5301"/>
                    </a:moveTo>
                    <a:lnTo>
                      <a:pt x="2875" y="6330"/>
                    </a:lnTo>
                    <a:lnTo>
                      <a:pt x="5262" y="1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2" name="Surface mesh patch"/>
              <p:cNvSpPr/>
              <p:nvPr/>
            </p:nvSpPr>
            <p:spPr>
              <a:xfrm>
                <a:off x="3104710" y="1547953"/>
                <a:ext cx="50120" cy="70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64">
                    <a:moveTo>
                      <a:pt x="0" y="7364"/>
                    </a:moveTo>
                    <a:lnTo>
                      <a:pt x="2875" y="6833"/>
                    </a:lnTo>
                    <a:lnTo>
                      <a:pt x="5262" y="0"/>
                    </a:lnTo>
                    <a:lnTo>
                      <a:pt x="2387" y="1523"/>
                    </a:lnTo>
                    <a:close/>
                  </a:path>
                </a:pathLst>
              </a:custGeom>
              <a:solidFill>
                <a:srgbClr val="afccfd"/>
              </a:solidFill>
              <a:ln w="3334" cap="flat" cmpd="sng" algn="ctr">
                <a:solidFill>
                  <a:srgbClr val="af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3" name="Surface mesh patch"/>
              <p:cNvSpPr/>
              <p:nvPr/>
            </p:nvSpPr>
            <p:spPr>
              <a:xfrm>
                <a:off x="3154830" y="1454983"/>
                <a:ext cx="50120" cy="92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61">
                    <a:moveTo>
                      <a:pt x="0" y="9761"/>
                    </a:moveTo>
                    <a:lnTo>
                      <a:pt x="2875" y="7615"/>
                    </a:lnTo>
                    <a:lnTo>
                      <a:pt x="5262" y="0"/>
                    </a:lnTo>
                    <a:lnTo>
                      <a:pt x="2387" y="3263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4" name="Surface mesh patch"/>
              <p:cNvSpPr/>
              <p:nvPr/>
            </p:nvSpPr>
            <p:spPr>
              <a:xfrm>
                <a:off x="3204949" y="1339794"/>
                <a:ext cx="50120" cy="115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93">
                    <a:moveTo>
                      <a:pt x="0" y="12093"/>
                    </a:moveTo>
                    <a:lnTo>
                      <a:pt x="2875" y="8630"/>
                    </a:lnTo>
                    <a:lnTo>
                      <a:pt x="5262" y="0"/>
                    </a:lnTo>
                    <a:lnTo>
                      <a:pt x="2387" y="4653"/>
                    </a:lnTo>
                    <a:close/>
                  </a:path>
                </a:pathLst>
              </a:custGeom>
              <a:solidFill>
                <a:srgbClr val="e4dedf"/>
              </a:solidFill>
              <a:ln w="3334" cap="flat" cmpd="sng" algn="ctr">
                <a:solidFill>
                  <a:srgbClr val="e4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5" name="Surface mesh patch"/>
              <p:cNvSpPr/>
              <p:nvPr/>
            </p:nvSpPr>
            <p:spPr>
              <a:xfrm>
                <a:off x="3255069" y="1210359"/>
                <a:ext cx="50120" cy="1294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89">
                    <a:moveTo>
                      <a:pt x="0" y="13589"/>
                    </a:moveTo>
                    <a:lnTo>
                      <a:pt x="2875" y="9709"/>
                    </a:lnTo>
                    <a:lnTo>
                      <a:pt x="5262" y="0"/>
                    </a:lnTo>
                    <a:lnTo>
                      <a:pt x="2387" y="4945"/>
                    </a:lnTo>
                    <a:close/>
                  </a:path>
                </a:pathLst>
              </a:custGeom>
              <a:solidFill>
                <a:srgbClr val="fbcdb1"/>
              </a:solidFill>
              <a:ln w="3334" cap="flat" cmpd="sng" algn="ctr">
                <a:solidFill>
                  <a:srgbClr val="fbcd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6" name="Surface mesh patch"/>
              <p:cNvSpPr/>
              <p:nvPr/>
            </p:nvSpPr>
            <p:spPr>
              <a:xfrm>
                <a:off x="3305189" y="1085335"/>
                <a:ext cx="50120" cy="125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26">
                    <a:moveTo>
                      <a:pt x="0" y="13126"/>
                    </a:moveTo>
                    <a:lnTo>
                      <a:pt x="2875" y="10428"/>
                    </a:lnTo>
                    <a:lnTo>
                      <a:pt x="5262" y="0"/>
                    </a:lnTo>
                    <a:lnTo>
                      <a:pt x="2387" y="3333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7" name="Surface mesh patch"/>
              <p:cNvSpPr/>
              <p:nvPr/>
            </p:nvSpPr>
            <p:spPr>
              <a:xfrm>
                <a:off x="3355308" y="986625"/>
                <a:ext cx="50120" cy="1031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26">
                    <a:moveTo>
                      <a:pt x="0" y="10363"/>
                    </a:moveTo>
                    <a:lnTo>
                      <a:pt x="2875" y="10826"/>
                    </a:lnTo>
                    <a:lnTo>
                      <a:pt x="5262" y="5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9278"/>
              </a:solidFill>
              <a:ln w="3334" cap="flat" cmpd="sng" algn="ctr">
                <a:solidFill>
                  <a:srgbClr val="f992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8" name="Surface mesh patch"/>
              <p:cNvSpPr/>
              <p:nvPr/>
            </p:nvSpPr>
            <p:spPr>
              <a:xfrm>
                <a:off x="3405428" y="897204"/>
                <a:ext cx="50120" cy="1438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01">
                    <a:moveTo>
                      <a:pt x="0" y="9899"/>
                    </a:moveTo>
                    <a:lnTo>
                      <a:pt x="2875" y="15101"/>
                    </a:lnTo>
                    <a:lnTo>
                      <a:pt x="5262" y="5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465"/>
              </a:solidFill>
              <a:ln w="3334" cap="flat" cmpd="sng" algn="ctr">
                <a:solidFill>
                  <a:srgbClr val="eb74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9" name="Surface mesh patch"/>
              <p:cNvSpPr/>
              <p:nvPr/>
            </p:nvSpPr>
            <p:spPr>
              <a:xfrm>
                <a:off x="3455548" y="874708"/>
                <a:ext cx="50120" cy="177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4">
                    <a:moveTo>
                      <a:pt x="0" y="8318"/>
                    </a:moveTo>
                    <a:lnTo>
                      <a:pt x="2875" y="18584"/>
                    </a:lnTo>
                    <a:lnTo>
                      <a:pt x="5262" y="114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364"/>
              </a:solidFill>
              <a:ln w="3334" cap="flat" cmpd="sng" algn="ctr">
                <a:solidFill>
                  <a:srgbClr val="eb73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0" name="Surface mesh patch"/>
              <p:cNvSpPr/>
              <p:nvPr/>
            </p:nvSpPr>
            <p:spPr>
              <a:xfrm>
                <a:off x="3505667" y="926479"/>
                <a:ext cx="50120" cy="191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54">
                    <a:moveTo>
                      <a:pt x="0" y="6017"/>
                    </a:moveTo>
                    <a:lnTo>
                      <a:pt x="2875" y="20054"/>
                    </a:lnTo>
                    <a:lnTo>
                      <a:pt x="5262" y="152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78e75"/>
              </a:solidFill>
              <a:ln w="3334" cap="flat" cmpd="sng" algn="ctr">
                <a:solidFill>
                  <a:srgbClr val="f78e7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1" name="Surface mesh patch"/>
              <p:cNvSpPr/>
              <p:nvPr/>
            </p:nvSpPr>
            <p:spPr>
              <a:xfrm>
                <a:off x="3555787" y="1036436"/>
                <a:ext cx="50120" cy="181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39">
                    <a:moveTo>
                      <a:pt x="0" y="3677"/>
                    </a:moveTo>
                    <a:lnTo>
                      <a:pt x="2875" y="19039"/>
                    </a:lnTo>
                    <a:lnTo>
                      <a:pt x="5262" y="161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2" name="Surface mesh patch"/>
              <p:cNvSpPr/>
              <p:nvPr/>
            </p:nvSpPr>
            <p:spPr>
              <a:xfrm>
                <a:off x="3605906" y="1172394"/>
                <a:ext cx="50120" cy="152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9">
                    <a:moveTo>
                      <a:pt x="0" y="1898"/>
                    </a:moveTo>
                    <a:lnTo>
                      <a:pt x="2875" y="16009"/>
                    </a:lnTo>
                    <a:lnTo>
                      <a:pt x="5262" y="14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3" name="Surface mesh patch"/>
              <p:cNvSpPr/>
              <p:nvPr/>
            </p:nvSpPr>
            <p:spPr>
              <a:xfrm>
                <a:off x="3656026" y="1300650"/>
                <a:ext cx="50120" cy="1147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46">
                    <a:moveTo>
                      <a:pt x="0" y="941"/>
                    </a:moveTo>
                    <a:lnTo>
                      <a:pt x="2875" y="12046"/>
                    </a:lnTo>
                    <a:lnTo>
                      <a:pt x="5262" y="109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4" name="Surface mesh patch"/>
              <p:cNvSpPr/>
              <p:nvPr/>
            </p:nvSpPr>
            <p:spPr>
              <a:xfrm>
                <a:off x="3706146" y="1398520"/>
                <a:ext cx="50120" cy="78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51">
                    <a:moveTo>
                      <a:pt x="0" y="704"/>
                    </a:moveTo>
                    <a:lnTo>
                      <a:pt x="2875" y="8251"/>
                    </a:lnTo>
                    <a:lnTo>
                      <a:pt x="5262" y="7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5" name="Surface mesh patch"/>
              <p:cNvSpPr/>
              <p:nvPr/>
            </p:nvSpPr>
            <p:spPr>
              <a:xfrm>
                <a:off x="3756265" y="1458666"/>
                <a:ext cx="50120" cy="50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6">
                    <a:moveTo>
                      <a:pt x="0" y="894"/>
                    </a:moveTo>
                    <a:lnTo>
                      <a:pt x="2875" y="5306"/>
                    </a:lnTo>
                    <a:lnTo>
                      <a:pt x="5262" y="40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6" name="Surface mesh patch"/>
              <p:cNvSpPr/>
              <p:nvPr/>
            </p:nvSpPr>
            <p:spPr>
              <a:xfrm>
                <a:off x="3806385" y="1485708"/>
                <a:ext cx="50120" cy="32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8">
                    <a:moveTo>
                      <a:pt x="0" y="1216"/>
                    </a:moveTo>
                    <a:lnTo>
                      <a:pt x="2875" y="3388"/>
                    </a:lnTo>
                    <a:lnTo>
                      <a:pt x="5262" y="19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7" name="Surface mesh patch"/>
              <p:cNvSpPr/>
              <p:nvPr/>
            </p:nvSpPr>
            <p:spPr>
              <a:xfrm>
                <a:off x="3856505" y="1489793"/>
                <a:ext cx="50120" cy="222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9">
                    <a:moveTo>
                      <a:pt x="0" y="1480"/>
                    </a:moveTo>
                    <a:lnTo>
                      <a:pt x="2875" y="2339"/>
                    </a:lnTo>
                    <a:lnTo>
                      <a:pt x="5262" y="7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8" name="Surface mesh patch"/>
              <p:cNvSpPr/>
              <p:nvPr/>
            </p:nvSpPr>
            <p:spPr>
              <a:xfrm>
                <a:off x="3906624" y="1481375"/>
                <a:ext cx="50120" cy="17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607"/>
                    </a:moveTo>
                    <a:lnTo>
                      <a:pt x="2875" y="1888"/>
                    </a:lnTo>
                    <a:lnTo>
                      <a:pt x="5262" y="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9" name="Surface mesh patch"/>
              <p:cNvSpPr/>
              <p:nvPr/>
            </p:nvSpPr>
            <p:spPr>
              <a:xfrm>
                <a:off x="3956744" y="1468720"/>
                <a:ext cx="50120" cy="17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8">
                    <a:moveTo>
                      <a:pt x="0" y="1592"/>
                    </a:moveTo>
                    <a:lnTo>
                      <a:pt x="2875" y="1798"/>
                    </a:lnTo>
                    <a:lnTo>
                      <a:pt x="5262" y="2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0" name="Surface mesh patch"/>
              <p:cNvSpPr/>
              <p:nvPr/>
            </p:nvSpPr>
            <p:spPr>
              <a:xfrm>
                <a:off x="4006864" y="1457445"/>
                <a:ext cx="50120" cy="181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6">
                    <a:moveTo>
                      <a:pt x="0" y="1462"/>
                    </a:moveTo>
                    <a:lnTo>
                      <a:pt x="2875" y="1906"/>
                    </a:lnTo>
                    <a:lnTo>
                      <a:pt x="5262" y="5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1" name="Surface mesh patch"/>
              <p:cNvSpPr/>
              <p:nvPr/>
            </p:nvSpPr>
            <p:spPr>
              <a:xfrm>
                <a:off x="4056983" y="1450893"/>
                <a:ext cx="50120" cy="20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6">
                    <a:moveTo>
                      <a:pt x="0" y="1260"/>
                    </a:moveTo>
                    <a:lnTo>
                      <a:pt x="2875" y="2106"/>
                    </a:lnTo>
                    <a:lnTo>
                      <a:pt x="5262" y="9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2" name="Surface mesh patch"/>
              <p:cNvSpPr/>
              <p:nvPr/>
            </p:nvSpPr>
            <p:spPr>
              <a:xfrm>
                <a:off x="4107103" y="1450565"/>
                <a:ext cx="50120" cy="221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8">
                    <a:moveTo>
                      <a:pt x="0" y="1032"/>
                    </a:moveTo>
                    <a:lnTo>
                      <a:pt x="2875" y="2328"/>
                    </a:lnTo>
                    <a:lnTo>
                      <a:pt x="5262" y="14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3" name="Surface mesh patch"/>
              <p:cNvSpPr/>
              <p:nvPr/>
            </p:nvSpPr>
            <p:spPr>
              <a:xfrm>
                <a:off x="2280064" y="1601203"/>
                <a:ext cx="50120" cy="14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1">
                    <a:moveTo>
                      <a:pt x="0" y="860"/>
                    </a:moveTo>
                    <a:lnTo>
                      <a:pt x="2875" y="1551"/>
                    </a:lnTo>
                    <a:lnTo>
                      <a:pt x="5262" y="6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4" name="Surface mesh patch"/>
              <p:cNvSpPr/>
              <p:nvPr/>
            </p:nvSpPr>
            <p:spPr>
              <a:xfrm>
                <a:off x="2330184" y="1599127"/>
                <a:ext cx="50120" cy="1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3">
                    <a:moveTo>
                      <a:pt x="0" y="835"/>
                    </a:moveTo>
                    <a:lnTo>
                      <a:pt x="2875" y="1153"/>
                    </a:lnTo>
                    <a:lnTo>
                      <a:pt x="5262" y="2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5" name="Surface mesh patch"/>
              <p:cNvSpPr/>
              <p:nvPr/>
            </p:nvSpPr>
            <p:spPr>
              <a:xfrm>
                <a:off x="2380303" y="1595011"/>
                <a:ext cx="50120" cy="7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9">
                    <a:moveTo>
                      <a:pt x="0" y="714"/>
                    </a:moveTo>
                    <a:lnTo>
                      <a:pt x="2875" y="759"/>
                    </a:lnTo>
                    <a:lnTo>
                      <a:pt x="5262" y="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6" name="Surface mesh patch"/>
              <p:cNvSpPr/>
              <p:nvPr/>
            </p:nvSpPr>
            <p:spPr>
              <a:xfrm>
                <a:off x="2430423" y="1590242"/>
                <a:ext cx="50120" cy="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0">
                    <a:moveTo>
                      <a:pt x="0" y="550"/>
                    </a:moveTo>
                    <a:lnTo>
                      <a:pt x="2875" y="464"/>
                    </a:lnTo>
                    <a:lnTo>
                      <a:pt x="5262" y="0"/>
                    </a:lnTo>
                    <a:lnTo>
                      <a:pt x="2387" y="4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7" name="Surface mesh patch"/>
              <p:cNvSpPr/>
              <p:nvPr/>
            </p:nvSpPr>
            <p:spPr>
              <a:xfrm>
                <a:off x="2480542" y="1588050"/>
                <a:ext cx="50120" cy="2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">
                    <a:moveTo>
                      <a:pt x="0" y="230"/>
                    </a:moveTo>
                    <a:lnTo>
                      <a:pt x="2875" y="183"/>
                    </a:lnTo>
                    <a:lnTo>
                      <a:pt x="5262" y="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8" name="Surface mesh patch"/>
              <p:cNvSpPr/>
              <p:nvPr/>
            </p:nvSpPr>
            <p:spPr>
              <a:xfrm>
                <a:off x="2530662" y="1588201"/>
                <a:ext cx="50120" cy="3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7">
                    <a:moveTo>
                      <a:pt x="0" y="0"/>
                    </a:moveTo>
                    <a:lnTo>
                      <a:pt x="2875" y="195"/>
                    </a:lnTo>
                    <a:lnTo>
                      <a:pt x="5262" y="327"/>
                    </a:lnTo>
                    <a:lnTo>
                      <a:pt x="2387" y="54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9" name="Surface mesh patch"/>
              <p:cNvSpPr/>
              <p:nvPr/>
            </p:nvSpPr>
            <p:spPr>
              <a:xfrm>
                <a:off x="2580782" y="1591319"/>
                <a:ext cx="50120" cy="98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9">
                    <a:moveTo>
                      <a:pt x="0" y="0"/>
                    </a:moveTo>
                    <a:lnTo>
                      <a:pt x="2875" y="663"/>
                    </a:lnTo>
                    <a:lnTo>
                      <a:pt x="5262" y="1039"/>
                    </a:lnTo>
                    <a:lnTo>
                      <a:pt x="2387" y="293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0" name="Surface mesh patch"/>
              <p:cNvSpPr/>
              <p:nvPr/>
            </p:nvSpPr>
            <p:spPr>
              <a:xfrm>
                <a:off x="2630901" y="1601219"/>
                <a:ext cx="50120" cy="176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">
                    <a:moveTo>
                      <a:pt x="0" y="0"/>
                    </a:moveTo>
                    <a:lnTo>
                      <a:pt x="2875" y="1357"/>
                    </a:lnTo>
                    <a:lnTo>
                      <a:pt x="5262" y="1848"/>
                    </a:lnTo>
                    <a:lnTo>
                      <a:pt x="2387" y="422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1" name="Surface mesh patch"/>
              <p:cNvSpPr/>
              <p:nvPr/>
            </p:nvSpPr>
            <p:spPr>
              <a:xfrm>
                <a:off x="2681021" y="1618821"/>
                <a:ext cx="50120" cy="24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9">
                    <a:moveTo>
                      <a:pt x="0" y="0"/>
                    </a:moveTo>
                    <a:lnTo>
                      <a:pt x="2875" y="2227"/>
                    </a:lnTo>
                    <a:lnTo>
                      <a:pt x="5262" y="2619"/>
                    </a:lnTo>
                    <a:lnTo>
                      <a:pt x="2387" y="372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2" name="Surface mesh patch"/>
              <p:cNvSpPr/>
              <p:nvPr/>
            </p:nvSpPr>
            <p:spPr>
              <a:xfrm>
                <a:off x="2731141" y="1643763"/>
                <a:ext cx="50120" cy="30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7">
                    <a:moveTo>
                      <a:pt x="0" y="0"/>
                    </a:moveTo>
                    <a:lnTo>
                      <a:pt x="2875" y="3157"/>
                    </a:lnTo>
                    <a:lnTo>
                      <a:pt x="5262" y="3154"/>
                    </a:lnTo>
                    <a:lnTo>
                      <a:pt x="2387" y="77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3" name="Surface mesh patch"/>
              <p:cNvSpPr/>
              <p:nvPr/>
            </p:nvSpPr>
            <p:spPr>
              <a:xfrm>
                <a:off x="2781260" y="1668963"/>
                <a:ext cx="50120" cy="427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4">
                    <a:moveTo>
                      <a:pt x="0" y="508"/>
                    </a:moveTo>
                    <a:lnTo>
                      <a:pt x="2875" y="4484"/>
                    </a:lnTo>
                    <a:lnTo>
                      <a:pt x="5262" y="3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4" name="Surface mesh patch"/>
              <p:cNvSpPr/>
              <p:nvPr/>
            </p:nvSpPr>
            <p:spPr>
              <a:xfrm>
                <a:off x="2831380" y="1691453"/>
                <a:ext cx="50120" cy="55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75">
                    <a:moveTo>
                      <a:pt x="0" y="1380"/>
                    </a:moveTo>
                    <a:lnTo>
                      <a:pt x="2875" y="5875"/>
                    </a:lnTo>
                    <a:lnTo>
                      <a:pt x="5262" y="40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dfd"/>
              </a:solidFill>
              <a:ln w="3334" cap="flat" cmpd="sng" algn="ctr">
                <a:solidFill>
                  <a:srgbClr val="8fa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5" name="Surface mesh patch"/>
              <p:cNvSpPr/>
              <p:nvPr/>
            </p:nvSpPr>
            <p:spPr>
              <a:xfrm>
                <a:off x="2881500" y="1706773"/>
                <a:ext cx="50120" cy="669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8">
                    <a:moveTo>
                      <a:pt x="0" y="2463"/>
                    </a:moveTo>
                    <a:lnTo>
                      <a:pt x="2875" y="7028"/>
                    </a:lnTo>
                    <a:lnTo>
                      <a:pt x="5262" y="3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6" name="Surface mesh patch"/>
              <p:cNvSpPr/>
              <p:nvPr/>
            </p:nvSpPr>
            <p:spPr>
              <a:xfrm>
                <a:off x="2931619" y="1710009"/>
                <a:ext cx="50120" cy="737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41">
                    <a:moveTo>
                      <a:pt x="0" y="3615"/>
                    </a:moveTo>
                    <a:lnTo>
                      <a:pt x="2875" y="7741"/>
                    </a:lnTo>
                    <a:lnTo>
                      <a:pt x="5262" y="33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7a4fd"/>
              </a:solidFill>
              <a:ln w="3334" cap="flat" cmpd="sng" algn="ctr">
                <a:solidFill>
                  <a:srgbClr val="87a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7" name="Surface mesh patch"/>
              <p:cNvSpPr/>
              <p:nvPr/>
            </p:nvSpPr>
            <p:spPr>
              <a:xfrm>
                <a:off x="2981739" y="1697567"/>
                <a:ext cx="50120" cy="751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85">
                    <a:moveTo>
                      <a:pt x="0" y="4674"/>
                    </a:moveTo>
                    <a:lnTo>
                      <a:pt x="2875" y="7885"/>
                    </a:lnTo>
                    <a:lnTo>
                      <a:pt x="5262" y="23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aa7fd"/>
              </a:solidFill>
              <a:ln w="3334" cap="flat" cmpd="sng" algn="ctr">
                <a:solidFill>
                  <a:srgbClr val="8a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8" name="Surface mesh patch"/>
              <p:cNvSpPr/>
              <p:nvPr/>
            </p:nvSpPr>
            <p:spPr>
              <a:xfrm>
                <a:off x="3031859" y="1667382"/>
                <a:ext cx="50120" cy="71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61">
                    <a:moveTo>
                      <a:pt x="0" y="5532"/>
                    </a:moveTo>
                    <a:lnTo>
                      <a:pt x="2875" y="7461"/>
                    </a:lnTo>
                    <a:lnTo>
                      <a:pt x="5262" y="10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2b0fd"/>
              </a:solidFill>
              <a:ln w="3334" cap="flat" cmpd="sng" algn="ctr">
                <a:solidFill>
                  <a:srgbClr val="92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9" name="Surface mesh patch"/>
              <p:cNvSpPr/>
              <p:nvPr/>
            </p:nvSpPr>
            <p:spPr>
              <a:xfrm>
                <a:off x="3081978" y="1613038"/>
                <a:ext cx="50120" cy="681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5">
                    <a:moveTo>
                      <a:pt x="0" y="6734"/>
                    </a:moveTo>
                    <a:lnTo>
                      <a:pt x="2875" y="7155"/>
                    </a:lnTo>
                    <a:lnTo>
                      <a:pt x="5262" y="0"/>
                    </a:lnTo>
                    <a:lnTo>
                      <a:pt x="2387" y="531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0" name="Surface mesh patch"/>
              <p:cNvSpPr/>
              <p:nvPr/>
            </p:nvSpPr>
            <p:spPr>
              <a:xfrm>
                <a:off x="3132098" y="1527511"/>
                <a:ext cx="50120" cy="855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79">
                    <a:moveTo>
                      <a:pt x="0" y="8979"/>
                    </a:moveTo>
                    <a:lnTo>
                      <a:pt x="2875" y="7853"/>
                    </a:lnTo>
                    <a:lnTo>
                      <a:pt x="5262" y="0"/>
                    </a:lnTo>
                    <a:lnTo>
                      <a:pt x="2387" y="2146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1" name="Surface mesh patch"/>
              <p:cNvSpPr/>
              <p:nvPr/>
            </p:nvSpPr>
            <p:spPr>
              <a:xfrm>
                <a:off x="3182217" y="1421993"/>
                <a:ext cx="50120" cy="1055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78">
                    <a:moveTo>
                      <a:pt x="0" y="11078"/>
                    </a:moveTo>
                    <a:lnTo>
                      <a:pt x="2875" y="8670"/>
                    </a:lnTo>
                    <a:lnTo>
                      <a:pt x="5262" y="0"/>
                    </a:lnTo>
                    <a:lnTo>
                      <a:pt x="2387" y="3463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2" name="Surface mesh patch"/>
              <p:cNvSpPr/>
              <p:nvPr/>
            </p:nvSpPr>
            <p:spPr>
              <a:xfrm>
                <a:off x="3232337" y="1302833"/>
                <a:ext cx="50120" cy="119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10">
                    <a:moveTo>
                      <a:pt x="0" y="12510"/>
                    </a:moveTo>
                    <a:lnTo>
                      <a:pt x="2875" y="9572"/>
                    </a:lnTo>
                    <a:lnTo>
                      <a:pt x="5262" y="0"/>
                    </a:lnTo>
                    <a:lnTo>
                      <a:pt x="2387" y="3880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3" name="Surface mesh patch"/>
              <p:cNvSpPr/>
              <p:nvPr/>
            </p:nvSpPr>
            <p:spPr>
              <a:xfrm>
                <a:off x="3282457" y="1184663"/>
                <a:ext cx="50120" cy="118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06">
                    <a:moveTo>
                      <a:pt x="0" y="12406"/>
                    </a:moveTo>
                    <a:lnTo>
                      <a:pt x="2875" y="10275"/>
                    </a:lnTo>
                    <a:lnTo>
                      <a:pt x="5262" y="0"/>
                    </a:lnTo>
                    <a:lnTo>
                      <a:pt x="2387" y="2698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4" name="Surface mesh patch"/>
              <p:cNvSpPr/>
              <p:nvPr/>
            </p:nvSpPr>
            <p:spPr>
              <a:xfrm>
                <a:off x="3332576" y="1085335"/>
                <a:ext cx="50120" cy="103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22">
                    <a:moveTo>
                      <a:pt x="0" y="10428"/>
                    </a:moveTo>
                    <a:lnTo>
                      <a:pt x="2875" y="10822"/>
                    </a:lnTo>
                    <a:lnTo>
                      <a:pt x="5262" y="4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98d"/>
              </a:solidFill>
              <a:ln w="3334" cap="flat" cmpd="sng" algn="ctr">
                <a:solidFill>
                  <a:srgbClr val="faa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5" name="Surface mesh patch"/>
              <p:cNvSpPr/>
              <p:nvPr/>
            </p:nvSpPr>
            <p:spPr>
              <a:xfrm>
                <a:off x="3382696" y="991490"/>
                <a:ext cx="50120" cy="1403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30">
                    <a:moveTo>
                      <a:pt x="0" y="10315"/>
                    </a:moveTo>
                    <a:lnTo>
                      <a:pt x="2875" y="14730"/>
                    </a:lnTo>
                    <a:lnTo>
                      <a:pt x="5262" y="52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77c"/>
              </a:solidFill>
              <a:ln w="3334" cap="flat" cmpd="sng" algn="ctr">
                <a:solidFill>
                  <a:srgbClr val="fa977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6" name="Surface mesh patch"/>
              <p:cNvSpPr/>
              <p:nvPr/>
            </p:nvSpPr>
            <p:spPr>
              <a:xfrm>
                <a:off x="3432816" y="953935"/>
                <a:ext cx="50120" cy="1723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99">
                    <a:moveTo>
                      <a:pt x="0" y="9145"/>
                    </a:moveTo>
                    <a:lnTo>
                      <a:pt x="2875" y="18099"/>
                    </a:lnTo>
                    <a:lnTo>
                      <a:pt x="5262" y="102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7"/>
              </a:solidFill>
              <a:ln w="3334" cap="flat" cmpd="sng" algn="ctr">
                <a:solidFill>
                  <a:srgbClr val="f8907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7" name="Surface mesh patch"/>
              <p:cNvSpPr/>
              <p:nvPr/>
            </p:nvSpPr>
            <p:spPr>
              <a:xfrm>
                <a:off x="3482935" y="983794"/>
                <a:ext cx="50120" cy="187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31">
                    <a:moveTo>
                      <a:pt x="0" y="7131"/>
                    </a:moveTo>
                    <a:lnTo>
                      <a:pt x="2875" y="19731"/>
                    </a:lnTo>
                    <a:lnTo>
                      <a:pt x="5262" y="14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8" name="Surface mesh patch"/>
              <p:cNvSpPr/>
              <p:nvPr/>
            </p:nvSpPr>
            <p:spPr>
              <a:xfrm>
                <a:off x="3533055" y="1071456"/>
                <a:ext cx="50120" cy="181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40">
                    <a:moveTo>
                      <a:pt x="0" y="4834"/>
                    </a:moveTo>
                    <a:lnTo>
                      <a:pt x="2875" y="19040"/>
                    </a:lnTo>
                    <a:lnTo>
                      <a:pt x="5262" y="153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9" name="Surface mesh patch"/>
              <p:cNvSpPr/>
              <p:nvPr/>
            </p:nvSpPr>
            <p:spPr>
              <a:xfrm>
                <a:off x="3583175" y="1190468"/>
                <a:ext cx="50120" cy="155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23">
                    <a:moveTo>
                      <a:pt x="0" y="2868"/>
                    </a:moveTo>
                    <a:lnTo>
                      <a:pt x="2875" y="16323"/>
                    </a:lnTo>
                    <a:lnTo>
                      <a:pt x="5262" y="14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0" name="Surface mesh patch"/>
              <p:cNvSpPr/>
              <p:nvPr/>
            </p:nvSpPr>
            <p:spPr>
              <a:xfrm>
                <a:off x="3633294" y="1309608"/>
                <a:ext cx="50120" cy="1194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37">
                    <a:moveTo>
                      <a:pt x="0" y="1603"/>
                    </a:moveTo>
                    <a:lnTo>
                      <a:pt x="2875" y="12537"/>
                    </a:lnTo>
                    <a:lnTo>
                      <a:pt x="5262" y="11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1" name="Surface mesh patch"/>
              <p:cNvSpPr/>
              <p:nvPr/>
            </p:nvSpPr>
            <p:spPr>
              <a:xfrm>
                <a:off x="3683414" y="1405229"/>
                <a:ext cx="50120" cy="833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54">
                    <a:moveTo>
                      <a:pt x="0" y="1066"/>
                    </a:moveTo>
                    <a:lnTo>
                      <a:pt x="2875" y="8754"/>
                    </a:lnTo>
                    <a:lnTo>
                      <a:pt x="5262" y="7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2" name="Surface mesh patch"/>
              <p:cNvSpPr/>
              <p:nvPr/>
            </p:nvSpPr>
            <p:spPr>
              <a:xfrm>
                <a:off x="3733534" y="1467186"/>
                <a:ext cx="50120" cy="543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9">
                    <a:moveTo>
                      <a:pt x="0" y="1042"/>
                    </a:moveTo>
                    <a:lnTo>
                      <a:pt x="2875" y="5709"/>
                    </a:lnTo>
                    <a:lnTo>
                      <a:pt x="5262" y="4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3" name="Surface mesh patch"/>
              <p:cNvSpPr/>
              <p:nvPr/>
            </p:nvSpPr>
            <p:spPr>
              <a:xfrm>
                <a:off x="3783653" y="1497295"/>
                <a:ext cx="50120" cy="34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2">
                    <a:moveTo>
                      <a:pt x="0" y="1250"/>
                    </a:moveTo>
                    <a:lnTo>
                      <a:pt x="2875" y="3652"/>
                    </a:lnTo>
                    <a:lnTo>
                      <a:pt x="5262" y="21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4" name="Surface mesh patch"/>
              <p:cNvSpPr/>
              <p:nvPr/>
            </p:nvSpPr>
            <p:spPr>
              <a:xfrm>
                <a:off x="3833773" y="1503893"/>
                <a:ext cx="50120" cy="235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75">
                    <a:moveTo>
                      <a:pt x="0" y="1479"/>
                    </a:moveTo>
                    <a:lnTo>
                      <a:pt x="2875" y="2475"/>
                    </a:lnTo>
                    <a:lnTo>
                      <a:pt x="5262" y="8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5" name="Surface mesh patch"/>
              <p:cNvSpPr/>
              <p:nvPr/>
            </p:nvSpPr>
            <p:spPr>
              <a:xfrm>
                <a:off x="3883892" y="1496686"/>
                <a:ext cx="50120" cy="183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0">
                    <a:moveTo>
                      <a:pt x="0" y="1615"/>
                    </a:moveTo>
                    <a:lnTo>
                      <a:pt x="2875" y="1930"/>
                    </a:lnTo>
                    <a:lnTo>
                      <a:pt x="5262" y="2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6" name="Surface mesh patch"/>
              <p:cNvSpPr/>
              <p:nvPr/>
            </p:nvSpPr>
            <p:spPr>
              <a:xfrm>
                <a:off x="3934012" y="1483881"/>
                <a:ext cx="50120" cy="16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8">
                    <a:moveTo>
                      <a:pt x="0" y="1625"/>
                    </a:moveTo>
                    <a:lnTo>
                      <a:pt x="2875" y="1778"/>
                    </a:lnTo>
                    <a:lnTo>
                      <a:pt x="5262" y="2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7" name="Surface mesh patch"/>
              <p:cNvSpPr/>
              <p:nvPr/>
            </p:nvSpPr>
            <p:spPr>
              <a:xfrm>
                <a:off x="3984132" y="1471370"/>
                <a:ext cx="50120" cy="176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">
                    <a:moveTo>
                      <a:pt x="0" y="1520"/>
                    </a:moveTo>
                    <a:lnTo>
                      <a:pt x="2875" y="1848"/>
                    </a:lnTo>
                    <a:lnTo>
                      <a:pt x="5262" y="4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8" name="Surface mesh patch"/>
              <p:cNvSpPr/>
              <p:nvPr/>
            </p:nvSpPr>
            <p:spPr>
              <a:xfrm>
                <a:off x="4034251" y="1462895"/>
                <a:ext cx="50120" cy="193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2">
                    <a:moveTo>
                      <a:pt x="0" y="1334"/>
                    </a:moveTo>
                    <a:lnTo>
                      <a:pt x="2875" y="2032"/>
                    </a:lnTo>
                    <a:lnTo>
                      <a:pt x="5262" y="8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9" name="Surface mesh patch"/>
              <p:cNvSpPr/>
              <p:nvPr/>
            </p:nvSpPr>
            <p:spPr>
              <a:xfrm>
                <a:off x="4084371" y="1460396"/>
                <a:ext cx="50120" cy="21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5">
                    <a:moveTo>
                      <a:pt x="0" y="1109"/>
                    </a:moveTo>
                    <a:lnTo>
                      <a:pt x="2875" y="2255"/>
                    </a:lnTo>
                    <a:lnTo>
                      <a:pt x="5262" y="12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0" name="Surface mesh patch"/>
              <p:cNvSpPr/>
              <p:nvPr/>
            </p:nvSpPr>
            <p:spPr>
              <a:xfrm>
                <a:off x="2307452" y="1607085"/>
                <a:ext cx="50120" cy="12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6">
                    <a:moveTo>
                      <a:pt x="0" y="933"/>
                    </a:moveTo>
                    <a:lnTo>
                      <a:pt x="2875" y="1316"/>
                    </a:lnTo>
                    <a:lnTo>
                      <a:pt x="5262" y="3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1" name="Surface mesh patch"/>
              <p:cNvSpPr/>
              <p:nvPr/>
            </p:nvSpPr>
            <p:spPr>
              <a:xfrm>
                <a:off x="2357571" y="1601808"/>
                <a:ext cx="50120" cy="8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1">
                    <a:moveTo>
                      <a:pt x="0" y="871"/>
                    </a:moveTo>
                    <a:lnTo>
                      <a:pt x="2875" y="941"/>
                    </a:lnTo>
                    <a:lnTo>
                      <a:pt x="5262" y="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2" name="Surface mesh patch"/>
              <p:cNvSpPr/>
              <p:nvPr/>
            </p:nvSpPr>
            <p:spPr>
              <a:xfrm>
                <a:off x="2407691" y="1594658"/>
                <a:ext cx="50120" cy="7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6">
                    <a:moveTo>
                      <a:pt x="0" y="796"/>
                    </a:moveTo>
                    <a:lnTo>
                      <a:pt x="2875" y="694"/>
                    </a:lnTo>
                    <a:lnTo>
                      <a:pt x="5262" y="0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3" name="Surface mesh patch"/>
              <p:cNvSpPr/>
              <p:nvPr/>
            </p:nvSpPr>
            <p:spPr>
              <a:xfrm>
                <a:off x="2457811" y="1589795"/>
                <a:ext cx="50120" cy="4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">
                    <a:moveTo>
                      <a:pt x="0" y="511"/>
                    </a:moveTo>
                    <a:lnTo>
                      <a:pt x="2875" y="412"/>
                    </a:lnTo>
                    <a:lnTo>
                      <a:pt x="5262" y="0"/>
                    </a:lnTo>
                    <a:lnTo>
                      <a:pt x="2387" y="47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4" name="Surface mesh patch"/>
              <p:cNvSpPr/>
              <p:nvPr/>
            </p:nvSpPr>
            <p:spPr>
              <a:xfrm>
                <a:off x="2507930" y="1588201"/>
                <a:ext cx="50120" cy="2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8">
                    <a:moveTo>
                      <a:pt x="0" y="167"/>
                    </a:moveTo>
                    <a:lnTo>
                      <a:pt x="2875" y="278"/>
                    </a:lnTo>
                    <a:lnTo>
                      <a:pt x="5262" y="1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5" name="Surface mesh patch"/>
              <p:cNvSpPr/>
              <p:nvPr/>
            </p:nvSpPr>
            <p:spPr>
              <a:xfrm>
                <a:off x="2558050" y="1590059"/>
                <a:ext cx="50120" cy="7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6">
                    <a:moveTo>
                      <a:pt x="0" y="0"/>
                    </a:moveTo>
                    <a:lnTo>
                      <a:pt x="2875" y="553"/>
                    </a:lnTo>
                    <a:lnTo>
                      <a:pt x="5262" y="796"/>
                    </a:lnTo>
                    <a:lnTo>
                      <a:pt x="2387" y="132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6" name="Surface mesh patch"/>
              <p:cNvSpPr/>
              <p:nvPr/>
            </p:nvSpPr>
            <p:spPr>
              <a:xfrm>
                <a:off x="2608170" y="1597637"/>
                <a:ext cx="50120" cy="165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3">
                    <a:moveTo>
                      <a:pt x="0" y="0"/>
                    </a:moveTo>
                    <a:lnTo>
                      <a:pt x="2875" y="1232"/>
                    </a:lnTo>
                    <a:lnTo>
                      <a:pt x="5262" y="1733"/>
                    </a:lnTo>
                    <a:lnTo>
                      <a:pt x="2387" y="376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7" name="Surface mesh patch"/>
              <p:cNvSpPr/>
              <p:nvPr/>
            </p:nvSpPr>
            <p:spPr>
              <a:xfrm>
                <a:off x="2658289" y="1614147"/>
                <a:ext cx="50120" cy="25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18">
                    <a:moveTo>
                      <a:pt x="0" y="0"/>
                    </a:moveTo>
                    <a:lnTo>
                      <a:pt x="2875" y="2116"/>
                    </a:lnTo>
                    <a:lnTo>
                      <a:pt x="5262" y="2718"/>
                    </a:lnTo>
                    <a:lnTo>
                      <a:pt x="2387" y="491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8" name="Surface mesh patch"/>
              <p:cNvSpPr/>
              <p:nvPr/>
            </p:nvSpPr>
            <p:spPr>
              <a:xfrm>
                <a:off x="2708409" y="1640033"/>
                <a:ext cx="50120" cy="338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9">
                    <a:moveTo>
                      <a:pt x="0" y="0"/>
                    </a:moveTo>
                    <a:lnTo>
                      <a:pt x="2875" y="3109"/>
                    </a:lnTo>
                    <a:lnTo>
                      <a:pt x="5262" y="3549"/>
                    </a:lnTo>
                    <a:lnTo>
                      <a:pt x="2387" y="39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9" name="Surface mesh patch"/>
              <p:cNvSpPr/>
              <p:nvPr/>
            </p:nvSpPr>
            <p:spPr>
              <a:xfrm>
                <a:off x="2758528" y="1673801"/>
                <a:ext cx="50120" cy="38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57">
                    <a:moveTo>
                      <a:pt x="0" y="3"/>
                    </a:moveTo>
                    <a:lnTo>
                      <a:pt x="2875" y="4057"/>
                    </a:lnTo>
                    <a:lnTo>
                      <a:pt x="5262" y="39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0" name="Surface mesh patch"/>
              <p:cNvSpPr/>
              <p:nvPr/>
            </p:nvSpPr>
            <p:spPr>
              <a:xfrm>
                <a:off x="2808648" y="1704596"/>
                <a:ext cx="50120" cy="523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99">
                    <a:moveTo>
                      <a:pt x="0" y="743"/>
                    </a:moveTo>
                    <a:lnTo>
                      <a:pt x="2875" y="5499"/>
                    </a:lnTo>
                    <a:lnTo>
                      <a:pt x="5262" y="44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1" name="Surface mesh patch"/>
              <p:cNvSpPr/>
              <p:nvPr/>
            </p:nvSpPr>
            <p:spPr>
              <a:xfrm>
                <a:off x="2858768" y="1730229"/>
                <a:ext cx="50120" cy="6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1">
                    <a:moveTo>
                      <a:pt x="0" y="1804"/>
                    </a:moveTo>
                    <a:lnTo>
                      <a:pt x="2875" y="6841"/>
                    </a:lnTo>
                    <a:lnTo>
                      <a:pt x="5262" y="45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6a3fd"/>
              </a:solidFill>
              <a:ln w="3334" cap="flat" cmpd="sng" algn="ctr">
                <a:solidFill>
                  <a:srgbClr val="86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2" name="Surface mesh patch"/>
              <p:cNvSpPr/>
              <p:nvPr/>
            </p:nvSpPr>
            <p:spPr>
              <a:xfrm>
                <a:off x="2908887" y="1744438"/>
                <a:ext cx="50120" cy="74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63">
                    <a:moveTo>
                      <a:pt x="0" y="3074"/>
                    </a:moveTo>
                    <a:lnTo>
                      <a:pt x="2875" y="7863"/>
                    </a:lnTo>
                    <a:lnTo>
                      <a:pt x="5262" y="41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3" name="Surface mesh patch"/>
              <p:cNvSpPr/>
              <p:nvPr/>
            </p:nvSpPr>
            <p:spPr>
              <a:xfrm>
                <a:off x="2959007" y="1742084"/>
                <a:ext cx="50120" cy="79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84">
                    <a:moveTo>
                      <a:pt x="0" y="4373"/>
                    </a:moveTo>
                    <a:lnTo>
                      <a:pt x="2875" y="8384"/>
                    </a:lnTo>
                    <a:lnTo>
                      <a:pt x="5262" y="32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f9dfd"/>
              </a:solidFill>
              <a:ln w="3334" cap="flat" cmpd="sng" algn="ctr">
                <a:solidFill>
                  <a:srgbClr val="7f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4" name="Surface mesh patch"/>
              <p:cNvSpPr/>
              <p:nvPr/>
            </p:nvSpPr>
            <p:spPr>
              <a:xfrm>
                <a:off x="3009127" y="1720073"/>
                <a:ext cx="50120" cy="792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25">
                    <a:moveTo>
                      <a:pt x="0" y="5523"/>
                    </a:moveTo>
                    <a:lnTo>
                      <a:pt x="2875" y="8325"/>
                    </a:lnTo>
                    <a:lnTo>
                      <a:pt x="5262" y="19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5a3fd"/>
              </a:solidFill>
              <a:ln w="3334" cap="flat" cmpd="sng" algn="ctr">
                <a:solidFill>
                  <a:srgbClr val="85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5" name="Surface mesh patch"/>
              <p:cNvSpPr/>
              <p:nvPr/>
            </p:nvSpPr>
            <p:spPr>
              <a:xfrm>
                <a:off x="3059246" y="1677182"/>
                <a:ext cx="50120" cy="73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2">
                    <a:moveTo>
                      <a:pt x="0" y="6432"/>
                    </a:moveTo>
                    <a:lnTo>
                      <a:pt x="2875" y="7762"/>
                    </a:lnTo>
                    <a:lnTo>
                      <a:pt x="5262" y="4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2affd"/>
              </a:solidFill>
              <a:ln w="3334" cap="flat" cmpd="sng" algn="ctr">
                <a:solidFill>
                  <a:srgbClr val="92a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6" name="Surface mesh patch"/>
              <p:cNvSpPr/>
              <p:nvPr/>
            </p:nvSpPr>
            <p:spPr>
              <a:xfrm>
                <a:off x="3109366" y="1602308"/>
                <a:ext cx="50120" cy="788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81">
                    <a:moveTo>
                      <a:pt x="0" y="8281"/>
                    </a:moveTo>
                    <a:lnTo>
                      <a:pt x="2875" y="8087"/>
                    </a:lnTo>
                    <a:lnTo>
                      <a:pt x="5262" y="0"/>
                    </a:lnTo>
                    <a:lnTo>
                      <a:pt x="2387" y="1127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7" name="Surface mesh patch"/>
              <p:cNvSpPr/>
              <p:nvPr/>
            </p:nvSpPr>
            <p:spPr>
              <a:xfrm>
                <a:off x="3159486" y="1504575"/>
                <a:ext cx="50120" cy="977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61">
                    <a:moveTo>
                      <a:pt x="0" y="10261"/>
                    </a:moveTo>
                    <a:lnTo>
                      <a:pt x="2875" y="8778"/>
                    </a:lnTo>
                    <a:lnTo>
                      <a:pt x="5262" y="0"/>
                    </a:lnTo>
                    <a:lnTo>
                      <a:pt x="2387" y="2408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8" name="Surface mesh patch"/>
              <p:cNvSpPr/>
              <p:nvPr/>
            </p:nvSpPr>
            <p:spPr>
              <a:xfrm>
                <a:off x="3209605" y="1394005"/>
                <a:ext cx="50120" cy="110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08">
                    <a:moveTo>
                      <a:pt x="0" y="11608"/>
                    </a:moveTo>
                    <a:lnTo>
                      <a:pt x="2875" y="9477"/>
                    </a:lnTo>
                    <a:lnTo>
                      <a:pt x="5262" y="0"/>
                    </a:lnTo>
                    <a:lnTo>
                      <a:pt x="2387" y="2938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9" name="Surface mesh patch"/>
              <p:cNvSpPr/>
              <p:nvPr/>
            </p:nvSpPr>
            <p:spPr>
              <a:xfrm>
                <a:off x="3259725" y="1282529"/>
                <a:ext cx="50120" cy="111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03">
                    <a:moveTo>
                      <a:pt x="0" y="11703"/>
                    </a:moveTo>
                    <a:lnTo>
                      <a:pt x="2875" y="10047"/>
                    </a:lnTo>
                    <a:lnTo>
                      <a:pt x="5262" y="0"/>
                    </a:lnTo>
                    <a:lnTo>
                      <a:pt x="2387" y="2132"/>
                    </a:lnTo>
                    <a:close/>
                  </a:path>
                </a:pathLst>
              </a:custGeom>
              <a:solidFill>
                <a:srgbClr val="f5d4bf"/>
              </a:solidFill>
              <a:ln w="3334" cap="flat" cmpd="sng" algn="ctr">
                <a:solidFill>
                  <a:srgbClr val="f5d4b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0" name="Surface mesh patch"/>
              <p:cNvSpPr/>
              <p:nvPr/>
            </p:nvSpPr>
            <p:spPr>
              <a:xfrm>
                <a:off x="3309845" y="1184663"/>
                <a:ext cx="50120" cy="100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70">
                    <a:moveTo>
                      <a:pt x="0" y="10275"/>
                    </a:moveTo>
                    <a:lnTo>
                      <a:pt x="2875" y="10570"/>
                    </a:lnTo>
                    <a:lnTo>
                      <a:pt x="5262" y="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1" name="Surface mesh patch"/>
              <p:cNvSpPr/>
              <p:nvPr/>
            </p:nvSpPr>
            <p:spPr>
              <a:xfrm>
                <a:off x="3359964" y="1089741"/>
                <a:ext cx="50120" cy="133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83">
                    <a:moveTo>
                      <a:pt x="0" y="10359"/>
                    </a:moveTo>
                    <a:lnTo>
                      <a:pt x="2875" y="13983"/>
                    </a:lnTo>
                    <a:lnTo>
                      <a:pt x="5262" y="44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2" name="Surface mesh patch"/>
              <p:cNvSpPr/>
              <p:nvPr/>
            </p:nvSpPr>
            <p:spPr>
              <a:xfrm>
                <a:off x="3410084" y="1041045"/>
                <a:ext cx="50120" cy="163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19">
                    <a:moveTo>
                      <a:pt x="0" y="9528"/>
                    </a:moveTo>
                    <a:lnTo>
                      <a:pt x="2875" y="17119"/>
                    </a:lnTo>
                    <a:lnTo>
                      <a:pt x="5262" y="8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489"/>
              </a:solidFill>
              <a:ln w="3334" cap="flat" cmpd="sng" algn="ctr">
                <a:solidFill>
                  <a:srgbClr val="faa4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3" name="Surface mesh patch"/>
              <p:cNvSpPr/>
              <p:nvPr/>
            </p:nvSpPr>
            <p:spPr>
              <a:xfrm>
                <a:off x="3460203" y="1051715"/>
                <a:ext cx="50120" cy="1794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43">
                    <a:moveTo>
                      <a:pt x="0" y="7834"/>
                    </a:moveTo>
                    <a:lnTo>
                      <a:pt x="2875" y="18843"/>
                    </a:lnTo>
                    <a:lnTo>
                      <a:pt x="5262" y="12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98e"/>
              </a:solidFill>
              <a:ln w="3334" cap="flat" cmpd="sng" algn="ctr">
                <a:solidFill>
                  <a:srgbClr val="faa9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4" name="Surface mesh patch"/>
              <p:cNvSpPr/>
              <p:nvPr/>
            </p:nvSpPr>
            <p:spPr>
              <a:xfrm>
                <a:off x="3510323" y="1117497"/>
                <a:ext cx="50120" cy="176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7">
                    <a:moveTo>
                      <a:pt x="0" y="5694"/>
                    </a:moveTo>
                    <a:lnTo>
                      <a:pt x="2875" y="18487"/>
                    </a:lnTo>
                    <a:lnTo>
                      <a:pt x="5262" y="142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5" name="Surface mesh patch"/>
              <p:cNvSpPr/>
              <p:nvPr/>
            </p:nvSpPr>
            <p:spPr>
              <a:xfrm>
                <a:off x="3560443" y="1217783"/>
                <a:ext cx="50120" cy="1540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74">
                    <a:moveTo>
                      <a:pt x="0" y="3677"/>
                    </a:moveTo>
                    <a:lnTo>
                      <a:pt x="2875" y="16174"/>
                    </a:lnTo>
                    <a:lnTo>
                      <a:pt x="5262" y="134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6" name="Surface mesh patch"/>
              <p:cNvSpPr/>
              <p:nvPr/>
            </p:nvSpPr>
            <p:spPr>
              <a:xfrm>
                <a:off x="3610562" y="1324880"/>
                <a:ext cx="50120" cy="1209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698">
                    <a:moveTo>
                      <a:pt x="0" y="2212"/>
                    </a:moveTo>
                    <a:lnTo>
                      <a:pt x="2875" y="12698"/>
                    </a:lnTo>
                    <a:lnTo>
                      <a:pt x="5262" y="109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7" name="Surface mesh patch"/>
              <p:cNvSpPr/>
              <p:nvPr/>
            </p:nvSpPr>
            <p:spPr>
              <a:xfrm>
                <a:off x="3660682" y="1415387"/>
                <a:ext cx="50120" cy="86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1">
                    <a:moveTo>
                      <a:pt x="0" y="1431"/>
                    </a:moveTo>
                    <a:lnTo>
                      <a:pt x="2875" y="9061"/>
                    </a:lnTo>
                    <a:lnTo>
                      <a:pt x="5262" y="76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8" name="Surface mesh patch"/>
              <p:cNvSpPr/>
              <p:nvPr/>
            </p:nvSpPr>
            <p:spPr>
              <a:xfrm>
                <a:off x="3710802" y="1477107"/>
                <a:ext cx="50120" cy="573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17">
                    <a:moveTo>
                      <a:pt x="0" y="1208"/>
                    </a:moveTo>
                    <a:lnTo>
                      <a:pt x="2875" y="6017"/>
                    </a:lnTo>
                    <a:lnTo>
                      <a:pt x="5262" y="46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9" name="Surface mesh patch"/>
              <p:cNvSpPr/>
              <p:nvPr/>
            </p:nvSpPr>
            <p:spPr>
              <a:xfrm>
                <a:off x="3760921" y="1509205"/>
                <a:ext cx="50120" cy="369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3">
                    <a:moveTo>
                      <a:pt x="0" y="1297"/>
                    </a:moveTo>
                    <a:lnTo>
                      <a:pt x="2875" y="3883"/>
                    </a:lnTo>
                    <a:lnTo>
                      <a:pt x="5262" y="24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0" name="Surface mesh patch"/>
              <p:cNvSpPr/>
              <p:nvPr/>
            </p:nvSpPr>
            <p:spPr>
              <a:xfrm>
                <a:off x="3811041" y="1517980"/>
                <a:ext cx="50120" cy="248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0">
                    <a:moveTo>
                      <a:pt x="0" y="1480"/>
                    </a:moveTo>
                    <a:lnTo>
                      <a:pt x="2875" y="2610"/>
                    </a:lnTo>
                    <a:lnTo>
                      <a:pt x="5262" y="9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1" name="Surface mesh patch"/>
              <p:cNvSpPr/>
              <p:nvPr/>
            </p:nvSpPr>
            <p:spPr>
              <a:xfrm>
                <a:off x="3861161" y="1512068"/>
                <a:ext cx="50120" cy="18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1">
                    <a:moveTo>
                      <a:pt x="0" y="1617"/>
                    </a:moveTo>
                    <a:lnTo>
                      <a:pt x="2875" y="1981"/>
                    </a:lnTo>
                    <a:lnTo>
                      <a:pt x="5262" y="3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2" name="Surface mesh patch"/>
              <p:cNvSpPr/>
              <p:nvPr/>
            </p:nvSpPr>
            <p:spPr>
              <a:xfrm>
                <a:off x="3911280" y="1499357"/>
                <a:ext cx="50120" cy="16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7">
                    <a:moveTo>
                      <a:pt x="0" y="1650"/>
                    </a:moveTo>
                    <a:lnTo>
                      <a:pt x="2875" y="1767"/>
                    </a:lnTo>
                    <a:lnTo>
                      <a:pt x="5262" y="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3" name="Surface mesh patch"/>
              <p:cNvSpPr/>
              <p:nvPr/>
            </p:nvSpPr>
            <p:spPr>
              <a:xfrm>
                <a:off x="3961400" y="1485849"/>
                <a:ext cx="50120" cy="17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8">
                    <a:moveTo>
                      <a:pt x="0" y="1571"/>
                    </a:moveTo>
                    <a:lnTo>
                      <a:pt x="2875" y="1798"/>
                    </a:lnTo>
                    <a:lnTo>
                      <a:pt x="5262" y="3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4" name="Surface mesh patch"/>
              <p:cNvSpPr/>
              <p:nvPr/>
            </p:nvSpPr>
            <p:spPr>
              <a:xfrm>
                <a:off x="4011520" y="1475600"/>
                <a:ext cx="50120" cy="18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0">
                    <a:moveTo>
                      <a:pt x="0" y="1404"/>
                    </a:moveTo>
                    <a:lnTo>
                      <a:pt x="2875" y="1960"/>
                    </a:lnTo>
                    <a:lnTo>
                      <a:pt x="5262" y="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5" name="Surface mesh patch"/>
              <p:cNvSpPr/>
              <p:nvPr/>
            </p:nvSpPr>
            <p:spPr>
              <a:xfrm>
                <a:off x="4061639" y="1470954"/>
                <a:ext cx="50120" cy="207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9">
                    <a:moveTo>
                      <a:pt x="0" y="1186"/>
                    </a:moveTo>
                    <a:lnTo>
                      <a:pt x="2875" y="2179"/>
                    </a:lnTo>
                    <a:lnTo>
                      <a:pt x="5262" y="11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6" name="Surface mesh patch"/>
              <p:cNvSpPr/>
              <p:nvPr/>
            </p:nvSpPr>
            <p:spPr>
              <a:xfrm>
                <a:off x="2334839" y="1610106"/>
                <a:ext cx="50120" cy="106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22">
                    <a:moveTo>
                      <a:pt x="0" y="999"/>
                    </a:moveTo>
                    <a:lnTo>
                      <a:pt x="2875" y="1122"/>
                    </a:lnTo>
                    <a:lnTo>
                      <a:pt x="5262" y="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7" name="Surface mesh patch"/>
              <p:cNvSpPr/>
              <p:nvPr/>
            </p:nvSpPr>
            <p:spPr>
              <a:xfrm>
                <a:off x="2384959" y="1601267"/>
                <a:ext cx="50120" cy="9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8">
                    <a:moveTo>
                      <a:pt x="0" y="998"/>
                    </a:moveTo>
                    <a:lnTo>
                      <a:pt x="2875" y="904"/>
                    </a:lnTo>
                    <a:lnTo>
                      <a:pt x="5262" y="0"/>
                    </a:lnTo>
                    <a:lnTo>
                      <a:pt x="2387" y="102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8" name="Surface mesh patch"/>
              <p:cNvSpPr/>
              <p:nvPr/>
            </p:nvSpPr>
            <p:spPr>
              <a:xfrm>
                <a:off x="2435079" y="1593715"/>
                <a:ext cx="50120" cy="7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3">
                    <a:moveTo>
                      <a:pt x="0" y="793"/>
                    </a:moveTo>
                    <a:lnTo>
                      <a:pt x="2875" y="657"/>
                    </a:lnTo>
                    <a:lnTo>
                      <a:pt x="5262" y="0"/>
                    </a:lnTo>
                    <a:lnTo>
                      <a:pt x="2387" y="99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9" name="Surface mesh patch"/>
              <p:cNvSpPr/>
              <p:nvPr/>
            </p:nvSpPr>
            <p:spPr>
              <a:xfrm>
                <a:off x="2485198" y="1589795"/>
                <a:ext cx="50120" cy="42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2">
                    <a:moveTo>
                      <a:pt x="0" y="412"/>
                    </a:moveTo>
                    <a:lnTo>
                      <a:pt x="2875" y="442"/>
                    </a:lnTo>
                    <a:lnTo>
                      <a:pt x="5262" y="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0" name="Surface mesh patch"/>
              <p:cNvSpPr/>
              <p:nvPr/>
            </p:nvSpPr>
            <p:spPr>
              <a:xfrm>
                <a:off x="2535318" y="1590059"/>
                <a:ext cx="50120" cy="52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">
                    <a:moveTo>
                      <a:pt x="0" y="83"/>
                    </a:moveTo>
                    <a:lnTo>
                      <a:pt x="2875" y="512"/>
                    </a:lnTo>
                    <a:lnTo>
                      <a:pt x="5262" y="5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1" name="Surface mesh patch"/>
              <p:cNvSpPr/>
              <p:nvPr/>
            </p:nvSpPr>
            <p:spPr>
              <a:xfrm>
                <a:off x="2585438" y="1595325"/>
                <a:ext cx="50120" cy="14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5">
                    <a:moveTo>
                      <a:pt x="0" y="0"/>
                    </a:moveTo>
                    <a:lnTo>
                      <a:pt x="2875" y="1070"/>
                    </a:lnTo>
                    <a:lnTo>
                      <a:pt x="5262" y="1475"/>
                    </a:lnTo>
                    <a:lnTo>
                      <a:pt x="2387" y="243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2" name="Surface mesh patch"/>
              <p:cNvSpPr/>
              <p:nvPr/>
            </p:nvSpPr>
            <p:spPr>
              <a:xfrm>
                <a:off x="2635557" y="1609376"/>
                <a:ext cx="50120" cy="24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7">
                    <a:moveTo>
                      <a:pt x="0" y="0"/>
                    </a:moveTo>
                    <a:lnTo>
                      <a:pt x="2875" y="1933"/>
                    </a:lnTo>
                    <a:lnTo>
                      <a:pt x="5262" y="2617"/>
                    </a:lnTo>
                    <a:lnTo>
                      <a:pt x="2387" y="501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3" name="Surface mesh patch"/>
              <p:cNvSpPr/>
              <p:nvPr/>
            </p:nvSpPr>
            <p:spPr>
              <a:xfrm>
                <a:off x="2685677" y="1634301"/>
                <a:ext cx="50120" cy="353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1">
                    <a:moveTo>
                      <a:pt x="0" y="0"/>
                    </a:moveTo>
                    <a:lnTo>
                      <a:pt x="2875" y="2946"/>
                    </a:lnTo>
                    <a:lnTo>
                      <a:pt x="5262" y="3711"/>
                    </a:lnTo>
                    <a:lnTo>
                      <a:pt x="2387" y="602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4" name="Surface mesh patch"/>
              <p:cNvSpPr/>
              <p:nvPr/>
            </p:nvSpPr>
            <p:spPr>
              <a:xfrm>
                <a:off x="2735797" y="1669645"/>
                <a:ext cx="50120" cy="42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3">
                    <a:moveTo>
                      <a:pt x="0" y="0"/>
                    </a:moveTo>
                    <a:lnTo>
                      <a:pt x="2875" y="3976"/>
                    </a:lnTo>
                    <a:lnTo>
                      <a:pt x="5262" y="4493"/>
                    </a:lnTo>
                    <a:lnTo>
                      <a:pt x="2387" y="44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5" name="Surface mesh patch"/>
              <p:cNvSpPr/>
              <p:nvPr/>
            </p:nvSpPr>
            <p:spPr>
              <a:xfrm>
                <a:off x="2785916" y="1711668"/>
                <a:ext cx="50120" cy="46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6">
                    <a:moveTo>
                      <a:pt x="0" y="82"/>
                    </a:moveTo>
                    <a:lnTo>
                      <a:pt x="2875" y="4916"/>
                    </a:lnTo>
                    <a:lnTo>
                      <a:pt x="5262" y="47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6" name="Surface mesh patch"/>
              <p:cNvSpPr/>
              <p:nvPr/>
            </p:nvSpPr>
            <p:spPr>
              <a:xfrm>
                <a:off x="2836036" y="1747408"/>
                <a:ext cx="50120" cy="602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29">
                    <a:moveTo>
                      <a:pt x="0" y="1004"/>
                    </a:moveTo>
                    <a:lnTo>
                      <a:pt x="2875" y="6329"/>
                    </a:lnTo>
                    <a:lnTo>
                      <a:pt x="5262" y="5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4a2fd"/>
              </a:solidFill>
              <a:ln w="3334" cap="flat" cmpd="sng" algn="ctr">
                <a:solidFill>
                  <a:srgbClr val="84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7" name="Surface mesh patch"/>
              <p:cNvSpPr/>
              <p:nvPr/>
            </p:nvSpPr>
            <p:spPr>
              <a:xfrm>
                <a:off x="2886156" y="1773716"/>
                <a:ext cx="50120" cy="72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73">
                    <a:moveTo>
                      <a:pt x="0" y="2275"/>
                    </a:moveTo>
                    <a:lnTo>
                      <a:pt x="2875" y="7573"/>
                    </a:lnTo>
                    <a:lnTo>
                      <a:pt x="5262" y="47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997fb"/>
              </a:solidFill>
              <a:ln w="3334" cap="flat" cmpd="sng" algn="ctr">
                <a:solidFill>
                  <a:srgbClr val="7997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8" name="Surface mesh patch"/>
              <p:cNvSpPr/>
              <p:nvPr/>
            </p:nvSpPr>
            <p:spPr>
              <a:xfrm>
                <a:off x="2936275" y="1783738"/>
                <a:ext cx="50120" cy="803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40">
                    <a:moveTo>
                      <a:pt x="0" y="3737"/>
                    </a:moveTo>
                    <a:lnTo>
                      <a:pt x="2875" y="8440"/>
                    </a:lnTo>
                    <a:lnTo>
                      <a:pt x="5262" y="4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9" name="Surface mesh patch"/>
              <p:cNvSpPr/>
              <p:nvPr/>
            </p:nvSpPr>
            <p:spPr>
              <a:xfrm>
                <a:off x="2986395" y="1772676"/>
                <a:ext cx="50120" cy="836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81">
                    <a:moveTo>
                      <a:pt x="0" y="5172"/>
                    </a:moveTo>
                    <a:lnTo>
                      <a:pt x="2875" y="8781"/>
                    </a:lnTo>
                    <a:lnTo>
                      <a:pt x="5262" y="28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793fa"/>
              </a:solidFill>
              <a:ln w="3334" cap="flat" cmpd="sng" algn="ctr">
                <a:solidFill>
                  <a:srgbClr val="779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0" name="Surface mesh patch"/>
              <p:cNvSpPr/>
              <p:nvPr/>
            </p:nvSpPr>
            <p:spPr>
              <a:xfrm>
                <a:off x="3036514" y="1738449"/>
                <a:ext cx="50120" cy="81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9">
                    <a:moveTo>
                      <a:pt x="0" y="6396"/>
                    </a:moveTo>
                    <a:lnTo>
                      <a:pt x="2875" y="8579"/>
                    </a:lnTo>
                    <a:lnTo>
                      <a:pt x="5262" y="13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1" name="Surface mesh patch"/>
              <p:cNvSpPr/>
              <p:nvPr/>
            </p:nvSpPr>
            <p:spPr>
              <a:xfrm>
                <a:off x="3086634" y="1679340"/>
                <a:ext cx="50120" cy="780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5">
                    <a:moveTo>
                      <a:pt x="0" y="7535"/>
                    </a:moveTo>
                    <a:lnTo>
                      <a:pt x="2875" y="8195"/>
                    </a:lnTo>
                    <a:lnTo>
                      <a:pt x="5262" y="0"/>
                    </a:lnTo>
                    <a:lnTo>
                      <a:pt x="2387" y="194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2" name="Surface mesh patch"/>
              <p:cNvSpPr/>
              <p:nvPr/>
            </p:nvSpPr>
            <p:spPr>
              <a:xfrm>
                <a:off x="3136754" y="1588189"/>
                <a:ext cx="50120" cy="91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70">
                    <a:moveTo>
                      <a:pt x="0" y="9570"/>
                    </a:moveTo>
                    <a:lnTo>
                      <a:pt x="2875" y="8897"/>
                    </a:lnTo>
                    <a:lnTo>
                      <a:pt x="5262" y="0"/>
                    </a:lnTo>
                    <a:lnTo>
                      <a:pt x="2387" y="1482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3" name="Surface mesh patch"/>
              <p:cNvSpPr/>
              <p:nvPr/>
            </p:nvSpPr>
            <p:spPr>
              <a:xfrm>
                <a:off x="3186873" y="1484274"/>
                <a:ext cx="50120" cy="1039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10">
                    <a:moveTo>
                      <a:pt x="0" y="10910"/>
                    </a:moveTo>
                    <a:lnTo>
                      <a:pt x="2875" y="9454"/>
                    </a:lnTo>
                    <a:lnTo>
                      <a:pt x="5262" y="0"/>
                    </a:lnTo>
                    <a:lnTo>
                      <a:pt x="2387" y="2131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4" name="Surface mesh patch"/>
              <p:cNvSpPr/>
              <p:nvPr/>
            </p:nvSpPr>
            <p:spPr>
              <a:xfrm>
                <a:off x="3236993" y="1378225"/>
                <a:ext cx="50120" cy="106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34">
                    <a:moveTo>
                      <a:pt x="0" y="11134"/>
                    </a:moveTo>
                    <a:lnTo>
                      <a:pt x="2875" y="9852"/>
                    </a:lnTo>
                    <a:lnTo>
                      <a:pt x="5262" y="0"/>
                    </a:lnTo>
                    <a:lnTo>
                      <a:pt x="2387" y="165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5" name="Surface mesh patch"/>
              <p:cNvSpPr/>
              <p:nvPr/>
            </p:nvSpPr>
            <p:spPr>
              <a:xfrm>
                <a:off x="3287113" y="1282529"/>
                <a:ext cx="50120" cy="97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08">
                    <a:moveTo>
                      <a:pt x="0" y="10047"/>
                    </a:moveTo>
                    <a:lnTo>
                      <a:pt x="2875" y="10208"/>
                    </a:lnTo>
                    <a:lnTo>
                      <a:pt x="5262" y="2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6" name="Surface mesh patch"/>
              <p:cNvSpPr/>
              <p:nvPr/>
            </p:nvSpPr>
            <p:spPr>
              <a:xfrm>
                <a:off x="3337232" y="1188410"/>
                <a:ext cx="50120" cy="124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025">
                    <a:moveTo>
                      <a:pt x="0" y="10176"/>
                    </a:moveTo>
                    <a:lnTo>
                      <a:pt x="2875" y="13025"/>
                    </a:lnTo>
                    <a:lnTo>
                      <a:pt x="5262" y="36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7" name="Surface mesh patch"/>
              <p:cNvSpPr/>
              <p:nvPr/>
            </p:nvSpPr>
            <p:spPr>
              <a:xfrm>
                <a:off x="3387352" y="1131797"/>
                <a:ext cx="50120" cy="150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04">
                    <a:moveTo>
                      <a:pt x="0" y="9568"/>
                    </a:moveTo>
                    <a:lnTo>
                      <a:pt x="2875" y="15804"/>
                    </a:lnTo>
                    <a:lnTo>
                      <a:pt x="5262" y="75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8" name="Surface mesh patch"/>
              <p:cNvSpPr/>
              <p:nvPr/>
            </p:nvSpPr>
            <p:spPr>
              <a:xfrm>
                <a:off x="3437472" y="1126330"/>
                <a:ext cx="50120" cy="1668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20">
                    <a:moveTo>
                      <a:pt x="0" y="8165"/>
                    </a:moveTo>
                    <a:lnTo>
                      <a:pt x="2875" y="17520"/>
                    </a:lnTo>
                    <a:lnTo>
                      <a:pt x="5262" y="110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9" name="Surface mesh patch"/>
              <p:cNvSpPr/>
              <p:nvPr/>
            </p:nvSpPr>
            <p:spPr>
              <a:xfrm>
                <a:off x="3487591" y="1171735"/>
                <a:ext cx="50120" cy="166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63">
                    <a:moveTo>
                      <a:pt x="0" y="6242"/>
                    </a:moveTo>
                    <a:lnTo>
                      <a:pt x="2875" y="17463"/>
                    </a:lnTo>
                    <a:lnTo>
                      <a:pt x="5262" y="127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0" name="Surface mesh patch"/>
              <p:cNvSpPr/>
              <p:nvPr/>
            </p:nvSpPr>
            <p:spPr>
              <a:xfrm>
                <a:off x="3537711" y="1252807"/>
                <a:ext cx="50120" cy="148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5">
                    <a:moveTo>
                      <a:pt x="0" y="4281"/>
                    </a:moveTo>
                    <a:lnTo>
                      <a:pt x="2875" y="15595"/>
                    </a:lnTo>
                    <a:lnTo>
                      <a:pt x="5262" y="124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1" name="Surface mesh patch"/>
              <p:cNvSpPr/>
              <p:nvPr/>
            </p:nvSpPr>
            <p:spPr>
              <a:xfrm>
                <a:off x="3587831" y="1345947"/>
                <a:ext cx="50120" cy="1193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27">
                    <a:moveTo>
                      <a:pt x="0" y="2719"/>
                    </a:moveTo>
                    <a:lnTo>
                      <a:pt x="2875" y="12527"/>
                    </a:lnTo>
                    <a:lnTo>
                      <a:pt x="5262" y="10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dcda"/>
              </a:solidFill>
              <a:ln w="3334" cap="flat" cmpd="sng" algn="ctr">
                <a:solidFill>
                  <a:srgbClr val="e7dcd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2" name="Surface mesh patch"/>
              <p:cNvSpPr/>
              <p:nvPr/>
            </p:nvSpPr>
            <p:spPr>
              <a:xfrm>
                <a:off x="3637950" y="1429021"/>
                <a:ext cx="50120" cy="871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52">
                    <a:moveTo>
                      <a:pt x="0" y="1765"/>
                    </a:moveTo>
                    <a:lnTo>
                      <a:pt x="2875" y="9152"/>
                    </a:lnTo>
                    <a:lnTo>
                      <a:pt x="5262" y="76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3" name="Surface mesh patch"/>
              <p:cNvSpPr/>
              <p:nvPr/>
            </p:nvSpPr>
            <p:spPr>
              <a:xfrm>
                <a:off x="3688070" y="1488609"/>
                <a:ext cx="50120" cy="591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0">
                    <a:moveTo>
                      <a:pt x="0" y="1374"/>
                    </a:moveTo>
                    <a:lnTo>
                      <a:pt x="2875" y="6210"/>
                    </a:lnTo>
                    <a:lnTo>
                      <a:pt x="5262" y="48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4" name="Surface mesh patch"/>
              <p:cNvSpPr/>
              <p:nvPr/>
            </p:nvSpPr>
            <p:spPr>
              <a:xfrm>
                <a:off x="3738189" y="1521563"/>
                <a:ext cx="50120" cy="387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6">
                    <a:moveTo>
                      <a:pt x="0" y="1350"/>
                    </a:moveTo>
                    <a:lnTo>
                      <a:pt x="2875" y="4066"/>
                    </a:lnTo>
                    <a:lnTo>
                      <a:pt x="5262" y="25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5" name="Surface mesh patch"/>
              <p:cNvSpPr/>
              <p:nvPr/>
            </p:nvSpPr>
            <p:spPr>
              <a:xfrm>
                <a:off x="3788309" y="1532079"/>
                <a:ext cx="50120" cy="260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4">
                    <a:moveTo>
                      <a:pt x="0" y="1482"/>
                    </a:moveTo>
                    <a:lnTo>
                      <a:pt x="2875" y="2734"/>
                    </a:lnTo>
                    <a:lnTo>
                      <a:pt x="5262" y="11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6" name="Surface mesh patch"/>
              <p:cNvSpPr/>
              <p:nvPr/>
            </p:nvSpPr>
            <p:spPr>
              <a:xfrm>
                <a:off x="3838429" y="1527471"/>
                <a:ext cx="50120" cy="194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7">
                    <a:moveTo>
                      <a:pt x="0" y="1614"/>
                    </a:moveTo>
                    <a:lnTo>
                      <a:pt x="2875" y="2037"/>
                    </a:lnTo>
                    <a:lnTo>
                      <a:pt x="5262" y="3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7" name="Surface mesh patch"/>
              <p:cNvSpPr/>
              <p:nvPr/>
            </p:nvSpPr>
            <p:spPr>
              <a:xfrm>
                <a:off x="3888548" y="1515069"/>
                <a:ext cx="50120" cy="168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6">
                    <a:moveTo>
                      <a:pt x="0" y="1666"/>
                    </a:moveTo>
                    <a:lnTo>
                      <a:pt x="2875" y="1766"/>
                    </a:lnTo>
                    <a:lnTo>
                      <a:pt x="5262" y="1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8" name="Surface mesh patch"/>
              <p:cNvSpPr/>
              <p:nvPr/>
            </p:nvSpPr>
            <p:spPr>
              <a:xfrm>
                <a:off x="3938668" y="1500814"/>
                <a:ext cx="50120" cy="167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5">
                    <a:moveTo>
                      <a:pt x="0" y="1614"/>
                    </a:moveTo>
                    <a:lnTo>
                      <a:pt x="2875" y="1755"/>
                    </a:lnTo>
                    <a:lnTo>
                      <a:pt x="5262" y="2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9" name="Surface mesh patch"/>
              <p:cNvSpPr/>
              <p:nvPr/>
            </p:nvSpPr>
            <p:spPr>
              <a:xfrm>
                <a:off x="3988788" y="1488976"/>
                <a:ext cx="50120" cy="18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2">
                    <a:moveTo>
                      <a:pt x="0" y="1469"/>
                    </a:moveTo>
                    <a:lnTo>
                      <a:pt x="2875" y="1892"/>
                    </a:lnTo>
                    <a:lnTo>
                      <a:pt x="5262" y="5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0" name="Surface mesh patch"/>
              <p:cNvSpPr/>
              <p:nvPr/>
            </p:nvSpPr>
            <p:spPr>
              <a:xfrm>
                <a:off x="4038907" y="1482248"/>
                <a:ext cx="50120" cy="20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2">
                    <a:moveTo>
                      <a:pt x="0" y="1262"/>
                    </a:moveTo>
                    <a:lnTo>
                      <a:pt x="2875" y="2102"/>
                    </a:lnTo>
                    <a:lnTo>
                      <a:pt x="5262" y="9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1" name="Surface mesh patch"/>
              <p:cNvSpPr/>
              <p:nvPr/>
            </p:nvSpPr>
            <p:spPr>
              <a:xfrm>
                <a:off x="2362227" y="1609878"/>
                <a:ext cx="50120" cy="109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6">
                    <a:moveTo>
                      <a:pt x="0" y="1146"/>
                    </a:moveTo>
                    <a:lnTo>
                      <a:pt x="2875" y="1083"/>
                    </a:lnTo>
                    <a:lnTo>
                      <a:pt x="5262" y="0"/>
                    </a:lnTo>
                    <a:lnTo>
                      <a:pt x="2387" y="94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2" name="Surface mesh patch"/>
              <p:cNvSpPr/>
              <p:nvPr/>
            </p:nvSpPr>
            <p:spPr>
              <a:xfrm>
                <a:off x="2412347" y="1599976"/>
                <a:ext cx="50120" cy="9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0">
                    <a:moveTo>
                      <a:pt x="0" y="1040"/>
                    </a:moveTo>
                    <a:lnTo>
                      <a:pt x="2875" y="886"/>
                    </a:lnTo>
                    <a:lnTo>
                      <a:pt x="5262" y="0"/>
                    </a:lnTo>
                    <a:lnTo>
                      <a:pt x="2387" y="136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3" name="Surface mesh patch"/>
              <p:cNvSpPr/>
              <p:nvPr/>
            </p:nvSpPr>
            <p:spPr>
              <a:xfrm>
                <a:off x="2462467" y="1593715"/>
                <a:ext cx="50120" cy="62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7">
                    <a:moveTo>
                      <a:pt x="0" y="657"/>
                    </a:moveTo>
                    <a:lnTo>
                      <a:pt x="2875" y="618"/>
                    </a:lnTo>
                    <a:lnTo>
                      <a:pt x="5262" y="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4" name="Surface mesh patch"/>
              <p:cNvSpPr/>
              <p:nvPr/>
            </p:nvSpPr>
            <p:spPr>
              <a:xfrm>
                <a:off x="2512586" y="1590853"/>
                <a:ext cx="50120" cy="60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5">
                    <a:moveTo>
                      <a:pt x="0" y="331"/>
                    </a:moveTo>
                    <a:lnTo>
                      <a:pt x="2875" y="635"/>
                    </a:lnTo>
                    <a:lnTo>
                      <a:pt x="5262" y="4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5" name="Surface mesh patch"/>
              <p:cNvSpPr/>
              <p:nvPr/>
            </p:nvSpPr>
            <p:spPr>
              <a:xfrm>
                <a:off x="2562706" y="1594939"/>
                <a:ext cx="50120" cy="105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0">
                    <a:moveTo>
                      <a:pt x="0" y="0"/>
                    </a:moveTo>
                    <a:lnTo>
                      <a:pt x="2875" y="888"/>
                    </a:lnTo>
                    <a:lnTo>
                      <a:pt x="5262" y="111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6" name="Surface mesh patch"/>
              <p:cNvSpPr/>
              <p:nvPr/>
            </p:nvSpPr>
            <p:spPr>
              <a:xfrm>
                <a:off x="2612825" y="1605514"/>
                <a:ext cx="50120" cy="22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8">
                    <a:moveTo>
                      <a:pt x="0" y="0"/>
                    </a:moveTo>
                    <a:lnTo>
                      <a:pt x="2875" y="1702"/>
                    </a:lnTo>
                    <a:lnTo>
                      <a:pt x="5262" y="2338"/>
                    </a:lnTo>
                    <a:lnTo>
                      <a:pt x="2387" y="406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7" name="Surface mesh patch"/>
              <p:cNvSpPr/>
              <p:nvPr/>
            </p:nvSpPr>
            <p:spPr>
              <a:xfrm>
                <a:off x="2662945" y="1627785"/>
                <a:ext cx="50120" cy="34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0">
                    <a:moveTo>
                      <a:pt x="0" y="0"/>
                    </a:moveTo>
                    <a:lnTo>
                      <a:pt x="2875" y="2696"/>
                    </a:lnTo>
                    <a:lnTo>
                      <a:pt x="5262" y="3630"/>
                    </a:lnTo>
                    <a:lnTo>
                      <a:pt x="2387" y="684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8" name="Surface mesh patch"/>
              <p:cNvSpPr/>
              <p:nvPr/>
            </p:nvSpPr>
            <p:spPr>
              <a:xfrm>
                <a:off x="2713065" y="1662365"/>
                <a:ext cx="50120" cy="451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40">
                    <a:moveTo>
                      <a:pt x="0" y="0"/>
                    </a:moveTo>
                    <a:lnTo>
                      <a:pt x="2875" y="3761"/>
                    </a:lnTo>
                    <a:lnTo>
                      <a:pt x="5262" y="4740"/>
                    </a:lnTo>
                    <a:lnTo>
                      <a:pt x="2387" y="764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9" name="Surface mesh patch"/>
              <p:cNvSpPr/>
              <p:nvPr/>
            </p:nvSpPr>
            <p:spPr>
              <a:xfrm>
                <a:off x="2763184" y="1707512"/>
                <a:ext cx="50120" cy="5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2">
                    <a:moveTo>
                      <a:pt x="0" y="0"/>
                    </a:moveTo>
                    <a:lnTo>
                      <a:pt x="2875" y="4730"/>
                    </a:lnTo>
                    <a:lnTo>
                      <a:pt x="5262" y="5352"/>
                    </a:lnTo>
                    <a:lnTo>
                      <a:pt x="2387" y="518"/>
                    </a:lnTo>
                    <a:close/>
                  </a:path>
                </a:pathLst>
              </a:custGeom>
              <a:solidFill>
                <a:srgbClr val="94b2fd"/>
              </a:solidFill>
              <a:ln w="3334" cap="flat" cmpd="sng" algn="ctr">
                <a:solidFill>
                  <a:srgbClr val="94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0" name="Surface mesh patch"/>
              <p:cNvSpPr/>
              <p:nvPr/>
            </p:nvSpPr>
            <p:spPr>
              <a:xfrm>
                <a:off x="2813304" y="1756973"/>
                <a:ext cx="50120" cy="530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65">
                    <a:moveTo>
                      <a:pt x="0" y="159"/>
                    </a:moveTo>
                    <a:lnTo>
                      <a:pt x="2875" y="5565"/>
                    </a:lnTo>
                    <a:lnTo>
                      <a:pt x="5262" y="5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6a3fd"/>
              </a:solidFill>
              <a:ln w="3334" cap="flat" cmpd="sng" algn="ctr">
                <a:solidFill>
                  <a:srgbClr val="86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1" name="Surface mesh patch"/>
              <p:cNvSpPr/>
              <p:nvPr/>
            </p:nvSpPr>
            <p:spPr>
              <a:xfrm>
                <a:off x="2863424" y="1795387"/>
                <a:ext cx="50120" cy="657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99">
                    <a:moveTo>
                      <a:pt x="0" y="1292"/>
                    </a:moveTo>
                    <a:lnTo>
                      <a:pt x="2875" y="6899"/>
                    </a:lnTo>
                    <a:lnTo>
                      <a:pt x="5262" y="5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693f9"/>
              </a:solidFill>
              <a:ln w="3334" cap="flat" cmpd="sng" algn="ctr">
                <a:solidFill>
                  <a:srgbClr val="7693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2" name="Surface mesh patch"/>
              <p:cNvSpPr/>
              <p:nvPr/>
            </p:nvSpPr>
            <p:spPr>
              <a:xfrm>
                <a:off x="2913543" y="1819330"/>
                <a:ext cx="50120" cy="76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16">
                    <a:moveTo>
                      <a:pt x="0" y="2784"/>
                    </a:moveTo>
                    <a:lnTo>
                      <a:pt x="2875" y="8016"/>
                    </a:lnTo>
                    <a:lnTo>
                      <a:pt x="5262" y="47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a85f5"/>
              </a:solidFill>
              <a:ln w="3334" cap="flat" cmpd="sng" algn="ctr">
                <a:solidFill>
                  <a:srgbClr val="6a85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3" name="Surface mesh patch"/>
              <p:cNvSpPr/>
              <p:nvPr/>
            </p:nvSpPr>
            <p:spPr>
              <a:xfrm>
                <a:off x="2963663" y="1821941"/>
                <a:ext cx="50120" cy="831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29">
                    <a:moveTo>
                      <a:pt x="0" y="4429"/>
                    </a:moveTo>
                    <a:lnTo>
                      <a:pt x="2875" y="8729"/>
                    </a:lnTo>
                    <a:lnTo>
                      <a:pt x="5262" y="36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782f4"/>
              </a:solidFill>
              <a:ln w="3334" cap="flat" cmpd="sng" algn="ctr">
                <a:solidFill>
                  <a:srgbClr val="6782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4" name="Surface mesh patch"/>
              <p:cNvSpPr/>
              <p:nvPr/>
            </p:nvSpPr>
            <p:spPr>
              <a:xfrm>
                <a:off x="3013783" y="1799369"/>
                <a:ext cx="50120" cy="850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33">
                    <a:moveTo>
                      <a:pt x="0" y="5979"/>
                    </a:moveTo>
                    <a:lnTo>
                      <a:pt x="2875" y="8933"/>
                    </a:lnTo>
                    <a:lnTo>
                      <a:pt x="5262" y="2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f8bf7"/>
              </a:solidFill>
              <a:ln w="3334" cap="flat" cmpd="sng" algn="ctr">
                <a:solidFill>
                  <a:srgbClr val="6f8b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5" name="Surface mesh patch"/>
              <p:cNvSpPr/>
              <p:nvPr/>
            </p:nvSpPr>
            <p:spPr>
              <a:xfrm>
                <a:off x="3063902" y="1751115"/>
                <a:ext cx="50120" cy="826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82">
                    <a:moveTo>
                      <a:pt x="0" y="7249"/>
                    </a:moveTo>
                    <a:lnTo>
                      <a:pt x="2875" y="8682"/>
                    </a:lnTo>
                    <a:lnTo>
                      <a:pt x="5262" y="6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6" name="Surface mesh patch"/>
              <p:cNvSpPr/>
              <p:nvPr/>
            </p:nvSpPr>
            <p:spPr>
              <a:xfrm>
                <a:off x="3114022" y="1672929"/>
                <a:ext cx="50120" cy="847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02">
                    <a:moveTo>
                      <a:pt x="0" y="8868"/>
                    </a:moveTo>
                    <a:lnTo>
                      <a:pt x="2875" y="8902"/>
                    </a:lnTo>
                    <a:lnTo>
                      <a:pt x="5262" y="0"/>
                    </a:lnTo>
                    <a:lnTo>
                      <a:pt x="2387" y="673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7" name="Surface mesh patch"/>
              <p:cNvSpPr/>
              <p:nvPr/>
            </p:nvSpPr>
            <p:spPr>
              <a:xfrm>
                <a:off x="3164142" y="1574326"/>
                <a:ext cx="50120" cy="986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52">
                    <a:moveTo>
                      <a:pt x="0" y="10352"/>
                    </a:moveTo>
                    <a:lnTo>
                      <a:pt x="2875" y="9455"/>
                    </a:lnTo>
                    <a:lnTo>
                      <a:pt x="5262" y="0"/>
                    </a:lnTo>
                    <a:lnTo>
                      <a:pt x="2387" y="1455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8" name="Surface mesh patch"/>
              <p:cNvSpPr/>
              <p:nvPr/>
            </p:nvSpPr>
            <p:spPr>
              <a:xfrm>
                <a:off x="3214261" y="1472066"/>
                <a:ext cx="50120" cy="1022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36">
                    <a:moveTo>
                      <a:pt x="0" y="10736"/>
                    </a:moveTo>
                    <a:lnTo>
                      <a:pt x="2875" y="9731"/>
                    </a:lnTo>
                    <a:lnTo>
                      <a:pt x="5262" y="0"/>
                    </a:lnTo>
                    <a:lnTo>
                      <a:pt x="2387" y="1282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9" name="Surface mesh patch"/>
              <p:cNvSpPr/>
              <p:nvPr/>
            </p:nvSpPr>
            <p:spPr>
              <a:xfrm>
                <a:off x="3264381" y="1378225"/>
                <a:ext cx="50120" cy="93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52">
                    <a:moveTo>
                      <a:pt x="0" y="9852"/>
                    </a:moveTo>
                    <a:lnTo>
                      <a:pt x="2875" y="9839"/>
                    </a:lnTo>
                    <a:lnTo>
                      <a:pt x="5262" y="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dcd9"/>
              </a:solidFill>
              <a:ln w="3334" cap="flat" cmpd="sng" algn="ctr">
                <a:solidFill>
                  <a:srgbClr val="e7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0" name="Surface mesh patch"/>
              <p:cNvSpPr/>
              <p:nvPr/>
            </p:nvSpPr>
            <p:spPr>
              <a:xfrm>
                <a:off x="3314500" y="1285339"/>
                <a:ext cx="50120" cy="1144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11">
                    <a:moveTo>
                      <a:pt x="0" y="9913"/>
                    </a:moveTo>
                    <a:lnTo>
                      <a:pt x="2875" y="12011"/>
                    </a:lnTo>
                    <a:lnTo>
                      <a:pt x="5262" y="28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9"/>
              </a:solidFill>
              <a:ln w="3334" cap="flat" cmpd="sng" algn="ctr">
                <a:solidFill>
                  <a:srgbClr val="f8d3b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1" name="Surface mesh patch"/>
              <p:cNvSpPr/>
              <p:nvPr/>
            </p:nvSpPr>
            <p:spPr>
              <a:xfrm>
                <a:off x="3364620" y="1222929"/>
                <a:ext cx="50120" cy="136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34">
                    <a:moveTo>
                      <a:pt x="0" y="9401"/>
                    </a:moveTo>
                    <a:lnTo>
                      <a:pt x="2875" y="14334"/>
                    </a:lnTo>
                    <a:lnTo>
                      <a:pt x="5262" y="62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8ac"/>
              </a:solidFill>
              <a:ln w="3334" cap="flat" cmpd="sng" algn="ctr">
                <a:solidFill>
                  <a:srgbClr val="fbc8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2" name="Surface mesh patch"/>
              <p:cNvSpPr/>
              <p:nvPr/>
            </p:nvSpPr>
            <p:spPr>
              <a:xfrm>
                <a:off x="3414740" y="1204098"/>
                <a:ext cx="50120" cy="1517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929">
                    <a:moveTo>
                      <a:pt x="0" y="8214"/>
                    </a:moveTo>
                    <a:lnTo>
                      <a:pt x="2875" y="15929"/>
                    </a:lnTo>
                    <a:lnTo>
                      <a:pt x="5262" y="93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3" name="Surface mesh patch"/>
              <p:cNvSpPr/>
              <p:nvPr/>
            </p:nvSpPr>
            <p:spPr>
              <a:xfrm>
                <a:off x="3464859" y="1231193"/>
                <a:ext cx="50120" cy="153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93">
                    <a:moveTo>
                      <a:pt x="0" y="6511"/>
                    </a:moveTo>
                    <a:lnTo>
                      <a:pt x="2875" y="16093"/>
                    </a:lnTo>
                    <a:lnTo>
                      <a:pt x="5262" y="112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4" name="Surface mesh patch"/>
              <p:cNvSpPr/>
              <p:nvPr/>
            </p:nvSpPr>
            <p:spPr>
              <a:xfrm>
                <a:off x="3514979" y="1293582"/>
                <a:ext cx="50120" cy="1396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59">
                    <a:moveTo>
                      <a:pt x="0" y="4670"/>
                    </a:moveTo>
                    <a:lnTo>
                      <a:pt x="2875" y="14659"/>
                    </a:lnTo>
                    <a:lnTo>
                      <a:pt x="5262" y="113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5" name="Surface mesh patch"/>
              <p:cNvSpPr/>
              <p:nvPr/>
            </p:nvSpPr>
            <p:spPr>
              <a:xfrm>
                <a:off x="3565099" y="1371843"/>
                <a:ext cx="50120" cy="1148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53">
                    <a:moveTo>
                      <a:pt x="0" y="3097"/>
                    </a:moveTo>
                    <a:lnTo>
                      <a:pt x="2875" y="12053"/>
                    </a:lnTo>
                    <a:lnTo>
                      <a:pt x="5262" y="98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6" name="Surface mesh patch"/>
              <p:cNvSpPr/>
              <p:nvPr/>
            </p:nvSpPr>
            <p:spPr>
              <a:xfrm>
                <a:off x="3615218" y="1445832"/>
                <a:ext cx="50120" cy="85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27">
                    <a:moveTo>
                      <a:pt x="0" y="2041"/>
                    </a:moveTo>
                    <a:lnTo>
                      <a:pt x="2875" y="9027"/>
                    </a:lnTo>
                    <a:lnTo>
                      <a:pt x="5262" y="73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7" name="Surface mesh patch"/>
              <p:cNvSpPr/>
              <p:nvPr/>
            </p:nvSpPr>
            <p:spPr>
              <a:xfrm>
                <a:off x="3665338" y="1501692"/>
                <a:ext cx="50120" cy="597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6">
                    <a:moveTo>
                      <a:pt x="0" y="1522"/>
                    </a:moveTo>
                    <a:lnTo>
                      <a:pt x="2875" y="6276"/>
                    </a:lnTo>
                    <a:lnTo>
                      <a:pt x="5262" y="48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8" name="Surface mesh patch"/>
              <p:cNvSpPr/>
              <p:nvPr/>
            </p:nvSpPr>
            <p:spPr>
              <a:xfrm>
                <a:off x="3715458" y="1534423"/>
                <a:ext cx="50120" cy="399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0">
                    <a:moveTo>
                      <a:pt x="0" y="1400"/>
                    </a:moveTo>
                    <a:lnTo>
                      <a:pt x="2875" y="4190"/>
                    </a:lnTo>
                    <a:lnTo>
                      <a:pt x="5262" y="27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9" name="Surface mesh patch"/>
              <p:cNvSpPr/>
              <p:nvPr/>
            </p:nvSpPr>
            <p:spPr>
              <a:xfrm>
                <a:off x="3765577" y="1546192"/>
                <a:ext cx="50120" cy="27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9">
                    <a:moveTo>
                      <a:pt x="0" y="1481"/>
                    </a:moveTo>
                    <a:lnTo>
                      <a:pt x="2875" y="2839"/>
                    </a:lnTo>
                    <a:lnTo>
                      <a:pt x="5262" y="12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0" name="Surface mesh patch"/>
              <p:cNvSpPr/>
              <p:nvPr/>
            </p:nvSpPr>
            <p:spPr>
              <a:xfrm>
                <a:off x="3815697" y="1542842"/>
                <a:ext cx="50120" cy="199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4">
                    <a:moveTo>
                      <a:pt x="0" y="1604"/>
                    </a:moveTo>
                    <a:lnTo>
                      <a:pt x="2875" y="2094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1" name="Surface mesh patch"/>
              <p:cNvSpPr/>
              <p:nvPr/>
            </p:nvSpPr>
            <p:spPr>
              <a:xfrm>
                <a:off x="3865817" y="1530936"/>
                <a:ext cx="50120" cy="16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3">
                    <a:moveTo>
                      <a:pt x="0" y="1673"/>
                    </a:moveTo>
                    <a:lnTo>
                      <a:pt x="2875" y="1773"/>
                    </a:lnTo>
                    <a:lnTo>
                      <a:pt x="5262" y="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2" name="Surface mesh patch"/>
              <p:cNvSpPr/>
              <p:nvPr/>
            </p:nvSpPr>
            <p:spPr>
              <a:xfrm>
                <a:off x="3915936" y="1516189"/>
                <a:ext cx="50120" cy="16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1">
                    <a:moveTo>
                      <a:pt x="0" y="1648"/>
                    </a:moveTo>
                    <a:lnTo>
                      <a:pt x="2875" y="1721"/>
                    </a:lnTo>
                    <a:lnTo>
                      <a:pt x="5262" y="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3" name="Surface mesh patch"/>
              <p:cNvSpPr/>
              <p:nvPr/>
            </p:nvSpPr>
            <p:spPr>
              <a:xfrm>
                <a:off x="3966056" y="1502972"/>
                <a:ext cx="50120" cy="17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0">
                    <a:moveTo>
                      <a:pt x="0" y="1528"/>
                    </a:moveTo>
                    <a:lnTo>
                      <a:pt x="2875" y="1830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4" name="Surface mesh patch"/>
              <p:cNvSpPr/>
              <p:nvPr/>
            </p:nvSpPr>
            <p:spPr>
              <a:xfrm>
                <a:off x="4016175" y="1494271"/>
                <a:ext cx="50120" cy="19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7">
                    <a:moveTo>
                      <a:pt x="0" y="1337"/>
                    </a:moveTo>
                    <a:lnTo>
                      <a:pt x="2875" y="2027"/>
                    </a:lnTo>
                    <a:lnTo>
                      <a:pt x="5262" y="8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5" name="Surface mesh patch"/>
              <p:cNvSpPr/>
              <p:nvPr/>
            </p:nvSpPr>
            <p:spPr>
              <a:xfrm>
                <a:off x="2389615" y="1608418"/>
                <a:ext cx="50120" cy="117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6">
                    <a:moveTo>
                      <a:pt x="0" y="1236"/>
                    </a:moveTo>
                    <a:lnTo>
                      <a:pt x="2875" y="1086"/>
                    </a:lnTo>
                    <a:lnTo>
                      <a:pt x="5262" y="0"/>
                    </a:lnTo>
                    <a:lnTo>
                      <a:pt x="2387" y="153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6" name="Surface mesh patch"/>
              <p:cNvSpPr/>
              <p:nvPr/>
            </p:nvSpPr>
            <p:spPr>
              <a:xfrm>
                <a:off x="2439735" y="1599604"/>
                <a:ext cx="50120" cy="8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5">
                    <a:moveTo>
                      <a:pt x="0" y="925"/>
                    </a:moveTo>
                    <a:lnTo>
                      <a:pt x="2875" y="832"/>
                    </a:lnTo>
                    <a:lnTo>
                      <a:pt x="5262" y="0"/>
                    </a:lnTo>
                    <a:lnTo>
                      <a:pt x="2387" y="39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7" name="Surface mesh patch"/>
              <p:cNvSpPr/>
              <p:nvPr/>
            </p:nvSpPr>
            <p:spPr>
              <a:xfrm>
                <a:off x="2489854" y="1594008"/>
                <a:ext cx="50120" cy="7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">
                    <a:moveTo>
                      <a:pt x="0" y="588"/>
                    </a:moveTo>
                    <a:lnTo>
                      <a:pt x="2875" y="776"/>
                    </a:lnTo>
                    <a:lnTo>
                      <a:pt x="5262" y="3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8" name="Surface mesh patch"/>
              <p:cNvSpPr/>
              <p:nvPr/>
            </p:nvSpPr>
            <p:spPr>
              <a:xfrm>
                <a:off x="2539974" y="1594939"/>
                <a:ext cx="50120" cy="8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1">
                    <a:moveTo>
                      <a:pt x="0" y="206"/>
                    </a:moveTo>
                    <a:lnTo>
                      <a:pt x="2875" y="911"/>
                    </a:lnTo>
                    <a:lnTo>
                      <a:pt x="5262" y="8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9" name="Surface mesh patch"/>
              <p:cNvSpPr/>
              <p:nvPr/>
            </p:nvSpPr>
            <p:spPr>
              <a:xfrm>
                <a:off x="2590094" y="1603399"/>
                <a:ext cx="50120" cy="183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4">
                    <a:moveTo>
                      <a:pt x="0" y="0"/>
                    </a:moveTo>
                    <a:lnTo>
                      <a:pt x="2875" y="1450"/>
                    </a:lnTo>
                    <a:lnTo>
                      <a:pt x="5262" y="1924"/>
                    </a:lnTo>
                    <a:lnTo>
                      <a:pt x="2387" y="222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0" name="Surface mesh patch"/>
              <p:cNvSpPr/>
              <p:nvPr/>
            </p:nvSpPr>
            <p:spPr>
              <a:xfrm>
                <a:off x="2640213" y="1621729"/>
                <a:ext cx="50120" cy="317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32">
                    <a:moveTo>
                      <a:pt x="0" y="0"/>
                    </a:moveTo>
                    <a:lnTo>
                      <a:pt x="2875" y="2390"/>
                    </a:lnTo>
                    <a:lnTo>
                      <a:pt x="5262" y="3332"/>
                    </a:lnTo>
                    <a:lnTo>
                      <a:pt x="2387" y="636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1" name="Surface mesh patch"/>
              <p:cNvSpPr/>
              <p:nvPr/>
            </p:nvSpPr>
            <p:spPr>
              <a:xfrm>
                <a:off x="2690333" y="1653463"/>
                <a:ext cx="50120" cy="447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5">
                    <a:moveTo>
                      <a:pt x="0" y="0"/>
                    </a:moveTo>
                    <a:lnTo>
                      <a:pt x="2875" y="3443"/>
                    </a:lnTo>
                    <a:lnTo>
                      <a:pt x="5262" y="4695"/>
                    </a:lnTo>
                    <a:lnTo>
                      <a:pt x="2387" y="935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2" name="Surface mesh patch"/>
              <p:cNvSpPr/>
              <p:nvPr/>
            </p:nvSpPr>
            <p:spPr>
              <a:xfrm>
                <a:off x="2740453" y="1698184"/>
                <a:ext cx="50120" cy="543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10">
                    <a:moveTo>
                      <a:pt x="0" y="0"/>
                    </a:moveTo>
                    <a:lnTo>
                      <a:pt x="2875" y="4470"/>
                    </a:lnTo>
                    <a:lnTo>
                      <a:pt x="5262" y="5710"/>
                    </a:lnTo>
                    <a:lnTo>
                      <a:pt x="2387" y="979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3" name="Surface mesh patch"/>
              <p:cNvSpPr/>
              <p:nvPr/>
            </p:nvSpPr>
            <p:spPr>
              <a:xfrm>
                <a:off x="2790572" y="1752569"/>
                <a:ext cx="50120" cy="574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28">
                    <a:moveTo>
                      <a:pt x="0" y="0"/>
                    </a:moveTo>
                    <a:lnTo>
                      <a:pt x="2875" y="5287"/>
                    </a:lnTo>
                    <a:lnTo>
                      <a:pt x="5262" y="6028"/>
                    </a:lnTo>
                    <a:lnTo>
                      <a:pt x="2387" y="622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4" name="Surface mesh patch"/>
              <p:cNvSpPr/>
              <p:nvPr/>
            </p:nvSpPr>
            <p:spPr>
              <a:xfrm>
                <a:off x="2840692" y="1807691"/>
                <a:ext cx="50120" cy="56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38">
                    <a:moveTo>
                      <a:pt x="0" y="241"/>
                    </a:moveTo>
                    <a:lnTo>
                      <a:pt x="2875" y="5938"/>
                    </a:lnTo>
                    <a:lnTo>
                      <a:pt x="5262" y="5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794fa"/>
              </a:solidFill>
              <a:ln w="3334" cap="flat" cmpd="sng" algn="ctr">
                <a:solidFill>
                  <a:srgbClr val="779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5" name="Surface mesh patch"/>
              <p:cNvSpPr/>
              <p:nvPr/>
            </p:nvSpPr>
            <p:spPr>
              <a:xfrm>
                <a:off x="2890811" y="1845847"/>
                <a:ext cx="50120" cy="68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9">
                    <a:moveTo>
                      <a:pt x="0" y="1602"/>
                    </a:moveTo>
                    <a:lnTo>
                      <a:pt x="2875" y="7159"/>
                    </a:lnTo>
                    <a:lnTo>
                      <a:pt x="5262" y="52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580f3"/>
              </a:solidFill>
              <a:ln w="3334" cap="flat" cmpd="sng" algn="ctr">
                <a:solidFill>
                  <a:srgbClr val="658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6" name="Surface mesh patch"/>
              <p:cNvSpPr/>
              <p:nvPr/>
            </p:nvSpPr>
            <p:spPr>
              <a:xfrm>
                <a:off x="2940931" y="1864125"/>
                <a:ext cx="50120" cy="77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42">
                    <a:moveTo>
                      <a:pt x="0" y="3313"/>
                    </a:moveTo>
                    <a:lnTo>
                      <a:pt x="2875" y="8142"/>
                    </a:lnTo>
                    <a:lnTo>
                      <a:pt x="5262" y="43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c75ef"/>
              </a:solidFill>
              <a:ln w="3334" cap="flat" cmpd="sng" algn="ctr">
                <a:solidFill>
                  <a:srgbClr val="5c75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7" name="Surface mesh patch"/>
              <p:cNvSpPr/>
              <p:nvPr/>
            </p:nvSpPr>
            <p:spPr>
              <a:xfrm>
                <a:off x="2991051" y="1856316"/>
                <a:ext cx="50120" cy="831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27">
                    <a:moveTo>
                      <a:pt x="0" y="5120"/>
                    </a:moveTo>
                    <a:lnTo>
                      <a:pt x="2875" y="8727"/>
                    </a:lnTo>
                    <a:lnTo>
                      <a:pt x="5262" y="2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d77f0"/>
              </a:solidFill>
              <a:ln w="3334" cap="flat" cmpd="sng" algn="ctr">
                <a:solidFill>
                  <a:srgbClr val="5d77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8" name="Surface mesh patch"/>
              <p:cNvSpPr/>
              <p:nvPr/>
            </p:nvSpPr>
            <p:spPr>
              <a:xfrm>
                <a:off x="3041170" y="1820164"/>
                <a:ext cx="50120" cy="844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63">
                    <a:moveTo>
                      <a:pt x="0" y="6750"/>
                    </a:moveTo>
                    <a:lnTo>
                      <a:pt x="2875" y="8863"/>
                    </a:lnTo>
                    <a:lnTo>
                      <a:pt x="5262" y="1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9" name="Surface mesh patch"/>
              <p:cNvSpPr/>
              <p:nvPr/>
            </p:nvSpPr>
            <p:spPr>
              <a:xfrm>
                <a:off x="3091290" y="1757396"/>
                <a:ext cx="50120" cy="826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3">
                    <a:moveTo>
                      <a:pt x="0" y="8022"/>
                    </a:moveTo>
                    <a:lnTo>
                      <a:pt x="2875" y="8673"/>
                    </a:lnTo>
                    <a:lnTo>
                      <a:pt x="5262" y="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0" name="Surface mesh patch"/>
              <p:cNvSpPr/>
              <p:nvPr/>
            </p:nvSpPr>
            <p:spPr>
              <a:xfrm>
                <a:off x="3141410" y="1664385"/>
                <a:ext cx="50120" cy="933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99">
                    <a:moveTo>
                      <a:pt x="0" y="9799"/>
                    </a:moveTo>
                    <a:lnTo>
                      <a:pt x="2875" y="9361"/>
                    </a:lnTo>
                    <a:lnTo>
                      <a:pt x="5262" y="0"/>
                    </a:lnTo>
                    <a:lnTo>
                      <a:pt x="2387" y="897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1" name="Surface mesh patch"/>
              <p:cNvSpPr/>
              <p:nvPr/>
            </p:nvSpPr>
            <p:spPr>
              <a:xfrm>
                <a:off x="3191529" y="1564755"/>
                <a:ext cx="50120" cy="99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60">
                    <a:moveTo>
                      <a:pt x="0" y="10460"/>
                    </a:moveTo>
                    <a:lnTo>
                      <a:pt x="2875" y="9645"/>
                    </a:lnTo>
                    <a:lnTo>
                      <a:pt x="5262" y="0"/>
                    </a:lnTo>
                    <a:lnTo>
                      <a:pt x="2387" y="1005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2" name="Surface mesh patch"/>
              <p:cNvSpPr/>
              <p:nvPr/>
            </p:nvSpPr>
            <p:spPr>
              <a:xfrm>
                <a:off x="3241649" y="1471945"/>
                <a:ext cx="50120" cy="928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44">
                    <a:moveTo>
                      <a:pt x="0" y="9744"/>
                    </a:moveTo>
                    <a:lnTo>
                      <a:pt x="2875" y="9518"/>
                    </a:lnTo>
                    <a:lnTo>
                      <a:pt x="5262" y="0"/>
                    </a:lnTo>
                    <a:lnTo>
                      <a:pt x="2387" y="13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3" name="Surface mesh patch"/>
              <p:cNvSpPr/>
              <p:nvPr/>
            </p:nvSpPr>
            <p:spPr>
              <a:xfrm>
                <a:off x="3291769" y="1379758"/>
                <a:ext cx="50120" cy="105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54">
                    <a:moveTo>
                      <a:pt x="0" y="9678"/>
                    </a:moveTo>
                    <a:lnTo>
                      <a:pt x="2875" y="11054"/>
                    </a:lnTo>
                    <a:lnTo>
                      <a:pt x="5262" y="20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4" name="Surface mesh patch"/>
              <p:cNvSpPr/>
              <p:nvPr/>
            </p:nvSpPr>
            <p:spPr>
              <a:xfrm>
                <a:off x="3341888" y="1312471"/>
                <a:ext cx="50120" cy="122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6">
                    <a:moveTo>
                      <a:pt x="0" y="9163"/>
                    </a:moveTo>
                    <a:lnTo>
                      <a:pt x="2875" y="12866"/>
                    </a:lnTo>
                    <a:lnTo>
                      <a:pt x="5262" y="49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5" name="Surface mesh patch"/>
              <p:cNvSpPr/>
              <p:nvPr/>
            </p:nvSpPr>
            <p:spPr>
              <a:xfrm>
                <a:off x="3392008" y="1282333"/>
                <a:ext cx="50120" cy="1356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40">
                    <a:moveTo>
                      <a:pt x="0" y="8098"/>
                    </a:moveTo>
                    <a:lnTo>
                      <a:pt x="2875" y="14240"/>
                    </a:lnTo>
                    <a:lnTo>
                      <a:pt x="5262" y="77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6" name="Surface mesh patch"/>
              <p:cNvSpPr/>
              <p:nvPr/>
            </p:nvSpPr>
            <p:spPr>
              <a:xfrm>
                <a:off x="3442128" y="1293211"/>
                <a:ext cx="50120" cy="1383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27">
                    <a:moveTo>
                      <a:pt x="0" y="6574"/>
                    </a:moveTo>
                    <a:lnTo>
                      <a:pt x="2875" y="14527"/>
                    </a:lnTo>
                    <a:lnTo>
                      <a:pt x="5262" y="95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7" name="Surface mesh patch"/>
              <p:cNvSpPr/>
              <p:nvPr/>
            </p:nvSpPr>
            <p:spPr>
              <a:xfrm>
                <a:off x="3492247" y="1338066"/>
                <a:ext cx="50120" cy="128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73">
                    <a:moveTo>
                      <a:pt x="0" y="4873"/>
                    </a:moveTo>
                    <a:lnTo>
                      <a:pt x="2875" y="13473"/>
                    </a:lnTo>
                    <a:lnTo>
                      <a:pt x="5262" y="99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9d0"/>
              </a:solidFill>
              <a:ln w="3334" cap="flat" cmpd="sng" algn="ctr">
                <a:solidFill>
                  <a:srgbClr val="ec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8" name="Surface mesh patch"/>
              <p:cNvSpPr/>
              <p:nvPr/>
            </p:nvSpPr>
            <p:spPr>
              <a:xfrm>
                <a:off x="3542367" y="1401347"/>
                <a:ext cx="50120" cy="107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35">
                    <a:moveTo>
                      <a:pt x="0" y="3345"/>
                    </a:moveTo>
                    <a:lnTo>
                      <a:pt x="2875" y="11335"/>
                    </a:lnTo>
                    <a:lnTo>
                      <a:pt x="5262" y="8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9" name="Surface mesh patch"/>
              <p:cNvSpPr/>
              <p:nvPr/>
            </p:nvSpPr>
            <p:spPr>
              <a:xfrm>
                <a:off x="3592486" y="1465270"/>
                <a:ext cx="50120" cy="82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11">
                    <a:moveTo>
                      <a:pt x="0" y="2245"/>
                    </a:moveTo>
                    <a:lnTo>
                      <a:pt x="2875" y="8711"/>
                    </a:lnTo>
                    <a:lnTo>
                      <a:pt x="5262" y="69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0" name="Surface mesh patch"/>
              <p:cNvSpPr/>
              <p:nvPr/>
            </p:nvSpPr>
            <p:spPr>
              <a:xfrm>
                <a:off x="3642606" y="1516190"/>
                <a:ext cx="50120" cy="59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8">
                    <a:moveTo>
                      <a:pt x="0" y="1641"/>
                    </a:moveTo>
                    <a:lnTo>
                      <a:pt x="2875" y="6218"/>
                    </a:lnTo>
                    <a:lnTo>
                      <a:pt x="5262" y="47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1" name="Surface mesh patch"/>
              <p:cNvSpPr/>
              <p:nvPr/>
            </p:nvSpPr>
            <p:spPr>
              <a:xfrm>
                <a:off x="3692726" y="1547758"/>
                <a:ext cx="50120" cy="40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50">
                    <a:moveTo>
                      <a:pt x="0" y="1440"/>
                    </a:moveTo>
                    <a:lnTo>
                      <a:pt x="2875" y="4250"/>
                    </a:lnTo>
                    <a:lnTo>
                      <a:pt x="5262" y="27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2" name="Surface mesh patch"/>
              <p:cNvSpPr/>
              <p:nvPr/>
            </p:nvSpPr>
            <p:spPr>
              <a:xfrm>
                <a:off x="3742845" y="1560296"/>
                <a:ext cx="50120" cy="278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1">
                    <a:moveTo>
                      <a:pt x="0" y="1474"/>
                    </a:moveTo>
                    <a:lnTo>
                      <a:pt x="2875" y="2921"/>
                    </a:lnTo>
                    <a:lnTo>
                      <a:pt x="5262" y="13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3" name="Surface mesh patch"/>
              <p:cNvSpPr/>
              <p:nvPr/>
            </p:nvSpPr>
            <p:spPr>
              <a:xfrm>
                <a:off x="3792965" y="1558120"/>
                <a:ext cx="50120" cy="204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0">
                    <a:moveTo>
                      <a:pt x="0" y="1587"/>
                    </a:moveTo>
                    <a:lnTo>
                      <a:pt x="2875" y="2150"/>
                    </a:lnTo>
                    <a:lnTo>
                      <a:pt x="5262" y="4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4" name="Surface mesh patch"/>
              <p:cNvSpPr/>
              <p:nvPr/>
            </p:nvSpPr>
            <p:spPr>
              <a:xfrm>
                <a:off x="3843085" y="1546873"/>
                <a:ext cx="50120" cy="170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7">
                    <a:moveTo>
                      <a:pt x="0" y="1671"/>
                    </a:moveTo>
                    <a:lnTo>
                      <a:pt x="2875" y="1787"/>
                    </a:lnTo>
                    <a:lnTo>
                      <a:pt x="5262" y="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5" name="Surface mesh patch"/>
              <p:cNvSpPr/>
              <p:nvPr/>
            </p:nvSpPr>
            <p:spPr>
              <a:xfrm>
                <a:off x="3893204" y="1531888"/>
                <a:ext cx="50120" cy="161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5">
                    <a:moveTo>
                      <a:pt x="0" y="1673"/>
                    </a:moveTo>
                    <a:lnTo>
                      <a:pt x="2875" y="1695"/>
                    </a:lnTo>
                    <a:lnTo>
                      <a:pt x="5262" y="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6" name="Surface mesh patch"/>
              <p:cNvSpPr/>
              <p:nvPr/>
            </p:nvSpPr>
            <p:spPr>
              <a:xfrm>
                <a:off x="3943324" y="1517530"/>
                <a:ext cx="50120" cy="16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4">
                    <a:moveTo>
                      <a:pt x="0" y="1580"/>
                    </a:moveTo>
                    <a:lnTo>
                      <a:pt x="2875" y="1774"/>
                    </a:lnTo>
                    <a:lnTo>
                      <a:pt x="5262" y="3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7" name="Surface mesh patch"/>
              <p:cNvSpPr/>
              <p:nvPr/>
            </p:nvSpPr>
            <p:spPr>
              <a:xfrm>
                <a:off x="3993444" y="1507001"/>
                <a:ext cx="50120" cy="186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3">
                    <a:moveTo>
                      <a:pt x="0" y="1407"/>
                    </a:moveTo>
                    <a:lnTo>
                      <a:pt x="2875" y="1953"/>
                    </a:lnTo>
                    <a:lnTo>
                      <a:pt x="5262" y="6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8" name="Surface mesh patch"/>
              <p:cNvSpPr/>
              <p:nvPr/>
            </p:nvSpPr>
            <p:spPr>
              <a:xfrm>
                <a:off x="2417003" y="1607531"/>
                <a:ext cx="50120" cy="11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9">
                    <a:moveTo>
                      <a:pt x="0" y="1179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9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9" name="Surface mesh patch"/>
              <p:cNvSpPr/>
              <p:nvPr/>
            </p:nvSpPr>
            <p:spPr>
              <a:xfrm>
                <a:off x="2467122" y="1599604"/>
                <a:ext cx="50120" cy="8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9">
                    <a:moveTo>
                      <a:pt x="0" y="832"/>
                    </a:moveTo>
                    <a:lnTo>
                      <a:pt x="2875" y="919"/>
                    </a:lnTo>
                    <a:lnTo>
                      <a:pt x="5262" y="1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0" name="Surface mesh patch"/>
              <p:cNvSpPr/>
              <p:nvPr/>
            </p:nvSpPr>
            <p:spPr>
              <a:xfrm>
                <a:off x="2517242" y="1596906"/>
                <a:ext cx="50120" cy="9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3">
                    <a:moveTo>
                      <a:pt x="0" y="472"/>
                    </a:moveTo>
                    <a:lnTo>
                      <a:pt x="2875" y="1003"/>
                    </a:lnTo>
                    <a:lnTo>
                      <a:pt x="5262" y="7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1" name="Surface mesh patch"/>
              <p:cNvSpPr/>
              <p:nvPr/>
            </p:nvSpPr>
            <p:spPr>
              <a:xfrm>
                <a:off x="2567362" y="1603399"/>
                <a:ext cx="50120" cy="13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0">
                    <a:moveTo>
                      <a:pt x="0" y="23"/>
                    </a:moveTo>
                    <a:lnTo>
                      <a:pt x="2875" y="1221"/>
                    </a:lnTo>
                    <a:lnTo>
                      <a:pt x="5262" y="14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2" name="Surface mesh patch"/>
              <p:cNvSpPr/>
              <p:nvPr/>
            </p:nvSpPr>
            <p:spPr>
              <a:xfrm>
                <a:off x="2617481" y="1617214"/>
                <a:ext cx="50120" cy="27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4">
                    <a:moveTo>
                      <a:pt x="0" y="0"/>
                    </a:moveTo>
                    <a:lnTo>
                      <a:pt x="2875" y="2062"/>
                    </a:lnTo>
                    <a:lnTo>
                      <a:pt x="5262" y="2864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3" name="Surface mesh patch"/>
              <p:cNvSpPr/>
              <p:nvPr/>
            </p:nvSpPr>
            <p:spPr>
              <a:xfrm>
                <a:off x="2667601" y="1644498"/>
                <a:ext cx="50120" cy="417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4">
                    <a:moveTo>
                      <a:pt x="0" y="0"/>
                    </a:moveTo>
                    <a:lnTo>
                      <a:pt x="2875" y="3065"/>
                    </a:lnTo>
                    <a:lnTo>
                      <a:pt x="5262" y="4384"/>
                    </a:lnTo>
                    <a:lnTo>
                      <a:pt x="2387" y="941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4" name="Surface mesh patch"/>
              <p:cNvSpPr/>
              <p:nvPr/>
            </p:nvSpPr>
            <p:spPr>
              <a:xfrm>
                <a:off x="2717721" y="1686260"/>
                <a:ext cx="50120" cy="545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2">
                    <a:moveTo>
                      <a:pt x="0" y="0"/>
                    </a:moveTo>
                    <a:lnTo>
                      <a:pt x="2875" y="4096"/>
                    </a:lnTo>
                    <a:lnTo>
                      <a:pt x="5262" y="5722"/>
                    </a:lnTo>
                    <a:lnTo>
                      <a:pt x="2387" y="1252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5" name="Surface mesh patch"/>
              <p:cNvSpPr/>
              <p:nvPr/>
            </p:nvSpPr>
            <p:spPr>
              <a:xfrm>
                <a:off x="2767840" y="1740765"/>
                <a:ext cx="50120" cy="62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6">
                    <a:moveTo>
                      <a:pt x="0" y="0"/>
                    </a:moveTo>
                    <a:lnTo>
                      <a:pt x="2875" y="4996"/>
                    </a:lnTo>
                    <a:lnTo>
                      <a:pt x="5262" y="6526"/>
                    </a:lnTo>
                    <a:lnTo>
                      <a:pt x="2387" y="1239"/>
                    </a:lnTo>
                    <a:close/>
                  </a:path>
                </a:pathLst>
              </a:custGeom>
              <a:solidFill>
                <a:srgbClr val="8fadfd"/>
              </a:solidFill>
              <a:ln w="3334" cap="flat" cmpd="sng" algn="ctr">
                <a:solidFill>
                  <a:srgbClr val="8fa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6" name="Surface mesh patch"/>
              <p:cNvSpPr/>
              <p:nvPr/>
            </p:nvSpPr>
            <p:spPr>
              <a:xfrm>
                <a:off x="2817960" y="1802924"/>
                <a:ext cx="50120" cy="613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9">
                    <a:moveTo>
                      <a:pt x="0" y="0"/>
                    </a:moveTo>
                    <a:lnTo>
                      <a:pt x="2875" y="5575"/>
                    </a:lnTo>
                    <a:lnTo>
                      <a:pt x="5262" y="6439"/>
                    </a:lnTo>
                    <a:lnTo>
                      <a:pt x="2387" y="741"/>
                    </a:lnTo>
                    <a:close/>
                  </a:path>
                </a:pathLst>
              </a:custGeom>
              <a:solidFill>
                <a:srgbClr val="7d9afc"/>
              </a:solidFill>
              <a:ln w="3334" cap="flat" cmpd="sng" algn="ctr">
                <a:solidFill>
                  <a:srgbClr val="7d9a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7" name="Surface mesh patch"/>
              <p:cNvSpPr/>
              <p:nvPr/>
            </p:nvSpPr>
            <p:spPr>
              <a:xfrm>
                <a:off x="2868080" y="1861101"/>
                <a:ext cx="50120" cy="57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0">
                    <a:moveTo>
                      <a:pt x="0" y="331"/>
                    </a:moveTo>
                    <a:lnTo>
                      <a:pt x="2875" y="5990"/>
                    </a:lnTo>
                    <a:lnTo>
                      <a:pt x="5262" y="5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680f3"/>
              </a:solidFill>
              <a:ln w="3334" cap="flat" cmpd="sng" algn="ctr">
                <a:solidFill>
                  <a:srgbClr val="668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8" name="Surface mesh patch"/>
              <p:cNvSpPr/>
              <p:nvPr/>
            </p:nvSpPr>
            <p:spPr>
              <a:xfrm>
                <a:off x="2918199" y="1895685"/>
                <a:ext cx="50120" cy="67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4">
                    <a:moveTo>
                      <a:pt x="0" y="1927"/>
                    </a:moveTo>
                    <a:lnTo>
                      <a:pt x="2875" y="7084"/>
                    </a:lnTo>
                    <a:lnTo>
                      <a:pt x="5262" y="48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66eed"/>
              </a:solidFill>
              <a:ln w="3334" cap="flat" cmpd="sng" algn="ctr">
                <a:solidFill>
                  <a:srgbClr val="566e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9" name="Surface mesh patch"/>
              <p:cNvSpPr/>
              <p:nvPr/>
            </p:nvSpPr>
            <p:spPr>
              <a:xfrm>
                <a:off x="2968319" y="1905085"/>
                <a:ext cx="50120" cy="756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47">
                    <a:moveTo>
                      <a:pt x="0" y="3841"/>
                    </a:moveTo>
                    <a:lnTo>
                      <a:pt x="2875" y="7947"/>
                    </a:lnTo>
                    <a:lnTo>
                      <a:pt x="5262" y="3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067ea"/>
              </a:solidFill>
              <a:ln w="3334" cap="flat" cmpd="sng" algn="ctr">
                <a:solidFill>
                  <a:srgbClr val="5067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0" name="Surface mesh patch"/>
              <p:cNvSpPr/>
              <p:nvPr/>
            </p:nvSpPr>
            <p:spPr>
              <a:xfrm>
                <a:off x="3018439" y="1884455"/>
                <a:ext cx="50120" cy="805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5">
                    <a:moveTo>
                      <a:pt x="0" y="5773"/>
                    </a:moveTo>
                    <a:lnTo>
                      <a:pt x="2875" y="8455"/>
                    </a:lnTo>
                    <a:lnTo>
                      <a:pt x="5262" y="21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66fed"/>
              </a:solidFill>
              <a:ln w="3334" cap="flat" cmpd="sng" algn="ctr">
                <a:solidFill>
                  <a:srgbClr val="566f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1" name="Surface mesh patch"/>
              <p:cNvSpPr/>
              <p:nvPr/>
            </p:nvSpPr>
            <p:spPr>
              <a:xfrm>
                <a:off x="3068558" y="1833807"/>
                <a:ext cx="50120" cy="819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08">
                    <a:moveTo>
                      <a:pt x="0" y="7431"/>
                    </a:moveTo>
                    <a:lnTo>
                      <a:pt x="2875" y="8608"/>
                    </a:lnTo>
                    <a:lnTo>
                      <a:pt x="5262" y="6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a85f4"/>
              </a:solidFill>
              <a:ln w="3334" cap="flat" cmpd="sng" algn="ctr">
                <a:solidFill>
                  <a:srgbClr val="6a85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2" name="Surface mesh patch"/>
              <p:cNvSpPr/>
              <p:nvPr/>
            </p:nvSpPr>
            <p:spPr>
              <a:xfrm>
                <a:off x="3118678" y="1753552"/>
                <a:ext cx="50120" cy="86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76">
                    <a:moveTo>
                      <a:pt x="0" y="9076"/>
                    </a:moveTo>
                    <a:lnTo>
                      <a:pt x="2875" y="9015"/>
                    </a:lnTo>
                    <a:lnTo>
                      <a:pt x="5262" y="0"/>
                    </a:lnTo>
                    <a:lnTo>
                      <a:pt x="2387" y="438"/>
                    </a:lnTo>
                    <a:close/>
                  </a:path>
                </a:pathLst>
              </a:custGeom>
              <a:solidFill>
                <a:srgbClr val="85a2fd"/>
              </a:solidFill>
              <a:ln w="3334" cap="flat" cmpd="sng" algn="ctr">
                <a:solidFill>
                  <a:srgbClr val="85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3" name="Surface mesh patch"/>
              <p:cNvSpPr/>
              <p:nvPr/>
            </p:nvSpPr>
            <p:spPr>
              <a:xfrm>
                <a:off x="3168797" y="1656623"/>
                <a:ext cx="50120" cy="969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76">
                    <a:moveTo>
                      <a:pt x="0" y="10176"/>
                    </a:moveTo>
                    <a:lnTo>
                      <a:pt x="2875" y="9481"/>
                    </a:lnTo>
                    <a:lnTo>
                      <a:pt x="5262" y="0"/>
                    </a:lnTo>
                    <a:lnTo>
                      <a:pt x="2387" y="815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4" name="Surface mesh patch"/>
              <p:cNvSpPr/>
              <p:nvPr/>
            </p:nvSpPr>
            <p:spPr>
              <a:xfrm>
                <a:off x="3218917" y="1562606"/>
                <a:ext cx="50120" cy="94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1">
                    <a:moveTo>
                      <a:pt x="0" y="9871"/>
                    </a:moveTo>
                    <a:lnTo>
                      <a:pt x="2875" y="9398"/>
                    </a:lnTo>
                    <a:lnTo>
                      <a:pt x="5262" y="0"/>
                    </a:lnTo>
                    <a:lnTo>
                      <a:pt x="2387" y="226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5" name="Surface mesh patch"/>
              <p:cNvSpPr/>
              <p:nvPr/>
            </p:nvSpPr>
            <p:spPr>
              <a:xfrm>
                <a:off x="3269037" y="1471945"/>
                <a:ext cx="50120" cy="971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97">
                    <a:moveTo>
                      <a:pt x="0" y="9518"/>
                    </a:moveTo>
                    <a:lnTo>
                      <a:pt x="2875" y="10197"/>
                    </a:lnTo>
                    <a:lnTo>
                      <a:pt x="5262" y="13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6" name="Surface mesh patch"/>
              <p:cNvSpPr/>
              <p:nvPr/>
            </p:nvSpPr>
            <p:spPr>
              <a:xfrm>
                <a:off x="3319156" y="1399746"/>
                <a:ext cx="50120" cy="109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09">
                    <a:moveTo>
                      <a:pt x="0" y="8956"/>
                    </a:moveTo>
                    <a:lnTo>
                      <a:pt x="2875" y="11509"/>
                    </a:lnTo>
                    <a:lnTo>
                      <a:pt x="5262" y="3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5dedf"/>
              </a:solidFill>
              <a:ln w="3334" cap="flat" cmpd="sng" algn="ctr">
                <a:solidFill>
                  <a:srgbClr val="e5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7" name="Surface mesh patch"/>
              <p:cNvSpPr/>
              <p:nvPr/>
            </p:nvSpPr>
            <p:spPr>
              <a:xfrm>
                <a:off x="3369276" y="1359462"/>
                <a:ext cx="50120" cy="119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97">
                    <a:moveTo>
                      <a:pt x="0" y="7933"/>
                    </a:moveTo>
                    <a:lnTo>
                      <a:pt x="2875" y="12597"/>
                    </a:lnTo>
                    <a:lnTo>
                      <a:pt x="5262" y="61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8" name="Surface mesh patch"/>
              <p:cNvSpPr/>
              <p:nvPr/>
            </p:nvSpPr>
            <p:spPr>
              <a:xfrm>
                <a:off x="3419396" y="1355827"/>
                <a:ext cx="50120" cy="122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10">
                    <a:moveTo>
                      <a:pt x="0" y="6524"/>
                    </a:moveTo>
                    <a:lnTo>
                      <a:pt x="2875" y="12910"/>
                    </a:lnTo>
                    <a:lnTo>
                      <a:pt x="5262" y="79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9" name="Surface mesh patch"/>
              <p:cNvSpPr/>
              <p:nvPr/>
            </p:nvSpPr>
            <p:spPr>
              <a:xfrm>
                <a:off x="3469515" y="1384482"/>
                <a:ext cx="50120" cy="1157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55">
                    <a:moveTo>
                      <a:pt x="0" y="4945"/>
                    </a:moveTo>
                    <a:lnTo>
                      <a:pt x="2875" y="12155"/>
                    </a:lnTo>
                    <a:lnTo>
                      <a:pt x="5262" y="8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6dddc"/>
              </a:solidFill>
              <a:ln w="3334" cap="flat" cmpd="sng" algn="ctr">
                <a:solidFill>
                  <a:srgbClr val="e6ddd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0" name="Surface mesh patch"/>
              <p:cNvSpPr/>
              <p:nvPr/>
            </p:nvSpPr>
            <p:spPr>
              <a:xfrm>
                <a:off x="3519635" y="1433210"/>
                <a:ext cx="50120" cy="99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52">
                    <a:moveTo>
                      <a:pt x="0" y="3484"/>
                    </a:moveTo>
                    <a:lnTo>
                      <a:pt x="2875" y="10452"/>
                    </a:lnTo>
                    <a:lnTo>
                      <a:pt x="5262" y="79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1" name="Surface mesh patch"/>
              <p:cNvSpPr/>
              <p:nvPr/>
            </p:nvSpPr>
            <p:spPr>
              <a:xfrm>
                <a:off x="3569755" y="1486653"/>
                <a:ext cx="50120" cy="78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43">
                    <a:moveTo>
                      <a:pt x="0" y="2379"/>
                    </a:moveTo>
                    <a:lnTo>
                      <a:pt x="2875" y="8243"/>
                    </a:lnTo>
                    <a:lnTo>
                      <a:pt x="5262" y="6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2" name="Surface mesh patch"/>
              <p:cNvSpPr/>
              <p:nvPr/>
            </p:nvSpPr>
            <p:spPr>
              <a:xfrm>
                <a:off x="3619874" y="1531819"/>
                <a:ext cx="50120" cy="576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50">
                    <a:moveTo>
                      <a:pt x="0" y="1724"/>
                    </a:moveTo>
                    <a:lnTo>
                      <a:pt x="2875" y="6050"/>
                    </a:lnTo>
                    <a:lnTo>
                      <a:pt x="5262" y="45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3" name="Surface mesh patch"/>
              <p:cNvSpPr/>
              <p:nvPr/>
            </p:nvSpPr>
            <p:spPr>
              <a:xfrm>
                <a:off x="3669994" y="1561469"/>
                <a:ext cx="50120" cy="40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46">
                    <a:moveTo>
                      <a:pt x="0" y="1464"/>
                    </a:moveTo>
                    <a:lnTo>
                      <a:pt x="2875" y="4246"/>
                    </a:lnTo>
                    <a:lnTo>
                      <a:pt x="5262" y="28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4" name="Surface mesh patch"/>
              <p:cNvSpPr/>
              <p:nvPr/>
            </p:nvSpPr>
            <p:spPr>
              <a:xfrm>
                <a:off x="3720114" y="1574337"/>
                <a:ext cx="50120" cy="283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75">
                    <a:moveTo>
                      <a:pt x="0" y="1459"/>
                    </a:moveTo>
                    <a:lnTo>
                      <a:pt x="2875" y="2975"/>
                    </a:lnTo>
                    <a:lnTo>
                      <a:pt x="5262" y="14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5" name="Surface mesh patch"/>
              <p:cNvSpPr/>
              <p:nvPr/>
            </p:nvSpPr>
            <p:spPr>
              <a:xfrm>
                <a:off x="3770233" y="1573237"/>
                <a:ext cx="50120" cy="20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0">
                    <a:moveTo>
                      <a:pt x="0" y="1562"/>
                    </a:moveTo>
                    <a:lnTo>
                      <a:pt x="2875" y="2200"/>
                    </a:lnTo>
                    <a:lnTo>
                      <a:pt x="5262" y="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6" name="Surface mesh patch"/>
              <p:cNvSpPr/>
              <p:nvPr/>
            </p:nvSpPr>
            <p:spPr>
              <a:xfrm>
                <a:off x="3820353" y="1562790"/>
                <a:ext cx="50120" cy="172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">
                    <a:moveTo>
                      <a:pt x="0" y="1659"/>
                    </a:moveTo>
                    <a:lnTo>
                      <a:pt x="2875" y="1807"/>
                    </a:lnTo>
                    <a:lnTo>
                      <a:pt x="5262" y="1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7" name="Surface mesh patch"/>
              <p:cNvSpPr/>
              <p:nvPr/>
            </p:nvSpPr>
            <p:spPr>
              <a:xfrm>
                <a:off x="3870472" y="1547821"/>
                <a:ext cx="50120" cy="160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7">
                    <a:moveTo>
                      <a:pt x="0" y="1687"/>
                    </a:moveTo>
                    <a:lnTo>
                      <a:pt x="2875" y="1678"/>
                    </a:lnTo>
                    <a:lnTo>
                      <a:pt x="5262" y="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8" name="Surface mesh patch"/>
              <p:cNvSpPr/>
              <p:nvPr/>
            </p:nvSpPr>
            <p:spPr>
              <a:xfrm>
                <a:off x="3920592" y="1532577"/>
                <a:ext cx="50120" cy="164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5">
                    <a:moveTo>
                      <a:pt x="0" y="1623"/>
                    </a:moveTo>
                    <a:lnTo>
                      <a:pt x="2875" y="1725"/>
                    </a:lnTo>
                    <a:lnTo>
                      <a:pt x="5262" y="1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9" name="Surface mesh patch"/>
              <p:cNvSpPr/>
              <p:nvPr/>
            </p:nvSpPr>
            <p:spPr>
              <a:xfrm>
                <a:off x="3970712" y="1520403"/>
                <a:ext cx="50120" cy="17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4">
                    <a:moveTo>
                      <a:pt x="0" y="1472"/>
                    </a:moveTo>
                    <a:lnTo>
                      <a:pt x="2875" y="1884"/>
                    </a:lnTo>
                    <a:lnTo>
                      <a:pt x="5262" y="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0" name="Surface mesh patch"/>
              <p:cNvSpPr/>
              <p:nvPr/>
            </p:nvSpPr>
            <p:spPr>
              <a:xfrm>
                <a:off x="2444391" y="1607531"/>
                <a:ext cx="50120" cy="10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5">
                    <a:moveTo>
                      <a:pt x="0" y="1050"/>
                    </a:moveTo>
                    <a:lnTo>
                      <a:pt x="2875" y="1055"/>
                    </a:lnTo>
                    <a:lnTo>
                      <a:pt x="5262" y="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1" name="Surface mesh patch"/>
              <p:cNvSpPr/>
              <p:nvPr/>
            </p:nvSpPr>
            <p:spPr>
              <a:xfrm>
                <a:off x="2494510" y="1601397"/>
                <a:ext cx="50120" cy="10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6">
                    <a:moveTo>
                      <a:pt x="0" y="731"/>
                    </a:moveTo>
                    <a:lnTo>
                      <a:pt x="2875" y="1106"/>
                    </a:lnTo>
                    <a:lnTo>
                      <a:pt x="5262" y="5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2" name="Surface mesh patch"/>
              <p:cNvSpPr/>
              <p:nvPr/>
            </p:nvSpPr>
            <p:spPr>
              <a:xfrm>
                <a:off x="2544630" y="1603616"/>
                <a:ext cx="50120" cy="11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8">
                    <a:moveTo>
                      <a:pt x="0" y="298"/>
                    </a:moveTo>
                    <a:lnTo>
                      <a:pt x="2875" y="1258"/>
                    </a:lnTo>
                    <a:lnTo>
                      <a:pt x="5262" y="1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3" name="Surface mesh patch"/>
              <p:cNvSpPr/>
              <p:nvPr/>
            </p:nvSpPr>
            <p:spPr>
              <a:xfrm>
                <a:off x="2594750" y="1615026"/>
                <a:ext cx="50120" cy="21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2">
                    <a:moveTo>
                      <a:pt x="0" y="0"/>
                    </a:moveTo>
                    <a:lnTo>
                      <a:pt x="2875" y="1739"/>
                    </a:lnTo>
                    <a:lnTo>
                      <a:pt x="5262" y="2292"/>
                    </a:lnTo>
                    <a:lnTo>
                      <a:pt x="2387" y="23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4" name="Surface mesh patch"/>
              <p:cNvSpPr/>
              <p:nvPr/>
            </p:nvSpPr>
            <p:spPr>
              <a:xfrm>
                <a:off x="2644869" y="1636858"/>
                <a:ext cx="50120" cy="36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7">
                    <a:moveTo>
                      <a:pt x="0" y="0"/>
                    </a:moveTo>
                    <a:lnTo>
                      <a:pt x="2875" y="2664"/>
                    </a:lnTo>
                    <a:lnTo>
                      <a:pt x="5262" y="3867"/>
                    </a:lnTo>
                    <a:lnTo>
                      <a:pt x="2387" y="802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5" name="Surface mesh patch"/>
              <p:cNvSpPr/>
              <p:nvPr/>
            </p:nvSpPr>
            <p:spPr>
              <a:xfrm>
                <a:off x="2694989" y="1673689"/>
                <a:ext cx="50120" cy="51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16">
                    <a:moveTo>
                      <a:pt x="0" y="0"/>
                    </a:moveTo>
                    <a:lnTo>
                      <a:pt x="2875" y="3656"/>
                    </a:lnTo>
                    <a:lnTo>
                      <a:pt x="5262" y="5416"/>
                    </a:lnTo>
                    <a:lnTo>
                      <a:pt x="2387" y="132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6" name="Surface mesh patch"/>
              <p:cNvSpPr/>
              <p:nvPr/>
            </p:nvSpPr>
            <p:spPr>
              <a:xfrm>
                <a:off x="2745108" y="1725274"/>
                <a:ext cx="50120" cy="630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23">
                    <a:moveTo>
                      <a:pt x="0" y="0"/>
                    </a:moveTo>
                    <a:lnTo>
                      <a:pt x="2875" y="4583"/>
                    </a:lnTo>
                    <a:lnTo>
                      <a:pt x="5262" y="6623"/>
                    </a:lnTo>
                    <a:lnTo>
                      <a:pt x="2387" y="1626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7" name="Surface mesh patch"/>
              <p:cNvSpPr/>
              <p:nvPr/>
            </p:nvSpPr>
            <p:spPr>
              <a:xfrm>
                <a:off x="2795228" y="1788353"/>
                <a:ext cx="50120" cy="676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05">
                    <a:moveTo>
                      <a:pt x="0" y="0"/>
                    </a:moveTo>
                    <a:lnTo>
                      <a:pt x="2875" y="5274"/>
                    </a:lnTo>
                    <a:lnTo>
                      <a:pt x="5262" y="7105"/>
                    </a:lnTo>
                    <a:lnTo>
                      <a:pt x="2387" y="1530"/>
                    </a:lnTo>
                    <a:close/>
                  </a:path>
                </a:pathLst>
              </a:custGeom>
              <a:solidFill>
                <a:srgbClr val="84a2fd"/>
              </a:solidFill>
              <a:ln w="3334" cap="flat" cmpd="sng" algn="ctr">
                <a:solidFill>
                  <a:srgbClr val="84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8" name="Surface mesh patch"/>
              <p:cNvSpPr/>
              <p:nvPr/>
            </p:nvSpPr>
            <p:spPr>
              <a:xfrm>
                <a:off x="2845348" y="1856026"/>
                <a:ext cx="50120" cy="62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3">
                    <a:moveTo>
                      <a:pt x="0" y="0"/>
                    </a:moveTo>
                    <a:lnTo>
                      <a:pt x="2875" y="5548"/>
                    </a:lnTo>
                    <a:lnTo>
                      <a:pt x="5262" y="6523"/>
                    </a:lnTo>
                    <a:lnTo>
                      <a:pt x="2387" y="864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9" name="Surface mesh patch"/>
              <p:cNvSpPr/>
              <p:nvPr/>
            </p:nvSpPr>
            <p:spPr>
              <a:xfrm>
                <a:off x="2895467" y="1914036"/>
                <a:ext cx="50120" cy="54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6">
                    <a:moveTo>
                      <a:pt x="0" y="433"/>
                    </a:moveTo>
                    <a:lnTo>
                      <a:pt x="2875" y="5706"/>
                    </a:lnTo>
                    <a:lnTo>
                      <a:pt x="5262" y="51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56dec"/>
              </a:solidFill>
              <a:ln w="3334" cap="flat" cmpd="sng" algn="ctr">
                <a:solidFill>
                  <a:srgbClr val="556d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0" name="Surface mesh patch"/>
              <p:cNvSpPr/>
              <p:nvPr/>
            </p:nvSpPr>
            <p:spPr>
              <a:xfrm>
                <a:off x="2945587" y="1941675"/>
                <a:ext cx="50120" cy="636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78">
                    <a:moveTo>
                      <a:pt x="0" y="2256"/>
                    </a:moveTo>
                    <a:lnTo>
                      <a:pt x="2875" y="6678"/>
                    </a:lnTo>
                    <a:lnTo>
                      <a:pt x="5262" y="41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85ee7"/>
              </a:solidFill>
              <a:ln w="3334" cap="flat" cmpd="sng" algn="ctr">
                <a:solidFill>
                  <a:srgbClr val="485e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1" name="Surface mesh patch"/>
              <p:cNvSpPr/>
              <p:nvPr/>
            </p:nvSpPr>
            <p:spPr>
              <a:xfrm>
                <a:off x="2995707" y="1939441"/>
                <a:ext cx="50120" cy="710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7">
                    <a:moveTo>
                      <a:pt x="0" y="4340"/>
                    </a:moveTo>
                    <a:lnTo>
                      <a:pt x="2875" y="7457"/>
                    </a:lnTo>
                    <a:lnTo>
                      <a:pt x="5262" y="26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75de7"/>
              </a:solidFill>
              <a:ln w="3334" cap="flat" cmpd="sng" algn="ctr">
                <a:solidFill>
                  <a:srgbClr val="475d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2" name="Surface mesh patch"/>
              <p:cNvSpPr/>
              <p:nvPr/>
            </p:nvSpPr>
            <p:spPr>
              <a:xfrm>
                <a:off x="3045826" y="1904583"/>
                <a:ext cx="50120" cy="757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54">
                    <a:moveTo>
                      <a:pt x="0" y="6342"/>
                    </a:moveTo>
                    <a:lnTo>
                      <a:pt x="2875" y="7954"/>
                    </a:lnTo>
                    <a:lnTo>
                      <a:pt x="5262" y="11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36bec"/>
              </a:solidFill>
              <a:ln w="3334" cap="flat" cmpd="sng" algn="ctr">
                <a:solidFill>
                  <a:srgbClr val="536b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3" name="Surface mesh patch"/>
              <p:cNvSpPr/>
              <p:nvPr/>
            </p:nvSpPr>
            <p:spPr>
              <a:xfrm>
                <a:off x="3095946" y="1839422"/>
                <a:ext cx="50120" cy="787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67">
                    <a:moveTo>
                      <a:pt x="0" y="8019"/>
                    </a:moveTo>
                    <a:lnTo>
                      <a:pt x="2875" y="8267"/>
                    </a:lnTo>
                    <a:lnTo>
                      <a:pt x="5262" y="0"/>
                    </a:lnTo>
                    <a:lnTo>
                      <a:pt x="2387" y="61"/>
                    </a:lnTo>
                    <a:close/>
                  </a:path>
                </a:pathLst>
              </a:custGeom>
              <a:solidFill>
                <a:srgbClr val="6b87f5"/>
              </a:solidFill>
              <a:ln w="3334" cap="flat" cmpd="sng" algn="ctr">
                <a:solidFill>
                  <a:srgbClr val="6b87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4" name="Surface mesh patch"/>
              <p:cNvSpPr/>
              <p:nvPr/>
            </p:nvSpPr>
            <p:spPr>
              <a:xfrm>
                <a:off x="3146066" y="1746928"/>
                <a:ext cx="50120" cy="924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11">
                    <a:moveTo>
                      <a:pt x="0" y="9711"/>
                    </a:moveTo>
                    <a:lnTo>
                      <a:pt x="2875" y="9084"/>
                    </a:lnTo>
                    <a:lnTo>
                      <a:pt x="5262" y="0"/>
                    </a:lnTo>
                    <a:lnTo>
                      <a:pt x="2387" y="695"/>
                    </a:lnTo>
                    <a:close/>
                  </a:path>
                </a:pathLst>
              </a:custGeom>
              <a:solidFill>
                <a:srgbClr val="89a6fd"/>
              </a:solidFill>
              <a:ln w="3334" cap="flat" cmpd="sng" algn="ctr">
                <a:solidFill>
                  <a:srgbClr val="89a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5" name="Surface mesh patch"/>
              <p:cNvSpPr/>
              <p:nvPr/>
            </p:nvSpPr>
            <p:spPr>
              <a:xfrm>
                <a:off x="3196185" y="1652124"/>
                <a:ext cx="50120" cy="948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53">
                    <a:moveTo>
                      <a:pt x="0" y="9953"/>
                    </a:moveTo>
                    <a:lnTo>
                      <a:pt x="2875" y="9212"/>
                    </a:lnTo>
                    <a:lnTo>
                      <a:pt x="5262" y="0"/>
                    </a:lnTo>
                    <a:lnTo>
                      <a:pt x="2387" y="472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6" name="Surface mesh patch"/>
              <p:cNvSpPr/>
              <p:nvPr/>
            </p:nvSpPr>
            <p:spPr>
              <a:xfrm>
                <a:off x="3246305" y="1562606"/>
                <a:ext cx="50120" cy="89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05">
                    <a:moveTo>
                      <a:pt x="0" y="9398"/>
                    </a:moveTo>
                    <a:lnTo>
                      <a:pt x="2875" y="9405"/>
                    </a:lnTo>
                    <a:lnTo>
                      <a:pt x="5262" y="6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7" name="Surface mesh patch"/>
              <p:cNvSpPr/>
              <p:nvPr/>
            </p:nvSpPr>
            <p:spPr>
              <a:xfrm>
                <a:off x="3296425" y="1485050"/>
                <a:ext cx="50120" cy="981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00">
                    <a:moveTo>
                      <a:pt x="0" y="8821"/>
                    </a:moveTo>
                    <a:lnTo>
                      <a:pt x="2875" y="10300"/>
                    </a:lnTo>
                    <a:lnTo>
                      <a:pt x="5262" y="25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8" name="Surface mesh patch"/>
              <p:cNvSpPr/>
              <p:nvPr/>
            </p:nvSpPr>
            <p:spPr>
              <a:xfrm>
                <a:off x="3346544" y="1435024"/>
                <a:ext cx="50120" cy="1056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94">
                    <a:moveTo>
                      <a:pt x="0" y="7805"/>
                    </a:moveTo>
                    <a:lnTo>
                      <a:pt x="2875" y="11094"/>
                    </a:lnTo>
                    <a:lnTo>
                      <a:pt x="5262" y="4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9" name="Surface mesh patch"/>
              <p:cNvSpPr/>
              <p:nvPr/>
            </p:nvSpPr>
            <p:spPr>
              <a:xfrm>
                <a:off x="3396664" y="1417971"/>
                <a:ext cx="50120" cy="1082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61">
                    <a:moveTo>
                      <a:pt x="0" y="6455"/>
                    </a:moveTo>
                    <a:lnTo>
                      <a:pt x="2875" y="11361"/>
                    </a:lnTo>
                    <a:lnTo>
                      <a:pt x="5262" y="63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0" name="Surface mesh patch"/>
              <p:cNvSpPr/>
              <p:nvPr/>
            </p:nvSpPr>
            <p:spPr>
              <a:xfrm>
                <a:off x="3446783" y="1431583"/>
                <a:ext cx="50120" cy="103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18">
                    <a:moveTo>
                      <a:pt x="0" y="4957"/>
                    </a:moveTo>
                    <a:lnTo>
                      <a:pt x="2875" y="10818"/>
                    </a:lnTo>
                    <a:lnTo>
                      <a:pt x="5262" y="7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1" name="Surface mesh patch"/>
              <p:cNvSpPr/>
              <p:nvPr/>
            </p:nvSpPr>
            <p:spPr>
              <a:xfrm>
                <a:off x="3496903" y="1466398"/>
                <a:ext cx="50120" cy="903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8">
                    <a:moveTo>
                      <a:pt x="0" y="3555"/>
                    </a:moveTo>
                    <a:lnTo>
                      <a:pt x="2875" y="9488"/>
                    </a:lnTo>
                    <a:lnTo>
                      <a:pt x="5262" y="69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2" name="Surface mesh patch"/>
              <p:cNvSpPr/>
              <p:nvPr/>
            </p:nvSpPr>
            <p:spPr>
              <a:xfrm>
                <a:off x="3547023" y="1509317"/>
                <a:ext cx="50120" cy="731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75">
                    <a:moveTo>
                      <a:pt x="0" y="2462"/>
                    </a:moveTo>
                    <a:lnTo>
                      <a:pt x="2875" y="7675"/>
                    </a:lnTo>
                    <a:lnTo>
                      <a:pt x="5262" y="58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3" name="Surface mesh patch"/>
              <p:cNvSpPr/>
              <p:nvPr/>
            </p:nvSpPr>
            <p:spPr>
              <a:xfrm>
                <a:off x="3597142" y="1548242"/>
                <a:ext cx="50120" cy="552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97">
                    <a:moveTo>
                      <a:pt x="0" y="1777"/>
                    </a:moveTo>
                    <a:lnTo>
                      <a:pt x="2875" y="5797"/>
                    </a:lnTo>
                    <a:lnTo>
                      <a:pt x="5262" y="4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4" name="Surface mesh patch"/>
              <p:cNvSpPr/>
              <p:nvPr/>
            </p:nvSpPr>
            <p:spPr>
              <a:xfrm>
                <a:off x="3647262" y="1575413"/>
                <a:ext cx="50120" cy="398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88">
                    <a:moveTo>
                      <a:pt x="0" y="1473"/>
                    </a:moveTo>
                    <a:lnTo>
                      <a:pt x="2875" y="4188"/>
                    </a:lnTo>
                    <a:lnTo>
                      <a:pt x="5262" y="27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5" name="Surface mesh patch"/>
              <p:cNvSpPr/>
              <p:nvPr/>
            </p:nvSpPr>
            <p:spPr>
              <a:xfrm>
                <a:off x="3697382" y="1588237"/>
                <a:ext cx="50120" cy="286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04">
                    <a:moveTo>
                      <a:pt x="0" y="1436"/>
                    </a:moveTo>
                    <a:lnTo>
                      <a:pt x="2875" y="3004"/>
                    </a:lnTo>
                    <a:lnTo>
                      <a:pt x="5262" y="15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6" name="Surface mesh patch"/>
              <p:cNvSpPr/>
              <p:nvPr/>
            </p:nvSpPr>
            <p:spPr>
              <a:xfrm>
                <a:off x="3747501" y="1588115"/>
                <a:ext cx="50120" cy="213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45">
                    <a:moveTo>
                      <a:pt x="0" y="1529"/>
                    </a:moveTo>
                    <a:lnTo>
                      <a:pt x="2875" y="2245"/>
                    </a:lnTo>
                    <a:lnTo>
                      <a:pt x="5262" y="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7" name="Surface mesh patch"/>
              <p:cNvSpPr/>
              <p:nvPr/>
            </p:nvSpPr>
            <p:spPr>
              <a:xfrm>
                <a:off x="3797621" y="1578595"/>
                <a:ext cx="50120" cy="174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2">
                    <a:moveTo>
                      <a:pt x="0" y="1638"/>
                    </a:moveTo>
                    <a:lnTo>
                      <a:pt x="2875" y="1832"/>
                    </a:lnTo>
                    <a:lnTo>
                      <a:pt x="5262" y="1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8" name="Surface mesh patch"/>
              <p:cNvSpPr/>
              <p:nvPr/>
            </p:nvSpPr>
            <p:spPr>
              <a:xfrm>
                <a:off x="3847741" y="1563806"/>
                <a:ext cx="50120" cy="161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">
                    <a:moveTo>
                      <a:pt x="0" y="1700"/>
                    </a:moveTo>
                    <a:lnTo>
                      <a:pt x="2875" y="1679"/>
                    </a:lnTo>
                    <a:lnTo>
                      <a:pt x="5262" y="0"/>
                    </a:lnTo>
                    <a:lnTo>
                      <a:pt x="2387" y="9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9" name="Surface mesh patch"/>
              <p:cNvSpPr/>
              <p:nvPr/>
            </p:nvSpPr>
            <p:spPr>
              <a:xfrm>
                <a:off x="3897860" y="1548033"/>
                <a:ext cx="50120" cy="16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5">
                    <a:moveTo>
                      <a:pt x="0" y="1656"/>
                    </a:moveTo>
                    <a:lnTo>
                      <a:pt x="2875" y="1685"/>
                    </a:lnTo>
                    <a:lnTo>
                      <a:pt x="5262" y="1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0" name="Surface mesh patch"/>
              <p:cNvSpPr/>
              <p:nvPr/>
            </p:nvSpPr>
            <p:spPr>
              <a:xfrm>
                <a:off x="3947980" y="1534428"/>
                <a:ext cx="50120" cy="173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9">
                    <a:moveTo>
                      <a:pt x="0" y="1531"/>
                    </a:moveTo>
                    <a:lnTo>
                      <a:pt x="2875" y="1819"/>
                    </a:lnTo>
                    <a:lnTo>
                      <a:pt x="5262" y="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1" name="Surface mesh patch"/>
              <p:cNvSpPr/>
              <p:nvPr/>
            </p:nvSpPr>
            <p:spPr>
              <a:xfrm>
                <a:off x="2471778" y="1608361"/>
                <a:ext cx="50120" cy="115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9">
                    <a:moveTo>
                      <a:pt x="0" y="968"/>
                    </a:moveTo>
                    <a:lnTo>
                      <a:pt x="2875" y="1209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2" name="Surface mesh patch"/>
              <p:cNvSpPr/>
              <p:nvPr/>
            </p:nvSpPr>
            <p:spPr>
              <a:xfrm>
                <a:off x="2521898" y="1606454"/>
                <a:ext cx="50120" cy="125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576"/>
                    </a:moveTo>
                    <a:lnTo>
                      <a:pt x="2875" y="1322"/>
                    </a:lnTo>
                    <a:lnTo>
                      <a:pt x="5262" y="9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3" name="Surface mesh patch"/>
              <p:cNvSpPr/>
              <p:nvPr/>
            </p:nvSpPr>
            <p:spPr>
              <a:xfrm>
                <a:off x="2572018" y="1615026"/>
                <a:ext cx="50120" cy="16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9">
                    <a:moveTo>
                      <a:pt x="0" y="60"/>
                    </a:moveTo>
                    <a:lnTo>
                      <a:pt x="2875" y="1497"/>
                    </a:lnTo>
                    <a:lnTo>
                      <a:pt x="5262" y="17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4" name="Surface mesh patch"/>
              <p:cNvSpPr/>
              <p:nvPr/>
            </p:nvSpPr>
            <p:spPr>
              <a:xfrm>
                <a:off x="2622137" y="1631586"/>
                <a:ext cx="50120" cy="30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18">
                    <a:moveTo>
                      <a:pt x="0" y="0"/>
                    </a:moveTo>
                    <a:lnTo>
                      <a:pt x="2875" y="2274"/>
                    </a:lnTo>
                    <a:lnTo>
                      <a:pt x="5262" y="3218"/>
                    </a:lnTo>
                    <a:lnTo>
                      <a:pt x="2387" y="554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5" name="Surface mesh patch"/>
              <p:cNvSpPr/>
              <p:nvPr/>
            </p:nvSpPr>
            <p:spPr>
              <a:xfrm>
                <a:off x="2672257" y="1662237"/>
                <a:ext cx="50120" cy="46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8">
                    <a:moveTo>
                      <a:pt x="0" y="0"/>
                    </a:moveTo>
                    <a:lnTo>
                      <a:pt x="2875" y="3196"/>
                    </a:lnTo>
                    <a:lnTo>
                      <a:pt x="5262" y="4858"/>
                    </a:lnTo>
                    <a:lnTo>
                      <a:pt x="2387" y="1202"/>
                    </a:lnTo>
                    <a:close/>
                  </a:path>
                </a:pathLst>
              </a:custGeom>
              <a:solidFill>
                <a:srgbClr val="aecbfd"/>
              </a:solidFill>
              <a:ln w="3334" cap="flat" cmpd="sng" algn="ctr">
                <a:solidFill>
                  <a:srgbClr val="ae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6" name="Surface mesh patch"/>
              <p:cNvSpPr/>
              <p:nvPr/>
            </p:nvSpPr>
            <p:spPr>
              <a:xfrm>
                <a:off x="2722377" y="1708510"/>
                <a:ext cx="50120" cy="604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3">
                    <a:moveTo>
                      <a:pt x="0" y="0"/>
                    </a:moveTo>
                    <a:lnTo>
                      <a:pt x="2875" y="4101"/>
                    </a:lnTo>
                    <a:lnTo>
                      <a:pt x="5262" y="6343"/>
                    </a:lnTo>
                    <a:lnTo>
                      <a:pt x="2387" y="176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7" name="Surface mesh patch"/>
              <p:cNvSpPr/>
              <p:nvPr/>
            </p:nvSpPr>
            <p:spPr>
              <a:xfrm>
                <a:off x="2772496" y="1768923"/>
                <a:ext cx="50120" cy="696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14">
                    <a:moveTo>
                      <a:pt x="0" y="0"/>
                    </a:moveTo>
                    <a:lnTo>
                      <a:pt x="2875" y="4845"/>
                    </a:lnTo>
                    <a:lnTo>
                      <a:pt x="5262" y="7314"/>
                    </a:lnTo>
                    <a:lnTo>
                      <a:pt x="2387" y="2040"/>
                    </a:lnTo>
                    <a:close/>
                  </a:path>
                </a:pathLst>
              </a:custGeom>
              <a:solidFill>
                <a:srgbClr val="8caafd"/>
              </a:solidFill>
              <a:ln w="3334" cap="flat" cmpd="sng" algn="ctr">
                <a:solidFill>
                  <a:srgbClr val="8c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8" name="Surface mesh patch"/>
              <p:cNvSpPr/>
              <p:nvPr/>
            </p:nvSpPr>
            <p:spPr>
              <a:xfrm>
                <a:off x="2822616" y="1838584"/>
                <a:ext cx="50120" cy="702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79">
                    <a:moveTo>
                      <a:pt x="0" y="0"/>
                    </a:moveTo>
                    <a:lnTo>
                      <a:pt x="2875" y="5258"/>
                    </a:lnTo>
                    <a:lnTo>
                      <a:pt x="5262" y="7379"/>
                    </a:lnTo>
                    <a:lnTo>
                      <a:pt x="2387" y="1831"/>
                    </a:lnTo>
                    <a:close/>
                  </a:path>
                </a:pathLst>
              </a:custGeom>
              <a:solidFill>
                <a:srgbClr val="7591f9"/>
              </a:solidFill>
              <a:ln w="3334" cap="flat" cmpd="sng" algn="ctr">
                <a:solidFill>
                  <a:srgbClr val="7591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9" name="Surface mesh patch"/>
              <p:cNvSpPr/>
              <p:nvPr/>
            </p:nvSpPr>
            <p:spPr>
              <a:xfrm>
                <a:off x="2872736" y="1908872"/>
                <a:ext cx="50120" cy="595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8">
                    <a:moveTo>
                      <a:pt x="0" y="0"/>
                    </a:moveTo>
                    <a:lnTo>
                      <a:pt x="2875" y="5186"/>
                    </a:lnTo>
                    <a:lnTo>
                      <a:pt x="5262" y="6248"/>
                    </a:lnTo>
                    <a:lnTo>
                      <a:pt x="2387" y="975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0" name="Surface mesh patch"/>
              <p:cNvSpPr/>
              <p:nvPr/>
            </p:nvSpPr>
            <p:spPr>
              <a:xfrm>
                <a:off x="2922855" y="1963161"/>
                <a:ext cx="50120" cy="485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8">
                    <a:moveTo>
                      <a:pt x="0" y="548"/>
                    </a:moveTo>
                    <a:lnTo>
                      <a:pt x="2875" y="5098"/>
                    </a:lnTo>
                    <a:lnTo>
                      <a:pt x="5262" y="4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65de7"/>
              </a:solidFill>
              <a:ln w="3334" cap="flat" cmpd="sng" algn="ctr">
                <a:solidFill>
                  <a:srgbClr val="465d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1" name="Surface mesh patch"/>
              <p:cNvSpPr/>
              <p:nvPr/>
            </p:nvSpPr>
            <p:spPr>
              <a:xfrm>
                <a:off x="2972975" y="1980780"/>
                <a:ext cx="50120" cy="56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76">
                    <a:moveTo>
                      <a:pt x="0" y="2573"/>
                    </a:moveTo>
                    <a:lnTo>
                      <a:pt x="2875" y="5976"/>
                    </a:lnTo>
                    <a:lnTo>
                      <a:pt x="5262" y="3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d52e3"/>
              </a:solidFill>
              <a:ln w="3334" cap="flat" cmpd="sng" algn="ctr">
                <a:solidFill>
                  <a:srgbClr val="3d52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2" name="Surface mesh patch"/>
              <p:cNvSpPr/>
              <p:nvPr/>
            </p:nvSpPr>
            <p:spPr>
              <a:xfrm>
                <a:off x="3023094" y="1964989"/>
                <a:ext cx="50120" cy="640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22">
                    <a:moveTo>
                      <a:pt x="0" y="4775"/>
                    </a:moveTo>
                    <a:lnTo>
                      <a:pt x="2875" y="6722"/>
                    </a:lnTo>
                    <a:lnTo>
                      <a:pt x="5262" y="16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257e5"/>
              </a:solidFill>
              <a:ln w="3334" cap="flat" cmpd="sng" algn="ctr">
                <a:solidFill>
                  <a:srgbClr val="4257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3" name="Surface mesh patch"/>
              <p:cNvSpPr/>
              <p:nvPr/>
            </p:nvSpPr>
            <p:spPr>
              <a:xfrm>
                <a:off x="3073214" y="1915800"/>
                <a:ext cx="50120" cy="692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75">
                    <a:moveTo>
                      <a:pt x="0" y="6776"/>
                    </a:moveTo>
                    <a:lnTo>
                      <a:pt x="2875" y="7275"/>
                    </a:lnTo>
                    <a:lnTo>
                      <a:pt x="5262" y="2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36bec"/>
              </a:solidFill>
              <a:ln w="3334" cap="flat" cmpd="sng" algn="ctr">
                <a:solidFill>
                  <a:srgbClr val="536b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4" name="Surface mesh patch"/>
              <p:cNvSpPr/>
              <p:nvPr/>
            </p:nvSpPr>
            <p:spPr>
              <a:xfrm>
                <a:off x="3123334" y="1833457"/>
                <a:ext cx="50120" cy="847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93">
                    <a:moveTo>
                      <a:pt x="0" y="8893"/>
                    </a:moveTo>
                    <a:lnTo>
                      <a:pt x="2875" y="8306"/>
                    </a:lnTo>
                    <a:lnTo>
                      <a:pt x="5262" y="0"/>
                    </a:lnTo>
                    <a:lnTo>
                      <a:pt x="2387" y="626"/>
                    </a:lnTo>
                    <a:close/>
                  </a:path>
                </a:pathLst>
              </a:custGeom>
              <a:solidFill>
                <a:srgbClr val="708cf7"/>
              </a:solidFill>
              <a:ln w="3334" cap="flat" cmpd="sng" algn="ctr">
                <a:solidFill>
                  <a:srgbClr val="708c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5" name="Surface mesh patch"/>
              <p:cNvSpPr/>
              <p:nvPr/>
            </p:nvSpPr>
            <p:spPr>
              <a:xfrm>
                <a:off x="3173453" y="1739872"/>
                <a:ext cx="50120" cy="93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25">
                    <a:moveTo>
                      <a:pt x="0" y="9825"/>
                    </a:moveTo>
                    <a:lnTo>
                      <a:pt x="2875" y="8813"/>
                    </a:lnTo>
                    <a:lnTo>
                      <a:pt x="5262" y="0"/>
                    </a:lnTo>
                    <a:lnTo>
                      <a:pt x="2387" y="741"/>
                    </a:lnTo>
                    <a:close/>
                  </a:path>
                </a:pathLst>
              </a:custGeom>
              <a:solidFill>
                <a:srgbClr val="8dabfd"/>
              </a:solidFill>
              <a:ln w="3334" cap="flat" cmpd="sng" algn="ctr">
                <a:solidFill>
                  <a:srgbClr val="8d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6" name="Surface mesh patch"/>
              <p:cNvSpPr/>
              <p:nvPr/>
            </p:nvSpPr>
            <p:spPr>
              <a:xfrm>
                <a:off x="3223573" y="1652124"/>
                <a:ext cx="50120" cy="87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12">
                    <a:moveTo>
                      <a:pt x="0" y="9212"/>
                    </a:moveTo>
                    <a:lnTo>
                      <a:pt x="2875" y="8578"/>
                    </a:lnTo>
                    <a:lnTo>
                      <a:pt x="5262" y="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7" name="Surface mesh patch"/>
              <p:cNvSpPr/>
              <p:nvPr/>
            </p:nvSpPr>
            <p:spPr>
              <a:xfrm>
                <a:off x="3273693" y="1569071"/>
                <a:ext cx="50120" cy="876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01">
                    <a:moveTo>
                      <a:pt x="0" y="8726"/>
                    </a:moveTo>
                    <a:lnTo>
                      <a:pt x="2875" y="9201"/>
                    </a:lnTo>
                    <a:lnTo>
                      <a:pt x="5262" y="14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8" name="Surface mesh patch"/>
              <p:cNvSpPr/>
              <p:nvPr/>
            </p:nvSpPr>
            <p:spPr>
              <a:xfrm>
                <a:off x="3323812" y="1509370"/>
                <a:ext cx="50120" cy="929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57">
                    <a:moveTo>
                      <a:pt x="0" y="7747"/>
                    </a:moveTo>
                    <a:lnTo>
                      <a:pt x="2875" y="9757"/>
                    </a:lnTo>
                    <a:lnTo>
                      <a:pt x="5262" y="32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4"/>
              </a:solidFill>
              <a:ln w="3334" cap="flat" cmpd="sng" algn="ctr">
                <a:solidFill>
                  <a:srgbClr val="cf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9" name="Surface mesh patch"/>
              <p:cNvSpPr/>
              <p:nvPr/>
            </p:nvSpPr>
            <p:spPr>
              <a:xfrm>
                <a:off x="3373932" y="1479451"/>
                <a:ext cx="50120" cy="947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51">
                    <a:moveTo>
                      <a:pt x="0" y="6430"/>
                    </a:moveTo>
                    <a:lnTo>
                      <a:pt x="2875" y="9951"/>
                    </a:lnTo>
                    <a:lnTo>
                      <a:pt x="5262" y="49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0" name="Surface mesh patch"/>
              <p:cNvSpPr/>
              <p:nvPr/>
            </p:nvSpPr>
            <p:spPr>
              <a:xfrm>
                <a:off x="3424052" y="1478796"/>
                <a:ext cx="50120" cy="909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50">
                    <a:moveTo>
                      <a:pt x="0" y="4975"/>
                    </a:moveTo>
                    <a:lnTo>
                      <a:pt x="2875" y="9550"/>
                    </a:lnTo>
                    <a:lnTo>
                      <a:pt x="5262" y="58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1" name="Surface mesh patch"/>
              <p:cNvSpPr/>
              <p:nvPr/>
            </p:nvSpPr>
            <p:spPr>
              <a:xfrm>
                <a:off x="3474171" y="1500261"/>
                <a:ext cx="50120" cy="81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21">
                    <a:moveTo>
                      <a:pt x="0" y="3608"/>
                    </a:moveTo>
                    <a:lnTo>
                      <a:pt x="2875" y="8521"/>
                    </a:lnTo>
                    <a:lnTo>
                      <a:pt x="5262" y="59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2" name="Surface mesh patch"/>
              <p:cNvSpPr/>
              <p:nvPr/>
            </p:nvSpPr>
            <p:spPr>
              <a:xfrm>
                <a:off x="3524291" y="1532763"/>
                <a:ext cx="50120" cy="67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62">
                    <a:moveTo>
                      <a:pt x="0" y="2520"/>
                    </a:moveTo>
                    <a:lnTo>
                      <a:pt x="2875" y="7062"/>
                    </a:lnTo>
                    <a:lnTo>
                      <a:pt x="5262" y="52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3" name="Surface mesh patch"/>
              <p:cNvSpPr/>
              <p:nvPr/>
            </p:nvSpPr>
            <p:spPr>
              <a:xfrm>
                <a:off x="3574411" y="1565165"/>
                <a:ext cx="50120" cy="522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90">
                    <a:moveTo>
                      <a:pt x="0" y="1812"/>
                    </a:moveTo>
                    <a:lnTo>
                      <a:pt x="2875" y="5490"/>
                    </a:lnTo>
                    <a:lnTo>
                      <a:pt x="5262" y="40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4" name="Surface mesh patch"/>
              <p:cNvSpPr/>
              <p:nvPr/>
            </p:nvSpPr>
            <p:spPr>
              <a:xfrm>
                <a:off x="3624530" y="1589442"/>
                <a:ext cx="50120" cy="38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88">
                    <a:moveTo>
                      <a:pt x="0" y="1472"/>
                    </a:moveTo>
                    <a:lnTo>
                      <a:pt x="2875" y="4088"/>
                    </a:lnTo>
                    <a:lnTo>
                      <a:pt x="5262" y="27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5" name="Surface mesh patch"/>
              <p:cNvSpPr/>
              <p:nvPr/>
            </p:nvSpPr>
            <p:spPr>
              <a:xfrm>
                <a:off x="3674650" y="1601914"/>
                <a:ext cx="50120" cy="28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1">
                    <a:moveTo>
                      <a:pt x="0" y="1405"/>
                    </a:moveTo>
                    <a:lnTo>
                      <a:pt x="2875" y="3011"/>
                    </a:lnTo>
                    <a:lnTo>
                      <a:pt x="5262" y="15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6" name="Surface mesh patch"/>
              <p:cNvSpPr/>
              <p:nvPr/>
            </p:nvSpPr>
            <p:spPr>
              <a:xfrm>
                <a:off x="3724769" y="1602676"/>
                <a:ext cx="50120" cy="21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5">
                    <a:moveTo>
                      <a:pt x="0" y="1488"/>
                    </a:moveTo>
                    <a:lnTo>
                      <a:pt x="2875" y="2285"/>
                    </a:lnTo>
                    <a:lnTo>
                      <a:pt x="5262" y="7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7" name="Surface mesh patch"/>
              <p:cNvSpPr/>
              <p:nvPr/>
            </p:nvSpPr>
            <p:spPr>
              <a:xfrm>
                <a:off x="3774889" y="1594196"/>
                <a:ext cx="50120" cy="177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1607"/>
                    </a:moveTo>
                    <a:lnTo>
                      <a:pt x="2875" y="1861"/>
                    </a:lnTo>
                    <a:lnTo>
                      <a:pt x="5262" y="1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8" name="Surface mesh patch"/>
              <p:cNvSpPr/>
              <p:nvPr/>
            </p:nvSpPr>
            <p:spPr>
              <a:xfrm>
                <a:off x="3825009" y="1579802"/>
                <a:ext cx="50120" cy="16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5">
                    <a:moveTo>
                      <a:pt x="0" y="1705"/>
                    </a:moveTo>
                    <a:lnTo>
                      <a:pt x="2875" y="1692"/>
                    </a:lnTo>
                    <a:lnTo>
                      <a:pt x="5262" y="0"/>
                    </a:lnTo>
                    <a:lnTo>
                      <a:pt x="2387" y="21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9" name="Surface mesh patch"/>
              <p:cNvSpPr/>
              <p:nvPr/>
            </p:nvSpPr>
            <p:spPr>
              <a:xfrm>
                <a:off x="3875128" y="1563806"/>
                <a:ext cx="50120" cy="159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9">
                    <a:moveTo>
                      <a:pt x="0" y="1679"/>
                    </a:moveTo>
                    <a:lnTo>
                      <a:pt x="2875" y="1654"/>
                    </a:lnTo>
                    <a:lnTo>
                      <a:pt x="5262" y="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0" name="Surface mesh patch"/>
              <p:cNvSpPr/>
              <p:nvPr/>
            </p:nvSpPr>
            <p:spPr>
              <a:xfrm>
                <a:off x="3925248" y="1549013"/>
                <a:ext cx="50120" cy="16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1">
                    <a:moveTo>
                      <a:pt x="0" y="1582"/>
                    </a:moveTo>
                    <a:lnTo>
                      <a:pt x="2875" y="1761"/>
                    </a:lnTo>
                    <a:lnTo>
                      <a:pt x="5262" y="2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1" name="Surface mesh patch"/>
              <p:cNvSpPr/>
              <p:nvPr/>
            </p:nvSpPr>
            <p:spPr>
              <a:xfrm>
                <a:off x="2499166" y="1611936"/>
                <a:ext cx="50120" cy="13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3">
                    <a:moveTo>
                      <a:pt x="0" y="833"/>
                    </a:moveTo>
                    <a:lnTo>
                      <a:pt x="2875" y="1393"/>
                    </a:lnTo>
                    <a:lnTo>
                      <a:pt x="5262" y="7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2" name="Surface mesh patch"/>
              <p:cNvSpPr/>
              <p:nvPr/>
            </p:nvSpPr>
            <p:spPr>
              <a:xfrm>
                <a:off x="2549286" y="1615602"/>
                <a:ext cx="50120" cy="14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9">
                    <a:moveTo>
                      <a:pt x="0" y="362"/>
                    </a:moveTo>
                    <a:lnTo>
                      <a:pt x="2875" y="1529"/>
                    </a:lnTo>
                    <a:lnTo>
                      <a:pt x="5262" y="14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3" name="Surface mesh patch"/>
              <p:cNvSpPr/>
              <p:nvPr/>
            </p:nvSpPr>
            <p:spPr>
              <a:xfrm>
                <a:off x="2599405" y="1629289"/>
                <a:ext cx="50120" cy="239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6">
                    <a:moveTo>
                      <a:pt x="0" y="0"/>
                    </a:moveTo>
                    <a:lnTo>
                      <a:pt x="2875" y="1916"/>
                    </a:lnTo>
                    <a:lnTo>
                      <a:pt x="5262" y="2516"/>
                    </a:lnTo>
                    <a:lnTo>
                      <a:pt x="2387" y="241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4" name="Surface mesh patch"/>
              <p:cNvSpPr/>
              <p:nvPr/>
            </p:nvSpPr>
            <p:spPr>
              <a:xfrm>
                <a:off x="2649525" y="1653250"/>
                <a:ext cx="50120" cy="39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40">
                    <a:moveTo>
                      <a:pt x="0" y="0"/>
                    </a:moveTo>
                    <a:lnTo>
                      <a:pt x="2875" y="2753"/>
                    </a:lnTo>
                    <a:lnTo>
                      <a:pt x="5262" y="4140"/>
                    </a:lnTo>
                    <a:lnTo>
                      <a:pt x="2387" y="944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5" name="Surface mesh patch"/>
              <p:cNvSpPr/>
              <p:nvPr/>
            </p:nvSpPr>
            <p:spPr>
              <a:xfrm>
                <a:off x="2699645" y="1692680"/>
                <a:ext cx="50120" cy="548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63">
                    <a:moveTo>
                      <a:pt x="0" y="0"/>
                    </a:moveTo>
                    <a:lnTo>
                      <a:pt x="2875" y="3603"/>
                    </a:lnTo>
                    <a:lnTo>
                      <a:pt x="5262" y="5763"/>
                    </a:lnTo>
                    <a:lnTo>
                      <a:pt x="2387" y="1662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6" name="Surface mesh patch"/>
              <p:cNvSpPr/>
              <p:nvPr/>
            </p:nvSpPr>
            <p:spPr>
              <a:xfrm>
                <a:off x="2749764" y="1747570"/>
                <a:ext cx="50120" cy="675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7">
                    <a:moveTo>
                      <a:pt x="0" y="0"/>
                    </a:moveTo>
                    <a:lnTo>
                      <a:pt x="2875" y="4349"/>
                    </a:lnTo>
                    <a:lnTo>
                      <a:pt x="5262" y="7087"/>
                    </a:lnTo>
                    <a:lnTo>
                      <a:pt x="2387" y="2242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7" name="Surface mesh patch"/>
              <p:cNvSpPr/>
              <p:nvPr/>
            </p:nvSpPr>
            <p:spPr>
              <a:xfrm>
                <a:off x="2799884" y="1815073"/>
                <a:ext cx="50120" cy="735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27">
                    <a:moveTo>
                      <a:pt x="0" y="0"/>
                    </a:moveTo>
                    <a:lnTo>
                      <a:pt x="2875" y="4844"/>
                    </a:lnTo>
                    <a:lnTo>
                      <a:pt x="5262" y="7727"/>
                    </a:lnTo>
                    <a:lnTo>
                      <a:pt x="2387" y="2468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8" name="Surface mesh patch"/>
              <p:cNvSpPr/>
              <p:nvPr/>
            </p:nvSpPr>
            <p:spPr>
              <a:xfrm>
                <a:off x="2850004" y="1888671"/>
                <a:ext cx="50120" cy="695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07">
                    <a:moveTo>
                      <a:pt x="0" y="0"/>
                    </a:moveTo>
                    <a:lnTo>
                      <a:pt x="2875" y="4931"/>
                    </a:lnTo>
                    <a:lnTo>
                      <a:pt x="5262" y="7307"/>
                    </a:lnTo>
                    <a:lnTo>
                      <a:pt x="2387" y="2121"/>
                    </a:lnTo>
                    <a:close/>
                  </a:path>
                </a:pathLst>
              </a:custGeom>
              <a:solidFill>
                <a:srgbClr val="657ff3"/>
              </a:solidFill>
              <a:ln w="3334" cap="flat" cmpd="sng" algn="ctr">
                <a:solidFill>
                  <a:srgbClr val="657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9" name="Surface mesh patch"/>
              <p:cNvSpPr/>
              <p:nvPr/>
            </p:nvSpPr>
            <p:spPr>
              <a:xfrm>
                <a:off x="2900123" y="1958266"/>
                <a:ext cx="50120" cy="534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2">
                    <a:moveTo>
                      <a:pt x="0" y="0"/>
                    </a:moveTo>
                    <a:lnTo>
                      <a:pt x="2875" y="4497"/>
                    </a:lnTo>
                    <a:lnTo>
                      <a:pt x="5262" y="5612"/>
                    </a:lnTo>
                    <a:lnTo>
                      <a:pt x="2387" y="1062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0" name="Surface mesh patch"/>
              <p:cNvSpPr/>
              <p:nvPr/>
            </p:nvSpPr>
            <p:spPr>
              <a:xfrm>
                <a:off x="2950243" y="2005288"/>
                <a:ext cx="50120" cy="40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09">
                    <a:moveTo>
                      <a:pt x="0" y="675"/>
                    </a:moveTo>
                    <a:lnTo>
                      <a:pt x="2875" y="4209"/>
                    </a:lnTo>
                    <a:lnTo>
                      <a:pt x="5262" y="34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b50e2"/>
              </a:solidFill>
              <a:ln w="3334" cap="flat" cmpd="sng" algn="ctr">
                <a:solidFill>
                  <a:srgbClr val="3b50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1" name="Surface mesh patch"/>
              <p:cNvSpPr/>
              <p:nvPr/>
            </p:nvSpPr>
            <p:spPr>
              <a:xfrm>
                <a:off x="3000363" y="2010473"/>
                <a:ext cx="50120" cy="47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5">
                    <a:moveTo>
                      <a:pt x="0" y="2858"/>
                    </a:moveTo>
                    <a:lnTo>
                      <a:pt x="2875" y="5035"/>
                    </a:lnTo>
                    <a:lnTo>
                      <a:pt x="5262" y="19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74be0"/>
              </a:solidFill>
              <a:ln w="3334" cap="flat" cmpd="sng" algn="ctr">
                <a:solidFill>
                  <a:srgbClr val="374b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2" name="Surface mesh patch"/>
              <p:cNvSpPr/>
              <p:nvPr/>
            </p:nvSpPr>
            <p:spPr>
              <a:xfrm>
                <a:off x="3050482" y="1980345"/>
                <a:ext cx="50120" cy="553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07">
                    <a:moveTo>
                      <a:pt x="0" y="5110"/>
                    </a:moveTo>
                    <a:lnTo>
                      <a:pt x="2875" y="5807"/>
                    </a:lnTo>
                    <a:lnTo>
                      <a:pt x="5262" y="4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156e4"/>
              </a:solidFill>
              <a:ln w="3334" cap="flat" cmpd="sng" algn="ctr">
                <a:solidFill>
                  <a:srgbClr val="4156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3" name="Surface mesh patch"/>
              <p:cNvSpPr/>
              <p:nvPr/>
            </p:nvSpPr>
            <p:spPr>
              <a:xfrm>
                <a:off x="3100602" y="1912575"/>
                <a:ext cx="50120" cy="725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14">
                    <a:moveTo>
                      <a:pt x="0" y="7614"/>
                    </a:moveTo>
                    <a:lnTo>
                      <a:pt x="2875" y="7057"/>
                    </a:lnTo>
                    <a:lnTo>
                      <a:pt x="5262" y="0"/>
                    </a:lnTo>
                    <a:lnTo>
                      <a:pt x="2387" y="587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4" name="Surface mesh patch"/>
              <p:cNvSpPr/>
              <p:nvPr/>
            </p:nvSpPr>
            <p:spPr>
              <a:xfrm>
                <a:off x="3150722" y="1823811"/>
                <a:ext cx="50120" cy="887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9">
                    <a:moveTo>
                      <a:pt x="0" y="9319"/>
                    </a:moveTo>
                    <a:lnTo>
                      <a:pt x="2875" y="8054"/>
                    </a:lnTo>
                    <a:lnTo>
                      <a:pt x="5262" y="0"/>
                    </a:lnTo>
                    <a:lnTo>
                      <a:pt x="2387" y="1013"/>
                    </a:lnTo>
                    <a:close/>
                  </a:path>
                </a:pathLst>
              </a:custGeom>
              <a:solidFill>
                <a:srgbClr val="7794fa"/>
              </a:solidFill>
              <a:ln w="3334" cap="flat" cmpd="sng" algn="ctr">
                <a:solidFill>
                  <a:srgbClr val="779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5" name="Surface mesh patch"/>
              <p:cNvSpPr/>
              <p:nvPr/>
            </p:nvSpPr>
            <p:spPr>
              <a:xfrm>
                <a:off x="3200841" y="1733833"/>
                <a:ext cx="50120" cy="899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6">
                    <a:moveTo>
                      <a:pt x="0" y="9446"/>
                    </a:moveTo>
                    <a:lnTo>
                      <a:pt x="2875" y="8217"/>
                    </a:lnTo>
                    <a:lnTo>
                      <a:pt x="5262" y="0"/>
                    </a:lnTo>
                    <a:lnTo>
                      <a:pt x="2387" y="634"/>
                    </a:lnTo>
                    <a:close/>
                  </a:path>
                </a:pathLst>
              </a:custGeom>
              <a:solidFill>
                <a:srgbClr val="92b0fd"/>
              </a:solidFill>
              <a:ln w="3334" cap="flat" cmpd="sng" algn="ctr">
                <a:solidFill>
                  <a:srgbClr val="92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6" name="Surface mesh patch"/>
              <p:cNvSpPr/>
              <p:nvPr/>
            </p:nvSpPr>
            <p:spPr>
              <a:xfrm>
                <a:off x="3250961" y="1652189"/>
                <a:ext cx="50120" cy="81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2">
                    <a:moveTo>
                      <a:pt x="0" y="8572"/>
                    </a:moveTo>
                    <a:lnTo>
                      <a:pt x="2875" y="8113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7" name="Surface mesh patch"/>
              <p:cNvSpPr/>
              <p:nvPr/>
            </p:nvSpPr>
            <p:spPr>
              <a:xfrm>
                <a:off x="3301080" y="1583157"/>
                <a:ext cx="50120" cy="813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43">
                    <a:moveTo>
                      <a:pt x="0" y="7722"/>
                    </a:moveTo>
                    <a:lnTo>
                      <a:pt x="2875" y="8543"/>
                    </a:lnTo>
                    <a:lnTo>
                      <a:pt x="5262" y="20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8" name="Surface mesh patch"/>
              <p:cNvSpPr/>
              <p:nvPr/>
            </p:nvSpPr>
            <p:spPr>
              <a:xfrm>
                <a:off x="3351200" y="1540693"/>
                <a:ext cx="50120" cy="828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4">
                    <a:moveTo>
                      <a:pt x="0" y="6468"/>
                    </a:moveTo>
                    <a:lnTo>
                      <a:pt x="2875" y="8694"/>
                    </a:lnTo>
                    <a:lnTo>
                      <a:pt x="5262" y="35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9" name="Surface mesh patch"/>
              <p:cNvSpPr/>
              <p:nvPr/>
            </p:nvSpPr>
            <p:spPr>
              <a:xfrm>
                <a:off x="3401320" y="1526186"/>
                <a:ext cx="50120" cy="79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96">
                    <a:moveTo>
                      <a:pt x="0" y="5045"/>
                    </a:moveTo>
                    <a:lnTo>
                      <a:pt x="2875" y="8396"/>
                    </a:lnTo>
                    <a:lnTo>
                      <a:pt x="5262" y="45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0" name="Surface mesh patch"/>
              <p:cNvSpPr/>
              <p:nvPr/>
            </p:nvSpPr>
            <p:spPr>
              <a:xfrm>
                <a:off x="3451439" y="1534628"/>
                <a:ext cx="50120" cy="72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08">
                    <a:moveTo>
                      <a:pt x="0" y="3688"/>
                    </a:moveTo>
                    <a:lnTo>
                      <a:pt x="2875" y="7608"/>
                    </a:lnTo>
                    <a:lnTo>
                      <a:pt x="5262" y="4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1" name="Surface mesh patch"/>
              <p:cNvSpPr/>
              <p:nvPr/>
            </p:nvSpPr>
            <p:spPr>
              <a:xfrm>
                <a:off x="3501559" y="1556766"/>
                <a:ext cx="50120" cy="61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2">
                    <a:moveTo>
                      <a:pt x="0" y="2588"/>
                    </a:moveTo>
                    <a:lnTo>
                      <a:pt x="2875" y="6452"/>
                    </a:lnTo>
                    <a:lnTo>
                      <a:pt x="5262" y="45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2" name="Surface mesh patch"/>
              <p:cNvSpPr/>
              <p:nvPr/>
            </p:nvSpPr>
            <p:spPr>
              <a:xfrm>
                <a:off x="3551679" y="1582421"/>
                <a:ext cx="50120" cy="49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61">
                    <a:moveTo>
                      <a:pt x="0" y="1849"/>
                    </a:moveTo>
                    <a:lnTo>
                      <a:pt x="2875" y="5161"/>
                    </a:lnTo>
                    <a:lnTo>
                      <a:pt x="5262" y="36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3" name="Surface mesh patch"/>
              <p:cNvSpPr/>
              <p:nvPr/>
            </p:nvSpPr>
            <p:spPr>
              <a:xfrm>
                <a:off x="3601798" y="1603459"/>
                <a:ext cx="50120" cy="37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3">
                    <a:moveTo>
                      <a:pt x="0" y="1470"/>
                    </a:moveTo>
                    <a:lnTo>
                      <a:pt x="2875" y="3963"/>
                    </a:lnTo>
                    <a:lnTo>
                      <a:pt x="5262" y="26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4" name="Surface mesh patch"/>
              <p:cNvSpPr/>
              <p:nvPr/>
            </p:nvSpPr>
            <p:spPr>
              <a:xfrm>
                <a:off x="3651918" y="1615302"/>
                <a:ext cx="50120" cy="28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01">
                    <a:moveTo>
                      <a:pt x="0" y="1373"/>
                    </a:moveTo>
                    <a:lnTo>
                      <a:pt x="2875" y="3001"/>
                    </a:lnTo>
                    <a:lnTo>
                      <a:pt x="5262" y="16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5" name="Surface mesh patch"/>
              <p:cNvSpPr/>
              <p:nvPr/>
            </p:nvSpPr>
            <p:spPr>
              <a:xfrm>
                <a:off x="3702038" y="1616851"/>
                <a:ext cx="50120" cy="22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0">
                    <a:moveTo>
                      <a:pt x="0" y="1443"/>
                    </a:moveTo>
                    <a:lnTo>
                      <a:pt x="2875" y="2320"/>
                    </a:lnTo>
                    <a:lnTo>
                      <a:pt x="5262" y="7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6" name="Surface mesh patch"/>
              <p:cNvSpPr/>
              <p:nvPr/>
            </p:nvSpPr>
            <p:spPr>
              <a:xfrm>
                <a:off x="3752157" y="1609503"/>
                <a:ext cx="50120" cy="180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6">
                    <a:moveTo>
                      <a:pt x="0" y="1568"/>
                    </a:moveTo>
                    <a:lnTo>
                      <a:pt x="2875" y="1896"/>
                    </a:lnTo>
                    <a:lnTo>
                      <a:pt x="5262" y="2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7" name="Surface mesh patch"/>
              <p:cNvSpPr/>
              <p:nvPr/>
            </p:nvSpPr>
            <p:spPr>
              <a:xfrm>
                <a:off x="3802277" y="1595920"/>
                <a:ext cx="50120" cy="16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4">
                    <a:moveTo>
                      <a:pt x="0" y="1680"/>
                    </a:moveTo>
                    <a:lnTo>
                      <a:pt x="2875" y="1694"/>
                    </a:lnTo>
                    <a:lnTo>
                      <a:pt x="5262" y="0"/>
                    </a:lnTo>
                    <a:lnTo>
                      <a:pt x="2387" y="13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8" name="Surface mesh patch"/>
              <p:cNvSpPr/>
              <p:nvPr/>
            </p:nvSpPr>
            <p:spPr>
              <a:xfrm>
                <a:off x="3852397" y="1579561"/>
                <a:ext cx="50120" cy="163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7">
                    <a:moveTo>
                      <a:pt x="0" y="1717"/>
                    </a:moveTo>
                    <a:lnTo>
                      <a:pt x="2875" y="1658"/>
                    </a:lnTo>
                    <a:lnTo>
                      <a:pt x="5262" y="0"/>
                    </a:lnTo>
                    <a:lnTo>
                      <a:pt x="2387" y="25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9" name="Surface mesh patch"/>
              <p:cNvSpPr/>
              <p:nvPr/>
            </p:nvSpPr>
            <p:spPr>
              <a:xfrm>
                <a:off x="3902516" y="1564085"/>
                <a:ext cx="50120" cy="162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1">
                    <a:moveTo>
                      <a:pt x="0" y="1625"/>
                    </a:moveTo>
                    <a:lnTo>
                      <a:pt x="2875" y="1711"/>
                    </a:lnTo>
                    <a:lnTo>
                      <a:pt x="5262" y="1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7"/>
              </a:solidFill>
              <a:ln w="3334" cap="flat" cmpd="sng" algn="ctr">
                <a:solidFill>
                  <a:srgbClr val="c9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0" name="Surface mesh patch"/>
              <p:cNvSpPr/>
              <p:nvPr/>
            </p:nvSpPr>
            <p:spPr>
              <a:xfrm>
                <a:off x="2526554" y="1619046"/>
                <a:ext cx="50120" cy="15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8">
                    <a:moveTo>
                      <a:pt x="0" y="647"/>
                    </a:moveTo>
                    <a:lnTo>
                      <a:pt x="2875" y="1578"/>
                    </a:lnTo>
                    <a:lnTo>
                      <a:pt x="5262" y="1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1" name="Surface mesh patch"/>
              <p:cNvSpPr/>
              <p:nvPr/>
            </p:nvSpPr>
            <p:spPr>
              <a:xfrm>
                <a:off x="2576674" y="1629289"/>
                <a:ext cx="50120" cy="182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6">
                    <a:moveTo>
                      <a:pt x="0" y="92"/>
                    </a:moveTo>
                    <a:lnTo>
                      <a:pt x="2875" y="1690"/>
                    </a:lnTo>
                    <a:lnTo>
                      <a:pt x="5262" y="19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2" name="Surface mesh patch"/>
              <p:cNvSpPr/>
              <p:nvPr/>
            </p:nvSpPr>
            <p:spPr>
              <a:xfrm>
                <a:off x="2626793" y="1647536"/>
                <a:ext cx="50120" cy="31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53">
                    <a:moveTo>
                      <a:pt x="0" y="0"/>
                    </a:moveTo>
                    <a:lnTo>
                      <a:pt x="2875" y="2351"/>
                    </a:lnTo>
                    <a:lnTo>
                      <a:pt x="5262" y="3353"/>
                    </a:lnTo>
                    <a:lnTo>
                      <a:pt x="2387" y="60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3" name="Surface mesh patch"/>
              <p:cNvSpPr/>
              <p:nvPr/>
            </p:nvSpPr>
            <p:spPr>
              <a:xfrm>
                <a:off x="2676913" y="1679477"/>
                <a:ext cx="50120" cy="47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9">
                    <a:moveTo>
                      <a:pt x="0" y="0"/>
                    </a:moveTo>
                    <a:lnTo>
                      <a:pt x="2875" y="3128"/>
                    </a:lnTo>
                    <a:lnTo>
                      <a:pt x="5262" y="4989"/>
                    </a:lnTo>
                    <a:lnTo>
                      <a:pt x="2387" y="1386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4" name="Surface mesh patch"/>
              <p:cNvSpPr/>
              <p:nvPr/>
            </p:nvSpPr>
            <p:spPr>
              <a:xfrm>
                <a:off x="2727033" y="1726994"/>
                <a:ext cx="50120" cy="61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9">
                    <a:moveTo>
                      <a:pt x="0" y="0"/>
                    </a:moveTo>
                    <a:lnTo>
                      <a:pt x="2875" y="3839"/>
                    </a:lnTo>
                    <a:lnTo>
                      <a:pt x="5262" y="6509"/>
                    </a:lnTo>
                    <a:lnTo>
                      <a:pt x="2387" y="216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5" name="Surface mesh patch"/>
              <p:cNvSpPr/>
              <p:nvPr/>
            </p:nvSpPr>
            <p:spPr>
              <a:xfrm>
                <a:off x="2777152" y="1788992"/>
                <a:ext cx="50120" cy="722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82">
                    <a:moveTo>
                      <a:pt x="0" y="0"/>
                    </a:moveTo>
                    <a:lnTo>
                      <a:pt x="2875" y="4364"/>
                    </a:lnTo>
                    <a:lnTo>
                      <a:pt x="5262" y="7582"/>
                    </a:lnTo>
                    <a:lnTo>
                      <a:pt x="2387" y="2738"/>
                    </a:lnTo>
                    <a:close/>
                  </a:path>
                </a:pathLst>
              </a:custGeom>
              <a:solidFill>
                <a:srgbClr val="8ca9fd"/>
              </a:solidFill>
              <a:ln w="3334" cap="flat" cmpd="sng" algn="ctr">
                <a:solidFill>
                  <a:srgbClr val="8c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6" name="Surface mesh patch"/>
              <p:cNvSpPr/>
              <p:nvPr/>
            </p:nvSpPr>
            <p:spPr>
              <a:xfrm>
                <a:off x="2827272" y="1861211"/>
                <a:ext cx="50120" cy="744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14">
                    <a:moveTo>
                      <a:pt x="0" y="0"/>
                    </a:moveTo>
                    <a:lnTo>
                      <a:pt x="2875" y="4561"/>
                    </a:lnTo>
                    <a:lnTo>
                      <a:pt x="5262" y="7814"/>
                    </a:lnTo>
                    <a:lnTo>
                      <a:pt x="2387" y="2883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7" name="Surface mesh patch"/>
              <p:cNvSpPr/>
              <p:nvPr/>
            </p:nvSpPr>
            <p:spPr>
              <a:xfrm>
                <a:off x="2877391" y="1935640"/>
                <a:ext cx="50120" cy="65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3">
                    <a:moveTo>
                      <a:pt x="0" y="0"/>
                    </a:moveTo>
                    <a:lnTo>
                      <a:pt x="2875" y="4300"/>
                    </a:lnTo>
                    <a:lnTo>
                      <a:pt x="5262" y="6873"/>
                    </a:lnTo>
                    <a:lnTo>
                      <a:pt x="2387" y="2375"/>
                    </a:lnTo>
                    <a:close/>
                  </a:path>
                </a:pathLst>
              </a:custGeom>
              <a:solidFill>
                <a:srgbClr val="576fed"/>
              </a:solidFill>
              <a:ln w="3334" cap="flat" cmpd="sng" algn="ctr">
                <a:solidFill>
                  <a:srgbClr val="576f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8" name="Surface mesh patch"/>
              <p:cNvSpPr/>
              <p:nvPr/>
            </p:nvSpPr>
            <p:spPr>
              <a:xfrm>
                <a:off x="2927511" y="2001104"/>
                <a:ext cx="50120" cy="442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8">
                    <a:moveTo>
                      <a:pt x="0" y="0"/>
                    </a:moveTo>
                    <a:lnTo>
                      <a:pt x="2875" y="3524"/>
                    </a:lnTo>
                    <a:lnTo>
                      <a:pt x="5262" y="4648"/>
                    </a:lnTo>
                    <a:lnTo>
                      <a:pt x="2387" y="1114"/>
                    </a:lnTo>
                    <a:close/>
                  </a:path>
                </a:pathLst>
              </a:custGeom>
              <a:solidFill>
                <a:srgbClr val="4055e4"/>
              </a:solidFill>
              <a:ln w="3334" cap="flat" cmpd="sng" algn="ctr">
                <a:solidFill>
                  <a:srgbClr val="4055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9" name="Surface mesh patch"/>
              <p:cNvSpPr/>
              <p:nvPr/>
            </p:nvSpPr>
            <p:spPr>
              <a:xfrm>
                <a:off x="2977631" y="2037697"/>
                <a:ext cx="50120" cy="29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0">
                    <a:moveTo>
                      <a:pt x="0" y="807"/>
                    </a:moveTo>
                    <a:lnTo>
                      <a:pt x="2875" y="3110"/>
                    </a:lnTo>
                    <a:lnTo>
                      <a:pt x="5262" y="21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448df"/>
              </a:solidFill>
              <a:ln w="3334" cap="flat" cmpd="sng" algn="ctr">
                <a:solidFill>
                  <a:srgbClr val="3448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0" name="Surface mesh patch"/>
              <p:cNvSpPr/>
              <p:nvPr/>
            </p:nvSpPr>
            <p:spPr>
              <a:xfrm>
                <a:off x="3027750" y="2029017"/>
                <a:ext cx="50120" cy="375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37">
                    <a:moveTo>
                      <a:pt x="0" y="3088"/>
                    </a:moveTo>
                    <a:lnTo>
                      <a:pt x="2875" y="3937"/>
                    </a:lnTo>
                    <a:lnTo>
                      <a:pt x="5262" y="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549e0"/>
              </a:solidFill>
              <a:ln w="3334" cap="flat" cmpd="sng" algn="ctr">
                <a:solidFill>
                  <a:srgbClr val="3549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1" name="Surface mesh patch"/>
              <p:cNvSpPr/>
              <p:nvPr/>
            </p:nvSpPr>
            <p:spPr>
              <a:xfrm>
                <a:off x="3077870" y="1979789"/>
                <a:ext cx="50120" cy="55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66">
                    <a:moveTo>
                      <a:pt x="0" y="5866"/>
                    </a:moveTo>
                    <a:lnTo>
                      <a:pt x="2875" y="5344"/>
                    </a:lnTo>
                    <a:lnTo>
                      <a:pt x="5262" y="0"/>
                    </a:lnTo>
                    <a:lnTo>
                      <a:pt x="2387" y="557"/>
                    </a:lnTo>
                    <a:close/>
                  </a:path>
                </a:pathLst>
              </a:custGeom>
              <a:solidFill>
                <a:srgbClr val="455ae6"/>
              </a:solidFill>
              <a:ln w="3334" cap="flat" cmpd="sng" algn="ctr">
                <a:solidFill>
                  <a:srgbClr val="45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2" name="Surface mesh patch"/>
              <p:cNvSpPr/>
              <p:nvPr/>
            </p:nvSpPr>
            <p:spPr>
              <a:xfrm>
                <a:off x="3127990" y="1900530"/>
                <a:ext cx="50120" cy="79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21">
                    <a:moveTo>
                      <a:pt x="0" y="8321"/>
                    </a:moveTo>
                    <a:lnTo>
                      <a:pt x="2875" y="6850"/>
                    </a:lnTo>
                    <a:lnTo>
                      <a:pt x="5262" y="0"/>
                    </a:lnTo>
                    <a:lnTo>
                      <a:pt x="2387" y="1265"/>
                    </a:lnTo>
                    <a:close/>
                  </a:path>
                </a:pathLst>
              </a:custGeom>
              <a:solidFill>
                <a:srgbClr val="5f78f0"/>
              </a:solidFill>
              <a:ln w="3334" cap="flat" cmpd="sng" algn="ctr">
                <a:solidFill>
                  <a:srgbClr val="5f78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3" name="Surface mesh patch"/>
              <p:cNvSpPr/>
              <p:nvPr/>
            </p:nvSpPr>
            <p:spPr>
              <a:xfrm>
                <a:off x="3178109" y="1812104"/>
                <a:ext cx="50120" cy="88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84">
                    <a:moveTo>
                      <a:pt x="0" y="9284"/>
                    </a:moveTo>
                    <a:lnTo>
                      <a:pt x="2875" y="7529"/>
                    </a:lnTo>
                    <a:lnTo>
                      <a:pt x="5262" y="0"/>
                    </a:lnTo>
                    <a:lnTo>
                      <a:pt x="2387" y="1229"/>
                    </a:lnTo>
                    <a:close/>
                  </a:path>
                </a:pathLst>
              </a:custGeom>
              <a:solidFill>
                <a:srgbClr val="809dfd"/>
              </a:solidFill>
              <a:ln w="3334" cap="flat" cmpd="sng" algn="ctr">
                <a:solidFill>
                  <a:srgbClr val="80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4" name="Surface mesh patch"/>
              <p:cNvSpPr/>
              <p:nvPr/>
            </p:nvSpPr>
            <p:spPr>
              <a:xfrm>
                <a:off x="3228229" y="1729468"/>
                <a:ext cx="50120" cy="826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6">
                    <a:moveTo>
                      <a:pt x="0" y="8676"/>
                    </a:moveTo>
                    <a:lnTo>
                      <a:pt x="2875" y="7367"/>
                    </a:lnTo>
                    <a:lnTo>
                      <a:pt x="5262" y="0"/>
                    </a:lnTo>
                    <a:lnTo>
                      <a:pt x="2387" y="458"/>
                    </a:lnTo>
                    <a:close/>
                  </a:path>
                </a:pathLst>
              </a:custGeom>
              <a:solidFill>
                <a:srgbClr val="97b5fd"/>
              </a:solidFill>
              <a:ln w="3334" cap="flat" cmpd="sng" algn="ctr">
                <a:solidFill>
                  <a:srgbClr val="97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5" name="Surface mesh patch"/>
              <p:cNvSpPr/>
              <p:nvPr/>
            </p:nvSpPr>
            <p:spPr>
              <a:xfrm>
                <a:off x="3278349" y="1656710"/>
                <a:ext cx="50120" cy="72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39">
                    <a:moveTo>
                      <a:pt x="0" y="7639"/>
                    </a:moveTo>
                    <a:lnTo>
                      <a:pt x="2875" y="7358"/>
                    </a:lnTo>
                    <a:lnTo>
                      <a:pt x="5262" y="8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6" name="Surface mesh patch"/>
              <p:cNvSpPr/>
              <p:nvPr/>
            </p:nvSpPr>
            <p:spPr>
              <a:xfrm>
                <a:off x="3328468" y="1602301"/>
                <a:ext cx="50120" cy="71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42">
                    <a:moveTo>
                      <a:pt x="0" y="6533"/>
                    </a:moveTo>
                    <a:lnTo>
                      <a:pt x="2875" y="7542"/>
                    </a:lnTo>
                    <a:lnTo>
                      <a:pt x="5262" y="2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7" name="Surface mesh patch"/>
              <p:cNvSpPr/>
              <p:nvPr/>
            </p:nvSpPr>
            <p:spPr>
              <a:xfrm>
                <a:off x="3378588" y="1574239"/>
                <a:ext cx="50120" cy="70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8">
                    <a:moveTo>
                      <a:pt x="0" y="5172"/>
                    </a:moveTo>
                    <a:lnTo>
                      <a:pt x="2875" y="7358"/>
                    </a:lnTo>
                    <a:lnTo>
                      <a:pt x="5262" y="33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8" name="Surface mesh patch"/>
              <p:cNvSpPr/>
              <p:nvPr/>
            </p:nvSpPr>
            <p:spPr>
              <a:xfrm>
                <a:off x="3428708" y="1569757"/>
                <a:ext cx="50120" cy="645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75">
                    <a:moveTo>
                      <a:pt x="0" y="3822"/>
                    </a:moveTo>
                    <a:lnTo>
                      <a:pt x="2875" y="6775"/>
                    </a:lnTo>
                    <a:lnTo>
                      <a:pt x="5262" y="3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9" name="Surface mesh patch"/>
              <p:cNvSpPr/>
              <p:nvPr/>
            </p:nvSpPr>
            <p:spPr>
              <a:xfrm>
                <a:off x="3478827" y="1581420"/>
                <a:ext cx="50120" cy="559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77">
                    <a:moveTo>
                      <a:pt x="0" y="2695"/>
                    </a:moveTo>
                    <a:lnTo>
                      <a:pt x="2875" y="5877"/>
                    </a:lnTo>
                    <a:lnTo>
                      <a:pt x="5262" y="3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0" name="Surface mesh patch"/>
              <p:cNvSpPr/>
              <p:nvPr/>
            </p:nvSpPr>
            <p:spPr>
              <a:xfrm>
                <a:off x="3528947" y="1600030"/>
                <a:ext cx="50120" cy="46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5">
                    <a:moveTo>
                      <a:pt x="0" y="1910"/>
                    </a:moveTo>
                    <a:lnTo>
                      <a:pt x="2875" y="4835"/>
                    </a:lnTo>
                    <a:lnTo>
                      <a:pt x="5262" y="3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1" name="Surface mesh patch"/>
              <p:cNvSpPr/>
              <p:nvPr/>
            </p:nvSpPr>
            <p:spPr>
              <a:xfrm>
                <a:off x="3579066" y="1617461"/>
                <a:ext cx="50120" cy="36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8">
                    <a:moveTo>
                      <a:pt x="0" y="1482"/>
                    </a:moveTo>
                    <a:lnTo>
                      <a:pt x="2875" y="3828"/>
                    </a:lnTo>
                    <a:lnTo>
                      <a:pt x="5262" y="24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2" name="Surface mesh patch"/>
              <p:cNvSpPr/>
              <p:nvPr/>
            </p:nvSpPr>
            <p:spPr>
              <a:xfrm>
                <a:off x="3629186" y="1628380"/>
                <a:ext cx="50120" cy="28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84">
                    <a:moveTo>
                      <a:pt x="0" y="1346"/>
                    </a:moveTo>
                    <a:lnTo>
                      <a:pt x="2875" y="2984"/>
                    </a:lnTo>
                    <a:lnTo>
                      <a:pt x="5262" y="16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3" name="Surface mesh patch"/>
              <p:cNvSpPr/>
              <p:nvPr/>
            </p:nvSpPr>
            <p:spPr>
              <a:xfrm>
                <a:off x="3679306" y="1630591"/>
                <a:ext cx="50120" cy="224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4">
                    <a:moveTo>
                      <a:pt x="0" y="1396"/>
                    </a:moveTo>
                    <a:lnTo>
                      <a:pt x="2875" y="2354"/>
                    </a:lnTo>
                    <a:lnTo>
                      <a:pt x="5262" y="8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4" name="Surface mesh patch"/>
              <p:cNvSpPr/>
              <p:nvPr/>
            </p:nvSpPr>
            <p:spPr>
              <a:xfrm>
                <a:off x="3729425" y="1624440"/>
                <a:ext cx="50120" cy="18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5">
                    <a:moveTo>
                      <a:pt x="0" y="1523"/>
                    </a:moveTo>
                    <a:lnTo>
                      <a:pt x="2875" y="1935"/>
                    </a:lnTo>
                    <a:lnTo>
                      <a:pt x="5262" y="3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5" name="Surface mesh patch"/>
              <p:cNvSpPr/>
              <p:nvPr/>
            </p:nvSpPr>
            <p:spPr>
              <a:xfrm>
                <a:off x="3779545" y="1611926"/>
                <a:ext cx="50120" cy="161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1">
                    <a:moveTo>
                      <a:pt x="0" y="1641"/>
                    </a:moveTo>
                    <a:lnTo>
                      <a:pt x="2875" y="1701"/>
                    </a:lnTo>
                    <a:lnTo>
                      <a:pt x="5262" y="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6" name="Surface mesh patch"/>
              <p:cNvSpPr/>
              <p:nvPr/>
            </p:nvSpPr>
            <p:spPr>
              <a:xfrm>
                <a:off x="3829665" y="1595352"/>
                <a:ext cx="50120" cy="167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4">
                    <a:moveTo>
                      <a:pt x="0" y="1754"/>
                    </a:moveTo>
                    <a:lnTo>
                      <a:pt x="2875" y="1681"/>
                    </a:lnTo>
                    <a:lnTo>
                      <a:pt x="5262" y="0"/>
                    </a:lnTo>
                    <a:lnTo>
                      <a:pt x="2387" y="6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7" name="Surface mesh patch"/>
              <p:cNvSpPr/>
              <p:nvPr/>
            </p:nvSpPr>
            <p:spPr>
              <a:xfrm>
                <a:off x="3879784" y="1579561"/>
                <a:ext cx="50120" cy="15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9">
                    <a:moveTo>
                      <a:pt x="0" y="1658"/>
                    </a:moveTo>
                    <a:lnTo>
                      <a:pt x="2875" y="1669"/>
                    </a:lnTo>
                    <a:lnTo>
                      <a:pt x="5262" y="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8" name="Surface mesh patch"/>
              <p:cNvSpPr/>
              <p:nvPr/>
            </p:nvSpPr>
            <p:spPr>
              <a:xfrm>
                <a:off x="2553942" y="1630162"/>
                <a:ext cx="50120" cy="165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4">
                    <a:moveTo>
                      <a:pt x="0" y="411"/>
                    </a:moveTo>
                    <a:lnTo>
                      <a:pt x="2875" y="1734"/>
                    </a:lnTo>
                    <a:lnTo>
                      <a:pt x="5262" y="15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9" name="Surface mesh patch"/>
              <p:cNvSpPr/>
              <p:nvPr/>
            </p:nvSpPr>
            <p:spPr>
              <a:xfrm>
                <a:off x="2604061" y="1645385"/>
                <a:ext cx="50120" cy="24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7">
                    <a:moveTo>
                      <a:pt x="0" y="0"/>
                    </a:moveTo>
                    <a:lnTo>
                      <a:pt x="2875" y="2000"/>
                    </a:lnTo>
                    <a:lnTo>
                      <a:pt x="5262" y="2577"/>
                    </a:lnTo>
                    <a:lnTo>
                      <a:pt x="2387" y="226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0" name="Surface mesh patch"/>
              <p:cNvSpPr/>
              <p:nvPr/>
            </p:nvSpPr>
            <p:spPr>
              <a:xfrm>
                <a:off x="2654181" y="1669933"/>
                <a:ext cx="50120" cy="393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30">
                    <a:moveTo>
                      <a:pt x="0" y="0"/>
                    </a:moveTo>
                    <a:lnTo>
                      <a:pt x="2875" y="2703"/>
                    </a:lnTo>
                    <a:lnTo>
                      <a:pt x="5262" y="4130"/>
                    </a:lnTo>
                    <a:lnTo>
                      <a:pt x="2387" y="1002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1" name="Surface mesh patch"/>
              <p:cNvSpPr/>
              <p:nvPr/>
            </p:nvSpPr>
            <p:spPr>
              <a:xfrm>
                <a:off x="2704301" y="1709272"/>
                <a:ext cx="50120" cy="542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0">
                    <a:moveTo>
                      <a:pt x="0" y="0"/>
                    </a:moveTo>
                    <a:lnTo>
                      <a:pt x="2875" y="3359"/>
                    </a:lnTo>
                    <a:lnTo>
                      <a:pt x="5262" y="5700"/>
                    </a:lnTo>
                    <a:lnTo>
                      <a:pt x="2387" y="1861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2" name="Surface mesh patch"/>
              <p:cNvSpPr/>
              <p:nvPr/>
            </p:nvSpPr>
            <p:spPr>
              <a:xfrm>
                <a:off x="2754420" y="1763563"/>
                <a:ext cx="50120" cy="670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34">
                    <a:moveTo>
                      <a:pt x="0" y="0"/>
                    </a:moveTo>
                    <a:lnTo>
                      <a:pt x="2875" y="3876"/>
                    </a:lnTo>
                    <a:lnTo>
                      <a:pt x="5262" y="7034"/>
                    </a:lnTo>
                    <a:lnTo>
                      <a:pt x="2387" y="267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3" name="Surface mesh patch"/>
              <p:cNvSpPr/>
              <p:nvPr/>
            </p:nvSpPr>
            <p:spPr>
              <a:xfrm>
                <a:off x="2804540" y="1830563"/>
                <a:ext cx="50120" cy="740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78">
                    <a:moveTo>
                      <a:pt x="0" y="0"/>
                    </a:moveTo>
                    <a:lnTo>
                      <a:pt x="2875" y="4132"/>
                    </a:lnTo>
                    <a:lnTo>
                      <a:pt x="5262" y="7778"/>
                    </a:lnTo>
                    <a:lnTo>
                      <a:pt x="2387" y="3218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4" name="Surface mesh patch"/>
              <p:cNvSpPr/>
              <p:nvPr/>
            </p:nvSpPr>
            <p:spPr>
              <a:xfrm>
                <a:off x="2854660" y="1904651"/>
                <a:ext cx="50120" cy="71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53">
                    <a:moveTo>
                      <a:pt x="0" y="0"/>
                    </a:moveTo>
                    <a:lnTo>
                      <a:pt x="2875" y="4002"/>
                    </a:lnTo>
                    <a:lnTo>
                      <a:pt x="5262" y="7553"/>
                    </a:lnTo>
                    <a:lnTo>
                      <a:pt x="2387" y="3253"/>
                    </a:lnTo>
                    <a:close/>
                  </a:path>
                </a:pathLst>
              </a:custGeom>
              <a:solidFill>
                <a:srgbClr val="6681f3"/>
              </a:solidFill>
              <a:ln w="3334" cap="flat" cmpd="sng" algn="ctr">
                <a:solidFill>
                  <a:srgbClr val="6681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5" name="Surface mesh patch"/>
              <p:cNvSpPr/>
              <p:nvPr/>
            </p:nvSpPr>
            <p:spPr>
              <a:xfrm>
                <a:off x="2904779" y="1976593"/>
                <a:ext cx="50120" cy="58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98">
                    <a:moveTo>
                      <a:pt x="0" y="0"/>
                    </a:moveTo>
                    <a:lnTo>
                      <a:pt x="2875" y="3401"/>
                    </a:lnTo>
                    <a:lnTo>
                      <a:pt x="5262" y="6098"/>
                    </a:lnTo>
                    <a:lnTo>
                      <a:pt x="2387" y="2573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6" name="Surface mesh patch"/>
              <p:cNvSpPr/>
              <p:nvPr/>
            </p:nvSpPr>
            <p:spPr>
              <a:xfrm>
                <a:off x="2954899" y="2034674"/>
                <a:ext cx="50120" cy="326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7">
                    <a:moveTo>
                      <a:pt x="0" y="0"/>
                    </a:moveTo>
                    <a:lnTo>
                      <a:pt x="2875" y="2338"/>
                    </a:lnTo>
                    <a:lnTo>
                      <a:pt x="5262" y="3427"/>
                    </a:lnTo>
                    <a:lnTo>
                      <a:pt x="2387" y="1124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7" name="Surface mesh patch"/>
              <p:cNvSpPr/>
              <p:nvPr/>
            </p:nvSpPr>
            <p:spPr>
              <a:xfrm>
                <a:off x="3005019" y="2058432"/>
                <a:ext cx="50120" cy="18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2">
                    <a:moveTo>
                      <a:pt x="0" y="933"/>
                    </a:moveTo>
                    <a:lnTo>
                      <a:pt x="2875" y="1892"/>
                    </a:lnTo>
                    <a:lnTo>
                      <a:pt x="5262" y="8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245de"/>
              </a:solidFill>
              <a:ln w="3334" cap="flat" cmpd="sng" algn="ctr">
                <a:solidFill>
                  <a:srgbClr val="3245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8" name="Surface mesh patch"/>
              <p:cNvSpPr/>
              <p:nvPr/>
            </p:nvSpPr>
            <p:spPr>
              <a:xfrm>
                <a:off x="3055138" y="2030693"/>
                <a:ext cx="50120" cy="35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1">
                    <a:moveTo>
                      <a:pt x="0" y="3761"/>
                    </a:moveTo>
                    <a:lnTo>
                      <a:pt x="2875" y="3294"/>
                    </a:lnTo>
                    <a:lnTo>
                      <a:pt x="5262" y="0"/>
                    </a:lnTo>
                    <a:lnTo>
                      <a:pt x="2387" y="522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9" name="Surface mesh patch"/>
              <p:cNvSpPr/>
              <p:nvPr/>
            </p:nvSpPr>
            <p:spPr>
              <a:xfrm>
                <a:off x="3105258" y="1965775"/>
                <a:ext cx="50120" cy="649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6">
                    <a:moveTo>
                      <a:pt x="0" y="6816"/>
                    </a:moveTo>
                    <a:lnTo>
                      <a:pt x="2875" y="5206"/>
                    </a:lnTo>
                    <a:lnTo>
                      <a:pt x="5262" y="0"/>
                    </a:lnTo>
                    <a:lnTo>
                      <a:pt x="2387" y="1471"/>
                    </a:lnTo>
                    <a:close/>
                  </a:path>
                </a:pathLst>
              </a:custGeom>
              <a:solidFill>
                <a:srgbClr val="4c63e9"/>
              </a:solidFill>
              <a:ln w="3334" cap="flat" cmpd="sng" algn="ctr">
                <a:solidFill>
                  <a:srgbClr val="4c63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0" name="Surface mesh patch"/>
              <p:cNvSpPr/>
              <p:nvPr/>
            </p:nvSpPr>
            <p:spPr>
              <a:xfrm>
                <a:off x="3155377" y="1883814"/>
                <a:ext cx="50120" cy="819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05">
                    <a:moveTo>
                      <a:pt x="0" y="8605"/>
                    </a:moveTo>
                    <a:lnTo>
                      <a:pt x="2875" y="6422"/>
                    </a:lnTo>
                    <a:lnTo>
                      <a:pt x="5262" y="0"/>
                    </a:lnTo>
                    <a:lnTo>
                      <a:pt x="2387" y="1755"/>
                    </a:lnTo>
                    <a:close/>
                  </a:path>
                </a:pathLst>
              </a:custGeom>
              <a:solidFill>
                <a:srgbClr val="6984f4"/>
              </a:solidFill>
              <a:ln w="3334" cap="flat" cmpd="sng" algn="ctr">
                <a:solidFill>
                  <a:srgbClr val="6984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1" name="Surface mesh patch"/>
              <p:cNvSpPr/>
              <p:nvPr/>
            </p:nvSpPr>
            <p:spPr>
              <a:xfrm>
                <a:off x="3205497" y="1799642"/>
                <a:ext cx="50120" cy="841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37">
                    <a:moveTo>
                      <a:pt x="0" y="8837"/>
                    </a:moveTo>
                    <a:lnTo>
                      <a:pt x="2875" y="6785"/>
                    </a:lnTo>
                    <a:lnTo>
                      <a:pt x="5262" y="0"/>
                    </a:lnTo>
                    <a:lnTo>
                      <a:pt x="2387" y="1308"/>
                    </a:lnTo>
                    <a:close/>
                  </a:path>
                </a:pathLst>
              </a:custGeom>
              <a:solidFill>
                <a:srgbClr val="86a4fd"/>
              </a:solidFill>
              <a:ln w="3334" cap="flat" cmpd="sng" algn="ctr">
                <a:solidFill>
                  <a:srgbClr val="86a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2" name="Surface mesh patch"/>
              <p:cNvSpPr/>
              <p:nvPr/>
            </p:nvSpPr>
            <p:spPr>
              <a:xfrm>
                <a:off x="3255617" y="1726793"/>
                <a:ext cx="50120" cy="72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8">
                    <a:moveTo>
                      <a:pt x="0" y="7648"/>
                    </a:moveTo>
                    <a:lnTo>
                      <a:pt x="2875" y="6365"/>
                    </a:lnTo>
                    <a:lnTo>
                      <a:pt x="5262" y="0"/>
                    </a:lnTo>
                    <a:lnTo>
                      <a:pt x="2387" y="281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3" name="Surface mesh patch"/>
              <p:cNvSpPr/>
              <p:nvPr/>
            </p:nvSpPr>
            <p:spPr>
              <a:xfrm>
                <a:off x="3305736" y="1664528"/>
                <a:ext cx="50120" cy="62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7">
                    <a:moveTo>
                      <a:pt x="0" y="6537"/>
                    </a:moveTo>
                    <a:lnTo>
                      <a:pt x="2875" y="6409"/>
                    </a:lnTo>
                    <a:lnTo>
                      <a:pt x="5262" y="10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4" name="Surface mesh patch"/>
              <p:cNvSpPr/>
              <p:nvPr/>
            </p:nvSpPr>
            <p:spPr>
              <a:xfrm>
                <a:off x="3355856" y="1623499"/>
                <a:ext cx="50120" cy="60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87">
                    <a:moveTo>
                      <a:pt x="0" y="5316"/>
                    </a:moveTo>
                    <a:lnTo>
                      <a:pt x="2875" y="6387"/>
                    </a:lnTo>
                    <a:lnTo>
                      <a:pt x="5262" y="21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5" name="Surface mesh patch"/>
              <p:cNvSpPr/>
              <p:nvPr/>
            </p:nvSpPr>
            <p:spPr>
              <a:xfrm>
                <a:off x="3405976" y="1606161"/>
                <a:ext cx="50120" cy="572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11">
                    <a:moveTo>
                      <a:pt x="0" y="4006"/>
                    </a:moveTo>
                    <a:lnTo>
                      <a:pt x="2875" y="6011"/>
                    </a:lnTo>
                    <a:lnTo>
                      <a:pt x="5262" y="29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6" name="Surface mesh patch"/>
              <p:cNvSpPr/>
              <p:nvPr/>
            </p:nvSpPr>
            <p:spPr>
              <a:xfrm>
                <a:off x="3456095" y="1607093"/>
                <a:ext cx="50120" cy="509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47">
                    <a:moveTo>
                      <a:pt x="0" y="2855"/>
                    </a:moveTo>
                    <a:lnTo>
                      <a:pt x="2875" y="5347"/>
                    </a:lnTo>
                    <a:lnTo>
                      <a:pt x="5262" y="31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7" name="Surface mesh patch"/>
              <p:cNvSpPr/>
              <p:nvPr/>
            </p:nvSpPr>
            <p:spPr>
              <a:xfrm>
                <a:off x="3506215" y="1618225"/>
                <a:ext cx="50120" cy="43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26">
                    <a:moveTo>
                      <a:pt x="0" y="2013"/>
                    </a:moveTo>
                    <a:lnTo>
                      <a:pt x="2875" y="4526"/>
                    </a:lnTo>
                    <a:lnTo>
                      <a:pt x="5262" y="29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8" name="Surface mesh patch"/>
              <p:cNvSpPr/>
              <p:nvPr/>
            </p:nvSpPr>
            <p:spPr>
              <a:xfrm>
                <a:off x="3556335" y="1631581"/>
                <a:ext cx="50120" cy="351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5">
                    <a:moveTo>
                      <a:pt x="0" y="1523"/>
                    </a:moveTo>
                    <a:lnTo>
                      <a:pt x="2875" y="3695"/>
                    </a:lnTo>
                    <a:lnTo>
                      <a:pt x="5262" y="23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9" name="Surface mesh patch"/>
              <p:cNvSpPr/>
              <p:nvPr/>
            </p:nvSpPr>
            <p:spPr>
              <a:xfrm>
                <a:off x="3606454" y="1641206"/>
                <a:ext cx="50120" cy="28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64">
                    <a:moveTo>
                      <a:pt x="0" y="1335"/>
                    </a:moveTo>
                    <a:lnTo>
                      <a:pt x="2875" y="2964"/>
                    </a:lnTo>
                    <a:lnTo>
                      <a:pt x="5262" y="16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0" name="Surface mesh patch"/>
              <p:cNvSpPr/>
              <p:nvPr/>
            </p:nvSpPr>
            <p:spPr>
              <a:xfrm>
                <a:off x="3656574" y="1643891"/>
                <a:ext cx="50120" cy="227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88">
                    <a:moveTo>
                      <a:pt x="0" y="1355"/>
                    </a:moveTo>
                    <a:lnTo>
                      <a:pt x="2875" y="2388"/>
                    </a:lnTo>
                    <a:lnTo>
                      <a:pt x="5262" y="9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1" name="Surface mesh patch"/>
              <p:cNvSpPr/>
              <p:nvPr/>
            </p:nvSpPr>
            <p:spPr>
              <a:xfrm>
                <a:off x="3706694" y="1638950"/>
                <a:ext cx="50120" cy="188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0">
                    <a:moveTo>
                      <a:pt x="0" y="1476"/>
                    </a:moveTo>
                    <a:lnTo>
                      <a:pt x="2875" y="1980"/>
                    </a:lnTo>
                    <a:lnTo>
                      <a:pt x="5262" y="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2" name="Surface mesh patch"/>
              <p:cNvSpPr/>
              <p:nvPr/>
            </p:nvSpPr>
            <p:spPr>
              <a:xfrm>
                <a:off x="3756813" y="1627559"/>
                <a:ext cx="50120" cy="16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9">
                    <a:moveTo>
                      <a:pt x="0" y="1607"/>
                    </a:moveTo>
                    <a:lnTo>
                      <a:pt x="2875" y="1729"/>
                    </a:lnTo>
                    <a:lnTo>
                      <a:pt x="5262" y="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3" name="Surface mesh patch"/>
              <p:cNvSpPr/>
              <p:nvPr/>
            </p:nvSpPr>
            <p:spPr>
              <a:xfrm>
                <a:off x="3806933" y="1611362"/>
                <a:ext cx="50120" cy="16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0">
                    <a:moveTo>
                      <a:pt x="0" y="1760"/>
                    </a:moveTo>
                    <a:lnTo>
                      <a:pt x="2875" y="1694"/>
                    </a:lnTo>
                    <a:lnTo>
                      <a:pt x="5262" y="0"/>
                    </a:lnTo>
                    <a:lnTo>
                      <a:pt x="2387" y="7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4" name="Surface mesh patch"/>
              <p:cNvSpPr/>
              <p:nvPr/>
            </p:nvSpPr>
            <p:spPr>
              <a:xfrm>
                <a:off x="3857052" y="1595352"/>
                <a:ext cx="50120" cy="160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1">
                    <a:moveTo>
                      <a:pt x="0" y="1681"/>
                    </a:moveTo>
                    <a:lnTo>
                      <a:pt x="2875" y="1637"/>
                    </a:lnTo>
                    <a:lnTo>
                      <a:pt x="5262" y="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5" name="Surface mesh patch"/>
              <p:cNvSpPr/>
              <p:nvPr/>
            </p:nvSpPr>
            <p:spPr>
              <a:xfrm>
                <a:off x="2581330" y="1645385"/>
                <a:ext cx="50120" cy="19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0">
                    <a:moveTo>
                      <a:pt x="0" y="136"/>
                    </a:moveTo>
                    <a:lnTo>
                      <a:pt x="2875" y="1835"/>
                    </a:lnTo>
                    <a:lnTo>
                      <a:pt x="5262" y="20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6" name="Surface mesh patch"/>
              <p:cNvSpPr/>
              <p:nvPr/>
            </p:nvSpPr>
            <p:spPr>
              <a:xfrm>
                <a:off x="2631449" y="1664437"/>
                <a:ext cx="50120" cy="312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0">
                    <a:moveTo>
                      <a:pt x="0" y="0"/>
                    </a:moveTo>
                    <a:lnTo>
                      <a:pt x="2875" y="2336"/>
                    </a:lnTo>
                    <a:lnTo>
                      <a:pt x="5262" y="3280"/>
                    </a:lnTo>
                    <a:lnTo>
                      <a:pt x="2387" y="577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7" name="Surface mesh patch"/>
              <p:cNvSpPr/>
              <p:nvPr/>
            </p:nvSpPr>
            <p:spPr>
              <a:xfrm>
                <a:off x="2681569" y="1695676"/>
                <a:ext cx="50120" cy="455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87">
                    <a:moveTo>
                      <a:pt x="0" y="0"/>
                    </a:moveTo>
                    <a:lnTo>
                      <a:pt x="2875" y="2935"/>
                    </a:lnTo>
                    <a:lnTo>
                      <a:pt x="5262" y="4787"/>
                    </a:lnTo>
                    <a:lnTo>
                      <a:pt x="2387" y="1427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8" name="Surface mesh patch"/>
              <p:cNvSpPr/>
              <p:nvPr/>
            </p:nvSpPr>
            <p:spPr>
              <a:xfrm>
                <a:off x="2731688" y="1741270"/>
                <a:ext cx="50120" cy="592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6">
                    <a:moveTo>
                      <a:pt x="0" y="0"/>
                    </a:moveTo>
                    <a:lnTo>
                      <a:pt x="2875" y="3420"/>
                    </a:lnTo>
                    <a:lnTo>
                      <a:pt x="5262" y="6216"/>
                    </a:lnTo>
                    <a:lnTo>
                      <a:pt x="2387" y="2341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9" name="Surface mesh patch"/>
              <p:cNvSpPr/>
              <p:nvPr/>
            </p:nvSpPr>
            <p:spPr>
              <a:xfrm>
                <a:off x="2781808" y="1800480"/>
                <a:ext cx="50120" cy="69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0">
                    <a:moveTo>
                      <a:pt x="0" y="0"/>
                    </a:moveTo>
                    <a:lnTo>
                      <a:pt x="2875" y="3697"/>
                    </a:lnTo>
                    <a:lnTo>
                      <a:pt x="5262" y="7290"/>
                    </a:lnTo>
                    <a:lnTo>
                      <a:pt x="2387" y="3158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0" name="Surface mesh patch"/>
              <p:cNvSpPr/>
              <p:nvPr/>
            </p:nvSpPr>
            <p:spPr>
              <a:xfrm>
                <a:off x="2831928" y="1869918"/>
                <a:ext cx="50120" cy="72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9">
                    <a:moveTo>
                      <a:pt x="0" y="0"/>
                    </a:moveTo>
                    <a:lnTo>
                      <a:pt x="2875" y="3656"/>
                    </a:lnTo>
                    <a:lnTo>
                      <a:pt x="5262" y="7649"/>
                    </a:lnTo>
                    <a:lnTo>
                      <a:pt x="2387" y="3647"/>
                    </a:lnTo>
                    <a:close/>
                  </a:path>
                </a:pathLst>
              </a:custGeom>
              <a:solidFill>
                <a:srgbClr val="7895fa"/>
              </a:solidFill>
              <a:ln w="3334" cap="flat" cmpd="sng" algn="ctr">
                <a:solidFill>
                  <a:srgbClr val="789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1" name="Surface mesh patch"/>
              <p:cNvSpPr/>
              <p:nvPr/>
            </p:nvSpPr>
            <p:spPr>
              <a:xfrm>
                <a:off x="2882047" y="1942770"/>
                <a:ext cx="50120" cy="662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52">
                    <a:moveTo>
                      <a:pt x="0" y="0"/>
                    </a:moveTo>
                    <a:lnTo>
                      <a:pt x="2875" y="3201"/>
                    </a:lnTo>
                    <a:lnTo>
                      <a:pt x="5262" y="6952"/>
                    </a:lnTo>
                    <a:lnTo>
                      <a:pt x="2387" y="3551"/>
                    </a:lnTo>
                    <a:close/>
                  </a:path>
                </a:pathLst>
              </a:custGeom>
              <a:solidFill>
                <a:srgbClr val="5c75ef"/>
              </a:solidFill>
              <a:ln w="3334" cap="flat" cmpd="sng" algn="ctr">
                <a:solidFill>
                  <a:srgbClr val="5c75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2" name="Surface mesh patch"/>
              <p:cNvSpPr/>
              <p:nvPr/>
            </p:nvSpPr>
            <p:spPr>
              <a:xfrm>
                <a:off x="2932167" y="2008985"/>
                <a:ext cx="50120" cy="479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5">
                    <a:moveTo>
                      <a:pt x="0" y="0"/>
                    </a:moveTo>
                    <a:lnTo>
                      <a:pt x="2875" y="2300"/>
                    </a:lnTo>
                    <a:lnTo>
                      <a:pt x="5262" y="5035"/>
                    </a:lnTo>
                    <a:lnTo>
                      <a:pt x="2387" y="2697"/>
                    </a:lnTo>
                    <a:close/>
                  </a:path>
                </a:pathLst>
              </a:custGeom>
              <a:solidFill>
                <a:srgbClr val="445ae6"/>
              </a:solidFill>
              <a:ln w="3334" cap="flat" cmpd="sng" algn="ctr">
                <a:solidFill>
                  <a:srgbClr val="44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3" name="Surface mesh patch"/>
              <p:cNvSpPr/>
              <p:nvPr/>
            </p:nvSpPr>
            <p:spPr>
              <a:xfrm>
                <a:off x="2982287" y="2056943"/>
                <a:ext cx="50120" cy="195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8">
                    <a:moveTo>
                      <a:pt x="0" y="0"/>
                    </a:moveTo>
                    <a:lnTo>
                      <a:pt x="2875" y="1034"/>
                    </a:lnTo>
                    <a:lnTo>
                      <a:pt x="5262" y="2048"/>
                    </a:lnTo>
                    <a:lnTo>
                      <a:pt x="2387" y="1089"/>
                    </a:lnTo>
                    <a:close/>
                  </a:path>
                </a:pathLst>
              </a:custGeom>
              <a:solidFill>
                <a:srgbClr val="364ae0"/>
              </a:solidFill>
              <a:ln w="3334" cap="flat" cmpd="sng" algn="ctr">
                <a:solidFill>
                  <a:srgbClr val="364a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4" name="Surface mesh patch"/>
              <p:cNvSpPr/>
              <p:nvPr/>
            </p:nvSpPr>
            <p:spPr>
              <a:xfrm>
                <a:off x="3032406" y="2062066"/>
                <a:ext cx="50120" cy="143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0">
                    <a:moveTo>
                      <a:pt x="0" y="1510"/>
                    </a:moveTo>
                    <a:lnTo>
                      <a:pt x="2875" y="1123"/>
                    </a:lnTo>
                    <a:lnTo>
                      <a:pt x="5262" y="0"/>
                    </a:lnTo>
                    <a:lnTo>
                      <a:pt x="2387" y="467"/>
                    </a:lnTo>
                    <a:close/>
                  </a:path>
                </a:pathLst>
              </a:custGeom>
              <a:solidFill>
                <a:srgbClr val="3548e0"/>
              </a:solidFill>
              <a:ln w="3334" cap="flat" cmpd="sng" algn="ctr">
                <a:solidFill>
                  <a:srgbClr val="3548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5" name="Surface mesh patch"/>
              <p:cNvSpPr/>
              <p:nvPr/>
            </p:nvSpPr>
            <p:spPr>
              <a:xfrm>
                <a:off x="3082526" y="2015366"/>
                <a:ext cx="50120" cy="467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3">
                    <a:moveTo>
                      <a:pt x="0" y="4903"/>
                    </a:moveTo>
                    <a:lnTo>
                      <a:pt x="2875" y="3242"/>
                    </a:lnTo>
                    <a:lnTo>
                      <a:pt x="5262" y="0"/>
                    </a:lnTo>
                    <a:lnTo>
                      <a:pt x="2387" y="1609"/>
                    </a:lnTo>
                    <a:close/>
                  </a:path>
                </a:pathLst>
              </a:custGeom>
              <a:solidFill>
                <a:srgbClr val="4056e4"/>
              </a:solidFill>
              <a:ln w="3334" cap="flat" cmpd="sng" algn="ctr">
                <a:solidFill>
                  <a:srgbClr val="4056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6" name="Surface mesh patch"/>
              <p:cNvSpPr/>
              <p:nvPr/>
            </p:nvSpPr>
            <p:spPr>
              <a:xfrm>
                <a:off x="3132646" y="1944985"/>
                <a:ext cx="50120" cy="70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89">
                    <a:moveTo>
                      <a:pt x="0" y="7389"/>
                    </a:moveTo>
                    <a:lnTo>
                      <a:pt x="2875" y="4905"/>
                    </a:lnTo>
                    <a:lnTo>
                      <a:pt x="5262" y="0"/>
                    </a:lnTo>
                    <a:lnTo>
                      <a:pt x="2387" y="2183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7" name="Surface mesh patch"/>
              <p:cNvSpPr/>
              <p:nvPr/>
            </p:nvSpPr>
            <p:spPr>
              <a:xfrm>
                <a:off x="3182765" y="1864272"/>
                <a:ext cx="50120" cy="807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74">
                    <a:moveTo>
                      <a:pt x="0" y="8474"/>
                    </a:moveTo>
                    <a:lnTo>
                      <a:pt x="2875" y="5817"/>
                    </a:lnTo>
                    <a:lnTo>
                      <a:pt x="5262" y="0"/>
                    </a:lnTo>
                    <a:lnTo>
                      <a:pt x="2387" y="2052"/>
                    </a:lnTo>
                    <a:close/>
                  </a:path>
                </a:pathLst>
              </a:custGeom>
              <a:solidFill>
                <a:srgbClr val="7591f9"/>
              </a:solidFill>
              <a:ln w="3334" cap="flat" cmpd="sng" algn="ctr">
                <a:solidFill>
                  <a:srgbClr val="7591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8" name="Surface mesh patch"/>
              <p:cNvSpPr/>
              <p:nvPr/>
            </p:nvSpPr>
            <p:spPr>
              <a:xfrm>
                <a:off x="3232885" y="1787418"/>
                <a:ext cx="50120" cy="76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69">
                    <a:moveTo>
                      <a:pt x="0" y="8069"/>
                    </a:moveTo>
                    <a:lnTo>
                      <a:pt x="2875" y="5907"/>
                    </a:lnTo>
                    <a:lnTo>
                      <a:pt x="5262" y="0"/>
                    </a:lnTo>
                    <a:lnTo>
                      <a:pt x="2387" y="1283"/>
                    </a:lnTo>
                    <a:close/>
                  </a:path>
                </a:pathLst>
              </a:custGeom>
              <a:solidFill>
                <a:srgbClr val="8eabfd"/>
              </a:solidFill>
              <a:ln w="3334" cap="flat" cmpd="sng" algn="ctr">
                <a:solidFill>
                  <a:srgbClr val="8e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9" name="Surface mesh patch"/>
              <p:cNvSpPr/>
              <p:nvPr/>
            </p:nvSpPr>
            <p:spPr>
              <a:xfrm>
                <a:off x="3283005" y="1725570"/>
                <a:ext cx="50120" cy="61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3">
                    <a:moveTo>
                      <a:pt x="0" y="6493"/>
                    </a:moveTo>
                    <a:lnTo>
                      <a:pt x="2875" y="5320"/>
                    </a:lnTo>
                    <a:lnTo>
                      <a:pt x="5262" y="0"/>
                    </a:lnTo>
                    <a:lnTo>
                      <a:pt x="2387" y="128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0" name="Surface mesh patch"/>
              <p:cNvSpPr/>
              <p:nvPr/>
            </p:nvSpPr>
            <p:spPr>
              <a:xfrm>
                <a:off x="3333124" y="1674138"/>
                <a:ext cx="50120" cy="51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9">
                    <a:moveTo>
                      <a:pt x="0" y="5400"/>
                    </a:moveTo>
                    <a:lnTo>
                      <a:pt x="2875" y="5409"/>
                    </a:lnTo>
                    <a:lnTo>
                      <a:pt x="5262" y="10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1" name="Surface mesh patch"/>
              <p:cNvSpPr/>
              <p:nvPr/>
            </p:nvSpPr>
            <p:spPr>
              <a:xfrm>
                <a:off x="3383244" y="1644320"/>
                <a:ext cx="50120" cy="502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72">
                    <a:moveTo>
                      <a:pt x="0" y="4202"/>
                    </a:moveTo>
                    <a:lnTo>
                      <a:pt x="2875" y="5272"/>
                    </a:lnTo>
                    <a:lnTo>
                      <a:pt x="5262" y="20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2" name="Surface mesh patch"/>
              <p:cNvSpPr/>
              <p:nvPr/>
            </p:nvSpPr>
            <p:spPr>
              <a:xfrm>
                <a:off x="3433363" y="1634287"/>
                <a:ext cx="50120" cy="461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43">
                    <a:moveTo>
                      <a:pt x="0" y="3058"/>
                    </a:moveTo>
                    <a:lnTo>
                      <a:pt x="2875" y="4843"/>
                    </a:lnTo>
                    <a:lnTo>
                      <a:pt x="5262" y="24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3" name="Surface mesh patch"/>
              <p:cNvSpPr/>
              <p:nvPr/>
            </p:nvSpPr>
            <p:spPr>
              <a:xfrm>
                <a:off x="3483483" y="1637403"/>
                <a:ext cx="50120" cy="403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34">
                    <a:moveTo>
                      <a:pt x="0" y="2164"/>
                    </a:moveTo>
                    <a:lnTo>
                      <a:pt x="2875" y="4234"/>
                    </a:lnTo>
                    <a:lnTo>
                      <a:pt x="5262" y="25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4" name="Surface mesh patch"/>
              <p:cNvSpPr/>
              <p:nvPr/>
            </p:nvSpPr>
            <p:spPr>
              <a:xfrm>
                <a:off x="3533603" y="1646084"/>
                <a:ext cx="50120" cy="33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8">
                    <a:moveTo>
                      <a:pt x="0" y="1602"/>
                    </a:moveTo>
                    <a:lnTo>
                      <a:pt x="2875" y="3568"/>
                    </a:lnTo>
                    <a:lnTo>
                      <a:pt x="5262" y="21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5" name="Surface mesh patch"/>
              <p:cNvSpPr/>
              <p:nvPr/>
            </p:nvSpPr>
            <p:spPr>
              <a:xfrm>
                <a:off x="3583722" y="1653925"/>
                <a:ext cx="50120" cy="28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5">
                    <a:moveTo>
                      <a:pt x="0" y="1349"/>
                    </a:moveTo>
                    <a:lnTo>
                      <a:pt x="2875" y="2945"/>
                    </a:lnTo>
                    <a:lnTo>
                      <a:pt x="5262" y="16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6" name="Surface mesh patch"/>
              <p:cNvSpPr/>
              <p:nvPr/>
            </p:nvSpPr>
            <p:spPr>
              <a:xfrm>
                <a:off x="3633842" y="1656800"/>
                <a:ext cx="50120" cy="23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24">
                    <a:moveTo>
                      <a:pt x="0" y="1326"/>
                    </a:moveTo>
                    <a:lnTo>
                      <a:pt x="2875" y="2424"/>
                    </a:lnTo>
                    <a:lnTo>
                      <a:pt x="5262" y="10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7" name="Surface mesh patch"/>
              <p:cNvSpPr/>
              <p:nvPr/>
            </p:nvSpPr>
            <p:spPr>
              <a:xfrm>
                <a:off x="3683962" y="1653009"/>
                <a:ext cx="50120" cy="193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0">
                    <a:moveTo>
                      <a:pt x="0" y="1431"/>
                    </a:moveTo>
                    <a:lnTo>
                      <a:pt x="2875" y="2030"/>
                    </a:lnTo>
                    <a:lnTo>
                      <a:pt x="5262" y="5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8" name="Surface mesh patch"/>
              <p:cNvSpPr/>
              <p:nvPr/>
            </p:nvSpPr>
            <p:spPr>
              <a:xfrm>
                <a:off x="3734081" y="1642869"/>
                <a:ext cx="50120" cy="16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7">
                    <a:moveTo>
                      <a:pt x="0" y="1568"/>
                    </a:moveTo>
                    <a:lnTo>
                      <a:pt x="2875" y="1767"/>
                    </a:lnTo>
                    <a:lnTo>
                      <a:pt x="5262" y="1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9" name="Surface mesh patch"/>
              <p:cNvSpPr/>
              <p:nvPr/>
            </p:nvSpPr>
            <p:spPr>
              <a:xfrm>
                <a:off x="3784201" y="1627495"/>
                <a:ext cx="50120" cy="16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6">
                    <a:moveTo>
                      <a:pt x="0" y="1736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66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0" name="Surface mesh patch"/>
              <p:cNvSpPr/>
              <p:nvPr/>
            </p:nvSpPr>
            <p:spPr>
              <a:xfrm>
                <a:off x="3834321" y="1610942"/>
                <a:ext cx="50120" cy="16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8">
                    <a:moveTo>
                      <a:pt x="0" y="1738"/>
                    </a:moveTo>
                    <a:lnTo>
                      <a:pt x="2875" y="1659"/>
                    </a:lnTo>
                    <a:lnTo>
                      <a:pt x="5262" y="0"/>
                    </a:lnTo>
                    <a:lnTo>
                      <a:pt x="2387" y="44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1" name="Surface mesh patch"/>
              <p:cNvSpPr/>
              <p:nvPr/>
            </p:nvSpPr>
            <p:spPr>
              <a:xfrm>
                <a:off x="2608717" y="1662866"/>
                <a:ext cx="50120" cy="238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1">
                    <a:moveTo>
                      <a:pt x="0" y="0"/>
                    </a:moveTo>
                    <a:lnTo>
                      <a:pt x="2875" y="2027"/>
                    </a:lnTo>
                    <a:lnTo>
                      <a:pt x="5262" y="2501"/>
                    </a:lnTo>
                    <a:lnTo>
                      <a:pt x="2387" y="165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2" name="Surface mesh patch"/>
              <p:cNvSpPr/>
              <p:nvPr/>
            </p:nvSpPr>
            <p:spPr>
              <a:xfrm>
                <a:off x="2658837" y="1686690"/>
                <a:ext cx="50120" cy="36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8">
                    <a:moveTo>
                      <a:pt x="0" y="0"/>
                    </a:moveTo>
                    <a:lnTo>
                      <a:pt x="2875" y="2575"/>
                    </a:lnTo>
                    <a:lnTo>
                      <a:pt x="5262" y="3878"/>
                    </a:lnTo>
                    <a:lnTo>
                      <a:pt x="2387" y="943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3" name="Surface mesh patch"/>
              <p:cNvSpPr/>
              <p:nvPr/>
            </p:nvSpPr>
            <p:spPr>
              <a:xfrm>
                <a:off x="2708957" y="1723629"/>
                <a:ext cx="50120" cy="50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72">
                    <a:moveTo>
                      <a:pt x="0" y="0"/>
                    </a:moveTo>
                    <a:lnTo>
                      <a:pt x="2875" y="3023"/>
                    </a:lnTo>
                    <a:lnTo>
                      <a:pt x="5262" y="5272"/>
                    </a:lnTo>
                    <a:lnTo>
                      <a:pt x="2387" y="1852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4" name="Surface mesh patch"/>
              <p:cNvSpPr/>
              <p:nvPr/>
            </p:nvSpPr>
            <p:spPr>
              <a:xfrm>
                <a:off x="2759076" y="1773847"/>
                <a:ext cx="50120" cy="61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3">
                    <a:moveTo>
                      <a:pt x="0" y="0"/>
                    </a:moveTo>
                    <a:lnTo>
                      <a:pt x="2875" y="3297"/>
                    </a:lnTo>
                    <a:lnTo>
                      <a:pt x="5262" y="6493"/>
                    </a:lnTo>
                    <a:lnTo>
                      <a:pt x="2387" y="2796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5" name="Surface mesh patch"/>
              <p:cNvSpPr/>
              <p:nvPr/>
            </p:nvSpPr>
            <p:spPr>
              <a:xfrm>
                <a:off x="2809196" y="1835696"/>
                <a:ext cx="50120" cy="69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9">
                    <a:moveTo>
                      <a:pt x="0" y="0"/>
                    </a:moveTo>
                    <a:lnTo>
                      <a:pt x="2875" y="3308"/>
                    </a:lnTo>
                    <a:lnTo>
                      <a:pt x="5262" y="7249"/>
                    </a:lnTo>
                    <a:lnTo>
                      <a:pt x="2387" y="3593"/>
                    </a:lnTo>
                    <a:close/>
                  </a:path>
                </a:pathLst>
              </a:custGeom>
              <a:solidFill>
                <a:srgbClr val="87a5fd"/>
              </a:solidFill>
              <a:ln w="3334" cap="flat" cmpd="sng" algn="ctr">
                <a:solidFill>
                  <a:srgbClr val="87a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6" name="Surface mesh patch"/>
              <p:cNvSpPr/>
              <p:nvPr/>
            </p:nvSpPr>
            <p:spPr>
              <a:xfrm>
                <a:off x="2859316" y="1904742"/>
                <a:ext cx="50120" cy="68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93">
                    <a:moveTo>
                      <a:pt x="0" y="0"/>
                    </a:moveTo>
                    <a:lnTo>
                      <a:pt x="2875" y="2966"/>
                    </a:lnTo>
                    <a:lnTo>
                      <a:pt x="5262" y="7193"/>
                    </a:lnTo>
                    <a:lnTo>
                      <a:pt x="2387" y="3992"/>
                    </a:lnTo>
                    <a:close/>
                  </a:path>
                </a:pathLst>
              </a:custGeom>
              <a:solidFill>
                <a:srgbClr val="6f8bf7"/>
              </a:solidFill>
              <a:ln w="3334" cap="flat" cmpd="sng" algn="ctr">
                <a:solidFill>
                  <a:srgbClr val="6f8b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7" name="Surface mesh patch"/>
              <p:cNvSpPr/>
              <p:nvPr/>
            </p:nvSpPr>
            <p:spPr>
              <a:xfrm>
                <a:off x="2909435" y="1973259"/>
                <a:ext cx="50120" cy="576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51">
                    <a:moveTo>
                      <a:pt x="0" y="0"/>
                    </a:moveTo>
                    <a:lnTo>
                      <a:pt x="2875" y="2215"/>
                    </a:lnTo>
                    <a:lnTo>
                      <a:pt x="5262" y="6051"/>
                    </a:lnTo>
                    <a:lnTo>
                      <a:pt x="2387" y="3751"/>
                    </a:lnTo>
                    <a:close/>
                  </a:path>
                </a:pathLst>
              </a:custGeom>
              <a:solidFill>
                <a:srgbClr val="556dec"/>
              </a:solidFill>
              <a:ln w="3334" cap="flat" cmpd="sng" algn="ctr">
                <a:solidFill>
                  <a:srgbClr val="556d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8" name="Surface mesh patch"/>
              <p:cNvSpPr/>
              <p:nvPr/>
            </p:nvSpPr>
            <p:spPr>
              <a:xfrm>
                <a:off x="2959555" y="2030891"/>
                <a:ext cx="50120" cy="358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9">
                    <a:moveTo>
                      <a:pt x="0" y="0"/>
                    </a:moveTo>
                    <a:lnTo>
                      <a:pt x="2875" y="1085"/>
                    </a:lnTo>
                    <a:lnTo>
                      <a:pt x="5262" y="3769"/>
                    </a:lnTo>
                    <a:lnTo>
                      <a:pt x="2387" y="2735"/>
                    </a:lnTo>
                    <a:close/>
                  </a:path>
                </a:pathLst>
              </a:custGeom>
              <a:solidFill>
                <a:srgbClr val="4257e5"/>
              </a:solidFill>
              <a:ln w="3334" cap="flat" cmpd="sng" algn="ctr">
                <a:solidFill>
                  <a:srgbClr val="4257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9" name="Surface mesh patch"/>
              <p:cNvSpPr/>
              <p:nvPr/>
            </p:nvSpPr>
            <p:spPr>
              <a:xfrm>
                <a:off x="3009674" y="2064135"/>
                <a:ext cx="50120" cy="12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3">
                    <a:moveTo>
                      <a:pt x="0" y="279"/>
                    </a:moveTo>
                    <a:lnTo>
                      <a:pt x="2875" y="0"/>
                    </a:lnTo>
                    <a:lnTo>
                      <a:pt x="5262" y="906"/>
                    </a:lnTo>
                    <a:lnTo>
                      <a:pt x="2387" y="1293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0" name="Surface mesh patch"/>
              <p:cNvSpPr/>
              <p:nvPr/>
            </p:nvSpPr>
            <p:spPr>
              <a:xfrm>
                <a:off x="3059794" y="2046243"/>
                <a:ext cx="50120" cy="265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84">
                    <a:moveTo>
                      <a:pt x="0" y="2784"/>
                    </a:moveTo>
                    <a:lnTo>
                      <a:pt x="2875" y="1164"/>
                    </a:lnTo>
                    <a:lnTo>
                      <a:pt x="5262" y="0"/>
                    </a:lnTo>
                    <a:lnTo>
                      <a:pt x="2387" y="1661"/>
                    </a:lnTo>
                    <a:close/>
                  </a:path>
                </a:pathLst>
              </a:custGeom>
              <a:solidFill>
                <a:srgbClr val="3c51e3"/>
              </a:solidFill>
              <a:ln w="3334" cap="flat" cmpd="sng" algn="ctr">
                <a:solidFill>
                  <a:srgbClr val="3c51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1" name="Surface mesh patch"/>
              <p:cNvSpPr/>
              <p:nvPr/>
            </p:nvSpPr>
            <p:spPr>
              <a:xfrm>
                <a:off x="3109914" y="1991704"/>
                <a:ext cx="50120" cy="54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6">
                    <a:moveTo>
                      <a:pt x="0" y="5726"/>
                    </a:moveTo>
                    <a:lnTo>
                      <a:pt x="2875" y="3087"/>
                    </a:lnTo>
                    <a:lnTo>
                      <a:pt x="5262" y="0"/>
                    </a:lnTo>
                    <a:lnTo>
                      <a:pt x="2387" y="2484"/>
                    </a:lnTo>
                    <a:close/>
                  </a:path>
                </a:pathLst>
              </a:custGeom>
              <a:solidFill>
                <a:srgbClr val="4c63e9"/>
              </a:solidFill>
              <a:ln w="3334" cap="flat" cmpd="sng" algn="ctr">
                <a:solidFill>
                  <a:srgbClr val="4c63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2" name="Surface mesh patch"/>
              <p:cNvSpPr/>
              <p:nvPr/>
            </p:nvSpPr>
            <p:spPr>
              <a:xfrm>
                <a:off x="3160033" y="1919680"/>
                <a:ext cx="50120" cy="72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62">
                    <a:moveTo>
                      <a:pt x="0" y="7562"/>
                    </a:moveTo>
                    <a:lnTo>
                      <a:pt x="2875" y="4470"/>
                    </a:lnTo>
                    <a:lnTo>
                      <a:pt x="5262" y="0"/>
                    </a:lnTo>
                    <a:lnTo>
                      <a:pt x="2387" y="2657"/>
                    </a:lnTo>
                    <a:close/>
                  </a:path>
                </a:pathLst>
              </a:custGeom>
              <a:solidFill>
                <a:srgbClr val="657ff3"/>
              </a:solidFill>
              <a:ln w="3334" cap="flat" cmpd="sng" algn="ctr">
                <a:solidFill>
                  <a:srgbClr val="657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3" name="Surface mesh patch"/>
              <p:cNvSpPr/>
              <p:nvPr/>
            </p:nvSpPr>
            <p:spPr>
              <a:xfrm>
                <a:off x="3210153" y="1843683"/>
                <a:ext cx="50120" cy="759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79">
                    <a:moveTo>
                      <a:pt x="0" y="7979"/>
                    </a:moveTo>
                    <a:lnTo>
                      <a:pt x="2875" y="5098"/>
                    </a:lnTo>
                    <a:lnTo>
                      <a:pt x="5262" y="0"/>
                    </a:lnTo>
                    <a:lnTo>
                      <a:pt x="2387" y="2162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4" name="Surface mesh patch"/>
              <p:cNvSpPr/>
              <p:nvPr/>
            </p:nvSpPr>
            <p:spPr>
              <a:xfrm>
                <a:off x="3260273" y="1776244"/>
                <a:ext cx="50120" cy="67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0">
                    <a:moveTo>
                      <a:pt x="0" y="7080"/>
                    </a:moveTo>
                    <a:lnTo>
                      <a:pt x="2875" y="4984"/>
                    </a:lnTo>
                    <a:lnTo>
                      <a:pt x="5262" y="0"/>
                    </a:lnTo>
                    <a:lnTo>
                      <a:pt x="2387" y="1173"/>
                    </a:lnTo>
                    <a:close/>
                  </a:path>
                </a:pathLst>
              </a:custGeom>
              <a:solidFill>
                <a:srgbClr val="95b2fd"/>
              </a:solidFill>
              <a:ln w="3334" cap="flat" cmpd="sng" algn="ctr">
                <a:solidFill>
                  <a:srgbClr val="95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5" name="Surface mesh patch"/>
              <p:cNvSpPr/>
              <p:nvPr/>
            </p:nvSpPr>
            <p:spPr>
              <a:xfrm>
                <a:off x="3310392" y="1725570"/>
                <a:ext cx="50120" cy="506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20">
                    <a:moveTo>
                      <a:pt x="0" y="5320"/>
                    </a:moveTo>
                    <a:lnTo>
                      <a:pt x="2875" y="4337"/>
                    </a:lnTo>
                    <a:lnTo>
                      <a:pt x="5262" y="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6" name="Surface mesh patch"/>
              <p:cNvSpPr/>
              <p:nvPr/>
            </p:nvSpPr>
            <p:spPr>
              <a:xfrm>
                <a:off x="3360512" y="1684339"/>
                <a:ext cx="50120" cy="427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3">
                    <a:moveTo>
                      <a:pt x="0" y="4338"/>
                    </a:moveTo>
                    <a:lnTo>
                      <a:pt x="2875" y="4493"/>
                    </a:lnTo>
                    <a:lnTo>
                      <a:pt x="5262" y="10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7" name="Surface mesh patch"/>
              <p:cNvSpPr/>
              <p:nvPr/>
            </p:nvSpPr>
            <p:spPr>
              <a:xfrm>
                <a:off x="3410632" y="1663412"/>
                <a:ext cx="50120" cy="412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7">
                    <a:moveTo>
                      <a:pt x="0" y="3267"/>
                    </a:moveTo>
                    <a:lnTo>
                      <a:pt x="2875" y="4327"/>
                    </a:lnTo>
                    <a:lnTo>
                      <a:pt x="5262" y="17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8" name="Surface mesh patch"/>
              <p:cNvSpPr/>
              <p:nvPr/>
            </p:nvSpPr>
            <p:spPr>
              <a:xfrm>
                <a:off x="3460751" y="1658019"/>
                <a:ext cx="50120" cy="37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38">
                    <a:moveTo>
                      <a:pt x="0" y="2351"/>
                    </a:moveTo>
                    <a:lnTo>
                      <a:pt x="2875" y="3938"/>
                    </a:lnTo>
                    <a:lnTo>
                      <a:pt x="5262" y="20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9" name="Surface mesh patch"/>
              <p:cNvSpPr/>
              <p:nvPr/>
            </p:nvSpPr>
            <p:spPr>
              <a:xfrm>
                <a:off x="3510871" y="1661339"/>
                <a:ext cx="50120" cy="327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8">
                    <a:moveTo>
                      <a:pt x="0" y="1721"/>
                    </a:moveTo>
                    <a:lnTo>
                      <a:pt x="2875" y="3438"/>
                    </a:lnTo>
                    <a:lnTo>
                      <a:pt x="5262" y="19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0" name="Surface mesh patch"/>
              <p:cNvSpPr/>
              <p:nvPr/>
            </p:nvSpPr>
            <p:spPr>
              <a:xfrm>
                <a:off x="3560991" y="1666778"/>
                <a:ext cx="50120" cy="27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5">
                    <a:moveTo>
                      <a:pt x="0" y="1395"/>
                    </a:moveTo>
                    <a:lnTo>
                      <a:pt x="2875" y="2925"/>
                    </a:lnTo>
                    <a:lnTo>
                      <a:pt x="5262" y="1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1" name="Surface mesh patch"/>
              <p:cNvSpPr/>
              <p:nvPr/>
            </p:nvSpPr>
            <p:spPr>
              <a:xfrm>
                <a:off x="3611110" y="1669435"/>
                <a:ext cx="50120" cy="23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2">
                    <a:moveTo>
                      <a:pt x="0" y="1316"/>
                    </a:moveTo>
                    <a:lnTo>
                      <a:pt x="2875" y="2462"/>
                    </a:lnTo>
                    <a:lnTo>
                      <a:pt x="5262" y="10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2" name="Surface mesh patch"/>
              <p:cNvSpPr/>
              <p:nvPr/>
            </p:nvSpPr>
            <p:spPr>
              <a:xfrm>
                <a:off x="3661230" y="1666635"/>
                <a:ext cx="50120" cy="19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6">
                    <a:moveTo>
                      <a:pt x="0" y="1392"/>
                    </a:moveTo>
                    <a:lnTo>
                      <a:pt x="2875" y="2086"/>
                    </a:lnTo>
                    <a:lnTo>
                      <a:pt x="5262" y="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3" name="Surface mesh patch"/>
              <p:cNvSpPr/>
              <p:nvPr/>
            </p:nvSpPr>
            <p:spPr>
              <a:xfrm>
                <a:off x="3711349" y="1657805"/>
                <a:ext cx="50120" cy="17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3">
                    <a:moveTo>
                      <a:pt x="0" y="1527"/>
                    </a:moveTo>
                    <a:lnTo>
                      <a:pt x="2875" y="1813"/>
                    </a:lnTo>
                    <a:lnTo>
                      <a:pt x="5262" y="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4" name="Surface mesh patch"/>
              <p:cNvSpPr/>
              <p:nvPr/>
            </p:nvSpPr>
            <p:spPr>
              <a:xfrm>
                <a:off x="3761469" y="1643656"/>
                <a:ext cx="50120" cy="16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0">
                    <a:moveTo>
                      <a:pt x="0" y="1684"/>
                    </a:moveTo>
                    <a:lnTo>
                      <a:pt x="2875" y="1690"/>
                    </a:lnTo>
                    <a:lnTo>
                      <a:pt x="5262" y="0"/>
                    </a:lnTo>
                    <a:lnTo>
                      <a:pt x="2387" y="3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5" name="Surface mesh patch"/>
              <p:cNvSpPr/>
              <p:nvPr/>
            </p:nvSpPr>
            <p:spPr>
              <a:xfrm>
                <a:off x="3811589" y="1626743"/>
                <a:ext cx="50120" cy="169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6">
                    <a:moveTo>
                      <a:pt x="0" y="1776"/>
                    </a:moveTo>
                    <a:lnTo>
                      <a:pt x="2875" y="1683"/>
                    </a:lnTo>
                    <a:lnTo>
                      <a:pt x="5262" y="0"/>
                    </a:lnTo>
                    <a:lnTo>
                      <a:pt x="2387" y="79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6" name="Surface mesh patch"/>
              <p:cNvSpPr/>
              <p:nvPr/>
            </p:nvSpPr>
            <p:spPr>
              <a:xfrm>
                <a:off x="2636105" y="1682178"/>
                <a:ext cx="50120" cy="29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49">
                    <a:moveTo>
                      <a:pt x="0" y="0"/>
                    </a:moveTo>
                    <a:lnTo>
                      <a:pt x="2875" y="2278"/>
                    </a:lnTo>
                    <a:lnTo>
                      <a:pt x="5262" y="3049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7" name="Surface mesh patch"/>
              <p:cNvSpPr/>
              <p:nvPr/>
            </p:nvSpPr>
            <p:spPr>
              <a:xfrm>
                <a:off x="2686225" y="1711218"/>
                <a:ext cx="50120" cy="41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6">
                    <a:moveTo>
                      <a:pt x="0" y="0"/>
                    </a:moveTo>
                    <a:lnTo>
                      <a:pt x="2875" y="2694"/>
                    </a:lnTo>
                    <a:lnTo>
                      <a:pt x="5262" y="4326"/>
                    </a:lnTo>
                    <a:lnTo>
                      <a:pt x="2387" y="1303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8" name="Surface mesh patch"/>
              <p:cNvSpPr/>
              <p:nvPr/>
            </p:nvSpPr>
            <p:spPr>
              <a:xfrm>
                <a:off x="2736344" y="1752425"/>
                <a:ext cx="50120" cy="528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6">
                    <a:moveTo>
                      <a:pt x="0" y="0"/>
                    </a:moveTo>
                    <a:lnTo>
                      <a:pt x="2875" y="2955"/>
                    </a:lnTo>
                    <a:lnTo>
                      <a:pt x="5262" y="5546"/>
                    </a:lnTo>
                    <a:lnTo>
                      <a:pt x="2387" y="2249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9" name="Surface mesh patch"/>
              <p:cNvSpPr/>
              <p:nvPr/>
            </p:nvSpPr>
            <p:spPr>
              <a:xfrm>
                <a:off x="2786464" y="1805254"/>
                <a:ext cx="50120" cy="619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4">
                    <a:moveTo>
                      <a:pt x="0" y="0"/>
                    </a:moveTo>
                    <a:lnTo>
                      <a:pt x="2875" y="2993"/>
                    </a:lnTo>
                    <a:lnTo>
                      <a:pt x="5262" y="6504"/>
                    </a:lnTo>
                    <a:lnTo>
                      <a:pt x="2387" y="3196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0" name="Surface mesh patch"/>
              <p:cNvSpPr/>
              <p:nvPr/>
            </p:nvSpPr>
            <p:spPr>
              <a:xfrm>
                <a:off x="2836584" y="1867208"/>
                <a:ext cx="50120" cy="65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6">
                    <a:moveTo>
                      <a:pt x="0" y="0"/>
                    </a:moveTo>
                    <a:lnTo>
                      <a:pt x="2875" y="2732"/>
                    </a:lnTo>
                    <a:lnTo>
                      <a:pt x="5262" y="6906"/>
                    </a:lnTo>
                    <a:lnTo>
                      <a:pt x="2387" y="3941"/>
                    </a:lnTo>
                    <a:close/>
                  </a:path>
                </a:pathLst>
              </a:custGeom>
              <a:solidFill>
                <a:srgbClr val="829ffd"/>
              </a:solidFill>
              <a:ln w="3334" cap="flat" cmpd="sng" algn="ctr">
                <a:solidFill>
                  <a:srgbClr val="82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1" name="Surface mesh patch"/>
              <p:cNvSpPr/>
              <p:nvPr/>
            </p:nvSpPr>
            <p:spPr>
              <a:xfrm>
                <a:off x="2886703" y="1932991"/>
                <a:ext cx="50120" cy="61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3">
                    <a:moveTo>
                      <a:pt x="0" y="0"/>
                    </a:moveTo>
                    <a:lnTo>
                      <a:pt x="2875" y="2111"/>
                    </a:lnTo>
                    <a:lnTo>
                      <a:pt x="5262" y="6443"/>
                    </a:lnTo>
                    <a:lnTo>
                      <a:pt x="2387" y="4228"/>
                    </a:lnTo>
                    <a:close/>
                  </a:path>
                </a:pathLst>
              </a:custGeom>
              <a:solidFill>
                <a:srgbClr val="6983f4"/>
              </a:solidFill>
              <a:ln w="3334" cap="flat" cmpd="sng" algn="ctr">
                <a:solidFill>
                  <a:srgbClr val="6983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2" name="Surface mesh patch"/>
              <p:cNvSpPr/>
              <p:nvPr/>
            </p:nvSpPr>
            <p:spPr>
              <a:xfrm>
                <a:off x="2936823" y="1994356"/>
                <a:ext cx="50120" cy="468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0">
                    <a:moveTo>
                      <a:pt x="0" y="0"/>
                    </a:moveTo>
                    <a:lnTo>
                      <a:pt x="2875" y="1123"/>
                    </a:lnTo>
                    <a:lnTo>
                      <a:pt x="5262" y="4920"/>
                    </a:lnTo>
                    <a:lnTo>
                      <a:pt x="2387" y="3836"/>
                    </a:lnTo>
                    <a:close/>
                  </a:path>
                </a:pathLst>
              </a:custGeom>
              <a:solidFill>
                <a:srgbClr val="526aeb"/>
              </a:solidFill>
              <a:ln w="3334" cap="flat" cmpd="sng" algn="ctr">
                <a:solidFill>
                  <a:srgbClr val="526a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3" name="Surface mesh patch"/>
              <p:cNvSpPr/>
              <p:nvPr/>
            </p:nvSpPr>
            <p:spPr>
              <a:xfrm>
                <a:off x="2986943" y="2039859"/>
                <a:ext cx="50120" cy="269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7">
                    <a:moveTo>
                      <a:pt x="0" y="143"/>
                    </a:moveTo>
                    <a:lnTo>
                      <a:pt x="2875" y="0"/>
                    </a:lnTo>
                    <a:lnTo>
                      <a:pt x="5262" y="2549"/>
                    </a:lnTo>
                    <a:lnTo>
                      <a:pt x="2387" y="2827"/>
                    </a:lnTo>
                    <a:close/>
                  </a:path>
                </a:pathLst>
              </a:custGeom>
              <a:solidFill>
                <a:srgbClr val="445ae6"/>
              </a:solidFill>
              <a:ln w="3334" cap="flat" cmpd="sng" algn="ctr">
                <a:solidFill>
                  <a:srgbClr val="44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4" name="Surface mesh patch"/>
              <p:cNvSpPr/>
              <p:nvPr/>
            </p:nvSpPr>
            <p:spPr>
              <a:xfrm>
                <a:off x="3037062" y="2049961"/>
                <a:ext cx="50120" cy="22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4">
                    <a:moveTo>
                      <a:pt x="0" y="1488"/>
                    </a:moveTo>
                    <a:lnTo>
                      <a:pt x="2875" y="0"/>
                    </a:lnTo>
                    <a:lnTo>
                      <a:pt x="5262" y="774"/>
                    </a:lnTo>
                    <a:lnTo>
                      <a:pt x="2387" y="2394"/>
                    </a:lnTo>
                    <a:close/>
                  </a:path>
                </a:pathLst>
              </a:custGeom>
              <a:solidFill>
                <a:srgbClr val="4055e4"/>
              </a:solidFill>
              <a:ln w="3334" cap="flat" cmpd="sng" algn="ctr">
                <a:solidFill>
                  <a:srgbClr val="4055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5" name="Surface mesh patch"/>
              <p:cNvSpPr/>
              <p:nvPr/>
            </p:nvSpPr>
            <p:spPr>
              <a:xfrm>
                <a:off x="3087182" y="2021107"/>
                <a:ext cx="50120" cy="36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03">
                    <a:moveTo>
                      <a:pt x="0" y="3803"/>
                    </a:moveTo>
                    <a:lnTo>
                      <a:pt x="2875" y="1163"/>
                    </a:lnTo>
                    <a:lnTo>
                      <a:pt x="5262" y="0"/>
                    </a:lnTo>
                    <a:lnTo>
                      <a:pt x="2387" y="2639"/>
                    </a:lnTo>
                    <a:close/>
                  </a:path>
                </a:pathLst>
              </a:custGeom>
              <a:solidFill>
                <a:srgbClr val="485ee7"/>
              </a:solidFill>
              <a:ln w="3334" cap="flat" cmpd="sng" algn="ctr">
                <a:solidFill>
                  <a:srgbClr val="485e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6" name="Surface mesh patch"/>
              <p:cNvSpPr/>
              <p:nvPr/>
            </p:nvSpPr>
            <p:spPr>
              <a:xfrm>
                <a:off x="3137302" y="1962259"/>
                <a:ext cx="50120" cy="58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78">
                    <a:moveTo>
                      <a:pt x="0" y="6178"/>
                    </a:moveTo>
                    <a:lnTo>
                      <a:pt x="2875" y="2846"/>
                    </a:lnTo>
                    <a:lnTo>
                      <a:pt x="5262" y="0"/>
                    </a:lnTo>
                    <a:lnTo>
                      <a:pt x="2387" y="3091"/>
                    </a:lnTo>
                    <a:close/>
                  </a:path>
                </a:pathLst>
              </a:custGeom>
              <a:solidFill>
                <a:srgbClr val="5b73ef"/>
              </a:solidFill>
              <a:ln w="3334" cap="flat" cmpd="sng" algn="ctr">
                <a:solidFill>
                  <a:srgbClr val="5b73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7" name="Surface mesh patch"/>
              <p:cNvSpPr/>
              <p:nvPr/>
            </p:nvSpPr>
            <p:spPr>
              <a:xfrm>
                <a:off x="3187421" y="1892246"/>
                <a:ext cx="50120" cy="700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0">
                    <a:moveTo>
                      <a:pt x="0" y="7350"/>
                    </a:moveTo>
                    <a:lnTo>
                      <a:pt x="2875" y="3947"/>
                    </a:lnTo>
                    <a:lnTo>
                      <a:pt x="5262" y="0"/>
                    </a:lnTo>
                    <a:lnTo>
                      <a:pt x="2387" y="2880"/>
                    </a:lnTo>
                    <a:close/>
                  </a:path>
                </a:pathLst>
              </a:custGeom>
              <a:solidFill>
                <a:srgbClr val="7490f9"/>
              </a:solidFill>
              <a:ln w="3334" cap="flat" cmpd="sng" algn="ctr">
                <a:solidFill>
                  <a:srgbClr val="7490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8" name="Surface mesh patch"/>
              <p:cNvSpPr/>
              <p:nvPr/>
            </p:nvSpPr>
            <p:spPr>
              <a:xfrm>
                <a:off x="3237541" y="1823715"/>
                <a:ext cx="50120" cy="685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95">
                    <a:moveTo>
                      <a:pt x="0" y="7195"/>
                    </a:moveTo>
                    <a:lnTo>
                      <a:pt x="2875" y="4336"/>
                    </a:lnTo>
                    <a:lnTo>
                      <a:pt x="5262" y="0"/>
                    </a:lnTo>
                    <a:lnTo>
                      <a:pt x="2387" y="209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9" name="Surface mesh patch"/>
              <p:cNvSpPr/>
              <p:nvPr/>
            </p:nvSpPr>
            <p:spPr>
              <a:xfrm>
                <a:off x="3287660" y="1766878"/>
                <a:ext cx="50120" cy="56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7">
                    <a:moveTo>
                      <a:pt x="0" y="5967"/>
                    </a:moveTo>
                    <a:lnTo>
                      <a:pt x="2875" y="4094"/>
                    </a:lnTo>
                    <a:lnTo>
                      <a:pt x="5262" y="0"/>
                    </a:lnTo>
                    <a:lnTo>
                      <a:pt x="2387" y="983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0" name="Surface mesh patch"/>
              <p:cNvSpPr/>
              <p:nvPr/>
            </p:nvSpPr>
            <p:spPr>
              <a:xfrm>
                <a:off x="3337780" y="1725654"/>
                <a:ext cx="50120" cy="412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8">
                    <a:moveTo>
                      <a:pt x="0" y="4328"/>
                    </a:moveTo>
                    <a:lnTo>
                      <a:pt x="2875" y="3608"/>
                    </a:lnTo>
                    <a:lnTo>
                      <a:pt x="5262" y="1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1" name="Surface mesh patch"/>
              <p:cNvSpPr/>
              <p:nvPr/>
            </p:nvSpPr>
            <p:spPr>
              <a:xfrm>
                <a:off x="3387900" y="1694531"/>
                <a:ext cx="50120" cy="35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47">
                    <a:moveTo>
                      <a:pt x="0" y="3423"/>
                    </a:moveTo>
                    <a:lnTo>
                      <a:pt x="2875" y="3747"/>
                    </a:lnTo>
                    <a:lnTo>
                      <a:pt x="5262" y="10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2" name="Surface mesh patch"/>
              <p:cNvSpPr/>
              <p:nvPr/>
            </p:nvSpPr>
            <p:spPr>
              <a:xfrm>
                <a:off x="3438019" y="1680415"/>
                <a:ext cx="50120" cy="34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06">
                    <a:moveTo>
                      <a:pt x="0" y="2542"/>
                    </a:moveTo>
                    <a:lnTo>
                      <a:pt x="2875" y="3606"/>
                    </a:lnTo>
                    <a:lnTo>
                      <a:pt x="5262" y="15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3" name="Surface mesh patch"/>
              <p:cNvSpPr/>
              <p:nvPr/>
            </p:nvSpPr>
            <p:spPr>
              <a:xfrm>
                <a:off x="3488139" y="1677729"/>
                <a:ext cx="50120" cy="313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9">
                    <a:moveTo>
                      <a:pt x="0" y="1869"/>
                    </a:moveTo>
                    <a:lnTo>
                      <a:pt x="2875" y="3289"/>
                    </a:lnTo>
                    <a:lnTo>
                      <a:pt x="5262" y="17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4" name="Surface mesh patch"/>
              <p:cNvSpPr/>
              <p:nvPr/>
            </p:nvSpPr>
            <p:spPr>
              <a:xfrm>
                <a:off x="3538259" y="1680066"/>
                <a:ext cx="50120" cy="27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5">
                    <a:moveTo>
                      <a:pt x="0" y="1472"/>
                    </a:moveTo>
                    <a:lnTo>
                      <a:pt x="2875" y="2895"/>
                    </a:lnTo>
                    <a:lnTo>
                      <a:pt x="5262" y="15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5" name="Surface mesh patch"/>
              <p:cNvSpPr/>
              <p:nvPr/>
            </p:nvSpPr>
            <p:spPr>
              <a:xfrm>
                <a:off x="3588378" y="1681974"/>
                <a:ext cx="50120" cy="23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98">
                    <a:moveTo>
                      <a:pt x="0" y="1329"/>
                    </a:moveTo>
                    <a:lnTo>
                      <a:pt x="2875" y="2498"/>
                    </a:lnTo>
                    <a:lnTo>
                      <a:pt x="5262" y="11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6" name="Surface mesh patch"/>
              <p:cNvSpPr/>
              <p:nvPr/>
            </p:nvSpPr>
            <p:spPr>
              <a:xfrm>
                <a:off x="3638498" y="1679891"/>
                <a:ext cx="50120" cy="20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45">
                    <a:moveTo>
                      <a:pt x="0" y="1364"/>
                    </a:moveTo>
                    <a:lnTo>
                      <a:pt x="2875" y="2145"/>
                    </a:lnTo>
                    <a:lnTo>
                      <a:pt x="5262" y="6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7" name="Surface mesh patch"/>
              <p:cNvSpPr/>
              <p:nvPr/>
            </p:nvSpPr>
            <p:spPr>
              <a:xfrm>
                <a:off x="3688618" y="1672345"/>
                <a:ext cx="50120" cy="17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7">
                    <a:moveTo>
                      <a:pt x="0" y="1486"/>
                    </a:moveTo>
                    <a:lnTo>
                      <a:pt x="2875" y="1867"/>
                    </a:lnTo>
                    <a:lnTo>
                      <a:pt x="5262" y="2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8" name="Surface mesh patch"/>
              <p:cNvSpPr/>
              <p:nvPr/>
            </p:nvSpPr>
            <p:spPr>
              <a:xfrm>
                <a:off x="3738737" y="1659695"/>
                <a:ext cx="50120" cy="16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2">
                    <a:moveTo>
                      <a:pt x="0" y="1614"/>
                    </a:moveTo>
                    <a:lnTo>
                      <a:pt x="2875" y="1682"/>
                    </a:lnTo>
                    <a:lnTo>
                      <a:pt x="5262" y="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9" name="Surface mesh patch"/>
              <p:cNvSpPr/>
              <p:nvPr/>
            </p:nvSpPr>
            <p:spPr>
              <a:xfrm>
                <a:off x="3788857" y="1642769"/>
                <a:ext cx="50120" cy="16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">
                    <a:moveTo>
                      <a:pt x="0" y="1783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9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0" name="Surface mesh patch"/>
              <p:cNvSpPr/>
              <p:nvPr/>
            </p:nvSpPr>
            <p:spPr>
              <a:xfrm>
                <a:off x="2663493" y="1703873"/>
                <a:ext cx="50120" cy="330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5">
                    <a:moveTo>
                      <a:pt x="0" y="0"/>
                    </a:moveTo>
                    <a:lnTo>
                      <a:pt x="2875" y="2428"/>
                    </a:lnTo>
                    <a:lnTo>
                      <a:pt x="5262" y="3465"/>
                    </a:lnTo>
                    <a:lnTo>
                      <a:pt x="2387" y="771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1" name="Surface mesh patch"/>
              <p:cNvSpPr/>
              <p:nvPr/>
            </p:nvSpPr>
            <p:spPr>
              <a:xfrm>
                <a:off x="2713613" y="1736877"/>
                <a:ext cx="50120" cy="43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8">
                    <a:moveTo>
                      <a:pt x="0" y="0"/>
                    </a:moveTo>
                    <a:lnTo>
                      <a:pt x="2875" y="2679"/>
                    </a:lnTo>
                    <a:lnTo>
                      <a:pt x="5262" y="4588"/>
                    </a:lnTo>
                    <a:lnTo>
                      <a:pt x="2387" y="1632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2" name="Surface mesh patch"/>
              <p:cNvSpPr/>
              <p:nvPr/>
            </p:nvSpPr>
            <p:spPr>
              <a:xfrm>
                <a:off x="2763732" y="1780576"/>
                <a:ext cx="50120" cy="53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84">
                    <a:moveTo>
                      <a:pt x="0" y="0"/>
                    </a:moveTo>
                    <a:lnTo>
                      <a:pt x="2875" y="2732"/>
                    </a:lnTo>
                    <a:lnTo>
                      <a:pt x="5262" y="5584"/>
                    </a:lnTo>
                    <a:lnTo>
                      <a:pt x="2387" y="2591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3" name="Surface mesh patch"/>
              <p:cNvSpPr/>
              <p:nvPr/>
            </p:nvSpPr>
            <p:spPr>
              <a:xfrm>
                <a:off x="2813852" y="1833767"/>
                <a:ext cx="50120" cy="59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3">
                    <a:moveTo>
                      <a:pt x="0" y="0"/>
                    </a:moveTo>
                    <a:lnTo>
                      <a:pt x="2875" y="2527"/>
                    </a:lnTo>
                    <a:lnTo>
                      <a:pt x="5262" y="6243"/>
                    </a:lnTo>
                    <a:lnTo>
                      <a:pt x="2387" y="3511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4" name="Surface mesh patch"/>
              <p:cNvSpPr/>
              <p:nvPr/>
            </p:nvSpPr>
            <p:spPr>
              <a:xfrm>
                <a:off x="2863971" y="1893232"/>
                <a:ext cx="50120" cy="59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5">
                    <a:moveTo>
                      <a:pt x="0" y="0"/>
                    </a:moveTo>
                    <a:lnTo>
                      <a:pt x="2875" y="2011"/>
                    </a:lnTo>
                    <a:lnTo>
                      <a:pt x="5262" y="6285"/>
                    </a:lnTo>
                    <a:lnTo>
                      <a:pt x="2387" y="4174"/>
                    </a:lnTo>
                    <a:close/>
                  </a:path>
                </a:pathLst>
              </a:custGeom>
              <a:solidFill>
                <a:srgbClr val="7d9bfc"/>
              </a:solidFill>
              <a:ln w="3334" cap="flat" cmpd="sng" algn="ctr">
                <a:solidFill>
                  <a:srgbClr val="7d9b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5" name="Surface mesh patch"/>
              <p:cNvSpPr/>
              <p:nvPr/>
            </p:nvSpPr>
            <p:spPr>
              <a:xfrm>
                <a:off x="2914091" y="1953096"/>
                <a:ext cx="50120" cy="519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4">
                    <a:moveTo>
                      <a:pt x="0" y="0"/>
                    </a:moveTo>
                    <a:lnTo>
                      <a:pt x="2875" y="1159"/>
                    </a:lnTo>
                    <a:lnTo>
                      <a:pt x="5262" y="5454"/>
                    </a:lnTo>
                    <a:lnTo>
                      <a:pt x="2387" y="4332"/>
                    </a:lnTo>
                    <a:close/>
                  </a:path>
                </a:pathLst>
              </a:custGeom>
              <a:solidFill>
                <a:srgbClr val="6681f3"/>
              </a:solidFill>
              <a:ln w="3334" cap="flat" cmpd="sng" algn="ctr">
                <a:solidFill>
                  <a:srgbClr val="6681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6" name="Surface mesh patch"/>
              <p:cNvSpPr/>
              <p:nvPr/>
            </p:nvSpPr>
            <p:spPr>
              <a:xfrm>
                <a:off x="2964211" y="2005050"/>
                <a:ext cx="50120" cy="361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98">
                    <a:moveTo>
                      <a:pt x="0" y="0"/>
                    </a:moveTo>
                    <a:lnTo>
                      <a:pt x="2875" y="15"/>
                    </a:lnTo>
                    <a:lnTo>
                      <a:pt x="5262" y="3655"/>
                    </a:lnTo>
                    <a:lnTo>
                      <a:pt x="2387" y="3798"/>
                    </a:lnTo>
                    <a:close/>
                  </a:path>
                </a:pathLst>
              </a:custGeom>
              <a:solidFill>
                <a:srgbClr val="546cec"/>
              </a:solidFill>
              <a:ln w="3334" cap="flat" cmpd="sng" algn="ctr">
                <a:solidFill>
                  <a:srgbClr val="546c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7" name="Surface mesh patch"/>
              <p:cNvSpPr/>
              <p:nvPr/>
            </p:nvSpPr>
            <p:spPr>
              <a:xfrm>
                <a:off x="3014330" y="2027670"/>
                <a:ext cx="50120" cy="36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8">
                    <a:moveTo>
                      <a:pt x="0" y="1280"/>
                    </a:moveTo>
                    <a:lnTo>
                      <a:pt x="2875" y="0"/>
                    </a:lnTo>
                    <a:lnTo>
                      <a:pt x="5262" y="2340"/>
                    </a:lnTo>
                    <a:lnTo>
                      <a:pt x="2387" y="3828"/>
                    </a:lnTo>
                    <a:close/>
                  </a:path>
                </a:pathLst>
              </a:custGeom>
              <a:solidFill>
                <a:srgbClr val="4b61e8"/>
              </a:solidFill>
              <a:ln w="3334" cap="flat" cmpd="sng" algn="ctr">
                <a:solidFill>
                  <a:srgbClr val="4b61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8" name="Surface mesh patch"/>
              <p:cNvSpPr/>
              <p:nvPr/>
            </p:nvSpPr>
            <p:spPr>
              <a:xfrm>
                <a:off x="3064450" y="2026187"/>
                <a:ext cx="50120" cy="311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70">
                    <a:moveTo>
                      <a:pt x="0" y="2496"/>
                    </a:moveTo>
                    <a:lnTo>
                      <a:pt x="2875" y="0"/>
                    </a:lnTo>
                    <a:lnTo>
                      <a:pt x="5262" y="630"/>
                    </a:lnTo>
                    <a:lnTo>
                      <a:pt x="2387" y="3270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9" name="Surface mesh patch"/>
              <p:cNvSpPr/>
              <p:nvPr/>
            </p:nvSpPr>
            <p:spPr>
              <a:xfrm>
                <a:off x="3114570" y="1989367"/>
                <a:ext cx="50120" cy="42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6">
                    <a:moveTo>
                      <a:pt x="0" y="4496"/>
                    </a:moveTo>
                    <a:lnTo>
                      <a:pt x="2875" y="1123"/>
                    </a:lnTo>
                    <a:lnTo>
                      <a:pt x="5262" y="0"/>
                    </a:lnTo>
                    <a:lnTo>
                      <a:pt x="2387" y="3332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0" name="Surface mesh patch"/>
              <p:cNvSpPr/>
              <p:nvPr/>
            </p:nvSpPr>
            <p:spPr>
              <a:xfrm>
                <a:off x="3164689" y="1929841"/>
                <a:ext cx="50120" cy="595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9">
                    <a:moveTo>
                      <a:pt x="0" y="6249"/>
                    </a:moveTo>
                    <a:lnTo>
                      <a:pt x="2875" y="2544"/>
                    </a:lnTo>
                    <a:lnTo>
                      <a:pt x="5262" y="0"/>
                    </a:lnTo>
                    <a:lnTo>
                      <a:pt x="2387" y="3403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1" name="Surface mesh patch"/>
              <p:cNvSpPr/>
              <p:nvPr/>
            </p:nvSpPr>
            <p:spPr>
              <a:xfrm>
                <a:off x="3214809" y="1865012"/>
                <a:ext cx="50120" cy="64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06">
                    <a:moveTo>
                      <a:pt x="0" y="6806"/>
                    </a:moveTo>
                    <a:lnTo>
                      <a:pt x="2875" y="3385"/>
                    </a:lnTo>
                    <a:lnTo>
                      <a:pt x="5262" y="0"/>
                    </a:lnTo>
                    <a:lnTo>
                      <a:pt x="2387" y="2859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2" name="Surface mesh patch"/>
              <p:cNvSpPr/>
              <p:nvPr/>
            </p:nvSpPr>
            <p:spPr>
              <a:xfrm>
                <a:off x="3264929" y="1805874"/>
                <a:ext cx="50120" cy="591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09">
                    <a:moveTo>
                      <a:pt x="0" y="6209"/>
                    </a:moveTo>
                    <a:lnTo>
                      <a:pt x="2875" y="3591"/>
                    </a:lnTo>
                    <a:lnTo>
                      <a:pt x="5262" y="0"/>
                    </a:lnTo>
                    <a:lnTo>
                      <a:pt x="2387" y="1873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3" name="Surface mesh patch"/>
              <p:cNvSpPr/>
              <p:nvPr/>
            </p:nvSpPr>
            <p:spPr>
              <a:xfrm>
                <a:off x="3315048" y="1760025"/>
                <a:ext cx="50120" cy="45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4">
                    <a:moveTo>
                      <a:pt x="0" y="4814"/>
                    </a:moveTo>
                    <a:lnTo>
                      <a:pt x="2875" y="3295"/>
                    </a:lnTo>
                    <a:lnTo>
                      <a:pt x="5262" y="0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4" name="Surface mesh patch"/>
              <p:cNvSpPr/>
              <p:nvPr/>
            </p:nvSpPr>
            <p:spPr>
              <a:xfrm>
                <a:off x="3365168" y="1727132"/>
                <a:ext cx="50120" cy="328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53">
                    <a:moveTo>
                      <a:pt x="0" y="3453"/>
                    </a:moveTo>
                    <a:lnTo>
                      <a:pt x="2875" y="3055"/>
                    </a:lnTo>
                    <a:lnTo>
                      <a:pt x="5262" y="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5" name="Surface mesh patch"/>
              <p:cNvSpPr/>
              <p:nvPr/>
            </p:nvSpPr>
            <p:spPr>
              <a:xfrm>
                <a:off x="3415288" y="1704628"/>
                <a:ext cx="50120" cy="3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98">
                    <a:moveTo>
                      <a:pt x="0" y="2687"/>
                    </a:moveTo>
                    <a:lnTo>
                      <a:pt x="2875" y="3198"/>
                    </a:lnTo>
                    <a:lnTo>
                      <a:pt x="5262" y="10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6" name="Surface mesh patch"/>
              <p:cNvSpPr/>
              <p:nvPr/>
            </p:nvSpPr>
            <p:spPr>
              <a:xfrm>
                <a:off x="3465407" y="1695528"/>
                <a:ext cx="50120" cy="294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93">
                    <a:moveTo>
                      <a:pt x="0" y="2019"/>
                    </a:moveTo>
                    <a:lnTo>
                      <a:pt x="2875" y="3093"/>
                    </a:lnTo>
                    <a:lnTo>
                      <a:pt x="5262" y="1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7" name="Surface mesh patch"/>
              <p:cNvSpPr/>
              <p:nvPr/>
            </p:nvSpPr>
            <p:spPr>
              <a:xfrm>
                <a:off x="3515527" y="1694089"/>
                <a:ext cx="50120" cy="27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9">
                    <a:moveTo>
                      <a:pt x="0" y="1571"/>
                    </a:moveTo>
                    <a:lnTo>
                      <a:pt x="2875" y="2839"/>
                    </a:lnTo>
                    <a:lnTo>
                      <a:pt x="5262" y="1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8" name="Surface mesh patch"/>
              <p:cNvSpPr/>
              <p:nvPr/>
            </p:nvSpPr>
            <p:spPr>
              <a:xfrm>
                <a:off x="3565646" y="1694637"/>
                <a:ext cx="50120" cy="24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2">
                    <a:moveTo>
                      <a:pt x="0" y="1365"/>
                    </a:moveTo>
                    <a:lnTo>
                      <a:pt x="2875" y="2522"/>
                    </a:lnTo>
                    <a:lnTo>
                      <a:pt x="5262" y="11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9" name="Surface mesh patch"/>
              <p:cNvSpPr/>
              <p:nvPr/>
            </p:nvSpPr>
            <p:spPr>
              <a:xfrm>
                <a:off x="3615766" y="1692888"/>
                <a:ext cx="50120" cy="209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3">
                    <a:moveTo>
                      <a:pt x="0" y="1352"/>
                    </a:moveTo>
                    <a:lnTo>
                      <a:pt x="2875" y="2203"/>
                    </a:lnTo>
                    <a:lnTo>
                      <a:pt x="5262" y="7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0" name="Surface mesh patch"/>
              <p:cNvSpPr/>
              <p:nvPr/>
            </p:nvSpPr>
            <p:spPr>
              <a:xfrm>
                <a:off x="3665886" y="1686503"/>
                <a:ext cx="50120" cy="18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6">
                    <a:moveTo>
                      <a:pt x="0" y="1451"/>
                    </a:moveTo>
                    <a:lnTo>
                      <a:pt x="2875" y="1926"/>
                    </a:lnTo>
                    <a:lnTo>
                      <a:pt x="5262" y="3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1" name="Surface mesh patch"/>
              <p:cNvSpPr/>
              <p:nvPr/>
            </p:nvSpPr>
            <p:spPr>
              <a:xfrm>
                <a:off x="3716005" y="1675072"/>
                <a:ext cx="50120" cy="164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3">
                    <a:moveTo>
                      <a:pt x="0" y="1581"/>
                    </a:moveTo>
                    <a:lnTo>
                      <a:pt x="2875" y="1723"/>
                    </a:lnTo>
                    <a:lnTo>
                      <a:pt x="5262" y="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2" name="Surface mesh patch"/>
              <p:cNvSpPr/>
              <p:nvPr/>
            </p:nvSpPr>
            <p:spPr>
              <a:xfrm>
                <a:off x="3766125" y="1658928"/>
                <a:ext cx="50120" cy="167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3">
                    <a:moveTo>
                      <a:pt x="0" y="1763"/>
                    </a:moveTo>
                    <a:lnTo>
                      <a:pt x="2875" y="1701"/>
                    </a:lnTo>
                    <a:lnTo>
                      <a:pt x="5262" y="0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3" name="Surface mesh patch"/>
              <p:cNvSpPr/>
              <p:nvPr/>
            </p:nvSpPr>
            <p:spPr>
              <a:xfrm>
                <a:off x="2690881" y="1726997"/>
                <a:ext cx="50120" cy="35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6">
                    <a:moveTo>
                      <a:pt x="0" y="0"/>
                    </a:moveTo>
                    <a:lnTo>
                      <a:pt x="2875" y="2463"/>
                    </a:lnTo>
                    <a:lnTo>
                      <a:pt x="5262" y="3716"/>
                    </a:lnTo>
                    <a:lnTo>
                      <a:pt x="2387" y="1037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4" name="Surface mesh patch"/>
              <p:cNvSpPr/>
              <p:nvPr/>
            </p:nvSpPr>
            <p:spPr>
              <a:xfrm>
                <a:off x="2741000" y="1762395"/>
                <a:ext cx="50120" cy="442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1">
                    <a:moveTo>
                      <a:pt x="0" y="0"/>
                    </a:moveTo>
                    <a:lnTo>
                      <a:pt x="2875" y="2529"/>
                    </a:lnTo>
                    <a:lnTo>
                      <a:pt x="5262" y="4641"/>
                    </a:lnTo>
                    <a:lnTo>
                      <a:pt x="2387" y="1909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5" name="Surface mesh patch"/>
              <p:cNvSpPr/>
              <p:nvPr/>
            </p:nvSpPr>
            <p:spPr>
              <a:xfrm>
                <a:off x="2791120" y="1806597"/>
                <a:ext cx="50120" cy="512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80">
                    <a:moveTo>
                      <a:pt x="0" y="0"/>
                    </a:moveTo>
                    <a:lnTo>
                      <a:pt x="2875" y="2367"/>
                    </a:lnTo>
                    <a:lnTo>
                      <a:pt x="5262" y="5380"/>
                    </a:lnTo>
                    <a:lnTo>
                      <a:pt x="2387" y="2853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6" name="Surface mesh patch"/>
              <p:cNvSpPr/>
              <p:nvPr/>
            </p:nvSpPr>
            <p:spPr>
              <a:xfrm>
                <a:off x="2841240" y="1857841"/>
                <a:ext cx="50120" cy="545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7">
                    <a:moveTo>
                      <a:pt x="0" y="0"/>
                    </a:moveTo>
                    <a:lnTo>
                      <a:pt x="2875" y="1934"/>
                    </a:lnTo>
                    <a:lnTo>
                      <a:pt x="5262" y="5727"/>
                    </a:lnTo>
                    <a:lnTo>
                      <a:pt x="2387" y="3716"/>
                    </a:lnTo>
                    <a:close/>
                  </a:path>
                </a:pathLst>
              </a:custGeom>
              <a:solidFill>
                <a:srgbClr val="8ba9fd"/>
              </a:solidFill>
              <a:ln w="3334" cap="flat" cmpd="sng" algn="ctr">
                <a:solidFill>
                  <a:srgbClr val="8b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7" name="Surface mesh patch"/>
              <p:cNvSpPr/>
              <p:nvPr/>
            </p:nvSpPr>
            <p:spPr>
              <a:xfrm>
                <a:off x="2891359" y="1912388"/>
                <a:ext cx="50120" cy="517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33">
                    <a:moveTo>
                      <a:pt x="0" y="0"/>
                    </a:moveTo>
                    <a:lnTo>
                      <a:pt x="2875" y="1202"/>
                    </a:lnTo>
                    <a:lnTo>
                      <a:pt x="5262" y="5433"/>
                    </a:lnTo>
                    <a:lnTo>
                      <a:pt x="2387" y="4274"/>
                    </a:lnTo>
                    <a:close/>
                  </a:path>
                </a:pathLst>
              </a:custGeom>
              <a:solidFill>
                <a:srgbClr val="7b98fb"/>
              </a:solidFill>
              <a:ln w="3334" cap="flat" cmpd="sng" algn="ctr">
                <a:solidFill>
                  <a:srgbClr val="7b98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8" name="Surface mesh patch"/>
              <p:cNvSpPr/>
              <p:nvPr/>
            </p:nvSpPr>
            <p:spPr>
              <a:xfrm>
                <a:off x="2941479" y="1964134"/>
                <a:ext cx="50120" cy="41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1">
                    <a:moveTo>
                      <a:pt x="0" y="0"/>
                    </a:moveTo>
                    <a:lnTo>
                      <a:pt x="2875" y="189"/>
                    </a:lnTo>
                    <a:lnTo>
                      <a:pt x="5262" y="4311"/>
                    </a:lnTo>
                    <a:lnTo>
                      <a:pt x="2387" y="4296"/>
                    </a:lnTo>
                    <a:close/>
                  </a:path>
                </a:pathLst>
              </a:custGeom>
              <a:solidFill>
                <a:srgbClr val="6882f4"/>
              </a:solidFill>
              <a:ln w="3334" cap="flat" cmpd="sng" algn="ctr">
                <a:solidFill>
                  <a:srgbClr val="6882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9" name="Surface mesh patch"/>
              <p:cNvSpPr/>
              <p:nvPr/>
            </p:nvSpPr>
            <p:spPr>
              <a:xfrm>
                <a:off x="2991599" y="1995526"/>
                <a:ext cx="50120" cy="443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4">
                    <a:moveTo>
                      <a:pt x="0" y="1015"/>
                    </a:moveTo>
                    <a:lnTo>
                      <a:pt x="2875" y="0"/>
                    </a:lnTo>
                    <a:lnTo>
                      <a:pt x="5262" y="3375"/>
                    </a:lnTo>
                    <a:lnTo>
                      <a:pt x="2387" y="4654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0" name="Surface mesh patch"/>
              <p:cNvSpPr/>
              <p:nvPr/>
            </p:nvSpPr>
            <p:spPr>
              <a:xfrm>
                <a:off x="3041718" y="2006414"/>
                <a:ext cx="50120" cy="435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72">
                    <a:moveTo>
                      <a:pt x="0" y="2232"/>
                    </a:moveTo>
                    <a:lnTo>
                      <a:pt x="2875" y="0"/>
                    </a:lnTo>
                    <a:lnTo>
                      <a:pt x="5262" y="2076"/>
                    </a:lnTo>
                    <a:lnTo>
                      <a:pt x="2387" y="4572"/>
                    </a:lnTo>
                    <a:close/>
                  </a:path>
                </a:pathLst>
              </a:custGeom>
              <a:solidFill>
                <a:srgbClr val="556eec"/>
              </a:solidFill>
              <a:ln w="3334" cap="flat" cmpd="sng" algn="ctr">
                <a:solidFill>
                  <a:srgbClr val="556e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1" name="Surface mesh patch"/>
              <p:cNvSpPr/>
              <p:nvPr/>
            </p:nvSpPr>
            <p:spPr>
              <a:xfrm>
                <a:off x="3091838" y="1995449"/>
                <a:ext cx="50120" cy="367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57">
                    <a:moveTo>
                      <a:pt x="0" y="3227"/>
                    </a:moveTo>
                    <a:lnTo>
                      <a:pt x="2875" y="0"/>
                    </a:lnTo>
                    <a:lnTo>
                      <a:pt x="5262" y="484"/>
                    </a:lnTo>
                    <a:lnTo>
                      <a:pt x="2387" y="3857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2" name="Surface mesh patch"/>
              <p:cNvSpPr/>
              <p:nvPr/>
            </p:nvSpPr>
            <p:spPr>
              <a:xfrm>
                <a:off x="3141957" y="1954076"/>
                <a:ext cx="50120" cy="459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28">
                    <a:moveTo>
                      <a:pt x="0" y="4828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3705"/>
                    </a:lnTo>
                    <a:close/>
                  </a:path>
                </a:pathLst>
              </a:custGeom>
              <a:solidFill>
                <a:srgbClr val="6883f4"/>
              </a:solidFill>
              <a:ln w="3334" cap="flat" cmpd="sng" algn="ctr">
                <a:solidFill>
                  <a:srgbClr val="6883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3" name="Surface mesh patch"/>
              <p:cNvSpPr/>
              <p:nvPr/>
            </p:nvSpPr>
            <p:spPr>
              <a:xfrm>
                <a:off x="3192077" y="1897251"/>
                <a:ext cx="50120" cy="568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6">
                    <a:moveTo>
                      <a:pt x="0" y="5966"/>
                    </a:moveTo>
                    <a:lnTo>
                      <a:pt x="2875" y="2212"/>
                    </a:lnTo>
                    <a:lnTo>
                      <a:pt x="5262" y="0"/>
                    </a:lnTo>
                    <a:lnTo>
                      <a:pt x="2387" y="3422"/>
                    </a:lnTo>
                    <a:close/>
                  </a:path>
                </a:pathLst>
              </a:custGeom>
              <a:solidFill>
                <a:srgbClr val="7c9afc"/>
              </a:solidFill>
              <a:ln w="3334" cap="flat" cmpd="sng" algn="ctr">
                <a:solidFill>
                  <a:srgbClr val="7c9a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4" name="Surface mesh patch"/>
              <p:cNvSpPr/>
              <p:nvPr/>
            </p:nvSpPr>
            <p:spPr>
              <a:xfrm>
                <a:off x="3242197" y="1840081"/>
                <a:ext cx="50120" cy="57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02">
                    <a:moveTo>
                      <a:pt x="0" y="6002"/>
                    </a:moveTo>
                    <a:lnTo>
                      <a:pt x="2875" y="2829"/>
                    </a:lnTo>
                    <a:lnTo>
                      <a:pt x="5262" y="0"/>
                    </a:lnTo>
                    <a:lnTo>
                      <a:pt x="2387" y="2617"/>
                    </a:lnTo>
                    <a:close/>
                  </a:path>
                </a:pathLst>
              </a:custGeom>
              <a:solidFill>
                <a:srgbClr val="8daafd"/>
              </a:solidFill>
              <a:ln w="3334" cap="flat" cmpd="sng" algn="ctr">
                <a:solidFill>
                  <a:srgbClr val="8d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5" name="Surface mesh patch"/>
              <p:cNvSpPr/>
              <p:nvPr/>
            </p:nvSpPr>
            <p:spPr>
              <a:xfrm>
                <a:off x="3292316" y="1791411"/>
                <a:ext cx="50120" cy="48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0">
                    <a:moveTo>
                      <a:pt x="0" y="5110"/>
                    </a:moveTo>
                    <a:lnTo>
                      <a:pt x="2875" y="2913"/>
                    </a:lnTo>
                    <a:lnTo>
                      <a:pt x="5262" y="0"/>
                    </a:lnTo>
                    <a:lnTo>
                      <a:pt x="2387" y="1518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6" name="Surface mesh patch"/>
              <p:cNvSpPr/>
              <p:nvPr/>
            </p:nvSpPr>
            <p:spPr>
              <a:xfrm>
                <a:off x="3342436" y="1756231"/>
                <a:ext cx="50120" cy="35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3">
                    <a:moveTo>
                      <a:pt x="0" y="3693"/>
                    </a:moveTo>
                    <a:lnTo>
                      <a:pt x="2875" y="2621"/>
                    </a:lnTo>
                    <a:lnTo>
                      <a:pt x="5262" y="0"/>
                    </a:lnTo>
                    <a:lnTo>
                      <a:pt x="2387" y="398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7" name="Surface mesh patch"/>
              <p:cNvSpPr/>
              <p:nvPr/>
            </p:nvSpPr>
            <p:spPr>
              <a:xfrm>
                <a:off x="3392556" y="1730225"/>
                <a:ext cx="50120" cy="260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0">
                    <a:moveTo>
                      <a:pt x="0" y="2730"/>
                    </a:moveTo>
                    <a:lnTo>
                      <a:pt x="2875" y="2678"/>
                    </a:lnTo>
                    <a:lnTo>
                      <a:pt x="5262" y="5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8" name="Surface mesh patch"/>
              <p:cNvSpPr/>
              <p:nvPr/>
            </p:nvSpPr>
            <p:spPr>
              <a:xfrm>
                <a:off x="3442675" y="1714761"/>
                <a:ext cx="50120" cy="268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19">
                    <a:moveTo>
                      <a:pt x="0" y="2134"/>
                    </a:moveTo>
                    <a:lnTo>
                      <a:pt x="2875" y="2819"/>
                    </a:lnTo>
                    <a:lnTo>
                      <a:pt x="5262" y="10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9" name="Surface mesh patch"/>
              <p:cNvSpPr/>
              <p:nvPr/>
            </p:nvSpPr>
            <p:spPr>
              <a:xfrm>
                <a:off x="3492795" y="1709056"/>
                <a:ext cx="50120" cy="26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6">
                    <a:moveTo>
                      <a:pt x="0" y="1672"/>
                    </a:moveTo>
                    <a:lnTo>
                      <a:pt x="2875" y="2736"/>
                    </a:lnTo>
                    <a:lnTo>
                      <a:pt x="5262" y="12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0" name="Surface mesh patch"/>
              <p:cNvSpPr/>
              <p:nvPr/>
            </p:nvSpPr>
            <p:spPr>
              <a:xfrm>
                <a:off x="3542915" y="1707640"/>
                <a:ext cx="50120" cy="24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1">
                    <a:moveTo>
                      <a:pt x="0" y="1416"/>
                    </a:moveTo>
                    <a:lnTo>
                      <a:pt x="2875" y="2521"/>
                    </a:lnTo>
                    <a:lnTo>
                      <a:pt x="5262" y="11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1" name="Surface mesh patch"/>
              <p:cNvSpPr/>
              <p:nvPr/>
            </p:nvSpPr>
            <p:spPr>
              <a:xfrm>
                <a:off x="3593034" y="1705764"/>
                <a:ext cx="50120" cy="214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2">
                    <a:moveTo>
                      <a:pt x="0" y="1353"/>
                    </a:moveTo>
                    <a:lnTo>
                      <a:pt x="2875" y="2252"/>
                    </a:lnTo>
                    <a:lnTo>
                      <a:pt x="5262" y="8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2" name="Surface mesh patch"/>
              <p:cNvSpPr/>
              <p:nvPr/>
            </p:nvSpPr>
            <p:spPr>
              <a:xfrm>
                <a:off x="3643154" y="1700322"/>
                <a:ext cx="50120" cy="18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7">
                    <a:moveTo>
                      <a:pt x="0" y="1422"/>
                    </a:moveTo>
                    <a:lnTo>
                      <a:pt x="2875" y="1987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3" name="Surface mesh patch"/>
              <p:cNvSpPr/>
              <p:nvPr/>
            </p:nvSpPr>
            <p:spPr>
              <a:xfrm>
                <a:off x="3693274" y="1690126"/>
                <a:ext cx="50120" cy="16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1">
                    <a:moveTo>
                      <a:pt x="0" y="1546"/>
                    </a:moveTo>
                    <a:lnTo>
                      <a:pt x="2875" y="1771"/>
                    </a:lnTo>
                    <a:lnTo>
                      <a:pt x="5262" y="1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4" name="Surface mesh patch"/>
              <p:cNvSpPr/>
              <p:nvPr/>
            </p:nvSpPr>
            <p:spPr>
              <a:xfrm>
                <a:off x="3743393" y="1675133"/>
                <a:ext cx="50120" cy="163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7">
                    <a:moveTo>
                      <a:pt x="0" y="1717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62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5" name="Surface mesh patch"/>
              <p:cNvSpPr/>
              <p:nvPr/>
            </p:nvSpPr>
            <p:spPr>
              <a:xfrm>
                <a:off x="2718268" y="1750460"/>
                <a:ext cx="50120" cy="36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2">
                    <a:moveTo>
                      <a:pt x="0" y="0"/>
                    </a:moveTo>
                    <a:lnTo>
                      <a:pt x="2875" y="2380"/>
                    </a:lnTo>
                    <a:lnTo>
                      <a:pt x="5262" y="3782"/>
                    </a:lnTo>
                    <a:lnTo>
                      <a:pt x="2387" y="1253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6" name="Surface mesh patch"/>
              <p:cNvSpPr/>
              <p:nvPr/>
            </p:nvSpPr>
            <p:spPr>
              <a:xfrm>
                <a:off x="2768388" y="1786484"/>
                <a:ext cx="50120" cy="426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8">
                    <a:moveTo>
                      <a:pt x="0" y="0"/>
                    </a:moveTo>
                    <a:lnTo>
                      <a:pt x="2875" y="2254"/>
                    </a:lnTo>
                    <a:lnTo>
                      <a:pt x="5262" y="4478"/>
                    </a:lnTo>
                    <a:lnTo>
                      <a:pt x="2387" y="211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7" name="Surface mesh patch"/>
              <p:cNvSpPr/>
              <p:nvPr/>
            </p:nvSpPr>
            <p:spPr>
              <a:xfrm>
                <a:off x="2818508" y="1829139"/>
                <a:ext cx="50120" cy="4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7">
                    <a:moveTo>
                      <a:pt x="0" y="0"/>
                    </a:moveTo>
                    <a:lnTo>
                      <a:pt x="2875" y="1887"/>
                    </a:lnTo>
                    <a:lnTo>
                      <a:pt x="5262" y="4947"/>
                    </a:lnTo>
                    <a:lnTo>
                      <a:pt x="2387" y="3013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8" name="Surface mesh patch"/>
              <p:cNvSpPr/>
              <p:nvPr/>
            </p:nvSpPr>
            <p:spPr>
              <a:xfrm>
                <a:off x="2868627" y="1876259"/>
                <a:ext cx="50120" cy="47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96">
                    <a:moveTo>
                      <a:pt x="0" y="0"/>
                    </a:moveTo>
                    <a:lnTo>
                      <a:pt x="2875" y="1260"/>
                    </a:lnTo>
                    <a:lnTo>
                      <a:pt x="5262" y="4996"/>
                    </a:lnTo>
                    <a:lnTo>
                      <a:pt x="2387" y="3793"/>
                    </a:lnTo>
                    <a:close/>
                  </a:path>
                </a:pathLst>
              </a:custGeom>
              <a:solidFill>
                <a:srgbClr val="8aa7fd"/>
              </a:solidFill>
              <a:ln w="3334" cap="flat" cmpd="sng" algn="ctr">
                <a:solidFill>
                  <a:srgbClr val="8a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9" name="Surface mesh patch"/>
              <p:cNvSpPr/>
              <p:nvPr/>
            </p:nvSpPr>
            <p:spPr>
              <a:xfrm>
                <a:off x="2918747" y="1923842"/>
                <a:ext cx="50120" cy="420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9">
                    <a:moveTo>
                      <a:pt x="0" y="0"/>
                    </a:moveTo>
                    <a:lnTo>
                      <a:pt x="2875" y="373"/>
                    </a:lnTo>
                    <a:lnTo>
                      <a:pt x="5262" y="4419"/>
                    </a:lnTo>
                    <a:lnTo>
                      <a:pt x="2387" y="4230"/>
                    </a:lnTo>
                    <a:close/>
                  </a:path>
                </a:pathLst>
              </a:custGeom>
              <a:solidFill>
                <a:srgbClr val="7c99fc"/>
              </a:solidFill>
              <a:ln w="3334" cap="flat" cmpd="sng" algn="ctr">
                <a:solidFill>
                  <a:srgbClr val="7c99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0" name="Surface mesh patch"/>
              <p:cNvSpPr/>
              <p:nvPr/>
            </p:nvSpPr>
            <p:spPr>
              <a:xfrm>
                <a:off x="2968867" y="1959110"/>
                <a:ext cx="50120" cy="46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8">
                    <a:moveTo>
                      <a:pt x="0" y="717"/>
                    </a:moveTo>
                    <a:lnTo>
                      <a:pt x="2875" y="0"/>
                    </a:lnTo>
                    <a:lnTo>
                      <a:pt x="5262" y="3823"/>
                    </a:lnTo>
                    <a:lnTo>
                      <a:pt x="2387" y="4838"/>
                    </a:lnTo>
                    <a:close/>
                  </a:path>
                </a:pathLst>
              </a:custGeom>
              <a:solidFill>
                <a:srgbClr val="6d88f6"/>
              </a:solidFill>
              <a:ln w="3334" cap="flat" cmpd="sng" algn="ctr">
                <a:solidFill>
                  <a:srgbClr val="6d88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1" name="Surface mesh patch"/>
              <p:cNvSpPr/>
              <p:nvPr/>
            </p:nvSpPr>
            <p:spPr>
              <a:xfrm>
                <a:off x="3018986" y="1977605"/>
                <a:ext cx="50120" cy="500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56">
                    <a:moveTo>
                      <a:pt x="0" y="1881"/>
                    </a:moveTo>
                    <a:lnTo>
                      <a:pt x="2875" y="0"/>
                    </a:lnTo>
                    <a:lnTo>
                      <a:pt x="5262" y="3025"/>
                    </a:lnTo>
                    <a:lnTo>
                      <a:pt x="2387" y="5256"/>
                    </a:lnTo>
                    <a:close/>
                  </a:path>
                </a:pathLst>
              </a:custGeom>
              <a:solidFill>
                <a:srgbClr val="647ef2"/>
              </a:solidFill>
              <a:ln w="3334" cap="flat" cmpd="sng" algn="ctr">
                <a:solidFill>
                  <a:srgbClr val="647e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2" name="Surface mesh patch"/>
              <p:cNvSpPr/>
              <p:nvPr/>
            </p:nvSpPr>
            <p:spPr>
              <a:xfrm>
                <a:off x="3069106" y="1978533"/>
                <a:ext cx="50120" cy="476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03">
                    <a:moveTo>
                      <a:pt x="0" y="2927"/>
                    </a:moveTo>
                    <a:lnTo>
                      <a:pt x="2875" y="0"/>
                    </a:lnTo>
                    <a:lnTo>
                      <a:pt x="5262" y="1776"/>
                    </a:lnTo>
                    <a:lnTo>
                      <a:pt x="2387" y="5003"/>
                    </a:lnTo>
                    <a:close/>
                  </a:path>
                </a:pathLst>
              </a:custGeom>
              <a:solidFill>
                <a:srgbClr val="637ef2"/>
              </a:solidFill>
              <a:ln w="3334" cap="flat" cmpd="sng" algn="ctr">
                <a:solidFill>
                  <a:srgbClr val="637e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3" name="Surface mesh patch"/>
              <p:cNvSpPr/>
              <p:nvPr/>
            </p:nvSpPr>
            <p:spPr>
              <a:xfrm>
                <a:off x="3119226" y="1960798"/>
                <a:ext cx="50120" cy="392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2">
                    <a:moveTo>
                      <a:pt x="0" y="3638"/>
                    </a:moveTo>
                    <a:lnTo>
                      <a:pt x="2875" y="0"/>
                    </a:lnTo>
                    <a:lnTo>
                      <a:pt x="5262" y="344"/>
                    </a:lnTo>
                    <a:lnTo>
                      <a:pt x="2387" y="4122"/>
                    </a:lnTo>
                    <a:close/>
                  </a:path>
                </a:pathLst>
              </a:custGeom>
              <a:solidFill>
                <a:srgbClr val="6b87f5"/>
              </a:solidFill>
              <a:ln w="3334" cap="flat" cmpd="sng" algn="ctr">
                <a:solidFill>
                  <a:srgbClr val="6b87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4" name="Surface mesh patch"/>
              <p:cNvSpPr/>
              <p:nvPr/>
            </p:nvSpPr>
            <p:spPr>
              <a:xfrm>
                <a:off x="3169345" y="1918317"/>
                <a:ext cx="50120" cy="457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4">
                    <a:moveTo>
                      <a:pt x="0" y="4804"/>
                    </a:moveTo>
                    <a:lnTo>
                      <a:pt x="2875" y="956"/>
                    </a:lnTo>
                    <a:lnTo>
                      <a:pt x="5262" y="0"/>
                    </a:lnTo>
                    <a:lnTo>
                      <a:pt x="2387" y="3754"/>
                    </a:lnTo>
                    <a:close/>
                  </a:path>
                </a:pathLst>
              </a:custGeom>
              <a:solidFill>
                <a:srgbClr val="7a98fb"/>
              </a:solidFill>
              <a:ln w="3334" cap="flat" cmpd="sng" algn="ctr">
                <a:solidFill>
                  <a:srgbClr val="7a98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5" name="Surface mesh patch"/>
              <p:cNvSpPr/>
              <p:nvPr/>
            </p:nvSpPr>
            <p:spPr>
              <a:xfrm>
                <a:off x="3219465" y="1867026"/>
                <a:ext cx="50120" cy="51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85">
                    <a:moveTo>
                      <a:pt x="0" y="5385"/>
                    </a:moveTo>
                    <a:lnTo>
                      <a:pt x="2875" y="1876"/>
                    </a:lnTo>
                    <a:lnTo>
                      <a:pt x="5262" y="0"/>
                    </a:lnTo>
                    <a:lnTo>
                      <a:pt x="2387" y="3173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6" name="Surface mesh patch"/>
              <p:cNvSpPr/>
              <p:nvPr/>
            </p:nvSpPr>
            <p:spPr>
              <a:xfrm>
                <a:off x="3269585" y="1819159"/>
                <a:ext cx="50120" cy="47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5">
                    <a:moveTo>
                      <a:pt x="0" y="5025"/>
                    </a:moveTo>
                    <a:lnTo>
                      <a:pt x="2875" y="2316"/>
                    </a:lnTo>
                    <a:lnTo>
                      <a:pt x="5262" y="0"/>
                    </a:lnTo>
                    <a:lnTo>
                      <a:pt x="2387" y="2197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7" name="Surface mesh patch"/>
              <p:cNvSpPr/>
              <p:nvPr/>
            </p:nvSpPr>
            <p:spPr>
              <a:xfrm>
                <a:off x="3319704" y="1781194"/>
                <a:ext cx="50120" cy="379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6">
                    <a:moveTo>
                      <a:pt x="0" y="3986"/>
                    </a:moveTo>
                    <a:lnTo>
                      <a:pt x="2875" y="2332"/>
                    </a:lnTo>
                    <a:lnTo>
                      <a:pt x="5262" y="0"/>
                    </a:lnTo>
                    <a:lnTo>
                      <a:pt x="2387" y="1073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8" name="Surface mesh patch"/>
              <p:cNvSpPr/>
              <p:nvPr/>
            </p:nvSpPr>
            <p:spPr>
              <a:xfrm>
                <a:off x="3369824" y="1755736"/>
                <a:ext cx="50120" cy="25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73">
                    <a:moveTo>
                      <a:pt x="0" y="2673"/>
                    </a:moveTo>
                    <a:lnTo>
                      <a:pt x="2875" y="2084"/>
                    </a:lnTo>
                    <a:lnTo>
                      <a:pt x="5262" y="0"/>
                    </a:lnTo>
                    <a:lnTo>
                      <a:pt x="2387" y="52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9" name="Surface mesh patch"/>
              <p:cNvSpPr/>
              <p:nvPr/>
            </p:nvSpPr>
            <p:spPr>
              <a:xfrm>
                <a:off x="3419943" y="1735085"/>
                <a:ext cx="50120" cy="23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5">
                    <a:moveTo>
                      <a:pt x="0" y="2168"/>
                    </a:moveTo>
                    <a:lnTo>
                      <a:pt x="2875" y="2445"/>
                    </a:lnTo>
                    <a:lnTo>
                      <a:pt x="5262" y="6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0" name="Surface mesh patch"/>
              <p:cNvSpPr/>
              <p:nvPr/>
            </p:nvSpPr>
            <p:spPr>
              <a:xfrm>
                <a:off x="3470063" y="1724984"/>
                <a:ext cx="50120" cy="24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64">
                    <a:moveTo>
                      <a:pt x="0" y="1746"/>
                    </a:moveTo>
                    <a:lnTo>
                      <a:pt x="2875" y="2564"/>
                    </a:lnTo>
                    <a:lnTo>
                      <a:pt x="5262" y="10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1" name="Surface mesh patch"/>
              <p:cNvSpPr/>
              <p:nvPr/>
            </p:nvSpPr>
            <p:spPr>
              <a:xfrm>
                <a:off x="3520183" y="1721130"/>
                <a:ext cx="50120" cy="23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0">
                    <a:moveTo>
                      <a:pt x="0" y="1468"/>
                    </a:moveTo>
                    <a:lnTo>
                      <a:pt x="2875" y="2480"/>
                    </a:lnTo>
                    <a:lnTo>
                      <a:pt x="5262" y="1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2" name="Surface mesh patch"/>
              <p:cNvSpPr/>
              <p:nvPr/>
            </p:nvSpPr>
            <p:spPr>
              <a:xfrm>
                <a:off x="3570302" y="1718655"/>
                <a:ext cx="50120" cy="21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2">
                    <a:moveTo>
                      <a:pt x="0" y="1365"/>
                    </a:moveTo>
                    <a:lnTo>
                      <a:pt x="2875" y="2282"/>
                    </a:lnTo>
                    <a:lnTo>
                      <a:pt x="5262" y="8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3" name="Surface mesh patch"/>
              <p:cNvSpPr/>
              <p:nvPr/>
            </p:nvSpPr>
            <p:spPr>
              <a:xfrm>
                <a:off x="3620422" y="1713868"/>
                <a:ext cx="50120" cy="194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3">
                    <a:moveTo>
                      <a:pt x="0" y="1401"/>
                    </a:moveTo>
                    <a:lnTo>
                      <a:pt x="2875" y="2043"/>
                    </a:lnTo>
                    <a:lnTo>
                      <a:pt x="5262" y="5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4" name="Surface mesh patch"/>
              <p:cNvSpPr/>
              <p:nvPr/>
            </p:nvSpPr>
            <p:spPr>
              <a:xfrm>
                <a:off x="3670542" y="1704849"/>
                <a:ext cx="50120" cy="173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4">
                    <a:moveTo>
                      <a:pt x="0" y="1512"/>
                    </a:moveTo>
                    <a:lnTo>
                      <a:pt x="2875" y="1824"/>
                    </a:lnTo>
                    <a:lnTo>
                      <a:pt x="5262" y="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5" name="Surface mesh patch"/>
              <p:cNvSpPr/>
              <p:nvPr/>
            </p:nvSpPr>
            <p:spPr>
              <a:xfrm>
                <a:off x="3720661" y="1691300"/>
                <a:ext cx="50120" cy="16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5">
                    <a:moveTo>
                      <a:pt x="0" y="1648"/>
                    </a:moveTo>
                    <a:lnTo>
                      <a:pt x="2875" y="1685"/>
                    </a:lnTo>
                    <a:lnTo>
                      <a:pt x="5262" y="0"/>
                    </a:lnTo>
                    <a:lnTo>
                      <a:pt x="2387" y="19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6" name="Surface mesh patch"/>
              <p:cNvSpPr/>
              <p:nvPr/>
            </p:nvSpPr>
            <p:spPr>
              <a:xfrm>
                <a:off x="2745656" y="1773129"/>
                <a:ext cx="50120" cy="348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6">
                    <a:moveTo>
                      <a:pt x="0" y="0"/>
                    </a:moveTo>
                    <a:lnTo>
                      <a:pt x="2875" y="2183"/>
                    </a:lnTo>
                    <a:lnTo>
                      <a:pt x="5262" y="3656"/>
                    </a:lnTo>
                    <a:lnTo>
                      <a:pt x="2387" y="1402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7" name="Surface mesh patch"/>
              <p:cNvSpPr/>
              <p:nvPr/>
            </p:nvSpPr>
            <p:spPr>
              <a:xfrm>
                <a:off x="2795776" y="1807950"/>
                <a:ext cx="50120" cy="391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12">
                    <a:moveTo>
                      <a:pt x="0" y="0"/>
                    </a:moveTo>
                    <a:lnTo>
                      <a:pt x="2875" y="1874"/>
                    </a:lnTo>
                    <a:lnTo>
                      <a:pt x="5262" y="4112"/>
                    </a:lnTo>
                    <a:lnTo>
                      <a:pt x="2387" y="2225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8" name="Surface mesh patch"/>
              <p:cNvSpPr/>
              <p:nvPr/>
            </p:nvSpPr>
            <p:spPr>
              <a:xfrm>
                <a:off x="2845896" y="1847116"/>
                <a:ext cx="50120" cy="41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9">
                    <a:moveTo>
                      <a:pt x="0" y="0"/>
                    </a:moveTo>
                    <a:lnTo>
                      <a:pt x="2875" y="1332"/>
                    </a:lnTo>
                    <a:lnTo>
                      <a:pt x="5262" y="4319"/>
                    </a:lnTo>
                    <a:lnTo>
                      <a:pt x="2387" y="3060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9" name="Surface mesh patch"/>
              <p:cNvSpPr/>
              <p:nvPr/>
            </p:nvSpPr>
            <p:spPr>
              <a:xfrm>
                <a:off x="2896015" y="1888256"/>
                <a:ext cx="50120" cy="39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9">
                    <a:moveTo>
                      <a:pt x="0" y="0"/>
                    </a:moveTo>
                    <a:lnTo>
                      <a:pt x="2875" y="561"/>
                    </a:lnTo>
                    <a:lnTo>
                      <a:pt x="5262" y="4109"/>
                    </a:lnTo>
                    <a:lnTo>
                      <a:pt x="2387" y="373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0" name="Surface mesh patch"/>
              <p:cNvSpPr/>
              <p:nvPr/>
            </p:nvSpPr>
            <p:spPr>
              <a:xfrm>
                <a:off x="2946135" y="1923518"/>
                <a:ext cx="50120" cy="424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53">
                    <a:moveTo>
                      <a:pt x="0" y="407"/>
                    </a:moveTo>
                    <a:lnTo>
                      <a:pt x="2875" y="0"/>
                    </a:lnTo>
                    <a:lnTo>
                      <a:pt x="5262" y="3737"/>
                    </a:lnTo>
                    <a:lnTo>
                      <a:pt x="2387" y="4453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1" name="Surface mesh patch"/>
              <p:cNvSpPr/>
              <p:nvPr/>
            </p:nvSpPr>
            <p:spPr>
              <a:xfrm>
                <a:off x="2996254" y="1944978"/>
                <a:ext cx="50120" cy="505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7">
                    <a:moveTo>
                      <a:pt x="0" y="1484"/>
                    </a:moveTo>
                    <a:lnTo>
                      <a:pt x="2875" y="0"/>
                    </a:lnTo>
                    <a:lnTo>
                      <a:pt x="5262" y="3425"/>
                    </a:lnTo>
                    <a:lnTo>
                      <a:pt x="2387" y="5307"/>
                    </a:lnTo>
                    <a:close/>
                  </a:path>
                </a:pathLst>
              </a:custGeom>
              <a:solidFill>
                <a:srgbClr val="7592f9"/>
              </a:solidFill>
              <a:ln w="3334" cap="flat" cmpd="sng" algn="ctr">
                <a:solidFill>
                  <a:srgbClr val="7592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2" name="Surface mesh patch"/>
              <p:cNvSpPr/>
              <p:nvPr/>
            </p:nvSpPr>
            <p:spPr>
              <a:xfrm>
                <a:off x="3046374" y="1953612"/>
                <a:ext cx="50120" cy="528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4">
                    <a:moveTo>
                      <a:pt x="0" y="2519"/>
                    </a:moveTo>
                    <a:lnTo>
                      <a:pt x="2875" y="0"/>
                    </a:lnTo>
                    <a:lnTo>
                      <a:pt x="5262" y="2616"/>
                    </a:lnTo>
                    <a:lnTo>
                      <a:pt x="2387" y="5544"/>
                    </a:lnTo>
                    <a:close/>
                  </a:path>
                </a:pathLst>
              </a:custGeom>
              <a:solidFill>
                <a:srgbClr val="718df7"/>
              </a:solidFill>
              <a:ln w="3334" cap="flat" cmpd="sng" algn="ctr">
                <a:solidFill>
                  <a:srgbClr val="718d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3" name="Surface mesh patch"/>
              <p:cNvSpPr/>
              <p:nvPr/>
            </p:nvSpPr>
            <p:spPr>
              <a:xfrm>
                <a:off x="3096494" y="1946878"/>
                <a:ext cx="50120" cy="48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9">
                    <a:moveTo>
                      <a:pt x="0" y="3323"/>
                    </a:moveTo>
                    <a:lnTo>
                      <a:pt x="2875" y="0"/>
                    </a:lnTo>
                    <a:lnTo>
                      <a:pt x="5262" y="1461"/>
                    </a:lnTo>
                    <a:lnTo>
                      <a:pt x="2387" y="5099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4" name="Surface mesh patch"/>
              <p:cNvSpPr/>
              <p:nvPr/>
            </p:nvSpPr>
            <p:spPr>
              <a:xfrm>
                <a:off x="3146613" y="1925359"/>
                <a:ext cx="50120" cy="38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5">
                    <a:moveTo>
                      <a:pt x="0" y="3721"/>
                    </a:moveTo>
                    <a:lnTo>
                      <a:pt x="2875" y="0"/>
                    </a:lnTo>
                    <a:lnTo>
                      <a:pt x="5262" y="216"/>
                    </a:lnTo>
                    <a:lnTo>
                      <a:pt x="2387" y="4065"/>
                    </a:lnTo>
                    <a:close/>
                  </a:path>
                </a:pathLst>
              </a:custGeom>
              <a:solidFill>
                <a:srgbClr val="7d9bfc"/>
              </a:solidFill>
              <a:ln w="3334" cap="flat" cmpd="sng" algn="ctr">
                <a:solidFill>
                  <a:srgbClr val="7d9b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5" name="Surface mesh patch"/>
              <p:cNvSpPr/>
              <p:nvPr/>
            </p:nvSpPr>
            <p:spPr>
              <a:xfrm>
                <a:off x="3196733" y="1884898"/>
                <a:ext cx="50120" cy="425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64">
                    <a:moveTo>
                      <a:pt x="0" y="4464"/>
                    </a:moveTo>
                    <a:lnTo>
                      <a:pt x="2875" y="852"/>
                    </a:lnTo>
                    <a:lnTo>
                      <a:pt x="5262" y="0"/>
                    </a:lnTo>
                    <a:lnTo>
                      <a:pt x="2387" y="3509"/>
                    </a:lnTo>
                    <a:close/>
                  </a:path>
                </a:pathLst>
              </a:custGeom>
              <a:solidFill>
                <a:srgbClr val="88a6fd"/>
              </a:solidFill>
              <a:ln w="3334" cap="flat" cmpd="sng" algn="ctr">
                <a:solidFill>
                  <a:srgbClr val="88a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6" name="Surface mesh patch"/>
              <p:cNvSpPr/>
              <p:nvPr/>
            </p:nvSpPr>
            <p:spPr>
              <a:xfrm>
                <a:off x="3246853" y="1841220"/>
                <a:ext cx="50120" cy="436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6">
                    <a:moveTo>
                      <a:pt x="0" y="4586"/>
                    </a:moveTo>
                    <a:lnTo>
                      <a:pt x="2875" y="1562"/>
                    </a:lnTo>
                    <a:lnTo>
                      <a:pt x="5262" y="0"/>
                    </a:lnTo>
                    <a:lnTo>
                      <a:pt x="2387" y="2709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7" name="Surface mesh patch"/>
              <p:cNvSpPr/>
              <p:nvPr/>
            </p:nvSpPr>
            <p:spPr>
              <a:xfrm>
                <a:off x="3296972" y="1803403"/>
                <a:ext cx="50120" cy="378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0">
                    <a:moveTo>
                      <a:pt x="0" y="3970"/>
                    </a:moveTo>
                    <a:lnTo>
                      <a:pt x="2875" y="1871"/>
                    </a:lnTo>
                    <a:lnTo>
                      <a:pt x="5262" y="0"/>
                    </a:lnTo>
                    <a:lnTo>
                      <a:pt x="2387" y="1654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8" name="Surface mesh patch"/>
              <p:cNvSpPr/>
              <p:nvPr/>
            </p:nvSpPr>
            <p:spPr>
              <a:xfrm>
                <a:off x="3347092" y="1775590"/>
                <a:ext cx="50120" cy="27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0">
                    <a:moveTo>
                      <a:pt x="0" y="2920"/>
                    </a:moveTo>
                    <a:lnTo>
                      <a:pt x="2875" y="1862"/>
                    </a:lnTo>
                    <a:lnTo>
                      <a:pt x="5262" y="0"/>
                    </a:lnTo>
                    <a:lnTo>
                      <a:pt x="2387" y="588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9" name="Surface mesh patch"/>
              <p:cNvSpPr/>
              <p:nvPr/>
            </p:nvSpPr>
            <p:spPr>
              <a:xfrm>
                <a:off x="3397212" y="1755736"/>
                <a:ext cx="50120" cy="19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4">
                    <a:moveTo>
                      <a:pt x="0" y="2084"/>
                    </a:moveTo>
                    <a:lnTo>
                      <a:pt x="2875" y="1963"/>
                    </a:lnTo>
                    <a:lnTo>
                      <a:pt x="5262" y="2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0" name="Surface mesh patch"/>
              <p:cNvSpPr/>
              <p:nvPr/>
            </p:nvSpPr>
            <p:spPr>
              <a:xfrm>
                <a:off x="3447331" y="1741615"/>
                <a:ext cx="50120" cy="21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8">
                    <a:moveTo>
                      <a:pt x="0" y="1760"/>
                    </a:moveTo>
                    <a:lnTo>
                      <a:pt x="2875" y="2308"/>
                    </a:lnTo>
                    <a:lnTo>
                      <a:pt x="5262" y="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1" name="Surface mesh patch"/>
              <p:cNvSpPr/>
              <p:nvPr/>
            </p:nvSpPr>
            <p:spPr>
              <a:xfrm>
                <a:off x="3497451" y="1735117"/>
                <a:ext cx="50120" cy="22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83">
                    <a:moveTo>
                      <a:pt x="0" y="1501"/>
                    </a:moveTo>
                    <a:lnTo>
                      <a:pt x="2875" y="2383"/>
                    </a:lnTo>
                    <a:lnTo>
                      <a:pt x="5262" y="10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2" name="Surface mesh patch"/>
              <p:cNvSpPr/>
              <p:nvPr/>
            </p:nvSpPr>
            <p:spPr>
              <a:xfrm>
                <a:off x="3547571" y="1731653"/>
                <a:ext cx="50120" cy="21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1">
                    <a:moveTo>
                      <a:pt x="0" y="1375"/>
                    </a:moveTo>
                    <a:lnTo>
                      <a:pt x="2875" y="2281"/>
                    </a:lnTo>
                    <a:lnTo>
                      <a:pt x="5262" y="9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3" name="Surface mesh patch"/>
              <p:cNvSpPr/>
              <p:nvPr/>
            </p:nvSpPr>
            <p:spPr>
              <a:xfrm>
                <a:off x="3597690" y="1727210"/>
                <a:ext cx="50120" cy="198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7">
                    <a:moveTo>
                      <a:pt x="0" y="1383"/>
                    </a:moveTo>
                    <a:lnTo>
                      <a:pt x="2875" y="2087"/>
                    </a:lnTo>
                    <a:lnTo>
                      <a:pt x="5262" y="6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4" name="Surface mesh patch"/>
              <p:cNvSpPr/>
              <p:nvPr/>
            </p:nvSpPr>
            <p:spPr>
              <a:xfrm>
                <a:off x="3647810" y="1719247"/>
                <a:ext cx="50120" cy="17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1478"/>
                    </a:moveTo>
                    <a:lnTo>
                      <a:pt x="2875" y="1876"/>
                    </a:lnTo>
                    <a:lnTo>
                      <a:pt x="5262" y="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5" name="Surface mesh patch"/>
              <p:cNvSpPr/>
              <p:nvPr/>
            </p:nvSpPr>
            <p:spPr>
              <a:xfrm>
                <a:off x="3697929" y="1706996"/>
                <a:ext cx="50120" cy="162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4">
                    <a:moveTo>
                      <a:pt x="0" y="1598"/>
                    </a:moveTo>
                    <a:lnTo>
                      <a:pt x="2875" y="1704"/>
                    </a:lnTo>
                    <a:lnTo>
                      <a:pt x="5262" y="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6" name="Surface mesh patch"/>
              <p:cNvSpPr/>
              <p:nvPr/>
            </p:nvSpPr>
            <p:spPr>
              <a:xfrm>
                <a:off x="2773044" y="1793921"/>
                <a:ext cx="50120" cy="31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6">
                    <a:moveTo>
                      <a:pt x="0" y="0"/>
                    </a:moveTo>
                    <a:lnTo>
                      <a:pt x="2875" y="1887"/>
                    </a:lnTo>
                    <a:lnTo>
                      <a:pt x="5262" y="3346"/>
                    </a:lnTo>
                    <a:lnTo>
                      <a:pt x="2387" y="1473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7" name="Surface mesh patch"/>
              <p:cNvSpPr/>
              <p:nvPr/>
            </p:nvSpPr>
            <p:spPr>
              <a:xfrm>
                <a:off x="2823164" y="1825796"/>
                <a:ext cx="50120" cy="340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1">
                    <a:moveTo>
                      <a:pt x="0" y="0"/>
                    </a:moveTo>
                    <a:lnTo>
                      <a:pt x="2875" y="1420"/>
                    </a:lnTo>
                    <a:lnTo>
                      <a:pt x="5262" y="3571"/>
                    </a:lnTo>
                    <a:lnTo>
                      <a:pt x="2387" y="2238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8" name="Surface mesh patch"/>
              <p:cNvSpPr/>
              <p:nvPr/>
            </p:nvSpPr>
            <p:spPr>
              <a:xfrm>
                <a:off x="2873283" y="1859807"/>
                <a:ext cx="50120" cy="337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8">
                    <a:moveTo>
                      <a:pt x="0" y="0"/>
                    </a:moveTo>
                    <a:lnTo>
                      <a:pt x="2875" y="747"/>
                    </a:lnTo>
                    <a:lnTo>
                      <a:pt x="5262" y="3548"/>
                    </a:lnTo>
                    <a:lnTo>
                      <a:pt x="2387" y="2987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9" name="Surface mesh patch"/>
              <p:cNvSpPr/>
              <p:nvPr/>
            </p:nvSpPr>
            <p:spPr>
              <a:xfrm>
                <a:off x="2923403" y="1892609"/>
                <a:ext cx="50120" cy="347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2">
                    <a:moveTo>
                      <a:pt x="0" y="104"/>
                    </a:moveTo>
                    <a:lnTo>
                      <a:pt x="2875" y="0"/>
                    </a:lnTo>
                    <a:lnTo>
                      <a:pt x="5262" y="3245"/>
                    </a:lnTo>
                    <a:lnTo>
                      <a:pt x="2387" y="3652"/>
                    </a:lnTo>
                    <a:close/>
                  </a:path>
                </a:pathLst>
              </a:custGeom>
              <a:solidFill>
                <a:srgbClr val="8caafd"/>
              </a:solidFill>
              <a:ln w="3334" cap="flat" cmpd="sng" algn="ctr">
                <a:solidFill>
                  <a:srgbClr val="8c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0" name="Surface mesh patch"/>
              <p:cNvSpPr/>
              <p:nvPr/>
            </p:nvSpPr>
            <p:spPr>
              <a:xfrm>
                <a:off x="2973523" y="1913288"/>
                <a:ext cx="50120" cy="45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1">
                    <a:moveTo>
                      <a:pt x="0" y="1074"/>
                    </a:moveTo>
                    <a:lnTo>
                      <a:pt x="2875" y="0"/>
                    </a:lnTo>
                    <a:lnTo>
                      <a:pt x="5262" y="3327"/>
                    </a:lnTo>
                    <a:lnTo>
                      <a:pt x="2387" y="4811"/>
                    </a:lnTo>
                    <a:close/>
                  </a:path>
                </a:pathLst>
              </a:custGeom>
              <a:solidFill>
                <a:srgbClr val="85a2fd"/>
              </a:solidFill>
              <a:ln w="3334" cap="flat" cmpd="sng" algn="ctr">
                <a:solidFill>
                  <a:srgbClr val="85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1" name="Surface mesh patch"/>
              <p:cNvSpPr/>
              <p:nvPr/>
            </p:nvSpPr>
            <p:spPr>
              <a:xfrm>
                <a:off x="3023642" y="1925421"/>
                <a:ext cx="50120" cy="52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79">
                    <a:moveTo>
                      <a:pt x="0" y="2053"/>
                    </a:moveTo>
                    <a:lnTo>
                      <a:pt x="2875" y="0"/>
                    </a:lnTo>
                    <a:lnTo>
                      <a:pt x="5262" y="2960"/>
                    </a:lnTo>
                    <a:lnTo>
                      <a:pt x="2387" y="5479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2" name="Surface mesh patch"/>
              <p:cNvSpPr/>
              <p:nvPr/>
            </p:nvSpPr>
            <p:spPr>
              <a:xfrm>
                <a:off x="3073762" y="1926110"/>
                <a:ext cx="50120" cy="52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04">
                    <a:moveTo>
                      <a:pt x="0" y="2887"/>
                    </a:moveTo>
                    <a:lnTo>
                      <a:pt x="2875" y="0"/>
                    </a:lnTo>
                    <a:lnTo>
                      <a:pt x="5262" y="2180"/>
                    </a:lnTo>
                    <a:lnTo>
                      <a:pt x="2387" y="5504"/>
                    </a:lnTo>
                    <a:close/>
                  </a:path>
                </a:pathLst>
              </a:custGeom>
              <a:solidFill>
                <a:srgbClr val="7f9dfd"/>
              </a:solidFill>
              <a:ln w="3334" cap="flat" cmpd="sng" algn="ctr">
                <a:solidFill>
                  <a:srgbClr val="7f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3" name="Surface mesh patch"/>
              <p:cNvSpPr/>
              <p:nvPr/>
            </p:nvSpPr>
            <p:spPr>
              <a:xfrm>
                <a:off x="3123882" y="1914389"/>
                <a:ext cx="50120" cy="464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72">
                    <a:moveTo>
                      <a:pt x="0" y="3411"/>
                    </a:moveTo>
                    <a:lnTo>
                      <a:pt x="2875" y="0"/>
                    </a:lnTo>
                    <a:lnTo>
                      <a:pt x="5262" y="1152"/>
                    </a:lnTo>
                    <a:lnTo>
                      <a:pt x="2387" y="4872"/>
                    </a:lnTo>
                    <a:close/>
                  </a:path>
                </a:pathLst>
              </a:custGeom>
              <a:solidFill>
                <a:srgbClr val="83a1fd"/>
              </a:solidFill>
              <a:ln w="3334" cap="flat" cmpd="sng" algn="ctr">
                <a:solidFill>
                  <a:srgbClr val="83a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4" name="Surface mesh patch"/>
              <p:cNvSpPr/>
              <p:nvPr/>
            </p:nvSpPr>
            <p:spPr>
              <a:xfrm>
                <a:off x="3174001" y="1892015"/>
                <a:ext cx="50120" cy="35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7">
                    <a:moveTo>
                      <a:pt x="0" y="3501"/>
                    </a:moveTo>
                    <a:lnTo>
                      <a:pt x="2875" y="0"/>
                    </a:lnTo>
                    <a:lnTo>
                      <a:pt x="5262" y="104"/>
                    </a:lnTo>
                    <a:lnTo>
                      <a:pt x="2387" y="3717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5" name="Surface mesh patch"/>
              <p:cNvSpPr/>
              <p:nvPr/>
            </p:nvSpPr>
            <p:spPr>
              <a:xfrm>
                <a:off x="3224121" y="1856098"/>
                <a:ext cx="50120" cy="36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5">
                    <a:moveTo>
                      <a:pt x="0" y="3875"/>
                    </a:moveTo>
                    <a:lnTo>
                      <a:pt x="2875" y="748"/>
                    </a:lnTo>
                    <a:lnTo>
                      <a:pt x="5262" y="0"/>
                    </a:lnTo>
                    <a:lnTo>
                      <a:pt x="2387" y="3024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6" name="Surface mesh patch"/>
              <p:cNvSpPr/>
              <p:nvPr/>
            </p:nvSpPr>
            <p:spPr>
              <a:xfrm>
                <a:off x="3274240" y="1821228"/>
                <a:ext cx="50120" cy="34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1">
                    <a:moveTo>
                      <a:pt x="0" y="3661"/>
                    </a:moveTo>
                    <a:lnTo>
                      <a:pt x="2875" y="1287"/>
                    </a:lnTo>
                    <a:lnTo>
                      <a:pt x="5262" y="0"/>
                    </a:lnTo>
                    <a:lnTo>
                      <a:pt x="2387" y="2099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7" name="Surface mesh patch"/>
              <p:cNvSpPr/>
              <p:nvPr/>
            </p:nvSpPr>
            <p:spPr>
              <a:xfrm>
                <a:off x="3324360" y="1793330"/>
                <a:ext cx="50120" cy="2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9">
                    <a:moveTo>
                      <a:pt x="0" y="2929"/>
                    </a:moveTo>
                    <a:lnTo>
                      <a:pt x="2875" y="1509"/>
                    </a:lnTo>
                    <a:lnTo>
                      <a:pt x="5262" y="0"/>
                    </a:lnTo>
                    <a:lnTo>
                      <a:pt x="2387" y="1058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8" name="Surface mesh patch"/>
              <p:cNvSpPr/>
              <p:nvPr/>
            </p:nvSpPr>
            <p:spPr>
              <a:xfrm>
                <a:off x="3374480" y="1774433"/>
                <a:ext cx="50120" cy="18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4">
                    <a:moveTo>
                      <a:pt x="0" y="1984"/>
                    </a:moveTo>
                    <a:lnTo>
                      <a:pt x="2875" y="1509"/>
                    </a:lnTo>
                    <a:lnTo>
                      <a:pt x="5262" y="0"/>
                    </a:lnTo>
                    <a:lnTo>
                      <a:pt x="2387" y="121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9" name="Surface mesh patch"/>
              <p:cNvSpPr/>
              <p:nvPr/>
            </p:nvSpPr>
            <p:spPr>
              <a:xfrm>
                <a:off x="3424599" y="1758377"/>
                <a:ext cx="50120" cy="18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3">
                    <a:moveTo>
                      <a:pt x="0" y="1686"/>
                    </a:moveTo>
                    <a:lnTo>
                      <a:pt x="2875" y="1963"/>
                    </a:lnTo>
                    <a:lnTo>
                      <a:pt x="5262" y="5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0" name="Surface mesh patch"/>
              <p:cNvSpPr/>
              <p:nvPr/>
            </p:nvSpPr>
            <p:spPr>
              <a:xfrm>
                <a:off x="3474719" y="1749410"/>
                <a:ext cx="50120" cy="211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20">
                    <a:moveTo>
                      <a:pt x="0" y="1489"/>
                    </a:moveTo>
                    <a:lnTo>
                      <a:pt x="2875" y="2220"/>
                    </a:lnTo>
                    <a:lnTo>
                      <a:pt x="5262" y="8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1" name="Surface mesh patch"/>
              <p:cNvSpPr/>
              <p:nvPr/>
            </p:nvSpPr>
            <p:spPr>
              <a:xfrm>
                <a:off x="3524839" y="1744754"/>
                <a:ext cx="50120" cy="21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38">
                    <a:moveTo>
                      <a:pt x="0" y="1371"/>
                    </a:moveTo>
                    <a:lnTo>
                      <a:pt x="2875" y="2238"/>
                    </a:lnTo>
                    <a:lnTo>
                      <a:pt x="5262" y="9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2" name="Surface mesh patch"/>
              <p:cNvSpPr/>
              <p:nvPr/>
            </p:nvSpPr>
            <p:spPr>
              <a:xfrm>
                <a:off x="3574958" y="1740387"/>
                <a:ext cx="50120" cy="201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1">
                    <a:moveTo>
                      <a:pt x="0" y="1364"/>
                    </a:moveTo>
                    <a:lnTo>
                      <a:pt x="2875" y="2111"/>
                    </a:lnTo>
                    <a:lnTo>
                      <a:pt x="5262" y="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3" name="Surface mesh patch"/>
              <p:cNvSpPr/>
              <p:nvPr/>
            </p:nvSpPr>
            <p:spPr>
              <a:xfrm>
                <a:off x="3625078" y="1733330"/>
                <a:ext cx="50120" cy="183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45"/>
                    </a:moveTo>
                    <a:lnTo>
                      <a:pt x="2875" y="1923"/>
                    </a:lnTo>
                    <a:lnTo>
                      <a:pt x="5262" y="3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4" name="Surface mesh patch"/>
              <p:cNvSpPr/>
              <p:nvPr/>
            </p:nvSpPr>
            <p:spPr>
              <a:xfrm>
                <a:off x="3675198" y="1722220"/>
                <a:ext cx="50120" cy="166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5">
                    <a:moveTo>
                      <a:pt x="0" y="1564"/>
                    </a:moveTo>
                    <a:lnTo>
                      <a:pt x="2875" y="1745"/>
                    </a:lnTo>
                    <a:lnTo>
                      <a:pt x="5262" y="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5" name="Surface mesh patch"/>
              <p:cNvSpPr/>
              <p:nvPr/>
            </p:nvSpPr>
            <p:spPr>
              <a:xfrm>
                <a:off x="2800432" y="1811899"/>
                <a:ext cx="50120" cy="274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9">
                    <a:moveTo>
                      <a:pt x="0" y="0"/>
                    </a:moveTo>
                    <a:lnTo>
                      <a:pt x="2875" y="1518"/>
                    </a:lnTo>
                    <a:lnTo>
                      <a:pt x="5262" y="2879"/>
                    </a:lnTo>
                    <a:lnTo>
                      <a:pt x="2387" y="1459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6" name="Surface mesh patch"/>
              <p:cNvSpPr/>
              <p:nvPr/>
            </p:nvSpPr>
            <p:spPr>
              <a:xfrm>
                <a:off x="2850551" y="1839318"/>
                <a:ext cx="50120" cy="27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9">
                    <a:moveTo>
                      <a:pt x="0" y="0"/>
                    </a:moveTo>
                    <a:lnTo>
                      <a:pt x="2875" y="929"/>
                    </a:lnTo>
                    <a:lnTo>
                      <a:pt x="5262" y="2899"/>
                    </a:lnTo>
                    <a:lnTo>
                      <a:pt x="2387" y="2151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7" name="Surface mesh patch"/>
              <p:cNvSpPr/>
              <p:nvPr/>
            </p:nvSpPr>
            <p:spPr>
              <a:xfrm>
                <a:off x="2900671" y="1866927"/>
                <a:ext cx="50120" cy="26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00">
                    <a:moveTo>
                      <a:pt x="0" y="0"/>
                    </a:moveTo>
                    <a:lnTo>
                      <a:pt x="2875" y="182"/>
                    </a:lnTo>
                    <a:lnTo>
                      <a:pt x="5262" y="2696"/>
                    </a:lnTo>
                    <a:lnTo>
                      <a:pt x="2387" y="280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8" name="Surface mesh patch"/>
              <p:cNvSpPr/>
              <p:nvPr/>
            </p:nvSpPr>
            <p:spPr>
              <a:xfrm>
                <a:off x="2950791" y="1886133"/>
                <a:ext cx="50120" cy="373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25">
                    <a:moveTo>
                      <a:pt x="0" y="680"/>
                    </a:moveTo>
                    <a:lnTo>
                      <a:pt x="2875" y="0"/>
                    </a:lnTo>
                    <a:lnTo>
                      <a:pt x="5262" y="2851"/>
                    </a:lnTo>
                    <a:lnTo>
                      <a:pt x="2387" y="3925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9" name="Surface mesh patch"/>
              <p:cNvSpPr/>
              <p:nvPr/>
            </p:nvSpPr>
            <p:spPr>
              <a:xfrm>
                <a:off x="3000910" y="1898278"/>
                <a:ext cx="50120" cy="46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3">
                    <a:moveTo>
                      <a:pt x="0" y="1576"/>
                    </a:moveTo>
                    <a:lnTo>
                      <a:pt x="2875" y="0"/>
                    </a:lnTo>
                    <a:lnTo>
                      <a:pt x="5262" y="2850"/>
                    </a:lnTo>
                    <a:lnTo>
                      <a:pt x="2387" y="4903"/>
                    </a:lnTo>
                    <a:close/>
                  </a:path>
                </a:pathLst>
              </a:custGeom>
              <a:solidFill>
                <a:srgbClr val="8ca9fd"/>
              </a:solidFill>
              <a:ln w="3334" cap="flat" cmpd="sng" algn="ctr">
                <a:solidFill>
                  <a:srgbClr val="8c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0" name="Surface mesh patch"/>
              <p:cNvSpPr/>
              <p:nvPr/>
            </p:nvSpPr>
            <p:spPr>
              <a:xfrm>
                <a:off x="3051030" y="1902674"/>
                <a:ext cx="50120" cy="50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48">
                    <a:moveTo>
                      <a:pt x="0" y="2388"/>
                    </a:moveTo>
                    <a:lnTo>
                      <a:pt x="2875" y="0"/>
                    </a:lnTo>
                    <a:lnTo>
                      <a:pt x="5262" y="2460"/>
                    </a:lnTo>
                    <a:lnTo>
                      <a:pt x="2387" y="5348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1" name="Surface mesh patch"/>
              <p:cNvSpPr/>
              <p:nvPr/>
            </p:nvSpPr>
            <p:spPr>
              <a:xfrm>
                <a:off x="3101150" y="1897766"/>
                <a:ext cx="50120" cy="49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56">
                    <a:moveTo>
                      <a:pt x="0" y="2976"/>
                    </a:moveTo>
                    <a:lnTo>
                      <a:pt x="2875" y="0"/>
                    </a:lnTo>
                    <a:lnTo>
                      <a:pt x="5262" y="1745"/>
                    </a:lnTo>
                    <a:lnTo>
                      <a:pt x="2387" y="515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2" name="Surface mesh patch"/>
              <p:cNvSpPr/>
              <p:nvPr/>
            </p:nvSpPr>
            <p:spPr>
              <a:xfrm>
                <a:off x="3151269" y="1883796"/>
                <a:ext cx="50120" cy="41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64">
                    <a:moveTo>
                      <a:pt x="0" y="3212"/>
                    </a:moveTo>
                    <a:lnTo>
                      <a:pt x="2875" y="0"/>
                    </a:lnTo>
                    <a:lnTo>
                      <a:pt x="5262" y="863"/>
                    </a:lnTo>
                    <a:lnTo>
                      <a:pt x="2387" y="4364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3" name="Surface mesh patch"/>
              <p:cNvSpPr/>
              <p:nvPr/>
            </p:nvSpPr>
            <p:spPr>
              <a:xfrm>
                <a:off x="3201389" y="1863135"/>
                <a:ext cx="50120" cy="298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37">
                    <a:moveTo>
                      <a:pt x="0" y="3032"/>
                    </a:moveTo>
                    <a:lnTo>
                      <a:pt x="2875" y="0"/>
                    </a:lnTo>
                    <a:lnTo>
                      <a:pt x="5262" y="10"/>
                    </a:lnTo>
                    <a:lnTo>
                      <a:pt x="2387" y="3137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4" name="Surface mesh patch"/>
              <p:cNvSpPr/>
              <p:nvPr/>
            </p:nvSpPr>
            <p:spPr>
              <a:xfrm>
                <a:off x="3251509" y="1833483"/>
                <a:ext cx="50120" cy="297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23">
                    <a:moveTo>
                      <a:pt x="0" y="3123"/>
                    </a:moveTo>
                    <a:lnTo>
                      <a:pt x="2875" y="655"/>
                    </a:lnTo>
                    <a:lnTo>
                      <a:pt x="5262" y="0"/>
                    </a:lnTo>
                    <a:lnTo>
                      <a:pt x="2387" y="2374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5" name="Surface mesh patch"/>
              <p:cNvSpPr/>
              <p:nvPr/>
            </p:nvSpPr>
            <p:spPr>
              <a:xfrm>
                <a:off x="3301628" y="1807708"/>
                <a:ext cx="50120" cy="25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6">
                    <a:moveTo>
                      <a:pt x="0" y="2706"/>
                    </a:moveTo>
                    <a:lnTo>
                      <a:pt x="2875" y="1062"/>
                    </a:lnTo>
                    <a:lnTo>
                      <a:pt x="5262" y="0"/>
                    </a:lnTo>
                    <a:lnTo>
                      <a:pt x="2387" y="1419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6" name="Surface mesh patch"/>
              <p:cNvSpPr/>
              <p:nvPr/>
            </p:nvSpPr>
            <p:spPr>
              <a:xfrm>
                <a:off x="3351748" y="1788810"/>
                <a:ext cx="50120" cy="18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4">
                    <a:moveTo>
                      <a:pt x="0" y="1984"/>
                    </a:moveTo>
                    <a:lnTo>
                      <a:pt x="2875" y="1237"/>
                    </a:lnTo>
                    <a:lnTo>
                      <a:pt x="5262" y="0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7" name="Surface mesh patch"/>
              <p:cNvSpPr/>
              <p:nvPr/>
            </p:nvSpPr>
            <p:spPr>
              <a:xfrm>
                <a:off x="3401868" y="1774433"/>
                <a:ext cx="50120" cy="147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46">
                    <a:moveTo>
                      <a:pt x="0" y="1509"/>
                    </a:moveTo>
                    <a:lnTo>
                      <a:pt x="2875" y="1546"/>
                    </a:lnTo>
                    <a:lnTo>
                      <a:pt x="5262" y="2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8" name="Surface mesh patch"/>
              <p:cNvSpPr/>
              <p:nvPr/>
            </p:nvSpPr>
            <p:spPr>
              <a:xfrm>
                <a:off x="3451987" y="1763597"/>
                <a:ext cx="50120" cy="18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8">
                    <a:moveTo>
                      <a:pt x="0" y="1415"/>
                    </a:moveTo>
                    <a:lnTo>
                      <a:pt x="2875" y="1988"/>
                    </a:lnTo>
                    <a:lnTo>
                      <a:pt x="5262" y="7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9" name="Surface mesh patch"/>
              <p:cNvSpPr/>
              <p:nvPr/>
            </p:nvSpPr>
            <p:spPr>
              <a:xfrm>
                <a:off x="3502107" y="1757817"/>
                <a:ext cx="50120" cy="20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46">
                    <a:moveTo>
                      <a:pt x="0" y="1337"/>
                    </a:moveTo>
                    <a:lnTo>
                      <a:pt x="2875" y="2146"/>
                    </a:lnTo>
                    <a:lnTo>
                      <a:pt x="5262" y="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0" name="Surface mesh patch"/>
              <p:cNvSpPr/>
              <p:nvPr/>
            </p:nvSpPr>
            <p:spPr>
              <a:xfrm>
                <a:off x="3552226" y="1753377"/>
                <a:ext cx="50120" cy="20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5">
                    <a:moveTo>
                      <a:pt x="0" y="1333"/>
                    </a:moveTo>
                    <a:lnTo>
                      <a:pt x="2875" y="2105"/>
                    </a:lnTo>
                    <a:lnTo>
                      <a:pt x="5262" y="7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1" name="Surface mesh patch"/>
              <p:cNvSpPr/>
              <p:nvPr/>
            </p:nvSpPr>
            <p:spPr>
              <a:xfrm>
                <a:off x="3602346" y="1747092"/>
                <a:ext cx="50120" cy="18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9">
                    <a:moveTo>
                      <a:pt x="0" y="1407"/>
                    </a:moveTo>
                    <a:lnTo>
                      <a:pt x="2875" y="1959"/>
                    </a:lnTo>
                    <a:lnTo>
                      <a:pt x="5262" y="4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2" name="Surface mesh patch"/>
              <p:cNvSpPr/>
              <p:nvPr/>
            </p:nvSpPr>
            <p:spPr>
              <a:xfrm>
                <a:off x="3652466" y="1737119"/>
                <a:ext cx="50120" cy="17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7">
                    <a:moveTo>
                      <a:pt x="0" y="1526"/>
                    </a:moveTo>
                    <a:lnTo>
                      <a:pt x="2875" y="1787"/>
                    </a:lnTo>
                    <a:lnTo>
                      <a:pt x="5262" y="1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3" name="Surface mesh patch"/>
              <p:cNvSpPr/>
              <p:nvPr/>
            </p:nvSpPr>
            <p:spPr>
              <a:xfrm>
                <a:off x="2827820" y="1826354"/>
                <a:ext cx="50120" cy="218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0">
                    <a:moveTo>
                      <a:pt x="0" y="0"/>
                    </a:moveTo>
                    <a:lnTo>
                      <a:pt x="2875" y="1104"/>
                    </a:lnTo>
                    <a:lnTo>
                      <a:pt x="5262" y="2290"/>
                    </a:lnTo>
                    <a:lnTo>
                      <a:pt x="2387" y="1361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4" name="Surface mesh patch"/>
              <p:cNvSpPr/>
              <p:nvPr/>
            </p:nvSpPr>
            <p:spPr>
              <a:xfrm>
                <a:off x="2877939" y="1848170"/>
                <a:ext cx="50120" cy="20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1">
                    <a:moveTo>
                      <a:pt x="0" y="0"/>
                    </a:moveTo>
                    <a:lnTo>
                      <a:pt x="2875" y="443"/>
                    </a:lnTo>
                    <a:lnTo>
                      <a:pt x="5262" y="2151"/>
                    </a:lnTo>
                    <a:lnTo>
                      <a:pt x="2387" y="1969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5" name="Surface mesh patch"/>
              <p:cNvSpPr/>
              <p:nvPr/>
            </p:nvSpPr>
            <p:spPr>
              <a:xfrm>
                <a:off x="2928059" y="1865617"/>
                <a:ext cx="50120" cy="269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4">
                    <a:moveTo>
                      <a:pt x="0" y="319"/>
                    </a:moveTo>
                    <a:lnTo>
                      <a:pt x="2875" y="0"/>
                    </a:lnTo>
                    <a:lnTo>
                      <a:pt x="5262" y="2154"/>
                    </a:lnTo>
                    <a:lnTo>
                      <a:pt x="2387" y="2834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6" name="Surface mesh patch"/>
              <p:cNvSpPr/>
              <p:nvPr/>
            </p:nvSpPr>
            <p:spPr>
              <a:xfrm>
                <a:off x="2978179" y="1875441"/>
                <a:ext cx="50120" cy="378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3">
                    <a:moveTo>
                      <a:pt x="0" y="1122"/>
                    </a:moveTo>
                    <a:lnTo>
                      <a:pt x="2875" y="0"/>
                    </a:lnTo>
                    <a:lnTo>
                      <a:pt x="5262" y="2398"/>
                    </a:lnTo>
                    <a:lnTo>
                      <a:pt x="2387" y="3973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7" name="Surface mesh patch"/>
              <p:cNvSpPr/>
              <p:nvPr/>
            </p:nvSpPr>
            <p:spPr>
              <a:xfrm>
                <a:off x="3028298" y="1880380"/>
                <a:ext cx="50120" cy="45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9">
                    <a:moveTo>
                      <a:pt x="0" y="1879"/>
                    </a:moveTo>
                    <a:lnTo>
                      <a:pt x="2875" y="0"/>
                    </a:lnTo>
                    <a:lnTo>
                      <a:pt x="5262" y="2341"/>
                    </a:lnTo>
                    <a:lnTo>
                      <a:pt x="2387" y="4729"/>
                    </a:lnTo>
                    <a:close/>
                  </a:path>
                </a:pathLst>
              </a:custGeom>
              <a:solidFill>
                <a:srgbClr val="93b1fd"/>
              </a:solidFill>
              <a:ln w="3334" cap="flat" cmpd="sng" algn="ctr">
                <a:solidFill>
                  <a:srgbClr val="93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8" name="Surface mesh patch"/>
              <p:cNvSpPr/>
              <p:nvPr/>
            </p:nvSpPr>
            <p:spPr>
              <a:xfrm>
                <a:off x="3078418" y="1879080"/>
                <a:ext cx="50120" cy="470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7">
                    <a:moveTo>
                      <a:pt x="0" y="2477"/>
                    </a:moveTo>
                    <a:lnTo>
                      <a:pt x="2875" y="0"/>
                    </a:lnTo>
                    <a:lnTo>
                      <a:pt x="5262" y="1962"/>
                    </a:lnTo>
                    <a:lnTo>
                      <a:pt x="2387" y="4937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9" name="Surface mesh patch"/>
              <p:cNvSpPr/>
              <p:nvPr/>
            </p:nvSpPr>
            <p:spPr>
              <a:xfrm>
                <a:off x="3128537" y="1871074"/>
                <a:ext cx="50120" cy="43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8">
                    <a:moveTo>
                      <a:pt x="0" y="2802"/>
                    </a:moveTo>
                    <a:lnTo>
                      <a:pt x="2875" y="0"/>
                    </a:lnTo>
                    <a:lnTo>
                      <a:pt x="5262" y="1336"/>
                    </a:lnTo>
                    <a:lnTo>
                      <a:pt x="2387" y="4548"/>
                    </a:lnTo>
                    <a:close/>
                  </a:path>
                </a:pathLst>
              </a:custGeom>
              <a:solidFill>
                <a:srgbClr val="95b3fd"/>
              </a:solidFill>
              <a:ln w="3334" cap="flat" cmpd="sng" algn="ctr">
                <a:solidFill>
                  <a:srgbClr val="95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0" name="Surface mesh patch"/>
              <p:cNvSpPr/>
              <p:nvPr/>
            </p:nvSpPr>
            <p:spPr>
              <a:xfrm>
                <a:off x="3178657" y="1857361"/>
                <a:ext cx="50120" cy="3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775"/>
                    </a:moveTo>
                    <a:lnTo>
                      <a:pt x="2875" y="0"/>
                    </a:lnTo>
                    <a:lnTo>
                      <a:pt x="5262" y="606"/>
                    </a:lnTo>
                    <a:lnTo>
                      <a:pt x="2387" y="3638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1" name="Surface mesh patch"/>
              <p:cNvSpPr/>
              <p:nvPr/>
            </p:nvSpPr>
            <p:spPr>
              <a:xfrm>
                <a:off x="3228777" y="1839726"/>
                <a:ext cx="50120" cy="235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7">
                    <a:moveTo>
                      <a:pt x="0" y="2458"/>
                    </a:moveTo>
                    <a:lnTo>
                      <a:pt x="2875" y="70"/>
                    </a:lnTo>
                    <a:lnTo>
                      <a:pt x="5262" y="0"/>
                    </a:lnTo>
                    <a:lnTo>
                      <a:pt x="2387" y="2467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2" name="Surface mesh patch"/>
              <p:cNvSpPr/>
              <p:nvPr/>
            </p:nvSpPr>
            <p:spPr>
              <a:xfrm>
                <a:off x="3278896" y="1817825"/>
                <a:ext cx="50120" cy="219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9">
                    <a:moveTo>
                      <a:pt x="0" y="2299"/>
                    </a:moveTo>
                    <a:lnTo>
                      <a:pt x="2875" y="581"/>
                    </a:lnTo>
                    <a:lnTo>
                      <a:pt x="5262" y="0"/>
                    </a:lnTo>
                    <a:lnTo>
                      <a:pt x="2387" y="1644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3" name="Surface mesh patch"/>
              <p:cNvSpPr/>
              <p:nvPr/>
            </p:nvSpPr>
            <p:spPr>
              <a:xfrm>
                <a:off x="3329016" y="1800592"/>
                <a:ext cx="50120" cy="172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9">
                    <a:moveTo>
                      <a:pt x="0" y="1809"/>
                    </a:moveTo>
                    <a:lnTo>
                      <a:pt x="2875" y="896"/>
                    </a:lnTo>
                    <a:lnTo>
                      <a:pt x="5262" y="0"/>
                    </a:lnTo>
                    <a:lnTo>
                      <a:pt x="2387" y="747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4" name="Surface mesh patch"/>
              <p:cNvSpPr/>
              <p:nvPr/>
            </p:nvSpPr>
            <p:spPr>
              <a:xfrm>
                <a:off x="3379136" y="1788810"/>
                <a:ext cx="50120" cy="11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7">
                    <a:moveTo>
                      <a:pt x="0" y="1237"/>
                    </a:moveTo>
                    <a:lnTo>
                      <a:pt x="2875" y="1090"/>
                    </a:lnTo>
                    <a:lnTo>
                      <a:pt x="5262" y="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5" name="Surface mesh patch"/>
              <p:cNvSpPr/>
              <p:nvPr/>
            </p:nvSpPr>
            <p:spPr>
              <a:xfrm>
                <a:off x="3429255" y="1777078"/>
                <a:ext cx="50120" cy="162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2">
                    <a:moveTo>
                      <a:pt x="0" y="1268"/>
                    </a:moveTo>
                    <a:lnTo>
                      <a:pt x="2875" y="1702"/>
                    </a:lnTo>
                    <a:lnTo>
                      <a:pt x="5262" y="5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6" name="Surface mesh patch"/>
              <p:cNvSpPr/>
              <p:nvPr/>
            </p:nvSpPr>
            <p:spPr>
              <a:xfrm>
                <a:off x="3479375" y="1770551"/>
                <a:ext cx="50120" cy="19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5">
                    <a:moveTo>
                      <a:pt x="0" y="1258"/>
                    </a:moveTo>
                    <a:lnTo>
                      <a:pt x="2875" y="2005"/>
                    </a:lnTo>
                    <a:lnTo>
                      <a:pt x="5262" y="8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7" name="Surface mesh patch"/>
              <p:cNvSpPr/>
              <p:nvPr/>
            </p:nvSpPr>
            <p:spPr>
              <a:xfrm>
                <a:off x="3529495" y="1766069"/>
                <a:ext cx="50120" cy="196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7">
                    <a:moveTo>
                      <a:pt x="0" y="1279"/>
                    </a:moveTo>
                    <a:lnTo>
                      <a:pt x="2875" y="2067"/>
                    </a:lnTo>
                    <a:lnTo>
                      <a:pt x="5262" y="7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8" name="Surface mesh patch"/>
              <p:cNvSpPr/>
              <p:nvPr/>
            </p:nvSpPr>
            <p:spPr>
              <a:xfrm>
                <a:off x="3579614" y="1760491"/>
                <a:ext cx="50120" cy="18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8">
                    <a:moveTo>
                      <a:pt x="0" y="1359"/>
                    </a:moveTo>
                    <a:lnTo>
                      <a:pt x="2875" y="1978"/>
                    </a:lnTo>
                    <a:lnTo>
                      <a:pt x="5262" y="5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9" name="Surface mesh patch"/>
              <p:cNvSpPr/>
              <p:nvPr/>
            </p:nvSpPr>
            <p:spPr>
              <a:xfrm>
                <a:off x="3629734" y="1751651"/>
                <a:ext cx="50120" cy="173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5">
                    <a:moveTo>
                      <a:pt x="0" y="1480"/>
                    </a:moveTo>
                    <a:lnTo>
                      <a:pt x="2875" y="1825"/>
                    </a:lnTo>
                    <a:lnTo>
                      <a:pt x="5262" y="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0" name="Surface mesh patch"/>
              <p:cNvSpPr/>
              <p:nvPr/>
            </p:nvSpPr>
            <p:spPr>
              <a:xfrm>
                <a:off x="2855207" y="1836866"/>
                <a:ext cx="50120" cy="155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0">
                    <a:moveTo>
                      <a:pt x="0" y="0"/>
                    </a:moveTo>
                    <a:lnTo>
                      <a:pt x="2875" y="680"/>
                    </a:lnTo>
                    <a:lnTo>
                      <a:pt x="5262" y="1630"/>
                    </a:lnTo>
                    <a:lnTo>
                      <a:pt x="2387" y="1187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1" name="Surface mesh patch"/>
              <p:cNvSpPr/>
              <p:nvPr/>
            </p:nvSpPr>
            <p:spPr>
              <a:xfrm>
                <a:off x="2905327" y="1852391"/>
                <a:ext cx="50120" cy="16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8">
                    <a:moveTo>
                      <a:pt x="0" y="0"/>
                    </a:moveTo>
                    <a:lnTo>
                      <a:pt x="2875" y="1"/>
                    </a:lnTo>
                    <a:lnTo>
                      <a:pt x="5262" y="1389"/>
                    </a:lnTo>
                    <a:lnTo>
                      <a:pt x="2387" y="1708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2" name="Surface mesh patch"/>
              <p:cNvSpPr/>
              <p:nvPr/>
            </p:nvSpPr>
            <p:spPr>
              <a:xfrm>
                <a:off x="2955447" y="1858807"/>
                <a:ext cx="50120" cy="273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9">
                    <a:moveTo>
                      <a:pt x="0" y="715"/>
                    </a:moveTo>
                    <a:lnTo>
                      <a:pt x="2875" y="0"/>
                    </a:lnTo>
                    <a:lnTo>
                      <a:pt x="5262" y="1746"/>
                    </a:lnTo>
                    <a:lnTo>
                      <a:pt x="2387" y="2869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3" name="Surface mesh patch"/>
              <p:cNvSpPr/>
              <p:nvPr/>
            </p:nvSpPr>
            <p:spPr>
              <a:xfrm>
                <a:off x="3005566" y="1862100"/>
                <a:ext cx="50120" cy="361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98">
                    <a:moveTo>
                      <a:pt x="0" y="1401"/>
                    </a:moveTo>
                    <a:lnTo>
                      <a:pt x="2875" y="0"/>
                    </a:lnTo>
                    <a:lnTo>
                      <a:pt x="5262" y="1919"/>
                    </a:lnTo>
                    <a:lnTo>
                      <a:pt x="2387" y="3798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4" name="Surface mesh patch"/>
              <p:cNvSpPr/>
              <p:nvPr/>
            </p:nvSpPr>
            <p:spPr>
              <a:xfrm>
                <a:off x="3055686" y="1861605"/>
                <a:ext cx="50120" cy="41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2">
                    <a:moveTo>
                      <a:pt x="0" y="1971"/>
                    </a:moveTo>
                    <a:lnTo>
                      <a:pt x="2875" y="0"/>
                    </a:lnTo>
                    <a:lnTo>
                      <a:pt x="5262" y="1835"/>
                    </a:lnTo>
                    <a:lnTo>
                      <a:pt x="2387" y="4312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5" name="Surface mesh patch"/>
              <p:cNvSpPr/>
              <p:nvPr/>
            </p:nvSpPr>
            <p:spPr>
              <a:xfrm>
                <a:off x="3105806" y="1856857"/>
                <a:ext cx="50120" cy="40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95">
                    <a:moveTo>
                      <a:pt x="0" y="2333"/>
                    </a:moveTo>
                    <a:lnTo>
                      <a:pt x="2875" y="0"/>
                    </a:lnTo>
                    <a:lnTo>
                      <a:pt x="5262" y="1493"/>
                    </a:lnTo>
                    <a:lnTo>
                      <a:pt x="2387" y="4295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6" name="Surface mesh patch"/>
              <p:cNvSpPr/>
              <p:nvPr/>
            </p:nvSpPr>
            <p:spPr>
              <a:xfrm>
                <a:off x="3155925" y="1848128"/>
                <a:ext cx="50120" cy="356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45">
                    <a:moveTo>
                      <a:pt x="0" y="2409"/>
                    </a:moveTo>
                    <a:lnTo>
                      <a:pt x="2875" y="0"/>
                    </a:lnTo>
                    <a:lnTo>
                      <a:pt x="5262" y="969"/>
                    </a:lnTo>
                    <a:lnTo>
                      <a:pt x="2387" y="3745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7" name="Surface mesh patch"/>
              <p:cNvSpPr/>
              <p:nvPr/>
            </p:nvSpPr>
            <p:spPr>
              <a:xfrm>
                <a:off x="3206045" y="1836707"/>
                <a:ext cx="50120" cy="264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5">
                    <a:moveTo>
                      <a:pt x="0" y="2168"/>
                    </a:moveTo>
                    <a:lnTo>
                      <a:pt x="2875" y="0"/>
                    </a:lnTo>
                    <a:lnTo>
                      <a:pt x="5262" y="387"/>
                    </a:lnTo>
                    <a:lnTo>
                      <a:pt x="2387" y="2775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8" name="Surface mesh patch"/>
              <p:cNvSpPr/>
              <p:nvPr/>
            </p:nvSpPr>
            <p:spPr>
              <a:xfrm>
                <a:off x="3256165" y="1823362"/>
                <a:ext cx="50120" cy="170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8">
                    <a:moveTo>
                      <a:pt x="0" y="1788"/>
                    </a:moveTo>
                    <a:lnTo>
                      <a:pt x="2875" y="138"/>
                    </a:lnTo>
                    <a:lnTo>
                      <a:pt x="5262" y="0"/>
                    </a:lnTo>
                    <a:lnTo>
                      <a:pt x="2387" y="1718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9" name="Surface mesh patch"/>
              <p:cNvSpPr/>
              <p:nvPr/>
            </p:nvSpPr>
            <p:spPr>
              <a:xfrm>
                <a:off x="3306284" y="1809128"/>
                <a:ext cx="50120" cy="14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4">
                    <a:moveTo>
                      <a:pt x="0" y="1494"/>
                    </a:moveTo>
                    <a:lnTo>
                      <a:pt x="2875" y="533"/>
                    </a:lnTo>
                    <a:lnTo>
                      <a:pt x="5262" y="0"/>
                    </a:lnTo>
                    <a:lnTo>
                      <a:pt x="2387" y="913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0" name="Surface mesh patch"/>
              <p:cNvSpPr/>
              <p:nvPr/>
            </p:nvSpPr>
            <p:spPr>
              <a:xfrm>
                <a:off x="3356404" y="1799194"/>
                <a:ext cx="50120" cy="9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3">
                    <a:moveTo>
                      <a:pt x="0" y="1043"/>
                    </a:moveTo>
                    <a:lnTo>
                      <a:pt x="2875" y="792"/>
                    </a:lnTo>
                    <a:lnTo>
                      <a:pt x="5262" y="0"/>
                    </a:lnTo>
                    <a:lnTo>
                      <a:pt x="2387" y="147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1" name="Surface mesh patch"/>
              <p:cNvSpPr/>
              <p:nvPr/>
            </p:nvSpPr>
            <p:spPr>
              <a:xfrm>
                <a:off x="3406523" y="1789159"/>
                <a:ext cx="50120" cy="13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8">
                    <a:moveTo>
                      <a:pt x="0" y="1053"/>
                    </a:moveTo>
                    <a:lnTo>
                      <a:pt x="2875" y="1388"/>
                    </a:lnTo>
                    <a:lnTo>
                      <a:pt x="5262" y="4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2" name="Surface mesh patch"/>
              <p:cNvSpPr/>
              <p:nvPr/>
            </p:nvSpPr>
            <p:spPr>
              <a:xfrm>
                <a:off x="3456643" y="1782536"/>
                <a:ext cx="50120" cy="17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5">
                    <a:moveTo>
                      <a:pt x="0" y="1129"/>
                    </a:moveTo>
                    <a:lnTo>
                      <a:pt x="2875" y="1825"/>
                    </a:lnTo>
                    <a:lnTo>
                      <a:pt x="5262" y="7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3" name="Surface mesh patch"/>
              <p:cNvSpPr/>
              <p:nvPr/>
            </p:nvSpPr>
            <p:spPr>
              <a:xfrm>
                <a:off x="3506763" y="1778256"/>
                <a:ext cx="50120" cy="19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5">
                    <a:moveTo>
                      <a:pt x="0" y="1196"/>
                    </a:moveTo>
                    <a:lnTo>
                      <a:pt x="2875" y="1995"/>
                    </a:lnTo>
                    <a:lnTo>
                      <a:pt x="5262" y="7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4" name="Surface mesh patch"/>
              <p:cNvSpPr/>
              <p:nvPr/>
            </p:nvSpPr>
            <p:spPr>
              <a:xfrm>
                <a:off x="3556882" y="1773431"/>
                <a:ext cx="50120" cy="188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6">
                    <a:moveTo>
                      <a:pt x="0" y="1294"/>
                    </a:moveTo>
                    <a:lnTo>
                      <a:pt x="2875" y="1976"/>
                    </a:lnTo>
                    <a:lnTo>
                      <a:pt x="5262" y="6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5" name="Surface mesh patch"/>
              <p:cNvSpPr/>
              <p:nvPr/>
            </p:nvSpPr>
            <p:spPr>
              <a:xfrm>
                <a:off x="3607002" y="1765752"/>
                <a:ext cx="50120" cy="176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5">
                    <a:moveTo>
                      <a:pt x="0" y="1425"/>
                    </a:moveTo>
                    <a:lnTo>
                      <a:pt x="2875" y="1855"/>
                    </a:lnTo>
                    <a:lnTo>
                      <a:pt x="5262" y="3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6" name="Surface mesh patch"/>
              <p:cNvSpPr/>
              <p:nvPr/>
            </p:nvSpPr>
            <p:spPr>
              <a:xfrm>
                <a:off x="2882595" y="1843343"/>
                <a:ext cx="50120" cy="90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1">
                    <a:moveTo>
                      <a:pt x="0" y="0"/>
                    </a:moveTo>
                    <a:lnTo>
                      <a:pt x="2875" y="281"/>
                    </a:lnTo>
                    <a:lnTo>
                      <a:pt x="5262" y="951"/>
                    </a:lnTo>
                    <a:lnTo>
                      <a:pt x="2387" y="95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7" name="Surface mesh patch"/>
              <p:cNvSpPr/>
              <p:nvPr/>
            </p:nvSpPr>
            <p:spPr>
              <a:xfrm>
                <a:off x="2932715" y="1848956"/>
                <a:ext cx="50120" cy="16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9">
                    <a:moveTo>
                      <a:pt x="0" y="362"/>
                    </a:moveTo>
                    <a:lnTo>
                      <a:pt x="2875" y="0"/>
                    </a:lnTo>
                    <a:lnTo>
                      <a:pt x="5262" y="1034"/>
                    </a:lnTo>
                    <a:lnTo>
                      <a:pt x="2387" y="1749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8" name="Surface mesh patch"/>
              <p:cNvSpPr/>
              <p:nvPr/>
            </p:nvSpPr>
            <p:spPr>
              <a:xfrm>
                <a:off x="2982834" y="1849497"/>
                <a:ext cx="50120" cy="25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24">
                    <a:moveTo>
                      <a:pt x="0" y="977"/>
                    </a:moveTo>
                    <a:lnTo>
                      <a:pt x="2875" y="0"/>
                    </a:lnTo>
                    <a:lnTo>
                      <a:pt x="5262" y="1323"/>
                    </a:lnTo>
                    <a:lnTo>
                      <a:pt x="2387" y="2724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9" name="Surface mesh patch"/>
              <p:cNvSpPr/>
              <p:nvPr/>
            </p:nvSpPr>
            <p:spPr>
              <a:xfrm>
                <a:off x="3032954" y="1847804"/>
                <a:ext cx="50120" cy="325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0">
                    <a:moveTo>
                      <a:pt x="0" y="1501"/>
                    </a:moveTo>
                    <a:lnTo>
                      <a:pt x="2875" y="0"/>
                    </a:lnTo>
                    <a:lnTo>
                      <a:pt x="5262" y="1449"/>
                    </a:lnTo>
                    <a:lnTo>
                      <a:pt x="2387" y="342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0" name="Surface mesh patch"/>
              <p:cNvSpPr/>
              <p:nvPr/>
            </p:nvSpPr>
            <p:spPr>
              <a:xfrm>
                <a:off x="3083074" y="1843884"/>
                <a:ext cx="50120" cy="351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5">
                    <a:moveTo>
                      <a:pt x="0" y="1861"/>
                    </a:moveTo>
                    <a:lnTo>
                      <a:pt x="2875" y="0"/>
                    </a:lnTo>
                    <a:lnTo>
                      <a:pt x="5262" y="1362"/>
                    </a:lnTo>
                    <a:lnTo>
                      <a:pt x="2387" y="3695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1" name="Surface mesh patch"/>
              <p:cNvSpPr/>
              <p:nvPr/>
            </p:nvSpPr>
            <p:spPr>
              <a:xfrm>
                <a:off x="3133193" y="1837892"/>
                <a:ext cx="50120" cy="331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84">
                    <a:moveTo>
                      <a:pt x="0" y="1991"/>
                    </a:moveTo>
                    <a:lnTo>
                      <a:pt x="2875" y="0"/>
                    </a:lnTo>
                    <a:lnTo>
                      <a:pt x="5262" y="1075"/>
                    </a:lnTo>
                    <a:lnTo>
                      <a:pt x="2387" y="3484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2" name="Surface mesh patch"/>
              <p:cNvSpPr/>
              <p:nvPr/>
            </p:nvSpPr>
            <p:spPr>
              <a:xfrm>
                <a:off x="3183313" y="1830456"/>
                <a:ext cx="50120" cy="269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5">
                    <a:moveTo>
                      <a:pt x="0" y="1855"/>
                    </a:moveTo>
                    <a:lnTo>
                      <a:pt x="2875" y="0"/>
                    </a:lnTo>
                    <a:lnTo>
                      <a:pt x="5262" y="656"/>
                    </a:lnTo>
                    <a:lnTo>
                      <a:pt x="2387" y="2825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3" name="Surface mesh patch"/>
              <p:cNvSpPr/>
              <p:nvPr/>
            </p:nvSpPr>
            <p:spPr>
              <a:xfrm>
                <a:off x="3233433" y="1822736"/>
                <a:ext cx="50120" cy="17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3">
                    <a:moveTo>
                      <a:pt x="0" y="1467"/>
                    </a:moveTo>
                    <a:lnTo>
                      <a:pt x="2875" y="0"/>
                    </a:lnTo>
                    <a:lnTo>
                      <a:pt x="5262" y="203"/>
                    </a:lnTo>
                    <a:lnTo>
                      <a:pt x="2387" y="185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4" name="Surface mesh patch"/>
              <p:cNvSpPr/>
              <p:nvPr/>
            </p:nvSpPr>
            <p:spPr>
              <a:xfrm>
                <a:off x="3283552" y="1814206"/>
                <a:ext cx="50120" cy="10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9">
                    <a:moveTo>
                      <a:pt x="0" y="1099"/>
                    </a:moveTo>
                    <a:lnTo>
                      <a:pt x="2875" y="201"/>
                    </a:lnTo>
                    <a:lnTo>
                      <a:pt x="5262" y="0"/>
                    </a:lnTo>
                    <a:lnTo>
                      <a:pt x="2387" y="961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5" name="Surface mesh patch"/>
              <p:cNvSpPr/>
              <p:nvPr/>
            </p:nvSpPr>
            <p:spPr>
              <a:xfrm>
                <a:off x="3333672" y="1806735"/>
                <a:ext cx="50120" cy="7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4">
                    <a:moveTo>
                      <a:pt x="0" y="784"/>
                    </a:moveTo>
                    <a:lnTo>
                      <a:pt x="2875" y="517"/>
                    </a:lnTo>
                    <a:lnTo>
                      <a:pt x="5262" y="0"/>
                    </a:lnTo>
                    <a:lnTo>
                      <a:pt x="2387" y="251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6" name="Surface mesh patch"/>
              <p:cNvSpPr/>
              <p:nvPr/>
            </p:nvSpPr>
            <p:spPr>
              <a:xfrm>
                <a:off x="3383792" y="1799194"/>
                <a:ext cx="50120" cy="10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3">
                    <a:moveTo>
                      <a:pt x="0" y="792"/>
                    </a:moveTo>
                    <a:lnTo>
                      <a:pt x="2875" y="1083"/>
                    </a:lnTo>
                    <a:lnTo>
                      <a:pt x="5262" y="3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7" name="Surface mesh patch"/>
              <p:cNvSpPr/>
              <p:nvPr/>
            </p:nvSpPr>
            <p:spPr>
              <a:xfrm>
                <a:off x="3433911" y="1793293"/>
                <a:ext cx="50120" cy="154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5">
                    <a:moveTo>
                      <a:pt x="0" y="954"/>
                    </a:moveTo>
                    <a:lnTo>
                      <a:pt x="2875" y="1625"/>
                    </a:lnTo>
                    <a:lnTo>
                      <a:pt x="5262" y="6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8" name="Surface mesh patch"/>
              <p:cNvSpPr/>
              <p:nvPr/>
            </p:nvSpPr>
            <p:spPr>
              <a:xfrm>
                <a:off x="3484031" y="1789646"/>
                <a:ext cx="50120" cy="18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7">
                    <a:moveTo>
                      <a:pt x="0" y="1078"/>
                    </a:moveTo>
                    <a:lnTo>
                      <a:pt x="2875" y="1897"/>
                    </a:lnTo>
                    <a:lnTo>
                      <a:pt x="5262" y="7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9" name="Surface mesh patch"/>
              <p:cNvSpPr/>
              <p:nvPr/>
            </p:nvSpPr>
            <p:spPr>
              <a:xfrm>
                <a:off x="3534150" y="1785754"/>
                <a:ext cx="50120" cy="186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3">
                    <a:moveTo>
                      <a:pt x="0" y="1208"/>
                    </a:moveTo>
                    <a:lnTo>
                      <a:pt x="2875" y="1953"/>
                    </a:lnTo>
                    <a:lnTo>
                      <a:pt x="5262" y="6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0" name="Surface mesh patch"/>
              <p:cNvSpPr/>
              <p:nvPr/>
            </p:nvSpPr>
            <p:spPr>
              <a:xfrm>
                <a:off x="3584270" y="1779328"/>
                <a:ext cx="50120" cy="17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5">
                    <a:moveTo>
                      <a:pt x="0" y="1357"/>
                    </a:moveTo>
                    <a:lnTo>
                      <a:pt x="2875" y="1875"/>
                    </a:lnTo>
                    <a:lnTo>
                      <a:pt x="5262" y="4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1" name="Surface mesh patch"/>
              <p:cNvSpPr/>
              <p:nvPr/>
            </p:nvSpPr>
            <p:spPr>
              <a:xfrm>
                <a:off x="2909983" y="1845437"/>
                <a:ext cx="50120" cy="69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1">
                    <a:moveTo>
                      <a:pt x="0" y="61"/>
                    </a:moveTo>
                    <a:lnTo>
                      <a:pt x="2875" y="0"/>
                    </a:lnTo>
                    <a:lnTo>
                      <a:pt x="5262" y="370"/>
                    </a:lnTo>
                    <a:lnTo>
                      <a:pt x="2387" y="731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2" name="Surface mesh patch"/>
              <p:cNvSpPr/>
              <p:nvPr/>
            </p:nvSpPr>
            <p:spPr>
              <a:xfrm>
                <a:off x="2960103" y="1843065"/>
                <a:ext cx="50120" cy="157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3">
                    <a:moveTo>
                      <a:pt x="0" y="618"/>
                    </a:moveTo>
                    <a:lnTo>
                      <a:pt x="2875" y="0"/>
                    </a:lnTo>
                    <a:lnTo>
                      <a:pt x="5262" y="675"/>
                    </a:lnTo>
                    <a:lnTo>
                      <a:pt x="2387" y="165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3" name="Surface mesh patch"/>
              <p:cNvSpPr/>
              <p:nvPr/>
            </p:nvSpPr>
            <p:spPr>
              <a:xfrm>
                <a:off x="3010222" y="1839097"/>
                <a:ext cx="50120" cy="230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15">
                    <a:moveTo>
                      <a:pt x="0" y="1092"/>
                    </a:moveTo>
                    <a:lnTo>
                      <a:pt x="2875" y="0"/>
                    </a:lnTo>
                    <a:lnTo>
                      <a:pt x="5262" y="914"/>
                    </a:lnTo>
                    <a:lnTo>
                      <a:pt x="2387" y="2415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4" name="Surface mesh patch"/>
              <p:cNvSpPr/>
              <p:nvPr/>
            </p:nvSpPr>
            <p:spPr>
              <a:xfrm>
                <a:off x="3060342" y="1834213"/>
                <a:ext cx="50120" cy="273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6">
                    <a:moveTo>
                      <a:pt x="0" y="1427"/>
                    </a:moveTo>
                    <a:lnTo>
                      <a:pt x="2875" y="0"/>
                    </a:lnTo>
                    <a:lnTo>
                      <a:pt x="5262" y="1015"/>
                    </a:lnTo>
                    <a:lnTo>
                      <a:pt x="2387" y="2876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5" name="Surface mesh patch"/>
              <p:cNvSpPr/>
              <p:nvPr/>
            </p:nvSpPr>
            <p:spPr>
              <a:xfrm>
                <a:off x="3110461" y="1828891"/>
                <a:ext cx="50120" cy="27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36">
                    <a:moveTo>
                      <a:pt x="0" y="1574"/>
                    </a:moveTo>
                    <a:lnTo>
                      <a:pt x="2875" y="0"/>
                    </a:lnTo>
                    <a:lnTo>
                      <a:pt x="5262" y="945"/>
                    </a:lnTo>
                    <a:lnTo>
                      <a:pt x="2387" y="2936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6" name="Surface mesh patch"/>
              <p:cNvSpPr/>
              <p:nvPr/>
            </p:nvSpPr>
            <p:spPr>
              <a:xfrm>
                <a:off x="3160581" y="1823596"/>
                <a:ext cx="50120" cy="245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6">
                    <a:moveTo>
                      <a:pt x="0" y="1501"/>
                    </a:moveTo>
                    <a:lnTo>
                      <a:pt x="2875" y="0"/>
                    </a:lnTo>
                    <a:lnTo>
                      <a:pt x="5262" y="720"/>
                    </a:lnTo>
                    <a:lnTo>
                      <a:pt x="2387" y="2576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7" name="Surface mesh patch"/>
              <p:cNvSpPr/>
              <p:nvPr/>
            </p:nvSpPr>
            <p:spPr>
              <a:xfrm>
                <a:off x="3210701" y="1818941"/>
                <a:ext cx="50120" cy="177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5">
                    <a:moveTo>
                      <a:pt x="0" y="1209"/>
                    </a:moveTo>
                    <a:lnTo>
                      <a:pt x="2875" y="0"/>
                    </a:lnTo>
                    <a:lnTo>
                      <a:pt x="5262" y="398"/>
                    </a:lnTo>
                    <a:lnTo>
                      <a:pt x="2387" y="1865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8" name="Surface mesh patch"/>
              <p:cNvSpPr/>
              <p:nvPr/>
            </p:nvSpPr>
            <p:spPr>
              <a:xfrm>
                <a:off x="3260820" y="1815637"/>
                <a:ext cx="50120" cy="90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">
                    <a:moveTo>
                      <a:pt x="0" y="745"/>
                    </a:moveTo>
                    <a:lnTo>
                      <a:pt x="2875" y="0"/>
                    </a:lnTo>
                    <a:lnTo>
                      <a:pt x="5262" y="51"/>
                    </a:lnTo>
                    <a:lnTo>
                      <a:pt x="2387" y="949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9" name="Surface mesh patch"/>
              <p:cNvSpPr/>
              <p:nvPr/>
            </p:nvSpPr>
            <p:spPr>
              <a:xfrm>
                <a:off x="3310940" y="1811656"/>
                <a:ext cx="50120" cy="44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">
                    <a:moveTo>
                      <a:pt x="0" y="469"/>
                    </a:moveTo>
                    <a:lnTo>
                      <a:pt x="2875" y="268"/>
                    </a:lnTo>
                    <a:lnTo>
                      <a:pt x="5262" y="0"/>
                    </a:lnTo>
                    <a:lnTo>
                      <a:pt x="2387" y="268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0" name="Surface mesh patch"/>
              <p:cNvSpPr/>
              <p:nvPr/>
            </p:nvSpPr>
            <p:spPr>
              <a:xfrm>
                <a:off x="3361060" y="1806735"/>
                <a:ext cx="50120" cy="78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7">
                    <a:moveTo>
                      <a:pt x="0" y="517"/>
                    </a:moveTo>
                    <a:lnTo>
                      <a:pt x="2875" y="827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1" name="Surface mesh patch"/>
              <p:cNvSpPr/>
              <p:nvPr/>
            </p:nvSpPr>
            <p:spPr>
              <a:xfrm>
                <a:off x="3411179" y="1802382"/>
                <a:ext cx="50120" cy="1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3">
                    <a:moveTo>
                      <a:pt x="0" y="748"/>
                    </a:moveTo>
                    <a:lnTo>
                      <a:pt x="2875" y="1433"/>
                    </a:lnTo>
                    <a:lnTo>
                      <a:pt x="5262" y="6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2" name="Surface mesh patch"/>
              <p:cNvSpPr/>
              <p:nvPr/>
            </p:nvSpPr>
            <p:spPr>
              <a:xfrm>
                <a:off x="3461299" y="1799916"/>
                <a:ext cx="50120" cy="170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6">
                    <a:moveTo>
                      <a:pt x="0" y="930"/>
                    </a:moveTo>
                    <a:lnTo>
                      <a:pt x="2875" y="1786"/>
                    </a:lnTo>
                    <a:lnTo>
                      <a:pt x="5262" y="8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3" name="Surface mesh patch"/>
              <p:cNvSpPr/>
              <p:nvPr/>
            </p:nvSpPr>
            <p:spPr>
              <a:xfrm>
                <a:off x="3511419" y="1797256"/>
                <a:ext cx="50120" cy="18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5">
                    <a:moveTo>
                      <a:pt x="0" y="1098"/>
                    </a:moveTo>
                    <a:lnTo>
                      <a:pt x="2875" y="1915"/>
                    </a:lnTo>
                    <a:lnTo>
                      <a:pt x="5262" y="7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4" name="Surface mesh patch"/>
              <p:cNvSpPr/>
              <p:nvPr/>
            </p:nvSpPr>
            <p:spPr>
              <a:xfrm>
                <a:off x="3561538" y="1792249"/>
                <a:ext cx="50120" cy="17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5">
                    <a:moveTo>
                      <a:pt x="0" y="1272"/>
                    </a:moveTo>
                    <a:lnTo>
                      <a:pt x="2875" y="1885"/>
                    </a:lnTo>
                    <a:lnTo>
                      <a:pt x="5262" y="5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5" name="Surface mesh patch"/>
              <p:cNvSpPr/>
              <p:nvPr/>
            </p:nvSpPr>
            <p:spPr>
              <a:xfrm>
                <a:off x="2937371" y="1842384"/>
                <a:ext cx="50120" cy="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">
                    <a:moveTo>
                      <a:pt x="0" y="321"/>
                    </a:moveTo>
                    <a:lnTo>
                      <a:pt x="2875" y="0"/>
                    </a:lnTo>
                    <a:lnTo>
                      <a:pt x="5262" y="72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6" name="Surface mesh patch"/>
              <p:cNvSpPr/>
              <p:nvPr/>
            </p:nvSpPr>
            <p:spPr>
              <a:xfrm>
                <a:off x="2987490" y="1835898"/>
                <a:ext cx="50120" cy="135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8">
                    <a:moveTo>
                      <a:pt x="0" y="753"/>
                    </a:moveTo>
                    <a:lnTo>
                      <a:pt x="2875" y="0"/>
                    </a:lnTo>
                    <a:lnTo>
                      <a:pt x="5262" y="336"/>
                    </a:lnTo>
                    <a:lnTo>
                      <a:pt x="2387" y="1428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7" name="Surface mesh patch"/>
              <p:cNvSpPr/>
              <p:nvPr/>
            </p:nvSpPr>
            <p:spPr>
              <a:xfrm>
                <a:off x="3037610" y="1829030"/>
                <a:ext cx="50120" cy="18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1">
                    <a:moveTo>
                      <a:pt x="0" y="1057"/>
                    </a:moveTo>
                    <a:lnTo>
                      <a:pt x="2875" y="0"/>
                    </a:lnTo>
                    <a:lnTo>
                      <a:pt x="5262" y="544"/>
                    </a:lnTo>
                    <a:lnTo>
                      <a:pt x="2387" y="1971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8" name="Surface mesh patch"/>
              <p:cNvSpPr/>
              <p:nvPr/>
            </p:nvSpPr>
            <p:spPr>
              <a:xfrm>
                <a:off x="3087730" y="1822804"/>
                <a:ext cx="50120" cy="210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3">
                    <a:moveTo>
                      <a:pt x="0" y="1198"/>
                    </a:moveTo>
                    <a:lnTo>
                      <a:pt x="2875" y="0"/>
                    </a:lnTo>
                    <a:lnTo>
                      <a:pt x="5262" y="639"/>
                    </a:lnTo>
                    <a:lnTo>
                      <a:pt x="2387" y="2213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9" name="Surface mesh patch"/>
              <p:cNvSpPr/>
              <p:nvPr/>
            </p:nvSpPr>
            <p:spPr>
              <a:xfrm>
                <a:off x="3137849" y="1817915"/>
                <a:ext cx="50120" cy="199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7">
                    <a:moveTo>
                      <a:pt x="0" y="1152"/>
                    </a:moveTo>
                    <a:lnTo>
                      <a:pt x="2875" y="0"/>
                    </a:lnTo>
                    <a:lnTo>
                      <a:pt x="5262" y="596"/>
                    </a:lnTo>
                    <a:lnTo>
                      <a:pt x="2387" y="2097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0" name="Surface mesh patch"/>
              <p:cNvSpPr/>
              <p:nvPr/>
            </p:nvSpPr>
            <p:spPr>
              <a:xfrm>
                <a:off x="3187969" y="1814824"/>
                <a:ext cx="50120" cy="156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41">
                    <a:moveTo>
                      <a:pt x="0" y="921"/>
                    </a:moveTo>
                    <a:lnTo>
                      <a:pt x="2875" y="0"/>
                    </a:lnTo>
                    <a:lnTo>
                      <a:pt x="5262" y="432"/>
                    </a:lnTo>
                    <a:lnTo>
                      <a:pt x="2387" y="1641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1" name="Surface mesh patch"/>
              <p:cNvSpPr/>
              <p:nvPr/>
            </p:nvSpPr>
            <p:spPr>
              <a:xfrm>
                <a:off x="3238089" y="1813825"/>
                <a:ext cx="50120" cy="8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6">
                    <a:moveTo>
                      <a:pt x="0" y="537"/>
                    </a:moveTo>
                    <a:lnTo>
                      <a:pt x="2875" y="0"/>
                    </a:lnTo>
                    <a:lnTo>
                      <a:pt x="5262" y="190"/>
                    </a:lnTo>
                    <a:lnTo>
                      <a:pt x="2387" y="936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2" name="Surface mesh patch"/>
              <p:cNvSpPr/>
              <p:nvPr/>
            </p:nvSpPr>
            <p:spPr>
              <a:xfrm>
                <a:off x="3288208" y="1814206"/>
                <a:ext cx="50120" cy="19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">
                    <a:moveTo>
                      <a:pt x="0" y="150"/>
                    </a:moveTo>
                    <a:lnTo>
                      <a:pt x="2875" y="80"/>
                    </a:lnTo>
                    <a:lnTo>
                      <a:pt x="5262" y="0"/>
                    </a:lnTo>
                    <a:lnTo>
                      <a:pt x="2387" y="201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3" name="Surface mesh patch"/>
              <p:cNvSpPr/>
              <p:nvPr/>
            </p:nvSpPr>
            <p:spPr>
              <a:xfrm>
                <a:off x="3338328" y="1811656"/>
                <a:ext cx="50120" cy="6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5">
                    <a:moveTo>
                      <a:pt x="0" y="268"/>
                    </a:moveTo>
                    <a:lnTo>
                      <a:pt x="2875" y="655"/>
                    </a:lnTo>
                    <a:lnTo>
                      <a:pt x="5262" y="3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4" name="Surface mesh patch"/>
              <p:cNvSpPr/>
              <p:nvPr/>
            </p:nvSpPr>
            <p:spPr>
              <a:xfrm>
                <a:off x="3388447" y="1809509"/>
                <a:ext cx="50120" cy="12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">
                    <a:moveTo>
                      <a:pt x="0" y="536"/>
                    </a:moveTo>
                    <a:lnTo>
                      <a:pt x="2875" y="1276"/>
                    </a:lnTo>
                    <a:lnTo>
                      <a:pt x="5262" y="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5" name="Surface mesh patch"/>
              <p:cNvSpPr/>
              <p:nvPr/>
            </p:nvSpPr>
            <p:spPr>
              <a:xfrm>
                <a:off x="3438567" y="1808773"/>
                <a:ext cx="50120" cy="160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2">
                    <a:moveTo>
                      <a:pt x="0" y="762"/>
                    </a:moveTo>
                    <a:lnTo>
                      <a:pt x="2875" y="1682"/>
                    </a:lnTo>
                    <a:lnTo>
                      <a:pt x="5262" y="8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6" name="Surface mesh patch"/>
              <p:cNvSpPr/>
              <p:nvPr/>
            </p:nvSpPr>
            <p:spPr>
              <a:xfrm>
                <a:off x="3488687" y="1807714"/>
                <a:ext cx="50120" cy="178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1">
                    <a:moveTo>
                      <a:pt x="0" y="968"/>
                    </a:moveTo>
                    <a:lnTo>
                      <a:pt x="2875" y="1871"/>
                    </a:lnTo>
                    <a:lnTo>
                      <a:pt x="5262" y="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7" name="Surface mesh patch"/>
              <p:cNvSpPr/>
              <p:nvPr/>
            </p:nvSpPr>
            <p:spPr>
              <a:xfrm>
                <a:off x="3538806" y="1804360"/>
                <a:ext cx="50120" cy="17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170"/>
                    </a:moveTo>
                    <a:lnTo>
                      <a:pt x="2875" y="1888"/>
                    </a:lnTo>
                    <a:lnTo>
                      <a:pt x="5262" y="6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8" name="Surface mesh patch"/>
              <p:cNvSpPr/>
              <p:nvPr/>
            </p:nvSpPr>
            <p:spPr>
              <a:xfrm>
                <a:off x="2964758" y="1835898"/>
                <a:ext cx="50120" cy="71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3">
                    <a:moveTo>
                      <a:pt x="0" y="681"/>
                    </a:moveTo>
                    <a:lnTo>
                      <a:pt x="2875" y="202"/>
                    </a:lnTo>
                    <a:lnTo>
                      <a:pt x="5262" y="0"/>
                    </a:lnTo>
                    <a:lnTo>
                      <a:pt x="2387" y="753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29" name="Surface mesh patch"/>
              <p:cNvSpPr/>
              <p:nvPr/>
            </p:nvSpPr>
            <p:spPr>
              <a:xfrm>
                <a:off x="3014878" y="1828673"/>
                <a:ext cx="50120" cy="10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4">
                    <a:moveTo>
                      <a:pt x="0" y="758"/>
                    </a:moveTo>
                    <a:lnTo>
                      <a:pt x="2875" y="0"/>
                    </a:lnTo>
                    <a:lnTo>
                      <a:pt x="5262" y="37"/>
                    </a:lnTo>
                    <a:lnTo>
                      <a:pt x="2387" y="1094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0" name="Surface mesh patch"/>
              <p:cNvSpPr/>
              <p:nvPr/>
            </p:nvSpPr>
            <p:spPr>
              <a:xfrm>
                <a:off x="3064998" y="1820602"/>
                <a:ext cx="50120" cy="136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9">
                    <a:moveTo>
                      <a:pt x="0" y="885"/>
                    </a:moveTo>
                    <a:lnTo>
                      <a:pt x="2875" y="0"/>
                    </a:lnTo>
                    <a:lnTo>
                      <a:pt x="5262" y="231"/>
                    </a:lnTo>
                    <a:lnTo>
                      <a:pt x="2387" y="142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1" name="Surface mesh patch"/>
              <p:cNvSpPr/>
              <p:nvPr/>
            </p:nvSpPr>
            <p:spPr>
              <a:xfrm>
                <a:off x="3115117" y="1814757"/>
                <a:ext cx="50120" cy="14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84">
                    <a:moveTo>
                      <a:pt x="0" y="845"/>
                    </a:moveTo>
                    <a:lnTo>
                      <a:pt x="2875" y="0"/>
                    </a:lnTo>
                    <a:lnTo>
                      <a:pt x="5262" y="332"/>
                    </a:lnTo>
                    <a:lnTo>
                      <a:pt x="2387" y="1484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2" name="Surface mesh patch"/>
              <p:cNvSpPr/>
              <p:nvPr/>
            </p:nvSpPr>
            <p:spPr>
              <a:xfrm>
                <a:off x="3165237" y="1811783"/>
                <a:ext cx="50120" cy="11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0">
                    <a:moveTo>
                      <a:pt x="0" y="644"/>
                    </a:moveTo>
                    <a:lnTo>
                      <a:pt x="2875" y="0"/>
                    </a:lnTo>
                    <a:lnTo>
                      <a:pt x="5262" y="319"/>
                    </a:lnTo>
                    <a:lnTo>
                      <a:pt x="2387" y="124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3" name="Surface mesh patch"/>
              <p:cNvSpPr/>
              <p:nvPr/>
            </p:nvSpPr>
            <p:spPr>
              <a:xfrm>
                <a:off x="3215357" y="1811866"/>
                <a:ext cx="50120" cy="7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3">
                    <a:moveTo>
                      <a:pt x="0" y="311"/>
                    </a:moveTo>
                    <a:lnTo>
                      <a:pt x="2875" y="0"/>
                    </a:lnTo>
                    <a:lnTo>
                      <a:pt x="5262" y="206"/>
                    </a:lnTo>
                    <a:lnTo>
                      <a:pt x="2387" y="743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4" name="Surface mesh patch"/>
              <p:cNvSpPr/>
              <p:nvPr/>
            </p:nvSpPr>
            <p:spPr>
              <a:xfrm>
                <a:off x="3265476" y="1813825"/>
                <a:ext cx="50120" cy="1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">
                    <a:moveTo>
                      <a:pt x="0" y="0"/>
                    </a:moveTo>
                    <a:lnTo>
                      <a:pt x="2875" y="99"/>
                    </a:lnTo>
                    <a:lnTo>
                      <a:pt x="5262" y="120"/>
                    </a:lnTo>
                    <a:lnTo>
                      <a:pt x="2387" y="19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5" name="Surface mesh patch"/>
              <p:cNvSpPr/>
              <p:nvPr/>
            </p:nvSpPr>
            <p:spPr>
              <a:xfrm>
                <a:off x="3315596" y="1814206"/>
                <a:ext cx="50120" cy="5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9">
                    <a:moveTo>
                      <a:pt x="0" y="80"/>
                    </a:moveTo>
                    <a:lnTo>
                      <a:pt x="2875" y="589"/>
                    </a:lnTo>
                    <a:lnTo>
                      <a:pt x="5262" y="3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6" name="Surface mesh patch"/>
              <p:cNvSpPr/>
              <p:nvPr/>
            </p:nvSpPr>
            <p:spPr>
              <a:xfrm>
                <a:off x="3365716" y="1814613"/>
                <a:ext cx="50120" cy="112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0">
                    <a:moveTo>
                      <a:pt x="0" y="345"/>
                    </a:moveTo>
                    <a:lnTo>
                      <a:pt x="2875" y="1180"/>
                    </a:lnTo>
                    <a:lnTo>
                      <a:pt x="5262" y="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7" name="Surface mesh patch"/>
              <p:cNvSpPr/>
              <p:nvPr/>
            </p:nvSpPr>
            <p:spPr>
              <a:xfrm>
                <a:off x="3415835" y="1816030"/>
                <a:ext cx="50120" cy="15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3">
                    <a:moveTo>
                      <a:pt x="0" y="592"/>
                    </a:moveTo>
                    <a:lnTo>
                      <a:pt x="2875" y="1603"/>
                    </a:lnTo>
                    <a:lnTo>
                      <a:pt x="5262" y="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8" name="Surface mesh patch"/>
              <p:cNvSpPr/>
              <p:nvPr/>
            </p:nvSpPr>
            <p:spPr>
              <a:xfrm>
                <a:off x="3465955" y="1816932"/>
                <a:ext cx="50120" cy="174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2">
                    <a:moveTo>
                      <a:pt x="0" y="825"/>
                    </a:moveTo>
                    <a:lnTo>
                      <a:pt x="2875" y="1832"/>
                    </a:lnTo>
                    <a:lnTo>
                      <a:pt x="5262" y="9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39" name="Surface mesh patch"/>
              <p:cNvSpPr/>
              <p:nvPr/>
            </p:nvSpPr>
            <p:spPr>
              <a:xfrm>
                <a:off x="3516075" y="1815501"/>
                <a:ext cx="50120" cy="179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053"/>
                    </a:moveTo>
                    <a:lnTo>
                      <a:pt x="2875" y="1888"/>
                    </a:lnTo>
                    <a:lnTo>
                      <a:pt x="5262" y="7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0" name="Surface mesh patch"/>
              <p:cNvSpPr/>
              <p:nvPr/>
            </p:nvSpPr>
            <p:spPr>
              <a:xfrm>
                <a:off x="2992146" y="1828673"/>
                <a:ext cx="50120" cy="9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1">
                    <a:moveTo>
                      <a:pt x="0" y="961"/>
                    </a:moveTo>
                    <a:lnTo>
                      <a:pt x="2875" y="435"/>
                    </a:lnTo>
                    <a:lnTo>
                      <a:pt x="5262" y="0"/>
                    </a:lnTo>
                    <a:lnTo>
                      <a:pt x="2387" y="758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1" name="Surface mesh patch"/>
              <p:cNvSpPr/>
              <p:nvPr/>
            </p:nvSpPr>
            <p:spPr>
              <a:xfrm>
                <a:off x="3042266" y="1820602"/>
                <a:ext cx="50120" cy="84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5">
                    <a:moveTo>
                      <a:pt x="0" y="847"/>
                    </a:moveTo>
                    <a:lnTo>
                      <a:pt x="2875" y="205"/>
                    </a:lnTo>
                    <a:lnTo>
                      <a:pt x="5262" y="0"/>
                    </a:lnTo>
                    <a:lnTo>
                      <a:pt x="2387" y="885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2" name="Surface mesh patch"/>
              <p:cNvSpPr/>
              <p:nvPr/>
            </p:nvSpPr>
            <p:spPr>
              <a:xfrm>
                <a:off x="3092386" y="1814757"/>
                <a:ext cx="50120" cy="80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">
                    <a:moveTo>
                      <a:pt x="0" y="614"/>
                    </a:moveTo>
                    <a:lnTo>
                      <a:pt x="2875" y="15"/>
                    </a:lnTo>
                    <a:lnTo>
                      <a:pt x="5262" y="0"/>
                    </a:lnTo>
                    <a:lnTo>
                      <a:pt x="2387" y="845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3" name="Surface mesh patch"/>
              <p:cNvSpPr/>
              <p:nvPr/>
            </p:nvSpPr>
            <p:spPr>
              <a:xfrm>
                <a:off x="3142505" y="1810875"/>
                <a:ext cx="50120" cy="7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9">
                    <a:moveTo>
                      <a:pt x="0" y="408"/>
                    </a:moveTo>
                    <a:lnTo>
                      <a:pt x="2875" y="0"/>
                    </a:lnTo>
                    <a:lnTo>
                      <a:pt x="5262" y="95"/>
                    </a:lnTo>
                    <a:lnTo>
                      <a:pt x="2387" y="73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4" name="Surface mesh patch"/>
              <p:cNvSpPr/>
              <p:nvPr/>
            </p:nvSpPr>
            <p:spPr>
              <a:xfrm>
                <a:off x="3192625" y="1810837"/>
                <a:ext cx="50120" cy="3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">
                    <a:moveTo>
                      <a:pt x="0" y="99"/>
                    </a:moveTo>
                    <a:lnTo>
                      <a:pt x="2875" y="0"/>
                    </a:lnTo>
                    <a:lnTo>
                      <a:pt x="5262" y="108"/>
                    </a:lnTo>
                    <a:lnTo>
                      <a:pt x="2387" y="41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5" name="Surface mesh patch"/>
              <p:cNvSpPr/>
              <p:nvPr/>
            </p:nvSpPr>
            <p:spPr>
              <a:xfrm>
                <a:off x="3242744" y="1811866"/>
                <a:ext cx="50120" cy="29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5">
                    <a:moveTo>
                      <a:pt x="0" y="0"/>
                    </a:moveTo>
                    <a:lnTo>
                      <a:pt x="2875" y="276"/>
                    </a:lnTo>
                    <a:lnTo>
                      <a:pt x="5262" y="305"/>
                    </a:lnTo>
                    <a:lnTo>
                      <a:pt x="2387" y="206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6" name="Surface mesh patch"/>
              <p:cNvSpPr/>
              <p:nvPr/>
            </p:nvSpPr>
            <p:spPr>
              <a:xfrm>
                <a:off x="3292864" y="1814769"/>
                <a:ext cx="50120" cy="6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">
                    <a:moveTo>
                      <a:pt x="0" y="0"/>
                    </a:moveTo>
                    <a:lnTo>
                      <a:pt x="2875" y="652"/>
                    </a:lnTo>
                    <a:lnTo>
                      <a:pt x="5262" y="530"/>
                    </a:lnTo>
                    <a:lnTo>
                      <a:pt x="2387" y="21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7" name="Surface mesh patch"/>
              <p:cNvSpPr/>
              <p:nvPr/>
            </p:nvSpPr>
            <p:spPr>
              <a:xfrm>
                <a:off x="3342984" y="1817898"/>
                <a:ext cx="50120" cy="11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7">
                    <a:moveTo>
                      <a:pt x="0" y="201"/>
                    </a:moveTo>
                    <a:lnTo>
                      <a:pt x="2875" y="1157"/>
                    </a:lnTo>
                    <a:lnTo>
                      <a:pt x="5262" y="8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8" name="Surface mesh patch"/>
              <p:cNvSpPr/>
              <p:nvPr/>
            </p:nvSpPr>
            <p:spPr>
              <a:xfrm>
                <a:off x="3393103" y="1821667"/>
                <a:ext cx="50120" cy="149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65">
                    <a:moveTo>
                      <a:pt x="0" y="439"/>
                    </a:moveTo>
                    <a:lnTo>
                      <a:pt x="2875" y="1565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9" name="Surface mesh patch"/>
              <p:cNvSpPr/>
              <p:nvPr/>
            </p:nvSpPr>
            <p:spPr>
              <a:xfrm>
                <a:off x="3443223" y="1824794"/>
                <a:ext cx="50120" cy="17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0">
                    <a:moveTo>
                      <a:pt x="0" y="683"/>
                    </a:moveTo>
                    <a:lnTo>
                      <a:pt x="2875" y="1810"/>
                    </a:lnTo>
                    <a:lnTo>
                      <a:pt x="5262" y="10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0" name="Surface mesh patch"/>
              <p:cNvSpPr/>
              <p:nvPr/>
            </p:nvSpPr>
            <p:spPr>
              <a:xfrm>
                <a:off x="3493343" y="1825534"/>
                <a:ext cx="50120" cy="18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4">
                    <a:moveTo>
                      <a:pt x="0" y="929"/>
                    </a:moveTo>
                    <a:lnTo>
                      <a:pt x="2875" y="1894"/>
                    </a:lnTo>
                    <a:lnTo>
                      <a:pt x="5262" y="8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1" name="Surface mesh patch"/>
              <p:cNvSpPr/>
              <p:nvPr/>
            </p:nvSpPr>
            <p:spPr>
              <a:xfrm>
                <a:off x="3019534" y="1822557"/>
                <a:ext cx="50120" cy="102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">
                    <a:moveTo>
                      <a:pt x="0" y="1077"/>
                    </a:moveTo>
                    <a:lnTo>
                      <a:pt x="2875" y="613"/>
                    </a:lnTo>
                    <a:lnTo>
                      <a:pt x="5262" y="0"/>
                    </a:lnTo>
                    <a:lnTo>
                      <a:pt x="2387" y="642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2" name="Surface mesh patch"/>
              <p:cNvSpPr/>
              <p:nvPr/>
            </p:nvSpPr>
            <p:spPr>
              <a:xfrm>
                <a:off x="3069654" y="1814899"/>
                <a:ext cx="50120" cy="76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4">
                    <a:moveTo>
                      <a:pt x="0" y="804"/>
                    </a:moveTo>
                    <a:lnTo>
                      <a:pt x="2875" y="385"/>
                    </a:lnTo>
                    <a:lnTo>
                      <a:pt x="5262" y="0"/>
                    </a:lnTo>
                    <a:lnTo>
                      <a:pt x="2387" y="599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3" name="Surface mesh patch"/>
              <p:cNvSpPr/>
              <p:nvPr/>
            </p:nvSpPr>
            <p:spPr>
              <a:xfrm>
                <a:off x="3119773" y="1810875"/>
                <a:ext cx="50120" cy="4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">
                    <a:moveTo>
                      <a:pt x="0" y="422"/>
                    </a:moveTo>
                    <a:lnTo>
                      <a:pt x="2875" y="193"/>
                    </a:lnTo>
                    <a:lnTo>
                      <a:pt x="5262" y="0"/>
                    </a:lnTo>
                    <a:lnTo>
                      <a:pt x="2387" y="408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4" name="Surface mesh patch"/>
              <p:cNvSpPr/>
              <p:nvPr/>
            </p:nvSpPr>
            <p:spPr>
              <a:xfrm>
                <a:off x="3169893" y="1810837"/>
                <a:ext cx="50120" cy="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">
                    <a:moveTo>
                      <a:pt x="0" y="4"/>
                    </a:moveTo>
                    <a:lnTo>
                      <a:pt x="2875" y="76"/>
                    </a:lnTo>
                    <a:lnTo>
                      <a:pt x="5262" y="0"/>
                    </a:lnTo>
                    <a:lnTo>
                      <a:pt x="2387" y="99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5" name="Surface mesh patch"/>
              <p:cNvSpPr/>
              <p:nvPr/>
            </p:nvSpPr>
            <p:spPr>
              <a:xfrm>
                <a:off x="3220013" y="1810837"/>
                <a:ext cx="50120" cy="41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">
                    <a:moveTo>
                      <a:pt x="0" y="0"/>
                    </a:moveTo>
                    <a:lnTo>
                      <a:pt x="2875" y="433"/>
                    </a:lnTo>
                    <a:lnTo>
                      <a:pt x="5262" y="384"/>
                    </a:lnTo>
                    <a:lnTo>
                      <a:pt x="2387" y="108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6" name="Surface mesh patch"/>
              <p:cNvSpPr/>
              <p:nvPr/>
            </p:nvSpPr>
            <p:spPr>
              <a:xfrm>
                <a:off x="3270132" y="1814494"/>
                <a:ext cx="50120" cy="75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3">
                    <a:moveTo>
                      <a:pt x="0" y="0"/>
                    </a:moveTo>
                    <a:lnTo>
                      <a:pt x="2875" y="793"/>
                    </a:lnTo>
                    <a:lnTo>
                      <a:pt x="5262" y="681"/>
                    </a:lnTo>
                    <a:lnTo>
                      <a:pt x="2387" y="29"/>
                    </a:lnTo>
                    <a:close/>
                  </a:path>
                </a:pathLst>
              </a:custGeom>
              <a:solidFill>
                <a:srgbClr val="bfd5fa"/>
              </a:solidFill>
              <a:ln w="3334" cap="flat" cmpd="sng" algn="ctr">
                <a:solidFill>
                  <a:srgbClr val="bf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7" name="Surface mesh patch"/>
              <p:cNvSpPr/>
              <p:nvPr/>
            </p:nvSpPr>
            <p:spPr>
              <a:xfrm>
                <a:off x="3320252" y="1819815"/>
                <a:ext cx="50120" cy="115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8">
                    <a:moveTo>
                      <a:pt x="0" y="122"/>
                    </a:moveTo>
                    <a:lnTo>
                      <a:pt x="2875" y="1208"/>
                    </a:lnTo>
                    <a:lnTo>
                      <a:pt x="5262" y="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8" name="Surface mesh patch"/>
              <p:cNvSpPr/>
              <p:nvPr/>
            </p:nvSpPr>
            <p:spPr>
              <a:xfrm>
                <a:off x="3370372" y="1825850"/>
                <a:ext cx="50120" cy="150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6">
                    <a:moveTo>
                      <a:pt x="0" y="322"/>
                    </a:moveTo>
                    <a:lnTo>
                      <a:pt x="2875" y="1576"/>
                    </a:lnTo>
                    <a:lnTo>
                      <a:pt x="5262" y="11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9" name="Surface mesh patch"/>
              <p:cNvSpPr/>
              <p:nvPr/>
            </p:nvSpPr>
            <p:spPr>
              <a:xfrm>
                <a:off x="3420491" y="1831297"/>
                <a:ext cx="50120" cy="17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6">
                    <a:moveTo>
                      <a:pt x="0" y="554"/>
                    </a:moveTo>
                    <a:lnTo>
                      <a:pt x="2875" y="1816"/>
                    </a:lnTo>
                    <a:lnTo>
                      <a:pt x="5262" y="11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0" name="Surface mesh patch"/>
              <p:cNvSpPr/>
              <p:nvPr/>
            </p:nvSpPr>
            <p:spPr>
              <a:xfrm>
                <a:off x="3470611" y="1834378"/>
                <a:ext cx="50120" cy="18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3">
                    <a:moveTo>
                      <a:pt x="0" y="804"/>
                    </a:moveTo>
                    <a:lnTo>
                      <a:pt x="2875" y="1913"/>
                    </a:lnTo>
                    <a:lnTo>
                      <a:pt x="5262" y="9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1" name="Surface mesh patch"/>
              <p:cNvSpPr/>
              <p:nvPr/>
            </p:nvSpPr>
            <p:spPr>
              <a:xfrm>
                <a:off x="3046922" y="1818567"/>
                <a:ext cx="50120" cy="9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2">
                    <a:moveTo>
                      <a:pt x="0" y="1032"/>
                    </a:moveTo>
                    <a:lnTo>
                      <a:pt x="2875" y="733"/>
                    </a:lnTo>
                    <a:lnTo>
                      <a:pt x="5262" y="0"/>
                    </a:lnTo>
                    <a:lnTo>
                      <a:pt x="2387" y="419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2" name="Surface mesh patch"/>
              <p:cNvSpPr/>
              <p:nvPr/>
            </p:nvSpPr>
            <p:spPr>
              <a:xfrm>
                <a:off x="3097041" y="1812718"/>
                <a:ext cx="50120" cy="5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4">
                    <a:moveTo>
                      <a:pt x="0" y="614"/>
                    </a:moveTo>
                    <a:lnTo>
                      <a:pt x="2875" y="502"/>
                    </a:lnTo>
                    <a:lnTo>
                      <a:pt x="5262" y="0"/>
                    </a:lnTo>
                    <a:lnTo>
                      <a:pt x="2387" y="229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3" name="Surface mesh patch"/>
              <p:cNvSpPr/>
              <p:nvPr/>
            </p:nvSpPr>
            <p:spPr>
              <a:xfrm>
                <a:off x="3147161" y="1810875"/>
                <a:ext cx="50120" cy="36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">
                    <a:moveTo>
                      <a:pt x="0" y="193"/>
                    </a:moveTo>
                    <a:lnTo>
                      <a:pt x="2875" y="383"/>
                    </a:lnTo>
                    <a:lnTo>
                      <a:pt x="5262" y="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4" name="Surface mesh patch"/>
              <p:cNvSpPr/>
              <p:nvPr/>
            </p:nvSpPr>
            <p:spPr>
              <a:xfrm>
                <a:off x="3197281" y="1810837"/>
                <a:ext cx="50120" cy="5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">
                    <a:moveTo>
                      <a:pt x="0" y="76"/>
                    </a:moveTo>
                    <a:lnTo>
                      <a:pt x="2875" y="627"/>
                    </a:lnTo>
                    <a:lnTo>
                      <a:pt x="5262" y="4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5" name="Surface mesh patch"/>
              <p:cNvSpPr/>
              <p:nvPr/>
            </p:nvSpPr>
            <p:spPr>
              <a:xfrm>
                <a:off x="3247400" y="1814494"/>
                <a:ext cx="50120" cy="91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2">
                    <a:moveTo>
                      <a:pt x="0" y="49"/>
                    </a:moveTo>
                    <a:lnTo>
                      <a:pt x="2875" y="962"/>
                    </a:lnTo>
                    <a:lnTo>
                      <a:pt x="5262" y="7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6" name="Surface mesh patch"/>
              <p:cNvSpPr/>
              <p:nvPr/>
            </p:nvSpPr>
            <p:spPr>
              <a:xfrm>
                <a:off x="3297520" y="1820976"/>
                <a:ext cx="50120" cy="12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113"/>
                    </a:moveTo>
                    <a:lnTo>
                      <a:pt x="2875" y="1322"/>
                    </a:lnTo>
                    <a:lnTo>
                      <a:pt x="5262" y="10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7" name="Surface mesh patch"/>
              <p:cNvSpPr/>
              <p:nvPr/>
            </p:nvSpPr>
            <p:spPr>
              <a:xfrm>
                <a:off x="3347640" y="1828917"/>
                <a:ext cx="50120" cy="155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">
                    <a:moveTo>
                      <a:pt x="0" y="253"/>
                    </a:moveTo>
                    <a:lnTo>
                      <a:pt x="2875" y="1637"/>
                    </a:lnTo>
                    <a:lnTo>
                      <a:pt x="5262" y="12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8" name="Surface mesh patch"/>
              <p:cNvSpPr/>
              <p:nvPr/>
            </p:nvSpPr>
            <p:spPr>
              <a:xfrm>
                <a:off x="3397759" y="1836571"/>
                <a:ext cx="50120" cy="17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5">
                    <a:moveTo>
                      <a:pt x="0" y="451"/>
                    </a:moveTo>
                    <a:lnTo>
                      <a:pt x="2875" y="1855"/>
                    </a:lnTo>
                    <a:lnTo>
                      <a:pt x="5262" y="1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9" name="Surface mesh patch"/>
              <p:cNvSpPr/>
              <p:nvPr/>
            </p:nvSpPr>
            <p:spPr>
              <a:xfrm>
                <a:off x="3447879" y="1842036"/>
                <a:ext cx="50120" cy="185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1">
                    <a:moveTo>
                      <a:pt x="0" y="689"/>
                    </a:moveTo>
                    <a:lnTo>
                      <a:pt x="2875" y="1951"/>
                    </a:lnTo>
                    <a:lnTo>
                      <a:pt x="5262" y="11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0" name="Surface mesh patch"/>
              <p:cNvSpPr/>
              <p:nvPr/>
            </p:nvSpPr>
            <p:spPr>
              <a:xfrm>
                <a:off x="3074310" y="1817500"/>
                <a:ext cx="50120" cy="8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">
                    <a:moveTo>
                      <a:pt x="0" y="845"/>
                    </a:moveTo>
                    <a:lnTo>
                      <a:pt x="2875" y="795"/>
                    </a:lnTo>
                    <a:lnTo>
                      <a:pt x="5262" y="0"/>
                    </a:lnTo>
                    <a:lnTo>
                      <a:pt x="2387" y="112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1" name="Surface mesh patch"/>
              <p:cNvSpPr/>
              <p:nvPr/>
            </p:nvSpPr>
            <p:spPr>
              <a:xfrm>
                <a:off x="3124429" y="1812718"/>
                <a:ext cx="50120" cy="71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2">
                    <a:moveTo>
                      <a:pt x="0" y="502"/>
                    </a:moveTo>
                    <a:lnTo>
                      <a:pt x="2875" y="752"/>
                    </a:lnTo>
                    <a:lnTo>
                      <a:pt x="5262" y="1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2" name="Surface mesh patch"/>
              <p:cNvSpPr/>
              <p:nvPr/>
            </p:nvSpPr>
            <p:spPr>
              <a:xfrm>
                <a:off x="3174549" y="1811559"/>
                <a:ext cx="50120" cy="88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">
                    <a:moveTo>
                      <a:pt x="0" y="311"/>
                    </a:moveTo>
                    <a:lnTo>
                      <a:pt x="2875" y="931"/>
                    </a:lnTo>
                    <a:lnTo>
                      <a:pt x="5262" y="5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3" name="Surface mesh patch"/>
              <p:cNvSpPr/>
              <p:nvPr/>
            </p:nvSpPr>
            <p:spPr>
              <a:xfrm>
                <a:off x="3224669" y="1814965"/>
                <a:ext cx="50120" cy="11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8">
                    <a:moveTo>
                      <a:pt x="0" y="194"/>
                    </a:moveTo>
                    <a:lnTo>
                      <a:pt x="2875" y="1188"/>
                    </a:lnTo>
                    <a:lnTo>
                      <a:pt x="5262" y="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4" name="Surface mesh patch"/>
              <p:cNvSpPr/>
              <p:nvPr/>
            </p:nvSpPr>
            <p:spPr>
              <a:xfrm>
                <a:off x="3274788" y="1822051"/>
                <a:ext cx="50120" cy="140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6">
                    <a:moveTo>
                      <a:pt x="0" y="169"/>
                    </a:moveTo>
                    <a:lnTo>
                      <a:pt x="2875" y="1476"/>
                    </a:lnTo>
                    <a:lnTo>
                      <a:pt x="5262" y="1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5" name="Surface mesh patch"/>
              <p:cNvSpPr/>
              <p:nvPr/>
            </p:nvSpPr>
            <p:spPr>
              <a:xfrm>
                <a:off x="3324908" y="1831323"/>
                <a:ext cx="50120" cy="16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8">
                    <a:moveTo>
                      <a:pt x="0" y="235"/>
                    </a:moveTo>
                    <a:lnTo>
                      <a:pt x="2875" y="1738"/>
                    </a:lnTo>
                    <a:lnTo>
                      <a:pt x="5262" y="13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6" name="Surface mesh patch"/>
              <p:cNvSpPr/>
              <p:nvPr/>
            </p:nvSpPr>
            <p:spPr>
              <a:xfrm>
                <a:off x="3375027" y="1840865"/>
                <a:ext cx="50120" cy="183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5">
                    <a:moveTo>
                      <a:pt x="0" y="383"/>
                    </a:moveTo>
                    <a:lnTo>
                      <a:pt x="2875" y="1925"/>
                    </a:lnTo>
                    <a:lnTo>
                      <a:pt x="5262" y="14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7" name="Surface mesh patch"/>
              <p:cNvSpPr/>
              <p:nvPr/>
            </p:nvSpPr>
            <p:spPr>
              <a:xfrm>
                <a:off x="3425147" y="1848598"/>
                <a:ext cx="50120" cy="19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9">
                    <a:moveTo>
                      <a:pt x="0" y="592"/>
                    </a:moveTo>
                    <a:lnTo>
                      <a:pt x="2875" y="2009"/>
                    </a:lnTo>
                    <a:lnTo>
                      <a:pt x="5262" y="1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8" name="Surface mesh patch"/>
              <p:cNvSpPr/>
              <p:nvPr/>
            </p:nvSpPr>
            <p:spPr>
              <a:xfrm>
                <a:off x="3101697" y="1817500"/>
                <a:ext cx="50120" cy="100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6">
                    <a:moveTo>
                      <a:pt x="0" y="795"/>
                    </a:moveTo>
                    <a:lnTo>
                      <a:pt x="2875" y="1056"/>
                    </a:lnTo>
                    <a:lnTo>
                      <a:pt x="5262" y="2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9" name="Surface mesh patch"/>
              <p:cNvSpPr/>
              <p:nvPr/>
            </p:nvSpPr>
            <p:spPr>
              <a:xfrm>
                <a:off x="3151817" y="1814520"/>
                <a:ext cx="50120" cy="114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1">
                    <a:moveTo>
                      <a:pt x="0" y="563"/>
                    </a:moveTo>
                    <a:lnTo>
                      <a:pt x="2875" y="1201"/>
                    </a:lnTo>
                    <a:lnTo>
                      <a:pt x="5262" y="6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0" name="Surface mesh patch"/>
              <p:cNvSpPr/>
              <p:nvPr/>
            </p:nvSpPr>
            <p:spPr>
              <a:xfrm>
                <a:off x="3201937" y="1816813"/>
                <a:ext cx="50120" cy="134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09">
                    <a:moveTo>
                      <a:pt x="0" y="379"/>
                    </a:moveTo>
                    <a:lnTo>
                      <a:pt x="2875" y="1409"/>
                    </a:lnTo>
                    <a:lnTo>
                      <a:pt x="5262" y="9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1" name="Surface mesh patch"/>
              <p:cNvSpPr/>
              <p:nvPr/>
            </p:nvSpPr>
            <p:spPr>
              <a:xfrm>
                <a:off x="3252056" y="1823658"/>
                <a:ext cx="50120" cy="156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44">
                    <a:moveTo>
                      <a:pt x="0" y="275"/>
                    </a:moveTo>
                    <a:lnTo>
                      <a:pt x="2875" y="1644"/>
                    </a:lnTo>
                    <a:lnTo>
                      <a:pt x="5262" y="13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2" name="Surface mesh patch"/>
              <p:cNvSpPr/>
              <p:nvPr/>
            </p:nvSpPr>
            <p:spPr>
              <a:xfrm>
                <a:off x="3302176" y="1833566"/>
                <a:ext cx="50120" cy="177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267"/>
                    </a:moveTo>
                    <a:lnTo>
                      <a:pt x="2875" y="1861"/>
                    </a:lnTo>
                    <a:lnTo>
                      <a:pt x="5262" y="15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3" name="Surface mesh patch"/>
              <p:cNvSpPr/>
              <p:nvPr/>
            </p:nvSpPr>
            <p:spPr>
              <a:xfrm>
                <a:off x="3352296" y="1844511"/>
                <a:ext cx="50120" cy="19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8">
                    <a:moveTo>
                      <a:pt x="0" y="353"/>
                    </a:moveTo>
                    <a:lnTo>
                      <a:pt x="2875" y="2018"/>
                    </a:lnTo>
                    <a:lnTo>
                      <a:pt x="5262" y="15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4" name="Surface mesh patch"/>
              <p:cNvSpPr/>
              <p:nvPr/>
            </p:nvSpPr>
            <p:spPr>
              <a:xfrm>
                <a:off x="3402415" y="1854241"/>
                <a:ext cx="50120" cy="198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7">
                    <a:moveTo>
                      <a:pt x="0" y="521"/>
                    </a:moveTo>
                    <a:lnTo>
                      <a:pt x="2875" y="2087"/>
                    </a:lnTo>
                    <a:lnTo>
                      <a:pt x="5262" y="14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5" name="Surface mesh patch"/>
              <p:cNvSpPr/>
              <p:nvPr/>
            </p:nvSpPr>
            <p:spPr>
              <a:xfrm>
                <a:off x="3129085" y="1819884"/>
                <a:ext cx="50120" cy="134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5">
                    <a:moveTo>
                      <a:pt x="0" y="806"/>
                    </a:moveTo>
                    <a:lnTo>
                      <a:pt x="2875" y="1415"/>
                    </a:lnTo>
                    <a:lnTo>
                      <a:pt x="5262" y="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6" name="Surface mesh patch"/>
              <p:cNvSpPr/>
              <p:nvPr/>
            </p:nvSpPr>
            <p:spPr>
              <a:xfrm>
                <a:off x="3179205" y="1820426"/>
                <a:ext cx="50120" cy="152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">
                    <a:moveTo>
                      <a:pt x="0" y="581"/>
                    </a:moveTo>
                    <a:lnTo>
                      <a:pt x="2875" y="1600"/>
                    </a:lnTo>
                    <a:lnTo>
                      <a:pt x="5262" y="1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7" name="Surface mesh patch"/>
              <p:cNvSpPr/>
              <p:nvPr/>
            </p:nvSpPr>
            <p:spPr>
              <a:xfrm>
                <a:off x="3229324" y="1826282"/>
                <a:ext cx="50120" cy="17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4">
                    <a:moveTo>
                      <a:pt x="0" y="415"/>
                    </a:moveTo>
                    <a:lnTo>
                      <a:pt x="2875" y="1804"/>
                    </a:lnTo>
                    <a:lnTo>
                      <a:pt x="5262" y="13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8" name="Surface mesh patch"/>
              <p:cNvSpPr/>
              <p:nvPr/>
            </p:nvSpPr>
            <p:spPr>
              <a:xfrm>
                <a:off x="3279444" y="1836107"/>
                <a:ext cx="50120" cy="18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0">
                    <a:moveTo>
                      <a:pt x="0" y="337"/>
                    </a:moveTo>
                    <a:lnTo>
                      <a:pt x="2875" y="1990"/>
                    </a:lnTo>
                    <a:lnTo>
                      <a:pt x="5262" y="1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9" name="Surface mesh patch"/>
              <p:cNvSpPr/>
              <p:nvPr/>
            </p:nvSpPr>
            <p:spPr>
              <a:xfrm>
                <a:off x="3329564" y="1847873"/>
                <a:ext cx="50120" cy="202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24">
                    <a:moveTo>
                      <a:pt x="0" y="359"/>
                    </a:moveTo>
                    <a:lnTo>
                      <a:pt x="2875" y="2124"/>
                    </a:lnTo>
                    <a:lnTo>
                      <a:pt x="5262" y="16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0" name="Surface mesh patch"/>
              <p:cNvSpPr/>
              <p:nvPr/>
            </p:nvSpPr>
            <p:spPr>
              <a:xfrm>
                <a:off x="3379683" y="1859200"/>
                <a:ext cx="50120" cy="207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9">
                    <a:moveTo>
                      <a:pt x="0" y="476"/>
                    </a:moveTo>
                    <a:lnTo>
                      <a:pt x="2875" y="2179"/>
                    </a:lnTo>
                    <a:lnTo>
                      <a:pt x="5262" y="15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1" name="Surface mesh patch"/>
              <p:cNvSpPr/>
              <p:nvPr/>
            </p:nvSpPr>
            <p:spPr>
              <a:xfrm>
                <a:off x="3156473" y="1825957"/>
                <a:ext cx="50120" cy="166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4">
                    <a:moveTo>
                      <a:pt x="0" y="778"/>
                    </a:moveTo>
                    <a:lnTo>
                      <a:pt x="2875" y="1744"/>
                    </a:lnTo>
                    <a:lnTo>
                      <a:pt x="5262" y="10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2" name="Surface mesh patch"/>
              <p:cNvSpPr/>
              <p:nvPr/>
            </p:nvSpPr>
            <p:spPr>
              <a:xfrm>
                <a:off x="3206593" y="1830235"/>
                <a:ext cx="50120" cy="184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6">
                    <a:moveTo>
                      <a:pt x="0" y="570"/>
                    </a:moveTo>
                    <a:lnTo>
                      <a:pt x="2875" y="1936"/>
                    </a:lnTo>
                    <a:lnTo>
                      <a:pt x="5262" y="13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3" name="Surface mesh patch"/>
              <p:cNvSpPr/>
              <p:nvPr/>
            </p:nvSpPr>
            <p:spPr>
              <a:xfrm>
                <a:off x="3256712" y="1839320"/>
                <a:ext cx="50120" cy="200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8">
                    <a:moveTo>
                      <a:pt x="0" y="435"/>
                    </a:moveTo>
                    <a:lnTo>
                      <a:pt x="2875" y="2108"/>
                    </a:lnTo>
                    <a:lnTo>
                      <a:pt x="5262" y="16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4" name="Surface mesh patch"/>
              <p:cNvSpPr/>
              <p:nvPr/>
            </p:nvSpPr>
            <p:spPr>
              <a:xfrm>
                <a:off x="3306832" y="1851295"/>
                <a:ext cx="50120" cy="21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29">
                    <a:moveTo>
                      <a:pt x="0" y="396"/>
                    </a:moveTo>
                    <a:lnTo>
                      <a:pt x="2875" y="2229"/>
                    </a:lnTo>
                    <a:lnTo>
                      <a:pt x="5262" y="17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5" name="Surface mesh patch"/>
              <p:cNvSpPr/>
              <p:nvPr/>
            </p:nvSpPr>
            <p:spPr>
              <a:xfrm>
                <a:off x="3356952" y="1863736"/>
                <a:ext cx="50120" cy="21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75">
                    <a:moveTo>
                      <a:pt x="0" y="459"/>
                    </a:moveTo>
                    <a:lnTo>
                      <a:pt x="2875" y="2275"/>
                    </a:lnTo>
                    <a:lnTo>
                      <a:pt x="5262" y="17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6" name="Surface mesh patch"/>
              <p:cNvSpPr/>
              <p:nvPr/>
            </p:nvSpPr>
            <p:spPr>
              <a:xfrm>
                <a:off x="3183861" y="1835662"/>
                <a:ext cx="50120" cy="19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9">
                    <a:moveTo>
                      <a:pt x="0" y="725"/>
                    </a:moveTo>
                    <a:lnTo>
                      <a:pt x="2875" y="2029"/>
                    </a:lnTo>
                    <a:lnTo>
                      <a:pt x="5262" y="13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7" name="Surface mesh patch"/>
              <p:cNvSpPr/>
              <p:nvPr/>
            </p:nvSpPr>
            <p:spPr>
              <a:xfrm>
                <a:off x="3233980" y="1843462"/>
                <a:ext cx="50120" cy="209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1">
                    <a:moveTo>
                      <a:pt x="0" y="547"/>
                    </a:moveTo>
                    <a:lnTo>
                      <a:pt x="2875" y="2201"/>
                    </a:lnTo>
                    <a:lnTo>
                      <a:pt x="5262" y="16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8" name="Surface mesh patch"/>
              <p:cNvSpPr/>
              <p:nvPr/>
            </p:nvSpPr>
            <p:spPr>
              <a:xfrm>
                <a:off x="3284100" y="1855066"/>
                <a:ext cx="50120" cy="221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1">
                    <a:moveTo>
                      <a:pt x="0" y="455"/>
                    </a:moveTo>
                    <a:lnTo>
                      <a:pt x="2875" y="2321"/>
                    </a:lnTo>
                    <a:lnTo>
                      <a:pt x="5262" y="18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9" name="Surface mesh patch"/>
              <p:cNvSpPr/>
              <p:nvPr/>
            </p:nvSpPr>
            <p:spPr>
              <a:xfrm>
                <a:off x="3334220" y="1868104"/>
                <a:ext cx="50120" cy="22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67">
                    <a:moveTo>
                      <a:pt x="0" y="464"/>
                    </a:moveTo>
                    <a:lnTo>
                      <a:pt x="2875" y="2367"/>
                    </a:lnTo>
                    <a:lnTo>
                      <a:pt x="5262" y="18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0" name="Surface mesh patch"/>
              <p:cNvSpPr/>
              <p:nvPr/>
            </p:nvSpPr>
            <p:spPr>
              <a:xfrm>
                <a:off x="3211249" y="1848672"/>
                <a:ext cx="50120" cy="21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2">
                    <a:moveTo>
                      <a:pt x="0" y="664"/>
                    </a:moveTo>
                    <a:lnTo>
                      <a:pt x="2875" y="2262"/>
                    </a:lnTo>
                    <a:lnTo>
                      <a:pt x="5262" y="1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1" name="Surface mesh patch"/>
              <p:cNvSpPr/>
              <p:nvPr/>
            </p:nvSpPr>
            <p:spPr>
              <a:xfrm>
                <a:off x="3261368" y="1859398"/>
                <a:ext cx="50120" cy="227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2">
                    <a:moveTo>
                      <a:pt x="0" y="528"/>
                    </a:moveTo>
                    <a:lnTo>
                      <a:pt x="2875" y="2392"/>
                    </a:lnTo>
                    <a:lnTo>
                      <a:pt x="5262" y="1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2" name="Surface mesh patch"/>
              <p:cNvSpPr/>
              <p:nvPr/>
            </p:nvSpPr>
            <p:spPr>
              <a:xfrm>
                <a:off x="3311488" y="1872525"/>
                <a:ext cx="50120" cy="233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8">
                    <a:moveTo>
                      <a:pt x="0" y="488"/>
                    </a:moveTo>
                    <a:lnTo>
                      <a:pt x="2875" y="2448"/>
                    </a:lnTo>
                    <a:lnTo>
                      <a:pt x="5262" y="19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3" name="Surface mesh patch"/>
              <p:cNvSpPr/>
              <p:nvPr/>
            </p:nvSpPr>
            <p:spPr>
              <a:xfrm>
                <a:off x="3238636" y="1864425"/>
                <a:ext cx="50120" cy="23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7">
                    <a:moveTo>
                      <a:pt x="0" y="608"/>
                    </a:moveTo>
                    <a:lnTo>
                      <a:pt x="2875" y="2437"/>
                    </a:lnTo>
                    <a:lnTo>
                      <a:pt x="5262" y="1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4" name="Surface mesh patch"/>
              <p:cNvSpPr/>
              <p:nvPr/>
            </p:nvSpPr>
            <p:spPr>
              <a:xfrm>
                <a:off x="3288756" y="1877174"/>
                <a:ext cx="50120" cy="23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9">
                    <a:moveTo>
                      <a:pt x="0" y="526"/>
                    </a:moveTo>
                    <a:lnTo>
                      <a:pt x="2875" y="2509"/>
                    </a:lnTo>
                    <a:lnTo>
                      <a:pt x="5262" y="19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5" name="Surface mesh patch"/>
              <p:cNvSpPr/>
              <p:nvPr/>
            </p:nvSpPr>
            <p:spPr>
              <a:xfrm>
                <a:off x="3266024" y="1882180"/>
                <a:ext cx="50120" cy="24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49">
                    <a:moveTo>
                      <a:pt x="0" y="573"/>
                    </a:moveTo>
                    <a:lnTo>
                      <a:pt x="2875" y="2549"/>
                    </a:lnTo>
                    <a:lnTo>
                      <a:pt x="5262" y="19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6" name="Surface grid line"/>
              <p:cNvSpPr/>
              <p:nvPr/>
            </p:nvSpPr>
            <p:spPr>
              <a:xfrm>
                <a:off x="2143125" y="1534371"/>
                <a:ext cx="1150287" cy="372092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65">
                    <a:moveTo>
                      <a:pt x="0" y="0"/>
                    </a:moveTo>
                    <a:lnTo>
                      <a:pt x="2875" y="2034"/>
                    </a:lnTo>
                    <a:lnTo>
                      <a:pt x="5751" y="3896"/>
                    </a:lnTo>
                    <a:lnTo>
                      <a:pt x="8626" y="5522"/>
                    </a:lnTo>
                    <a:lnTo>
                      <a:pt x="11501" y="6859"/>
                    </a:lnTo>
                    <a:lnTo>
                      <a:pt x="14377" y="7877"/>
                    </a:lnTo>
                    <a:lnTo>
                      <a:pt x="17252" y="8567"/>
                    </a:lnTo>
                    <a:lnTo>
                      <a:pt x="20128" y="8950"/>
                    </a:lnTo>
                    <a:lnTo>
                      <a:pt x="23003" y="9073"/>
                    </a:lnTo>
                    <a:lnTo>
                      <a:pt x="25878" y="9010"/>
                    </a:lnTo>
                    <a:lnTo>
                      <a:pt x="28754" y="8860"/>
                    </a:lnTo>
                    <a:lnTo>
                      <a:pt x="31629" y="8731"/>
                    </a:lnTo>
                    <a:lnTo>
                      <a:pt x="34504" y="8736"/>
                    </a:lnTo>
                    <a:lnTo>
                      <a:pt x="37380" y="8977"/>
                    </a:lnTo>
                    <a:lnTo>
                      <a:pt x="40255" y="9536"/>
                    </a:lnTo>
                    <a:lnTo>
                      <a:pt x="43130" y="10468"/>
                    </a:lnTo>
                    <a:lnTo>
                      <a:pt x="46006" y="11791"/>
                    </a:lnTo>
                    <a:lnTo>
                      <a:pt x="48881" y="13490"/>
                    </a:lnTo>
                    <a:lnTo>
                      <a:pt x="51756" y="15518"/>
                    </a:lnTo>
                    <a:lnTo>
                      <a:pt x="54632" y="17795"/>
                    </a:lnTo>
                    <a:lnTo>
                      <a:pt x="57507" y="20223"/>
                    </a:lnTo>
                    <a:lnTo>
                      <a:pt x="60383" y="22686"/>
                    </a:lnTo>
                    <a:lnTo>
                      <a:pt x="63258" y="25066"/>
                    </a:lnTo>
                    <a:lnTo>
                      <a:pt x="66133" y="27249"/>
                    </a:lnTo>
                    <a:lnTo>
                      <a:pt x="69009" y="29137"/>
                    </a:lnTo>
                    <a:lnTo>
                      <a:pt x="71884" y="30654"/>
                    </a:lnTo>
                    <a:lnTo>
                      <a:pt x="74759" y="31758"/>
                    </a:lnTo>
                    <a:lnTo>
                      <a:pt x="77635" y="32438"/>
                    </a:lnTo>
                    <a:lnTo>
                      <a:pt x="80510" y="32719"/>
                    </a:lnTo>
                    <a:lnTo>
                      <a:pt x="83385" y="32658"/>
                    </a:lnTo>
                    <a:lnTo>
                      <a:pt x="86261" y="32337"/>
                    </a:lnTo>
                    <a:lnTo>
                      <a:pt x="89136" y="31859"/>
                    </a:lnTo>
                    <a:lnTo>
                      <a:pt x="92011" y="31332"/>
                    </a:lnTo>
                    <a:lnTo>
                      <a:pt x="94887" y="30869"/>
                    </a:lnTo>
                    <a:lnTo>
                      <a:pt x="97762" y="30570"/>
                    </a:lnTo>
                    <a:lnTo>
                      <a:pt x="100638" y="30520"/>
                    </a:lnTo>
                    <a:lnTo>
                      <a:pt x="103513" y="30781"/>
                    </a:lnTo>
                    <a:lnTo>
                      <a:pt x="106388" y="31390"/>
                    </a:lnTo>
                    <a:lnTo>
                      <a:pt x="109264" y="32357"/>
                    </a:lnTo>
                    <a:lnTo>
                      <a:pt x="112139" y="33661"/>
                    </a:lnTo>
                    <a:lnTo>
                      <a:pt x="115014" y="35260"/>
                    </a:lnTo>
                    <a:lnTo>
                      <a:pt x="117890" y="37088"/>
                    </a:lnTo>
                    <a:lnTo>
                      <a:pt x="120765" y="3906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7" name="Surface grid line"/>
              <p:cNvSpPr/>
              <p:nvPr/>
            </p:nvSpPr>
            <p:spPr>
              <a:xfrm>
                <a:off x="2165857" y="1529145"/>
                <a:ext cx="1150287" cy="3719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48">
                    <a:moveTo>
                      <a:pt x="0" y="0"/>
                    </a:moveTo>
                    <a:lnTo>
                      <a:pt x="2875" y="1997"/>
                    </a:lnTo>
                    <a:lnTo>
                      <a:pt x="5751" y="3804"/>
                    </a:lnTo>
                    <a:lnTo>
                      <a:pt x="8626" y="5361"/>
                    </a:lnTo>
                    <a:lnTo>
                      <a:pt x="11501" y="6623"/>
                    </a:lnTo>
                    <a:lnTo>
                      <a:pt x="14377" y="7565"/>
                    </a:lnTo>
                    <a:lnTo>
                      <a:pt x="17252" y="8183"/>
                    </a:lnTo>
                    <a:lnTo>
                      <a:pt x="20128" y="8500"/>
                    </a:lnTo>
                    <a:lnTo>
                      <a:pt x="23003" y="8570"/>
                    </a:lnTo>
                    <a:lnTo>
                      <a:pt x="25878" y="8476"/>
                    </a:lnTo>
                    <a:lnTo>
                      <a:pt x="28754" y="8323"/>
                    </a:lnTo>
                    <a:lnTo>
                      <a:pt x="31629" y="8230"/>
                    </a:lnTo>
                    <a:lnTo>
                      <a:pt x="34504" y="8317"/>
                    </a:lnTo>
                    <a:lnTo>
                      <a:pt x="37380" y="8692"/>
                    </a:lnTo>
                    <a:lnTo>
                      <a:pt x="40255" y="9439"/>
                    </a:lnTo>
                    <a:lnTo>
                      <a:pt x="43130" y="10606"/>
                    </a:lnTo>
                    <a:lnTo>
                      <a:pt x="46006" y="12204"/>
                    </a:lnTo>
                    <a:lnTo>
                      <a:pt x="48881" y="14204"/>
                    </a:lnTo>
                    <a:lnTo>
                      <a:pt x="51756" y="16540"/>
                    </a:lnTo>
                    <a:lnTo>
                      <a:pt x="54632" y="19115"/>
                    </a:lnTo>
                    <a:lnTo>
                      <a:pt x="57507" y="21809"/>
                    </a:lnTo>
                    <a:lnTo>
                      <a:pt x="60383" y="24488"/>
                    </a:lnTo>
                    <a:lnTo>
                      <a:pt x="63258" y="27017"/>
                    </a:lnTo>
                    <a:lnTo>
                      <a:pt x="66133" y="29271"/>
                    </a:lnTo>
                    <a:lnTo>
                      <a:pt x="69009" y="31144"/>
                    </a:lnTo>
                    <a:lnTo>
                      <a:pt x="71884" y="32564"/>
                    </a:lnTo>
                    <a:lnTo>
                      <a:pt x="74759" y="33493"/>
                    </a:lnTo>
                    <a:lnTo>
                      <a:pt x="77635" y="33937"/>
                    </a:lnTo>
                    <a:lnTo>
                      <a:pt x="80510" y="33938"/>
                    </a:lnTo>
                    <a:lnTo>
                      <a:pt x="83385" y="33576"/>
                    </a:lnTo>
                    <a:lnTo>
                      <a:pt x="86261" y="32958"/>
                    </a:lnTo>
                    <a:lnTo>
                      <a:pt x="89136" y="32205"/>
                    </a:lnTo>
                    <a:lnTo>
                      <a:pt x="92011" y="31447"/>
                    </a:lnTo>
                    <a:lnTo>
                      <a:pt x="94887" y="30804"/>
                    </a:lnTo>
                    <a:lnTo>
                      <a:pt x="97762" y="30386"/>
                    </a:lnTo>
                    <a:lnTo>
                      <a:pt x="100638" y="30274"/>
                    </a:lnTo>
                    <a:lnTo>
                      <a:pt x="103513" y="30524"/>
                    </a:lnTo>
                    <a:lnTo>
                      <a:pt x="106388" y="31161"/>
                    </a:lnTo>
                    <a:lnTo>
                      <a:pt x="109264" y="32180"/>
                    </a:lnTo>
                    <a:lnTo>
                      <a:pt x="112139" y="33546"/>
                    </a:lnTo>
                    <a:lnTo>
                      <a:pt x="115014" y="35200"/>
                    </a:lnTo>
                    <a:lnTo>
                      <a:pt x="117890" y="37064"/>
                    </a:lnTo>
                    <a:lnTo>
                      <a:pt x="120765" y="390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8" name="Surface grid line"/>
              <p:cNvSpPr/>
              <p:nvPr/>
            </p:nvSpPr>
            <p:spPr>
              <a:xfrm>
                <a:off x="2188589" y="1523865"/>
                <a:ext cx="1150287" cy="37197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52">
                    <a:moveTo>
                      <a:pt x="0" y="0"/>
                    </a:moveTo>
                    <a:lnTo>
                      <a:pt x="2875" y="1960"/>
                    </a:lnTo>
                    <a:lnTo>
                      <a:pt x="5751" y="3718"/>
                    </a:lnTo>
                    <a:lnTo>
                      <a:pt x="8626" y="5223"/>
                    </a:lnTo>
                    <a:lnTo>
                      <a:pt x="11501" y="6433"/>
                    </a:lnTo>
                    <a:lnTo>
                      <a:pt x="14377" y="7327"/>
                    </a:lnTo>
                    <a:lnTo>
                      <a:pt x="17252" y="7901"/>
                    </a:lnTo>
                    <a:lnTo>
                      <a:pt x="20128" y="8183"/>
                    </a:lnTo>
                    <a:lnTo>
                      <a:pt x="23003" y="8228"/>
                    </a:lnTo>
                    <a:lnTo>
                      <a:pt x="25878" y="8126"/>
                    </a:lnTo>
                    <a:lnTo>
                      <a:pt x="28754" y="7991"/>
                    </a:lnTo>
                    <a:lnTo>
                      <a:pt x="31629" y="7952"/>
                    </a:lnTo>
                    <a:lnTo>
                      <a:pt x="34504" y="8140"/>
                    </a:lnTo>
                    <a:lnTo>
                      <a:pt x="37380" y="8671"/>
                    </a:lnTo>
                    <a:lnTo>
                      <a:pt x="40255" y="9631"/>
                    </a:lnTo>
                    <a:lnTo>
                      <a:pt x="43130" y="11068"/>
                    </a:lnTo>
                    <a:lnTo>
                      <a:pt x="46006" y="12984"/>
                    </a:lnTo>
                    <a:lnTo>
                      <a:pt x="48881" y="15335"/>
                    </a:lnTo>
                    <a:lnTo>
                      <a:pt x="51756" y="18038"/>
                    </a:lnTo>
                    <a:lnTo>
                      <a:pt x="54632" y="20973"/>
                    </a:lnTo>
                    <a:lnTo>
                      <a:pt x="57507" y="23996"/>
                    </a:lnTo>
                    <a:lnTo>
                      <a:pt x="60383" y="26951"/>
                    </a:lnTo>
                    <a:lnTo>
                      <a:pt x="63258" y="29683"/>
                    </a:lnTo>
                    <a:lnTo>
                      <a:pt x="66133" y="32050"/>
                    </a:lnTo>
                    <a:lnTo>
                      <a:pt x="69009" y="33937"/>
                    </a:lnTo>
                    <a:lnTo>
                      <a:pt x="71884" y="35270"/>
                    </a:lnTo>
                    <a:lnTo>
                      <a:pt x="74759" y="36017"/>
                    </a:lnTo>
                    <a:lnTo>
                      <a:pt x="77635" y="36199"/>
                    </a:lnTo>
                    <a:lnTo>
                      <a:pt x="80510" y="35879"/>
                    </a:lnTo>
                    <a:lnTo>
                      <a:pt x="83385" y="35165"/>
                    </a:lnTo>
                    <a:lnTo>
                      <a:pt x="86261" y="34187"/>
                    </a:lnTo>
                    <a:lnTo>
                      <a:pt x="89136" y="33095"/>
                    </a:lnTo>
                    <a:lnTo>
                      <a:pt x="92011" y="32038"/>
                    </a:lnTo>
                    <a:lnTo>
                      <a:pt x="94887" y="31153"/>
                    </a:lnTo>
                    <a:lnTo>
                      <a:pt x="97762" y="30555"/>
                    </a:lnTo>
                    <a:lnTo>
                      <a:pt x="100638" y="30326"/>
                    </a:lnTo>
                    <a:lnTo>
                      <a:pt x="103513" y="30515"/>
                    </a:lnTo>
                    <a:lnTo>
                      <a:pt x="106388" y="31135"/>
                    </a:lnTo>
                    <a:lnTo>
                      <a:pt x="109264" y="32165"/>
                    </a:lnTo>
                    <a:lnTo>
                      <a:pt x="112139" y="33554"/>
                    </a:lnTo>
                    <a:lnTo>
                      <a:pt x="115014" y="35227"/>
                    </a:lnTo>
                    <a:lnTo>
                      <a:pt x="117890" y="37093"/>
                    </a:lnTo>
                    <a:lnTo>
                      <a:pt x="120765" y="3905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9" name="Surface grid line"/>
              <p:cNvSpPr/>
              <p:nvPr/>
            </p:nvSpPr>
            <p:spPr>
              <a:xfrm>
                <a:off x="2211321" y="1518490"/>
                <a:ext cx="1150287" cy="37510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382">
                    <a:moveTo>
                      <a:pt x="0" y="0"/>
                    </a:moveTo>
                    <a:lnTo>
                      <a:pt x="2875" y="1926"/>
                    </a:lnTo>
                    <a:lnTo>
                      <a:pt x="5751" y="3649"/>
                    </a:lnTo>
                    <a:lnTo>
                      <a:pt x="8626" y="5122"/>
                    </a:lnTo>
                    <a:lnTo>
                      <a:pt x="11501" y="6309"/>
                    </a:lnTo>
                    <a:lnTo>
                      <a:pt x="14377" y="7188"/>
                    </a:lnTo>
                    <a:lnTo>
                      <a:pt x="17252" y="7755"/>
                    </a:lnTo>
                    <a:lnTo>
                      <a:pt x="20128" y="8034"/>
                    </a:lnTo>
                    <a:lnTo>
                      <a:pt x="23003" y="8083"/>
                    </a:lnTo>
                    <a:lnTo>
                      <a:pt x="25878" y="7997"/>
                    </a:lnTo>
                    <a:lnTo>
                      <a:pt x="28754" y="7898"/>
                    </a:lnTo>
                    <a:lnTo>
                      <a:pt x="31629" y="7928"/>
                    </a:lnTo>
                    <a:lnTo>
                      <a:pt x="34504" y="8233"/>
                    </a:lnTo>
                    <a:lnTo>
                      <a:pt x="37380" y="8937"/>
                    </a:lnTo>
                    <a:lnTo>
                      <a:pt x="40255" y="10135"/>
                    </a:lnTo>
                    <a:lnTo>
                      <a:pt x="43130" y="11874"/>
                    </a:lnTo>
                    <a:lnTo>
                      <a:pt x="46006" y="14148"/>
                    </a:lnTo>
                    <a:lnTo>
                      <a:pt x="48881" y="16902"/>
                    </a:lnTo>
                    <a:lnTo>
                      <a:pt x="51756" y="20030"/>
                    </a:lnTo>
                    <a:lnTo>
                      <a:pt x="54632" y="23389"/>
                    </a:lnTo>
                    <a:lnTo>
                      <a:pt x="57507" y="26809"/>
                    </a:lnTo>
                    <a:lnTo>
                      <a:pt x="60383" y="30107"/>
                    </a:lnTo>
                    <a:lnTo>
                      <a:pt x="63258" y="33100"/>
                    </a:lnTo>
                    <a:lnTo>
                      <a:pt x="66133" y="35627"/>
                    </a:lnTo>
                    <a:lnTo>
                      <a:pt x="69009" y="37561"/>
                    </a:lnTo>
                    <a:lnTo>
                      <a:pt x="71884" y="38821"/>
                    </a:lnTo>
                    <a:lnTo>
                      <a:pt x="74759" y="39382"/>
                    </a:lnTo>
                    <a:lnTo>
                      <a:pt x="77635" y="39278"/>
                    </a:lnTo>
                    <a:lnTo>
                      <a:pt x="80510" y="38598"/>
                    </a:lnTo>
                    <a:lnTo>
                      <a:pt x="83385" y="37475"/>
                    </a:lnTo>
                    <a:lnTo>
                      <a:pt x="86261" y="36075"/>
                    </a:lnTo>
                    <a:lnTo>
                      <a:pt x="89136" y="34574"/>
                    </a:lnTo>
                    <a:lnTo>
                      <a:pt x="92011" y="33147"/>
                    </a:lnTo>
                    <a:lnTo>
                      <a:pt x="94887" y="31949"/>
                    </a:lnTo>
                    <a:lnTo>
                      <a:pt x="97762" y="31104"/>
                    </a:lnTo>
                    <a:lnTo>
                      <a:pt x="100638" y="30697"/>
                    </a:lnTo>
                    <a:lnTo>
                      <a:pt x="103513" y="30768"/>
                    </a:lnTo>
                    <a:lnTo>
                      <a:pt x="106388" y="31320"/>
                    </a:lnTo>
                    <a:lnTo>
                      <a:pt x="109264" y="32314"/>
                    </a:lnTo>
                    <a:lnTo>
                      <a:pt x="112139" y="33683"/>
                    </a:lnTo>
                    <a:lnTo>
                      <a:pt x="115014" y="35336"/>
                    </a:lnTo>
                    <a:lnTo>
                      <a:pt x="117890" y="37169"/>
                    </a:lnTo>
                    <a:lnTo>
                      <a:pt x="120765" y="390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0" name="Surface grid line"/>
              <p:cNvSpPr/>
              <p:nvPr/>
            </p:nvSpPr>
            <p:spPr>
              <a:xfrm>
                <a:off x="2234052" y="1512968"/>
                <a:ext cx="1150287" cy="41442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3510">
                    <a:moveTo>
                      <a:pt x="0" y="0"/>
                    </a:moveTo>
                    <a:lnTo>
                      <a:pt x="2875" y="1899"/>
                    </a:lnTo>
                    <a:lnTo>
                      <a:pt x="5751" y="3603"/>
                    </a:lnTo>
                    <a:lnTo>
                      <a:pt x="8626" y="5071"/>
                    </a:lnTo>
                    <a:lnTo>
                      <a:pt x="11501" y="6269"/>
                    </a:lnTo>
                    <a:lnTo>
                      <a:pt x="14377" y="7170"/>
                    </a:lnTo>
                    <a:lnTo>
                      <a:pt x="17252" y="7767"/>
                    </a:lnTo>
                    <a:lnTo>
                      <a:pt x="20128" y="8078"/>
                    </a:lnTo>
                    <a:lnTo>
                      <a:pt x="23003" y="8161"/>
                    </a:lnTo>
                    <a:lnTo>
                      <a:pt x="25878" y="8113"/>
                    </a:lnTo>
                    <a:lnTo>
                      <a:pt x="28754" y="8066"/>
                    </a:lnTo>
                    <a:lnTo>
                      <a:pt x="31629" y="8177"/>
                    </a:lnTo>
                    <a:lnTo>
                      <a:pt x="34504" y="8606"/>
                    </a:lnTo>
                    <a:lnTo>
                      <a:pt x="37380" y="9494"/>
                    </a:lnTo>
                    <a:lnTo>
                      <a:pt x="40255" y="10944"/>
                    </a:lnTo>
                    <a:lnTo>
                      <a:pt x="43130" y="13007"/>
                    </a:lnTo>
                    <a:lnTo>
                      <a:pt x="46006" y="15671"/>
                    </a:lnTo>
                    <a:lnTo>
                      <a:pt x="48881" y="18867"/>
                    </a:lnTo>
                    <a:lnTo>
                      <a:pt x="51756" y="22470"/>
                    </a:lnTo>
                    <a:lnTo>
                      <a:pt x="54632" y="26309"/>
                    </a:lnTo>
                    <a:lnTo>
                      <a:pt x="57507" y="30185"/>
                    </a:lnTo>
                    <a:lnTo>
                      <a:pt x="60383" y="33882"/>
                    </a:lnTo>
                    <a:lnTo>
                      <a:pt x="63258" y="37191"/>
                    </a:lnTo>
                    <a:lnTo>
                      <a:pt x="66133" y="39923"/>
                    </a:lnTo>
                    <a:lnTo>
                      <a:pt x="69009" y="41934"/>
                    </a:lnTo>
                    <a:lnTo>
                      <a:pt x="71884" y="43136"/>
                    </a:lnTo>
                    <a:lnTo>
                      <a:pt x="74759" y="43510"/>
                    </a:lnTo>
                    <a:lnTo>
                      <a:pt x="77635" y="43102"/>
                    </a:lnTo>
                    <a:lnTo>
                      <a:pt x="80510" y="42028"/>
                    </a:lnTo>
                    <a:lnTo>
                      <a:pt x="83385" y="40453"/>
                    </a:lnTo>
                    <a:lnTo>
                      <a:pt x="86261" y="38574"/>
                    </a:lnTo>
                    <a:lnTo>
                      <a:pt x="89136" y="36602"/>
                    </a:lnTo>
                    <a:lnTo>
                      <a:pt x="92011" y="34742"/>
                    </a:lnTo>
                    <a:lnTo>
                      <a:pt x="94887" y="33168"/>
                    </a:lnTo>
                    <a:lnTo>
                      <a:pt x="97762" y="32015"/>
                    </a:lnTo>
                    <a:lnTo>
                      <a:pt x="100638" y="31372"/>
                    </a:lnTo>
                    <a:lnTo>
                      <a:pt x="103513" y="31272"/>
                    </a:lnTo>
                    <a:lnTo>
                      <a:pt x="106388" y="31706"/>
                    </a:lnTo>
                    <a:lnTo>
                      <a:pt x="109264" y="32618"/>
                    </a:lnTo>
                    <a:lnTo>
                      <a:pt x="112139" y="33925"/>
                    </a:lnTo>
                    <a:lnTo>
                      <a:pt x="115014" y="35520"/>
                    </a:lnTo>
                    <a:lnTo>
                      <a:pt x="117890" y="37285"/>
                    </a:lnTo>
                    <a:lnTo>
                      <a:pt x="120765" y="391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1" name="Surface grid line"/>
              <p:cNvSpPr/>
              <p:nvPr/>
            </p:nvSpPr>
            <p:spPr>
              <a:xfrm>
                <a:off x="2256784" y="1507234"/>
                <a:ext cx="1150287" cy="45870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8158">
                    <a:moveTo>
                      <a:pt x="0" y="0"/>
                    </a:moveTo>
                    <a:lnTo>
                      <a:pt x="2875" y="1882"/>
                    </a:lnTo>
                    <a:lnTo>
                      <a:pt x="5751" y="3587"/>
                    </a:lnTo>
                    <a:lnTo>
                      <a:pt x="8626" y="5079"/>
                    </a:lnTo>
                    <a:lnTo>
                      <a:pt x="11501" y="6322"/>
                    </a:lnTo>
                    <a:lnTo>
                      <a:pt x="14377" y="7286"/>
                    </a:lnTo>
                    <a:lnTo>
                      <a:pt x="17252" y="7952"/>
                    </a:lnTo>
                    <a:lnTo>
                      <a:pt x="20128" y="8331"/>
                    </a:lnTo>
                    <a:lnTo>
                      <a:pt x="23003" y="8476"/>
                    </a:lnTo>
                    <a:lnTo>
                      <a:pt x="25878" y="8485"/>
                    </a:lnTo>
                    <a:lnTo>
                      <a:pt x="28754" y="8500"/>
                    </a:lnTo>
                    <a:lnTo>
                      <a:pt x="31629" y="8695"/>
                    </a:lnTo>
                    <a:lnTo>
                      <a:pt x="34504" y="9248"/>
                    </a:lnTo>
                    <a:lnTo>
                      <a:pt x="37380" y="10318"/>
                    </a:lnTo>
                    <a:lnTo>
                      <a:pt x="40255" y="12020"/>
                    </a:lnTo>
                    <a:lnTo>
                      <a:pt x="43130" y="14411"/>
                    </a:lnTo>
                    <a:lnTo>
                      <a:pt x="46006" y="17476"/>
                    </a:lnTo>
                    <a:lnTo>
                      <a:pt x="48881" y="21131"/>
                    </a:lnTo>
                    <a:lnTo>
                      <a:pt x="51756" y="25232"/>
                    </a:lnTo>
                    <a:lnTo>
                      <a:pt x="54632" y="29581"/>
                    </a:lnTo>
                    <a:lnTo>
                      <a:pt x="57507" y="33945"/>
                    </a:lnTo>
                    <a:lnTo>
                      <a:pt x="60383" y="38077"/>
                    </a:lnTo>
                    <a:lnTo>
                      <a:pt x="63258" y="41733"/>
                    </a:lnTo>
                    <a:lnTo>
                      <a:pt x="66133" y="44699"/>
                    </a:lnTo>
                    <a:lnTo>
                      <a:pt x="69009" y="46810"/>
                    </a:lnTo>
                    <a:lnTo>
                      <a:pt x="71884" y="47968"/>
                    </a:lnTo>
                    <a:lnTo>
                      <a:pt x="74759" y="48158"/>
                    </a:lnTo>
                    <a:lnTo>
                      <a:pt x="77635" y="47441"/>
                    </a:lnTo>
                    <a:lnTo>
                      <a:pt x="80510" y="45957"/>
                    </a:lnTo>
                    <a:lnTo>
                      <a:pt x="83385" y="43904"/>
                    </a:lnTo>
                    <a:lnTo>
                      <a:pt x="86261" y="41516"/>
                    </a:lnTo>
                    <a:lnTo>
                      <a:pt x="89136" y="39039"/>
                    </a:lnTo>
                    <a:lnTo>
                      <a:pt x="92011" y="36706"/>
                    </a:lnTo>
                    <a:lnTo>
                      <a:pt x="94887" y="34715"/>
                    </a:lnTo>
                    <a:lnTo>
                      <a:pt x="97762" y="33214"/>
                    </a:lnTo>
                    <a:lnTo>
                      <a:pt x="100638" y="32293"/>
                    </a:lnTo>
                    <a:lnTo>
                      <a:pt x="103513" y="31982"/>
                    </a:lnTo>
                    <a:lnTo>
                      <a:pt x="106388" y="32258"/>
                    </a:lnTo>
                    <a:lnTo>
                      <a:pt x="109264" y="33052"/>
                    </a:lnTo>
                    <a:lnTo>
                      <a:pt x="112139" y="34261"/>
                    </a:lnTo>
                    <a:lnTo>
                      <a:pt x="115014" y="35763"/>
                    </a:lnTo>
                    <a:lnTo>
                      <a:pt x="117890" y="37428"/>
                    </a:lnTo>
                    <a:lnTo>
                      <a:pt x="120765" y="391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2" name="Surface grid line"/>
              <p:cNvSpPr/>
              <p:nvPr/>
            </p:nvSpPr>
            <p:spPr>
              <a:xfrm>
                <a:off x="2279516" y="1501204"/>
                <a:ext cx="1150287" cy="50398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2912">
                    <a:moveTo>
                      <a:pt x="0" y="0"/>
                    </a:moveTo>
                    <a:lnTo>
                      <a:pt x="2875" y="1876"/>
                    </a:lnTo>
                    <a:lnTo>
                      <a:pt x="5751" y="3602"/>
                    </a:lnTo>
                    <a:lnTo>
                      <a:pt x="8626" y="5148"/>
                    </a:lnTo>
                    <a:lnTo>
                      <a:pt x="11501" y="6474"/>
                    </a:lnTo>
                    <a:lnTo>
                      <a:pt x="14377" y="7538"/>
                    </a:lnTo>
                    <a:lnTo>
                      <a:pt x="17252" y="8312"/>
                    </a:lnTo>
                    <a:lnTo>
                      <a:pt x="20128" y="8793"/>
                    </a:lnTo>
                    <a:lnTo>
                      <a:pt x="23003" y="9024"/>
                    </a:lnTo>
                    <a:lnTo>
                      <a:pt x="25878" y="9105"/>
                    </a:lnTo>
                    <a:lnTo>
                      <a:pt x="28754" y="9187"/>
                    </a:lnTo>
                    <a:lnTo>
                      <a:pt x="31629" y="9461"/>
                    </a:lnTo>
                    <a:lnTo>
                      <a:pt x="34504" y="10124"/>
                    </a:lnTo>
                    <a:lnTo>
                      <a:pt x="37380" y="11357"/>
                    </a:lnTo>
                    <a:lnTo>
                      <a:pt x="40255" y="13289"/>
                    </a:lnTo>
                    <a:lnTo>
                      <a:pt x="43130" y="15985"/>
                    </a:lnTo>
                    <a:lnTo>
                      <a:pt x="46006" y="19428"/>
                    </a:lnTo>
                    <a:lnTo>
                      <a:pt x="48881" y="23524"/>
                    </a:lnTo>
                    <a:lnTo>
                      <a:pt x="51756" y="28107"/>
                    </a:lnTo>
                    <a:lnTo>
                      <a:pt x="54632" y="32952"/>
                    </a:lnTo>
                    <a:lnTo>
                      <a:pt x="57507" y="37796"/>
                    </a:lnTo>
                    <a:lnTo>
                      <a:pt x="60383" y="42357"/>
                    </a:lnTo>
                    <a:lnTo>
                      <a:pt x="63258" y="46359"/>
                    </a:lnTo>
                    <a:lnTo>
                      <a:pt x="66133" y="49560"/>
                    </a:lnTo>
                    <a:lnTo>
                      <a:pt x="69009" y="51775"/>
                    </a:lnTo>
                    <a:lnTo>
                      <a:pt x="71884" y="52897"/>
                    </a:lnTo>
                    <a:lnTo>
                      <a:pt x="74759" y="52912"/>
                    </a:lnTo>
                    <a:lnTo>
                      <a:pt x="77635" y="51897"/>
                    </a:lnTo>
                    <a:lnTo>
                      <a:pt x="80510" y="50016"/>
                    </a:lnTo>
                    <a:lnTo>
                      <a:pt x="83385" y="47497"/>
                    </a:lnTo>
                    <a:lnTo>
                      <a:pt x="86261" y="44610"/>
                    </a:lnTo>
                    <a:lnTo>
                      <a:pt x="89136" y="41634"/>
                    </a:lnTo>
                    <a:lnTo>
                      <a:pt x="92011" y="38832"/>
                    </a:lnTo>
                    <a:lnTo>
                      <a:pt x="94887" y="36422"/>
                    </a:lnTo>
                    <a:lnTo>
                      <a:pt x="97762" y="34567"/>
                    </a:lnTo>
                    <a:lnTo>
                      <a:pt x="100638" y="33358"/>
                    </a:lnTo>
                    <a:lnTo>
                      <a:pt x="103513" y="32821"/>
                    </a:lnTo>
                    <a:lnTo>
                      <a:pt x="106388" y="32920"/>
                    </a:lnTo>
                    <a:lnTo>
                      <a:pt x="109264" y="33572"/>
                    </a:lnTo>
                    <a:lnTo>
                      <a:pt x="112139" y="34658"/>
                    </a:lnTo>
                    <a:lnTo>
                      <a:pt x="115014" y="36043"/>
                    </a:lnTo>
                    <a:lnTo>
                      <a:pt x="117890" y="37585"/>
                    </a:lnTo>
                    <a:lnTo>
                      <a:pt x="120765" y="3915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3" name="Surface grid line"/>
              <p:cNvSpPr/>
              <p:nvPr/>
            </p:nvSpPr>
            <p:spPr>
              <a:xfrm>
                <a:off x="2302248" y="1494766"/>
                <a:ext cx="1150287" cy="54645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7371">
                    <a:moveTo>
                      <a:pt x="0" y="0"/>
                    </a:moveTo>
                    <a:lnTo>
                      <a:pt x="2875" y="1881"/>
                    </a:lnTo>
                    <a:lnTo>
                      <a:pt x="5751" y="3649"/>
                    </a:lnTo>
                    <a:lnTo>
                      <a:pt x="8626" y="5275"/>
                    </a:lnTo>
                    <a:lnTo>
                      <a:pt x="11501" y="6717"/>
                    </a:lnTo>
                    <a:lnTo>
                      <a:pt x="14377" y="7919"/>
                    </a:lnTo>
                    <a:lnTo>
                      <a:pt x="17252" y="8834"/>
                    </a:lnTo>
                    <a:lnTo>
                      <a:pt x="20128" y="9445"/>
                    </a:lnTo>
                    <a:lnTo>
                      <a:pt x="23003" y="9783"/>
                    </a:lnTo>
                    <a:lnTo>
                      <a:pt x="25878" y="9946"/>
                    </a:lnTo>
                    <a:lnTo>
                      <a:pt x="28754" y="10093"/>
                    </a:lnTo>
                    <a:lnTo>
                      <a:pt x="31629" y="10429"/>
                    </a:lnTo>
                    <a:lnTo>
                      <a:pt x="34504" y="11176"/>
                    </a:lnTo>
                    <a:lnTo>
                      <a:pt x="37380" y="12533"/>
                    </a:lnTo>
                    <a:lnTo>
                      <a:pt x="40255" y="14649"/>
                    </a:lnTo>
                    <a:lnTo>
                      <a:pt x="43130" y="17596"/>
                    </a:lnTo>
                    <a:lnTo>
                      <a:pt x="46006" y="21356"/>
                    </a:lnTo>
                    <a:lnTo>
                      <a:pt x="48881" y="25827"/>
                    </a:lnTo>
                    <a:lnTo>
                      <a:pt x="51756" y="30823"/>
                    </a:lnTo>
                    <a:lnTo>
                      <a:pt x="54632" y="36096"/>
                    </a:lnTo>
                    <a:lnTo>
                      <a:pt x="57507" y="41355"/>
                    </a:lnTo>
                    <a:lnTo>
                      <a:pt x="60383" y="46286"/>
                    </a:lnTo>
                    <a:lnTo>
                      <a:pt x="63258" y="50585"/>
                    </a:lnTo>
                    <a:lnTo>
                      <a:pt x="66133" y="53986"/>
                    </a:lnTo>
                    <a:lnTo>
                      <a:pt x="69009" y="56286"/>
                    </a:lnTo>
                    <a:lnTo>
                      <a:pt x="71884" y="57371"/>
                    </a:lnTo>
                    <a:lnTo>
                      <a:pt x="74759" y="57228"/>
                    </a:lnTo>
                    <a:lnTo>
                      <a:pt x="77635" y="55948"/>
                    </a:lnTo>
                    <a:lnTo>
                      <a:pt x="80510" y="53716"/>
                    </a:lnTo>
                    <a:lnTo>
                      <a:pt x="83385" y="50789"/>
                    </a:lnTo>
                    <a:lnTo>
                      <a:pt x="86261" y="47466"/>
                    </a:lnTo>
                    <a:lnTo>
                      <a:pt x="89136" y="44055"/>
                    </a:lnTo>
                    <a:lnTo>
                      <a:pt x="92011" y="40843"/>
                    </a:lnTo>
                    <a:lnTo>
                      <a:pt x="94887" y="38068"/>
                    </a:lnTo>
                    <a:lnTo>
                      <a:pt x="97762" y="35899"/>
                    </a:lnTo>
                    <a:lnTo>
                      <a:pt x="100638" y="34433"/>
                    </a:lnTo>
                    <a:lnTo>
                      <a:pt x="103513" y="33687"/>
                    </a:lnTo>
                    <a:lnTo>
                      <a:pt x="106388" y="33617"/>
                    </a:lnTo>
                    <a:lnTo>
                      <a:pt x="109264" y="34126"/>
                    </a:lnTo>
                    <a:lnTo>
                      <a:pt x="112139" y="35081"/>
                    </a:lnTo>
                    <a:lnTo>
                      <a:pt x="115014" y="36336"/>
                    </a:lnTo>
                    <a:lnTo>
                      <a:pt x="117890" y="37740"/>
                    </a:lnTo>
                    <a:lnTo>
                      <a:pt x="120765" y="3915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4" name="Surface grid line"/>
              <p:cNvSpPr/>
              <p:nvPr/>
            </p:nvSpPr>
            <p:spPr>
              <a:xfrm>
                <a:off x="2324980" y="1487785"/>
                <a:ext cx="1150287" cy="57900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0788">
                    <a:moveTo>
                      <a:pt x="0" y="0"/>
                    </a:moveTo>
                    <a:lnTo>
                      <a:pt x="2875" y="1894"/>
                    </a:lnTo>
                    <a:lnTo>
                      <a:pt x="5751" y="3719"/>
                    </a:lnTo>
                    <a:lnTo>
                      <a:pt x="8626" y="5450"/>
                    </a:lnTo>
                    <a:lnTo>
                      <a:pt x="11501" y="7035"/>
                    </a:lnTo>
                    <a:lnTo>
                      <a:pt x="14377" y="8404"/>
                    </a:lnTo>
                    <a:lnTo>
                      <a:pt x="17252" y="9490"/>
                    </a:lnTo>
                    <a:lnTo>
                      <a:pt x="20128" y="10254"/>
                    </a:lnTo>
                    <a:lnTo>
                      <a:pt x="23003" y="10715"/>
                    </a:lnTo>
                    <a:lnTo>
                      <a:pt x="25878" y="10963"/>
                    </a:lnTo>
                    <a:lnTo>
                      <a:pt x="28754" y="11165"/>
                    </a:lnTo>
                    <a:lnTo>
                      <a:pt x="31629" y="11541"/>
                    </a:lnTo>
                    <a:lnTo>
                      <a:pt x="34504" y="12331"/>
                    </a:lnTo>
                    <a:lnTo>
                      <a:pt x="37380" y="13757"/>
                    </a:lnTo>
                    <a:lnTo>
                      <a:pt x="40255" y="15984"/>
                    </a:lnTo>
                    <a:lnTo>
                      <a:pt x="43130" y="19093"/>
                    </a:lnTo>
                    <a:lnTo>
                      <a:pt x="46006" y="23068"/>
                    </a:lnTo>
                    <a:lnTo>
                      <a:pt x="48881" y="27799"/>
                    </a:lnTo>
                    <a:lnTo>
                      <a:pt x="51756" y="33086"/>
                    </a:lnTo>
                    <a:lnTo>
                      <a:pt x="54632" y="38660"/>
                    </a:lnTo>
                    <a:lnTo>
                      <a:pt x="57507" y="44209"/>
                    </a:lnTo>
                    <a:lnTo>
                      <a:pt x="60383" y="49394"/>
                    </a:lnTo>
                    <a:lnTo>
                      <a:pt x="63258" y="53892"/>
                    </a:lnTo>
                    <a:lnTo>
                      <a:pt x="66133" y="57416"/>
                    </a:lnTo>
                    <a:lnTo>
                      <a:pt x="69009" y="59754"/>
                    </a:lnTo>
                    <a:lnTo>
                      <a:pt x="71884" y="60788"/>
                    </a:lnTo>
                    <a:lnTo>
                      <a:pt x="74759" y="60509"/>
                    </a:lnTo>
                    <a:lnTo>
                      <a:pt x="77635" y="59021"/>
                    </a:lnTo>
                    <a:lnTo>
                      <a:pt x="80510" y="56525"/>
                    </a:lnTo>
                    <a:lnTo>
                      <a:pt x="83385" y="53298"/>
                    </a:lnTo>
                    <a:lnTo>
                      <a:pt x="86261" y="49660"/>
                    </a:lnTo>
                    <a:lnTo>
                      <a:pt x="89136" y="45940"/>
                    </a:lnTo>
                    <a:lnTo>
                      <a:pt x="92011" y="42439"/>
                    </a:lnTo>
                    <a:lnTo>
                      <a:pt x="94887" y="39407"/>
                    </a:lnTo>
                    <a:lnTo>
                      <a:pt x="97762" y="37019"/>
                    </a:lnTo>
                    <a:lnTo>
                      <a:pt x="100638" y="35369"/>
                    </a:lnTo>
                    <a:lnTo>
                      <a:pt x="103513" y="34471"/>
                    </a:lnTo>
                    <a:lnTo>
                      <a:pt x="106388" y="34270"/>
                    </a:lnTo>
                    <a:lnTo>
                      <a:pt x="109264" y="34658"/>
                    </a:lnTo>
                    <a:lnTo>
                      <a:pt x="112139" y="35492"/>
                    </a:lnTo>
                    <a:lnTo>
                      <a:pt x="115014" y="36618"/>
                    </a:lnTo>
                    <a:lnTo>
                      <a:pt x="117890" y="37881"/>
                    </a:lnTo>
                    <a:lnTo>
                      <a:pt x="120765" y="3914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5" name="Surface grid line"/>
              <p:cNvSpPr/>
              <p:nvPr/>
            </p:nvSpPr>
            <p:spPr>
              <a:xfrm>
                <a:off x="2347712" y="1480101"/>
                <a:ext cx="1150287" cy="59634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2609">
                    <a:moveTo>
                      <a:pt x="0" y="0"/>
                    </a:moveTo>
                    <a:lnTo>
                      <a:pt x="2875" y="1911"/>
                    </a:lnTo>
                    <a:lnTo>
                      <a:pt x="5751" y="3806"/>
                    </a:lnTo>
                    <a:lnTo>
                      <a:pt x="8626" y="5657"/>
                    </a:lnTo>
                    <a:lnTo>
                      <a:pt x="11501" y="7405"/>
                    </a:lnTo>
                    <a:lnTo>
                      <a:pt x="14377" y="8962"/>
                    </a:lnTo>
                    <a:lnTo>
                      <a:pt x="17252" y="10238"/>
                    </a:lnTo>
                    <a:lnTo>
                      <a:pt x="20128" y="11171"/>
                    </a:lnTo>
                    <a:lnTo>
                      <a:pt x="23003" y="11763"/>
                    </a:lnTo>
                    <a:lnTo>
                      <a:pt x="25878" y="12096"/>
                    </a:lnTo>
                    <a:lnTo>
                      <a:pt x="28754" y="12339"/>
                    </a:lnTo>
                    <a:lnTo>
                      <a:pt x="31629" y="12724"/>
                    </a:lnTo>
                    <a:lnTo>
                      <a:pt x="34504" y="13510"/>
                    </a:lnTo>
                    <a:lnTo>
                      <a:pt x="37380" y="14936"/>
                    </a:lnTo>
                    <a:lnTo>
                      <a:pt x="40255" y="17182"/>
                    </a:lnTo>
                    <a:lnTo>
                      <a:pt x="43130" y="20339"/>
                    </a:lnTo>
                    <a:lnTo>
                      <a:pt x="46006" y="24393"/>
                    </a:lnTo>
                    <a:lnTo>
                      <a:pt x="48881" y="29227"/>
                    </a:lnTo>
                    <a:lnTo>
                      <a:pt x="51756" y="34633"/>
                    </a:lnTo>
                    <a:lnTo>
                      <a:pt x="54632" y="40331"/>
                    </a:lnTo>
                    <a:lnTo>
                      <a:pt x="57507" y="45990"/>
                    </a:lnTo>
                    <a:lnTo>
                      <a:pt x="60383" y="51263"/>
                    </a:lnTo>
                    <a:lnTo>
                      <a:pt x="63258" y="55813"/>
                    </a:lnTo>
                    <a:lnTo>
                      <a:pt x="66133" y="59347"/>
                    </a:lnTo>
                    <a:lnTo>
                      <a:pt x="69009" y="61650"/>
                    </a:lnTo>
                    <a:lnTo>
                      <a:pt x="71884" y="62609"/>
                    </a:lnTo>
                    <a:lnTo>
                      <a:pt x="74759" y="62222"/>
                    </a:lnTo>
                    <a:lnTo>
                      <a:pt x="77635" y="60602"/>
                    </a:lnTo>
                    <a:lnTo>
                      <a:pt x="80510" y="57962"/>
                    </a:lnTo>
                    <a:lnTo>
                      <a:pt x="83385" y="54589"/>
                    </a:lnTo>
                    <a:lnTo>
                      <a:pt x="86261" y="50811"/>
                    </a:lnTo>
                    <a:lnTo>
                      <a:pt x="89136" y="46963"/>
                    </a:lnTo>
                    <a:lnTo>
                      <a:pt x="92011" y="43350"/>
                    </a:lnTo>
                    <a:lnTo>
                      <a:pt x="94887" y="40223"/>
                    </a:lnTo>
                    <a:lnTo>
                      <a:pt x="97762" y="37756"/>
                    </a:lnTo>
                    <a:lnTo>
                      <a:pt x="100638" y="36038"/>
                    </a:lnTo>
                    <a:lnTo>
                      <a:pt x="103513" y="35077"/>
                    </a:lnTo>
                    <a:lnTo>
                      <a:pt x="106388" y="34809"/>
                    </a:lnTo>
                    <a:lnTo>
                      <a:pt x="109264" y="35119"/>
                    </a:lnTo>
                    <a:lnTo>
                      <a:pt x="112139" y="35860"/>
                    </a:lnTo>
                    <a:lnTo>
                      <a:pt x="115014" y="36871"/>
                    </a:lnTo>
                    <a:lnTo>
                      <a:pt x="117890" y="37998"/>
                    </a:lnTo>
                    <a:lnTo>
                      <a:pt x="120765" y="3910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6" name="Surface grid line"/>
              <p:cNvSpPr/>
              <p:nvPr/>
            </p:nvSpPr>
            <p:spPr>
              <a:xfrm>
                <a:off x="2370444" y="1471542"/>
                <a:ext cx="1150287" cy="59497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2465">
                    <a:moveTo>
                      <a:pt x="0" y="0"/>
                    </a:moveTo>
                    <a:lnTo>
                      <a:pt x="2875" y="1928"/>
                    </a:lnTo>
                    <a:lnTo>
                      <a:pt x="5751" y="3894"/>
                    </a:lnTo>
                    <a:lnTo>
                      <a:pt x="8626" y="5872"/>
                    </a:lnTo>
                    <a:lnTo>
                      <a:pt x="11501" y="7792"/>
                    </a:lnTo>
                    <a:lnTo>
                      <a:pt x="14377" y="9547"/>
                    </a:lnTo>
                    <a:lnTo>
                      <a:pt x="17252" y="11024"/>
                    </a:lnTo>
                    <a:lnTo>
                      <a:pt x="20128" y="12135"/>
                    </a:lnTo>
                    <a:lnTo>
                      <a:pt x="23003" y="12862"/>
                    </a:lnTo>
                    <a:lnTo>
                      <a:pt x="25878" y="13277"/>
                    </a:lnTo>
                    <a:lnTo>
                      <a:pt x="28754" y="13546"/>
                    </a:lnTo>
                    <a:lnTo>
                      <a:pt x="31629" y="13910"/>
                    </a:lnTo>
                    <a:lnTo>
                      <a:pt x="34504" y="14641"/>
                    </a:lnTo>
                    <a:lnTo>
                      <a:pt x="37380" y="15993"/>
                    </a:lnTo>
                    <a:lnTo>
                      <a:pt x="40255" y="18158"/>
                    </a:lnTo>
                    <a:lnTo>
                      <a:pt x="43130" y="21234"/>
                    </a:lnTo>
                    <a:lnTo>
                      <a:pt x="46006" y="25210"/>
                    </a:lnTo>
                    <a:lnTo>
                      <a:pt x="48881" y="29967"/>
                    </a:lnTo>
                    <a:lnTo>
                      <a:pt x="51756" y="35291"/>
                    </a:lnTo>
                    <a:lnTo>
                      <a:pt x="54632" y="40899"/>
                    </a:lnTo>
                    <a:lnTo>
                      <a:pt x="57507" y="46456"/>
                    </a:lnTo>
                    <a:lnTo>
                      <a:pt x="60383" y="51613"/>
                    </a:lnTo>
                    <a:lnTo>
                      <a:pt x="63258" y="56036"/>
                    </a:lnTo>
                    <a:lnTo>
                      <a:pt x="66133" y="59439"/>
                    </a:lnTo>
                    <a:lnTo>
                      <a:pt x="69009" y="61616"/>
                    </a:lnTo>
                    <a:lnTo>
                      <a:pt x="71884" y="62465"/>
                    </a:lnTo>
                    <a:lnTo>
                      <a:pt x="74759" y="61997"/>
                    </a:lnTo>
                    <a:lnTo>
                      <a:pt x="77635" y="60336"/>
                    </a:lnTo>
                    <a:lnTo>
                      <a:pt x="80510" y="57697"/>
                    </a:lnTo>
                    <a:lnTo>
                      <a:pt x="83385" y="54365"/>
                    </a:lnTo>
                    <a:lnTo>
                      <a:pt x="86261" y="50660"/>
                    </a:lnTo>
                    <a:lnTo>
                      <a:pt x="89136" y="46905"/>
                    </a:lnTo>
                    <a:lnTo>
                      <a:pt x="92011" y="43397"/>
                    </a:lnTo>
                    <a:lnTo>
                      <a:pt x="94887" y="40373"/>
                    </a:lnTo>
                    <a:lnTo>
                      <a:pt x="97762" y="37999"/>
                    </a:lnTo>
                    <a:lnTo>
                      <a:pt x="100638" y="36355"/>
                    </a:lnTo>
                    <a:lnTo>
                      <a:pt x="103513" y="35442"/>
                    </a:lnTo>
                    <a:lnTo>
                      <a:pt x="106388" y="35191"/>
                    </a:lnTo>
                    <a:lnTo>
                      <a:pt x="109264" y="35482"/>
                    </a:lnTo>
                    <a:lnTo>
                      <a:pt x="112139" y="36167"/>
                    </a:lnTo>
                    <a:lnTo>
                      <a:pt x="115014" y="37087"/>
                    </a:lnTo>
                    <a:lnTo>
                      <a:pt x="117890" y="38093"/>
                    </a:lnTo>
                    <a:lnTo>
                      <a:pt x="120765" y="3905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7" name="Surface grid line"/>
              <p:cNvSpPr/>
              <p:nvPr/>
            </p:nvSpPr>
            <p:spPr>
              <a:xfrm>
                <a:off x="2393175" y="1461937"/>
                <a:ext cx="1150287" cy="57372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0234">
                    <a:moveTo>
                      <a:pt x="0" y="0"/>
                    </a:moveTo>
                    <a:lnTo>
                      <a:pt x="2875" y="1938"/>
                    </a:lnTo>
                    <a:lnTo>
                      <a:pt x="5751" y="3971"/>
                    </a:lnTo>
                    <a:lnTo>
                      <a:pt x="8626" y="6072"/>
                    </a:lnTo>
                    <a:lnTo>
                      <a:pt x="11501" y="8160"/>
                    </a:lnTo>
                    <a:lnTo>
                      <a:pt x="14377" y="10113"/>
                    </a:lnTo>
                    <a:lnTo>
                      <a:pt x="17252" y="11789"/>
                    </a:lnTo>
                    <a:lnTo>
                      <a:pt x="20128" y="13079"/>
                    </a:lnTo>
                    <a:lnTo>
                      <a:pt x="23003" y="13940"/>
                    </a:lnTo>
                    <a:lnTo>
                      <a:pt x="25878" y="14432"/>
                    </a:lnTo>
                    <a:lnTo>
                      <a:pt x="28754" y="14716"/>
                    </a:lnTo>
                    <a:lnTo>
                      <a:pt x="31629" y="15034"/>
                    </a:lnTo>
                    <a:lnTo>
                      <a:pt x="34504" y="15666"/>
                    </a:lnTo>
                    <a:lnTo>
                      <a:pt x="37380" y="16877"/>
                    </a:lnTo>
                    <a:lnTo>
                      <a:pt x="40255" y="18866"/>
                    </a:lnTo>
                    <a:lnTo>
                      <a:pt x="43130" y="21735"/>
                    </a:lnTo>
                    <a:lnTo>
                      <a:pt x="46006" y="25476"/>
                    </a:lnTo>
                    <a:lnTo>
                      <a:pt x="48881" y="29971"/>
                    </a:lnTo>
                    <a:lnTo>
                      <a:pt x="51756" y="35008"/>
                    </a:lnTo>
                    <a:lnTo>
                      <a:pt x="54632" y="40306"/>
                    </a:lnTo>
                    <a:lnTo>
                      <a:pt x="57507" y="45538"/>
                    </a:lnTo>
                    <a:lnTo>
                      <a:pt x="60383" y="50366"/>
                    </a:lnTo>
                    <a:lnTo>
                      <a:pt x="63258" y="54472"/>
                    </a:lnTo>
                    <a:lnTo>
                      <a:pt x="66133" y="57589"/>
                    </a:lnTo>
                    <a:lnTo>
                      <a:pt x="69009" y="59536"/>
                    </a:lnTo>
                    <a:lnTo>
                      <a:pt x="71884" y="60234"/>
                    </a:lnTo>
                    <a:lnTo>
                      <a:pt x="74759" y="59712"/>
                    </a:lnTo>
                    <a:lnTo>
                      <a:pt x="77635" y="58103"/>
                    </a:lnTo>
                    <a:lnTo>
                      <a:pt x="80510" y="55619"/>
                    </a:lnTo>
                    <a:lnTo>
                      <a:pt x="83385" y="52527"/>
                    </a:lnTo>
                    <a:lnTo>
                      <a:pt x="86261" y="49124"/>
                    </a:lnTo>
                    <a:lnTo>
                      <a:pt x="89136" y="45702"/>
                    </a:lnTo>
                    <a:lnTo>
                      <a:pt x="92011" y="42529"/>
                    </a:lnTo>
                    <a:lnTo>
                      <a:pt x="94887" y="39820"/>
                    </a:lnTo>
                    <a:lnTo>
                      <a:pt x="97762" y="37721"/>
                    </a:lnTo>
                    <a:lnTo>
                      <a:pt x="100638" y="36301"/>
                    </a:lnTo>
                    <a:lnTo>
                      <a:pt x="103513" y="35554"/>
                    </a:lnTo>
                    <a:lnTo>
                      <a:pt x="106388" y="35408"/>
                    </a:lnTo>
                    <a:lnTo>
                      <a:pt x="109264" y="35742"/>
                    </a:lnTo>
                    <a:lnTo>
                      <a:pt x="112139" y="36413"/>
                    </a:lnTo>
                    <a:lnTo>
                      <a:pt x="115014" y="37270"/>
                    </a:lnTo>
                    <a:lnTo>
                      <a:pt x="117890" y="38173"/>
                    </a:lnTo>
                    <a:lnTo>
                      <a:pt x="120765" y="3900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8" name="Surface grid line"/>
              <p:cNvSpPr/>
              <p:nvPr/>
            </p:nvSpPr>
            <p:spPr>
              <a:xfrm>
                <a:off x="2415907" y="1451127"/>
                <a:ext cx="1150287" cy="53396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6060">
                    <a:moveTo>
                      <a:pt x="0" y="0"/>
                    </a:moveTo>
                    <a:lnTo>
                      <a:pt x="2875" y="1935"/>
                    </a:lnTo>
                    <a:lnTo>
                      <a:pt x="5751" y="4020"/>
                    </a:lnTo>
                    <a:lnTo>
                      <a:pt x="8626" y="6229"/>
                    </a:lnTo>
                    <a:lnTo>
                      <a:pt x="11501" y="8473"/>
                    </a:lnTo>
                    <a:lnTo>
                      <a:pt x="14377" y="10608"/>
                    </a:lnTo>
                    <a:lnTo>
                      <a:pt x="17252" y="12474"/>
                    </a:lnTo>
                    <a:lnTo>
                      <a:pt x="20128" y="13935"/>
                    </a:lnTo>
                    <a:lnTo>
                      <a:pt x="23003" y="14927"/>
                    </a:lnTo>
                    <a:lnTo>
                      <a:pt x="25878" y="15493"/>
                    </a:lnTo>
                    <a:lnTo>
                      <a:pt x="28754" y="15785"/>
                    </a:lnTo>
                    <a:lnTo>
                      <a:pt x="31629" y="16043"/>
                    </a:lnTo>
                    <a:lnTo>
                      <a:pt x="34504" y="16548"/>
                    </a:lnTo>
                    <a:lnTo>
                      <a:pt x="37380" y="17567"/>
                    </a:lnTo>
                    <a:lnTo>
                      <a:pt x="40255" y="19303"/>
                    </a:lnTo>
                    <a:lnTo>
                      <a:pt x="43130" y="21860"/>
                    </a:lnTo>
                    <a:lnTo>
                      <a:pt x="46006" y="25231"/>
                    </a:lnTo>
                    <a:lnTo>
                      <a:pt x="48881" y="29302"/>
                    </a:lnTo>
                    <a:lnTo>
                      <a:pt x="51756" y="33868"/>
                    </a:lnTo>
                    <a:lnTo>
                      <a:pt x="54632" y="38656"/>
                    </a:lnTo>
                    <a:lnTo>
                      <a:pt x="57507" y="43359"/>
                    </a:lnTo>
                    <a:lnTo>
                      <a:pt x="60383" y="47660"/>
                    </a:lnTo>
                    <a:lnTo>
                      <a:pt x="63258" y="51267"/>
                    </a:lnTo>
                    <a:lnTo>
                      <a:pt x="66133" y="53949"/>
                    </a:lnTo>
                    <a:lnTo>
                      <a:pt x="69009" y="55561"/>
                    </a:lnTo>
                    <a:lnTo>
                      <a:pt x="71884" y="56060"/>
                    </a:lnTo>
                    <a:lnTo>
                      <a:pt x="74759" y="55502"/>
                    </a:lnTo>
                    <a:lnTo>
                      <a:pt x="77635" y="54031"/>
                    </a:lnTo>
                    <a:lnTo>
                      <a:pt x="80510" y="51849"/>
                    </a:lnTo>
                    <a:lnTo>
                      <a:pt x="83385" y="49192"/>
                    </a:lnTo>
                    <a:lnTo>
                      <a:pt x="86261" y="46312"/>
                    </a:lnTo>
                    <a:lnTo>
                      <a:pt x="89136" y="43452"/>
                    </a:lnTo>
                    <a:lnTo>
                      <a:pt x="92011" y="40835"/>
                    </a:lnTo>
                    <a:lnTo>
                      <a:pt x="94887" y="38638"/>
                    </a:lnTo>
                    <a:lnTo>
                      <a:pt x="97762" y="36984"/>
                    </a:lnTo>
                    <a:lnTo>
                      <a:pt x="100638" y="35927"/>
                    </a:lnTo>
                    <a:lnTo>
                      <a:pt x="103513" y="35452"/>
                    </a:lnTo>
                    <a:lnTo>
                      <a:pt x="106388" y="35489"/>
                    </a:lnTo>
                    <a:lnTo>
                      <a:pt x="109264" y="35923"/>
                    </a:lnTo>
                    <a:lnTo>
                      <a:pt x="112139" y="36618"/>
                    </a:lnTo>
                    <a:lnTo>
                      <a:pt x="115014" y="37437"/>
                    </a:lnTo>
                    <a:lnTo>
                      <a:pt x="117890" y="38254"/>
                    </a:lnTo>
                    <a:lnTo>
                      <a:pt x="120765" y="389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9" name="Surface grid line"/>
              <p:cNvSpPr/>
              <p:nvPr/>
            </p:nvSpPr>
            <p:spPr>
              <a:xfrm>
                <a:off x="2438639" y="1438993"/>
                <a:ext cx="1150287" cy="479170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0307">
                    <a:moveTo>
                      <a:pt x="0" y="0"/>
                    </a:moveTo>
                    <a:lnTo>
                      <a:pt x="2875" y="1913"/>
                    </a:lnTo>
                    <a:lnTo>
                      <a:pt x="5751" y="4029"/>
                    </a:lnTo>
                    <a:lnTo>
                      <a:pt x="8626" y="6322"/>
                    </a:lnTo>
                    <a:lnTo>
                      <a:pt x="11501" y="8694"/>
                    </a:lnTo>
                    <a:lnTo>
                      <a:pt x="14377" y="10989"/>
                    </a:lnTo>
                    <a:lnTo>
                      <a:pt x="17252" y="13024"/>
                    </a:lnTo>
                    <a:lnTo>
                      <a:pt x="20128" y="14642"/>
                    </a:lnTo>
                    <a:lnTo>
                      <a:pt x="23003" y="15760"/>
                    </a:lnTo>
                    <a:lnTo>
                      <a:pt x="25878" y="16400"/>
                    </a:lnTo>
                    <a:lnTo>
                      <a:pt x="28754" y="16704"/>
                    </a:lnTo>
                    <a:lnTo>
                      <a:pt x="31629" y="16901"/>
                    </a:lnTo>
                    <a:lnTo>
                      <a:pt x="34504" y="17269"/>
                    </a:lnTo>
                    <a:lnTo>
                      <a:pt x="37380" y="18071"/>
                    </a:lnTo>
                    <a:lnTo>
                      <a:pt x="40255" y="19506"/>
                    </a:lnTo>
                    <a:lnTo>
                      <a:pt x="43130" y="21680"/>
                    </a:lnTo>
                    <a:lnTo>
                      <a:pt x="46006" y="24586"/>
                    </a:lnTo>
                    <a:lnTo>
                      <a:pt x="48881" y="28113"/>
                    </a:lnTo>
                    <a:lnTo>
                      <a:pt x="51756" y="32068"/>
                    </a:lnTo>
                    <a:lnTo>
                      <a:pt x="54632" y="36194"/>
                    </a:lnTo>
                    <a:lnTo>
                      <a:pt x="57507" y="40205"/>
                    </a:lnTo>
                    <a:lnTo>
                      <a:pt x="60383" y="43813"/>
                    </a:lnTo>
                    <a:lnTo>
                      <a:pt x="63258" y="46768"/>
                    </a:lnTo>
                    <a:lnTo>
                      <a:pt x="66133" y="48881"/>
                    </a:lnTo>
                    <a:lnTo>
                      <a:pt x="69009" y="50058"/>
                    </a:lnTo>
                    <a:lnTo>
                      <a:pt x="71884" y="50307"/>
                    </a:lnTo>
                    <a:lnTo>
                      <a:pt x="74759" y="49720"/>
                    </a:lnTo>
                    <a:lnTo>
                      <a:pt x="77635" y="48455"/>
                    </a:lnTo>
                    <a:lnTo>
                      <a:pt x="80510" y="46700"/>
                    </a:lnTo>
                    <a:lnTo>
                      <a:pt x="83385" y="44649"/>
                    </a:lnTo>
                    <a:lnTo>
                      <a:pt x="86261" y="42487"/>
                    </a:lnTo>
                    <a:lnTo>
                      <a:pt x="89136" y="40391"/>
                    </a:lnTo>
                    <a:lnTo>
                      <a:pt x="92011" y="38518"/>
                    </a:lnTo>
                    <a:lnTo>
                      <a:pt x="94887" y="36999"/>
                    </a:lnTo>
                    <a:lnTo>
                      <a:pt x="97762" y="35927"/>
                    </a:lnTo>
                    <a:lnTo>
                      <a:pt x="100638" y="35338"/>
                    </a:lnTo>
                    <a:lnTo>
                      <a:pt x="103513" y="35217"/>
                    </a:lnTo>
                    <a:lnTo>
                      <a:pt x="106388" y="35494"/>
                    </a:lnTo>
                    <a:lnTo>
                      <a:pt x="109264" y="36067"/>
                    </a:lnTo>
                    <a:lnTo>
                      <a:pt x="112139" y="36814"/>
                    </a:lnTo>
                    <a:lnTo>
                      <a:pt x="115014" y="37613"/>
                    </a:lnTo>
                    <a:lnTo>
                      <a:pt x="117890" y="38359"/>
                    </a:lnTo>
                    <a:lnTo>
                      <a:pt x="120765" y="389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0" name="Surface grid line"/>
              <p:cNvSpPr/>
              <p:nvPr/>
            </p:nvSpPr>
            <p:spPr>
              <a:xfrm>
                <a:off x="2461371" y="1425463"/>
                <a:ext cx="1150287" cy="414540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3521">
                    <a:moveTo>
                      <a:pt x="0" y="0"/>
                    </a:moveTo>
                    <a:lnTo>
                      <a:pt x="2875" y="1868"/>
                    </a:lnTo>
                    <a:lnTo>
                      <a:pt x="5751" y="3988"/>
                    </a:lnTo>
                    <a:lnTo>
                      <a:pt x="8626" y="6332"/>
                    </a:lnTo>
                    <a:lnTo>
                      <a:pt x="11501" y="8798"/>
                    </a:lnTo>
                    <a:lnTo>
                      <a:pt x="14377" y="11218"/>
                    </a:lnTo>
                    <a:lnTo>
                      <a:pt x="17252" y="13394"/>
                    </a:lnTo>
                    <a:lnTo>
                      <a:pt x="20128" y="15151"/>
                    </a:lnTo>
                    <a:lnTo>
                      <a:pt x="23003" y="16386"/>
                    </a:lnTo>
                    <a:lnTo>
                      <a:pt x="25878" y="17104"/>
                    </a:lnTo>
                    <a:lnTo>
                      <a:pt x="28754" y="17431"/>
                    </a:lnTo>
                    <a:lnTo>
                      <a:pt x="31629" y="17583"/>
                    </a:lnTo>
                    <a:lnTo>
                      <a:pt x="34504" y="17826"/>
                    </a:lnTo>
                    <a:lnTo>
                      <a:pt x="37380" y="18413"/>
                    </a:lnTo>
                    <a:lnTo>
                      <a:pt x="40255" y="19538"/>
                    </a:lnTo>
                    <a:lnTo>
                      <a:pt x="43130" y="21300"/>
                    </a:lnTo>
                    <a:lnTo>
                      <a:pt x="46006" y="23693"/>
                    </a:lnTo>
                    <a:lnTo>
                      <a:pt x="48881" y="26612"/>
                    </a:lnTo>
                    <a:lnTo>
                      <a:pt x="51756" y="29874"/>
                    </a:lnTo>
                    <a:lnTo>
                      <a:pt x="54632" y="33241"/>
                    </a:lnTo>
                    <a:lnTo>
                      <a:pt x="57507" y="36453"/>
                    </a:lnTo>
                    <a:lnTo>
                      <a:pt x="60383" y="39255"/>
                    </a:lnTo>
                    <a:lnTo>
                      <a:pt x="63258" y="41438"/>
                    </a:lnTo>
                    <a:lnTo>
                      <a:pt x="66133" y="42871"/>
                    </a:lnTo>
                    <a:lnTo>
                      <a:pt x="69009" y="43521"/>
                    </a:lnTo>
                    <a:lnTo>
                      <a:pt x="71884" y="43460"/>
                    </a:lnTo>
                    <a:lnTo>
                      <a:pt x="74759" y="42834"/>
                    </a:lnTo>
                    <a:lnTo>
                      <a:pt x="77635" y="41821"/>
                    </a:lnTo>
                    <a:lnTo>
                      <a:pt x="80510" y="40592"/>
                    </a:lnTo>
                    <a:lnTo>
                      <a:pt x="83385" y="39284"/>
                    </a:lnTo>
                    <a:lnTo>
                      <a:pt x="86261" y="38001"/>
                    </a:lnTo>
                    <a:lnTo>
                      <a:pt x="89136" y="36827"/>
                    </a:lnTo>
                    <a:lnTo>
                      <a:pt x="92011" y="35844"/>
                    </a:lnTo>
                    <a:lnTo>
                      <a:pt x="94887" y="35125"/>
                    </a:lnTo>
                    <a:lnTo>
                      <a:pt x="97762" y="34726"/>
                    </a:lnTo>
                    <a:lnTo>
                      <a:pt x="100638" y="34674"/>
                    </a:lnTo>
                    <a:lnTo>
                      <a:pt x="103513" y="34952"/>
                    </a:lnTo>
                    <a:lnTo>
                      <a:pt x="106388" y="35500"/>
                    </a:lnTo>
                    <a:lnTo>
                      <a:pt x="109264" y="36230"/>
                    </a:lnTo>
                    <a:lnTo>
                      <a:pt x="112139" y="37039"/>
                    </a:lnTo>
                    <a:lnTo>
                      <a:pt x="115014" y="37826"/>
                    </a:lnTo>
                    <a:lnTo>
                      <a:pt x="117890" y="38508"/>
                    </a:lnTo>
                    <a:lnTo>
                      <a:pt x="120765" y="3902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1" name="Surface grid line"/>
              <p:cNvSpPr/>
              <p:nvPr/>
            </p:nvSpPr>
            <p:spPr>
              <a:xfrm>
                <a:off x="2484103" y="1410529"/>
                <a:ext cx="1150287" cy="37289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149">
                    <a:moveTo>
                      <a:pt x="0" y="0"/>
                    </a:moveTo>
                    <a:lnTo>
                      <a:pt x="2875" y="1799"/>
                    </a:lnTo>
                    <a:lnTo>
                      <a:pt x="5751" y="3890"/>
                    </a:lnTo>
                    <a:lnTo>
                      <a:pt x="8626" y="6247"/>
                    </a:lnTo>
                    <a:lnTo>
                      <a:pt x="11501" y="8766"/>
                    </a:lnTo>
                    <a:lnTo>
                      <a:pt x="14377" y="11271"/>
                    </a:lnTo>
                    <a:lnTo>
                      <a:pt x="17252" y="13553"/>
                    </a:lnTo>
                    <a:lnTo>
                      <a:pt x="20128" y="15425"/>
                    </a:lnTo>
                    <a:lnTo>
                      <a:pt x="23003" y="16767"/>
                    </a:lnTo>
                    <a:lnTo>
                      <a:pt x="25878" y="17569"/>
                    </a:lnTo>
                    <a:lnTo>
                      <a:pt x="28754" y="17938"/>
                    </a:lnTo>
                    <a:lnTo>
                      <a:pt x="31629" y="18073"/>
                    </a:lnTo>
                    <a:lnTo>
                      <a:pt x="34504" y="18222"/>
                    </a:lnTo>
                    <a:lnTo>
                      <a:pt x="37380" y="18625"/>
                    </a:lnTo>
                    <a:lnTo>
                      <a:pt x="40255" y="19463"/>
                    </a:lnTo>
                    <a:lnTo>
                      <a:pt x="43130" y="20828"/>
                    </a:lnTo>
                    <a:lnTo>
                      <a:pt x="46006" y="22711"/>
                    </a:lnTo>
                    <a:lnTo>
                      <a:pt x="48881" y="25012"/>
                    </a:lnTo>
                    <a:lnTo>
                      <a:pt x="51756" y="27561"/>
                    </a:lnTo>
                    <a:lnTo>
                      <a:pt x="54632" y="30135"/>
                    </a:lnTo>
                    <a:lnTo>
                      <a:pt x="57507" y="32498"/>
                    </a:lnTo>
                    <a:lnTo>
                      <a:pt x="60383" y="34427"/>
                    </a:lnTo>
                    <a:lnTo>
                      <a:pt x="63258" y="35757"/>
                    </a:lnTo>
                    <a:lnTo>
                      <a:pt x="66133" y="36416"/>
                    </a:lnTo>
                    <a:lnTo>
                      <a:pt x="69009" y="36451"/>
                    </a:lnTo>
                    <a:lnTo>
                      <a:pt x="71884" y="36013"/>
                    </a:lnTo>
                    <a:lnTo>
                      <a:pt x="74759" y="35317"/>
                    </a:lnTo>
                    <a:lnTo>
                      <a:pt x="77635" y="34577"/>
                    </a:lnTo>
                    <a:lnTo>
                      <a:pt x="80510" y="33943"/>
                    </a:lnTo>
                    <a:lnTo>
                      <a:pt x="83385" y="33484"/>
                    </a:lnTo>
                    <a:lnTo>
                      <a:pt x="86261" y="33204"/>
                    </a:lnTo>
                    <a:lnTo>
                      <a:pt x="89136" y="33075"/>
                    </a:lnTo>
                    <a:lnTo>
                      <a:pt x="92011" y="33084"/>
                    </a:lnTo>
                    <a:lnTo>
                      <a:pt x="94887" y="33239"/>
                    </a:lnTo>
                    <a:lnTo>
                      <a:pt x="97762" y="33564"/>
                    </a:lnTo>
                    <a:lnTo>
                      <a:pt x="100638" y="34074"/>
                    </a:lnTo>
                    <a:lnTo>
                      <a:pt x="103513" y="34760"/>
                    </a:lnTo>
                    <a:lnTo>
                      <a:pt x="106388" y="35578"/>
                    </a:lnTo>
                    <a:lnTo>
                      <a:pt x="109264" y="36461"/>
                    </a:lnTo>
                    <a:lnTo>
                      <a:pt x="112139" y="37327"/>
                    </a:lnTo>
                    <a:lnTo>
                      <a:pt x="115014" y="38100"/>
                    </a:lnTo>
                    <a:lnTo>
                      <a:pt x="117890" y="38719"/>
                    </a:lnTo>
                    <a:lnTo>
                      <a:pt x="120765" y="3914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2" name="Surface grid line"/>
              <p:cNvSpPr/>
              <p:nvPr/>
            </p:nvSpPr>
            <p:spPr>
              <a:xfrm>
                <a:off x="2506835" y="1394254"/>
                <a:ext cx="1150287" cy="374782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347">
                    <a:moveTo>
                      <a:pt x="0" y="0"/>
                    </a:moveTo>
                    <a:lnTo>
                      <a:pt x="2875" y="1705"/>
                    </a:lnTo>
                    <a:lnTo>
                      <a:pt x="5751" y="3735"/>
                    </a:lnTo>
                    <a:lnTo>
                      <a:pt x="8626" y="6066"/>
                    </a:lnTo>
                    <a:lnTo>
                      <a:pt x="11501" y="8592"/>
                    </a:lnTo>
                    <a:lnTo>
                      <a:pt x="14377" y="11136"/>
                    </a:lnTo>
                    <a:lnTo>
                      <a:pt x="17252" y="13486"/>
                    </a:lnTo>
                    <a:lnTo>
                      <a:pt x="20128" y="15443"/>
                    </a:lnTo>
                    <a:lnTo>
                      <a:pt x="23003" y="16880"/>
                    </a:lnTo>
                    <a:lnTo>
                      <a:pt x="25878" y="17770"/>
                    </a:lnTo>
                    <a:lnTo>
                      <a:pt x="28754" y="18202"/>
                    </a:lnTo>
                    <a:lnTo>
                      <a:pt x="31629" y="18355"/>
                    </a:lnTo>
                    <a:lnTo>
                      <a:pt x="34504" y="18458"/>
                    </a:lnTo>
                    <a:lnTo>
                      <a:pt x="37380" y="18728"/>
                    </a:lnTo>
                    <a:lnTo>
                      <a:pt x="40255" y="19332"/>
                    </a:lnTo>
                    <a:lnTo>
                      <a:pt x="43130" y="20349"/>
                    </a:lnTo>
                    <a:lnTo>
                      <a:pt x="46006" y="21769"/>
                    </a:lnTo>
                    <a:lnTo>
                      <a:pt x="48881" y="23495"/>
                    </a:lnTo>
                    <a:lnTo>
                      <a:pt x="51756" y="25361"/>
                    </a:lnTo>
                    <a:lnTo>
                      <a:pt x="54632" y="27162"/>
                    </a:lnTo>
                    <a:lnTo>
                      <a:pt x="57507" y="28675"/>
                    </a:lnTo>
                    <a:lnTo>
                      <a:pt x="60383" y="29704"/>
                    </a:lnTo>
                    <a:lnTo>
                      <a:pt x="63258" y="30124"/>
                    </a:lnTo>
                    <a:lnTo>
                      <a:pt x="66133" y="29930"/>
                    </a:lnTo>
                    <a:lnTo>
                      <a:pt x="69009" y="29257"/>
                    </a:lnTo>
                    <a:lnTo>
                      <a:pt x="71884" y="28360"/>
                    </a:lnTo>
                    <a:lnTo>
                      <a:pt x="74759" y="27545"/>
                    </a:lnTo>
                    <a:lnTo>
                      <a:pt x="77635" y="27073"/>
                    </a:lnTo>
                    <a:lnTo>
                      <a:pt x="80510" y="27080"/>
                    </a:lnTo>
                    <a:lnTo>
                      <a:pt x="83385" y="27554"/>
                    </a:lnTo>
                    <a:lnTo>
                      <a:pt x="86261" y="28375"/>
                    </a:lnTo>
                    <a:lnTo>
                      <a:pt x="89136" y="29384"/>
                    </a:lnTo>
                    <a:lnTo>
                      <a:pt x="92011" y="30455"/>
                    </a:lnTo>
                    <a:lnTo>
                      <a:pt x="94887" y="31525"/>
                    </a:lnTo>
                    <a:lnTo>
                      <a:pt x="97762" y="32585"/>
                    </a:lnTo>
                    <a:lnTo>
                      <a:pt x="100638" y="33649"/>
                    </a:lnTo>
                    <a:lnTo>
                      <a:pt x="103513" y="34722"/>
                    </a:lnTo>
                    <a:lnTo>
                      <a:pt x="106388" y="35786"/>
                    </a:lnTo>
                    <a:lnTo>
                      <a:pt x="109264" y="36798"/>
                    </a:lnTo>
                    <a:lnTo>
                      <a:pt x="112139" y="37703"/>
                    </a:lnTo>
                    <a:lnTo>
                      <a:pt x="115014" y="38450"/>
                    </a:lnTo>
                    <a:lnTo>
                      <a:pt x="117890" y="39002"/>
                    </a:lnTo>
                    <a:lnTo>
                      <a:pt x="120765" y="3934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3" name="Surface grid line"/>
              <p:cNvSpPr/>
              <p:nvPr/>
            </p:nvSpPr>
            <p:spPr>
              <a:xfrm>
                <a:off x="2529567" y="1376769"/>
                <a:ext cx="1150287" cy="37737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619">
                    <a:moveTo>
                      <a:pt x="0" y="0"/>
                    </a:moveTo>
                    <a:lnTo>
                      <a:pt x="2875" y="1590"/>
                    </a:lnTo>
                    <a:lnTo>
                      <a:pt x="5751" y="3527"/>
                    </a:lnTo>
                    <a:lnTo>
                      <a:pt x="8626" y="5792"/>
                    </a:lnTo>
                    <a:lnTo>
                      <a:pt x="11501" y="8280"/>
                    </a:lnTo>
                    <a:lnTo>
                      <a:pt x="14377" y="10816"/>
                    </a:lnTo>
                    <a:lnTo>
                      <a:pt x="17252" y="13189"/>
                    </a:lnTo>
                    <a:lnTo>
                      <a:pt x="20128" y="15199"/>
                    </a:lnTo>
                    <a:lnTo>
                      <a:pt x="23003" y="16712"/>
                    </a:lnTo>
                    <a:lnTo>
                      <a:pt x="25878" y="17690"/>
                    </a:lnTo>
                    <a:lnTo>
                      <a:pt x="28754" y="18205"/>
                    </a:lnTo>
                    <a:lnTo>
                      <a:pt x="31629" y="18414"/>
                    </a:lnTo>
                    <a:lnTo>
                      <a:pt x="34504" y="18522"/>
                    </a:lnTo>
                    <a:lnTo>
                      <a:pt x="37380" y="18723"/>
                    </a:lnTo>
                    <a:lnTo>
                      <a:pt x="40255" y="19164"/>
                    </a:lnTo>
                    <a:lnTo>
                      <a:pt x="43130" y="19911"/>
                    </a:lnTo>
                    <a:lnTo>
                      <a:pt x="46006" y="20947"/>
                    </a:lnTo>
                    <a:lnTo>
                      <a:pt x="48881" y="22174"/>
                    </a:lnTo>
                    <a:lnTo>
                      <a:pt x="51756" y="23431"/>
                    </a:lnTo>
                    <a:lnTo>
                      <a:pt x="54632" y="24514"/>
                    </a:lnTo>
                    <a:lnTo>
                      <a:pt x="57507" y="25209"/>
                    </a:lnTo>
                    <a:lnTo>
                      <a:pt x="60383" y="25336"/>
                    </a:lnTo>
                    <a:lnTo>
                      <a:pt x="63258" y="24805"/>
                    </a:lnTo>
                    <a:lnTo>
                      <a:pt x="66133" y="23679"/>
                    </a:lnTo>
                    <a:lnTo>
                      <a:pt x="69009" y="22196"/>
                    </a:lnTo>
                    <a:lnTo>
                      <a:pt x="71884" y="20741"/>
                    </a:lnTo>
                    <a:lnTo>
                      <a:pt x="74759" y="19736"/>
                    </a:lnTo>
                    <a:lnTo>
                      <a:pt x="77635" y="19510"/>
                    </a:lnTo>
                    <a:lnTo>
                      <a:pt x="80510" y="20189"/>
                    </a:lnTo>
                    <a:lnTo>
                      <a:pt x="83385" y="21668"/>
                    </a:lnTo>
                    <a:lnTo>
                      <a:pt x="86261" y="23678"/>
                    </a:lnTo>
                    <a:lnTo>
                      <a:pt x="89136" y="25903"/>
                    </a:lnTo>
                    <a:lnTo>
                      <a:pt x="92011" y="28089"/>
                    </a:lnTo>
                    <a:lnTo>
                      <a:pt x="94887" y="30094"/>
                    </a:lnTo>
                    <a:lnTo>
                      <a:pt x="97762" y="31879"/>
                    </a:lnTo>
                    <a:lnTo>
                      <a:pt x="100638" y="33465"/>
                    </a:lnTo>
                    <a:lnTo>
                      <a:pt x="103513" y="34886"/>
                    </a:lnTo>
                    <a:lnTo>
                      <a:pt x="106388" y="36153"/>
                    </a:lnTo>
                    <a:lnTo>
                      <a:pt x="109264" y="37258"/>
                    </a:lnTo>
                    <a:lnTo>
                      <a:pt x="112139" y="38175"/>
                    </a:lnTo>
                    <a:lnTo>
                      <a:pt x="115014" y="38879"/>
                    </a:lnTo>
                    <a:lnTo>
                      <a:pt x="117890" y="39358"/>
                    </a:lnTo>
                    <a:lnTo>
                      <a:pt x="120765" y="3961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4" name="Surface grid line"/>
              <p:cNvSpPr/>
              <p:nvPr/>
            </p:nvSpPr>
            <p:spPr>
              <a:xfrm>
                <a:off x="2552298" y="1358265"/>
                <a:ext cx="1150287" cy="38057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956">
                    <a:moveTo>
                      <a:pt x="0" y="0"/>
                    </a:moveTo>
                    <a:lnTo>
                      <a:pt x="2875" y="1456"/>
                    </a:lnTo>
                    <a:lnTo>
                      <a:pt x="5751" y="3275"/>
                    </a:lnTo>
                    <a:lnTo>
                      <a:pt x="8626" y="5437"/>
                    </a:lnTo>
                    <a:lnTo>
                      <a:pt x="11501" y="7843"/>
                    </a:lnTo>
                    <a:lnTo>
                      <a:pt x="14377" y="10323"/>
                    </a:lnTo>
                    <a:lnTo>
                      <a:pt x="17252" y="12672"/>
                    </a:lnTo>
                    <a:lnTo>
                      <a:pt x="20128" y="14696"/>
                    </a:lnTo>
                    <a:lnTo>
                      <a:pt x="23003" y="16259"/>
                    </a:lnTo>
                    <a:lnTo>
                      <a:pt x="25878" y="17317"/>
                    </a:lnTo>
                    <a:lnTo>
                      <a:pt x="28754" y="17926"/>
                    </a:lnTo>
                    <a:lnTo>
                      <a:pt x="31629" y="18224"/>
                    </a:lnTo>
                    <a:lnTo>
                      <a:pt x="34504" y="18387"/>
                    </a:lnTo>
                    <a:lnTo>
                      <a:pt x="37380" y="18586"/>
                    </a:lnTo>
                    <a:lnTo>
                      <a:pt x="40255" y="18945"/>
                    </a:lnTo>
                    <a:lnTo>
                      <a:pt x="43130" y="19514"/>
                    </a:lnTo>
                    <a:lnTo>
                      <a:pt x="46006" y="20264"/>
                    </a:lnTo>
                    <a:lnTo>
                      <a:pt x="48881" y="21092"/>
                    </a:lnTo>
                    <a:lnTo>
                      <a:pt x="51756" y="21833"/>
                    </a:lnTo>
                    <a:lnTo>
                      <a:pt x="54632" y="22277"/>
                    </a:lnTo>
                    <a:lnTo>
                      <a:pt x="57507" y="22205"/>
                    </a:lnTo>
                    <a:lnTo>
                      <a:pt x="60383" y="21438"/>
                    </a:lnTo>
                    <a:lnTo>
                      <a:pt x="63258" y="19915"/>
                    </a:lnTo>
                    <a:lnTo>
                      <a:pt x="66133" y="17769"/>
                    </a:lnTo>
                    <a:lnTo>
                      <a:pt x="69009" y="15361"/>
                    </a:lnTo>
                    <a:lnTo>
                      <a:pt x="71884" y="13229"/>
                    </a:lnTo>
                    <a:lnTo>
                      <a:pt x="74759" y="11948"/>
                    </a:lnTo>
                    <a:lnTo>
                      <a:pt x="77635" y="11935"/>
                    </a:lnTo>
                    <a:lnTo>
                      <a:pt x="80510" y="13311"/>
                    </a:lnTo>
                    <a:lnTo>
                      <a:pt x="83385" y="15864"/>
                    </a:lnTo>
                    <a:lnTo>
                      <a:pt x="86261" y="19153"/>
                    </a:lnTo>
                    <a:lnTo>
                      <a:pt x="89136" y="22674"/>
                    </a:lnTo>
                    <a:lnTo>
                      <a:pt x="92011" y="26026"/>
                    </a:lnTo>
                    <a:lnTo>
                      <a:pt x="94887" y="28979"/>
                    </a:lnTo>
                    <a:lnTo>
                      <a:pt x="97762" y="31470"/>
                    </a:lnTo>
                    <a:lnTo>
                      <a:pt x="100638" y="33539"/>
                    </a:lnTo>
                    <a:lnTo>
                      <a:pt x="103513" y="35257"/>
                    </a:lnTo>
                    <a:lnTo>
                      <a:pt x="106388" y="36680"/>
                    </a:lnTo>
                    <a:lnTo>
                      <a:pt x="109264" y="37836"/>
                    </a:lnTo>
                    <a:lnTo>
                      <a:pt x="112139" y="38734"/>
                    </a:lnTo>
                    <a:lnTo>
                      <a:pt x="115014" y="39377"/>
                    </a:lnTo>
                    <a:lnTo>
                      <a:pt x="117890" y="39775"/>
                    </a:lnTo>
                    <a:lnTo>
                      <a:pt x="120765" y="3995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5" name="Surface grid line"/>
              <p:cNvSpPr/>
              <p:nvPr/>
            </p:nvSpPr>
            <p:spPr>
              <a:xfrm>
                <a:off x="2575030" y="1338978"/>
                <a:ext cx="1150287" cy="38424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0341">
                    <a:moveTo>
                      <a:pt x="0" y="0"/>
                    </a:moveTo>
                    <a:lnTo>
                      <a:pt x="2875" y="1312"/>
                    </a:lnTo>
                    <a:lnTo>
                      <a:pt x="5751" y="2990"/>
                    </a:lnTo>
                    <a:lnTo>
                      <a:pt x="8626" y="5017"/>
                    </a:lnTo>
                    <a:lnTo>
                      <a:pt x="11501" y="7298"/>
                    </a:lnTo>
                    <a:lnTo>
                      <a:pt x="14377" y="9675"/>
                    </a:lnTo>
                    <a:lnTo>
                      <a:pt x="17252" y="11951"/>
                    </a:lnTo>
                    <a:lnTo>
                      <a:pt x="20128" y="13943"/>
                    </a:lnTo>
                    <a:lnTo>
                      <a:pt x="23003" y="15520"/>
                    </a:lnTo>
                    <a:lnTo>
                      <a:pt x="25878" y="16637"/>
                    </a:lnTo>
                    <a:lnTo>
                      <a:pt x="28754" y="17340"/>
                    </a:lnTo>
                    <a:lnTo>
                      <a:pt x="31629" y="17746"/>
                    </a:lnTo>
                    <a:lnTo>
                      <a:pt x="34504" y="18008"/>
                    </a:lnTo>
                    <a:lnTo>
                      <a:pt x="37380" y="18268"/>
                    </a:lnTo>
                    <a:lnTo>
                      <a:pt x="40255" y="18626"/>
                    </a:lnTo>
                    <a:lnTo>
                      <a:pt x="43130" y="19111"/>
                    </a:lnTo>
                    <a:lnTo>
                      <a:pt x="46006" y="19681"/>
                    </a:lnTo>
                    <a:lnTo>
                      <a:pt x="48881" y="20219"/>
                    </a:lnTo>
                    <a:lnTo>
                      <a:pt x="51756" y="20548"/>
                    </a:lnTo>
                    <a:lnTo>
                      <a:pt x="54632" y="20441"/>
                    </a:lnTo>
                    <a:lnTo>
                      <a:pt x="57507" y="19657"/>
                    </a:lnTo>
                    <a:lnTo>
                      <a:pt x="60383" y="18004"/>
                    </a:lnTo>
                    <a:lnTo>
                      <a:pt x="63258" y="15442"/>
                    </a:lnTo>
                    <a:lnTo>
                      <a:pt x="66133" y="12179"/>
                    </a:lnTo>
                    <a:lnTo>
                      <a:pt x="69009" y="8716"/>
                    </a:lnTo>
                    <a:lnTo>
                      <a:pt x="71884" y="5777"/>
                    </a:lnTo>
                    <a:lnTo>
                      <a:pt x="74759" y="4120"/>
                    </a:lnTo>
                    <a:lnTo>
                      <a:pt x="77635" y="4281"/>
                    </a:lnTo>
                    <a:lnTo>
                      <a:pt x="80510" y="6380"/>
                    </a:lnTo>
                    <a:lnTo>
                      <a:pt x="83385" y="10084"/>
                    </a:lnTo>
                    <a:lnTo>
                      <a:pt x="86261" y="14748"/>
                    </a:lnTo>
                    <a:lnTo>
                      <a:pt x="89136" y="19654"/>
                    </a:lnTo>
                    <a:lnTo>
                      <a:pt x="92011" y="24229"/>
                    </a:lnTo>
                    <a:lnTo>
                      <a:pt x="94887" y="28149"/>
                    </a:lnTo>
                    <a:lnTo>
                      <a:pt x="97762" y="31331"/>
                    </a:lnTo>
                    <a:lnTo>
                      <a:pt x="100638" y="33844"/>
                    </a:lnTo>
                    <a:lnTo>
                      <a:pt x="103513" y="35810"/>
                    </a:lnTo>
                    <a:lnTo>
                      <a:pt x="106388" y="37340"/>
                    </a:lnTo>
                    <a:lnTo>
                      <a:pt x="109264" y="38508"/>
                    </a:lnTo>
                    <a:lnTo>
                      <a:pt x="112139" y="39359"/>
                    </a:lnTo>
                    <a:lnTo>
                      <a:pt x="115014" y="39923"/>
                    </a:lnTo>
                    <a:lnTo>
                      <a:pt x="117890" y="40235"/>
                    </a:lnTo>
                    <a:lnTo>
                      <a:pt x="120765" y="4034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6" name="Surface grid line"/>
              <p:cNvSpPr/>
              <p:nvPr/>
            </p:nvSpPr>
            <p:spPr>
              <a:xfrm>
                <a:off x="2597762" y="1282529"/>
                <a:ext cx="1150287" cy="42482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4601">
                    <a:moveTo>
                      <a:pt x="0" y="3847"/>
                    </a:moveTo>
                    <a:lnTo>
                      <a:pt x="2875" y="5008"/>
                    </a:lnTo>
                    <a:lnTo>
                      <a:pt x="5751" y="6530"/>
                    </a:lnTo>
                    <a:lnTo>
                      <a:pt x="8626" y="8395"/>
                    </a:lnTo>
                    <a:lnTo>
                      <a:pt x="11501" y="10514"/>
                    </a:lnTo>
                    <a:lnTo>
                      <a:pt x="14377" y="12738"/>
                    </a:lnTo>
                    <a:lnTo>
                      <a:pt x="17252" y="14887"/>
                    </a:lnTo>
                    <a:lnTo>
                      <a:pt x="20128" y="16792"/>
                    </a:lnTo>
                    <a:lnTo>
                      <a:pt x="23003" y="18336"/>
                    </a:lnTo>
                    <a:lnTo>
                      <a:pt x="25878" y="19478"/>
                    </a:lnTo>
                    <a:lnTo>
                      <a:pt x="28754" y="20257"/>
                    </a:lnTo>
                    <a:lnTo>
                      <a:pt x="31629" y="20776"/>
                    </a:lnTo>
                    <a:lnTo>
                      <a:pt x="34504" y="21165"/>
                    </a:lnTo>
                    <a:lnTo>
                      <a:pt x="37380" y="21541"/>
                    </a:lnTo>
                    <a:lnTo>
                      <a:pt x="40255" y="21973"/>
                    </a:lnTo>
                    <a:lnTo>
                      <a:pt x="43130" y="22468"/>
                    </a:lnTo>
                    <a:lnTo>
                      <a:pt x="46006" y="22964"/>
                    </a:lnTo>
                    <a:lnTo>
                      <a:pt x="48881" y="23324"/>
                    </a:lnTo>
                    <a:lnTo>
                      <a:pt x="51756" y="23347"/>
                    </a:lnTo>
                    <a:lnTo>
                      <a:pt x="54632" y="22775"/>
                    </a:lnTo>
                    <a:lnTo>
                      <a:pt x="57507" y="21331"/>
                    </a:lnTo>
                    <a:lnTo>
                      <a:pt x="60383" y="18798"/>
                    </a:lnTo>
                    <a:lnTo>
                      <a:pt x="63258" y="15148"/>
                    </a:lnTo>
                    <a:lnTo>
                      <a:pt x="66133" y="10666"/>
                    </a:lnTo>
                    <a:lnTo>
                      <a:pt x="69009" y="6012"/>
                    </a:lnTo>
                    <a:lnTo>
                      <a:pt x="71884" y="2132"/>
                    </a:lnTo>
                    <a:lnTo>
                      <a:pt x="74759" y="0"/>
                    </a:lnTo>
                    <a:lnTo>
                      <a:pt x="77635" y="295"/>
                    </a:lnTo>
                    <a:lnTo>
                      <a:pt x="80510" y="3144"/>
                    </a:lnTo>
                    <a:lnTo>
                      <a:pt x="83385" y="8077"/>
                    </a:lnTo>
                    <a:lnTo>
                      <a:pt x="86261" y="14220"/>
                    </a:lnTo>
                    <a:lnTo>
                      <a:pt x="89136" y="20606"/>
                    </a:lnTo>
                    <a:lnTo>
                      <a:pt x="92011" y="26467"/>
                    </a:lnTo>
                    <a:lnTo>
                      <a:pt x="94887" y="31380"/>
                    </a:lnTo>
                    <a:lnTo>
                      <a:pt x="97762" y="35244"/>
                    </a:lnTo>
                    <a:lnTo>
                      <a:pt x="100638" y="38169"/>
                    </a:lnTo>
                    <a:lnTo>
                      <a:pt x="103513" y="40341"/>
                    </a:lnTo>
                    <a:lnTo>
                      <a:pt x="106388" y="41937"/>
                    </a:lnTo>
                    <a:lnTo>
                      <a:pt x="109264" y="43082"/>
                    </a:lnTo>
                    <a:lnTo>
                      <a:pt x="112139" y="43863"/>
                    </a:lnTo>
                    <a:lnTo>
                      <a:pt x="115014" y="44338"/>
                    </a:lnTo>
                    <a:lnTo>
                      <a:pt x="117890" y="44564"/>
                    </a:lnTo>
                    <a:lnTo>
                      <a:pt x="120765" y="446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7" name="Surface grid line"/>
              <p:cNvSpPr/>
              <p:nvPr/>
            </p:nvSpPr>
            <p:spPr>
              <a:xfrm>
                <a:off x="2620494" y="1184663"/>
                <a:ext cx="1150287" cy="50682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3210">
                    <a:moveTo>
                      <a:pt x="0" y="12014"/>
                    </a:moveTo>
                    <a:lnTo>
                      <a:pt x="2875" y="13026"/>
                    </a:lnTo>
                    <a:lnTo>
                      <a:pt x="5751" y="14381"/>
                    </a:lnTo>
                    <a:lnTo>
                      <a:pt x="8626" y="16061"/>
                    </a:lnTo>
                    <a:lnTo>
                      <a:pt x="11501" y="17981"/>
                    </a:lnTo>
                    <a:lnTo>
                      <a:pt x="14377" y="20003"/>
                    </a:lnTo>
                    <a:lnTo>
                      <a:pt x="17252" y="21966"/>
                    </a:lnTo>
                    <a:lnTo>
                      <a:pt x="20128" y="23721"/>
                    </a:lnTo>
                    <a:lnTo>
                      <a:pt x="23003" y="25170"/>
                    </a:lnTo>
                    <a:lnTo>
                      <a:pt x="25878" y="26282"/>
                    </a:lnTo>
                    <a:lnTo>
                      <a:pt x="28754" y="27102"/>
                    </a:lnTo>
                    <a:lnTo>
                      <a:pt x="31629" y="27723"/>
                    </a:lnTo>
                    <a:lnTo>
                      <a:pt x="34504" y="28255"/>
                    </a:lnTo>
                    <a:lnTo>
                      <a:pt x="37380" y="28787"/>
                    </a:lnTo>
                    <a:lnTo>
                      <a:pt x="40255" y="29362"/>
                    </a:lnTo>
                    <a:lnTo>
                      <a:pt x="43130" y="29957"/>
                    </a:lnTo>
                    <a:lnTo>
                      <a:pt x="46006" y="30481"/>
                    </a:lnTo>
                    <a:lnTo>
                      <a:pt x="48881" y="30772"/>
                    </a:lnTo>
                    <a:lnTo>
                      <a:pt x="51756" y="30593"/>
                    </a:lnTo>
                    <a:lnTo>
                      <a:pt x="54632" y="29642"/>
                    </a:lnTo>
                    <a:lnTo>
                      <a:pt x="57507" y="27591"/>
                    </a:lnTo>
                    <a:lnTo>
                      <a:pt x="60383" y="24186"/>
                    </a:lnTo>
                    <a:lnTo>
                      <a:pt x="63258" y="19402"/>
                    </a:lnTo>
                    <a:lnTo>
                      <a:pt x="66133" y="13609"/>
                    </a:lnTo>
                    <a:lnTo>
                      <a:pt x="69009" y="7643"/>
                    </a:lnTo>
                    <a:lnTo>
                      <a:pt x="71884" y="2698"/>
                    </a:lnTo>
                    <a:lnTo>
                      <a:pt x="74759" y="0"/>
                    </a:lnTo>
                    <a:lnTo>
                      <a:pt x="77635" y="393"/>
                    </a:lnTo>
                    <a:lnTo>
                      <a:pt x="80510" y="4017"/>
                    </a:lnTo>
                    <a:lnTo>
                      <a:pt x="83385" y="10254"/>
                    </a:lnTo>
                    <a:lnTo>
                      <a:pt x="86261" y="17970"/>
                    </a:lnTo>
                    <a:lnTo>
                      <a:pt x="89136" y="25923"/>
                    </a:lnTo>
                    <a:lnTo>
                      <a:pt x="92011" y="33134"/>
                    </a:lnTo>
                    <a:lnTo>
                      <a:pt x="94887" y="39066"/>
                    </a:lnTo>
                    <a:lnTo>
                      <a:pt x="97762" y="43608"/>
                    </a:lnTo>
                    <a:lnTo>
                      <a:pt x="100638" y="46920"/>
                    </a:lnTo>
                    <a:lnTo>
                      <a:pt x="103513" y="49266"/>
                    </a:lnTo>
                    <a:lnTo>
                      <a:pt x="106388" y="50895"/>
                    </a:lnTo>
                    <a:lnTo>
                      <a:pt x="109264" y="51992"/>
                    </a:lnTo>
                    <a:lnTo>
                      <a:pt x="112139" y="52687"/>
                    </a:lnTo>
                    <a:lnTo>
                      <a:pt x="115014" y="53067"/>
                    </a:lnTo>
                    <a:lnTo>
                      <a:pt x="117890" y="53210"/>
                    </a:lnTo>
                    <a:lnTo>
                      <a:pt x="120765" y="5319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8" name="Surface grid line"/>
              <p:cNvSpPr/>
              <p:nvPr/>
            </p:nvSpPr>
            <p:spPr>
              <a:xfrm>
                <a:off x="2643226" y="1085335"/>
                <a:ext cx="1150287" cy="59038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1983">
                    <a:moveTo>
                      <a:pt x="0" y="20335"/>
                    </a:moveTo>
                    <a:lnTo>
                      <a:pt x="2875" y="21201"/>
                    </a:lnTo>
                    <a:lnTo>
                      <a:pt x="5751" y="22385"/>
                    </a:lnTo>
                    <a:lnTo>
                      <a:pt x="8626" y="23860"/>
                    </a:lnTo>
                    <a:lnTo>
                      <a:pt x="11501" y="25546"/>
                    </a:lnTo>
                    <a:lnTo>
                      <a:pt x="14377" y="27315"/>
                    </a:lnTo>
                    <a:lnTo>
                      <a:pt x="17252" y="29025"/>
                    </a:lnTo>
                    <a:lnTo>
                      <a:pt x="20128" y="30555"/>
                    </a:lnTo>
                    <a:lnTo>
                      <a:pt x="23003" y="31830"/>
                    </a:lnTo>
                    <a:lnTo>
                      <a:pt x="25878" y="32845"/>
                    </a:lnTo>
                    <a:lnTo>
                      <a:pt x="28754" y="33652"/>
                    </a:lnTo>
                    <a:lnTo>
                      <a:pt x="31629" y="34345"/>
                    </a:lnTo>
                    <a:lnTo>
                      <a:pt x="34504" y="35019"/>
                    </a:lnTo>
                    <a:lnTo>
                      <a:pt x="37380" y="35740"/>
                    </a:lnTo>
                    <a:lnTo>
                      <a:pt x="40255" y="36518"/>
                    </a:lnTo>
                    <a:lnTo>
                      <a:pt x="43130" y="37297"/>
                    </a:lnTo>
                    <a:lnTo>
                      <a:pt x="46006" y="37951"/>
                    </a:lnTo>
                    <a:lnTo>
                      <a:pt x="48881" y="38280"/>
                    </a:lnTo>
                    <a:lnTo>
                      <a:pt x="51756" y="38002"/>
                    </a:lnTo>
                    <a:lnTo>
                      <a:pt x="54632" y="36760"/>
                    </a:lnTo>
                    <a:lnTo>
                      <a:pt x="57507" y="34162"/>
                    </a:lnTo>
                    <a:lnTo>
                      <a:pt x="60383" y="29907"/>
                    </a:lnTo>
                    <a:lnTo>
                      <a:pt x="63258" y="23967"/>
                    </a:lnTo>
                    <a:lnTo>
                      <a:pt x="66133" y="16800"/>
                    </a:lnTo>
                    <a:lnTo>
                      <a:pt x="69009" y="9434"/>
                    </a:lnTo>
                    <a:lnTo>
                      <a:pt x="71884" y="3333"/>
                    </a:lnTo>
                    <a:lnTo>
                      <a:pt x="74759" y="0"/>
                    </a:lnTo>
                    <a:lnTo>
                      <a:pt x="77635" y="463"/>
                    </a:lnTo>
                    <a:lnTo>
                      <a:pt x="80510" y="4878"/>
                    </a:lnTo>
                    <a:lnTo>
                      <a:pt x="83385" y="12469"/>
                    </a:lnTo>
                    <a:lnTo>
                      <a:pt x="86261" y="21824"/>
                    </a:lnTo>
                    <a:lnTo>
                      <a:pt x="89136" y="31406"/>
                    </a:lnTo>
                    <a:lnTo>
                      <a:pt x="92011" y="40007"/>
                    </a:lnTo>
                    <a:lnTo>
                      <a:pt x="94887" y="46974"/>
                    </a:lnTo>
                    <a:lnTo>
                      <a:pt x="97762" y="52187"/>
                    </a:lnTo>
                    <a:lnTo>
                      <a:pt x="100638" y="55866"/>
                    </a:lnTo>
                    <a:lnTo>
                      <a:pt x="103513" y="58359"/>
                    </a:lnTo>
                    <a:lnTo>
                      <a:pt x="106388" y="59996"/>
                    </a:lnTo>
                    <a:lnTo>
                      <a:pt x="109264" y="61029"/>
                    </a:lnTo>
                    <a:lnTo>
                      <a:pt x="112139" y="61628"/>
                    </a:lnTo>
                    <a:lnTo>
                      <a:pt x="115014" y="61915"/>
                    </a:lnTo>
                    <a:lnTo>
                      <a:pt x="117890" y="61983"/>
                    </a:lnTo>
                    <a:lnTo>
                      <a:pt x="120765" y="6192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9" name="Surface grid line"/>
              <p:cNvSpPr/>
              <p:nvPr/>
            </p:nvSpPr>
            <p:spPr>
              <a:xfrm>
                <a:off x="2665958" y="986625"/>
                <a:ext cx="1150287" cy="6731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0670">
                    <a:moveTo>
                      <a:pt x="0" y="28615"/>
                    </a:moveTo>
                    <a:lnTo>
                      <a:pt x="2875" y="29344"/>
                    </a:lnTo>
                    <a:lnTo>
                      <a:pt x="5751" y="30352"/>
                    </a:lnTo>
                    <a:lnTo>
                      <a:pt x="8626" y="31605"/>
                    </a:lnTo>
                    <a:lnTo>
                      <a:pt x="11501" y="33020"/>
                    </a:lnTo>
                    <a:lnTo>
                      <a:pt x="14377" y="34480"/>
                    </a:lnTo>
                    <a:lnTo>
                      <a:pt x="17252" y="35866"/>
                    </a:lnTo>
                    <a:lnTo>
                      <a:pt x="20128" y="37084"/>
                    </a:lnTo>
                    <a:lnTo>
                      <a:pt x="23003" y="38095"/>
                    </a:lnTo>
                    <a:lnTo>
                      <a:pt x="25878" y="38925"/>
                    </a:lnTo>
                    <a:lnTo>
                      <a:pt x="28754" y="39649"/>
                    </a:lnTo>
                    <a:lnTo>
                      <a:pt x="31629" y="40370"/>
                    </a:lnTo>
                    <a:lnTo>
                      <a:pt x="34504" y="41175"/>
                    </a:lnTo>
                    <a:lnTo>
                      <a:pt x="37380" y="42107"/>
                    </a:lnTo>
                    <a:lnTo>
                      <a:pt x="40255" y="43144"/>
                    </a:lnTo>
                    <a:lnTo>
                      <a:pt x="43130" y="44189"/>
                    </a:lnTo>
                    <a:lnTo>
                      <a:pt x="46006" y="45074"/>
                    </a:lnTo>
                    <a:lnTo>
                      <a:pt x="48881" y="45549"/>
                    </a:lnTo>
                    <a:lnTo>
                      <a:pt x="51756" y="45279"/>
                    </a:lnTo>
                    <a:lnTo>
                      <a:pt x="54632" y="43840"/>
                    </a:lnTo>
                    <a:lnTo>
                      <a:pt x="57507" y="40772"/>
                    </a:lnTo>
                    <a:lnTo>
                      <a:pt x="60383" y="35716"/>
                    </a:lnTo>
                    <a:lnTo>
                      <a:pt x="63258" y="28641"/>
                    </a:lnTo>
                    <a:lnTo>
                      <a:pt x="66133" y="20093"/>
                    </a:lnTo>
                    <a:lnTo>
                      <a:pt x="69009" y="11298"/>
                    </a:lnTo>
                    <a:lnTo>
                      <a:pt x="71884" y="4003"/>
                    </a:lnTo>
                    <a:lnTo>
                      <a:pt x="74759" y="0"/>
                    </a:lnTo>
                    <a:lnTo>
                      <a:pt x="77635" y="511"/>
                    </a:lnTo>
                    <a:lnTo>
                      <a:pt x="80510" y="5713"/>
                    </a:lnTo>
                    <a:lnTo>
                      <a:pt x="83385" y="14667"/>
                    </a:lnTo>
                    <a:lnTo>
                      <a:pt x="86261" y="25676"/>
                    </a:lnTo>
                    <a:lnTo>
                      <a:pt x="89136" y="36897"/>
                    </a:lnTo>
                    <a:lnTo>
                      <a:pt x="92011" y="46886"/>
                    </a:lnTo>
                    <a:lnTo>
                      <a:pt x="94887" y="54876"/>
                    </a:lnTo>
                    <a:lnTo>
                      <a:pt x="97762" y="60739"/>
                    </a:lnTo>
                    <a:lnTo>
                      <a:pt x="100638" y="64759"/>
                    </a:lnTo>
                    <a:lnTo>
                      <a:pt x="103513" y="67376"/>
                    </a:lnTo>
                    <a:lnTo>
                      <a:pt x="106388" y="69004"/>
                    </a:lnTo>
                    <a:lnTo>
                      <a:pt x="109264" y="69962"/>
                    </a:lnTo>
                    <a:lnTo>
                      <a:pt x="112139" y="70465"/>
                    </a:lnTo>
                    <a:lnTo>
                      <a:pt x="115014" y="70663"/>
                    </a:lnTo>
                    <a:lnTo>
                      <a:pt x="117890" y="70670"/>
                    </a:lnTo>
                    <a:lnTo>
                      <a:pt x="120765" y="7058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0" name="Surface grid line"/>
              <p:cNvSpPr/>
              <p:nvPr/>
            </p:nvSpPr>
            <p:spPr>
              <a:xfrm>
                <a:off x="2688690" y="891994"/>
                <a:ext cx="1150287" cy="75203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954">
                    <a:moveTo>
                      <a:pt x="0" y="36509"/>
                    </a:moveTo>
                    <a:lnTo>
                      <a:pt x="2875" y="37112"/>
                    </a:lnTo>
                    <a:lnTo>
                      <a:pt x="5751" y="37944"/>
                    </a:lnTo>
                    <a:lnTo>
                      <a:pt x="8626" y="38957"/>
                    </a:lnTo>
                    <a:lnTo>
                      <a:pt x="11501" y="40063"/>
                    </a:lnTo>
                    <a:lnTo>
                      <a:pt x="14377" y="41156"/>
                    </a:lnTo>
                    <a:lnTo>
                      <a:pt x="17252" y="42137"/>
                    </a:lnTo>
                    <a:lnTo>
                      <a:pt x="20128" y="42948"/>
                    </a:lnTo>
                    <a:lnTo>
                      <a:pt x="23003" y="43593"/>
                    </a:lnTo>
                    <a:lnTo>
                      <a:pt x="25878" y="44138"/>
                    </a:lnTo>
                    <a:lnTo>
                      <a:pt x="28754" y="44696"/>
                    </a:lnTo>
                    <a:lnTo>
                      <a:pt x="31629" y="45388"/>
                    </a:lnTo>
                    <a:lnTo>
                      <a:pt x="34504" y="46303"/>
                    </a:lnTo>
                    <a:lnTo>
                      <a:pt x="37380" y="47463"/>
                    </a:lnTo>
                    <a:lnTo>
                      <a:pt x="40255" y="48812"/>
                    </a:lnTo>
                    <a:lnTo>
                      <a:pt x="43130" y="50205"/>
                    </a:lnTo>
                    <a:lnTo>
                      <a:pt x="46006" y="51421"/>
                    </a:lnTo>
                    <a:lnTo>
                      <a:pt x="48881" y="52154"/>
                    </a:lnTo>
                    <a:lnTo>
                      <a:pt x="51756" y="52006"/>
                    </a:lnTo>
                    <a:lnTo>
                      <a:pt x="54632" y="50481"/>
                    </a:lnTo>
                    <a:lnTo>
                      <a:pt x="57507" y="47044"/>
                    </a:lnTo>
                    <a:lnTo>
                      <a:pt x="60383" y="41279"/>
                    </a:lnTo>
                    <a:lnTo>
                      <a:pt x="63258" y="33150"/>
                    </a:lnTo>
                    <a:lnTo>
                      <a:pt x="66133" y="23288"/>
                    </a:lnTo>
                    <a:lnTo>
                      <a:pt x="69009" y="13117"/>
                    </a:lnTo>
                    <a:lnTo>
                      <a:pt x="71884" y="4661"/>
                    </a:lnTo>
                    <a:lnTo>
                      <a:pt x="74759" y="0"/>
                    </a:lnTo>
                    <a:lnTo>
                      <a:pt x="77635" y="547"/>
                    </a:lnTo>
                    <a:lnTo>
                      <a:pt x="80510" y="6503"/>
                    </a:lnTo>
                    <a:lnTo>
                      <a:pt x="83385" y="16769"/>
                    </a:lnTo>
                    <a:lnTo>
                      <a:pt x="86261" y="29369"/>
                    </a:lnTo>
                    <a:lnTo>
                      <a:pt x="89136" y="42161"/>
                    </a:lnTo>
                    <a:lnTo>
                      <a:pt x="92011" y="53475"/>
                    </a:lnTo>
                    <a:lnTo>
                      <a:pt x="94887" y="62431"/>
                    </a:lnTo>
                    <a:lnTo>
                      <a:pt x="97762" y="68897"/>
                    </a:lnTo>
                    <a:lnTo>
                      <a:pt x="100638" y="73223"/>
                    </a:lnTo>
                    <a:lnTo>
                      <a:pt x="103513" y="75938"/>
                    </a:lnTo>
                    <a:lnTo>
                      <a:pt x="106388" y="77543"/>
                    </a:lnTo>
                    <a:lnTo>
                      <a:pt x="109264" y="78421"/>
                    </a:lnTo>
                    <a:lnTo>
                      <a:pt x="112139" y="78832"/>
                    </a:lnTo>
                    <a:lnTo>
                      <a:pt x="115014" y="78954"/>
                    </a:lnTo>
                    <a:lnTo>
                      <a:pt x="117890" y="78915"/>
                    </a:lnTo>
                    <a:lnTo>
                      <a:pt x="120765" y="7882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1" name="Surface grid line"/>
              <p:cNvSpPr/>
              <p:nvPr/>
            </p:nvSpPr>
            <p:spPr>
              <a:xfrm>
                <a:off x="2711421" y="805949"/>
                <a:ext cx="1150287" cy="82217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6318">
                    <a:moveTo>
                      <a:pt x="0" y="43562"/>
                    </a:moveTo>
                    <a:lnTo>
                      <a:pt x="2875" y="44050"/>
                    </a:lnTo>
                    <a:lnTo>
                      <a:pt x="5751" y="44704"/>
                    </a:lnTo>
                    <a:lnTo>
                      <a:pt x="8626" y="45459"/>
                    </a:lnTo>
                    <a:lnTo>
                      <a:pt x="11501" y="46219"/>
                    </a:lnTo>
                    <a:lnTo>
                      <a:pt x="14377" y="46883"/>
                    </a:lnTo>
                    <a:lnTo>
                      <a:pt x="17252" y="47377"/>
                    </a:lnTo>
                    <a:lnTo>
                      <a:pt x="20128" y="47680"/>
                    </a:lnTo>
                    <a:lnTo>
                      <a:pt x="23003" y="47848"/>
                    </a:lnTo>
                    <a:lnTo>
                      <a:pt x="25878" y="48002"/>
                    </a:lnTo>
                    <a:lnTo>
                      <a:pt x="28754" y="48303"/>
                    </a:lnTo>
                    <a:lnTo>
                      <a:pt x="31629" y="48904"/>
                    </a:lnTo>
                    <a:lnTo>
                      <a:pt x="34504" y="49901"/>
                    </a:lnTo>
                    <a:lnTo>
                      <a:pt x="37380" y="51303"/>
                    </a:lnTo>
                    <a:lnTo>
                      <a:pt x="40255" y="53013"/>
                    </a:lnTo>
                    <a:lnTo>
                      <a:pt x="43130" y="54834"/>
                    </a:lnTo>
                    <a:lnTo>
                      <a:pt x="46006" y="56483"/>
                    </a:lnTo>
                    <a:lnTo>
                      <a:pt x="48881" y="57590"/>
                    </a:lnTo>
                    <a:lnTo>
                      <a:pt x="51756" y="57685"/>
                    </a:lnTo>
                    <a:lnTo>
                      <a:pt x="54632" y="56201"/>
                    </a:lnTo>
                    <a:lnTo>
                      <a:pt x="57507" y="52529"/>
                    </a:lnTo>
                    <a:lnTo>
                      <a:pt x="60383" y="46198"/>
                    </a:lnTo>
                    <a:lnTo>
                      <a:pt x="63258" y="37170"/>
                    </a:lnTo>
                    <a:lnTo>
                      <a:pt x="66133" y="26153"/>
                    </a:lnTo>
                    <a:lnTo>
                      <a:pt x="69009" y="14754"/>
                    </a:lnTo>
                    <a:lnTo>
                      <a:pt x="71884" y="5255"/>
                    </a:lnTo>
                    <a:lnTo>
                      <a:pt x="74759" y="0"/>
                    </a:lnTo>
                    <a:lnTo>
                      <a:pt x="77635" y="580"/>
                    </a:lnTo>
                    <a:lnTo>
                      <a:pt x="80510" y="7219"/>
                    </a:lnTo>
                    <a:lnTo>
                      <a:pt x="83385" y="18671"/>
                    </a:lnTo>
                    <a:lnTo>
                      <a:pt x="86261" y="32708"/>
                    </a:lnTo>
                    <a:lnTo>
                      <a:pt x="89136" y="46914"/>
                    </a:lnTo>
                    <a:lnTo>
                      <a:pt x="92011" y="59411"/>
                    </a:lnTo>
                    <a:lnTo>
                      <a:pt x="94887" y="69220"/>
                    </a:lnTo>
                    <a:lnTo>
                      <a:pt x="97762" y="76207"/>
                    </a:lnTo>
                    <a:lnTo>
                      <a:pt x="100638" y="80784"/>
                    </a:lnTo>
                    <a:lnTo>
                      <a:pt x="103513" y="83566"/>
                    </a:lnTo>
                    <a:lnTo>
                      <a:pt x="106388" y="85134"/>
                    </a:lnTo>
                    <a:lnTo>
                      <a:pt x="109264" y="85931"/>
                    </a:lnTo>
                    <a:lnTo>
                      <a:pt x="112139" y="86258"/>
                    </a:lnTo>
                    <a:lnTo>
                      <a:pt x="115014" y="86318"/>
                    </a:lnTo>
                    <a:lnTo>
                      <a:pt x="117890" y="86252"/>
                    </a:lnTo>
                    <a:lnTo>
                      <a:pt x="120765" y="8617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2" name="Surface grid line"/>
              <p:cNvSpPr/>
              <p:nvPr/>
            </p:nvSpPr>
            <p:spPr>
              <a:xfrm>
                <a:off x="2734153" y="733452"/>
                <a:ext cx="1150287" cy="87860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2242">
                    <a:moveTo>
                      <a:pt x="0" y="49266"/>
                    </a:moveTo>
                    <a:lnTo>
                      <a:pt x="2875" y="49649"/>
                    </a:lnTo>
                    <a:lnTo>
                      <a:pt x="5751" y="50125"/>
                    </a:lnTo>
                    <a:lnTo>
                      <a:pt x="8626" y="50604"/>
                    </a:lnTo>
                    <a:lnTo>
                      <a:pt x="11501" y="50981"/>
                    </a:lnTo>
                    <a:lnTo>
                      <a:pt x="14377" y="51157"/>
                    </a:lnTo>
                    <a:lnTo>
                      <a:pt x="17252" y="51081"/>
                    </a:lnTo>
                    <a:lnTo>
                      <a:pt x="20128" y="50777"/>
                    </a:lnTo>
                    <a:lnTo>
                      <a:pt x="23003" y="50360"/>
                    </a:lnTo>
                    <a:lnTo>
                      <a:pt x="25878" y="50016"/>
                    </a:lnTo>
                    <a:lnTo>
                      <a:pt x="28754" y="49969"/>
                    </a:lnTo>
                    <a:lnTo>
                      <a:pt x="31629" y="50413"/>
                    </a:lnTo>
                    <a:lnTo>
                      <a:pt x="34504" y="51464"/>
                    </a:lnTo>
                    <a:lnTo>
                      <a:pt x="37380" y="53117"/>
                    </a:lnTo>
                    <a:lnTo>
                      <a:pt x="40255" y="55234"/>
                    </a:lnTo>
                    <a:lnTo>
                      <a:pt x="43130" y="57561"/>
                    </a:lnTo>
                    <a:lnTo>
                      <a:pt x="46006" y="59743"/>
                    </a:lnTo>
                    <a:lnTo>
                      <a:pt x="48881" y="61337"/>
                    </a:lnTo>
                    <a:lnTo>
                      <a:pt x="51756" y="61803"/>
                    </a:lnTo>
                    <a:lnTo>
                      <a:pt x="54632" y="60502"/>
                    </a:lnTo>
                    <a:lnTo>
                      <a:pt x="57507" y="56761"/>
                    </a:lnTo>
                    <a:lnTo>
                      <a:pt x="60383" y="50062"/>
                    </a:lnTo>
                    <a:lnTo>
                      <a:pt x="63258" y="40364"/>
                    </a:lnTo>
                    <a:lnTo>
                      <a:pt x="66133" y="28445"/>
                    </a:lnTo>
                    <a:lnTo>
                      <a:pt x="69009" y="16067"/>
                    </a:lnTo>
                    <a:lnTo>
                      <a:pt x="71884" y="5730"/>
                    </a:lnTo>
                    <a:lnTo>
                      <a:pt x="74759" y="0"/>
                    </a:lnTo>
                    <a:lnTo>
                      <a:pt x="77635" y="619"/>
                    </a:lnTo>
                    <a:lnTo>
                      <a:pt x="80510" y="7829"/>
                    </a:lnTo>
                    <a:lnTo>
                      <a:pt x="83385" y="20265"/>
                    </a:lnTo>
                    <a:lnTo>
                      <a:pt x="86261" y="35486"/>
                    </a:lnTo>
                    <a:lnTo>
                      <a:pt x="89136" y="50848"/>
                    </a:lnTo>
                    <a:lnTo>
                      <a:pt x="92011" y="64304"/>
                    </a:lnTo>
                    <a:lnTo>
                      <a:pt x="94887" y="74791"/>
                    </a:lnTo>
                    <a:lnTo>
                      <a:pt x="97762" y="82177"/>
                    </a:lnTo>
                    <a:lnTo>
                      <a:pt x="100638" y="86931"/>
                    </a:lnTo>
                    <a:lnTo>
                      <a:pt x="103513" y="89741"/>
                    </a:lnTo>
                    <a:lnTo>
                      <a:pt x="106388" y="91257"/>
                    </a:lnTo>
                    <a:lnTo>
                      <a:pt x="109264" y="91974"/>
                    </a:lnTo>
                    <a:lnTo>
                      <a:pt x="112139" y="92228"/>
                    </a:lnTo>
                    <a:lnTo>
                      <a:pt x="115014" y="92242"/>
                    </a:lnTo>
                    <a:lnTo>
                      <a:pt x="117890" y="92169"/>
                    </a:lnTo>
                    <a:lnTo>
                      <a:pt x="120765" y="9212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3" name="Surface grid line"/>
              <p:cNvSpPr/>
              <p:nvPr/>
            </p:nvSpPr>
            <p:spPr>
              <a:xfrm>
                <a:off x="2756885" y="679173"/>
                <a:ext cx="1150287" cy="91687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6259">
                    <a:moveTo>
                      <a:pt x="0" y="53142"/>
                    </a:moveTo>
                    <a:lnTo>
                      <a:pt x="2875" y="53432"/>
                    </a:lnTo>
                    <a:lnTo>
                      <a:pt x="5751" y="53729"/>
                    </a:lnTo>
                    <a:lnTo>
                      <a:pt x="8626" y="53919"/>
                    </a:lnTo>
                    <a:lnTo>
                      <a:pt x="11501" y="53879"/>
                    </a:lnTo>
                    <a:lnTo>
                      <a:pt x="14377" y="53514"/>
                    </a:lnTo>
                    <a:lnTo>
                      <a:pt x="17252" y="52794"/>
                    </a:lnTo>
                    <a:lnTo>
                      <a:pt x="20128" y="51794"/>
                    </a:lnTo>
                    <a:lnTo>
                      <a:pt x="23003" y="50692"/>
                    </a:lnTo>
                    <a:lnTo>
                      <a:pt x="25878" y="49754"/>
                    </a:lnTo>
                    <a:lnTo>
                      <a:pt x="28754" y="49272"/>
                    </a:lnTo>
                    <a:lnTo>
                      <a:pt x="31629" y="49500"/>
                    </a:lnTo>
                    <a:lnTo>
                      <a:pt x="34504" y="50576"/>
                    </a:lnTo>
                    <a:lnTo>
                      <a:pt x="37380" y="52486"/>
                    </a:lnTo>
                    <a:lnTo>
                      <a:pt x="40255" y="55051"/>
                    </a:lnTo>
                    <a:lnTo>
                      <a:pt x="43130" y="57950"/>
                    </a:lnTo>
                    <a:lnTo>
                      <a:pt x="46006" y="60754"/>
                    </a:lnTo>
                    <a:lnTo>
                      <a:pt x="48881" y="62944"/>
                    </a:lnTo>
                    <a:lnTo>
                      <a:pt x="51756" y="63908"/>
                    </a:lnTo>
                    <a:lnTo>
                      <a:pt x="54632" y="62943"/>
                    </a:lnTo>
                    <a:lnTo>
                      <a:pt x="57507" y="59324"/>
                    </a:lnTo>
                    <a:lnTo>
                      <a:pt x="60383" y="52500"/>
                    </a:lnTo>
                    <a:lnTo>
                      <a:pt x="63258" y="42429"/>
                    </a:lnTo>
                    <a:lnTo>
                      <a:pt x="66133" y="29947"/>
                    </a:lnTo>
                    <a:lnTo>
                      <a:pt x="69009" y="16929"/>
                    </a:lnTo>
                    <a:lnTo>
                      <a:pt x="71884" y="6037"/>
                    </a:lnTo>
                    <a:lnTo>
                      <a:pt x="74759" y="0"/>
                    </a:lnTo>
                    <a:lnTo>
                      <a:pt x="77635" y="670"/>
                    </a:lnTo>
                    <a:lnTo>
                      <a:pt x="80510" y="8303"/>
                    </a:lnTo>
                    <a:lnTo>
                      <a:pt x="83385" y="21447"/>
                    </a:lnTo>
                    <a:lnTo>
                      <a:pt x="86261" y="37508"/>
                    </a:lnTo>
                    <a:lnTo>
                      <a:pt x="89136" y="53679"/>
                    </a:lnTo>
                    <a:lnTo>
                      <a:pt x="92011" y="67791"/>
                    </a:lnTo>
                    <a:lnTo>
                      <a:pt x="94887" y="78724"/>
                    </a:lnTo>
                    <a:lnTo>
                      <a:pt x="97762" y="86354"/>
                    </a:lnTo>
                    <a:lnTo>
                      <a:pt x="100638" y="91190"/>
                    </a:lnTo>
                    <a:lnTo>
                      <a:pt x="103513" y="93980"/>
                    </a:lnTo>
                    <a:lnTo>
                      <a:pt x="106388" y="95427"/>
                    </a:lnTo>
                    <a:lnTo>
                      <a:pt x="109264" y="96065"/>
                    </a:lnTo>
                    <a:lnTo>
                      <a:pt x="112139" y="96259"/>
                    </a:lnTo>
                    <a:lnTo>
                      <a:pt x="115014" y="96246"/>
                    </a:lnTo>
                    <a:lnTo>
                      <a:pt x="117890" y="96187"/>
                    </a:lnTo>
                    <a:lnTo>
                      <a:pt x="120765" y="9619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4" name="Surface grid line"/>
              <p:cNvSpPr/>
              <p:nvPr/>
            </p:nvSpPr>
            <p:spPr>
              <a:xfrm>
                <a:off x="2779617" y="646749"/>
                <a:ext cx="1150287" cy="9336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8019">
                    <a:moveTo>
                      <a:pt x="0" y="54818"/>
                    </a:moveTo>
                    <a:lnTo>
                      <a:pt x="2875" y="55027"/>
                    </a:lnTo>
                    <a:lnTo>
                      <a:pt x="5751" y="55148"/>
                    </a:lnTo>
                    <a:lnTo>
                      <a:pt x="8626" y="55040"/>
                    </a:lnTo>
                    <a:lnTo>
                      <a:pt x="11501" y="54560"/>
                    </a:lnTo>
                    <a:lnTo>
                      <a:pt x="14377" y="53613"/>
                    </a:lnTo>
                    <a:lnTo>
                      <a:pt x="17252" y="52195"/>
                    </a:lnTo>
                    <a:lnTo>
                      <a:pt x="20128" y="50428"/>
                    </a:lnTo>
                    <a:lnTo>
                      <a:pt x="23003" y="48564"/>
                    </a:lnTo>
                    <a:lnTo>
                      <a:pt x="25878" y="46952"/>
                    </a:lnTo>
                    <a:lnTo>
                      <a:pt x="28754" y="45969"/>
                    </a:lnTo>
                    <a:lnTo>
                      <a:pt x="31629" y="45928"/>
                    </a:lnTo>
                    <a:lnTo>
                      <a:pt x="34504" y="47003"/>
                    </a:lnTo>
                    <a:lnTo>
                      <a:pt x="37380" y="49170"/>
                    </a:lnTo>
                    <a:lnTo>
                      <a:pt x="40255" y="52209"/>
                    </a:lnTo>
                    <a:lnTo>
                      <a:pt x="43130" y="55733"/>
                    </a:lnTo>
                    <a:lnTo>
                      <a:pt x="46006" y="59231"/>
                    </a:lnTo>
                    <a:lnTo>
                      <a:pt x="48881" y="62108"/>
                    </a:lnTo>
                    <a:lnTo>
                      <a:pt x="51756" y="63684"/>
                    </a:lnTo>
                    <a:lnTo>
                      <a:pt x="54632" y="63207"/>
                    </a:lnTo>
                    <a:lnTo>
                      <a:pt x="57507" y="59914"/>
                    </a:lnTo>
                    <a:lnTo>
                      <a:pt x="60383" y="53237"/>
                    </a:lnTo>
                    <a:lnTo>
                      <a:pt x="63258" y="43140"/>
                    </a:lnTo>
                    <a:lnTo>
                      <a:pt x="66133" y="30495"/>
                    </a:lnTo>
                    <a:lnTo>
                      <a:pt x="69009" y="17244"/>
                    </a:lnTo>
                    <a:lnTo>
                      <a:pt x="71884" y="6139"/>
                    </a:lnTo>
                    <a:lnTo>
                      <a:pt x="74759" y="0"/>
                    </a:lnTo>
                    <a:lnTo>
                      <a:pt x="77635" y="737"/>
                    </a:lnTo>
                    <a:lnTo>
                      <a:pt x="80510" y="8615"/>
                    </a:lnTo>
                    <a:lnTo>
                      <a:pt x="83385" y="22136"/>
                    </a:lnTo>
                    <a:lnTo>
                      <a:pt x="86261" y="38623"/>
                    </a:lnTo>
                    <a:lnTo>
                      <a:pt x="89136" y="55186"/>
                    </a:lnTo>
                    <a:lnTo>
                      <a:pt x="92011" y="69592"/>
                    </a:lnTo>
                    <a:lnTo>
                      <a:pt x="94887" y="80697"/>
                    </a:lnTo>
                    <a:lnTo>
                      <a:pt x="97762" y="88384"/>
                    </a:lnTo>
                    <a:lnTo>
                      <a:pt x="100638" y="93194"/>
                    </a:lnTo>
                    <a:lnTo>
                      <a:pt x="103513" y="95910"/>
                    </a:lnTo>
                    <a:lnTo>
                      <a:pt x="106388" y="97269"/>
                    </a:lnTo>
                    <a:lnTo>
                      <a:pt x="109264" y="97832"/>
                    </a:lnTo>
                    <a:lnTo>
                      <a:pt x="112139" y="97979"/>
                    </a:lnTo>
                    <a:lnTo>
                      <a:pt x="115014" y="97958"/>
                    </a:lnTo>
                    <a:lnTo>
                      <a:pt x="117890" y="97933"/>
                    </a:lnTo>
                    <a:lnTo>
                      <a:pt x="120765" y="9801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5" name="Surface grid line"/>
              <p:cNvSpPr/>
              <p:nvPr/>
            </p:nvSpPr>
            <p:spPr>
              <a:xfrm>
                <a:off x="2802349" y="638175"/>
                <a:ext cx="1150287" cy="92761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7387">
                    <a:moveTo>
                      <a:pt x="0" y="54094"/>
                    </a:moveTo>
                    <a:lnTo>
                      <a:pt x="2875" y="54235"/>
                    </a:lnTo>
                    <a:lnTo>
                      <a:pt x="5751" y="54189"/>
                    </a:lnTo>
                    <a:lnTo>
                      <a:pt x="8626" y="53783"/>
                    </a:lnTo>
                    <a:lnTo>
                      <a:pt x="11501" y="52856"/>
                    </a:lnTo>
                    <a:lnTo>
                      <a:pt x="14377" y="51309"/>
                    </a:lnTo>
                    <a:lnTo>
                      <a:pt x="17252" y="49162"/>
                    </a:lnTo>
                    <a:lnTo>
                      <a:pt x="20128" y="46590"/>
                    </a:lnTo>
                    <a:lnTo>
                      <a:pt x="23003" y="43917"/>
                    </a:lnTo>
                    <a:lnTo>
                      <a:pt x="25878" y="41583"/>
                    </a:lnTo>
                    <a:lnTo>
                      <a:pt x="28754" y="40052"/>
                    </a:lnTo>
                    <a:lnTo>
                      <a:pt x="31629" y="39707"/>
                    </a:lnTo>
                    <a:lnTo>
                      <a:pt x="34504" y="40755"/>
                    </a:lnTo>
                    <a:lnTo>
                      <a:pt x="37380" y="43172"/>
                    </a:lnTo>
                    <a:lnTo>
                      <a:pt x="40255" y="46696"/>
                    </a:lnTo>
                    <a:lnTo>
                      <a:pt x="43130" y="50870"/>
                    </a:lnTo>
                    <a:lnTo>
                      <a:pt x="46006" y="55105"/>
                    </a:lnTo>
                    <a:lnTo>
                      <a:pt x="48881" y="58732"/>
                    </a:lnTo>
                    <a:lnTo>
                      <a:pt x="51756" y="61013"/>
                    </a:lnTo>
                    <a:lnTo>
                      <a:pt x="54632" y="61157"/>
                    </a:lnTo>
                    <a:lnTo>
                      <a:pt x="57507" y="58389"/>
                    </a:lnTo>
                    <a:lnTo>
                      <a:pt x="60383" y="52140"/>
                    </a:lnTo>
                    <a:lnTo>
                      <a:pt x="63258" y="42384"/>
                    </a:lnTo>
                    <a:lnTo>
                      <a:pt x="66133" y="30006"/>
                    </a:lnTo>
                    <a:lnTo>
                      <a:pt x="69009" y="16963"/>
                    </a:lnTo>
                    <a:lnTo>
                      <a:pt x="71884" y="6019"/>
                    </a:lnTo>
                    <a:lnTo>
                      <a:pt x="74759" y="0"/>
                    </a:lnTo>
                    <a:lnTo>
                      <a:pt x="77635" y="823"/>
                    </a:lnTo>
                    <a:lnTo>
                      <a:pt x="80510" y="8751"/>
                    </a:lnTo>
                    <a:lnTo>
                      <a:pt x="83385" y="22285"/>
                    </a:lnTo>
                    <a:lnTo>
                      <a:pt x="86261" y="38746"/>
                    </a:lnTo>
                    <a:lnTo>
                      <a:pt x="89136" y="55245"/>
                    </a:lnTo>
                    <a:lnTo>
                      <a:pt x="92011" y="69551"/>
                    </a:lnTo>
                    <a:lnTo>
                      <a:pt x="94887" y="80531"/>
                    </a:lnTo>
                    <a:lnTo>
                      <a:pt x="97762" y="88077"/>
                    </a:lnTo>
                    <a:lnTo>
                      <a:pt x="100638" y="92744"/>
                    </a:lnTo>
                    <a:lnTo>
                      <a:pt x="103513" y="95330"/>
                    </a:lnTo>
                    <a:lnTo>
                      <a:pt x="106388" y="96582"/>
                    </a:lnTo>
                    <a:lnTo>
                      <a:pt x="109264" y="97072"/>
                    </a:lnTo>
                    <a:lnTo>
                      <a:pt x="112139" y="97188"/>
                    </a:lnTo>
                    <a:lnTo>
                      <a:pt x="115014" y="97179"/>
                    </a:lnTo>
                    <a:lnTo>
                      <a:pt x="117890" y="97208"/>
                    </a:lnTo>
                    <a:lnTo>
                      <a:pt x="120765" y="9738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6" name="Surface grid line"/>
              <p:cNvSpPr/>
              <p:nvPr/>
            </p:nvSpPr>
            <p:spPr>
              <a:xfrm>
                <a:off x="2825081" y="653443"/>
                <a:ext cx="1150287" cy="89831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4311">
                    <a:moveTo>
                      <a:pt x="0" y="50980"/>
                    </a:moveTo>
                    <a:lnTo>
                      <a:pt x="2875" y="51071"/>
                    </a:lnTo>
                    <a:lnTo>
                      <a:pt x="5751" y="50874"/>
                    </a:lnTo>
                    <a:lnTo>
                      <a:pt x="8626" y="50184"/>
                    </a:lnTo>
                    <a:lnTo>
                      <a:pt x="11501" y="48820"/>
                    </a:lnTo>
                    <a:lnTo>
                      <a:pt x="14377" y="46683"/>
                    </a:lnTo>
                    <a:lnTo>
                      <a:pt x="17252" y="43814"/>
                    </a:lnTo>
                    <a:lnTo>
                      <a:pt x="20128" y="40436"/>
                    </a:lnTo>
                    <a:lnTo>
                      <a:pt x="23003" y="36950"/>
                    </a:lnTo>
                    <a:lnTo>
                      <a:pt x="25878" y="33884"/>
                    </a:lnTo>
                    <a:lnTo>
                      <a:pt x="28754" y="31789"/>
                    </a:lnTo>
                    <a:lnTo>
                      <a:pt x="31629" y="31120"/>
                    </a:lnTo>
                    <a:lnTo>
                      <a:pt x="34504" y="32122"/>
                    </a:lnTo>
                    <a:lnTo>
                      <a:pt x="37380" y="34770"/>
                    </a:lnTo>
                    <a:lnTo>
                      <a:pt x="40255" y="38763"/>
                    </a:lnTo>
                    <a:lnTo>
                      <a:pt x="43130" y="43580"/>
                    </a:lnTo>
                    <a:lnTo>
                      <a:pt x="46006" y="48558"/>
                    </a:lnTo>
                    <a:lnTo>
                      <a:pt x="48881" y="52959"/>
                    </a:lnTo>
                    <a:lnTo>
                      <a:pt x="51756" y="56000"/>
                    </a:lnTo>
                    <a:lnTo>
                      <a:pt x="54632" y="56871"/>
                    </a:lnTo>
                    <a:lnTo>
                      <a:pt x="57507" y="54802"/>
                    </a:lnTo>
                    <a:lnTo>
                      <a:pt x="60383" y="49242"/>
                    </a:lnTo>
                    <a:lnTo>
                      <a:pt x="63258" y="40180"/>
                    </a:lnTo>
                    <a:lnTo>
                      <a:pt x="66133" y="28491"/>
                    </a:lnTo>
                    <a:lnTo>
                      <a:pt x="69009" y="16091"/>
                    </a:lnTo>
                    <a:lnTo>
                      <a:pt x="71884" y="5677"/>
                    </a:lnTo>
                    <a:lnTo>
                      <a:pt x="74759" y="0"/>
                    </a:lnTo>
                    <a:lnTo>
                      <a:pt x="77635" y="924"/>
                    </a:lnTo>
                    <a:lnTo>
                      <a:pt x="80510" y="8706"/>
                    </a:lnTo>
                    <a:lnTo>
                      <a:pt x="83385" y="21890"/>
                    </a:lnTo>
                    <a:lnTo>
                      <a:pt x="86261" y="37873"/>
                    </a:lnTo>
                    <a:lnTo>
                      <a:pt x="89136" y="53851"/>
                    </a:lnTo>
                    <a:lnTo>
                      <a:pt x="92011" y="67666"/>
                    </a:lnTo>
                    <a:lnTo>
                      <a:pt x="94887" y="78223"/>
                    </a:lnTo>
                    <a:lnTo>
                      <a:pt x="97762" y="85432"/>
                    </a:lnTo>
                    <a:lnTo>
                      <a:pt x="100638" y="89844"/>
                    </a:lnTo>
                    <a:lnTo>
                      <a:pt x="103513" y="92245"/>
                    </a:lnTo>
                    <a:lnTo>
                      <a:pt x="106388" y="93375"/>
                    </a:lnTo>
                    <a:lnTo>
                      <a:pt x="109264" y="93798"/>
                    </a:lnTo>
                    <a:lnTo>
                      <a:pt x="112139" y="93898"/>
                    </a:lnTo>
                    <a:lnTo>
                      <a:pt x="115014" y="93920"/>
                    </a:lnTo>
                    <a:lnTo>
                      <a:pt x="117890" y="94023"/>
                    </a:lnTo>
                    <a:lnTo>
                      <a:pt x="120765" y="9431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7" name="Surface grid line"/>
              <p:cNvSpPr/>
              <p:nvPr/>
            </p:nvSpPr>
            <p:spPr>
              <a:xfrm>
                <a:off x="2847813" y="690499"/>
                <a:ext cx="1150287" cy="84784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9013">
                    <a:moveTo>
                      <a:pt x="0" y="45700"/>
                    </a:moveTo>
                    <a:lnTo>
                      <a:pt x="2875" y="45764"/>
                    </a:lnTo>
                    <a:lnTo>
                      <a:pt x="5751" y="45440"/>
                    </a:lnTo>
                    <a:lnTo>
                      <a:pt x="8626" y="44496"/>
                    </a:lnTo>
                    <a:lnTo>
                      <a:pt x="11501" y="42732"/>
                    </a:lnTo>
                    <a:lnTo>
                      <a:pt x="14377" y="40046"/>
                    </a:lnTo>
                    <a:lnTo>
                      <a:pt x="17252" y="36500"/>
                    </a:lnTo>
                    <a:lnTo>
                      <a:pt x="20128" y="32363"/>
                    </a:lnTo>
                    <a:lnTo>
                      <a:pt x="23003" y="28107"/>
                    </a:lnTo>
                    <a:lnTo>
                      <a:pt x="25878" y="24341"/>
                    </a:lnTo>
                    <a:lnTo>
                      <a:pt x="28754" y="21701"/>
                    </a:lnTo>
                    <a:lnTo>
                      <a:pt x="31629" y="20709"/>
                    </a:lnTo>
                    <a:lnTo>
                      <a:pt x="34504" y="21649"/>
                    </a:lnTo>
                    <a:lnTo>
                      <a:pt x="37380" y="24496"/>
                    </a:lnTo>
                    <a:lnTo>
                      <a:pt x="40255" y="28915"/>
                    </a:lnTo>
                    <a:lnTo>
                      <a:pt x="43130" y="34330"/>
                    </a:lnTo>
                    <a:lnTo>
                      <a:pt x="46006" y="40010"/>
                    </a:lnTo>
                    <a:lnTo>
                      <a:pt x="48881" y="45163"/>
                    </a:lnTo>
                    <a:lnTo>
                      <a:pt x="51756" y="48974"/>
                    </a:lnTo>
                    <a:lnTo>
                      <a:pt x="54632" y="50633"/>
                    </a:lnTo>
                    <a:lnTo>
                      <a:pt x="57507" y="49394"/>
                    </a:lnTo>
                    <a:lnTo>
                      <a:pt x="60383" y="44741"/>
                    </a:lnTo>
                    <a:lnTo>
                      <a:pt x="63258" y="36681"/>
                    </a:lnTo>
                    <a:lnTo>
                      <a:pt x="66133" y="26055"/>
                    </a:lnTo>
                    <a:lnTo>
                      <a:pt x="69009" y="14690"/>
                    </a:lnTo>
                    <a:lnTo>
                      <a:pt x="71884" y="5137"/>
                    </a:lnTo>
                    <a:lnTo>
                      <a:pt x="74759" y="0"/>
                    </a:lnTo>
                    <a:lnTo>
                      <a:pt x="77635" y="1037"/>
                    </a:lnTo>
                    <a:lnTo>
                      <a:pt x="80510" y="8491"/>
                    </a:lnTo>
                    <a:lnTo>
                      <a:pt x="83385" y="20988"/>
                    </a:lnTo>
                    <a:lnTo>
                      <a:pt x="86261" y="36078"/>
                    </a:lnTo>
                    <a:lnTo>
                      <a:pt x="89136" y="51120"/>
                    </a:lnTo>
                    <a:lnTo>
                      <a:pt x="92011" y="64085"/>
                    </a:lnTo>
                    <a:lnTo>
                      <a:pt x="94887" y="73952"/>
                    </a:lnTo>
                    <a:lnTo>
                      <a:pt x="97762" y="80647"/>
                    </a:lnTo>
                    <a:lnTo>
                      <a:pt x="100638" y="84703"/>
                    </a:lnTo>
                    <a:lnTo>
                      <a:pt x="103513" y="86875"/>
                    </a:lnTo>
                    <a:lnTo>
                      <a:pt x="106388" y="87871"/>
                    </a:lnTo>
                    <a:lnTo>
                      <a:pt x="109264" y="88235"/>
                    </a:lnTo>
                    <a:lnTo>
                      <a:pt x="112139" y="88335"/>
                    </a:lnTo>
                    <a:lnTo>
                      <a:pt x="115014" y="88407"/>
                    </a:lnTo>
                    <a:lnTo>
                      <a:pt x="117890" y="88601"/>
                    </a:lnTo>
                    <a:lnTo>
                      <a:pt x="120765" y="8901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8" name="Surface grid line"/>
              <p:cNvSpPr/>
              <p:nvPr/>
            </p:nvSpPr>
            <p:spPr>
              <a:xfrm>
                <a:off x="2870545" y="745513"/>
                <a:ext cx="1150287" cy="78009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1900">
                    <a:moveTo>
                      <a:pt x="0" y="38665"/>
                    </a:moveTo>
                    <a:lnTo>
                      <a:pt x="2875" y="38727"/>
                    </a:lnTo>
                    <a:lnTo>
                      <a:pt x="5751" y="38311"/>
                    </a:lnTo>
                    <a:lnTo>
                      <a:pt x="8626" y="37160"/>
                    </a:lnTo>
                    <a:lnTo>
                      <a:pt x="11501" y="35057"/>
                    </a:lnTo>
                    <a:lnTo>
                      <a:pt x="14377" y="31897"/>
                    </a:lnTo>
                    <a:lnTo>
                      <a:pt x="17252" y="27762"/>
                    </a:lnTo>
                    <a:lnTo>
                      <a:pt x="20128" y="22962"/>
                    </a:lnTo>
                    <a:lnTo>
                      <a:pt x="23003" y="18026"/>
                    </a:lnTo>
                    <a:lnTo>
                      <a:pt x="25878" y="13639"/>
                    </a:lnTo>
                    <a:lnTo>
                      <a:pt x="28754" y="10508"/>
                    </a:lnTo>
                    <a:lnTo>
                      <a:pt x="31629" y="9215"/>
                    </a:lnTo>
                    <a:lnTo>
                      <a:pt x="34504" y="10079"/>
                    </a:lnTo>
                    <a:lnTo>
                      <a:pt x="37380" y="13078"/>
                    </a:lnTo>
                    <a:lnTo>
                      <a:pt x="40255" y="17852"/>
                    </a:lnTo>
                    <a:lnTo>
                      <a:pt x="43130" y="23777"/>
                    </a:lnTo>
                    <a:lnTo>
                      <a:pt x="46006" y="30074"/>
                    </a:lnTo>
                    <a:lnTo>
                      <a:pt x="48881" y="35907"/>
                    </a:lnTo>
                    <a:lnTo>
                      <a:pt x="51756" y="40447"/>
                    </a:lnTo>
                    <a:lnTo>
                      <a:pt x="54632" y="42902"/>
                    </a:lnTo>
                    <a:lnTo>
                      <a:pt x="57507" y="42568"/>
                    </a:lnTo>
                    <a:lnTo>
                      <a:pt x="60383" y="38978"/>
                    </a:lnTo>
                    <a:lnTo>
                      <a:pt x="63258" y="32153"/>
                    </a:lnTo>
                    <a:lnTo>
                      <a:pt x="66133" y="22886"/>
                    </a:lnTo>
                    <a:lnTo>
                      <a:pt x="69009" y="12866"/>
                    </a:lnTo>
                    <a:lnTo>
                      <a:pt x="71884" y="4441"/>
                    </a:lnTo>
                    <a:lnTo>
                      <a:pt x="74759" y="0"/>
                    </a:lnTo>
                    <a:lnTo>
                      <a:pt x="77635" y="1154"/>
                    </a:lnTo>
                    <a:lnTo>
                      <a:pt x="80510" y="8125"/>
                    </a:lnTo>
                    <a:lnTo>
                      <a:pt x="83385" y="19657"/>
                    </a:lnTo>
                    <a:lnTo>
                      <a:pt x="86261" y="33510"/>
                    </a:lnTo>
                    <a:lnTo>
                      <a:pt x="89136" y="47271"/>
                    </a:lnTo>
                    <a:lnTo>
                      <a:pt x="92011" y="59092"/>
                    </a:lnTo>
                    <a:lnTo>
                      <a:pt x="94887" y="68050"/>
                    </a:lnTo>
                    <a:lnTo>
                      <a:pt x="97762" y="74089"/>
                    </a:lnTo>
                    <a:lnTo>
                      <a:pt x="100638" y="77711"/>
                    </a:lnTo>
                    <a:lnTo>
                      <a:pt x="103513" y="79620"/>
                    </a:lnTo>
                    <a:lnTo>
                      <a:pt x="106388" y="80478"/>
                    </a:lnTo>
                    <a:lnTo>
                      <a:pt x="109264" y="80793"/>
                    </a:lnTo>
                    <a:lnTo>
                      <a:pt x="112139" y="80911"/>
                    </a:lnTo>
                    <a:lnTo>
                      <a:pt x="115014" y="81052"/>
                    </a:lnTo>
                    <a:lnTo>
                      <a:pt x="117890" y="81353"/>
                    </a:lnTo>
                    <a:lnTo>
                      <a:pt x="120765" y="8190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9" name="Surface grid line"/>
              <p:cNvSpPr/>
              <p:nvPr/>
            </p:nvSpPr>
            <p:spPr>
              <a:xfrm>
                <a:off x="2893276" y="789386"/>
                <a:ext cx="1150287" cy="72418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6030">
                    <a:moveTo>
                      <a:pt x="0" y="32935"/>
                    </a:moveTo>
                    <a:lnTo>
                      <a:pt x="2875" y="33025"/>
                    </a:lnTo>
                    <a:lnTo>
                      <a:pt x="5751" y="32561"/>
                    </a:lnTo>
                    <a:lnTo>
                      <a:pt x="8626" y="31265"/>
                    </a:lnTo>
                    <a:lnTo>
                      <a:pt x="11501" y="28906"/>
                    </a:lnTo>
                    <a:lnTo>
                      <a:pt x="14377" y="25381"/>
                    </a:lnTo>
                    <a:lnTo>
                      <a:pt x="17252" y="20784"/>
                    </a:lnTo>
                    <a:lnTo>
                      <a:pt x="20128" y="15457"/>
                    </a:lnTo>
                    <a:lnTo>
                      <a:pt x="23003" y="9979"/>
                    </a:lnTo>
                    <a:lnTo>
                      <a:pt x="25878" y="5089"/>
                    </a:lnTo>
                    <a:lnTo>
                      <a:pt x="28754" y="1553"/>
                    </a:lnTo>
                    <a:lnTo>
                      <a:pt x="31629" y="0"/>
                    </a:lnTo>
                    <a:lnTo>
                      <a:pt x="34504" y="778"/>
                    </a:lnTo>
                    <a:lnTo>
                      <a:pt x="37380" y="3871"/>
                    </a:lnTo>
                    <a:lnTo>
                      <a:pt x="40255" y="8901"/>
                    </a:lnTo>
                    <a:lnTo>
                      <a:pt x="43130" y="15213"/>
                    </a:lnTo>
                    <a:lnTo>
                      <a:pt x="46006" y="21994"/>
                    </a:lnTo>
                    <a:lnTo>
                      <a:pt x="48881" y="28387"/>
                    </a:lnTo>
                    <a:lnTo>
                      <a:pt x="51756" y="33566"/>
                    </a:lnTo>
                    <a:lnTo>
                      <a:pt x="54632" y="36770"/>
                    </a:lnTo>
                    <a:lnTo>
                      <a:pt x="57507" y="37354"/>
                    </a:lnTo>
                    <a:lnTo>
                      <a:pt x="60383" y="34905"/>
                    </a:lnTo>
                    <a:lnTo>
                      <a:pt x="63258" y="29459"/>
                    </a:lnTo>
                    <a:lnTo>
                      <a:pt x="66133" y="21745"/>
                    </a:lnTo>
                    <a:lnTo>
                      <a:pt x="69009" y="13280"/>
                    </a:lnTo>
                    <a:lnTo>
                      <a:pt x="71884" y="6163"/>
                    </a:lnTo>
                    <a:lnTo>
                      <a:pt x="74759" y="2521"/>
                    </a:lnTo>
                    <a:lnTo>
                      <a:pt x="77635" y="3787"/>
                    </a:lnTo>
                    <a:lnTo>
                      <a:pt x="80510" y="10158"/>
                    </a:lnTo>
                    <a:lnTo>
                      <a:pt x="83385" y="20520"/>
                    </a:lnTo>
                    <a:lnTo>
                      <a:pt x="86261" y="32885"/>
                    </a:lnTo>
                    <a:lnTo>
                      <a:pt x="89136" y="45118"/>
                    </a:lnTo>
                    <a:lnTo>
                      <a:pt x="92011" y="55586"/>
                    </a:lnTo>
                    <a:lnTo>
                      <a:pt x="94887" y="63481"/>
                    </a:lnTo>
                    <a:lnTo>
                      <a:pt x="97762" y="68767"/>
                    </a:lnTo>
                    <a:lnTo>
                      <a:pt x="100638" y="71904"/>
                    </a:lnTo>
                    <a:lnTo>
                      <a:pt x="103513" y="73533"/>
                    </a:lnTo>
                    <a:lnTo>
                      <a:pt x="106388" y="74257"/>
                    </a:lnTo>
                    <a:lnTo>
                      <a:pt x="109264" y="74538"/>
                    </a:lnTo>
                    <a:lnTo>
                      <a:pt x="112139" y="74691"/>
                    </a:lnTo>
                    <a:lnTo>
                      <a:pt x="115014" y="74917"/>
                    </a:lnTo>
                    <a:lnTo>
                      <a:pt x="117890" y="75340"/>
                    </a:lnTo>
                    <a:lnTo>
                      <a:pt x="120765" y="760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0" name="Surface grid line"/>
              <p:cNvSpPr/>
              <p:nvPr/>
            </p:nvSpPr>
            <p:spPr>
              <a:xfrm>
                <a:off x="2916008" y="758348"/>
                <a:ext cx="1150287" cy="74392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103">
                    <a:moveTo>
                      <a:pt x="0" y="35207"/>
                    </a:moveTo>
                    <a:lnTo>
                      <a:pt x="2875" y="35358"/>
                    </a:lnTo>
                    <a:lnTo>
                      <a:pt x="5751" y="34896"/>
                    </a:lnTo>
                    <a:lnTo>
                      <a:pt x="8626" y="33528"/>
                    </a:lnTo>
                    <a:lnTo>
                      <a:pt x="11501" y="31016"/>
                    </a:lnTo>
                    <a:lnTo>
                      <a:pt x="14377" y="27256"/>
                    </a:lnTo>
                    <a:lnTo>
                      <a:pt x="17252" y="22355"/>
                    </a:lnTo>
                    <a:lnTo>
                      <a:pt x="20128" y="16674"/>
                    </a:lnTo>
                    <a:lnTo>
                      <a:pt x="23003" y="10825"/>
                    </a:lnTo>
                    <a:lnTo>
                      <a:pt x="25878" y="5584"/>
                    </a:lnTo>
                    <a:lnTo>
                      <a:pt x="28754" y="1756"/>
                    </a:lnTo>
                    <a:lnTo>
                      <a:pt x="31629" y="0"/>
                    </a:lnTo>
                    <a:lnTo>
                      <a:pt x="34504" y="686"/>
                    </a:lnTo>
                    <a:lnTo>
                      <a:pt x="37380" y="3803"/>
                    </a:lnTo>
                    <a:lnTo>
                      <a:pt x="40255" y="8969"/>
                    </a:lnTo>
                    <a:lnTo>
                      <a:pt x="43130" y="15516"/>
                    </a:lnTo>
                    <a:lnTo>
                      <a:pt x="46006" y="22615"/>
                    </a:lnTo>
                    <a:lnTo>
                      <a:pt x="48881" y="29410"/>
                    </a:lnTo>
                    <a:lnTo>
                      <a:pt x="51756" y="35093"/>
                    </a:lnTo>
                    <a:lnTo>
                      <a:pt x="54632" y="38950"/>
                    </a:lnTo>
                    <a:lnTo>
                      <a:pt x="57507" y="40401"/>
                    </a:lnTo>
                    <a:lnTo>
                      <a:pt x="60383" y="39093"/>
                    </a:lnTo>
                    <a:lnTo>
                      <a:pt x="63258" y="35076"/>
                    </a:lnTo>
                    <a:lnTo>
                      <a:pt x="66133" y="28998"/>
                    </a:lnTo>
                    <a:lnTo>
                      <a:pt x="69009" y="22185"/>
                    </a:lnTo>
                    <a:lnTo>
                      <a:pt x="71884" y="16461"/>
                    </a:lnTo>
                    <a:lnTo>
                      <a:pt x="74759" y="13662"/>
                    </a:lnTo>
                    <a:lnTo>
                      <a:pt x="77635" y="15026"/>
                    </a:lnTo>
                    <a:lnTo>
                      <a:pt x="80510" y="20723"/>
                    </a:lnTo>
                    <a:lnTo>
                      <a:pt x="83385" y="29793"/>
                    </a:lnTo>
                    <a:lnTo>
                      <a:pt x="86261" y="40527"/>
                    </a:lnTo>
                    <a:lnTo>
                      <a:pt x="89136" y="51091"/>
                    </a:lnTo>
                    <a:lnTo>
                      <a:pt x="92011" y="60090"/>
                    </a:lnTo>
                    <a:lnTo>
                      <a:pt x="94887" y="66840"/>
                    </a:lnTo>
                    <a:lnTo>
                      <a:pt x="97762" y="71324"/>
                    </a:lnTo>
                    <a:lnTo>
                      <a:pt x="100638" y="73957"/>
                    </a:lnTo>
                    <a:lnTo>
                      <a:pt x="103513" y="75307"/>
                    </a:lnTo>
                    <a:lnTo>
                      <a:pt x="106388" y="75908"/>
                    </a:lnTo>
                    <a:lnTo>
                      <a:pt x="109264" y="76171"/>
                    </a:lnTo>
                    <a:lnTo>
                      <a:pt x="112139" y="76378"/>
                    </a:lnTo>
                    <a:lnTo>
                      <a:pt x="115014" y="76706"/>
                    </a:lnTo>
                    <a:lnTo>
                      <a:pt x="117890" y="77262"/>
                    </a:lnTo>
                    <a:lnTo>
                      <a:pt x="120765" y="7810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1" name="Surface grid line"/>
              <p:cNvSpPr/>
              <p:nvPr/>
            </p:nvSpPr>
            <p:spPr>
              <a:xfrm>
                <a:off x="2938740" y="741484"/>
                <a:ext cx="1150287" cy="75022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764">
                    <a:moveTo>
                      <a:pt x="0" y="36124"/>
                    </a:moveTo>
                    <a:lnTo>
                      <a:pt x="2875" y="36370"/>
                    </a:lnTo>
                    <a:lnTo>
                      <a:pt x="5751" y="35962"/>
                    </a:lnTo>
                    <a:lnTo>
                      <a:pt x="8626" y="34602"/>
                    </a:lnTo>
                    <a:lnTo>
                      <a:pt x="11501" y="32048"/>
                    </a:lnTo>
                    <a:lnTo>
                      <a:pt x="14377" y="28200"/>
                    </a:lnTo>
                    <a:lnTo>
                      <a:pt x="17252" y="23168"/>
                    </a:lnTo>
                    <a:lnTo>
                      <a:pt x="20128" y="17328"/>
                    </a:lnTo>
                    <a:lnTo>
                      <a:pt x="23003" y="11303"/>
                    </a:lnTo>
                    <a:lnTo>
                      <a:pt x="25878" y="5884"/>
                    </a:lnTo>
                    <a:lnTo>
                      <a:pt x="28754" y="1891"/>
                    </a:lnTo>
                    <a:lnTo>
                      <a:pt x="31629" y="0"/>
                    </a:lnTo>
                    <a:lnTo>
                      <a:pt x="34504" y="590"/>
                    </a:lnTo>
                    <a:lnTo>
                      <a:pt x="37380" y="3659"/>
                    </a:lnTo>
                    <a:lnTo>
                      <a:pt x="40255" y="8831"/>
                    </a:lnTo>
                    <a:lnTo>
                      <a:pt x="43130" y="15441"/>
                    </a:lnTo>
                    <a:lnTo>
                      <a:pt x="46006" y="22672"/>
                    </a:lnTo>
                    <a:lnTo>
                      <a:pt x="48881" y="29684"/>
                    </a:lnTo>
                    <a:lnTo>
                      <a:pt x="51756" y="35705"/>
                    </a:lnTo>
                    <a:lnTo>
                      <a:pt x="54632" y="40079"/>
                    </a:lnTo>
                    <a:lnTo>
                      <a:pt x="57507" y="42295"/>
                    </a:lnTo>
                    <a:lnTo>
                      <a:pt x="60383" y="42057"/>
                    </a:lnTo>
                    <a:lnTo>
                      <a:pt x="63258" y="39425"/>
                    </a:lnTo>
                    <a:lnTo>
                      <a:pt x="66133" y="34961"/>
                    </a:lnTo>
                    <a:lnTo>
                      <a:pt x="69009" y="29792"/>
                    </a:lnTo>
                    <a:lnTo>
                      <a:pt x="71884" y="25453"/>
                    </a:lnTo>
                    <a:lnTo>
                      <a:pt x="74759" y="23485"/>
                    </a:lnTo>
                    <a:lnTo>
                      <a:pt x="77635" y="24925"/>
                    </a:lnTo>
                    <a:lnTo>
                      <a:pt x="80510" y="29915"/>
                    </a:lnTo>
                    <a:lnTo>
                      <a:pt x="83385" y="37653"/>
                    </a:lnTo>
                    <a:lnTo>
                      <a:pt x="86261" y="46716"/>
                    </a:lnTo>
                    <a:lnTo>
                      <a:pt x="89136" y="55578"/>
                    </a:lnTo>
                    <a:lnTo>
                      <a:pt x="92011" y="63083"/>
                    </a:lnTo>
                    <a:lnTo>
                      <a:pt x="94887" y="68676"/>
                    </a:lnTo>
                    <a:lnTo>
                      <a:pt x="97762" y="72360"/>
                    </a:lnTo>
                    <a:lnTo>
                      <a:pt x="100638" y="74499"/>
                    </a:lnTo>
                    <a:lnTo>
                      <a:pt x="103513" y="75586"/>
                    </a:lnTo>
                    <a:lnTo>
                      <a:pt x="106388" y="76084"/>
                    </a:lnTo>
                    <a:lnTo>
                      <a:pt x="109264" y="76350"/>
                    </a:lnTo>
                    <a:lnTo>
                      <a:pt x="112139" y="76628"/>
                    </a:lnTo>
                    <a:lnTo>
                      <a:pt x="115014" y="77073"/>
                    </a:lnTo>
                    <a:lnTo>
                      <a:pt x="117890" y="77771"/>
                    </a:lnTo>
                    <a:lnTo>
                      <a:pt x="120765" y="7876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2" name="Surface grid line"/>
              <p:cNvSpPr/>
              <p:nvPr/>
            </p:nvSpPr>
            <p:spPr>
              <a:xfrm>
                <a:off x="2961472" y="738953"/>
                <a:ext cx="1150287" cy="74291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7997">
                    <a:moveTo>
                      <a:pt x="0" y="35662"/>
                    </a:moveTo>
                    <a:lnTo>
                      <a:pt x="2875" y="36033"/>
                    </a:lnTo>
                    <a:lnTo>
                      <a:pt x="5751" y="35730"/>
                    </a:lnTo>
                    <a:lnTo>
                      <a:pt x="8626" y="34455"/>
                    </a:lnTo>
                    <a:lnTo>
                      <a:pt x="11501" y="31972"/>
                    </a:lnTo>
                    <a:lnTo>
                      <a:pt x="14377" y="28182"/>
                    </a:lnTo>
                    <a:lnTo>
                      <a:pt x="17252" y="23199"/>
                    </a:lnTo>
                    <a:lnTo>
                      <a:pt x="20128" y="17397"/>
                    </a:lnTo>
                    <a:lnTo>
                      <a:pt x="23003" y="11394"/>
                    </a:lnTo>
                    <a:lnTo>
                      <a:pt x="25878" y="5976"/>
                    </a:lnTo>
                    <a:lnTo>
                      <a:pt x="28754" y="1954"/>
                    </a:lnTo>
                    <a:lnTo>
                      <a:pt x="31629" y="0"/>
                    </a:lnTo>
                    <a:lnTo>
                      <a:pt x="34504" y="494"/>
                    </a:lnTo>
                    <a:lnTo>
                      <a:pt x="37380" y="3445"/>
                    </a:lnTo>
                    <a:lnTo>
                      <a:pt x="40255" y="8492"/>
                    </a:lnTo>
                    <a:lnTo>
                      <a:pt x="43130" y="14994"/>
                    </a:lnTo>
                    <a:lnTo>
                      <a:pt x="46006" y="22163"/>
                    </a:lnTo>
                    <a:lnTo>
                      <a:pt x="48881" y="29198"/>
                    </a:lnTo>
                    <a:lnTo>
                      <a:pt x="51756" y="35378"/>
                    </a:lnTo>
                    <a:lnTo>
                      <a:pt x="54632" y="40108"/>
                    </a:lnTo>
                    <a:lnTo>
                      <a:pt x="57507" y="42946"/>
                    </a:lnTo>
                    <a:lnTo>
                      <a:pt x="60383" y="43652"/>
                    </a:lnTo>
                    <a:lnTo>
                      <a:pt x="63258" y="42287"/>
                    </a:lnTo>
                    <a:lnTo>
                      <a:pt x="66133" y="39325"/>
                    </a:lnTo>
                    <a:lnTo>
                      <a:pt x="69009" y="35697"/>
                    </a:lnTo>
                    <a:lnTo>
                      <a:pt x="71884" y="32657"/>
                    </a:lnTo>
                    <a:lnTo>
                      <a:pt x="74759" y="31460"/>
                    </a:lnTo>
                    <a:lnTo>
                      <a:pt x="77635" y="32948"/>
                    </a:lnTo>
                    <a:lnTo>
                      <a:pt x="80510" y="37235"/>
                    </a:lnTo>
                    <a:lnTo>
                      <a:pt x="83385" y="43675"/>
                    </a:lnTo>
                    <a:lnTo>
                      <a:pt x="86261" y="51117"/>
                    </a:lnTo>
                    <a:lnTo>
                      <a:pt x="89136" y="58335"/>
                    </a:lnTo>
                    <a:lnTo>
                      <a:pt x="92011" y="64404"/>
                    </a:lnTo>
                    <a:lnTo>
                      <a:pt x="94887" y="68891"/>
                    </a:lnTo>
                    <a:lnTo>
                      <a:pt x="97762" y="71817"/>
                    </a:lnTo>
                    <a:lnTo>
                      <a:pt x="100638" y="73498"/>
                    </a:lnTo>
                    <a:lnTo>
                      <a:pt x="103513" y="74353"/>
                    </a:lnTo>
                    <a:lnTo>
                      <a:pt x="106388" y="74774"/>
                    </a:lnTo>
                    <a:lnTo>
                      <a:pt x="109264" y="75065"/>
                    </a:lnTo>
                    <a:lnTo>
                      <a:pt x="112139" y="75432"/>
                    </a:lnTo>
                    <a:lnTo>
                      <a:pt x="115014" y="76004"/>
                    </a:lnTo>
                    <a:lnTo>
                      <a:pt x="117890" y="76851"/>
                    </a:lnTo>
                    <a:lnTo>
                      <a:pt x="120765" y="7799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3" name="Surface grid line"/>
              <p:cNvSpPr/>
              <p:nvPr/>
            </p:nvSpPr>
            <p:spPr>
              <a:xfrm>
                <a:off x="2984204" y="749723"/>
                <a:ext cx="1150287" cy="72301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5907">
                    <a:moveTo>
                      <a:pt x="0" y="33915"/>
                    </a:moveTo>
                    <a:lnTo>
                      <a:pt x="2875" y="34435"/>
                    </a:lnTo>
                    <a:lnTo>
                      <a:pt x="5751" y="34280"/>
                    </a:lnTo>
                    <a:lnTo>
                      <a:pt x="8626" y="33161"/>
                    </a:lnTo>
                    <a:lnTo>
                      <a:pt x="11501" y="30851"/>
                    </a:lnTo>
                    <a:lnTo>
                      <a:pt x="14377" y="27255"/>
                    </a:lnTo>
                    <a:lnTo>
                      <a:pt x="17252" y="22487"/>
                    </a:lnTo>
                    <a:lnTo>
                      <a:pt x="20128" y="16909"/>
                    </a:lnTo>
                    <a:lnTo>
                      <a:pt x="23003" y="11116"/>
                    </a:lnTo>
                    <a:lnTo>
                      <a:pt x="25878" y="5868"/>
                    </a:lnTo>
                    <a:lnTo>
                      <a:pt x="28754" y="1946"/>
                    </a:lnTo>
                    <a:lnTo>
                      <a:pt x="31629" y="0"/>
                    </a:lnTo>
                    <a:lnTo>
                      <a:pt x="34504" y="403"/>
                    </a:lnTo>
                    <a:lnTo>
                      <a:pt x="37380" y="3173"/>
                    </a:lnTo>
                    <a:lnTo>
                      <a:pt x="40255" y="7976"/>
                    </a:lnTo>
                    <a:lnTo>
                      <a:pt x="43130" y="14210"/>
                    </a:lnTo>
                    <a:lnTo>
                      <a:pt x="46006" y="21138"/>
                    </a:lnTo>
                    <a:lnTo>
                      <a:pt x="48881" y="28012"/>
                    </a:lnTo>
                    <a:lnTo>
                      <a:pt x="51756" y="34172"/>
                    </a:lnTo>
                    <a:lnTo>
                      <a:pt x="54632" y="39090"/>
                    </a:lnTo>
                    <a:lnTo>
                      <a:pt x="57507" y="42388"/>
                    </a:lnTo>
                    <a:lnTo>
                      <a:pt x="60383" y="43873"/>
                    </a:lnTo>
                    <a:lnTo>
                      <a:pt x="63258" y="43603"/>
                    </a:lnTo>
                    <a:lnTo>
                      <a:pt x="66133" y="41966"/>
                    </a:lnTo>
                    <a:lnTo>
                      <a:pt x="69009" y="39706"/>
                    </a:lnTo>
                    <a:lnTo>
                      <a:pt x="71884" y="37819"/>
                    </a:lnTo>
                    <a:lnTo>
                      <a:pt x="74759" y="37296"/>
                    </a:lnTo>
                    <a:lnTo>
                      <a:pt x="77635" y="38798"/>
                    </a:lnTo>
                    <a:lnTo>
                      <a:pt x="80510" y="42418"/>
                    </a:lnTo>
                    <a:lnTo>
                      <a:pt x="83385" y="47650"/>
                    </a:lnTo>
                    <a:lnTo>
                      <a:pt x="86261" y="53594"/>
                    </a:lnTo>
                    <a:lnTo>
                      <a:pt x="89136" y="59299"/>
                    </a:lnTo>
                    <a:lnTo>
                      <a:pt x="92011" y="64052"/>
                    </a:lnTo>
                    <a:lnTo>
                      <a:pt x="94887" y="67532"/>
                    </a:lnTo>
                    <a:lnTo>
                      <a:pt x="97762" y="69776"/>
                    </a:lnTo>
                    <a:lnTo>
                      <a:pt x="100638" y="71055"/>
                    </a:lnTo>
                    <a:lnTo>
                      <a:pt x="103513" y="71718"/>
                    </a:lnTo>
                    <a:lnTo>
                      <a:pt x="106388" y="72093"/>
                    </a:lnTo>
                    <a:lnTo>
                      <a:pt x="109264" y="72431"/>
                    </a:lnTo>
                    <a:lnTo>
                      <a:pt x="112139" y="72904"/>
                    </a:lnTo>
                    <a:lnTo>
                      <a:pt x="115014" y="73614"/>
                    </a:lnTo>
                    <a:lnTo>
                      <a:pt x="117890" y="74611"/>
                    </a:lnTo>
                    <a:lnTo>
                      <a:pt x="120765" y="7590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4" name="Surface grid line"/>
              <p:cNvSpPr/>
              <p:nvPr/>
            </p:nvSpPr>
            <p:spPr>
              <a:xfrm>
                <a:off x="3006936" y="771711"/>
                <a:ext cx="1150287" cy="69256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2711">
                    <a:moveTo>
                      <a:pt x="0" y="31082"/>
                    </a:moveTo>
                    <a:lnTo>
                      <a:pt x="2875" y="31767"/>
                    </a:lnTo>
                    <a:lnTo>
                      <a:pt x="5751" y="31793"/>
                    </a:lnTo>
                    <a:lnTo>
                      <a:pt x="8626" y="30886"/>
                    </a:lnTo>
                    <a:lnTo>
                      <a:pt x="11501" y="28831"/>
                    </a:lnTo>
                    <a:lnTo>
                      <a:pt x="14377" y="25543"/>
                    </a:lnTo>
                    <a:lnTo>
                      <a:pt x="17252" y="21130"/>
                    </a:lnTo>
                    <a:lnTo>
                      <a:pt x="20128" y="15933"/>
                    </a:lnTo>
                    <a:lnTo>
                      <a:pt x="23003" y="10513"/>
                    </a:lnTo>
                    <a:lnTo>
                      <a:pt x="25878" y="5581"/>
                    </a:lnTo>
                    <a:lnTo>
                      <a:pt x="28754" y="1872"/>
                    </a:lnTo>
                    <a:lnTo>
                      <a:pt x="31629" y="0"/>
                    </a:lnTo>
                    <a:lnTo>
                      <a:pt x="34504" y="321"/>
                    </a:lnTo>
                    <a:lnTo>
                      <a:pt x="37380" y="2861"/>
                    </a:lnTo>
                    <a:lnTo>
                      <a:pt x="40255" y="7322"/>
                    </a:lnTo>
                    <a:lnTo>
                      <a:pt x="43130" y="13157"/>
                    </a:lnTo>
                    <a:lnTo>
                      <a:pt x="46006" y="19690"/>
                    </a:lnTo>
                    <a:lnTo>
                      <a:pt x="48881" y="26244"/>
                    </a:lnTo>
                    <a:lnTo>
                      <a:pt x="51756" y="32226"/>
                    </a:lnTo>
                    <a:lnTo>
                      <a:pt x="54632" y="37172"/>
                    </a:lnTo>
                    <a:lnTo>
                      <a:pt x="57507" y="40763"/>
                    </a:lnTo>
                    <a:lnTo>
                      <a:pt x="60383" y="42846"/>
                    </a:lnTo>
                    <a:lnTo>
                      <a:pt x="63258" y="43470"/>
                    </a:lnTo>
                    <a:lnTo>
                      <a:pt x="66133" y="42940"/>
                    </a:lnTo>
                    <a:lnTo>
                      <a:pt x="69009" y="41835"/>
                    </a:lnTo>
                    <a:lnTo>
                      <a:pt x="71884" y="40918"/>
                    </a:lnTo>
                    <a:lnTo>
                      <a:pt x="74759" y="40948"/>
                    </a:lnTo>
                    <a:lnTo>
                      <a:pt x="77635" y="42431"/>
                    </a:lnTo>
                    <a:lnTo>
                      <a:pt x="80510" y="45439"/>
                    </a:lnTo>
                    <a:lnTo>
                      <a:pt x="83385" y="49590"/>
                    </a:lnTo>
                    <a:lnTo>
                      <a:pt x="86261" y="54208"/>
                    </a:lnTo>
                    <a:lnTo>
                      <a:pt x="89136" y="58579"/>
                    </a:lnTo>
                    <a:lnTo>
                      <a:pt x="92011" y="62178"/>
                    </a:lnTo>
                    <a:lnTo>
                      <a:pt x="94887" y="64781"/>
                    </a:lnTo>
                    <a:lnTo>
                      <a:pt x="97762" y="66441"/>
                    </a:lnTo>
                    <a:lnTo>
                      <a:pt x="100638" y="67386"/>
                    </a:lnTo>
                    <a:lnTo>
                      <a:pt x="103513" y="67906"/>
                    </a:lnTo>
                    <a:lnTo>
                      <a:pt x="106388" y="68267"/>
                    </a:lnTo>
                    <a:lnTo>
                      <a:pt x="109264" y="68675"/>
                    </a:lnTo>
                    <a:lnTo>
                      <a:pt x="112139" y="69267"/>
                    </a:lnTo>
                    <a:lnTo>
                      <a:pt x="115014" y="70121"/>
                    </a:lnTo>
                    <a:lnTo>
                      <a:pt x="117890" y="71271"/>
                    </a:lnTo>
                    <a:lnTo>
                      <a:pt x="120765" y="7271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5" name="Surface grid line"/>
              <p:cNvSpPr/>
              <p:nvPr/>
            </p:nvSpPr>
            <p:spPr>
              <a:xfrm>
                <a:off x="3029668" y="802060"/>
                <a:ext cx="1150287" cy="65437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8701">
                    <a:moveTo>
                      <a:pt x="0" y="27441"/>
                    </a:moveTo>
                    <a:lnTo>
                      <a:pt x="2875" y="28296"/>
                    </a:lnTo>
                    <a:lnTo>
                      <a:pt x="5751" y="28521"/>
                    </a:lnTo>
                    <a:lnTo>
                      <a:pt x="8626" y="27862"/>
                    </a:lnTo>
                    <a:lnTo>
                      <a:pt x="11501" y="26122"/>
                    </a:lnTo>
                    <a:lnTo>
                      <a:pt x="14377" y="23225"/>
                    </a:lnTo>
                    <a:lnTo>
                      <a:pt x="17252" y="19271"/>
                    </a:lnTo>
                    <a:lnTo>
                      <a:pt x="20128" y="14575"/>
                    </a:lnTo>
                    <a:lnTo>
                      <a:pt x="23003" y="9650"/>
                    </a:lnTo>
                    <a:lnTo>
                      <a:pt x="25878" y="5148"/>
                    </a:lnTo>
                    <a:lnTo>
                      <a:pt x="28754" y="1744"/>
                    </a:lnTo>
                    <a:lnTo>
                      <a:pt x="31629" y="0"/>
                    </a:lnTo>
                    <a:lnTo>
                      <a:pt x="34504" y="251"/>
                    </a:lnTo>
                    <a:lnTo>
                      <a:pt x="37380" y="2532"/>
                    </a:lnTo>
                    <a:lnTo>
                      <a:pt x="40255" y="6584"/>
                    </a:lnTo>
                    <a:lnTo>
                      <a:pt x="43130" y="11923"/>
                    </a:lnTo>
                    <a:lnTo>
                      <a:pt x="46006" y="17948"/>
                    </a:lnTo>
                    <a:lnTo>
                      <a:pt x="48881" y="24060"/>
                    </a:lnTo>
                    <a:lnTo>
                      <a:pt x="51756" y="29734"/>
                    </a:lnTo>
                    <a:lnTo>
                      <a:pt x="54632" y="34571"/>
                    </a:lnTo>
                    <a:lnTo>
                      <a:pt x="57507" y="38304"/>
                    </a:lnTo>
                    <a:lnTo>
                      <a:pt x="60383" y="40806"/>
                    </a:lnTo>
                    <a:lnTo>
                      <a:pt x="63258" y="42114"/>
                    </a:lnTo>
                    <a:lnTo>
                      <a:pt x="66133" y="42460"/>
                    </a:lnTo>
                    <a:lnTo>
                      <a:pt x="69009" y="42276"/>
                    </a:lnTo>
                    <a:lnTo>
                      <a:pt x="71884" y="42131"/>
                    </a:lnTo>
                    <a:lnTo>
                      <a:pt x="74759" y="42586"/>
                    </a:lnTo>
                    <a:lnTo>
                      <a:pt x="77635" y="44017"/>
                    </a:lnTo>
                    <a:lnTo>
                      <a:pt x="80510" y="46480"/>
                    </a:lnTo>
                    <a:lnTo>
                      <a:pt x="83385" y="49699"/>
                    </a:lnTo>
                    <a:lnTo>
                      <a:pt x="86261" y="53185"/>
                    </a:lnTo>
                    <a:lnTo>
                      <a:pt x="89136" y="56425"/>
                    </a:lnTo>
                    <a:lnTo>
                      <a:pt x="92011" y="59053"/>
                    </a:lnTo>
                    <a:lnTo>
                      <a:pt x="94887" y="60927"/>
                    </a:lnTo>
                    <a:lnTo>
                      <a:pt x="97762" y="62110"/>
                    </a:lnTo>
                    <a:lnTo>
                      <a:pt x="100638" y="62796"/>
                    </a:lnTo>
                    <a:lnTo>
                      <a:pt x="103513" y="63223"/>
                    </a:lnTo>
                    <a:lnTo>
                      <a:pt x="106388" y="63603"/>
                    </a:lnTo>
                    <a:lnTo>
                      <a:pt x="109264" y="64102"/>
                    </a:lnTo>
                    <a:lnTo>
                      <a:pt x="112139" y="64825"/>
                    </a:lnTo>
                    <a:lnTo>
                      <a:pt x="115014" y="65828"/>
                    </a:lnTo>
                    <a:lnTo>
                      <a:pt x="117890" y="67126"/>
                    </a:lnTo>
                    <a:lnTo>
                      <a:pt x="120765" y="687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6" name="Surface grid line"/>
              <p:cNvSpPr/>
              <p:nvPr/>
            </p:nvSpPr>
            <p:spPr>
              <a:xfrm>
                <a:off x="3052399" y="837505"/>
                <a:ext cx="1150287" cy="61163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4214">
                    <a:moveTo>
                      <a:pt x="0" y="23310"/>
                    </a:moveTo>
                    <a:lnTo>
                      <a:pt x="2875" y="24330"/>
                    </a:lnTo>
                    <a:lnTo>
                      <a:pt x="5751" y="24757"/>
                    </a:lnTo>
                    <a:lnTo>
                      <a:pt x="8626" y="24361"/>
                    </a:lnTo>
                    <a:lnTo>
                      <a:pt x="11501" y="22966"/>
                    </a:lnTo>
                    <a:lnTo>
                      <a:pt x="14377" y="20507"/>
                    </a:lnTo>
                    <a:lnTo>
                      <a:pt x="17252" y="17075"/>
                    </a:lnTo>
                    <a:lnTo>
                      <a:pt x="20128" y="12955"/>
                    </a:lnTo>
                    <a:lnTo>
                      <a:pt x="23003" y="8606"/>
                    </a:lnTo>
                    <a:lnTo>
                      <a:pt x="25878" y="4610"/>
                    </a:lnTo>
                    <a:lnTo>
                      <a:pt x="28754" y="1573"/>
                    </a:lnTo>
                    <a:lnTo>
                      <a:pt x="31629" y="0"/>
                    </a:lnTo>
                    <a:lnTo>
                      <a:pt x="34504" y="198"/>
                    </a:lnTo>
                    <a:lnTo>
                      <a:pt x="37380" y="2209"/>
                    </a:lnTo>
                    <a:lnTo>
                      <a:pt x="40255" y="5817"/>
                    </a:lnTo>
                    <a:lnTo>
                      <a:pt x="43130" y="10606"/>
                    </a:lnTo>
                    <a:lnTo>
                      <a:pt x="46006" y="16056"/>
                    </a:lnTo>
                    <a:lnTo>
                      <a:pt x="48881" y="21645"/>
                    </a:lnTo>
                    <a:lnTo>
                      <a:pt x="51756" y="26923"/>
                    </a:lnTo>
                    <a:lnTo>
                      <a:pt x="54632" y="31547"/>
                    </a:lnTo>
                    <a:lnTo>
                      <a:pt x="57507" y="35291"/>
                    </a:lnTo>
                    <a:lnTo>
                      <a:pt x="60383" y="38050"/>
                    </a:lnTo>
                    <a:lnTo>
                      <a:pt x="63258" y="39844"/>
                    </a:lnTo>
                    <a:lnTo>
                      <a:pt x="66133" y="40841"/>
                    </a:lnTo>
                    <a:lnTo>
                      <a:pt x="69009" y="41351"/>
                    </a:lnTo>
                    <a:lnTo>
                      <a:pt x="71884" y="41782"/>
                    </a:lnTo>
                    <a:lnTo>
                      <a:pt x="74759" y="42538"/>
                    </a:lnTo>
                    <a:lnTo>
                      <a:pt x="77635" y="43887"/>
                    </a:lnTo>
                    <a:lnTo>
                      <a:pt x="80510" y="45876"/>
                    </a:lnTo>
                    <a:lnTo>
                      <a:pt x="83385" y="48315"/>
                    </a:lnTo>
                    <a:lnTo>
                      <a:pt x="86261" y="50867"/>
                    </a:lnTo>
                    <a:lnTo>
                      <a:pt x="89136" y="53185"/>
                    </a:lnTo>
                    <a:lnTo>
                      <a:pt x="92011" y="55028"/>
                    </a:lnTo>
                    <a:lnTo>
                      <a:pt x="94887" y="56321"/>
                    </a:lnTo>
                    <a:lnTo>
                      <a:pt x="97762" y="57137"/>
                    </a:lnTo>
                    <a:lnTo>
                      <a:pt x="100638" y="57640"/>
                    </a:lnTo>
                    <a:lnTo>
                      <a:pt x="103513" y="58021"/>
                    </a:lnTo>
                    <a:lnTo>
                      <a:pt x="106388" y="58452"/>
                    </a:lnTo>
                    <a:lnTo>
                      <a:pt x="109264" y="59060"/>
                    </a:lnTo>
                    <a:lnTo>
                      <a:pt x="112139" y="59923"/>
                    </a:lnTo>
                    <a:lnTo>
                      <a:pt x="115014" y="61076"/>
                    </a:lnTo>
                    <a:lnTo>
                      <a:pt x="117890" y="62517"/>
                    </a:lnTo>
                    <a:lnTo>
                      <a:pt x="120765" y="6421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7" name="Surface grid line"/>
              <p:cNvSpPr/>
              <p:nvPr/>
            </p:nvSpPr>
            <p:spPr>
              <a:xfrm>
                <a:off x="3075131" y="874764"/>
                <a:ext cx="1150287" cy="56756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9587">
                    <a:moveTo>
                      <a:pt x="0" y="19008"/>
                    </a:moveTo>
                    <a:lnTo>
                      <a:pt x="2875" y="20176"/>
                    </a:lnTo>
                    <a:lnTo>
                      <a:pt x="5751" y="20793"/>
                    </a:lnTo>
                    <a:lnTo>
                      <a:pt x="8626" y="20654"/>
                    </a:lnTo>
                    <a:lnTo>
                      <a:pt x="11501" y="19608"/>
                    </a:lnTo>
                    <a:lnTo>
                      <a:pt x="14377" y="17599"/>
                    </a:lnTo>
                    <a:lnTo>
                      <a:pt x="17252" y="14712"/>
                    </a:lnTo>
                    <a:lnTo>
                      <a:pt x="20128" y="11197"/>
                    </a:lnTo>
                    <a:lnTo>
                      <a:pt x="23003" y="7459"/>
                    </a:lnTo>
                    <a:lnTo>
                      <a:pt x="25878" y="4008"/>
                    </a:lnTo>
                    <a:lnTo>
                      <a:pt x="28754" y="1373"/>
                    </a:lnTo>
                    <a:lnTo>
                      <a:pt x="31629" y="0"/>
                    </a:lnTo>
                    <a:lnTo>
                      <a:pt x="34504" y="165"/>
                    </a:lnTo>
                    <a:lnTo>
                      <a:pt x="37380" y="1915"/>
                    </a:lnTo>
                    <a:lnTo>
                      <a:pt x="40255" y="5078"/>
                    </a:lnTo>
                    <a:lnTo>
                      <a:pt x="43130" y="9304"/>
                    </a:lnTo>
                    <a:lnTo>
                      <a:pt x="46006" y="14156"/>
                    </a:lnTo>
                    <a:lnTo>
                      <a:pt x="48881" y="19190"/>
                    </a:lnTo>
                    <a:lnTo>
                      <a:pt x="51756" y="24023"/>
                    </a:lnTo>
                    <a:lnTo>
                      <a:pt x="54632" y="28363"/>
                    </a:lnTo>
                    <a:lnTo>
                      <a:pt x="57507" y="32020"/>
                    </a:lnTo>
                    <a:lnTo>
                      <a:pt x="60383" y="34899"/>
                    </a:lnTo>
                    <a:lnTo>
                      <a:pt x="63258" y="37007"/>
                    </a:lnTo>
                    <a:lnTo>
                      <a:pt x="66133" y="38452"/>
                    </a:lnTo>
                    <a:lnTo>
                      <a:pt x="69009" y="39449"/>
                    </a:lnTo>
                    <a:lnTo>
                      <a:pt x="71884" y="40277"/>
                    </a:lnTo>
                    <a:lnTo>
                      <a:pt x="74759" y="41218"/>
                    </a:lnTo>
                    <a:lnTo>
                      <a:pt x="77635" y="42462"/>
                    </a:lnTo>
                    <a:lnTo>
                      <a:pt x="80510" y="44045"/>
                    </a:lnTo>
                    <a:lnTo>
                      <a:pt x="83385" y="45849"/>
                    </a:lnTo>
                    <a:lnTo>
                      <a:pt x="86261" y="47656"/>
                    </a:lnTo>
                    <a:lnTo>
                      <a:pt x="89136" y="49247"/>
                    </a:lnTo>
                    <a:lnTo>
                      <a:pt x="92011" y="50481"/>
                    </a:lnTo>
                    <a:lnTo>
                      <a:pt x="94887" y="51334"/>
                    </a:lnTo>
                    <a:lnTo>
                      <a:pt x="97762" y="51885"/>
                    </a:lnTo>
                    <a:lnTo>
                      <a:pt x="100638" y="52274"/>
                    </a:lnTo>
                    <a:lnTo>
                      <a:pt x="103513" y="52657"/>
                    </a:lnTo>
                    <a:lnTo>
                      <a:pt x="106388" y="53166"/>
                    </a:lnTo>
                    <a:lnTo>
                      <a:pt x="109264" y="53898"/>
                    </a:lnTo>
                    <a:lnTo>
                      <a:pt x="112139" y="54906"/>
                    </a:lnTo>
                    <a:lnTo>
                      <a:pt x="115014" y="56207"/>
                    </a:lnTo>
                    <a:lnTo>
                      <a:pt x="117890" y="57782"/>
                    </a:lnTo>
                    <a:lnTo>
                      <a:pt x="120765" y="5958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8" name="Surface grid line"/>
              <p:cNvSpPr/>
              <p:nvPr/>
            </p:nvSpPr>
            <p:spPr>
              <a:xfrm>
                <a:off x="3097863" y="910888"/>
                <a:ext cx="1150287" cy="52502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5121">
                    <a:moveTo>
                      <a:pt x="0" y="14820"/>
                    </a:moveTo>
                    <a:lnTo>
                      <a:pt x="2875" y="16113"/>
                    </a:lnTo>
                    <a:lnTo>
                      <a:pt x="5751" y="16894"/>
                    </a:lnTo>
                    <a:lnTo>
                      <a:pt x="8626" y="16989"/>
                    </a:lnTo>
                    <a:lnTo>
                      <a:pt x="11501" y="16269"/>
                    </a:lnTo>
                    <a:lnTo>
                      <a:pt x="14377" y="14691"/>
                    </a:lnTo>
                    <a:lnTo>
                      <a:pt x="17252" y="12334"/>
                    </a:lnTo>
                    <a:lnTo>
                      <a:pt x="20128" y="9415"/>
                    </a:lnTo>
                    <a:lnTo>
                      <a:pt x="23003" y="6284"/>
                    </a:lnTo>
                    <a:lnTo>
                      <a:pt x="25878" y="3380"/>
                    </a:lnTo>
                    <a:lnTo>
                      <a:pt x="28754" y="1156"/>
                    </a:lnTo>
                    <a:lnTo>
                      <a:pt x="31629" y="0"/>
                    </a:lnTo>
                    <a:lnTo>
                      <a:pt x="34504" y="154"/>
                    </a:lnTo>
                    <a:lnTo>
                      <a:pt x="37380" y="1671"/>
                    </a:lnTo>
                    <a:lnTo>
                      <a:pt x="40255" y="4415"/>
                    </a:lnTo>
                    <a:lnTo>
                      <a:pt x="43130" y="8104"/>
                    </a:lnTo>
                    <a:lnTo>
                      <a:pt x="46006" y="12376"/>
                    </a:lnTo>
                    <a:lnTo>
                      <a:pt x="48881" y="16861"/>
                    </a:lnTo>
                    <a:lnTo>
                      <a:pt x="51756" y="21238"/>
                    </a:lnTo>
                    <a:lnTo>
                      <a:pt x="54632" y="25260"/>
                    </a:lnTo>
                    <a:lnTo>
                      <a:pt x="57507" y="28762"/>
                    </a:lnTo>
                    <a:lnTo>
                      <a:pt x="60383" y="31657"/>
                    </a:lnTo>
                    <a:lnTo>
                      <a:pt x="63258" y="33933"/>
                    </a:lnTo>
                    <a:lnTo>
                      <a:pt x="66133" y="35656"/>
                    </a:lnTo>
                    <a:lnTo>
                      <a:pt x="69009" y="36961"/>
                    </a:lnTo>
                    <a:lnTo>
                      <a:pt x="71884" y="38035"/>
                    </a:lnTo>
                    <a:lnTo>
                      <a:pt x="74759" y="39064"/>
                    </a:lnTo>
                    <a:lnTo>
                      <a:pt x="77635" y="40183"/>
                    </a:lnTo>
                    <a:lnTo>
                      <a:pt x="80510" y="41423"/>
                    </a:lnTo>
                    <a:lnTo>
                      <a:pt x="83385" y="42721"/>
                    </a:lnTo>
                    <a:lnTo>
                      <a:pt x="86261" y="43950"/>
                    </a:lnTo>
                    <a:lnTo>
                      <a:pt x="89136" y="44988"/>
                    </a:lnTo>
                    <a:lnTo>
                      <a:pt x="92011" y="45770"/>
                    </a:lnTo>
                    <a:lnTo>
                      <a:pt x="94887" y="46309"/>
                    </a:lnTo>
                    <a:lnTo>
                      <a:pt x="97762" y="46688"/>
                    </a:lnTo>
                    <a:lnTo>
                      <a:pt x="100638" y="47027"/>
                    </a:lnTo>
                    <a:lnTo>
                      <a:pt x="103513" y="47450"/>
                    </a:lnTo>
                    <a:lnTo>
                      <a:pt x="106388" y="48061"/>
                    </a:lnTo>
                    <a:lnTo>
                      <a:pt x="109264" y="48928"/>
                    </a:lnTo>
                    <a:lnTo>
                      <a:pt x="112139" y="50084"/>
                    </a:lnTo>
                    <a:lnTo>
                      <a:pt x="115014" y="51526"/>
                    </a:lnTo>
                    <a:lnTo>
                      <a:pt x="117890" y="53224"/>
                    </a:lnTo>
                    <a:lnTo>
                      <a:pt x="120765" y="5512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9" name="Surface grid line"/>
              <p:cNvSpPr/>
              <p:nvPr/>
            </p:nvSpPr>
            <p:spPr>
              <a:xfrm>
                <a:off x="2143125" y="1052054"/>
                <a:ext cx="954738" cy="48231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0637">
                    <a:moveTo>
                      <a:pt x="0" y="50637"/>
                    </a:moveTo>
                    <a:lnTo>
                      <a:pt x="2387" y="50088"/>
                    </a:lnTo>
                    <a:lnTo>
                      <a:pt x="4773" y="49534"/>
                    </a:lnTo>
                    <a:lnTo>
                      <a:pt x="7160" y="48970"/>
                    </a:lnTo>
                    <a:lnTo>
                      <a:pt x="9546" y="48390"/>
                    </a:lnTo>
                    <a:lnTo>
                      <a:pt x="11933" y="47788"/>
                    </a:lnTo>
                    <a:lnTo>
                      <a:pt x="14319" y="47155"/>
                    </a:lnTo>
                    <a:lnTo>
                      <a:pt x="16706" y="46479"/>
                    </a:lnTo>
                    <a:lnTo>
                      <a:pt x="19092" y="45746"/>
                    </a:lnTo>
                    <a:lnTo>
                      <a:pt x="21479" y="44939"/>
                    </a:lnTo>
                    <a:lnTo>
                      <a:pt x="23865" y="44041"/>
                    </a:lnTo>
                    <a:lnTo>
                      <a:pt x="26252" y="43032"/>
                    </a:lnTo>
                    <a:lnTo>
                      <a:pt x="28639" y="41898"/>
                    </a:lnTo>
                    <a:lnTo>
                      <a:pt x="31025" y="40624"/>
                    </a:lnTo>
                    <a:lnTo>
                      <a:pt x="33412" y="39203"/>
                    </a:lnTo>
                    <a:lnTo>
                      <a:pt x="35798" y="37635"/>
                    </a:lnTo>
                    <a:lnTo>
                      <a:pt x="38185" y="35927"/>
                    </a:lnTo>
                    <a:lnTo>
                      <a:pt x="40571" y="34091"/>
                    </a:lnTo>
                    <a:lnTo>
                      <a:pt x="42958" y="32148"/>
                    </a:lnTo>
                    <a:lnTo>
                      <a:pt x="45344" y="30123"/>
                    </a:lnTo>
                    <a:lnTo>
                      <a:pt x="47731" y="28043"/>
                    </a:lnTo>
                    <a:lnTo>
                      <a:pt x="50117" y="25937"/>
                    </a:lnTo>
                    <a:lnTo>
                      <a:pt x="52504" y="23829"/>
                    </a:lnTo>
                    <a:lnTo>
                      <a:pt x="54891" y="21745"/>
                    </a:lnTo>
                    <a:lnTo>
                      <a:pt x="57277" y="19705"/>
                    </a:lnTo>
                    <a:lnTo>
                      <a:pt x="59664" y="17725"/>
                    </a:lnTo>
                    <a:lnTo>
                      <a:pt x="62050" y="15817"/>
                    </a:lnTo>
                    <a:lnTo>
                      <a:pt x="64437" y="13995"/>
                    </a:lnTo>
                    <a:lnTo>
                      <a:pt x="66823" y="12267"/>
                    </a:lnTo>
                    <a:lnTo>
                      <a:pt x="69210" y="10642"/>
                    </a:lnTo>
                    <a:lnTo>
                      <a:pt x="71596" y="9131"/>
                    </a:lnTo>
                    <a:lnTo>
                      <a:pt x="73983" y="7742"/>
                    </a:lnTo>
                    <a:lnTo>
                      <a:pt x="76370" y="6483"/>
                    </a:lnTo>
                    <a:lnTo>
                      <a:pt x="78756" y="5359"/>
                    </a:lnTo>
                    <a:lnTo>
                      <a:pt x="81143" y="4372"/>
                    </a:lnTo>
                    <a:lnTo>
                      <a:pt x="83529" y="3518"/>
                    </a:lnTo>
                    <a:lnTo>
                      <a:pt x="85916" y="2791"/>
                    </a:lnTo>
                    <a:lnTo>
                      <a:pt x="88302" y="2174"/>
                    </a:lnTo>
                    <a:lnTo>
                      <a:pt x="90689" y="1650"/>
                    </a:lnTo>
                    <a:lnTo>
                      <a:pt x="93075" y="1195"/>
                    </a:lnTo>
                    <a:lnTo>
                      <a:pt x="95462" y="785"/>
                    </a:lnTo>
                    <a:lnTo>
                      <a:pt x="97848" y="39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0" name="Surface grid line"/>
              <p:cNvSpPr/>
              <p:nvPr/>
            </p:nvSpPr>
            <p:spPr>
              <a:xfrm>
                <a:off x="2170513" y="1064363"/>
                <a:ext cx="954738" cy="48937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1378">
                    <a:moveTo>
                      <a:pt x="0" y="51378"/>
                    </a:moveTo>
                    <a:lnTo>
                      <a:pt x="2387" y="50793"/>
                    </a:lnTo>
                    <a:lnTo>
                      <a:pt x="4773" y="50202"/>
                    </a:lnTo>
                    <a:lnTo>
                      <a:pt x="7160" y="49603"/>
                    </a:lnTo>
                    <a:lnTo>
                      <a:pt x="9546" y="48997"/>
                    </a:lnTo>
                    <a:lnTo>
                      <a:pt x="11933" y="48378"/>
                    </a:lnTo>
                    <a:lnTo>
                      <a:pt x="14319" y="47739"/>
                    </a:lnTo>
                    <a:lnTo>
                      <a:pt x="16706" y="47068"/>
                    </a:lnTo>
                    <a:lnTo>
                      <a:pt x="19092" y="46348"/>
                    </a:lnTo>
                    <a:lnTo>
                      <a:pt x="21479" y="45558"/>
                    </a:lnTo>
                    <a:lnTo>
                      <a:pt x="23865" y="44677"/>
                    </a:lnTo>
                    <a:lnTo>
                      <a:pt x="26252" y="43678"/>
                    </a:lnTo>
                    <a:lnTo>
                      <a:pt x="28639" y="42540"/>
                    </a:lnTo>
                    <a:lnTo>
                      <a:pt x="31025" y="41244"/>
                    </a:lnTo>
                    <a:lnTo>
                      <a:pt x="33412" y="39779"/>
                    </a:lnTo>
                    <a:lnTo>
                      <a:pt x="35798" y="38142"/>
                    </a:lnTo>
                    <a:lnTo>
                      <a:pt x="38185" y="36339"/>
                    </a:lnTo>
                    <a:lnTo>
                      <a:pt x="40571" y="34388"/>
                    </a:lnTo>
                    <a:lnTo>
                      <a:pt x="42958" y="32312"/>
                    </a:lnTo>
                    <a:lnTo>
                      <a:pt x="45344" y="30143"/>
                    </a:lnTo>
                    <a:lnTo>
                      <a:pt x="47731" y="27912"/>
                    </a:lnTo>
                    <a:lnTo>
                      <a:pt x="50117" y="25655"/>
                    </a:lnTo>
                    <a:lnTo>
                      <a:pt x="52504" y="23403"/>
                    </a:lnTo>
                    <a:lnTo>
                      <a:pt x="54891" y="21182"/>
                    </a:lnTo>
                    <a:lnTo>
                      <a:pt x="57277" y="19016"/>
                    </a:lnTo>
                    <a:lnTo>
                      <a:pt x="59664" y="16920"/>
                    </a:lnTo>
                    <a:lnTo>
                      <a:pt x="62050" y="14908"/>
                    </a:lnTo>
                    <a:lnTo>
                      <a:pt x="64437" y="12992"/>
                    </a:lnTo>
                    <a:lnTo>
                      <a:pt x="66823" y="11183"/>
                    </a:lnTo>
                    <a:lnTo>
                      <a:pt x="69210" y="9491"/>
                    </a:lnTo>
                    <a:lnTo>
                      <a:pt x="71596" y="7930"/>
                    </a:lnTo>
                    <a:lnTo>
                      <a:pt x="73983" y="6513"/>
                    </a:lnTo>
                    <a:lnTo>
                      <a:pt x="76370" y="5252"/>
                    </a:lnTo>
                    <a:lnTo>
                      <a:pt x="78756" y="4156"/>
                    </a:lnTo>
                    <a:lnTo>
                      <a:pt x="81143" y="3231"/>
                    </a:lnTo>
                    <a:lnTo>
                      <a:pt x="83529" y="2472"/>
                    </a:lnTo>
                    <a:lnTo>
                      <a:pt x="85916" y="1869"/>
                    </a:lnTo>
                    <a:lnTo>
                      <a:pt x="88302" y="1402"/>
                    </a:lnTo>
                    <a:lnTo>
                      <a:pt x="90689" y="1042"/>
                    </a:lnTo>
                    <a:lnTo>
                      <a:pt x="93075" y="758"/>
                    </a:lnTo>
                    <a:lnTo>
                      <a:pt x="95462" y="513"/>
                    </a:lnTo>
                    <a:lnTo>
                      <a:pt x="97848" y="271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1" name="Surface grid line"/>
              <p:cNvSpPr/>
              <p:nvPr/>
            </p:nvSpPr>
            <p:spPr>
              <a:xfrm>
                <a:off x="2197901" y="1071805"/>
                <a:ext cx="954738" cy="49967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2460">
                    <a:moveTo>
                      <a:pt x="0" y="52460"/>
                    </a:moveTo>
                    <a:lnTo>
                      <a:pt x="2387" y="51818"/>
                    </a:lnTo>
                    <a:lnTo>
                      <a:pt x="4773" y="51179"/>
                    </a:lnTo>
                    <a:lnTo>
                      <a:pt x="7160" y="50545"/>
                    </a:lnTo>
                    <a:lnTo>
                      <a:pt x="9546" y="49919"/>
                    </a:lnTo>
                    <a:lnTo>
                      <a:pt x="11933" y="49301"/>
                    </a:lnTo>
                    <a:lnTo>
                      <a:pt x="14319" y="48684"/>
                    </a:lnTo>
                    <a:lnTo>
                      <a:pt x="16706" y="48054"/>
                    </a:lnTo>
                    <a:lnTo>
                      <a:pt x="19092" y="47392"/>
                    </a:lnTo>
                    <a:lnTo>
                      <a:pt x="21479" y="46671"/>
                    </a:lnTo>
                    <a:lnTo>
                      <a:pt x="23865" y="45861"/>
                    </a:lnTo>
                    <a:lnTo>
                      <a:pt x="26252" y="44929"/>
                    </a:lnTo>
                    <a:lnTo>
                      <a:pt x="28639" y="43844"/>
                    </a:lnTo>
                    <a:lnTo>
                      <a:pt x="31025" y="42579"/>
                    </a:lnTo>
                    <a:lnTo>
                      <a:pt x="33412" y="41117"/>
                    </a:lnTo>
                    <a:lnTo>
                      <a:pt x="35798" y="39451"/>
                    </a:lnTo>
                    <a:lnTo>
                      <a:pt x="38185" y="37588"/>
                    </a:lnTo>
                    <a:lnTo>
                      <a:pt x="40571" y="35544"/>
                    </a:lnTo>
                    <a:lnTo>
                      <a:pt x="42958" y="33350"/>
                    </a:lnTo>
                    <a:lnTo>
                      <a:pt x="45344" y="31039"/>
                    </a:lnTo>
                    <a:lnTo>
                      <a:pt x="47731" y="28653"/>
                    </a:lnTo>
                    <a:lnTo>
                      <a:pt x="50117" y="26229"/>
                    </a:lnTo>
                    <a:lnTo>
                      <a:pt x="52504" y="23805"/>
                    </a:lnTo>
                    <a:lnTo>
                      <a:pt x="54891" y="21409"/>
                    </a:lnTo>
                    <a:lnTo>
                      <a:pt x="57277" y="19066"/>
                    </a:lnTo>
                    <a:lnTo>
                      <a:pt x="59664" y="16792"/>
                    </a:lnTo>
                    <a:lnTo>
                      <a:pt x="62050" y="14602"/>
                    </a:lnTo>
                    <a:lnTo>
                      <a:pt x="64437" y="12508"/>
                    </a:lnTo>
                    <a:lnTo>
                      <a:pt x="66823" y="10523"/>
                    </a:lnTo>
                    <a:lnTo>
                      <a:pt x="69210" y="8664"/>
                    </a:lnTo>
                    <a:lnTo>
                      <a:pt x="71596" y="6951"/>
                    </a:lnTo>
                    <a:lnTo>
                      <a:pt x="73983" y="5408"/>
                    </a:lnTo>
                    <a:lnTo>
                      <a:pt x="76370" y="4055"/>
                    </a:lnTo>
                    <a:lnTo>
                      <a:pt x="78756" y="2911"/>
                    </a:lnTo>
                    <a:lnTo>
                      <a:pt x="81143" y="1987"/>
                    </a:lnTo>
                    <a:lnTo>
                      <a:pt x="83529" y="1283"/>
                    </a:lnTo>
                    <a:lnTo>
                      <a:pt x="85916" y="785"/>
                    </a:lnTo>
                    <a:lnTo>
                      <a:pt x="88302" y="466"/>
                    </a:lnTo>
                    <a:lnTo>
                      <a:pt x="90689" y="287"/>
                    </a:lnTo>
                    <a:lnTo>
                      <a:pt x="93075" y="201"/>
                    </a:lnTo>
                    <a:lnTo>
                      <a:pt x="95462" y="158"/>
                    </a:lnTo>
                    <a:lnTo>
                      <a:pt x="97848" y="106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2" name="Surface grid line"/>
              <p:cNvSpPr/>
              <p:nvPr/>
            </p:nvSpPr>
            <p:spPr>
              <a:xfrm>
                <a:off x="2225288" y="1065586"/>
                <a:ext cx="954738" cy="52137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4738">
                    <a:moveTo>
                      <a:pt x="0" y="54738"/>
                    </a:moveTo>
                    <a:lnTo>
                      <a:pt x="2387" y="54028"/>
                    </a:lnTo>
                    <a:lnTo>
                      <a:pt x="4773" y="53336"/>
                    </a:lnTo>
                    <a:lnTo>
                      <a:pt x="7160" y="52671"/>
                    </a:lnTo>
                    <a:lnTo>
                      <a:pt x="9546" y="52040"/>
                    </a:lnTo>
                    <a:lnTo>
                      <a:pt x="11933" y="51446"/>
                    </a:lnTo>
                    <a:lnTo>
                      <a:pt x="14319" y="50882"/>
                    </a:lnTo>
                    <a:lnTo>
                      <a:pt x="16706" y="50334"/>
                    </a:lnTo>
                    <a:lnTo>
                      <a:pt x="19092" y="49776"/>
                    </a:lnTo>
                    <a:lnTo>
                      <a:pt x="21479" y="49175"/>
                    </a:lnTo>
                    <a:lnTo>
                      <a:pt x="23865" y="48492"/>
                    </a:lnTo>
                    <a:lnTo>
                      <a:pt x="26252" y="47683"/>
                    </a:lnTo>
                    <a:lnTo>
                      <a:pt x="28639" y="46706"/>
                    </a:lnTo>
                    <a:lnTo>
                      <a:pt x="31025" y="45525"/>
                    </a:lnTo>
                    <a:lnTo>
                      <a:pt x="33412" y="44114"/>
                    </a:lnTo>
                    <a:lnTo>
                      <a:pt x="35798" y="42462"/>
                    </a:lnTo>
                    <a:lnTo>
                      <a:pt x="38185" y="40572"/>
                    </a:lnTo>
                    <a:lnTo>
                      <a:pt x="40571" y="38462"/>
                    </a:lnTo>
                    <a:lnTo>
                      <a:pt x="42958" y="36165"/>
                    </a:lnTo>
                    <a:lnTo>
                      <a:pt x="45344" y="33719"/>
                    </a:lnTo>
                    <a:lnTo>
                      <a:pt x="47731" y="31171"/>
                    </a:lnTo>
                    <a:lnTo>
                      <a:pt x="50117" y="28563"/>
                    </a:lnTo>
                    <a:lnTo>
                      <a:pt x="52504" y="25934"/>
                    </a:lnTo>
                    <a:lnTo>
                      <a:pt x="54891" y="23316"/>
                    </a:lnTo>
                    <a:lnTo>
                      <a:pt x="57277" y="20732"/>
                    </a:lnTo>
                    <a:lnTo>
                      <a:pt x="59664" y="18200"/>
                    </a:lnTo>
                    <a:lnTo>
                      <a:pt x="62050" y="15735"/>
                    </a:lnTo>
                    <a:lnTo>
                      <a:pt x="64437" y="13351"/>
                    </a:lnTo>
                    <a:lnTo>
                      <a:pt x="66823" y="11067"/>
                    </a:lnTo>
                    <a:lnTo>
                      <a:pt x="69210" y="8911"/>
                    </a:lnTo>
                    <a:lnTo>
                      <a:pt x="71596" y="6915"/>
                    </a:lnTo>
                    <a:lnTo>
                      <a:pt x="73983" y="5117"/>
                    </a:lnTo>
                    <a:lnTo>
                      <a:pt x="76370" y="3557"/>
                    </a:lnTo>
                    <a:lnTo>
                      <a:pt x="78756" y="2268"/>
                    </a:lnTo>
                    <a:lnTo>
                      <a:pt x="81143" y="1272"/>
                    </a:lnTo>
                    <a:lnTo>
                      <a:pt x="83529" y="575"/>
                    </a:lnTo>
                    <a:lnTo>
                      <a:pt x="85916" y="163"/>
                    </a:lnTo>
                    <a:lnTo>
                      <a:pt x="88302" y="0"/>
                    </a:lnTo>
                    <a:lnTo>
                      <a:pt x="90689" y="33"/>
                    </a:lnTo>
                    <a:lnTo>
                      <a:pt x="93075" y="195"/>
                    </a:lnTo>
                    <a:lnTo>
                      <a:pt x="95462" y="415"/>
                    </a:lnTo>
                    <a:lnTo>
                      <a:pt x="97848" y="621"/>
                    </a:lnTo>
                    <a:lnTo>
                      <a:pt x="100235" y="7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3" name="Surface grid line"/>
              <p:cNvSpPr/>
              <p:nvPr/>
            </p:nvSpPr>
            <p:spPr>
              <a:xfrm>
                <a:off x="2252676" y="1043487"/>
                <a:ext cx="954738" cy="556215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8395">
                    <a:moveTo>
                      <a:pt x="0" y="58395"/>
                    </a:moveTo>
                    <a:lnTo>
                      <a:pt x="2387" y="57611"/>
                    </a:lnTo>
                    <a:lnTo>
                      <a:pt x="4773" y="56867"/>
                    </a:lnTo>
                    <a:lnTo>
                      <a:pt x="7160" y="56178"/>
                    </a:lnTo>
                    <a:lnTo>
                      <a:pt x="9546" y="55558"/>
                    </a:lnTo>
                    <a:lnTo>
                      <a:pt x="11933" y="55010"/>
                    </a:lnTo>
                    <a:lnTo>
                      <a:pt x="14319" y="54528"/>
                    </a:lnTo>
                    <a:lnTo>
                      <a:pt x="16706" y="54095"/>
                    </a:lnTo>
                    <a:lnTo>
                      <a:pt x="19092" y="53681"/>
                    </a:lnTo>
                    <a:lnTo>
                      <a:pt x="21479" y="53243"/>
                    </a:lnTo>
                    <a:lnTo>
                      <a:pt x="23865" y="52732"/>
                    </a:lnTo>
                    <a:lnTo>
                      <a:pt x="26252" y="52092"/>
                    </a:lnTo>
                    <a:lnTo>
                      <a:pt x="28639" y="51269"/>
                    </a:lnTo>
                    <a:lnTo>
                      <a:pt x="31025" y="50217"/>
                    </a:lnTo>
                    <a:lnTo>
                      <a:pt x="33412" y="48900"/>
                    </a:lnTo>
                    <a:lnTo>
                      <a:pt x="35798" y="47301"/>
                    </a:lnTo>
                    <a:lnTo>
                      <a:pt x="38185" y="45418"/>
                    </a:lnTo>
                    <a:lnTo>
                      <a:pt x="40571" y="43270"/>
                    </a:lnTo>
                    <a:lnTo>
                      <a:pt x="42958" y="40890"/>
                    </a:lnTo>
                    <a:lnTo>
                      <a:pt x="45344" y="38321"/>
                    </a:lnTo>
                    <a:lnTo>
                      <a:pt x="47731" y="35610"/>
                    </a:lnTo>
                    <a:lnTo>
                      <a:pt x="50117" y="32803"/>
                    </a:lnTo>
                    <a:lnTo>
                      <a:pt x="52504" y="29939"/>
                    </a:lnTo>
                    <a:lnTo>
                      <a:pt x="54891" y="27050"/>
                    </a:lnTo>
                    <a:lnTo>
                      <a:pt x="57277" y="24159"/>
                    </a:lnTo>
                    <a:lnTo>
                      <a:pt x="59664" y="21281"/>
                    </a:lnTo>
                    <a:lnTo>
                      <a:pt x="62050" y="18432"/>
                    </a:lnTo>
                    <a:lnTo>
                      <a:pt x="64437" y="15631"/>
                    </a:lnTo>
                    <a:lnTo>
                      <a:pt x="66823" y="12908"/>
                    </a:lnTo>
                    <a:lnTo>
                      <a:pt x="69210" y="10303"/>
                    </a:lnTo>
                    <a:lnTo>
                      <a:pt x="71596" y="7871"/>
                    </a:lnTo>
                    <a:lnTo>
                      <a:pt x="73983" y="5673"/>
                    </a:lnTo>
                    <a:lnTo>
                      <a:pt x="76370" y="3773"/>
                    </a:lnTo>
                    <a:lnTo>
                      <a:pt x="78756" y="2229"/>
                    </a:lnTo>
                    <a:lnTo>
                      <a:pt x="81143" y="1080"/>
                    </a:lnTo>
                    <a:lnTo>
                      <a:pt x="83529" y="342"/>
                    </a:lnTo>
                    <a:lnTo>
                      <a:pt x="85916" y="0"/>
                    </a:lnTo>
                    <a:lnTo>
                      <a:pt x="88302" y="9"/>
                    </a:lnTo>
                    <a:lnTo>
                      <a:pt x="90689" y="298"/>
                    </a:lnTo>
                    <a:lnTo>
                      <a:pt x="93075" y="775"/>
                    </a:lnTo>
                    <a:lnTo>
                      <a:pt x="95462" y="1341"/>
                    </a:lnTo>
                    <a:lnTo>
                      <a:pt x="97848" y="1894"/>
                    </a:lnTo>
                    <a:lnTo>
                      <a:pt x="100235" y="23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4" name="Surface grid line"/>
              <p:cNvSpPr/>
              <p:nvPr/>
            </p:nvSpPr>
            <p:spPr>
              <a:xfrm>
                <a:off x="2280064" y="1007385"/>
                <a:ext cx="954738" cy="60201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3203">
                    <a:moveTo>
                      <a:pt x="0" y="63203"/>
                    </a:moveTo>
                    <a:lnTo>
                      <a:pt x="2387" y="62343"/>
                    </a:lnTo>
                    <a:lnTo>
                      <a:pt x="4773" y="61550"/>
                    </a:lnTo>
                    <a:lnTo>
                      <a:pt x="7160" y="60847"/>
                    </a:lnTo>
                    <a:lnTo>
                      <a:pt x="9546" y="60249"/>
                    </a:lnTo>
                    <a:lnTo>
                      <a:pt x="11933" y="59763"/>
                    </a:lnTo>
                    <a:lnTo>
                      <a:pt x="14319" y="59383"/>
                    </a:lnTo>
                    <a:lnTo>
                      <a:pt x="16706" y="59087"/>
                    </a:lnTo>
                    <a:lnTo>
                      <a:pt x="19092" y="58840"/>
                    </a:lnTo>
                    <a:lnTo>
                      <a:pt x="21479" y="58591"/>
                    </a:lnTo>
                    <a:lnTo>
                      <a:pt x="23865" y="58278"/>
                    </a:lnTo>
                    <a:lnTo>
                      <a:pt x="26252" y="57835"/>
                    </a:lnTo>
                    <a:lnTo>
                      <a:pt x="28639" y="57195"/>
                    </a:lnTo>
                    <a:lnTo>
                      <a:pt x="31025" y="56302"/>
                    </a:lnTo>
                    <a:lnTo>
                      <a:pt x="33412" y="55110"/>
                    </a:lnTo>
                    <a:lnTo>
                      <a:pt x="35798" y="53595"/>
                    </a:lnTo>
                    <a:lnTo>
                      <a:pt x="38185" y="51752"/>
                    </a:lnTo>
                    <a:lnTo>
                      <a:pt x="40571" y="49597"/>
                    </a:lnTo>
                    <a:lnTo>
                      <a:pt x="42958" y="47161"/>
                    </a:lnTo>
                    <a:lnTo>
                      <a:pt x="45344" y="44487"/>
                    </a:lnTo>
                    <a:lnTo>
                      <a:pt x="47731" y="41624"/>
                    </a:lnTo>
                    <a:lnTo>
                      <a:pt x="50117" y="38615"/>
                    </a:lnTo>
                    <a:lnTo>
                      <a:pt x="52504" y="35498"/>
                    </a:lnTo>
                    <a:lnTo>
                      <a:pt x="54891" y="32301"/>
                    </a:lnTo>
                    <a:lnTo>
                      <a:pt x="57277" y="29042"/>
                    </a:lnTo>
                    <a:lnTo>
                      <a:pt x="59664" y="25735"/>
                    </a:lnTo>
                    <a:lnTo>
                      <a:pt x="62050" y="22398"/>
                    </a:lnTo>
                    <a:lnTo>
                      <a:pt x="64437" y="19056"/>
                    </a:lnTo>
                    <a:lnTo>
                      <a:pt x="66823" y="15751"/>
                    </a:lnTo>
                    <a:lnTo>
                      <a:pt x="69210" y="12547"/>
                    </a:lnTo>
                    <a:lnTo>
                      <a:pt x="71596" y="9523"/>
                    </a:lnTo>
                    <a:lnTo>
                      <a:pt x="73983" y="6777"/>
                    </a:lnTo>
                    <a:lnTo>
                      <a:pt x="76370" y="4404"/>
                    </a:lnTo>
                    <a:lnTo>
                      <a:pt x="78756" y="2494"/>
                    </a:lnTo>
                    <a:lnTo>
                      <a:pt x="81143" y="1110"/>
                    </a:lnTo>
                    <a:lnTo>
                      <a:pt x="83529" y="283"/>
                    </a:lnTo>
                    <a:lnTo>
                      <a:pt x="85916" y="0"/>
                    </a:lnTo>
                    <a:lnTo>
                      <a:pt x="88302" y="204"/>
                    </a:lnTo>
                    <a:lnTo>
                      <a:pt x="90689" y="801"/>
                    </a:lnTo>
                    <a:lnTo>
                      <a:pt x="93075" y="1668"/>
                    </a:lnTo>
                    <a:lnTo>
                      <a:pt x="95462" y="2671"/>
                    </a:lnTo>
                    <a:lnTo>
                      <a:pt x="97848" y="3675"/>
                    </a:lnTo>
                    <a:lnTo>
                      <a:pt x="100235" y="456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5" name="Surface grid line"/>
              <p:cNvSpPr/>
              <p:nvPr/>
            </p:nvSpPr>
            <p:spPr>
              <a:xfrm>
                <a:off x="2307452" y="959927"/>
                <a:ext cx="954738" cy="65604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8877">
                    <a:moveTo>
                      <a:pt x="0" y="68877"/>
                    </a:moveTo>
                    <a:lnTo>
                      <a:pt x="2387" y="67943"/>
                    </a:lnTo>
                    <a:lnTo>
                      <a:pt x="4773" y="67108"/>
                    </a:lnTo>
                    <a:lnTo>
                      <a:pt x="7160" y="66396"/>
                    </a:lnTo>
                    <a:lnTo>
                      <a:pt x="9546" y="65829"/>
                    </a:lnTo>
                    <a:lnTo>
                      <a:pt x="11933" y="65412"/>
                    </a:lnTo>
                    <a:lnTo>
                      <a:pt x="14319" y="65139"/>
                    </a:lnTo>
                    <a:lnTo>
                      <a:pt x="16706" y="64985"/>
                    </a:lnTo>
                    <a:lnTo>
                      <a:pt x="19092" y="64908"/>
                    </a:lnTo>
                    <a:lnTo>
                      <a:pt x="21479" y="64849"/>
                    </a:lnTo>
                    <a:lnTo>
                      <a:pt x="23865" y="64737"/>
                    </a:lnTo>
                    <a:lnTo>
                      <a:pt x="26252" y="64493"/>
                    </a:lnTo>
                    <a:lnTo>
                      <a:pt x="28639" y="64044"/>
                    </a:lnTo>
                    <a:lnTo>
                      <a:pt x="31025" y="63320"/>
                    </a:lnTo>
                    <a:lnTo>
                      <a:pt x="33412" y="62269"/>
                    </a:lnTo>
                    <a:lnTo>
                      <a:pt x="35798" y="60861"/>
                    </a:lnTo>
                    <a:lnTo>
                      <a:pt x="38185" y="59084"/>
                    </a:lnTo>
                    <a:lnTo>
                      <a:pt x="40571" y="56952"/>
                    </a:lnTo>
                    <a:lnTo>
                      <a:pt x="42958" y="54493"/>
                    </a:lnTo>
                    <a:lnTo>
                      <a:pt x="45344" y="51746"/>
                    </a:lnTo>
                    <a:lnTo>
                      <a:pt x="47731" y="48756"/>
                    </a:lnTo>
                    <a:lnTo>
                      <a:pt x="50117" y="45560"/>
                    </a:lnTo>
                    <a:lnTo>
                      <a:pt x="52504" y="42191"/>
                    </a:lnTo>
                    <a:lnTo>
                      <a:pt x="54891" y="38669"/>
                    </a:lnTo>
                    <a:lnTo>
                      <a:pt x="57277" y="35005"/>
                    </a:lnTo>
                    <a:lnTo>
                      <a:pt x="59664" y="31211"/>
                    </a:lnTo>
                    <a:lnTo>
                      <a:pt x="62050" y="27304"/>
                    </a:lnTo>
                    <a:lnTo>
                      <a:pt x="64437" y="23319"/>
                    </a:lnTo>
                    <a:lnTo>
                      <a:pt x="66823" y="19315"/>
                    </a:lnTo>
                    <a:lnTo>
                      <a:pt x="69210" y="15383"/>
                    </a:lnTo>
                    <a:lnTo>
                      <a:pt x="71596" y="11637"/>
                    </a:lnTo>
                    <a:lnTo>
                      <a:pt x="73983" y="8213"/>
                    </a:lnTo>
                    <a:lnTo>
                      <a:pt x="76370" y="5252"/>
                    </a:lnTo>
                    <a:lnTo>
                      <a:pt x="78756" y="2879"/>
                    </a:lnTo>
                    <a:lnTo>
                      <a:pt x="81143" y="1191"/>
                    </a:lnTo>
                    <a:lnTo>
                      <a:pt x="83529" y="235"/>
                    </a:lnTo>
                    <a:lnTo>
                      <a:pt x="85916" y="0"/>
                    </a:lnTo>
                    <a:lnTo>
                      <a:pt x="88302" y="419"/>
                    </a:lnTo>
                    <a:lnTo>
                      <a:pt x="90689" y="1370"/>
                    </a:lnTo>
                    <a:lnTo>
                      <a:pt x="93075" y="2697"/>
                    </a:lnTo>
                    <a:lnTo>
                      <a:pt x="95462" y="4223"/>
                    </a:lnTo>
                    <a:lnTo>
                      <a:pt x="97848" y="5771"/>
                    </a:lnTo>
                    <a:lnTo>
                      <a:pt x="100235" y="718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6" name="Surface grid line"/>
              <p:cNvSpPr/>
              <p:nvPr/>
            </p:nvSpPr>
            <p:spPr>
              <a:xfrm>
                <a:off x="2334839" y="904662"/>
                <a:ext cx="954738" cy="71495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5061">
                    <a:moveTo>
                      <a:pt x="0" y="75061"/>
                    </a:moveTo>
                    <a:lnTo>
                      <a:pt x="2387" y="74062"/>
                    </a:lnTo>
                    <a:lnTo>
                      <a:pt x="4773" y="73191"/>
                    </a:lnTo>
                    <a:lnTo>
                      <a:pt x="7160" y="72478"/>
                    </a:lnTo>
                    <a:lnTo>
                      <a:pt x="9546" y="71942"/>
                    </a:lnTo>
                    <a:lnTo>
                      <a:pt x="11933" y="71593"/>
                    </a:lnTo>
                    <a:lnTo>
                      <a:pt x="14319" y="71422"/>
                    </a:lnTo>
                    <a:lnTo>
                      <a:pt x="16706" y="71398"/>
                    </a:lnTo>
                    <a:lnTo>
                      <a:pt x="19092" y="71474"/>
                    </a:lnTo>
                    <a:lnTo>
                      <a:pt x="21479" y="71585"/>
                    </a:lnTo>
                    <a:lnTo>
                      <a:pt x="23865" y="71650"/>
                    </a:lnTo>
                    <a:lnTo>
                      <a:pt x="26252" y="71585"/>
                    </a:lnTo>
                    <a:lnTo>
                      <a:pt x="28639" y="71306"/>
                    </a:lnTo>
                    <a:lnTo>
                      <a:pt x="31025" y="70740"/>
                    </a:lnTo>
                    <a:lnTo>
                      <a:pt x="33412" y="69828"/>
                    </a:lnTo>
                    <a:lnTo>
                      <a:pt x="35798" y="68534"/>
                    </a:lnTo>
                    <a:lnTo>
                      <a:pt x="38185" y="66844"/>
                    </a:lnTo>
                    <a:lnTo>
                      <a:pt x="40571" y="64764"/>
                    </a:lnTo>
                    <a:lnTo>
                      <a:pt x="42958" y="62319"/>
                    </a:lnTo>
                    <a:lnTo>
                      <a:pt x="45344" y="59540"/>
                    </a:lnTo>
                    <a:lnTo>
                      <a:pt x="47731" y="56463"/>
                    </a:lnTo>
                    <a:lnTo>
                      <a:pt x="50117" y="53118"/>
                    </a:lnTo>
                    <a:lnTo>
                      <a:pt x="52504" y="49523"/>
                    </a:lnTo>
                    <a:lnTo>
                      <a:pt x="54891" y="45689"/>
                    </a:lnTo>
                    <a:lnTo>
                      <a:pt x="57277" y="41618"/>
                    </a:lnTo>
                    <a:lnTo>
                      <a:pt x="59664" y="37316"/>
                    </a:lnTo>
                    <a:lnTo>
                      <a:pt x="62050" y="32802"/>
                    </a:lnTo>
                    <a:lnTo>
                      <a:pt x="64437" y="28120"/>
                    </a:lnTo>
                    <a:lnTo>
                      <a:pt x="66823" y="23350"/>
                    </a:lnTo>
                    <a:lnTo>
                      <a:pt x="69210" y="18612"/>
                    </a:lnTo>
                    <a:lnTo>
                      <a:pt x="71596" y="14061"/>
                    </a:lnTo>
                    <a:lnTo>
                      <a:pt x="73983" y="9879"/>
                    </a:lnTo>
                    <a:lnTo>
                      <a:pt x="76370" y="6253"/>
                    </a:lnTo>
                    <a:lnTo>
                      <a:pt x="78756" y="3355"/>
                    </a:lnTo>
                    <a:lnTo>
                      <a:pt x="81143" y="1313"/>
                    </a:lnTo>
                    <a:lnTo>
                      <a:pt x="83529" y="197"/>
                    </a:lnTo>
                    <a:lnTo>
                      <a:pt x="85916" y="0"/>
                    </a:lnTo>
                    <a:lnTo>
                      <a:pt x="88302" y="642"/>
                    </a:lnTo>
                    <a:lnTo>
                      <a:pt x="90689" y="1975"/>
                    </a:lnTo>
                    <a:lnTo>
                      <a:pt x="93075" y="3803"/>
                    </a:lnTo>
                    <a:lnTo>
                      <a:pt x="95462" y="5904"/>
                    </a:lnTo>
                    <a:lnTo>
                      <a:pt x="97848" y="8058"/>
                    </a:lnTo>
                    <a:lnTo>
                      <a:pt x="100235" y="1006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7" name="Surface grid line"/>
              <p:cNvSpPr/>
              <p:nvPr/>
            </p:nvSpPr>
            <p:spPr>
              <a:xfrm>
                <a:off x="2362227" y="847485"/>
                <a:ext cx="954738" cy="773304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1187">
                    <a:moveTo>
                      <a:pt x="0" y="81187"/>
                    </a:moveTo>
                    <a:lnTo>
                      <a:pt x="2387" y="80136"/>
                    </a:lnTo>
                    <a:lnTo>
                      <a:pt x="4773" y="79239"/>
                    </a:lnTo>
                    <a:lnTo>
                      <a:pt x="7160" y="78530"/>
                    </a:lnTo>
                    <a:lnTo>
                      <a:pt x="9546" y="78028"/>
                    </a:lnTo>
                    <a:lnTo>
                      <a:pt x="11933" y="77741"/>
                    </a:lnTo>
                    <a:lnTo>
                      <a:pt x="14319" y="77656"/>
                    </a:lnTo>
                    <a:lnTo>
                      <a:pt x="16706" y="77739"/>
                    </a:lnTo>
                    <a:lnTo>
                      <a:pt x="19092" y="77938"/>
                    </a:lnTo>
                    <a:lnTo>
                      <a:pt x="21479" y="78179"/>
                    </a:lnTo>
                    <a:lnTo>
                      <a:pt x="23865" y="78380"/>
                    </a:lnTo>
                    <a:lnTo>
                      <a:pt x="26252" y="78450"/>
                    </a:lnTo>
                    <a:lnTo>
                      <a:pt x="28639" y="78302"/>
                    </a:lnTo>
                    <a:lnTo>
                      <a:pt x="31025" y="77860"/>
                    </a:lnTo>
                    <a:lnTo>
                      <a:pt x="33412" y="77066"/>
                    </a:lnTo>
                    <a:lnTo>
                      <a:pt x="35798" y="75879"/>
                    </a:lnTo>
                    <a:lnTo>
                      <a:pt x="38185" y="74283"/>
                    </a:lnTo>
                    <a:lnTo>
                      <a:pt x="40571" y="72280"/>
                    </a:lnTo>
                    <a:lnTo>
                      <a:pt x="42958" y="69884"/>
                    </a:lnTo>
                    <a:lnTo>
                      <a:pt x="45344" y="67120"/>
                    </a:lnTo>
                    <a:lnTo>
                      <a:pt x="47731" y="64010"/>
                    </a:lnTo>
                    <a:lnTo>
                      <a:pt x="50117" y="60569"/>
                    </a:lnTo>
                    <a:lnTo>
                      <a:pt x="52504" y="56801"/>
                    </a:lnTo>
                    <a:lnTo>
                      <a:pt x="54891" y="52703"/>
                    </a:lnTo>
                    <a:lnTo>
                      <a:pt x="57277" y="48266"/>
                    </a:lnTo>
                    <a:lnTo>
                      <a:pt x="59664" y="43487"/>
                    </a:lnTo>
                    <a:lnTo>
                      <a:pt x="62050" y="38388"/>
                    </a:lnTo>
                    <a:lnTo>
                      <a:pt x="64437" y="33021"/>
                    </a:lnTo>
                    <a:lnTo>
                      <a:pt x="66823" y="27489"/>
                    </a:lnTo>
                    <a:lnTo>
                      <a:pt x="69210" y="21942"/>
                    </a:lnTo>
                    <a:lnTo>
                      <a:pt x="71596" y="16578"/>
                    </a:lnTo>
                    <a:lnTo>
                      <a:pt x="73983" y="11625"/>
                    </a:lnTo>
                    <a:lnTo>
                      <a:pt x="76370" y="7320"/>
                    </a:lnTo>
                    <a:lnTo>
                      <a:pt x="78756" y="3879"/>
                    </a:lnTo>
                    <a:lnTo>
                      <a:pt x="81143" y="1467"/>
                    </a:lnTo>
                    <a:lnTo>
                      <a:pt x="83529" y="174"/>
                    </a:lnTo>
                    <a:lnTo>
                      <a:pt x="85916" y="0"/>
                    </a:lnTo>
                    <a:lnTo>
                      <a:pt x="88302" y="853"/>
                    </a:lnTo>
                    <a:lnTo>
                      <a:pt x="90689" y="2558"/>
                    </a:lnTo>
                    <a:lnTo>
                      <a:pt x="93075" y="4881"/>
                    </a:lnTo>
                    <a:lnTo>
                      <a:pt x="95462" y="7558"/>
                    </a:lnTo>
                    <a:lnTo>
                      <a:pt x="97848" y="10323"/>
                    </a:lnTo>
                    <a:lnTo>
                      <a:pt x="100235" y="1294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8" name="Surface grid line"/>
              <p:cNvSpPr/>
              <p:nvPr/>
            </p:nvSpPr>
            <p:spPr>
              <a:xfrm>
                <a:off x="2389615" y="795876"/>
                <a:ext cx="954738" cy="82431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6543">
                    <a:moveTo>
                      <a:pt x="0" y="86543"/>
                    </a:moveTo>
                    <a:lnTo>
                      <a:pt x="2387" y="85460"/>
                    </a:lnTo>
                    <a:lnTo>
                      <a:pt x="4773" y="84555"/>
                    </a:lnTo>
                    <a:lnTo>
                      <a:pt x="7160" y="83862"/>
                    </a:lnTo>
                    <a:lnTo>
                      <a:pt x="9546" y="83398"/>
                    </a:lnTo>
                    <a:lnTo>
                      <a:pt x="11933" y="83168"/>
                    </a:lnTo>
                    <a:lnTo>
                      <a:pt x="14319" y="83155"/>
                    </a:lnTo>
                    <a:lnTo>
                      <a:pt x="16706" y="83320"/>
                    </a:lnTo>
                    <a:lnTo>
                      <a:pt x="19092" y="83604"/>
                    </a:lnTo>
                    <a:lnTo>
                      <a:pt x="21479" y="83931"/>
                    </a:lnTo>
                    <a:lnTo>
                      <a:pt x="23865" y="84213"/>
                    </a:lnTo>
                    <a:lnTo>
                      <a:pt x="26252" y="84360"/>
                    </a:lnTo>
                    <a:lnTo>
                      <a:pt x="28639" y="84286"/>
                    </a:lnTo>
                    <a:lnTo>
                      <a:pt x="31025" y="83919"/>
                    </a:lnTo>
                    <a:lnTo>
                      <a:pt x="33412" y="83203"/>
                    </a:lnTo>
                    <a:lnTo>
                      <a:pt x="35798" y="82100"/>
                    </a:lnTo>
                    <a:lnTo>
                      <a:pt x="38185" y="80592"/>
                    </a:lnTo>
                    <a:lnTo>
                      <a:pt x="40571" y="78676"/>
                    </a:lnTo>
                    <a:lnTo>
                      <a:pt x="42958" y="76361"/>
                    </a:lnTo>
                    <a:lnTo>
                      <a:pt x="45344" y="73656"/>
                    </a:lnTo>
                    <a:lnTo>
                      <a:pt x="47731" y="70570"/>
                    </a:lnTo>
                    <a:lnTo>
                      <a:pt x="50117" y="67100"/>
                    </a:lnTo>
                    <a:lnTo>
                      <a:pt x="52504" y="63234"/>
                    </a:lnTo>
                    <a:lnTo>
                      <a:pt x="54891" y="58951"/>
                    </a:lnTo>
                    <a:lnTo>
                      <a:pt x="57277" y="54229"/>
                    </a:lnTo>
                    <a:lnTo>
                      <a:pt x="59664" y="49060"/>
                    </a:lnTo>
                    <a:lnTo>
                      <a:pt x="62050" y="43463"/>
                    </a:lnTo>
                    <a:lnTo>
                      <a:pt x="64437" y="37501"/>
                    </a:lnTo>
                    <a:lnTo>
                      <a:pt x="66823" y="31296"/>
                    </a:lnTo>
                    <a:lnTo>
                      <a:pt x="69210" y="25027"/>
                    </a:lnTo>
                    <a:lnTo>
                      <a:pt x="71596" y="18930"/>
                    </a:lnTo>
                    <a:lnTo>
                      <a:pt x="73983" y="13278"/>
                    </a:lnTo>
                    <a:lnTo>
                      <a:pt x="76370" y="8351"/>
                    </a:lnTo>
                    <a:lnTo>
                      <a:pt x="78756" y="4407"/>
                    </a:lnTo>
                    <a:lnTo>
                      <a:pt x="81143" y="1644"/>
                    </a:lnTo>
                    <a:lnTo>
                      <a:pt x="83529" y="173"/>
                    </a:lnTo>
                    <a:lnTo>
                      <a:pt x="85916" y="0"/>
                    </a:lnTo>
                    <a:lnTo>
                      <a:pt x="88302" y="1022"/>
                    </a:lnTo>
                    <a:lnTo>
                      <a:pt x="90689" y="3044"/>
                    </a:lnTo>
                    <a:lnTo>
                      <a:pt x="93075" y="5797"/>
                    </a:lnTo>
                    <a:lnTo>
                      <a:pt x="95462" y="8981"/>
                    </a:lnTo>
                    <a:lnTo>
                      <a:pt x="97848" y="12290"/>
                    </a:lnTo>
                    <a:lnTo>
                      <a:pt x="100235" y="1545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9" name="Surface grid line"/>
              <p:cNvSpPr/>
              <p:nvPr/>
            </p:nvSpPr>
            <p:spPr>
              <a:xfrm>
                <a:off x="2417003" y="757569"/>
                <a:ext cx="954738" cy="86119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0414">
                    <a:moveTo>
                      <a:pt x="0" y="90414"/>
                    </a:moveTo>
                    <a:lnTo>
                      <a:pt x="2387" y="89328"/>
                    </a:lnTo>
                    <a:lnTo>
                      <a:pt x="4773" y="88442"/>
                    </a:lnTo>
                    <a:lnTo>
                      <a:pt x="7160" y="87784"/>
                    </a:lnTo>
                    <a:lnTo>
                      <a:pt x="9546" y="87373"/>
                    </a:lnTo>
                    <a:lnTo>
                      <a:pt x="11933" y="87206"/>
                    </a:lnTo>
                    <a:lnTo>
                      <a:pt x="14319" y="87259"/>
                    </a:lnTo>
                    <a:lnTo>
                      <a:pt x="16706" y="87489"/>
                    </a:lnTo>
                    <a:lnTo>
                      <a:pt x="19092" y="87828"/>
                    </a:lnTo>
                    <a:lnTo>
                      <a:pt x="21479" y="88196"/>
                    </a:lnTo>
                    <a:lnTo>
                      <a:pt x="23865" y="88504"/>
                    </a:lnTo>
                    <a:lnTo>
                      <a:pt x="26252" y="88665"/>
                    </a:lnTo>
                    <a:lnTo>
                      <a:pt x="28639" y="88600"/>
                    </a:lnTo>
                    <a:lnTo>
                      <a:pt x="31025" y="88245"/>
                    </a:lnTo>
                    <a:lnTo>
                      <a:pt x="33412" y="87551"/>
                    </a:lnTo>
                    <a:lnTo>
                      <a:pt x="35798" y="86490"/>
                    </a:lnTo>
                    <a:lnTo>
                      <a:pt x="38185" y="85045"/>
                    </a:lnTo>
                    <a:lnTo>
                      <a:pt x="40571" y="83212"/>
                    </a:lnTo>
                    <a:lnTo>
                      <a:pt x="42958" y="80992"/>
                    </a:lnTo>
                    <a:lnTo>
                      <a:pt x="45344" y="78381"/>
                    </a:lnTo>
                    <a:lnTo>
                      <a:pt x="47731" y="75371"/>
                    </a:lnTo>
                    <a:lnTo>
                      <a:pt x="50117" y="71942"/>
                    </a:lnTo>
                    <a:lnTo>
                      <a:pt x="52504" y="68063"/>
                    </a:lnTo>
                    <a:lnTo>
                      <a:pt x="54891" y="63697"/>
                    </a:lnTo>
                    <a:lnTo>
                      <a:pt x="57277" y="58809"/>
                    </a:lnTo>
                    <a:lnTo>
                      <a:pt x="59664" y="53383"/>
                    </a:lnTo>
                    <a:lnTo>
                      <a:pt x="62050" y="47437"/>
                    </a:lnTo>
                    <a:lnTo>
                      <a:pt x="64437" y="41042"/>
                    </a:lnTo>
                    <a:lnTo>
                      <a:pt x="66823" y="34334"/>
                    </a:lnTo>
                    <a:lnTo>
                      <a:pt x="69210" y="27517"/>
                    </a:lnTo>
                    <a:lnTo>
                      <a:pt x="71596" y="20857"/>
                    </a:lnTo>
                    <a:lnTo>
                      <a:pt x="73983" y="14660"/>
                    </a:lnTo>
                    <a:lnTo>
                      <a:pt x="76370" y="9242"/>
                    </a:lnTo>
                    <a:lnTo>
                      <a:pt x="78756" y="4893"/>
                    </a:lnTo>
                    <a:lnTo>
                      <a:pt x="81143" y="1838"/>
                    </a:lnTo>
                    <a:lnTo>
                      <a:pt x="83529" y="203"/>
                    </a:lnTo>
                    <a:lnTo>
                      <a:pt x="85916" y="0"/>
                    </a:lnTo>
                    <a:lnTo>
                      <a:pt x="88302" y="1122"/>
                    </a:lnTo>
                    <a:lnTo>
                      <a:pt x="90689" y="3357"/>
                    </a:lnTo>
                    <a:lnTo>
                      <a:pt x="93075" y="6415"/>
                    </a:lnTo>
                    <a:lnTo>
                      <a:pt x="95462" y="9965"/>
                    </a:lnTo>
                    <a:lnTo>
                      <a:pt x="97848" y="13677"/>
                    </a:lnTo>
                    <a:lnTo>
                      <a:pt x="100235" y="1725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0" name="Surface grid line"/>
              <p:cNvSpPr/>
              <p:nvPr/>
            </p:nvSpPr>
            <p:spPr>
              <a:xfrm>
                <a:off x="2444391" y="738953"/>
                <a:ext cx="954738" cy="87857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2239">
                    <a:moveTo>
                      <a:pt x="0" y="92239"/>
                    </a:moveTo>
                    <a:lnTo>
                      <a:pt x="2387" y="91189"/>
                    </a:lnTo>
                    <a:lnTo>
                      <a:pt x="4773" y="90357"/>
                    </a:lnTo>
                    <a:lnTo>
                      <a:pt x="7160" y="89770"/>
                    </a:lnTo>
                    <a:lnTo>
                      <a:pt x="9546" y="89438"/>
                    </a:lnTo>
                    <a:lnTo>
                      <a:pt x="11933" y="89355"/>
                    </a:lnTo>
                    <a:lnTo>
                      <a:pt x="14319" y="89487"/>
                    </a:lnTo>
                    <a:lnTo>
                      <a:pt x="16706" y="89780"/>
                    </a:lnTo>
                    <a:lnTo>
                      <a:pt x="19092" y="90158"/>
                    </a:lnTo>
                    <a:lnTo>
                      <a:pt x="21479" y="90535"/>
                    </a:lnTo>
                    <a:lnTo>
                      <a:pt x="23865" y="90822"/>
                    </a:lnTo>
                    <a:lnTo>
                      <a:pt x="26252" y="90937"/>
                    </a:lnTo>
                    <a:lnTo>
                      <a:pt x="28639" y="90812"/>
                    </a:lnTo>
                    <a:lnTo>
                      <a:pt x="31025" y="90396"/>
                    </a:lnTo>
                    <a:lnTo>
                      <a:pt x="33412" y="89658"/>
                    </a:lnTo>
                    <a:lnTo>
                      <a:pt x="35798" y="88579"/>
                    </a:lnTo>
                    <a:lnTo>
                      <a:pt x="38185" y="87153"/>
                    </a:lnTo>
                    <a:lnTo>
                      <a:pt x="40571" y="85377"/>
                    </a:lnTo>
                    <a:lnTo>
                      <a:pt x="42958" y="83243"/>
                    </a:lnTo>
                    <a:lnTo>
                      <a:pt x="45344" y="80741"/>
                    </a:lnTo>
                    <a:lnTo>
                      <a:pt x="47731" y="77845"/>
                    </a:lnTo>
                    <a:lnTo>
                      <a:pt x="50117" y="74517"/>
                    </a:lnTo>
                    <a:lnTo>
                      <a:pt x="52504" y="70710"/>
                    </a:lnTo>
                    <a:lnTo>
                      <a:pt x="54891" y="66372"/>
                    </a:lnTo>
                    <a:lnTo>
                      <a:pt x="57277" y="61455"/>
                    </a:lnTo>
                    <a:lnTo>
                      <a:pt x="59664" y="55937"/>
                    </a:lnTo>
                    <a:lnTo>
                      <a:pt x="62050" y="49835"/>
                    </a:lnTo>
                    <a:lnTo>
                      <a:pt x="64437" y="43224"/>
                    </a:lnTo>
                    <a:lnTo>
                      <a:pt x="66823" y="36248"/>
                    </a:lnTo>
                    <a:lnTo>
                      <a:pt x="69210" y="29126"/>
                    </a:lnTo>
                    <a:lnTo>
                      <a:pt x="71596" y="22142"/>
                    </a:lnTo>
                    <a:lnTo>
                      <a:pt x="73983" y="15622"/>
                    </a:lnTo>
                    <a:lnTo>
                      <a:pt x="76370" y="9903"/>
                    </a:lnTo>
                    <a:lnTo>
                      <a:pt x="78756" y="5295"/>
                    </a:lnTo>
                    <a:lnTo>
                      <a:pt x="81143" y="2036"/>
                    </a:lnTo>
                    <a:lnTo>
                      <a:pt x="83529" y="266"/>
                    </a:lnTo>
                    <a:lnTo>
                      <a:pt x="85916" y="0"/>
                    </a:lnTo>
                    <a:lnTo>
                      <a:pt x="88302" y="1131"/>
                    </a:lnTo>
                    <a:lnTo>
                      <a:pt x="90689" y="3439"/>
                    </a:lnTo>
                    <a:lnTo>
                      <a:pt x="93075" y="6625"/>
                    </a:lnTo>
                    <a:lnTo>
                      <a:pt x="95462" y="10347"/>
                    </a:lnTo>
                    <a:lnTo>
                      <a:pt x="97848" y="14258"/>
                    </a:lnTo>
                    <a:lnTo>
                      <a:pt x="100235" y="1805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1" name="Surface grid line"/>
              <p:cNvSpPr/>
              <p:nvPr/>
            </p:nvSpPr>
            <p:spPr>
              <a:xfrm>
                <a:off x="2471778" y="743661"/>
                <a:ext cx="954738" cy="87391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1750">
                    <a:moveTo>
                      <a:pt x="0" y="91750"/>
                    </a:moveTo>
                    <a:lnTo>
                      <a:pt x="2387" y="90782"/>
                    </a:lnTo>
                    <a:lnTo>
                      <a:pt x="4773" y="90051"/>
                    </a:lnTo>
                    <a:lnTo>
                      <a:pt x="7160" y="89579"/>
                    </a:lnTo>
                    <a:lnTo>
                      <a:pt x="9546" y="89373"/>
                    </a:lnTo>
                    <a:lnTo>
                      <a:pt x="11933" y="89413"/>
                    </a:lnTo>
                    <a:lnTo>
                      <a:pt x="14319" y="89656"/>
                    </a:lnTo>
                    <a:lnTo>
                      <a:pt x="16706" y="90032"/>
                    </a:lnTo>
                    <a:lnTo>
                      <a:pt x="19092" y="90454"/>
                    </a:lnTo>
                    <a:lnTo>
                      <a:pt x="21479" y="90827"/>
                    </a:lnTo>
                    <a:lnTo>
                      <a:pt x="23865" y="91059"/>
                    </a:lnTo>
                    <a:lnTo>
                      <a:pt x="26252" y="91076"/>
                    </a:lnTo>
                    <a:lnTo>
                      <a:pt x="28639" y="90823"/>
                    </a:lnTo>
                    <a:lnTo>
                      <a:pt x="31025" y="90270"/>
                    </a:lnTo>
                    <a:lnTo>
                      <a:pt x="33412" y="89406"/>
                    </a:lnTo>
                    <a:lnTo>
                      <a:pt x="35798" y="88235"/>
                    </a:lnTo>
                    <a:lnTo>
                      <a:pt x="38185" y="86761"/>
                    </a:lnTo>
                    <a:lnTo>
                      <a:pt x="40571" y="84990"/>
                    </a:lnTo>
                    <a:lnTo>
                      <a:pt x="42958" y="82912"/>
                    </a:lnTo>
                    <a:lnTo>
                      <a:pt x="45344" y="80508"/>
                    </a:lnTo>
                    <a:lnTo>
                      <a:pt x="47731" y="77739"/>
                    </a:lnTo>
                    <a:lnTo>
                      <a:pt x="50117" y="74555"/>
                    </a:lnTo>
                    <a:lnTo>
                      <a:pt x="52504" y="70891"/>
                    </a:lnTo>
                    <a:lnTo>
                      <a:pt x="54891" y="66683"/>
                    </a:lnTo>
                    <a:lnTo>
                      <a:pt x="57277" y="61876"/>
                    </a:lnTo>
                    <a:lnTo>
                      <a:pt x="59664" y="56441"/>
                    </a:lnTo>
                    <a:lnTo>
                      <a:pt x="62050" y="50392"/>
                    </a:lnTo>
                    <a:lnTo>
                      <a:pt x="64437" y="43806"/>
                    </a:lnTo>
                    <a:lnTo>
                      <a:pt x="66823" y="36828"/>
                    </a:lnTo>
                    <a:lnTo>
                      <a:pt x="69210" y="29681"/>
                    </a:lnTo>
                    <a:lnTo>
                      <a:pt x="71596" y="22650"/>
                    </a:lnTo>
                    <a:lnTo>
                      <a:pt x="73983" y="16068"/>
                    </a:lnTo>
                    <a:lnTo>
                      <a:pt x="76370" y="10273"/>
                    </a:lnTo>
                    <a:lnTo>
                      <a:pt x="78756" y="5579"/>
                    </a:lnTo>
                    <a:lnTo>
                      <a:pt x="81143" y="2227"/>
                    </a:lnTo>
                    <a:lnTo>
                      <a:pt x="83529" y="361"/>
                    </a:lnTo>
                    <a:lnTo>
                      <a:pt x="85916" y="0"/>
                    </a:lnTo>
                    <a:lnTo>
                      <a:pt x="88302" y="1040"/>
                    </a:lnTo>
                    <a:lnTo>
                      <a:pt x="90689" y="3266"/>
                    </a:lnTo>
                    <a:lnTo>
                      <a:pt x="93075" y="6382"/>
                    </a:lnTo>
                    <a:lnTo>
                      <a:pt x="95462" y="10050"/>
                    </a:lnTo>
                    <a:lnTo>
                      <a:pt x="97848" y="13929"/>
                    </a:lnTo>
                    <a:lnTo>
                      <a:pt x="100235" y="1771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2" name="Surface grid line"/>
              <p:cNvSpPr/>
              <p:nvPr/>
            </p:nvSpPr>
            <p:spPr>
              <a:xfrm>
                <a:off x="2499166" y="771767"/>
                <a:ext cx="954738" cy="852110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9460">
                    <a:moveTo>
                      <a:pt x="0" y="89040"/>
                    </a:moveTo>
                    <a:lnTo>
                      <a:pt x="2387" y="88207"/>
                    </a:lnTo>
                    <a:lnTo>
                      <a:pt x="4773" y="87631"/>
                    </a:lnTo>
                    <a:lnTo>
                      <a:pt x="7160" y="87333"/>
                    </a:lnTo>
                    <a:lnTo>
                      <a:pt x="9546" y="87310"/>
                    </a:lnTo>
                    <a:lnTo>
                      <a:pt x="11933" y="87532"/>
                    </a:lnTo>
                    <a:lnTo>
                      <a:pt x="14319" y="87938"/>
                    </a:lnTo>
                    <a:lnTo>
                      <a:pt x="16706" y="88439"/>
                    </a:lnTo>
                    <a:lnTo>
                      <a:pt x="19092" y="88930"/>
                    </a:lnTo>
                    <a:lnTo>
                      <a:pt x="21479" y="89302"/>
                    </a:lnTo>
                    <a:lnTo>
                      <a:pt x="23865" y="89460"/>
                    </a:lnTo>
                    <a:lnTo>
                      <a:pt x="26252" y="89336"/>
                    </a:lnTo>
                    <a:lnTo>
                      <a:pt x="28639" y="88891"/>
                    </a:lnTo>
                    <a:lnTo>
                      <a:pt x="31025" y="88121"/>
                    </a:lnTo>
                    <a:lnTo>
                      <a:pt x="33412" y="87043"/>
                    </a:lnTo>
                    <a:lnTo>
                      <a:pt x="35798" y="85687"/>
                    </a:lnTo>
                    <a:lnTo>
                      <a:pt x="38185" y="84081"/>
                    </a:lnTo>
                    <a:lnTo>
                      <a:pt x="40571" y="82240"/>
                    </a:lnTo>
                    <a:lnTo>
                      <a:pt x="42958" y="80161"/>
                    </a:lnTo>
                    <a:lnTo>
                      <a:pt x="45344" y="77818"/>
                    </a:lnTo>
                    <a:lnTo>
                      <a:pt x="47731" y="75164"/>
                    </a:lnTo>
                    <a:lnTo>
                      <a:pt x="50117" y="72136"/>
                    </a:lnTo>
                    <a:lnTo>
                      <a:pt x="52504" y="68661"/>
                    </a:lnTo>
                    <a:lnTo>
                      <a:pt x="54891" y="64664"/>
                    </a:lnTo>
                    <a:lnTo>
                      <a:pt x="57277" y="60086"/>
                    </a:lnTo>
                    <a:lnTo>
                      <a:pt x="59664" y="54892"/>
                    </a:lnTo>
                    <a:lnTo>
                      <a:pt x="62050" y="49094"/>
                    </a:lnTo>
                    <a:lnTo>
                      <a:pt x="64437" y="42765"/>
                    </a:lnTo>
                    <a:lnTo>
                      <a:pt x="66823" y="36045"/>
                    </a:lnTo>
                    <a:lnTo>
                      <a:pt x="69210" y="29147"/>
                    </a:lnTo>
                    <a:lnTo>
                      <a:pt x="71596" y="22348"/>
                    </a:lnTo>
                    <a:lnTo>
                      <a:pt x="73983" y="15964"/>
                    </a:lnTo>
                    <a:lnTo>
                      <a:pt x="76370" y="10321"/>
                    </a:lnTo>
                    <a:lnTo>
                      <a:pt x="78756" y="5720"/>
                    </a:lnTo>
                    <a:lnTo>
                      <a:pt x="81143" y="2394"/>
                    </a:lnTo>
                    <a:lnTo>
                      <a:pt x="83529" y="480"/>
                    </a:lnTo>
                    <a:lnTo>
                      <a:pt x="85916" y="0"/>
                    </a:lnTo>
                    <a:lnTo>
                      <a:pt x="88302" y="859"/>
                    </a:lnTo>
                    <a:lnTo>
                      <a:pt x="90689" y="2855"/>
                    </a:lnTo>
                    <a:lnTo>
                      <a:pt x="93075" y="5712"/>
                    </a:lnTo>
                    <a:lnTo>
                      <a:pt x="95462" y="9111"/>
                    </a:lnTo>
                    <a:lnTo>
                      <a:pt x="97848" y="12729"/>
                    </a:lnTo>
                    <a:lnTo>
                      <a:pt x="100235" y="1627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3" name="Surface grid line"/>
              <p:cNvSpPr/>
              <p:nvPr/>
            </p:nvSpPr>
            <p:spPr>
              <a:xfrm>
                <a:off x="2526554" y="819839"/>
                <a:ext cx="954738" cy="82466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6579">
                    <a:moveTo>
                      <a:pt x="0" y="84553"/>
                    </a:moveTo>
                    <a:lnTo>
                      <a:pt x="2387" y="83906"/>
                    </a:lnTo>
                    <a:lnTo>
                      <a:pt x="4773" y="83545"/>
                    </a:lnTo>
                    <a:lnTo>
                      <a:pt x="7160" y="83484"/>
                    </a:lnTo>
                    <a:lnTo>
                      <a:pt x="9546" y="83714"/>
                    </a:lnTo>
                    <a:lnTo>
                      <a:pt x="11933" y="84188"/>
                    </a:lnTo>
                    <a:lnTo>
                      <a:pt x="14319" y="84824"/>
                    </a:lnTo>
                    <a:lnTo>
                      <a:pt x="16706" y="85508"/>
                    </a:lnTo>
                    <a:lnTo>
                      <a:pt x="19092" y="86110"/>
                    </a:lnTo>
                    <a:lnTo>
                      <a:pt x="21479" y="86501"/>
                    </a:lnTo>
                    <a:lnTo>
                      <a:pt x="23865" y="86579"/>
                    </a:lnTo>
                    <a:lnTo>
                      <a:pt x="26252" y="86277"/>
                    </a:lnTo>
                    <a:lnTo>
                      <a:pt x="28639" y="85580"/>
                    </a:lnTo>
                    <a:lnTo>
                      <a:pt x="31025" y="84510"/>
                    </a:lnTo>
                    <a:lnTo>
                      <a:pt x="33412" y="83121"/>
                    </a:lnTo>
                    <a:lnTo>
                      <a:pt x="35798" y="81478"/>
                    </a:lnTo>
                    <a:lnTo>
                      <a:pt x="38185" y="79638"/>
                    </a:lnTo>
                    <a:lnTo>
                      <a:pt x="40571" y="77634"/>
                    </a:lnTo>
                    <a:lnTo>
                      <a:pt x="42958" y="75473"/>
                    </a:lnTo>
                    <a:lnTo>
                      <a:pt x="45344" y="73128"/>
                    </a:lnTo>
                    <a:lnTo>
                      <a:pt x="47731" y="70549"/>
                    </a:lnTo>
                    <a:lnTo>
                      <a:pt x="50117" y="67664"/>
                    </a:lnTo>
                    <a:lnTo>
                      <a:pt x="52504" y="64392"/>
                    </a:lnTo>
                    <a:lnTo>
                      <a:pt x="54891" y="60654"/>
                    </a:lnTo>
                    <a:lnTo>
                      <a:pt x="57277" y="56387"/>
                    </a:lnTo>
                    <a:lnTo>
                      <a:pt x="59664" y="51555"/>
                    </a:lnTo>
                    <a:lnTo>
                      <a:pt x="62050" y="46165"/>
                    </a:lnTo>
                    <a:lnTo>
                      <a:pt x="64437" y="40282"/>
                    </a:lnTo>
                    <a:lnTo>
                      <a:pt x="66823" y="34037"/>
                    </a:lnTo>
                    <a:lnTo>
                      <a:pt x="69210" y="27624"/>
                    </a:lnTo>
                    <a:lnTo>
                      <a:pt x="71596" y="21294"/>
                    </a:lnTo>
                    <a:lnTo>
                      <a:pt x="73983" y="15336"/>
                    </a:lnTo>
                    <a:lnTo>
                      <a:pt x="76370" y="10049"/>
                    </a:lnTo>
                    <a:lnTo>
                      <a:pt x="78756" y="5704"/>
                    </a:lnTo>
                    <a:lnTo>
                      <a:pt x="81143" y="2514"/>
                    </a:lnTo>
                    <a:lnTo>
                      <a:pt x="83529" y="605"/>
                    </a:lnTo>
                    <a:lnTo>
                      <a:pt x="85916" y="0"/>
                    </a:lnTo>
                    <a:lnTo>
                      <a:pt x="88302" y="614"/>
                    </a:lnTo>
                    <a:lnTo>
                      <a:pt x="90689" y="2270"/>
                    </a:lnTo>
                    <a:lnTo>
                      <a:pt x="93075" y="4717"/>
                    </a:lnTo>
                    <a:lnTo>
                      <a:pt x="95462" y="7672"/>
                    </a:lnTo>
                    <a:lnTo>
                      <a:pt x="97848" y="10844"/>
                    </a:lnTo>
                    <a:lnTo>
                      <a:pt x="100235" y="1397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4" name="Surface grid line"/>
              <p:cNvSpPr/>
              <p:nvPr/>
            </p:nvSpPr>
            <p:spPr>
              <a:xfrm>
                <a:off x="2553942" y="881770"/>
                <a:ext cx="954738" cy="79206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3156">
                    <a:moveTo>
                      <a:pt x="0" y="78982"/>
                    </a:moveTo>
                    <a:lnTo>
                      <a:pt x="2387" y="78571"/>
                    </a:lnTo>
                    <a:lnTo>
                      <a:pt x="4773" y="78480"/>
                    </a:lnTo>
                    <a:lnTo>
                      <a:pt x="7160" y="78721"/>
                    </a:lnTo>
                    <a:lnTo>
                      <a:pt x="9546" y="79274"/>
                    </a:lnTo>
                    <a:lnTo>
                      <a:pt x="11933" y="80076"/>
                    </a:lnTo>
                    <a:lnTo>
                      <a:pt x="14319" y="81018"/>
                    </a:lnTo>
                    <a:lnTo>
                      <a:pt x="16706" y="81952"/>
                    </a:lnTo>
                    <a:lnTo>
                      <a:pt x="19092" y="82717"/>
                    </a:lnTo>
                    <a:lnTo>
                      <a:pt x="21479" y="83156"/>
                    </a:lnTo>
                    <a:lnTo>
                      <a:pt x="23865" y="83153"/>
                    </a:lnTo>
                    <a:lnTo>
                      <a:pt x="26252" y="82645"/>
                    </a:lnTo>
                    <a:lnTo>
                      <a:pt x="28639" y="81635"/>
                    </a:lnTo>
                    <a:lnTo>
                      <a:pt x="31025" y="80181"/>
                    </a:lnTo>
                    <a:lnTo>
                      <a:pt x="33412" y="78381"/>
                    </a:lnTo>
                    <a:lnTo>
                      <a:pt x="35798" y="76341"/>
                    </a:lnTo>
                    <a:lnTo>
                      <a:pt x="38185" y="74153"/>
                    </a:lnTo>
                    <a:lnTo>
                      <a:pt x="40571" y="71880"/>
                    </a:lnTo>
                    <a:lnTo>
                      <a:pt x="42958" y="69539"/>
                    </a:lnTo>
                    <a:lnTo>
                      <a:pt x="45344" y="67112"/>
                    </a:lnTo>
                    <a:lnTo>
                      <a:pt x="47731" y="64543"/>
                    </a:lnTo>
                    <a:lnTo>
                      <a:pt x="50117" y="61757"/>
                    </a:lnTo>
                    <a:lnTo>
                      <a:pt x="52504" y="58669"/>
                    </a:lnTo>
                    <a:lnTo>
                      <a:pt x="54891" y="55198"/>
                    </a:lnTo>
                    <a:lnTo>
                      <a:pt x="57277" y="51278"/>
                    </a:lnTo>
                    <a:lnTo>
                      <a:pt x="59664" y="46874"/>
                    </a:lnTo>
                    <a:lnTo>
                      <a:pt x="62050" y="41989"/>
                    </a:lnTo>
                    <a:lnTo>
                      <a:pt x="64437" y="36680"/>
                    </a:lnTo>
                    <a:lnTo>
                      <a:pt x="66823" y="31059"/>
                    </a:lnTo>
                    <a:lnTo>
                      <a:pt x="69210" y="25295"/>
                    </a:lnTo>
                    <a:lnTo>
                      <a:pt x="71596" y="19609"/>
                    </a:lnTo>
                    <a:lnTo>
                      <a:pt x="73983" y="14249"/>
                    </a:lnTo>
                    <a:lnTo>
                      <a:pt x="76370" y="9472"/>
                    </a:lnTo>
                    <a:lnTo>
                      <a:pt x="78756" y="5514"/>
                    </a:lnTo>
                    <a:lnTo>
                      <a:pt x="81143" y="2558"/>
                    </a:lnTo>
                    <a:lnTo>
                      <a:pt x="83529" y="713"/>
                    </a:lnTo>
                    <a:lnTo>
                      <a:pt x="85916" y="0"/>
                    </a:lnTo>
                    <a:lnTo>
                      <a:pt x="88302" y="347"/>
                    </a:lnTo>
                    <a:lnTo>
                      <a:pt x="90689" y="1602"/>
                    </a:lnTo>
                    <a:lnTo>
                      <a:pt x="93075" y="3554"/>
                    </a:lnTo>
                    <a:lnTo>
                      <a:pt x="95462" y="5958"/>
                    </a:lnTo>
                    <a:lnTo>
                      <a:pt x="97848" y="8568"/>
                    </a:lnTo>
                    <a:lnTo>
                      <a:pt x="100235" y="1116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5" name="Surface grid line"/>
              <p:cNvSpPr/>
              <p:nvPr/>
            </p:nvSpPr>
            <p:spPr>
              <a:xfrm>
                <a:off x="2581330" y="950056"/>
                <a:ext cx="954738" cy="76238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0041">
                    <a:moveTo>
                      <a:pt x="0" y="73136"/>
                    </a:moveTo>
                    <a:lnTo>
                      <a:pt x="2387" y="73000"/>
                    </a:lnTo>
                    <a:lnTo>
                      <a:pt x="4773" y="73226"/>
                    </a:lnTo>
                    <a:lnTo>
                      <a:pt x="7160" y="73826"/>
                    </a:lnTo>
                    <a:lnTo>
                      <a:pt x="9546" y="74770"/>
                    </a:lnTo>
                    <a:lnTo>
                      <a:pt x="11933" y="75972"/>
                    </a:lnTo>
                    <a:lnTo>
                      <a:pt x="14319" y="77292"/>
                    </a:lnTo>
                    <a:lnTo>
                      <a:pt x="16706" y="78544"/>
                    </a:lnTo>
                    <a:lnTo>
                      <a:pt x="19092" y="79523"/>
                    </a:lnTo>
                    <a:lnTo>
                      <a:pt x="21479" y="80041"/>
                    </a:lnTo>
                    <a:lnTo>
                      <a:pt x="23865" y="79959"/>
                    </a:lnTo>
                    <a:lnTo>
                      <a:pt x="26252" y="79217"/>
                    </a:lnTo>
                    <a:lnTo>
                      <a:pt x="28639" y="77837"/>
                    </a:lnTo>
                    <a:lnTo>
                      <a:pt x="31025" y="75918"/>
                    </a:lnTo>
                    <a:lnTo>
                      <a:pt x="33412" y="73605"/>
                    </a:lnTo>
                    <a:lnTo>
                      <a:pt x="35798" y="71054"/>
                    </a:lnTo>
                    <a:lnTo>
                      <a:pt x="38185" y="68404"/>
                    </a:lnTo>
                    <a:lnTo>
                      <a:pt x="40571" y="65747"/>
                    </a:lnTo>
                    <a:lnTo>
                      <a:pt x="42958" y="63120"/>
                    </a:lnTo>
                    <a:lnTo>
                      <a:pt x="45344" y="60512"/>
                    </a:lnTo>
                    <a:lnTo>
                      <a:pt x="47731" y="57869"/>
                    </a:lnTo>
                    <a:lnTo>
                      <a:pt x="50117" y="55112"/>
                    </a:lnTo>
                    <a:lnTo>
                      <a:pt x="52504" y="52154"/>
                    </a:lnTo>
                    <a:lnTo>
                      <a:pt x="54891" y="48913"/>
                    </a:lnTo>
                    <a:lnTo>
                      <a:pt x="57277" y="45325"/>
                    </a:lnTo>
                    <a:lnTo>
                      <a:pt x="59664" y="41354"/>
                    </a:lnTo>
                    <a:lnTo>
                      <a:pt x="62050" y="37002"/>
                    </a:lnTo>
                    <a:lnTo>
                      <a:pt x="64437" y="32315"/>
                    </a:lnTo>
                    <a:lnTo>
                      <a:pt x="66823" y="27388"/>
                    </a:lnTo>
                    <a:lnTo>
                      <a:pt x="69210" y="22362"/>
                    </a:lnTo>
                    <a:lnTo>
                      <a:pt x="71596" y="17418"/>
                    </a:lnTo>
                    <a:lnTo>
                      <a:pt x="73983" y="12760"/>
                    </a:lnTo>
                    <a:lnTo>
                      <a:pt x="76370" y="8599"/>
                    </a:lnTo>
                    <a:lnTo>
                      <a:pt x="78756" y="5126"/>
                    </a:lnTo>
                    <a:lnTo>
                      <a:pt x="81143" y="2488"/>
                    </a:lnTo>
                    <a:lnTo>
                      <a:pt x="83529" y="775"/>
                    </a:lnTo>
                    <a:lnTo>
                      <a:pt x="85916" y="0"/>
                    </a:lnTo>
                    <a:lnTo>
                      <a:pt x="88302" y="105"/>
                    </a:lnTo>
                    <a:lnTo>
                      <a:pt x="90689" y="967"/>
                    </a:lnTo>
                    <a:lnTo>
                      <a:pt x="93075" y="2411"/>
                    </a:lnTo>
                    <a:lnTo>
                      <a:pt x="95462" y="4239"/>
                    </a:lnTo>
                    <a:lnTo>
                      <a:pt x="97848" y="6251"/>
                    </a:lnTo>
                    <a:lnTo>
                      <a:pt x="100235" y="826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6" name="Surface grid line"/>
              <p:cNvSpPr/>
              <p:nvPr/>
            </p:nvSpPr>
            <p:spPr>
              <a:xfrm>
                <a:off x="2608717" y="1016538"/>
                <a:ext cx="954738" cy="74195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7895">
                    <a:moveTo>
                      <a:pt x="0" y="67856"/>
                    </a:moveTo>
                    <a:lnTo>
                      <a:pt x="2387" y="68021"/>
                    </a:lnTo>
                    <a:lnTo>
                      <a:pt x="4773" y="68598"/>
                    </a:lnTo>
                    <a:lnTo>
                      <a:pt x="7160" y="69600"/>
                    </a:lnTo>
                    <a:lnTo>
                      <a:pt x="9546" y="70986"/>
                    </a:lnTo>
                    <a:lnTo>
                      <a:pt x="11933" y="72648"/>
                    </a:lnTo>
                    <a:lnTo>
                      <a:pt x="14319" y="74408"/>
                    </a:lnTo>
                    <a:lnTo>
                      <a:pt x="16706" y="76034"/>
                    </a:lnTo>
                    <a:lnTo>
                      <a:pt x="19092" y="77274"/>
                    </a:lnTo>
                    <a:lnTo>
                      <a:pt x="21479" y="77895"/>
                    </a:lnTo>
                    <a:lnTo>
                      <a:pt x="23865" y="77736"/>
                    </a:lnTo>
                    <a:lnTo>
                      <a:pt x="26252" y="76732"/>
                    </a:lnTo>
                    <a:lnTo>
                      <a:pt x="28639" y="74928"/>
                    </a:lnTo>
                    <a:lnTo>
                      <a:pt x="31025" y="72466"/>
                    </a:lnTo>
                    <a:lnTo>
                      <a:pt x="33412" y="69544"/>
                    </a:lnTo>
                    <a:lnTo>
                      <a:pt x="35798" y="66376"/>
                    </a:lnTo>
                    <a:lnTo>
                      <a:pt x="38185" y="63150"/>
                    </a:lnTo>
                    <a:lnTo>
                      <a:pt x="40571" y="59994"/>
                    </a:lnTo>
                    <a:lnTo>
                      <a:pt x="42958" y="56969"/>
                    </a:lnTo>
                    <a:lnTo>
                      <a:pt x="45344" y="54071"/>
                    </a:lnTo>
                    <a:lnTo>
                      <a:pt x="47731" y="51249"/>
                    </a:lnTo>
                    <a:lnTo>
                      <a:pt x="50117" y="48423"/>
                    </a:lnTo>
                    <a:lnTo>
                      <a:pt x="52504" y="45503"/>
                    </a:lnTo>
                    <a:lnTo>
                      <a:pt x="54891" y="42409"/>
                    </a:lnTo>
                    <a:lnTo>
                      <a:pt x="57277" y="39079"/>
                    </a:lnTo>
                    <a:lnTo>
                      <a:pt x="59664" y="35481"/>
                    </a:lnTo>
                    <a:lnTo>
                      <a:pt x="62050" y="31617"/>
                    </a:lnTo>
                    <a:lnTo>
                      <a:pt x="64437" y="27525"/>
                    </a:lnTo>
                    <a:lnTo>
                      <a:pt x="66823" y="23285"/>
                    </a:lnTo>
                    <a:lnTo>
                      <a:pt x="69210" y="19009"/>
                    </a:lnTo>
                    <a:lnTo>
                      <a:pt x="71596" y="14839"/>
                    </a:lnTo>
                    <a:lnTo>
                      <a:pt x="73983" y="10933"/>
                    </a:lnTo>
                    <a:lnTo>
                      <a:pt x="76370" y="7453"/>
                    </a:lnTo>
                    <a:lnTo>
                      <a:pt x="78756" y="4539"/>
                    </a:lnTo>
                    <a:lnTo>
                      <a:pt x="81143" y="2303"/>
                    </a:lnTo>
                    <a:lnTo>
                      <a:pt x="83529" y="807"/>
                    </a:lnTo>
                    <a:lnTo>
                      <a:pt x="85916" y="55"/>
                    </a:lnTo>
                    <a:lnTo>
                      <a:pt x="88302" y="0"/>
                    </a:lnTo>
                    <a:lnTo>
                      <a:pt x="90689" y="541"/>
                    </a:lnTo>
                    <a:lnTo>
                      <a:pt x="93075" y="1542"/>
                    </a:lnTo>
                    <a:lnTo>
                      <a:pt x="95462" y="2849"/>
                    </a:lnTo>
                    <a:lnTo>
                      <a:pt x="97848" y="4306"/>
                    </a:lnTo>
                    <a:lnTo>
                      <a:pt x="100235" y="576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7" name="Surface grid line"/>
              <p:cNvSpPr/>
              <p:nvPr/>
            </p:nvSpPr>
            <p:spPr>
              <a:xfrm>
                <a:off x="2636105" y="1075216"/>
                <a:ext cx="954738" cy="73476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7141">
                    <a:moveTo>
                      <a:pt x="0" y="63723"/>
                    </a:moveTo>
                    <a:lnTo>
                      <a:pt x="2387" y="64197"/>
                    </a:lnTo>
                    <a:lnTo>
                      <a:pt x="4773" y="65140"/>
                    </a:lnTo>
                    <a:lnTo>
                      <a:pt x="7160" y="66568"/>
                    </a:lnTo>
                    <a:lnTo>
                      <a:pt x="9546" y="68428"/>
                    </a:lnTo>
                    <a:lnTo>
                      <a:pt x="11933" y="70588"/>
                    </a:lnTo>
                    <a:lnTo>
                      <a:pt x="14319" y="72830"/>
                    </a:lnTo>
                    <a:lnTo>
                      <a:pt x="16706" y="74870"/>
                    </a:lnTo>
                    <a:lnTo>
                      <a:pt x="19092" y="76400"/>
                    </a:lnTo>
                    <a:lnTo>
                      <a:pt x="21479" y="77141"/>
                    </a:lnTo>
                    <a:lnTo>
                      <a:pt x="23865" y="76900"/>
                    </a:lnTo>
                    <a:lnTo>
                      <a:pt x="26252" y="75609"/>
                    </a:lnTo>
                    <a:lnTo>
                      <a:pt x="28639" y="73333"/>
                    </a:lnTo>
                    <a:lnTo>
                      <a:pt x="31025" y="70260"/>
                    </a:lnTo>
                    <a:lnTo>
                      <a:pt x="33412" y="66645"/>
                    </a:lnTo>
                    <a:lnTo>
                      <a:pt x="35798" y="62764"/>
                    </a:lnTo>
                    <a:lnTo>
                      <a:pt x="38185" y="58856"/>
                    </a:lnTo>
                    <a:lnTo>
                      <a:pt x="40571" y="55090"/>
                    </a:lnTo>
                    <a:lnTo>
                      <a:pt x="42958" y="51549"/>
                    </a:lnTo>
                    <a:lnTo>
                      <a:pt x="45344" y="48240"/>
                    </a:lnTo>
                    <a:lnTo>
                      <a:pt x="47731" y="45112"/>
                    </a:lnTo>
                    <a:lnTo>
                      <a:pt x="50117" y="42083"/>
                    </a:lnTo>
                    <a:lnTo>
                      <a:pt x="52504" y="39065"/>
                    </a:lnTo>
                    <a:lnTo>
                      <a:pt x="54891" y="35978"/>
                    </a:lnTo>
                    <a:lnTo>
                      <a:pt x="57277" y="32770"/>
                    </a:lnTo>
                    <a:lnTo>
                      <a:pt x="59664" y="29416"/>
                    </a:lnTo>
                    <a:lnTo>
                      <a:pt x="62050" y="25923"/>
                    </a:lnTo>
                    <a:lnTo>
                      <a:pt x="64437" y="22329"/>
                    </a:lnTo>
                    <a:lnTo>
                      <a:pt x="66823" y="18701"/>
                    </a:lnTo>
                    <a:lnTo>
                      <a:pt x="69210" y="15129"/>
                    </a:lnTo>
                    <a:lnTo>
                      <a:pt x="71596" y="11719"/>
                    </a:lnTo>
                    <a:lnTo>
                      <a:pt x="73983" y="8584"/>
                    </a:lnTo>
                    <a:lnTo>
                      <a:pt x="76370" y="5832"/>
                    </a:lnTo>
                    <a:lnTo>
                      <a:pt x="78756" y="3558"/>
                    </a:lnTo>
                    <a:lnTo>
                      <a:pt x="81143" y="1826"/>
                    </a:lnTo>
                    <a:lnTo>
                      <a:pt x="83529" y="668"/>
                    </a:lnTo>
                    <a:lnTo>
                      <a:pt x="85916" y="75"/>
                    </a:lnTo>
                    <a:lnTo>
                      <a:pt x="88302" y="0"/>
                    </a:lnTo>
                    <a:lnTo>
                      <a:pt x="90689" y="362"/>
                    </a:lnTo>
                    <a:lnTo>
                      <a:pt x="93075" y="1056"/>
                    </a:lnTo>
                    <a:lnTo>
                      <a:pt x="95462" y="1967"/>
                    </a:lnTo>
                    <a:lnTo>
                      <a:pt x="97848" y="2978"/>
                    </a:lnTo>
                    <a:lnTo>
                      <a:pt x="100235" y="398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8" name="Surface grid line"/>
              <p:cNvSpPr/>
              <p:nvPr/>
            </p:nvSpPr>
            <p:spPr>
              <a:xfrm>
                <a:off x="2663493" y="1120983"/>
                <a:ext cx="954738" cy="74326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8033">
                    <a:moveTo>
                      <a:pt x="0" y="61196"/>
                    </a:moveTo>
                    <a:lnTo>
                      <a:pt x="2387" y="61967"/>
                    </a:lnTo>
                    <a:lnTo>
                      <a:pt x="4773" y="63270"/>
                    </a:lnTo>
                    <a:lnTo>
                      <a:pt x="7160" y="65122"/>
                    </a:lnTo>
                    <a:lnTo>
                      <a:pt x="9546" y="67462"/>
                    </a:lnTo>
                    <a:lnTo>
                      <a:pt x="11933" y="70132"/>
                    </a:lnTo>
                    <a:lnTo>
                      <a:pt x="14319" y="72870"/>
                    </a:lnTo>
                    <a:lnTo>
                      <a:pt x="16706" y="75339"/>
                    </a:lnTo>
                    <a:lnTo>
                      <a:pt x="19092" y="77170"/>
                    </a:lnTo>
                    <a:lnTo>
                      <a:pt x="21479" y="78033"/>
                    </a:lnTo>
                    <a:lnTo>
                      <a:pt x="23865" y="77703"/>
                    </a:lnTo>
                    <a:lnTo>
                      <a:pt x="26252" y="76101"/>
                    </a:lnTo>
                    <a:lnTo>
                      <a:pt x="28639" y="73317"/>
                    </a:lnTo>
                    <a:lnTo>
                      <a:pt x="31025" y="69581"/>
                    </a:lnTo>
                    <a:lnTo>
                      <a:pt x="33412" y="65207"/>
                    </a:lnTo>
                    <a:lnTo>
                      <a:pt x="35798" y="60534"/>
                    </a:lnTo>
                    <a:lnTo>
                      <a:pt x="38185" y="55852"/>
                    </a:lnTo>
                    <a:lnTo>
                      <a:pt x="40571" y="51368"/>
                    </a:lnTo>
                    <a:lnTo>
                      <a:pt x="42958" y="47189"/>
                    </a:lnTo>
                    <a:lnTo>
                      <a:pt x="45344" y="43328"/>
                    </a:lnTo>
                    <a:lnTo>
                      <a:pt x="47731" y="39735"/>
                    </a:lnTo>
                    <a:lnTo>
                      <a:pt x="50117" y="36327"/>
                    </a:lnTo>
                    <a:lnTo>
                      <a:pt x="52504" y="33017"/>
                    </a:lnTo>
                    <a:lnTo>
                      <a:pt x="54891" y="29735"/>
                    </a:lnTo>
                    <a:lnTo>
                      <a:pt x="57277" y="26440"/>
                    </a:lnTo>
                    <a:lnTo>
                      <a:pt x="59664" y="23126"/>
                    </a:lnTo>
                    <a:lnTo>
                      <a:pt x="62050" y="19817"/>
                    </a:lnTo>
                    <a:lnTo>
                      <a:pt x="64437" y="16559"/>
                    </a:lnTo>
                    <a:lnTo>
                      <a:pt x="66823" y="13418"/>
                    </a:lnTo>
                    <a:lnTo>
                      <a:pt x="69210" y="10469"/>
                    </a:lnTo>
                    <a:lnTo>
                      <a:pt x="71596" y="7785"/>
                    </a:lnTo>
                    <a:lnTo>
                      <a:pt x="73983" y="5438"/>
                    </a:lnTo>
                    <a:lnTo>
                      <a:pt x="76370" y="3482"/>
                    </a:lnTo>
                    <a:lnTo>
                      <a:pt x="78756" y="1957"/>
                    </a:lnTo>
                    <a:lnTo>
                      <a:pt x="81143" y="878"/>
                    </a:lnTo>
                    <a:lnTo>
                      <a:pt x="83529" y="237"/>
                    </a:lnTo>
                    <a:lnTo>
                      <a:pt x="85916" y="0"/>
                    </a:lnTo>
                    <a:lnTo>
                      <a:pt x="88302" y="112"/>
                    </a:lnTo>
                    <a:lnTo>
                      <a:pt x="90689" y="503"/>
                    </a:lnTo>
                    <a:lnTo>
                      <a:pt x="93075" y="1088"/>
                    </a:lnTo>
                    <a:lnTo>
                      <a:pt x="95462" y="1785"/>
                    </a:lnTo>
                    <a:lnTo>
                      <a:pt x="97848" y="2513"/>
                    </a:lnTo>
                    <a:lnTo>
                      <a:pt x="100235" y="320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9" name="Surface grid line"/>
              <p:cNvSpPr/>
              <p:nvPr/>
            </p:nvSpPr>
            <p:spPr>
              <a:xfrm>
                <a:off x="2690881" y="1143169"/>
                <a:ext cx="954738" cy="774990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1364">
                    <a:moveTo>
                      <a:pt x="0" y="61294"/>
                    </a:moveTo>
                    <a:lnTo>
                      <a:pt x="2387" y="62332"/>
                    </a:lnTo>
                    <a:lnTo>
                      <a:pt x="4773" y="63964"/>
                    </a:lnTo>
                    <a:lnTo>
                      <a:pt x="7160" y="66213"/>
                    </a:lnTo>
                    <a:lnTo>
                      <a:pt x="9546" y="69009"/>
                    </a:lnTo>
                    <a:lnTo>
                      <a:pt x="11933" y="72167"/>
                    </a:lnTo>
                    <a:lnTo>
                      <a:pt x="14319" y="75385"/>
                    </a:lnTo>
                    <a:lnTo>
                      <a:pt x="16706" y="78268"/>
                    </a:lnTo>
                    <a:lnTo>
                      <a:pt x="19092" y="80389"/>
                    </a:lnTo>
                    <a:lnTo>
                      <a:pt x="21479" y="81364"/>
                    </a:lnTo>
                    <a:lnTo>
                      <a:pt x="23865" y="80931"/>
                    </a:lnTo>
                    <a:lnTo>
                      <a:pt x="26252" y="79004"/>
                    </a:lnTo>
                    <a:lnTo>
                      <a:pt x="28639" y="75691"/>
                    </a:lnTo>
                    <a:lnTo>
                      <a:pt x="31025" y="71262"/>
                    </a:lnTo>
                    <a:lnTo>
                      <a:pt x="33412" y="66090"/>
                    </a:lnTo>
                    <a:lnTo>
                      <a:pt x="35798" y="60567"/>
                    </a:lnTo>
                    <a:lnTo>
                      <a:pt x="38185" y="55035"/>
                    </a:lnTo>
                    <a:lnTo>
                      <a:pt x="40571" y="49734"/>
                    </a:lnTo>
                    <a:lnTo>
                      <a:pt x="42958" y="44787"/>
                    </a:lnTo>
                    <a:lnTo>
                      <a:pt x="45344" y="40214"/>
                    </a:lnTo>
                    <a:lnTo>
                      <a:pt x="47731" y="35962"/>
                    </a:lnTo>
                    <a:lnTo>
                      <a:pt x="50117" y="31948"/>
                    </a:lnTo>
                    <a:lnTo>
                      <a:pt x="52504" y="28090"/>
                    </a:lnTo>
                    <a:lnTo>
                      <a:pt x="54891" y="24337"/>
                    </a:lnTo>
                    <a:lnTo>
                      <a:pt x="57277" y="20674"/>
                    </a:lnTo>
                    <a:lnTo>
                      <a:pt x="59664" y="17125"/>
                    </a:lnTo>
                    <a:lnTo>
                      <a:pt x="62050" y="13746"/>
                    </a:lnTo>
                    <a:lnTo>
                      <a:pt x="64437" y="10611"/>
                    </a:lnTo>
                    <a:lnTo>
                      <a:pt x="66823" y="7796"/>
                    </a:lnTo>
                    <a:lnTo>
                      <a:pt x="69210" y="5371"/>
                    </a:lnTo>
                    <a:lnTo>
                      <a:pt x="71596" y="3387"/>
                    </a:lnTo>
                    <a:lnTo>
                      <a:pt x="73983" y="1869"/>
                    </a:lnTo>
                    <a:lnTo>
                      <a:pt x="76370" y="819"/>
                    </a:lnTo>
                    <a:lnTo>
                      <a:pt x="78756" y="211"/>
                    </a:lnTo>
                    <a:lnTo>
                      <a:pt x="81143" y="0"/>
                    </a:lnTo>
                    <a:lnTo>
                      <a:pt x="83529" y="123"/>
                    </a:lnTo>
                    <a:lnTo>
                      <a:pt x="85916" y="509"/>
                    </a:lnTo>
                    <a:lnTo>
                      <a:pt x="88302" y="1081"/>
                    </a:lnTo>
                    <a:lnTo>
                      <a:pt x="90689" y="1765"/>
                    </a:lnTo>
                    <a:lnTo>
                      <a:pt x="93075" y="2492"/>
                    </a:lnTo>
                    <a:lnTo>
                      <a:pt x="95462" y="3200"/>
                    </a:lnTo>
                    <a:lnTo>
                      <a:pt x="97848" y="3841"/>
                    </a:lnTo>
                    <a:lnTo>
                      <a:pt x="100235" y="437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0" name="Surface grid line"/>
              <p:cNvSpPr/>
              <p:nvPr/>
            </p:nvSpPr>
            <p:spPr>
              <a:xfrm>
                <a:off x="2718268" y="1116661"/>
                <a:ext cx="954738" cy="8517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9420">
                    <a:moveTo>
                      <a:pt x="0" y="66541"/>
                    </a:moveTo>
                    <a:lnTo>
                      <a:pt x="2387" y="67794"/>
                    </a:lnTo>
                    <a:lnTo>
                      <a:pt x="4773" y="69702"/>
                    </a:lnTo>
                    <a:lnTo>
                      <a:pt x="7160" y="72293"/>
                    </a:lnTo>
                    <a:lnTo>
                      <a:pt x="9546" y="75489"/>
                    </a:lnTo>
                    <a:lnTo>
                      <a:pt x="11933" y="79082"/>
                    </a:lnTo>
                    <a:lnTo>
                      <a:pt x="14319" y="82729"/>
                    </a:lnTo>
                    <a:lnTo>
                      <a:pt x="16706" y="85982"/>
                    </a:lnTo>
                    <a:lnTo>
                      <a:pt x="19092" y="88357"/>
                    </a:lnTo>
                    <a:lnTo>
                      <a:pt x="21479" y="89420"/>
                    </a:lnTo>
                    <a:lnTo>
                      <a:pt x="23865" y="88871"/>
                    </a:lnTo>
                    <a:lnTo>
                      <a:pt x="26252" y="86616"/>
                    </a:lnTo>
                    <a:lnTo>
                      <a:pt x="28639" y="82774"/>
                    </a:lnTo>
                    <a:lnTo>
                      <a:pt x="31025" y="77654"/>
                    </a:lnTo>
                    <a:lnTo>
                      <a:pt x="33412" y="71675"/>
                    </a:lnTo>
                    <a:lnTo>
                      <a:pt x="35798" y="65279"/>
                    </a:lnTo>
                    <a:lnTo>
                      <a:pt x="38185" y="58847"/>
                    </a:lnTo>
                    <a:lnTo>
                      <a:pt x="40571" y="52644"/>
                    </a:lnTo>
                    <a:lnTo>
                      <a:pt x="42958" y="46803"/>
                    </a:lnTo>
                    <a:lnTo>
                      <a:pt x="45344" y="41344"/>
                    </a:lnTo>
                    <a:lnTo>
                      <a:pt x="47731" y="36212"/>
                    </a:lnTo>
                    <a:lnTo>
                      <a:pt x="50117" y="31326"/>
                    </a:lnTo>
                    <a:lnTo>
                      <a:pt x="52504" y="26618"/>
                    </a:lnTo>
                    <a:lnTo>
                      <a:pt x="54891" y="22064"/>
                    </a:lnTo>
                    <a:lnTo>
                      <a:pt x="57277" y="17692"/>
                    </a:lnTo>
                    <a:lnTo>
                      <a:pt x="59664" y="13578"/>
                    </a:lnTo>
                    <a:lnTo>
                      <a:pt x="62050" y="9830"/>
                    </a:lnTo>
                    <a:lnTo>
                      <a:pt x="64437" y="6569"/>
                    </a:lnTo>
                    <a:lnTo>
                      <a:pt x="66823" y="3902"/>
                    </a:lnTo>
                    <a:lnTo>
                      <a:pt x="69210" y="1905"/>
                    </a:lnTo>
                    <a:lnTo>
                      <a:pt x="71596" y="610"/>
                    </a:lnTo>
                    <a:lnTo>
                      <a:pt x="73983" y="0"/>
                    </a:lnTo>
                    <a:lnTo>
                      <a:pt x="76370" y="12"/>
                    </a:lnTo>
                    <a:lnTo>
                      <a:pt x="78756" y="545"/>
                    </a:lnTo>
                    <a:lnTo>
                      <a:pt x="81143" y="1475"/>
                    </a:lnTo>
                    <a:lnTo>
                      <a:pt x="83529" y="2669"/>
                    </a:lnTo>
                    <a:lnTo>
                      <a:pt x="85916" y="3998"/>
                    </a:lnTo>
                    <a:lnTo>
                      <a:pt x="88302" y="5349"/>
                    </a:lnTo>
                    <a:lnTo>
                      <a:pt x="90689" y="6631"/>
                    </a:lnTo>
                    <a:lnTo>
                      <a:pt x="93075" y="7777"/>
                    </a:lnTo>
                    <a:lnTo>
                      <a:pt x="95462" y="8742"/>
                    </a:lnTo>
                    <a:lnTo>
                      <a:pt x="97848" y="9503"/>
                    </a:lnTo>
                    <a:lnTo>
                      <a:pt x="100235" y="1005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1" name="Surface grid line"/>
              <p:cNvSpPr/>
              <p:nvPr/>
            </p:nvSpPr>
            <p:spPr>
              <a:xfrm>
                <a:off x="2745656" y="1036155"/>
                <a:ext cx="954738" cy="97556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02421">
                    <a:moveTo>
                      <a:pt x="0" y="77373"/>
                    </a:moveTo>
                    <a:lnTo>
                      <a:pt x="2387" y="78775"/>
                    </a:lnTo>
                    <a:lnTo>
                      <a:pt x="4773" y="80886"/>
                    </a:lnTo>
                    <a:lnTo>
                      <a:pt x="7160" y="83739"/>
                    </a:lnTo>
                    <a:lnTo>
                      <a:pt x="9546" y="87250"/>
                    </a:lnTo>
                    <a:lnTo>
                      <a:pt x="11933" y="91190"/>
                    </a:lnTo>
                    <a:lnTo>
                      <a:pt x="14319" y="95183"/>
                    </a:lnTo>
                    <a:lnTo>
                      <a:pt x="16706" y="98734"/>
                    </a:lnTo>
                    <a:lnTo>
                      <a:pt x="19092" y="101307"/>
                    </a:lnTo>
                    <a:lnTo>
                      <a:pt x="21479" y="102421"/>
                    </a:lnTo>
                    <a:lnTo>
                      <a:pt x="23865" y="101746"/>
                    </a:lnTo>
                    <a:lnTo>
                      <a:pt x="26252" y="99173"/>
                    </a:lnTo>
                    <a:lnTo>
                      <a:pt x="28639" y="94833"/>
                    </a:lnTo>
                    <a:lnTo>
                      <a:pt x="31025" y="89060"/>
                    </a:lnTo>
                    <a:lnTo>
                      <a:pt x="33412" y="82311"/>
                    </a:lnTo>
                    <a:lnTo>
                      <a:pt x="35798" y="75061"/>
                    </a:lnTo>
                    <a:lnTo>
                      <a:pt x="38185" y="67720"/>
                    </a:lnTo>
                    <a:lnTo>
                      <a:pt x="40571" y="60565"/>
                    </a:lnTo>
                    <a:lnTo>
                      <a:pt x="42958" y="53732"/>
                    </a:lnTo>
                    <a:lnTo>
                      <a:pt x="45344" y="47235"/>
                    </a:lnTo>
                    <a:lnTo>
                      <a:pt x="47731" y="41014"/>
                    </a:lnTo>
                    <a:lnTo>
                      <a:pt x="50117" y="34994"/>
                    </a:lnTo>
                    <a:lnTo>
                      <a:pt x="52504" y="29131"/>
                    </a:lnTo>
                    <a:lnTo>
                      <a:pt x="54891" y="23441"/>
                    </a:lnTo>
                    <a:lnTo>
                      <a:pt x="57277" y="18015"/>
                    </a:lnTo>
                    <a:lnTo>
                      <a:pt x="59664" y="13001"/>
                    </a:lnTo>
                    <a:lnTo>
                      <a:pt x="62050" y="8584"/>
                    </a:lnTo>
                    <a:lnTo>
                      <a:pt x="64437" y="4951"/>
                    </a:lnTo>
                    <a:lnTo>
                      <a:pt x="66823" y="2258"/>
                    </a:lnTo>
                    <a:lnTo>
                      <a:pt x="69210" y="601"/>
                    </a:lnTo>
                    <a:lnTo>
                      <a:pt x="71596" y="0"/>
                    </a:lnTo>
                    <a:lnTo>
                      <a:pt x="73983" y="391"/>
                    </a:lnTo>
                    <a:lnTo>
                      <a:pt x="76370" y="1639"/>
                    </a:lnTo>
                    <a:lnTo>
                      <a:pt x="78756" y="3552"/>
                    </a:lnTo>
                    <a:lnTo>
                      <a:pt x="81143" y="5910"/>
                    </a:lnTo>
                    <a:lnTo>
                      <a:pt x="83529" y="8488"/>
                    </a:lnTo>
                    <a:lnTo>
                      <a:pt x="85916" y="11085"/>
                    </a:lnTo>
                    <a:lnTo>
                      <a:pt x="88302" y="13531"/>
                    </a:lnTo>
                    <a:lnTo>
                      <a:pt x="90689" y="15707"/>
                    </a:lnTo>
                    <a:lnTo>
                      <a:pt x="93075" y="17537"/>
                    </a:lnTo>
                    <a:lnTo>
                      <a:pt x="95462" y="18989"/>
                    </a:lnTo>
                    <a:lnTo>
                      <a:pt x="97848" y="20063"/>
                    </a:lnTo>
                    <a:lnTo>
                      <a:pt x="100235" y="2078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2" name="Surface grid line"/>
              <p:cNvSpPr/>
              <p:nvPr/>
            </p:nvSpPr>
            <p:spPr>
              <a:xfrm>
                <a:off x="2773044" y="923982"/>
                <a:ext cx="954738" cy="112139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17732">
                    <a:moveTo>
                      <a:pt x="0" y="91332"/>
                    </a:moveTo>
                    <a:lnTo>
                      <a:pt x="2387" y="92805"/>
                    </a:lnTo>
                    <a:lnTo>
                      <a:pt x="4773" y="95030"/>
                    </a:lnTo>
                    <a:lnTo>
                      <a:pt x="7160" y="98043"/>
                    </a:lnTo>
                    <a:lnTo>
                      <a:pt x="9546" y="101758"/>
                    </a:lnTo>
                    <a:lnTo>
                      <a:pt x="11933" y="105933"/>
                    </a:lnTo>
                    <a:lnTo>
                      <a:pt x="14319" y="110160"/>
                    </a:lnTo>
                    <a:lnTo>
                      <a:pt x="16706" y="113911"/>
                    </a:lnTo>
                    <a:lnTo>
                      <a:pt x="19092" y="116608"/>
                    </a:lnTo>
                    <a:lnTo>
                      <a:pt x="21479" y="117732"/>
                    </a:lnTo>
                    <a:lnTo>
                      <a:pt x="23865" y="116925"/>
                    </a:lnTo>
                    <a:lnTo>
                      <a:pt x="26252" y="114067"/>
                    </a:lnTo>
                    <a:lnTo>
                      <a:pt x="28639" y="109292"/>
                    </a:lnTo>
                    <a:lnTo>
                      <a:pt x="31025" y="102950"/>
                    </a:lnTo>
                    <a:lnTo>
                      <a:pt x="33412" y="95520"/>
                    </a:lnTo>
                    <a:lnTo>
                      <a:pt x="35798" y="87497"/>
                    </a:lnTo>
                    <a:lnTo>
                      <a:pt x="38185" y="79303"/>
                    </a:lnTo>
                    <a:lnTo>
                      <a:pt x="40571" y="71215"/>
                    </a:lnTo>
                    <a:lnTo>
                      <a:pt x="42958" y="63363"/>
                    </a:lnTo>
                    <a:lnTo>
                      <a:pt x="45344" y="55748"/>
                    </a:lnTo>
                    <a:lnTo>
                      <a:pt x="47731" y="48308"/>
                    </a:lnTo>
                    <a:lnTo>
                      <a:pt x="50117" y="40977"/>
                    </a:lnTo>
                    <a:lnTo>
                      <a:pt x="52504" y="33740"/>
                    </a:lnTo>
                    <a:lnTo>
                      <a:pt x="54891" y="26670"/>
                    </a:lnTo>
                    <a:lnTo>
                      <a:pt x="57277" y="19930"/>
                    </a:lnTo>
                    <a:lnTo>
                      <a:pt x="59664" y="13761"/>
                    </a:lnTo>
                    <a:lnTo>
                      <a:pt x="62050" y="8442"/>
                    </a:lnTo>
                    <a:lnTo>
                      <a:pt x="64437" y="4245"/>
                    </a:lnTo>
                    <a:lnTo>
                      <a:pt x="66823" y="1389"/>
                    </a:lnTo>
                    <a:lnTo>
                      <a:pt x="69210" y="0"/>
                    </a:lnTo>
                    <a:lnTo>
                      <a:pt x="71596" y="88"/>
                    </a:lnTo>
                    <a:lnTo>
                      <a:pt x="73983" y="1543"/>
                    </a:lnTo>
                    <a:lnTo>
                      <a:pt x="76370" y="4149"/>
                    </a:lnTo>
                    <a:lnTo>
                      <a:pt x="78756" y="7615"/>
                    </a:lnTo>
                    <a:lnTo>
                      <a:pt x="81143" y="11608"/>
                    </a:lnTo>
                    <a:lnTo>
                      <a:pt x="83529" y="15801"/>
                    </a:lnTo>
                    <a:lnTo>
                      <a:pt x="85916" y="19900"/>
                    </a:lnTo>
                    <a:lnTo>
                      <a:pt x="88302" y="23671"/>
                    </a:lnTo>
                    <a:lnTo>
                      <a:pt x="90689" y="26954"/>
                    </a:lnTo>
                    <a:lnTo>
                      <a:pt x="93075" y="29660"/>
                    </a:lnTo>
                    <a:lnTo>
                      <a:pt x="95462" y="31762"/>
                    </a:lnTo>
                    <a:lnTo>
                      <a:pt x="97848" y="33285"/>
                    </a:lnTo>
                    <a:lnTo>
                      <a:pt x="100235" y="3428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3" name="Surface grid line"/>
              <p:cNvSpPr/>
              <p:nvPr/>
            </p:nvSpPr>
            <p:spPr>
              <a:xfrm>
                <a:off x="2800432" y="799745"/>
                <a:ext cx="954738" cy="126757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33079">
                    <a:moveTo>
                      <a:pt x="0" y="106263"/>
                    </a:moveTo>
                    <a:lnTo>
                      <a:pt x="2387" y="107722"/>
                    </a:lnTo>
                    <a:lnTo>
                      <a:pt x="4773" y="109960"/>
                    </a:lnTo>
                    <a:lnTo>
                      <a:pt x="7160" y="113020"/>
                    </a:lnTo>
                    <a:lnTo>
                      <a:pt x="9546" y="116813"/>
                    </a:lnTo>
                    <a:lnTo>
                      <a:pt x="11933" y="121087"/>
                    </a:lnTo>
                    <a:lnTo>
                      <a:pt x="14319" y="125419"/>
                    </a:lnTo>
                    <a:lnTo>
                      <a:pt x="16706" y="129254"/>
                    </a:lnTo>
                    <a:lnTo>
                      <a:pt x="19092" y="131989"/>
                    </a:lnTo>
                    <a:lnTo>
                      <a:pt x="21479" y="133079"/>
                    </a:lnTo>
                    <a:lnTo>
                      <a:pt x="23865" y="132146"/>
                    </a:lnTo>
                    <a:lnTo>
                      <a:pt x="26252" y="129057"/>
                    </a:lnTo>
                    <a:lnTo>
                      <a:pt x="28639" y="123948"/>
                    </a:lnTo>
                    <a:lnTo>
                      <a:pt x="31025" y="117171"/>
                    </a:lnTo>
                    <a:lnTo>
                      <a:pt x="33412" y="109213"/>
                    </a:lnTo>
                    <a:lnTo>
                      <a:pt x="35798" y="100575"/>
                    </a:lnTo>
                    <a:lnTo>
                      <a:pt x="38185" y="91673"/>
                    </a:lnTo>
                    <a:lnTo>
                      <a:pt x="40571" y="82776"/>
                    </a:lnTo>
                    <a:lnTo>
                      <a:pt x="42958" y="73998"/>
                    </a:lnTo>
                    <a:lnTo>
                      <a:pt x="45344" y="65328"/>
                    </a:lnTo>
                    <a:lnTo>
                      <a:pt x="47731" y="56698"/>
                    </a:lnTo>
                    <a:lnTo>
                      <a:pt x="50117" y="48054"/>
                    </a:lnTo>
                    <a:lnTo>
                      <a:pt x="52504" y="39417"/>
                    </a:lnTo>
                    <a:lnTo>
                      <a:pt x="54891" y="30918"/>
                    </a:lnTo>
                    <a:lnTo>
                      <a:pt x="57277" y="22802"/>
                    </a:lnTo>
                    <a:lnTo>
                      <a:pt x="59664" y="15405"/>
                    </a:lnTo>
                    <a:lnTo>
                      <a:pt x="62050" y="9107"/>
                    </a:lnTo>
                    <a:lnTo>
                      <a:pt x="64437" y="4270"/>
                    </a:lnTo>
                    <a:lnTo>
                      <a:pt x="66823" y="1181"/>
                    </a:lnTo>
                    <a:lnTo>
                      <a:pt x="69210" y="0"/>
                    </a:lnTo>
                    <a:lnTo>
                      <a:pt x="71596" y="731"/>
                    </a:lnTo>
                    <a:lnTo>
                      <a:pt x="73983" y="3220"/>
                    </a:lnTo>
                    <a:lnTo>
                      <a:pt x="76370" y="7172"/>
                    </a:lnTo>
                    <a:lnTo>
                      <a:pt x="78756" y="12193"/>
                    </a:lnTo>
                    <a:lnTo>
                      <a:pt x="81143" y="17839"/>
                    </a:lnTo>
                    <a:lnTo>
                      <a:pt x="83529" y="23675"/>
                    </a:lnTo>
                    <a:lnTo>
                      <a:pt x="85916" y="29314"/>
                    </a:lnTo>
                    <a:lnTo>
                      <a:pt x="88302" y="34455"/>
                    </a:lnTo>
                    <a:lnTo>
                      <a:pt x="90689" y="38891"/>
                    </a:lnTo>
                    <a:lnTo>
                      <a:pt x="93075" y="42519"/>
                    </a:lnTo>
                    <a:lnTo>
                      <a:pt x="95462" y="45316"/>
                    </a:lnTo>
                    <a:lnTo>
                      <a:pt x="97848" y="47325"/>
                    </a:lnTo>
                    <a:lnTo>
                      <a:pt x="100235" y="486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4" name="Surface grid line"/>
              <p:cNvSpPr/>
              <p:nvPr/>
            </p:nvSpPr>
            <p:spPr>
              <a:xfrm>
                <a:off x="2827820" y="695502"/>
                <a:ext cx="954738" cy="138094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44981">
                    <a:moveTo>
                      <a:pt x="0" y="118725"/>
                    </a:moveTo>
                    <a:lnTo>
                      <a:pt x="2387" y="120086"/>
                    </a:lnTo>
                    <a:lnTo>
                      <a:pt x="4773" y="122237"/>
                    </a:lnTo>
                    <a:lnTo>
                      <a:pt x="7160" y="125224"/>
                    </a:lnTo>
                    <a:lnTo>
                      <a:pt x="9546" y="128960"/>
                    </a:lnTo>
                    <a:lnTo>
                      <a:pt x="11933" y="133190"/>
                    </a:lnTo>
                    <a:lnTo>
                      <a:pt x="14319" y="137485"/>
                    </a:lnTo>
                    <a:lnTo>
                      <a:pt x="16706" y="141283"/>
                    </a:lnTo>
                    <a:lnTo>
                      <a:pt x="19092" y="143967"/>
                    </a:lnTo>
                    <a:lnTo>
                      <a:pt x="21479" y="144981"/>
                    </a:lnTo>
                    <a:lnTo>
                      <a:pt x="23865" y="143939"/>
                    </a:lnTo>
                    <a:lnTo>
                      <a:pt x="26252" y="140699"/>
                    </a:lnTo>
                    <a:lnTo>
                      <a:pt x="28639" y="135391"/>
                    </a:lnTo>
                    <a:lnTo>
                      <a:pt x="31025" y="128363"/>
                    </a:lnTo>
                    <a:lnTo>
                      <a:pt x="33412" y="120097"/>
                    </a:lnTo>
                    <a:lnTo>
                      <a:pt x="35798" y="111081"/>
                    </a:lnTo>
                    <a:lnTo>
                      <a:pt x="38185" y="101720"/>
                    </a:lnTo>
                    <a:lnTo>
                      <a:pt x="40571" y="92265"/>
                    </a:lnTo>
                    <a:lnTo>
                      <a:pt x="42958" y="82811"/>
                    </a:lnTo>
                    <a:lnTo>
                      <a:pt x="45344" y="73334"/>
                    </a:lnTo>
                    <a:lnTo>
                      <a:pt x="47731" y="63762"/>
                    </a:lnTo>
                    <a:lnTo>
                      <a:pt x="50117" y="54053"/>
                    </a:lnTo>
                    <a:lnTo>
                      <a:pt x="52504" y="44260"/>
                    </a:lnTo>
                    <a:lnTo>
                      <a:pt x="54891" y="34567"/>
                    </a:lnTo>
                    <a:lnTo>
                      <a:pt x="57277" y="25290"/>
                    </a:lnTo>
                    <a:lnTo>
                      <a:pt x="59664" y="16851"/>
                    </a:lnTo>
                    <a:lnTo>
                      <a:pt x="62050" y="9714"/>
                    </a:lnTo>
                    <a:lnTo>
                      <a:pt x="64437" y="4323"/>
                    </a:lnTo>
                    <a:lnTo>
                      <a:pt x="66823" y="1021"/>
                    </a:lnTo>
                    <a:lnTo>
                      <a:pt x="69210" y="0"/>
                    </a:lnTo>
                    <a:lnTo>
                      <a:pt x="71596" y="1261"/>
                    </a:lnTo>
                    <a:lnTo>
                      <a:pt x="73983" y="4612"/>
                    </a:lnTo>
                    <a:lnTo>
                      <a:pt x="76370" y="9692"/>
                    </a:lnTo>
                    <a:lnTo>
                      <a:pt x="78756" y="16020"/>
                    </a:lnTo>
                    <a:lnTo>
                      <a:pt x="81143" y="23059"/>
                    </a:lnTo>
                    <a:lnTo>
                      <a:pt x="83529" y="30280"/>
                    </a:lnTo>
                    <a:lnTo>
                      <a:pt x="85916" y="37218"/>
                    </a:lnTo>
                    <a:lnTo>
                      <a:pt x="88302" y="43512"/>
                    </a:lnTo>
                    <a:lnTo>
                      <a:pt x="90689" y="48919"/>
                    </a:lnTo>
                    <a:lnTo>
                      <a:pt x="93075" y="53318"/>
                    </a:lnTo>
                    <a:lnTo>
                      <a:pt x="95462" y="56691"/>
                    </a:lnTo>
                    <a:lnTo>
                      <a:pt x="97848" y="59098"/>
                    </a:lnTo>
                    <a:lnTo>
                      <a:pt x="100235" y="6064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5" name="Surface grid line"/>
              <p:cNvSpPr/>
              <p:nvPr/>
            </p:nvSpPr>
            <p:spPr>
              <a:xfrm>
                <a:off x="2855207" y="638175"/>
                <a:ext cx="954738" cy="143458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50613">
                    <a:moveTo>
                      <a:pt x="0" y="125847"/>
                    </a:moveTo>
                    <a:lnTo>
                      <a:pt x="2387" y="127034"/>
                    </a:lnTo>
                    <a:lnTo>
                      <a:pt x="4773" y="129003"/>
                    </a:lnTo>
                    <a:lnTo>
                      <a:pt x="7160" y="131803"/>
                    </a:lnTo>
                    <a:lnTo>
                      <a:pt x="9546" y="135351"/>
                    </a:lnTo>
                    <a:lnTo>
                      <a:pt x="11933" y="139397"/>
                    </a:lnTo>
                    <a:lnTo>
                      <a:pt x="14319" y="143519"/>
                    </a:lnTo>
                    <a:lnTo>
                      <a:pt x="16706" y="147158"/>
                    </a:lnTo>
                    <a:lnTo>
                      <a:pt x="19092" y="149707"/>
                    </a:lnTo>
                    <a:lnTo>
                      <a:pt x="21479" y="150613"/>
                    </a:lnTo>
                    <a:lnTo>
                      <a:pt x="23865" y="149490"/>
                    </a:lnTo>
                    <a:lnTo>
                      <a:pt x="26252" y="146196"/>
                    </a:lnTo>
                    <a:lnTo>
                      <a:pt x="28639" y="140852"/>
                    </a:lnTo>
                    <a:lnTo>
                      <a:pt x="31025" y="133795"/>
                    </a:lnTo>
                    <a:lnTo>
                      <a:pt x="33412" y="125489"/>
                    </a:lnTo>
                    <a:lnTo>
                      <a:pt x="35798" y="116404"/>
                    </a:lnTo>
                    <a:lnTo>
                      <a:pt x="38185" y="106924"/>
                    </a:lnTo>
                    <a:lnTo>
                      <a:pt x="40571" y="97279"/>
                    </a:lnTo>
                    <a:lnTo>
                      <a:pt x="42958" y="87548"/>
                    </a:lnTo>
                    <a:lnTo>
                      <a:pt x="45344" y="77696"/>
                    </a:lnTo>
                    <a:lnTo>
                      <a:pt x="47731" y="67649"/>
                    </a:lnTo>
                    <a:lnTo>
                      <a:pt x="50117" y="57374"/>
                    </a:lnTo>
                    <a:lnTo>
                      <a:pt x="52504" y="46946"/>
                    </a:lnTo>
                    <a:lnTo>
                      <a:pt x="54891" y="36583"/>
                    </a:lnTo>
                    <a:lnTo>
                      <a:pt x="57277" y="26648"/>
                    </a:lnTo>
                    <a:lnTo>
                      <a:pt x="59664" y="17614"/>
                    </a:lnTo>
                    <a:lnTo>
                      <a:pt x="62050" y="10003"/>
                    </a:lnTo>
                    <a:lnTo>
                      <a:pt x="64437" y="4304"/>
                    </a:lnTo>
                    <a:lnTo>
                      <a:pt x="66823" y="900"/>
                    </a:lnTo>
                    <a:lnTo>
                      <a:pt x="69210" y="0"/>
                    </a:lnTo>
                    <a:lnTo>
                      <a:pt x="71596" y="1603"/>
                    </a:lnTo>
                    <a:lnTo>
                      <a:pt x="73983" y="5493"/>
                    </a:lnTo>
                    <a:lnTo>
                      <a:pt x="76370" y="11269"/>
                    </a:lnTo>
                    <a:lnTo>
                      <a:pt x="78756" y="18396"/>
                    </a:lnTo>
                    <a:lnTo>
                      <a:pt x="81143" y="26279"/>
                    </a:lnTo>
                    <a:lnTo>
                      <a:pt x="83529" y="34331"/>
                    </a:lnTo>
                    <a:lnTo>
                      <a:pt x="85916" y="42040"/>
                    </a:lnTo>
                    <a:lnTo>
                      <a:pt x="88302" y="49007"/>
                    </a:lnTo>
                    <a:lnTo>
                      <a:pt x="90689" y="54968"/>
                    </a:lnTo>
                    <a:lnTo>
                      <a:pt x="93075" y="59792"/>
                    </a:lnTo>
                    <a:lnTo>
                      <a:pt x="95462" y="63465"/>
                    </a:lnTo>
                    <a:lnTo>
                      <a:pt x="97848" y="66057"/>
                    </a:lnTo>
                    <a:lnTo>
                      <a:pt x="100235" y="6769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6" name="Surface grid line"/>
              <p:cNvSpPr/>
              <p:nvPr/>
            </p:nvSpPr>
            <p:spPr>
              <a:xfrm>
                <a:off x="2882595" y="646011"/>
                <a:ext cx="954738" cy="14113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48170">
                    <a:moveTo>
                      <a:pt x="0" y="125704"/>
                    </a:moveTo>
                    <a:lnTo>
                      <a:pt x="2387" y="126654"/>
                    </a:lnTo>
                    <a:lnTo>
                      <a:pt x="4773" y="128362"/>
                    </a:lnTo>
                    <a:lnTo>
                      <a:pt x="7160" y="130877"/>
                    </a:lnTo>
                    <a:lnTo>
                      <a:pt x="9546" y="134122"/>
                    </a:lnTo>
                    <a:lnTo>
                      <a:pt x="11933" y="137858"/>
                    </a:lnTo>
                    <a:lnTo>
                      <a:pt x="14319" y="141681"/>
                    </a:lnTo>
                    <a:lnTo>
                      <a:pt x="16706" y="145056"/>
                    </a:lnTo>
                    <a:lnTo>
                      <a:pt x="19092" y="147396"/>
                    </a:lnTo>
                    <a:lnTo>
                      <a:pt x="21479" y="148170"/>
                    </a:lnTo>
                    <a:lnTo>
                      <a:pt x="23865" y="147006"/>
                    </a:lnTo>
                    <a:lnTo>
                      <a:pt x="26252" y="143764"/>
                    </a:lnTo>
                    <a:lnTo>
                      <a:pt x="28639" y="138558"/>
                    </a:lnTo>
                    <a:lnTo>
                      <a:pt x="31025" y="131708"/>
                    </a:lnTo>
                    <a:lnTo>
                      <a:pt x="33412" y="123654"/>
                    </a:lnTo>
                    <a:lnTo>
                      <a:pt x="35798" y="114841"/>
                    </a:lnTo>
                    <a:lnTo>
                      <a:pt x="38185" y="105629"/>
                    </a:lnTo>
                    <a:lnTo>
                      <a:pt x="40571" y="96230"/>
                    </a:lnTo>
                    <a:lnTo>
                      <a:pt x="42958" y="86712"/>
                    </a:lnTo>
                    <a:lnTo>
                      <a:pt x="45344" y="77034"/>
                    </a:lnTo>
                    <a:lnTo>
                      <a:pt x="47731" y="67121"/>
                    </a:lnTo>
                    <a:lnTo>
                      <a:pt x="50117" y="56945"/>
                    </a:lnTo>
                    <a:lnTo>
                      <a:pt x="52504" y="46586"/>
                    </a:lnTo>
                    <a:lnTo>
                      <a:pt x="54891" y="36271"/>
                    </a:lnTo>
                    <a:lnTo>
                      <a:pt x="57277" y="26372"/>
                    </a:lnTo>
                    <a:lnTo>
                      <a:pt x="59664" y="17372"/>
                    </a:lnTo>
                    <a:lnTo>
                      <a:pt x="62050" y="9799"/>
                    </a:lnTo>
                    <a:lnTo>
                      <a:pt x="64437" y="4152"/>
                    </a:lnTo>
                    <a:lnTo>
                      <a:pt x="66823" y="815"/>
                    </a:lnTo>
                    <a:lnTo>
                      <a:pt x="69210" y="0"/>
                    </a:lnTo>
                    <a:lnTo>
                      <a:pt x="71596" y="1704"/>
                    </a:lnTo>
                    <a:lnTo>
                      <a:pt x="73983" y="5708"/>
                    </a:lnTo>
                    <a:lnTo>
                      <a:pt x="76370" y="11600"/>
                    </a:lnTo>
                    <a:lnTo>
                      <a:pt x="78756" y="18839"/>
                    </a:lnTo>
                    <a:lnTo>
                      <a:pt x="81143" y="26820"/>
                    </a:lnTo>
                    <a:lnTo>
                      <a:pt x="83529" y="34949"/>
                    </a:lnTo>
                    <a:lnTo>
                      <a:pt x="85916" y="42705"/>
                    </a:lnTo>
                    <a:lnTo>
                      <a:pt x="88302" y="49687"/>
                    </a:lnTo>
                    <a:lnTo>
                      <a:pt x="90689" y="55628"/>
                    </a:lnTo>
                    <a:lnTo>
                      <a:pt x="93075" y="60400"/>
                    </a:lnTo>
                    <a:lnTo>
                      <a:pt x="95462" y="63992"/>
                    </a:lnTo>
                    <a:lnTo>
                      <a:pt x="97848" y="66478"/>
                    </a:lnTo>
                    <a:lnTo>
                      <a:pt x="100235" y="6799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7" name="Surface grid line"/>
              <p:cNvSpPr/>
              <p:nvPr/>
            </p:nvSpPr>
            <p:spPr>
              <a:xfrm>
                <a:off x="2909983" y="721525"/>
                <a:ext cx="954738" cy="1310664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37603">
                    <a:moveTo>
                      <a:pt x="0" y="118057"/>
                    </a:moveTo>
                    <a:lnTo>
                      <a:pt x="2387" y="118727"/>
                    </a:lnTo>
                    <a:lnTo>
                      <a:pt x="4773" y="120115"/>
                    </a:lnTo>
                    <a:lnTo>
                      <a:pt x="7160" y="122269"/>
                    </a:lnTo>
                    <a:lnTo>
                      <a:pt x="9546" y="125119"/>
                    </a:lnTo>
                    <a:lnTo>
                      <a:pt x="11933" y="128446"/>
                    </a:lnTo>
                    <a:lnTo>
                      <a:pt x="14319" y="131872"/>
                    </a:lnTo>
                    <a:lnTo>
                      <a:pt x="16706" y="134896"/>
                    </a:lnTo>
                    <a:lnTo>
                      <a:pt x="19092" y="136972"/>
                    </a:lnTo>
                    <a:lnTo>
                      <a:pt x="21479" y="137603"/>
                    </a:lnTo>
                    <a:lnTo>
                      <a:pt x="23865" y="136439"/>
                    </a:lnTo>
                    <a:lnTo>
                      <a:pt x="26252" y="133352"/>
                    </a:lnTo>
                    <a:lnTo>
                      <a:pt x="28639" y="128447"/>
                    </a:lnTo>
                    <a:lnTo>
                      <a:pt x="31025" y="122025"/>
                    </a:lnTo>
                    <a:lnTo>
                      <a:pt x="33412" y="114496"/>
                    </a:lnTo>
                    <a:lnTo>
                      <a:pt x="35798" y="106279"/>
                    </a:lnTo>
                    <a:lnTo>
                      <a:pt x="38185" y="97708"/>
                    </a:lnTo>
                    <a:lnTo>
                      <a:pt x="40571" y="88981"/>
                    </a:lnTo>
                    <a:lnTo>
                      <a:pt x="42958" y="80160"/>
                    </a:lnTo>
                    <a:lnTo>
                      <a:pt x="45344" y="71204"/>
                    </a:lnTo>
                    <a:lnTo>
                      <a:pt x="47731" y="62042"/>
                    </a:lnTo>
                    <a:lnTo>
                      <a:pt x="50117" y="52641"/>
                    </a:lnTo>
                    <a:lnTo>
                      <a:pt x="52504" y="43073"/>
                    </a:lnTo>
                    <a:lnTo>
                      <a:pt x="54891" y="33545"/>
                    </a:lnTo>
                    <a:lnTo>
                      <a:pt x="57277" y="24400"/>
                    </a:lnTo>
                    <a:lnTo>
                      <a:pt x="59664" y="16082"/>
                    </a:lnTo>
                    <a:lnTo>
                      <a:pt x="62050" y="9081"/>
                    </a:lnTo>
                    <a:lnTo>
                      <a:pt x="64437" y="3856"/>
                    </a:lnTo>
                    <a:lnTo>
                      <a:pt x="66823" y="765"/>
                    </a:lnTo>
                    <a:lnTo>
                      <a:pt x="69210" y="0"/>
                    </a:lnTo>
                    <a:lnTo>
                      <a:pt x="71596" y="1558"/>
                    </a:lnTo>
                    <a:lnTo>
                      <a:pt x="73983" y="5234"/>
                    </a:lnTo>
                    <a:lnTo>
                      <a:pt x="76370" y="10643"/>
                    </a:lnTo>
                    <a:lnTo>
                      <a:pt x="78756" y="17283"/>
                    </a:lnTo>
                    <a:lnTo>
                      <a:pt x="81143" y="24589"/>
                    </a:lnTo>
                    <a:lnTo>
                      <a:pt x="83529" y="32011"/>
                    </a:lnTo>
                    <a:lnTo>
                      <a:pt x="85916" y="39065"/>
                    </a:lnTo>
                    <a:lnTo>
                      <a:pt x="88302" y="45379"/>
                    </a:lnTo>
                    <a:lnTo>
                      <a:pt x="90689" y="50708"/>
                    </a:lnTo>
                    <a:lnTo>
                      <a:pt x="93075" y="54935"/>
                    </a:lnTo>
                    <a:lnTo>
                      <a:pt x="95462" y="58052"/>
                    </a:lnTo>
                    <a:lnTo>
                      <a:pt x="97848" y="60133"/>
                    </a:lnTo>
                    <a:lnTo>
                      <a:pt x="100235" y="6130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8" name="Surface grid line"/>
              <p:cNvSpPr/>
              <p:nvPr/>
            </p:nvSpPr>
            <p:spPr>
              <a:xfrm>
                <a:off x="2937371" y="850439"/>
                <a:ext cx="954738" cy="11496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20695">
                    <a:moveTo>
                      <a:pt x="0" y="104462"/>
                    </a:moveTo>
                    <a:lnTo>
                      <a:pt x="2387" y="104831"/>
                    </a:lnTo>
                    <a:lnTo>
                      <a:pt x="4773" y="105865"/>
                    </a:lnTo>
                    <a:lnTo>
                      <a:pt x="7160" y="107612"/>
                    </a:lnTo>
                    <a:lnTo>
                      <a:pt x="9546" y="110009"/>
                    </a:lnTo>
                    <a:lnTo>
                      <a:pt x="11933" y="112859"/>
                    </a:lnTo>
                    <a:lnTo>
                      <a:pt x="14319" y="115819"/>
                    </a:lnTo>
                    <a:lnTo>
                      <a:pt x="16706" y="118435"/>
                    </a:lnTo>
                    <a:lnTo>
                      <a:pt x="19092" y="120211"/>
                    </a:lnTo>
                    <a:lnTo>
                      <a:pt x="21479" y="120695"/>
                    </a:lnTo>
                    <a:lnTo>
                      <a:pt x="23865" y="119573"/>
                    </a:lnTo>
                    <a:lnTo>
                      <a:pt x="26252" y="116727"/>
                    </a:lnTo>
                    <a:lnTo>
                      <a:pt x="28639" y="112256"/>
                    </a:lnTo>
                    <a:lnTo>
                      <a:pt x="31025" y="106439"/>
                    </a:lnTo>
                    <a:lnTo>
                      <a:pt x="33412" y="99654"/>
                    </a:lnTo>
                    <a:lnTo>
                      <a:pt x="35798" y="92287"/>
                    </a:lnTo>
                    <a:lnTo>
                      <a:pt x="38185" y="84648"/>
                    </a:lnTo>
                    <a:lnTo>
                      <a:pt x="40571" y="76926"/>
                    </a:lnTo>
                    <a:lnTo>
                      <a:pt x="42958" y="69179"/>
                    </a:lnTo>
                    <a:lnTo>
                      <a:pt x="45344" y="61374"/>
                    </a:lnTo>
                    <a:lnTo>
                      <a:pt x="47731" y="53441"/>
                    </a:lnTo>
                    <a:lnTo>
                      <a:pt x="50117" y="45343"/>
                    </a:lnTo>
                    <a:lnTo>
                      <a:pt x="52504" y="37130"/>
                    </a:lnTo>
                    <a:lnTo>
                      <a:pt x="54891" y="28965"/>
                    </a:lnTo>
                    <a:lnTo>
                      <a:pt x="57277" y="21131"/>
                    </a:lnTo>
                    <a:lnTo>
                      <a:pt x="59664" y="14001"/>
                    </a:lnTo>
                    <a:lnTo>
                      <a:pt x="62050" y="7983"/>
                    </a:lnTo>
                    <a:lnTo>
                      <a:pt x="64437" y="3466"/>
                    </a:lnTo>
                    <a:lnTo>
                      <a:pt x="66823" y="751"/>
                    </a:lnTo>
                    <a:lnTo>
                      <a:pt x="69210" y="0"/>
                    </a:lnTo>
                    <a:lnTo>
                      <a:pt x="71596" y="1208"/>
                    </a:lnTo>
                    <a:lnTo>
                      <a:pt x="73983" y="4197"/>
                    </a:lnTo>
                    <a:lnTo>
                      <a:pt x="76370" y="8641"/>
                    </a:lnTo>
                    <a:lnTo>
                      <a:pt x="78756" y="14110"/>
                    </a:lnTo>
                    <a:lnTo>
                      <a:pt x="81143" y="20125"/>
                    </a:lnTo>
                    <a:lnTo>
                      <a:pt x="83529" y="26215"/>
                    </a:lnTo>
                    <a:lnTo>
                      <a:pt x="85916" y="31970"/>
                    </a:lnTo>
                    <a:lnTo>
                      <a:pt x="88302" y="37076"/>
                    </a:lnTo>
                    <a:lnTo>
                      <a:pt x="90689" y="41325"/>
                    </a:lnTo>
                    <a:lnTo>
                      <a:pt x="93075" y="44620"/>
                    </a:lnTo>
                    <a:lnTo>
                      <a:pt x="95462" y="46957"/>
                    </a:lnTo>
                    <a:lnTo>
                      <a:pt x="97848" y="48403"/>
                    </a:lnTo>
                    <a:lnTo>
                      <a:pt x="100235" y="4906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9" name="Surface grid line"/>
              <p:cNvSpPr/>
              <p:nvPr/>
            </p:nvSpPr>
            <p:spPr>
              <a:xfrm>
                <a:off x="2964758" y="1007235"/>
                <a:ext cx="954738" cy="95684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00456">
                    <a:moveTo>
                      <a:pt x="0" y="87680"/>
                    </a:moveTo>
                    <a:lnTo>
                      <a:pt x="2387" y="87751"/>
                    </a:lnTo>
                    <a:lnTo>
                      <a:pt x="4773" y="88426"/>
                    </a:lnTo>
                    <a:lnTo>
                      <a:pt x="7160" y="89750"/>
                    </a:lnTo>
                    <a:lnTo>
                      <a:pt x="9546" y="91669"/>
                    </a:lnTo>
                    <a:lnTo>
                      <a:pt x="11933" y="94009"/>
                    </a:lnTo>
                    <a:lnTo>
                      <a:pt x="14319" y="96470"/>
                    </a:lnTo>
                    <a:lnTo>
                      <a:pt x="16706" y="98650"/>
                    </a:lnTo>
                    <a:lnTo>
                      <a:pt x="19092" y="100112"/>
                    </a:lnTo>
                    <a:lnTo>
                      <a:pt x="21479" y="100456"/>
                    </a:lnTo>
                    <a:lnTo>
                      <a:pt x="23865" y="99406"/>
                    </a:lnTo>
                    <a:lnTo>
                      <a:pt x="26252" y="96862"/>
                    </a:lnTo>
                    <a:lnTo>
                      <a:pt x="28639" y="92914"/>
                    </a:lnTo>
                    <a:lnTo>
                      <a:pt x="31025" y="87816"/>
                    </a:lnTo>
                    <a:lnTo>
                      <a:pt x="33412" y="81909"/>
                    </a:lnTo>
                    <a:lnTo>
                      <a:pt x="35798" y="75544"/>
                    </a:lnTo>
                    <a:lnTo>
                      <a:pt x="38185" y="69007"/>
                    </a:lnTo>
                    <a:lnTo>
                      <a:pt x="40571" y="62474"/>
                    </a:lnTo>
                    <a:lnTo>
                      <a:pt x="42958" y="56006"/>
                    </a:lnTo>
                    <a:lnTo>
                      <a:pt x="45344" y="49576"/>
                    </a:lnTo>
                    <a:lnTo>
                      <a:pt x="47731" y="43122"/>
                    </a:lnTo>
                    <a:lnTo>
                      <a:pt x="50117" y="36598"/>
                    </a:lnTo>
                    <a:lnTo>
                      <a:pt x="52504" y="30024"/>
                    </a:lnTo>
                    <a:lnTo>
                      <a:pt x="54891" y="23513"/>
                    </a:lnTo>
                    <a:lnTo>
                      <a:pt x="57277" y="17270"/>
                    </a:lnTo>
                    <a:lnTo>
                      <a:pt x="59664" y="11576"/>
                    </a:lnTo>
                    <a:lnTo>
                      <a:pt x="62050" y="6742"/>
                    </a:lnTo>
                    <a:lnTo>
                      <a:pt x="64437" y="3066"/>
                    </a:lnTo>
                    <a:lnTo>
                      <a:pt x="66823" y="777"/>
                    </a:lnTo>
                    <a:lnTo>
                      <a:pt x="69210" y="0"/>
                    </a:lnTo>
                    <a:lnTo>
                      <a:pt x="71596" y="729"/>
                    </a:lnTo>
                    <a:lnTo>
                      <a:pt x="73983" y="2825"/>
                    </a:lnTo>
                    <a:lnTo>
                      <a:pt x="76370" y="6032"/>
                    </a:lnTo>
                    <a:lnTo>
                      <a:pt x="78756" y="10014"/>
                    </a:lnTo>
                    <a:lnTo>
                      <a:pt x="81143" y="14397"/>
                    </a:lnTo>
                    <a:lnTo>
                      <a:pt x="83529" y="18815"/>
                    </a:lnTo>
                    <a:lnTo>
                      <a:pt x="85916" y="22951"/>
                    </a:lnTo>
                    <a:lnTo>
                      <a:pt x="88302" y="26559"/>
                    </a:lnTo>
                    <a:lnTo>
                      <a:pt x="90689" y="29481"/>
                    </a:lnTo>
                    <a:lnTo>
                      <a:pt x="93075" y="31644"/>
                    </a:lnTo>
                    <a:lnTo>
                      <a:pt x="95462" y="33048"/>
                    </a:lnTo>
                    <a:lnTo>
                      <a:pt x="97848" y="33748"/>
                    </a:lnTo>
                    <a:lnTo>
                      <a:pt x="100235" y="3383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0" name="Surface grid line"/>
              <p:cNvSpPr/>
              <p:nvPr/>
            </p:nvSpPr>
            <p:spPr>
              <a:xfrm>
                <a:off x="2992146" y="1164381"/>
                <a:ext cx="954738" cy="76303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0109">
                    <a:moveTo>
                      <a:pt x="0" y="70703"/>
                    </a:moveTo>
                    <a:lnTo>
                      <a:pt x="2387" y="70500"/>
                    </a:lnTo>
                    <a:lnTo>
                      <a:pt x="4773" y="70836"/>
                    </a:lnTo>
                    <a:lnTo>
                      <a:pt x="7160" y="71750"/>
                    </a:lnTo>
                    <a:lnTo>
                      <a:pt x="9546" y="73199"/>
                    </a:lnTo>
                    <a:lnTo>
                      <a:pt x="11933" y="75034"/>
                    </a:lnTo>
                    <a:lnTo>
                      <a:pt x="14319" y="76996"/>
                    </a:lnTo>
                    <a:lnTo>
                      <a:pt x="16706" y="78741"/>
                    </a:lnTo>
                    <a:lnTo>
                      <a:pt x="19092" y="79893"/>
                    </a:lnTo>
                    <a:lnTo>
                      <a:pt x="21479" y="80109"/>
                    </a:lnTo>
                    <a:lnTo>
                      <a:pt x="23865" y="79153"/>
                    </a:lnTo>
                    <a:lnTo>
                      <a:pt x="26252" y="76942"/>
                    </a:lnTo>
                    <a:lnTo>
                      <a:pt x="28639" y="73557"/>
                    </a:lnTo>
                    <a:lnTo>
                      <a:pt x="31025" y="69221"/>
                    </a:lnTo>
                    <a:lnTo>
                      <a:pt x="33412" y="64238"/>
                    </a:lnTo>
                    <a:lnTo>
                      <a:pt x="35798" y="58917"/>
                    </a:lnTo>
                    <a:lnTo>
                      <a:pt x="38185" y="53518"/>
                    </a:lnTo>
                    <a:lnTo>
                      <a:pt x="40571" y="48201"/>
                    </a:lnTo>
                    <a:lnTo>
                      <a:pt x="42958" y="43030"/>
                    </a:lnTo>
                    <a:lnTo>
                      <a:pt x="45344" y="37985"/>
                    </a:lnTo>
                    <a:lnTo>
                      <a:pt x="47731" y="33009"/>
                    </a:lnTo>
                    <a:lnTo>
                      <a:pt x="50117" y="28053"/>
                    </a:lnTo>
                    <a:lnTo>
                      <a:pt x="52504" y="23108"/>
                    </a:lnTo>
                    <a:lnTo>
                      <a:pt x="54891" y="18235"/>
                    </a:lnTo>
                    <a:lnTo>
                      <a:pt x="57277" y="13564"/>
                    </a:lnTo>
                    <a:lnTo>
                      <a:pt x="59664" y="9284"/>
                    </a:lnTo>
                    <a:lnTo>
                      <a:pt x="62050" y="5606"/>
                    </a:lnTo>
                    <a:lnTo>
                      <a:pt x="64437" y="2739"/>
                    </a:lnTo>
                    <a:lnTo>
                      <a:pt x="66823" y="841"/>
                    </a:lnTo>
                    <a:lnTo>
                      <a:pt x="69210" y="0"/>
                    </a:lnTo>
                    <a:lnTo>
                      <a:pt x="71596" y="209"/>
                    </a:lnTo>
                    <a:lnTo>
                      <a:pt x="73983" y="1368"/>
                    </a:lnTo>
                    <a:lnTo>
                      <a:pt x="76370" y="3295"/>
                    </a:lnTo>
                    <a:lnTo>
                      <a:pt x="78756" y="5749"/>
                    </a:lnTo>
                    <a:lnTo>
                      <a:pt x="81143" y="8463"/>
                    </a:lnTo>
                    <a:lnTo>
                      <a:pt x="83529" y="11179"/>
                    </a:lnTo>
                    <a:lnTo>
                      <a:pt x="85916" y="13670"/>
                    </a:lnTo>
                    <a:lnTo>
                      <a:pt x="88302" y="15765"/>
                    </a:lnTo>
                    <a:lnTo>
                      <a:pt x="90689" y="17353"/>
                    </a:lnTo>
                    <a:lnTo>
                      <a:pt x="93075" y="18386"/>
                    </a:lnTo>
                    <a:lnTo>
                      <a:pt x="95462" y="18867"/>
                    </a:lnTo>
                    <a:lnTo>
                      <a:pt x="97848" y="18841"/>
                    </a:lnTo>
                    <a:lnTo>
                      <a:pt x="100235" y="1837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1" name="Surface grid line"/>
              <p:cNvSpPr/>
              <p:nvPr/>
            </p:nvSpPr>
            <p:spPr>
              <a:xfrm>
                <a:off x="3019534" y="1297959"/>
                <a:ext cx="954738" cy="59505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2473">
                    <a:moveTo>
                      <a:pt x="0" y="56153"/>
                    </a:moveTo>
                    <a:lnTo>
                      <a:pt x="2387" y="55718"/>
                    </a:lnTo>
                    <a:lnTo>
                      <a:pt x="4773" y="55755"/>
                    </a:lnTo>
                    <a:lnTo>
                      <a:pt x="7160" y="56300"/>
                    </a:lnTo>
                    <a:lnTo>
                      <a:pt x="9546" y="57315"/>
                    </a:lnTo>
                    <a:lnTo>
                      <a:pt x="11933" y="58677"/>
                    </a:lnTo>
                    <a:lnTo>
                      <a:pt x="14319" y="60170"/>
                    </a:lnTo>
                    <a:lnTo>
                      <a:pt x="16706" y="61505"/>
                    </a:lnTo>
                    <a:lnTo>
                      <a:pt x="19092" y="62368"/>
                    </a:lnTo>
                    <a:lnTo>
                      <a:pt x="21479" y="62473"/>
                    </a:lnTo>
                    <a:lnTo>
                      <a:pt x="23865" y="61621"/>
                    </a:lnTo>
                    <a:lnTo>
                      <a:pt x="26252" y="59745"/>
                    </a:lnTo>
                    <a:lnTo>
                      <a:pt x="28639" y="56916"/>
                    </a:lnTo>
                    <a:lnTo>
                      <a:pt x="31025" y="53324"/>
                    </a:lnTo>
                    <a:lnTo>
                      <a:pt x="33412" y="49230"/>
                    </a:lnTo>
                    <a:lnTo>
                      <a:pt x="35798" y="44902"/>
                    </a:lnTo>
                    <a:lnTo>
                      <a:pt x="38185" y="40565"/>
                    </a:lnTo>
                    <a:lnTo>
                      <a:pt x="40571" y="36363"/>
                    </a:lnTo>
                    <a:lnTo>
                      <a:pt x="42958" y="32357"/>
                    </a:lnTo>
                    <a:lnTo>
                      <a:pt x="45344" y="28535"/>
                    </a:lnTo>
                    <a:lnTo>
                      <a:pt x="47731" y="24847"/>
                    </a:lnTo>
                    <a:lnTo>
                      <a:pt x="50117" y="21239"/>
                    </a:lnTo>
                    <a:lnTo>
                      <a:pt x="52504" y="17684"/>
                    </a:lnTo>
                    <a:lnTo>
                      <a:pt x="54891" y="14200"/>
                    </a:lnTo>
                    <a:lnTo>
                      <a:pt x="57277" y="10854"/>
                    </a:lnTo>
                    <a:lnTo>
                      <a:pt x="59664" y="7757"/>
                    </a:lnTo>
                    <a:lnTo>
                      <a:pt x="62050" y="5038"/>
                    </a:lnTo>
                    <a:lnTo>
                      <a:pt x="64437" y="2826"/>
                    </a:lnTo>
                    <a:lnTo>
                      <a:pt x="66823" y="1223"/>
                    </a:lnTo>
                    <a:lnTo>
                      <a:pt x="69210" y="283"/>
                    </a:lnTo>
                    <a:lnTo>
                      <a:pt x="71596" y="0"/>
                    </a:lnTo>
                    <a:lnTo>
                      <a:pt x="73983" y="310"/>
                    </a:lnTo>
                    <a:lnTo>
                      <a:pt x="76370" y="1093"/>
                    </a:lnTo>
                    <a:lnTo>
                      <a:pt x="78756" y="2193"/>
                    </a:lnTo>
                    <a:lnTo>
                      <a:pt x="81143" y="3438"/>
                    </a:lnTo>
                    <a:lnTo>
                      <a:pt x="83529" y="4661"/>
                    </a:lnTo>
                    <a:lnTo>
                      <a:pt x="85916" y="5716"/>
                    </a:lnTo>
                    <a:lnTo>
                      <a:pt x="88302" y="6495"/>
                    </a:lnTo>
                    <a:lnTo>
                      <a:pt x="90689" y="6929"/>
                    </a:lnTo>
                    <a:lnTo>
                      <a:pt x="93075" y="6990"/>
                    </a:lnTo>
                    <a:lnTo>
                      <a:pt x="95462" y="6687"/>
                    </a:lnTo>
                    <a:lnTo>
                      <a:pt x="97848" y="6051"/>
                    </a:lnTo>
                    <a:lnTo>
                      <a:pt x="100235" y="513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2" name="Surface grid line"/>
              <p:cNvSpPr/>
              <p:nvPr/>
            </p:nvSpPr>
            <p:spPr>
              <a:xfrm>
                <a:off x="3046922" y="1351981"/>
                <a:ext cx="954738" cy="511245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3674">
                    <a:moveTo>
                      <a:pt x="0" y="50018"/>
                    </a:moveTo>
                    <a:lnTo>
                      <a:pt x="2387" y="49404"/>
                    </a:lnTo>
                    <a:lnTo>
                      <a:pt x="4773" y="49199"/>
                    </a:lnTo>
                    <a:lnTo>
                      <a:pt x="7160" y="49430"/>
                    </a:lnTo>
                    <a:lnTo>
                      <a:pt x="9546" y="50069"/>
                    </a:lnTo>
                    <a:lnTo>
                      <a:pt x="11933" y="51014"/>
                    </a:lnTo>
                    <a:lnTo>
                      <a:pt x="14319" y="52089"/>
                    </a:lnTo>
                    <a:lnTo>
                      <a:pt x="16706" y="53058"/>
                    </a:lnTo>
                    <a:lnTo>
                      <a:pt x="19092" y="53664"/>
                    </a:lnTo>
                    <a:lnTo>
                      <a:pt x="21479" y="53674"/>
                    </a:lnTo>
                    <a:lnTo>
                      <a:pt x="23865" y="52926"/>
                    </a:lnTo>
                    <a:lnTo>
                      <a:pt x="26252" y="51364"/>
                    </a:lnTo>
                    <a:lnTo>
                      <a:pt x="28639" y="49048"/>
                    </a:lnTo>
                    <a:lnTo>
                      <a:pt x="31025" y="46134"/>
                    </a:lnTo>
                    <a:lnTo>
                      <a:pt x="33412" y="42839"/>
                    </a:lnTo>
                    <a:lnTo>
                      <a:pt x="35798" y="39386"/>
                    </a:lnTo>
                    <a:lnTo>
                      <a:pt x="38185" y="35963"/>
                    </a:lnTo>
                    <a:lnTo>
                      <a:pt x="40571" y="32696"/>
                    </a:lnTo>
                    <a:lnTo>
                      <a:pt x="42958" y="29638"/>
                    </a:lnTo>
                    <a:lnTo>
                      <a:pt x="45344" y="26783"/>
                    </a:lnTo>
                    <a:lnTo>
                      <a:pt x="47731" y="24088"/>
                    </a:lnTo>
                    <a:lnTo>
                      <a:pt x="50117" y="21500"/>
                    </a:lnTo>
                    <a:lnTo>
                      <a:pt x="52504" y="18980"/>
                    </a:lnTo>
                    <a:lnTo>
                      <a:pt x="54891" y="16518"/>
                    </a:lnTo>
                    <a:lnTo>
                      <a:pt x="57277" y="14139"/>
                    </a:lnTo>
                    <a:lnTo>
                      <a:pt x="59664" y="11894"/>
                    </a:lnTo>
                    <a:lnTo>
                      <a:pt x="62050" y="9853"/>
                    </a:lnTo>
                    <a:lnTo>
                      <a:pt x="64437" y="8088"/>
                    </a:lnTo>
                    <a:lnTo>
                      <a:pt x="66823" y="6657"/>
                    </a:lnTo>
                    <a:lnTo>
                      <a:pt x="69210" y="5590"/>
                    </a:lnTo>
                    <a:lnTo>
                      <a:pt x="71596" y="4886"/>
                    </a:lnTo>
                    <a:lnTo>
                      <a:pt x="73983" y="4505"/>
                    </a:lnTo>
                    <a:lnTo>
                      <a:pt x="76370" y="4379"/>
                    </a:lnTo>
                    <a:lnTo>
                      <a:pt x="78756" y="4416"/>
                    </a:lnTo>
                    <a:lnTo>
                      <a:pt x="81143" y="4516"/>
                    </a:lnTo>
                    <a:lnTo>
                      <a:pt x="83529" y="4582"/>
                    </a:lnTo>
                    <a:lnTo>
                      <a:pt x="85916" y="4531"/>
                    </a:lnTo>
                    <a:lnTo>
                      <a:pt x="88302" y="4303"/>
                    </a:lnTo>
                    <a:lnTo>
                      <a:pt x="90689" y="3860"/>
                    </a:lnTo>
                    <a:lnTo>
                      <a:pt x="93075" y="3192"/>
                    </a:lnTo>
                    <a:lnTo>
                      <a:pt x="95462" y="2308"/>
                    </a:lnTo>
                    <a:lnTo>
                      <a:pt x="97848" y="1232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3" name="Surface grid line"/>
              <p:cNvSpPr/>
              <p:nvPr/>
            </p:nvSpPr>
            <p:spPr>
              <a:xfrm>
                <a:off x="3074310" y="1355589"/>
                <a:ext cx="954738" cy="48480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0898">
                    <a:moveTo>
                      <a:pt x="0" y="49340"/>
                    </a:moveTo>
                    <a:lnTo>
                      <a:pt x="2387" y="48607"/>
                    </a:lnTo>
                    <a:lnTo>
                      <a:pt x="4773" y="48222"/>
                    </a:lnTo>
                    <a:lnTo>
                      <a:pt x="7160" y="48207"/>
                    </a:lnTo>
                    <a:lnTo>
                      <a:pt x="9546" y="48538"/>
                    </a:lnTo>
                    <a:lnTo>
                      <a:pt x="11933" y="49135"/>
                    </a:lnTo>
                    <a:lnTo>
                      <a:pt x="14319" y="49855"/>
                    </a:lnTo>
                    <a:lnTo>
                      <a:pt x="16706" y="50511"/>
                    </a:lnTo>
                    <a:lnTo>
                      <a:pt x="19092" y="50898"/>
                    </a:lnTo>
                    <a:lnTo>
                      <a:pt x="21479" y="50828"/>
                    </a:lnTo>
                    <a:lnTo>
                      <a:pt x="23865" y="50173"/>
                    </a:lnTo>
                    <a:lnTo>
                      <a:pt x="26252" y="48886"/>
                    </a:lnTo>
                    <a:lnTo>
                      <a:pt x="28639" y="47015"/>
                    </a:lnTo>
                    <a:lnTo>
                      <a:pt x="31025" y="44683"/>
                    </a:lnTo>
                    <a:lnTo>
                      <a:pt x="33412" y="42062"/>
                    </a:lnTo>
                    <a:lnTo>
                      <a:pt x="35798" y="39332"/>
                    </a:lnTo>
                    <a:lnTo>
                      <a:pt x="38185" y="36644"/>
                    </a:lnTo>
                    <a:lnTo>
                      <a:pt x="40571" y="34102"/>
                    </a:lnTo>
                    <a:lnTo>
                      <a:pt x="42958" y="31751"/>
                    </a:lnTo>
                    <a:lnTo>
                      <a:pt x="45344" y="29587"/>
                    </a:lnTo>
                    <a:lnTo>
                      <a:pt x="47731" y="27573"/>
                    </a:lnTo>
                    <a:lnTo>
                      <a:pt x="50117" y="25663"/>
                    </a:lnTo>
                    <a:lnTo>
                      <a:pt x="52504" y="23814"/>
                    </a:lnTo>
                    <a:lnTo>
                      <a:pt x="54891" y="22003"/>
                    </a:lnTo>
                    <a:lnTo>
                      <a:pt x="57277" y="20226"/>
                    </a:lnTo>
                    <a:lnTo>
                      <a:pt x="59664" y="18502"/>
                    </a:lnTo>
                    <a:lnTo>
                      <a:pt x="62050" y="16861"/>
                    </a:lnTo>
                    <a:lnTo>
                      <a:pt x="64437" y="15339"/>
                    </a:lnTo>
                    <a:lnTo>
                      <a:pt x="66823" y="13965"/>
                    </a:lnTo>
                    <a:lnTo>
                      <a:pt x="69210" y="12758"/>
                    </a:lnTo>
                    <a:lnTo>
                      <a:pt x="71596" y="11716"/>
                    </a:lnTo>
                    <a:lnTo>
                      <a:pt x="73983" y="10822"/>
                    </a:lnTo>
                    <a:lnTo>
                      <a:pt x="76370" y="10039"/>
                    </a:lnTo>
                    <a:lnTo>
                      <a:pt x="78756" y="9323"/>
                    </a:lnTo>
                    <a:lnTo>
                      <a:pt x="81143" y="8622"/>
                    </a:lnTo>
                    <a:lnTo>
                      <a:pt x="83529" y="7887"/>
                    </a:lnTo>
                    <a:lnTo>
                      <a:pt x="85916" y="7079"/>
                    </a:lnTo>
                    <a:lnTo>
                      <a:pt x="88302" y="6168"/>
                    </a:lnTo>
                    <a:lnTo>
                      <a:pt x="90689" y="5141"/>
                    </a:lnTo>
                    <a:lnTo>
                      <a:pt x="93075" y="3996"/>
                    </a:lnTo>
                    <a:lnTo>
                      <a:pt x="95462" y="2745"/>
                    </a:lnTo>
                    <a:lnTo>
                      <a:pt x="97848" y="140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4" name="Surface grid line"/>
              <p:cNvSpPr/>
              <p:nvPr/>
            </p:nvSpPr>
            <p:spPr>
              <a:xfrm>
                <a:off x="3101697" y="1358819"/>
                <a:ext cx="954738" cy="46625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950">
                    <a:moveTo>
                      <a:pt x="0" y="48950"/>
                    </a:moveTo>
                    <a:lnTo>
                      <a:pt x="2387" y="48156"/>
                    </a:lnTo>
                    <a:lnTo>
                      <a:pt x="4773" y="47653"/>
                    </a:lnTo>
                    <a:lnTo>
                      <a:pt x="7160" y="47460"/>
                    </a:lnTo>
                    <a:lnTo>
                      <a:pt x="9546" y="47555"/>
                    </a:lnTo>
                    <a:lnTo>
                      <a:pt x="11933" y="47875"/>
                    </a:lnTo>
                    <a:lnTo>
                      <a:pt x="14319" y="48307"/>
                    </a:lnTo>
                    <a:lnTo>
                      <a:pt x="16706" y="48705"/>
                    </a:lnTo>
                    <a:lnTo>
                      <a:pt x="19092" y="48909"/>
                    </a:lnTo>
                    <a:lnTo>
                      <a:pt x="21479" y="48771"/>
                    </a:lnTo>
                    <a:lnTo>
                      <a:pt x="23865" y="48190"/>
                    </a:lnTo>
                    <a:lnTo>
                      <a:pt x="26252" y="47127"/>
                    </a:lnTo>
                    <a:lnTo>
                      <a:pt x="28639" y="45618"/>
                    </a:lnTo>
                    <a:lnTo>
                      <a:pt x="31025" y="43756"/>
                    </a:lnTo>
                    <a:lnTo>
                      <a:pt x="33412" y="41671"/>
                    </a:lnTo>
                    <a:lnTo>
                      <a:pt x="35798" y="39503"/>
                    </a:lnTo>
                    <a:lnTo>
                      <a:pt x="38185" y="37369"/>
                    </a:lnTo>
                    <a:lnTo>
                      <a:pt x="40571" y="35350"/>
                    </a:lnTo>
                    <a:lnTo>
                      <a:pt x="42958" y="33481"/>
                    </a:lnTo>
                    <a:lnTo>
                      <a:pt x="45344" y="31761"/>
                    </a:lnTo>
                    <a:lnTo>
                      <a:pt x="47731" y="30159"/>
                    </a:lnTo>
                    <a:lnTo>
                      <a:pt x="50117" y="28636"/>
                    </a:lnTo>
                    <a:lnTo>
                      <a:pt x="52504" y="27154"/>
                    </a:lnTo>
                    <a:lnTo>
                      <a:pt x="54891" y="25684"/>
                    </a:lnTo>
                    <a:lnTo>
                      <a:pt x="57277" y="24212"/>
                    </a:lnTo>
                    <a:lnTo>
                      <a:pt x="59664" y="22740"/>
                    </a:lnTo>
                    <a:lnTo>
                      <a:pt x="62050" y="21276"/>
                    </a:lnTo>
                    <a:lnTo>
                      <a:pt x="64437" y="19836"/>
                    </a:lnTo>
                    <a:lnTo>
                      <a:pt x="66823" y="18436"/>
                    </a:lnTo>
                    <a:lnTo>
                      <a:pt x="69210" y="17086"/>
                    </a:lnTo>
                    <a:lnTo>
                      <a:pt x="71596" y="15789"/>
                    </a:lnTo>
                    <a:lnTo>
                      <a:pt x="73983" y="14538"/>
                    </a:lnTo>
                    <a:lnTo>
                      <a:pt x="76370" y="13322"/>
                    </a:lnTo>
                    <a:lnTo>
                      <a:pt x="78756" y="12121"/>
                    </a:lnTo>
                    <a:lnTo>
                      <a:pt x="81143" y="10916"/>
                    </a:lnTo>
                    <a:lnTo>
                      <a:pt x="83529" y="9687"/>
                    </a:lnTo>
                    <a:lnTo>
                      <a:pt x="85916" y="8420"/>
                    </a:lnTo>
                    <a:lnTo>
                      <a:pt x="88302" y="7108"/>
                    </a:lnTo>
                    <a:lnTo>
                      <a:pt x="90689" y="5747"/>
                    </a:lnTo>
                    <a:lnTo>
                      <a:pt x="93075" y="4344"/>
                    </a:lnTo>
                    <a:lnTo>
                      <a:pt x="95462" y="2909"/>
                    </a:lnTo>
                    <a:lnTo>
                      <a:pt x="97848" y="145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5" name="Surface grid line"/>
              <p:cNvSpPr/>
              <p:nvPr/>
            </p:nvSpPr>
            <p:spPr>
              <a:xfrm>
                <a:off x="3129085" y="1362851"/>
                <a:ext cx="954738" cy="46470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788">
                    <a:moveTo>
                      <a:pt x="0" y="48788"/>
                    </a:moveTo>
                    <a:lnTo>
                      <a:pt x="2387" y="47983"/>
                    </a:lnTo>
                    <a:lnTo>
                      <a:pt x="4773" y="47419"/>
                    </a:lnTo>
                    <a:lnTo>
                      <a:pt x="7160" y="47108"/>
                    </a:lnTo>
                    <a:lnTo>
                      <a:pt x="9546" y="47033"/>
                    </a:lnTo>
                    <a:lnTo>
                      <a:pt x="11933" y="47141"/>
                    </a:lnTo>
                    <a:lnTo>
                      <a:pt x="14319" y="47346"/>
                    </a:lnTo>
                    <a:lnTo>
                      <a:pt x="16706" y="47537"/>
                    </a:lnTo>
                    <a:lnTo>
                      <a:pt x="19092" y="47588"/>
                    </a:lnTo>
                    <a:lnTo>
                      <a:pt x="21479" y="47386"/>
                    </a:lnTo>
                    <a:lnTo>
                      <a:pt x="23865" y="46853"/>
                    </a:lnTo>
                    <a:lnTo>
                      <a:pt x="26252" y="45957"/>
                    </a:lnTo>
                    <a:lnTo>
                      <a:pt x="28639" y="44720"/>
                    </a:lnTo>
                    <a:lnTo>
                      <a:pt x="31025" y="43211"/>
                    </a:lnTo>
                    <a:lnTo>
                      <a:pt x="33412" y="41525"/>
                    </a:lnTo>
                    <a:lnTo>
                      <a:pt x="35798" y="39765"/>
                    </a:lnTo>
                    <a:lnTo>
                      <a:pt x="38185" y="38019"/>
                    </a:lnTo>
                    <a:lnTo>
                      <a:pt x="40571" y="36347"/>
                    </a:lnTo>
                    <a:lnTo>
                      <a:pt x="42958" y="34776"/>
                    </a:lnTo>
                    <a:lnTo>
                      <a:pt x="45344" y="33303"/>
                    </a:lnTo>
                    <a:lnTo>
                      <a:pt x="47731" y="31908"/>
                    </a:lnTo>
                    <a:lnTo>
                      <a:pt x="50117" y="30559"/>
                    </a:lnTo>
                    <a:lnTo>
                      <a:pt x="52504" y="29224"/>
                    </a:lnTo>
                    <a:lnTo>
                      <a:pt x="54891" y="27877"/>
                    </a:lnTo>
                    <a:lnTo>
                      <a:pt x="57277" y="26504"/>
                    </a:lnTo>
                    <a:lnTo>
                      <a:pt x="59664" y="25099"/>
                    </a:lnTo>
                    <a:lnTo>
                      <a:pt x="62050" y="23663"/>
                    </a:lnTo>
                    <a:lnTo>
                      <a:pt x="64437" y="22203"/>
                    </a:lnTo>
                    <a:lnTo>
                      <a:pt x="66823" y="20729"/>
                    </a:lnTo>
                    <a:lnTo>
                      <a:pt x="69210" y="19248"/>
                    </a:lnTo>
                    <a:lnTo>
                      <a:pt x="71596" y="17767"/>
                    </a:lnTo>
                    <a:lnTo>
                      <a:pt x="73983" y="16287"/>
                    </a:lnTo>
                    <a:lnTo>
                      <a:pt x="76370" y="14808"/>
                    </a:lnTo>
                    <a:lnTo>
                      <a:pt x="78756" y="13327"/>
                    </a:lnTo>
                    <a:lnTo>
                      <a:pt x="81143" y="11843"/>
                    </a:lnTo>
                    <a:lnTo>
                      <a:pt x="83529" y="10351"/>
                    </a:lnTo>
                    <a:lnTo>
                      <a:pt x="85916" y="8852"/>
                    </a:lnTo>
                    <a:lnTo>
                      <a:pt x="88302" y="7348"/>
                    </a:lnTo>
                    <a:lnTo>
                      <a:pt x="90689" y="5844"/>
                    </a:lnTo>
                    <a:lnTo>
                      <a:pt x="93075" y="4347"/>
                    </a:lnTo>
                    <a:lnTo>
                      <a:pt x="95462" y="2867"/>
                    </a:lnTo>
                    <a:lnTo>
                      <a:pt x="97848" y="1414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6" name="Surface grid line"/>
              <p:cNvSpPr/>
              <p:nvPr/>
            </p:nvSpPr>
            <p:spPr>
              <a:xfrm>
                <a:off x="3156473" y="1368667"/>
                <a:ext cx="954738" cy="46469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787">
                    <a:moveTo>
                      <a:pt x="0" y="48787"/>
                    </a:moveTo>
                    <a:lnTo>
                      <a:pt x="2387" y="48009"/>
                    </a:lnTo>
                    <a:lnTo>
                      <a:pt x="4773" y="47429"/>
                    </a:lnTo>
                    <a:lnTo>
                      <a:pt x="7160" y="47049"/>
                    </a:lnTo>
                    <a:lnTo>
                      <a:pt x="9546" y="46855"/>
                    </a:lnTo>
                    <a:lnTo>
                      <a:pt x="11933" y="46806"/>
                    </a:lnTo>
                    <a:lnTo>
                      <a:pt x="14319" y="46835"/>
                    </a:lnTo>
                    <a:lnTo>
                      <a:pt x="16706" y="46856"/>
                    </a:lnTo>
                    <a:lnTo>
                      <a:pt x="19092" y="46776"/>
                    </a:lnTo>
                    <a:lnTo>
                      <a:pt x="21479" y="46508"/>
                    </a:lnTo>
                    <a:lnTo>
                      <a:pt x="23865" y="45991"/>
                    </a:lnTo>
                    <a:lnTo>
                      <a:pt x="26252" y="45200"/>
                    </a:lnTo>
                    <a:lnTo>
                      <a:pt x="28639" y="44146"/>
                    </a:lnTo>
                    <a:lnTo>
                      <a:pt x="31025" y="42878"/>
                    </a:lnTo>
                    <a:lnTo>
                      <a:pt x="33412" y="41462"/>
                    </a:lnTo>
                    <a:lnTo>
                      <a:pt x="35798" y="39973"/>
                    </a:lnTo>
                    <a:lnTo>
                      <a:pt x="38185" y="38472"/>
                    </a:lnTo>
                    <a:lnTo>
                      <a:pt x="40571" y="37004"/>
                    </a:lnTo>
                    <a:lnTo>
                      <a:pt x="42958" y="35588"/>
                    </a:lnTo>
                    <a:lnTo>
                      <a:pt x="45344" y="34223"/>
                    </a:lnTo>
                    <a:lnTo>
                      <a:pt x="47731" y="32893"/>
                    </a:lnTo>
                    <a:lnTo>
                      <a:pt x="50117" y="31577"/>
                    </a:lnTo>
                    <a:lnTo>
                      <a:pt x="52504" y="30250"/>
                    </a:lnTo>
                    <a:lnTo>
                      <a:pt x="54891" y="28895"/>
                    </a:lnTo>
                    <a:lnTo>
                      <a:pt x="57277" y="27499"/>
                    </a:lnTo>
                    <a:lnTo>
                      <a:pt x="59664" y="26056"/>
                    </a:lnTo>
                    <a:lnTo>
                      <a:pt x="62050" y="24568"/>
                    </a:lnTo>
                    <a:lnTo>
                      <a:pt x="64437" y="23039"/>
                    </a:lnTo>
                    <a:lnTo>
                      <a:pt x="66823" y="21477"/>
                    </a:lnTo>
                    <a:lnTo>
                      <a:pt x="69210" y="19890"/>
                    </a:lnTo>
                    <a:lnTo>
                      <a:pt x="71596" y="18286"/>
                    </a:lnTo>
                    <a:lnTo>
                      <a:pt x="73983" y="16672"/>
                    </a:lnTo>
                    <a:lnTo>
                      <a:pt x="76370" y="15055"/>
                    </a:lnTo>
                    <a:lnTo>
                      <a:pt x="78756" y="13440"/>
                    </a:lnTo>
                    <a:lnTo>
                      <a:pt x="81143" y="11833"/>
                    </a:lnTo>
                    <a:lnTo>
                      <a:pt x="83529" y="10238"/>
                    </a:lnTo>
                    <a:lnTo>
                      <a:pt x="85916" y="8663"/>
                    </a:lnTo>
                    <a:lnTo>
                      <a:pt x="88302" y="7112"/>
                    </a:lnTo>
                    <a:lnTo>
                      <a:pt x="90689" y="5594"/>
                    </a:lnTo>
                    <a:lnTo>
                      <a:pt x="93075" y="4117"/>
                    </a:lnTo>
                    <a:lnTo>
                      <a:pt x="95462" y="2687"/>
                    </a:lnTo>
                    <a:lnTo>
                      <a:pt x="97848" y="1313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7" name="Surface grid line"/>
              <p:cNvSpPr/>
              <p:nvPr/>
            </p:nvSpPr>
            <p:spPr>
              <a:xfrm>
                <a:off x="3183861" y="1376926"/>
                <a:ext cx="954738" cy="46564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886">
                    <a:moveTo>
                      <a:pt x="0" y="48886"/>
                    </a:moveTo>
                    <a:lnTo>
                      <a:pt x="2387" y="48161"/>
                    </a:lnTo>
                    <a:lnTo>
                      <a:pt x="4773" y="47591"/>
                    </a:lnTo>
                    <a:lnTo>
                      <a:pt x="7160" y="47176"/>
                    </a:lnTo>
                    <a:lnTo>
                      <a:pt x="9546" y="46901"/>
                    </a:lnTo>
                    <a:lnTo>
                      <a:pt x="11933" y="46732"/>
                    </a:lnTo>
                    <a:lnTo>
                      <a:pt x="14319" y="46619"/>
                    </a:lnTo>
                    <a:lnTo>
                      <a:pt x="16706" y="46498"/>
                    </a:lnTo>
                    <a:lnTo>
                      <a:pt x="19092" y="46296"/>
                    </a:lnTo>
                    <a:lnTo>
                      <a:pt x="21479" y="45951"/>
                    </a:lnTo>
                    <a:lnTo>
                      <a:pt x="23865" y="45415"/>
                    </a:lnTo>
                    <a:lnTo>
                      <a:pt x="26252" y="44667"/>
                    </a:lnTo>
                    <a:lnTo>
                      <a:pt x="28639" y="43713"/>
                    </a:lnTo>
                    <a:lnTo>
                      <a:pt x="31025" y="42584"/>
                    </a:lnTo>
                    <a:lnTo>
                      <a:pt x="33412" y="41325"/>
                    </a:lnTo>
                    <a:lnTo>
                      <a:pt x="35798" y="39989"/>
                    </a:lnTo>
                    <a:lnTo>
                      <a:pt x="38185" y="38617"/>
                    </a:lnTo>
                    <a:lnTo>
                      <a:pt x="40571" y="37242"/>
                    </a:lnTo>
                    <a:lnTo>
                      <a:pt x="42958" y="35877"/>
                    </a:lnTo>
                    <a:lnTo>
                      <a:pt x="45344" y="34524"/>
                    </a:lnTo>
                    <a:lnTo>
                      <a:pt x="47731" y="33172"/>
                    </a:lnTo>
                    <a:lnTo>
                      <a:pt x="50117" y="31807"/>
                    </a:lnTo>
                    <a:lnTo>
                      <a:pt x="52504" y="30416"/>
                    </a:lnTo>
                    <a:lnTo>
                      <a:pt x="54891" y="28985"/>
                    </a:lnTo>
                    <a:lnTo>
                      <a:pt x="57277" y="27509"/>
                    </a:lnTo>
                    <a:lnTo>
                      <a:pt x="59664" y="25986"/>
                    </a:lnTo>
                    <a:lnTo>
                      <a:pt x="62050" y="24417"/>
                    </a:lnTo>
                    <a:lnTo>
                      <a:pt x="64437" y="22810"/>
                    </a:lnTo>
                    <a:lnTo>
                      <a:pt x="66823" y="21173"/>
                    </a:lnTo>
                    <a:lnTo>
                      <a:pt x="69210" y="19513"/>
                    </a:lnTo>
                    <a:lnTo>
                      <a:pt x="71596" y="17842"/>
                    </a:lnTo>
                    <a:lnTo>
                      <a:pt x="73983" y="16169"/>
                    </a:lnTo>
                    <a:lnTo>
                      <a:pt x="76370" y="14503"/>
                    </a:lnTo>
                    <a:lnTo>
                      <a:pt x="78756" y="12854"/>
                    </a:lnTo>
                    <a:lnTo>
                      <a:pt x="81143" y="11229"/>
                    </a:lnTo>
                    <a:lnTo>
                      <a:pt x="83529" y="9637"/>
                    </a:lnTo>
                    <a:lnTo>
                      <a:pt x="85916" y="8086"/>
                    </a:lnTo>
                    <a:lnTo>
                      <a:pt x="88302" y="6583"/>
                    </a:lnTo>
                    <a:lnTo>
                      <a:pt x="90689" y="5135"/>
                    </a:lnTo>
                    <a:lnTo>
                      <a:pt x="93075" y="3748"/>
                    </a:lnTo>
                    <a:lnTo>
                      <a:pt x="95462" y="2427"/>
                    </a:lnTo>
                    <a:lnTo>
                      <a:pt x="97848" y="1177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8" name="Surface grid line"/>
              <p:cNvSpPr/>
              <p:nvPr/>
            </p:nvSpPr>
            <p:spPr>
              <a:xfrm>
                <a:off x="3211249" y="1387936"/>
                <a:ext cx="954738" cy="46705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035">
                    <a:moveTo>
                      <a:pt x="0" y="49035"/>
                    </a:moveTo>
                    <a:lnTo>
                      <a:pt x="2387" y="48371"/>
                    </a:lnTo>
                    <a:lnTo>
                      <a:pt x="4773" y="47824"/>
                    </a:lnTo>
                    <a:lnTo>
                      <a:pt x="7160" y="47389"/>
                    </a:lnTo>
                    <a:lnTo>
                      <a:pt x="9546" y="47052"/>
                    </a:lnTo>
                    <a:lnTo>
                      <a:pt x="11933" y="46785"/>
                    </a:lnTo>
                    <a:lnTo>
                      <a:pt x="14319" y="46550"/>
                    </a:lnTo>
                    <a:lnTo>
                      <a:pt x="16706" y="46297"/>
                    </a:lnTo>
                    <a:lnTo>
                      <a:pt x="19092" y="45975"/>
                    </a:lnTo>
                    <a:lnTo>
                      <a:pt x="21479" y="45536"/>
                    </a:lnTo>
                    <a:lnTo>
                      <a:pt x="23865" y="44944"/>
                    </a:lnTo>
                    <a:lnTo>
                      <a:pt x="26252" y="44182"/>
                    </a:lnTo>
                    <a:lnTo>
                      <a:pt x="28639" y="43252"/>
                    </a:lnTo>
                    <a:lnTo>
                      <a:pt x="31025" y="42174"/>
                    </a:lnTo>
                    <a:lnTo>
                      <a:pt x="33412" y="40978"/>
                    </a:lnTo>
                    <a:lnTo>
                      <a:pt x="35798" y="39699"/>
                    </a:lnTo>
                    <a:lnTo>
                      <a:pt x="38185" y="38366"/>
                    </a:lnTo>
                    <a:lnTo>
                      <a:pt x="40571" y="37003"/>
                    </a:lnTo>
                    <a:lnTo>
                      <a:pt x="42958" y="35619"/>
                    </a:lnTo>
                    <a:lnTo>
                      <a:pt x="45344" y="34219"/>
                    </a:lnTo>
                    <a:lnTo>
                      <a:pt x="47731" y="32796"/>
                    </a:lnTo>
                    <a:lnTo>
                      <a:pt x="50117" y="31346"/>
                    </a:lnTo>
                    <a:lnTo>
                      <a:pt x="52504" y="29859"/>
                    </a:lnTo>
                    <a:lnTo>
                      <a:pt x="54891" y="28333"/>
                    </a:lnTo>
                    <a:lnTo>
                      <a:pt x="57277" y="26765"/>
                    </a:lnTo>
                    <a:lnTo>
                      <a:pt x="59664" y="25157"/>
                    </a:lnTo>
                    <a:lnTo>
                      <a:pt x="62050" y="23516"/>
                    </a:lnTo>
                    <a:lnTo>
                      <a:pt x="64437" y="21849"/>
                    </a:lnTo>
                    <a:lnTo>
                      <a:pt x="66823" y="20164"/>
                    </a:lnTo>
                    <a:lnTo>
                      <a:pt x="69210" y="18473"/>
                    </a:lnTo>
                    <a:lnTo>
                      <a:pt x="71596" y="16786"/>
                    </a:lnTo>
                    <a:lnTo>
                      <a:pt x="73983" y="15113"/>
                    </a:lnTo>
                    <a:lnTo>
                      <a:pt x="76370" y="13465"/>
                    </a:lnTo>
                    <a:lnTo>
                      <a:pt x="78756" y="11851"/>
                    </a:lnTo>
                    <a:lnTo>
                      <a:pt x="81143" y="10280"/>
                    </a:lnTo>
                    <a:lnTo>
                      <a:pt x="83529" y="8759"/>
                    </a:lnTo>
                    <a:lnTo>
                      <a:pt x="85916" y="7298"/>
                    </a:lnTo>
                    <a:lnTo>
                      <a:pt x="88302" y="5900"/>
                    </a:lnTo>
                    <a:lnTo>
                      <a:pt x="90689" y="4571"/>
                    </a:lnTo>
                    <a:lnTo>
                      <a:pt x="93075" y="3315"/>
                    </a:lnTo>
                    <a:lnTo>
                      <a:pt x="95462" y="2134"/>
                    </a:lnTo>
                    <a:lnTo>
                      <a:pt x="97848" y="1030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9" name="Surface grid line"/>
              <p:cNvSpPr/>
              <p:nvPr/>
            </p:nvSpPr>
            <p:spPr>
              <a:xfrm>
                <a:off x="3238636" y="1401677"/>
                <a:ext cx="954738" cy="46854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191">
                    <a:moveTo>
                      <a:pt x="0" y="49191"/>
                    </a:moveTo>
                    <a:lnTo>
                      <a:pt x="2387" y="48582"/>
                    </a:lnTo>
                    <a:lnTo>
                      <a:pt x="4773" y="48055"/>
                    </a:lnTo>
                    <a:lnTo>
                      <a:pt x="7160" y="47600"/>
                    </a:lnTo>
                    <a:lnTo>
                      <a:pt x="9546" y="47204"/>
                    </a:lnTo>
                    <a:lnTo>
                      <a:pt x="11933" y="46845"/>
                    </a:lnTo>
                    <a:lnTo>
                      <a:pt x="14319" y="46492"/>
                    </a:lnTo>
                    <a:lnTo>
                      <a:pt x="16706" y="46109"/>
                    </a:lnTo>
                    <a:lnTo>
                      <a:pt x="19092" y="45658"/>
                    </a:lnTo>
                    <a:lnTo>
                      <a:pt x="21479" y="45104"/>
                    </a:lnTo>
                    <a:lnTo>
                      <a:pt x="23865" y="44422"/>
                    </a:lnTo>
                    <a:lnTo>
                      <a:pt x="26252" y="43596"/>
                    </a:lnTo>
                    <a:lnTo>
                      <a:pt x="28639" y="42628"/>
                    </a:lnTo>
                    <a:lnTo>
                      <a:pt x="31025" y="41531"/>
                    </a:lnTo>
                    <a:lnTo>
                      <a:pt x="33412" y="40323"/>
                    </a:lnTo>
                    <a:lnTo>
                      <a:pt x="35798" y="39029"/>
                    </a:lnTo>
                    <a:lnTo>
                      <a:pt x="38185" y="37671"/>
                    </a:lnTo>
                    <a:lnTo>
                      <a:pt x="40571" y="36264"/>
                    </a:lnTo>
                    <a:lnTo>
                      <a:pt x="42958" y="34819"/>
                    </a:lnTo>
                    <a:lnTo>
                      <a:pt x="45344" y="33341"/>
                    </a:lnTo>
                    <a:lnTo>
                      <a:pt x="47731" y="31829"/>
                    </a:lnTo>
                    <a:lnTo>
                      <a:pt x="50117" y="30283"/>
                    </a:lnTo>
                    <a:lnTo>
                      <a:pt x="52504" y="28703"/>
                    </a:lnTo>
                    <a:lnTo>
                      <a:pt x="54891" y="27088"/>
                    </a:lnTo>
                    <a:lnTo>
                      <a:pt x="57277" y="25444"/>
                    </a:lnTo>
                    <a:lnTo>
                      <a:pt x="59664" y="23774"/>
                    </a:lnTo>
                    <a:lnTo>
                      <a:pt x="62050" y="22087"/>
                    </a:lnTo>
                    <a:lnTo>
                      <a:pt x="64437" y="20393"/>
                    </a:lnTo>
                    <a:lnTo>
                      <a:pt x="66823" y="18701"/>
                    </a:lnTo>
                    <a:lnTo>
                      <a:pt x="69210" y="17021"/>
                    </a:lnTo>
                    <a:lnTo>
                      <a:pt x="71596" y="15365"/>
                    </a:lnTo>
                    <a:lnTo>
                      <a:pt x="73983" y="13743"/>
                    </a:lnTo>
                    <a:lnTo>
                      <a:pt x="76370" y="12163"/>
                    </a:lnTo>
                    <a:lnTo>
                      <a:pt x="78756" y="10635"/>
                    </a:lnTo>
                    <a:lnTo>
                      <a:pt x="81143" y="9165"/>
                    </a:lnTo>
                    <a:lnTo>
                      <a:pt x="83529" y="7761"/>
                    </a:lnTo>
                    <a:lnTo>
                      <a:pt x="85916" y="6427"/>
                    </a:lnTo>
                    <a:lnTo>
                      <a:pt x="88302" y="5167"/>
                    </a:lnTo>
                    <a:lnTo>
                      <a:pt x="90689" y="3983"/>
                    </a:lnTo>
                    <a:lnTo>
                      <a:pt x="93075" y="2876"/>
                    </a:lnTo>
                    <a:lnTo>
                      <a:pt x="95462" y="1845"/>
                    </a:lnTo>
                    <a:lnTo>
                      <a:pt x="97848" y="888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0" name="Surface grid line"/>
              <p:cNvSpPr/>
              <p:nvPr/>
            </p:nvSpPr>
            <p:spPr>
              <a:xfrm>
                <a:off x="3266024" y="1417847"/>
                <a:ext cx="954738" cy="46978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321">
                    <a:moveTo>
                      <a:pt x="0" y="49321"/>
                    </a:moveTo>
                    <a:lnTo>
                      <a:pt x="2387" y="48749"/>
                    </a:lnTo>
                    <a:lnTo>
                      <a:pt x="4773" y="48223"/>
                    </a:lnTo>
                    <a:lnTo>
                      <a:pt x="7160" y="47735"/>
                    </a:lnTo>
                    <a:lnTo>
                      <a:pt x="9546" y="47271"/>
                    </a:lnTo>
                    <a:lnTo>
                      <a:pt x="11933" y="46812"/>
                    </a:lnTo>
                    <a:lnTo>
                      <a:pt x="14319" y="46336"/>
                    </a:lnTo>
                    <a:lnTo>
                      <a:pt x="16706" y="45816"/>
                    </a:lnTo>
                    <a:lnTo>
                      <a:pt x="19092" y="45223"/>
                    </a:lnTo>
                    <a:lnTo>
                      <a:pt x="21479" y="44534"/>
                    </a:lnTo>
                    <a:lnTo>
                      <a:pt x="23865" y="43730"/>
                    </a:lnTo>
                    <a:lnTo>
                      <a:pt x="26252" y="42802"/>
                    </a:lnTo>
                    <a:lnTo>
                      <a:pt x="28639" y="41748"/>
                    </a:lnTo>
                    <a:lnTo>
                      <a:pt x="31025" y="40579"/>
                    </a:lnTo>
                    <a:lnTo>
                      <a:pt x="33412" y="39307"/>
                    </a:lnTo>
                    <a:lnTo>
                      <a:pt x="35798" y="37951"/>
                    </a:lnTo>
                    <a:lnTo>
                      <a:pt x="38185" y="36525"/>
                    </a:lnTo>
                    <a:lnTo>
                      <a:pt x="40571" y="35045"/>
                    </a:lnTo>
                    <a:lnTo>
                      <a:pt x="42958" y="33519"/>
                    </a:lnTo>
                    <a:lnTo>
                      <a:pt x="45344" y="31955"/>
                    </a:lnTo>
                    <a:lnTo>
                      <a:pt x="47731" y="30357"/>
                    </a:lnTo>
                    <a:lnTo>
                      <a:pt x="50117" y="28728"/>
                    </a:lnTo>
                    <a:lnTo>
                      <a:pt x="52504" y="27073"/>
                    </a:lnTo>
                    <a:lnTo>
                      <a:pt x="54891" y="25397"/>
                    </a:lnTo>
                    <a:lnTo>
                      <a:pt x="57277" y="23707"/>
                    </a:lnTo>
                    <a:lnTo>
                      <a:pt x="59664" y="22010"/>
                    </a:lnTo>
                    <a:lnTo>
                      <a:pt x="62050" y="20317"/>
                    </a:lnTo>
                    <a:lnTo>
                      <a:pt x="64437" y="18636"/>
                    </a:lnTo>
                    <a:lnTo>
                      <a:pt x="66823" y="16978"/>
                    </a:lnTo>
                    <a:lnTo>
                      <a:pt x="69210" y="15353"/>
                    </a:lnTo>
                    <a:lnTo>
                      <a:pt x="71596" y="13771"/>
                    </a:lnTo>
                    <a:lnTo>
                      <a:pt x="73983" y="12239"/>
                    </a:lnTo>
                    <a:lnTo>
                      <a:pt x="76370" y="10767"/>
                    </a:lnTo>
                    <a:lnTo>
                      <a:pt x="78756" y="9360"/>
                    </a:lnTo>
                    <a:lnTo>
                      <a:pt x="81143" y="8024"/>
                    </a:lnTo>
                    <a:lnTo>
                      <a:pt x="83529" y="6761"/>
                    </a:lnTo>
                    <a:lnTo>
                      <a:pt x="85916" y="5576"/>
                    </a:lnTo>
                    <a:lnTo>
                      <a:pt x="88302" y="4467"/>
                    </a:lnTo>
                    <a:lnTo>
                      <a:pt x="90689" y="3435"/>
                    </a:lnTo>
                    <a:lnTo>
                      <a:pt x="93075" y="2477"/>
                    </a:lnTo>
                    <a:lnTo>
                      <a:pt x="95462" y="1589"/>
                    </a:lnTo>
                    <a:lnTo>
                      <a:pt x="97848" y="76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1" name="Surface grid line"/>
              <p:cNvSpPr/>
              <p:nvPr/>
            </p:nvSpPr>
            <p:spPr>
              <a:xfrm>
                <a:off x="3293412" y="1435918"/>
                <a:ext cx="954738" cy="47054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401">
                    <a:moveTo>
                      <a:pt x="0" y="49401"/>
                    </a:moveTo>
                    <a:lnTo>
                      <a:pt x="2387" y="48835"/>
                    </a:lnTo>
                    <a:lnTo>
                      <a:pt x="4773" y="48286"/>
                    </a:lnTo>
                    <a:lnTo>
                      <a:pt x="7160" y="47741"/>
                    </a:lnTo>
                    <a:lnTo>
                      <a:pt x="9546" y="47190"/>
                    </a:lnTo>
                    <a:lnTo>
                      <a:pt x="11933" y="46618"/>
                    </a:lnTo>
                    <a:lnTo>
                      <a:pt x="14319" y="46006"/>
                    </a:lnTo>
                    <a:lnTo>
                      <a:pt x="16706" y="45335"/>
                    </a:lnTo>
                    <a:lnTo>
                      <a:pt x="19092" y="44588"/>
                    </a:lnTo>
                    <a:lnTo>
                      <a:pt x="21479" y="43746"/>
                    </a:lnTo>
                    <a:lnTo>
                      <a:pt x="23865" y="42799"/>
                    </a:lnTo>
                    <a:lnTo>
                      <a:pt x="26252" y="41739"/>
                    </a:lnTo>
                    <a:lnTo>
                      <a:pt x="28639" y="40569"/>
                    </a:lnTo>
                    <a:lnTo>
                      <a:pt x="31025" y="39295"/>
                    </a:lnTo>
                    <a:lnTo>
                      <a:pt x="33412" y="37929"/>
                    </a:lnTo>
                    <a:lnTo>
                      <a:pt x="35798" y="36484"/>
                    </a:lnTo>
                    <a:lnTo>
                      <a:pt x="38185" y="34973"/>
                    </a:lnTo>
                    <a:lnTo>
                      <a:pt x="40571" y="33409"/>
                    </a:lnTo>
                    <a:lnTo>
                      <a:pt x="42958" y="31803"/>
                    </a:lnTo>
                    <a:lnTo>
                      <a:pt x="45344" y="30163"/>
                    </a:lnTo>
                    <a:lnTo>
                      <a:pt x="47731" y="28497"/>
                    </a:lnTo>
                    <a:lnTo>
                      <a:pt x="50117" y="26812"/>
                    </a:lnTo>
                    <a:lnTo>
                      <a:pt x="52504" y="25114"/>
                    </a:lnTo>
                    <a:lnTo>
                      <a:pt x="54891" y="23413"/>
                    </a:lnTo>
                    <a:lnTo>
                      <a:pt x="57277" y="21717"/>
                    </a:lnTo>
                    <a:lnTo>
                      <a:pt x="59664" y="20034"/>
                    </a:lnTo>
                    <a:lnTo>
                      <a:pt x="62050" y="18375"/>
                    </a:lnTo>
                    <a:lnTo>
                      <a:pt x="64437" y="16750"/>
                    </a:lnTo>
                    <a:lnTo>
                      <a:pt x="66823" y="15167"/>
                    </a:lnTo>
                    <a:lnTo>
                      <a:pt x="69210" y="13635"/>
                    </a:lnTo>
                    <a:lnTo>
                      <a:pt x="71596" y="12161"/>
                    </a:lnTo>
                    <a:lnTo>
                      <a:pt x="73983" y="10754"/>
                    </a:lnTo>
                    <a:lnTo>
                      <a:pt x="76370" y="9416"/>
                    </a:lnTo>
                    <a:lnTo>
                      <a:pt x="78756" y="8153"/>
                    </a:lnTo>
                    <a:lnTo>
                      <a:pt x="81143" y="6967"/>
                    </a:lnTo>
                    <a:lnTo>
                      <a:pt x="83529" y="5857"/>
                    </a:lnTo>
                    <a:lnTo>
                      <a:pt x="85916" y="4825"/>
                    </a:lnTo>
                    <a:lnTo>
                      <a:pt x="88302" y="3866"/>
                    </a:lnTo>
                    <a:lnTo>
                      <a:pt x="90689" y="2978"/>
                    </a:lnTo>
                    <a:lnTo>
                      <a:pt x="93075" y="2154"/>
                    </a:lnTo>
                    <a:lnTo>
                      <a:pt x="95462" y="1388"/>
                    </a:lnTo>
                    <a:lnTo>
                      <a:pt x="97848" y="673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92" name="Editable search space mesh 506"/>
            <p:cNvGrpSpPr/>
            <p:nvPr/>
          </p:nvGrpSpPr>
          <p:grpSpPr>
            <a:xfrm>
              <a:off x="4819650" y="638175"/>
              <a:ext cx="2105025" cy="1438275"/>
              <a:chOff x="4819650" y="638175"/>
              <a:chExt cx="2105025" cy="1438275"/>
            </a:xfrm>
          </p:grpSpPr>
          <p:sp>
            <p:nvSpPr>
              <p:cNvPr id="1893" name="Surface mesh patch"/>
              <p:cNvSpPr/>
              <p:nvPr/>
            </p:nvSpPr>
            <p:spPr>
              <a:xfrm>
                <a:off x="5751656" y="1052054"/>
                <a:ext cx="50120" cy="148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63">
                    <a:moveTo>
                      <a:pt x="0" y="395"/>
                    </a:moveTo>
                    <a:lnTo>
                      <a:pt x="2875" y="1563"/>
                    </a:lnTo>
                    <a:lnTo>
                      <a:pt x="5262" y="12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4" name="Surface mesh patch"/>
              <p:cNvSpPr/>
              <p:nvPr/>
            </p:nvSpPr>
            <p:spPr>
              <a:xfrm>
                <a:off x="5728924" y="1055813"/>
                <a:ext cx="50120" cy="134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0">
                    <a:moveTo>
                      <a:pt x="0" y="390"/>
                    </a:moveTo>
                    <a:lnTo>
                      <a:pt x="2875" y="1410"/>
                    </a:lnTo>
                    <a:lnTo>
                      <a:pt x="5262" y="11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5" name="Surface mesh patch"/>
              <p:cNvSpPr/>
              <p:nvPr/>
            </p:nvSpPr>
            <p:spPr>
              <a:xfrm>
                <a:off x="5779044" y="1064363"/>
                <a:ext cx="50120" cy="84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8">
                    <a:moveTo>
                      <a:pt x="0" y="271"/>
                    </a:moveTo>
                    <a:lnTo>
                      <a:pt x="2875" y="888"/>
                    </a:lnTo>
                    <a:lnTo>
                      <a:pt x="5262" y="7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6" name="Surface mesh patch"/>
              <p:cNvSpPr/>
              <p:nvPr/>
            </p:nvSpPr>
            <p:spPr>
              <a:xfrm>
                <a:off x="5706193" y="1059532"/>
                <a:ext cx="50120" cy="120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65">
                    <a:moveTo>
                      <a:pt x="0" y="410"/>
                    </a:moveTo>
                    <a:lnTo>
                      <a:pt x="2875" y="1265"/>
                    </a:lnTo>
                    <a:lnTo>
                      <a:pt x="5262" y="10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7" name="Surface mesh patch"/>
              <p:cNvSpPr/>
              <p:nvPr/>
            </p:nvSpPr>
            <p:spPr>
              <a:xfrm>
                <a:off x="5756312" y="1066944"/>
                <a:ext cx="50120" cy="63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8">
                    <a:moveTo>
                      <a:pt x="0" y="242"/>
                    </a:moveTo>
                    <a:lnTo>
                      <a:pt x="2875" y="668"/>
                    </a:lnTo>
                    <a:lnTo>
                      <a:pt x="5262" y="6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8" name="Surface mesh patch"/>
              <p:cNvSpPr/>
              <p:nvPr/>
            </p:nvSpPr>
            <p:spPr>
              <a:xfrm>
                <a:off x="5806432" y="1071497"/>
                <a:ext cx="50120" cy="13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">
                    <a:moveTo>
                      <a:pt x="0" y="139"/>
                    </a:moveTo>
                    <a:lnTo>
                      <a:pt x="2875" y="0"/>
                    </a:lnTo>
                    <a:lnTo>
                      <a:pt x="5262" y="127"/>
                    </a:lnTo>
                    <a:lnTo>
                      <a:pt x="2387" y="32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9" name="Surface mesh patch"/>
              <p:cNvSpPr/>
              <p:nvPr/>
            </p:nvSpPr>
            <p:spPr>
              <a:xfrm>
                <a:off x="5683461" y="1063437"/>
                <a:ext cx="50120" cy="10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0">
                    <a:moveTo>
                      <a:pt x="0" y="455"/>
                    </a:moveTo>
                    <a:lnTo>
                      <a:pt x="2875" y="1140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0" name="Surface mesh patch"/>
              <p:cNvSpPr/>
              <p:nvPr/>
            </p:nvSpPr>
            <p:spPr>
              <a:xfrm>
                <a:off x="5733580" y="1069246"/>
                <a:ext cx="50120" cy="4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">
                    <a:moveTo>
                      <a:pt x="0" y="245"/>
                    </a:moveTo>
                    <a:lnTo>
                      <a:pt x="2875" y="470"/>
                    </a:lnTo>
                    <a:lnTo>
                      <a:pt x="5262" y="4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1" name="Surface mesh patch"/>
              <p:cNvSpPr/>
              <p:nvPr/>
            </p:nvSpPr>
            <p:spPr>
              <a:xfrm>
                <a:off x="5783700" y="1069539"/>
                <a:ext cx="50120" cy="37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">
                    <a:moveTo>
                      <a:pt x="0" y="396"/>
                    </a:moveTo>
                    <a:lnTo>
                      <a:pt x="2875" y="0"/>
                    </a:lnTo>
                    <a:lnTo>
                      <a:pt x="5262" y="206"/>
                    </a:lnTo>
                    <a:lnTo>
                      <a:pt x="2387" y="344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2" name="Surface mesh patch"/>
              <p:cNvSpPr/>
              <p:nvPr/>
            </p:nvSpPr>
            <p:spPr>
              <a:xfrm>
                <a:off x="5833820" y="1061530"/>
                <a:ext cx="50120" cy="111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4">
                    <a:moveTo>
                      <a:pt x="0" y="1046"/>
                    </a:moveTo>
                    <a:lnTo>
                      <a:pt x="2875" y="0"/>
                    </a:lnTo>
                    <a:lnTo>
                      <a:pt x="5262" y="454"/>
                    </a:lnTo>
                    <a:lnTo>
                      <a:pt x="2387" y="1174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3" name="Surface mesh patch"/>
              <p:cNvSpPr/>
              <p:nvPr/>
            </p:nvSpPr>
            <p:spPr>
              <a:xfrm>
                <a:off x="5660729" y="1067769"/>
                <a:ext cx="50120" cy="9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4">
                    <a:moveTo>
                      <a:pt x="0" y="524"/>
                    </a:moveTo>
                    <a:lnTo>
                      <a:pt x="2875" y="1044"/>
                    </a:lnTo>
                    <a:lnTo>
                      <a:pt x="5262" y="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4" name="Surface mesh patch"/>
              <p:cNvSpPr/>
              <p:nvPr/>
            </p:nvSpPr>
            <p:spPr>
              <a:xfrm>
                <a:off x="5710848" y="1071582"/>
                <a:ext cx="50120" cy="2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0">
                    <a:moveTo>
                      <a:pt x="0" y="284"/>
                    </a:moveTo>
                    <a:lnTo>
                      <a:pt x="2875" y="310"/>
                    </a:lnTo>
                    <a:lnTo>
                      <a:pt x="5262" y="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5" name="Surface mesh patch"/>
              <p:cNvSpPr/>
              <p:nvPr/>
            </p:nvSpPr>
            <p:spPr>
              <a:xfrm>
                <a:off x="5760968" y="1067445"/>
                <a:ext cx="50120" cy="6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">
                    <a:moveTo>
                      <a:pt x="0" y="659"/>
                    </a:moveTo>
                    <a:lnTo>
                      <a:pt x="2875" y="0"/>
                    </a:lnTo>
                    <a:lnTo>
                      <a:pt x="5262" y="220"/>
                    </a:lnTo>
                    <a:lnTo>
                      <a:pt x="2387" y="616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6" name="Surface mesh patch"/>
              <p:cNvSpPr/>
              <p:nvPr/>
            </p:nvSpPr>
            <p:spPr>
              <a:xfrm>
                <a:off x="5811088" y="1056256"/>
                <a:ext cx="50120" cy="1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">
                    <a:moveTo>
                      <a:pt x="0" y="1394"/>
                    </a:moveTo>
                    <a:lnTo>
                      <a:pt x="2875" y="0"/>
                    </a:lnTo>
                    <a:lnTo>
                      <a:pt x="5262" y="554"/>
                    </a:lnTo>
                    <a:lnTo>
                      <a:pt x="2387" y="160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7" name="Surface mesh patch"/>
              <p:cNvSpPr/>
              <p:nvPr/>
            </p:nvSpPr>
            <p:spPr>
              <a:xfrm>
                <a:off x="5861207" y="1042393"/>
                <a:ext cx="50120" cy="23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3">
                    <a:moveTo>
                      <a:pt x="0" y="2009"/>
                    </a:moveTo>
                    <a:lnTo>
                      <a:pt x="2875" y="0"/>
                    </a:lnTo>
                    <a:lnTo>
                      <a:pt x="5262" y="885"/>
                    </a:lnTo>
                    <a:lnTo>
                      <a:pt x="2387" y="2463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8" name="Surface mesh patch"/>
              <p:cNvSpPr/>
              <p:nvPr/>
            </p:nvSpPr>
            <p:spPr>
              <a:xfrm>
                <a:off x="5637997" y="1072763"/>
                <a:ext cx="50120" cy="9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">
                    <a:moveTo>
                      <a:pt x="0" y="617"/>
                    </a:moveTo>
                    <a:lnTo>
                      <a:pt x="2875" y="987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9" name="Surface mesh patch"/>
              <p:cNvSpPr/>
              <p:nvPr/>
            </p:nvSpPr>
            <p:spPr>
              <a:xfrm>
                <a:off x="5688117" y="1074291"/>
                <a:ext cx="50120" cy="3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">
                    <a:moveTo>
                      <a:pt x="0" y="359"/>
                    </a:moveTo>
                    <a:lnTo>
                      <a:pt x="2875" y="205"/>
                    </a:lnTo>
                    <a:lnTo>
                      <a:pt x="5262" y="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0" name="Surface mesh patch"/>
              <p:cNvSpPr/>
              <p:nvPr/>
            </p:nvSpPr>
            <p:spPr>
              <a:xfrm>
                <a:off x="5738236" y="1065898"/>
                <a:ext cx="50120" cy="86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7">
                    <a:moveTo>
                      <a:pt x="0" y="907"/>
                    </a:moveTo>
                    <a:lnTo>
                      <a:pt x="2875" y="0"/>
                    </a:lnTo>
                    <a:lnTo>
                      <a:pt x="5262" y="162"/>
                    </a:lnTo>
                    <a:lnTo>
                      <a:pt x="2387" y="822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1" name="Surface mesh patch"/>
              <p:cNvSpPr/>
              <p:nvPr/>
            </p:nvSpPr>
            <p:spPr>
              <a:xfrm>
                <a:off x="5788356" y="1050873"/>
                <a:ext cx="50120" cy="18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0">
                    <a:moveTo>
                      <a:pt x="0" y="1740"/>
                    </a:moveTo>
                    <a:lnTo>
                      <a:pt x="2875" y="0"/>
                    </a:lnTo>
                    <a:lnTo>
                      <a:pt x="5262" y="565"/>
                    </a:lnTo>
                    <a:lnTo>
                      <a:pt x="2387" y="196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2" name="Surface mesh patch"/>
              <p:cNvSpPr/>
              <p:nvPr/>
            </p:nvSpPr>
            <p:spPr>
              <a:xfrm>
                <a:off x="5838476" y="1032830"/>
                <a:ext cx="50120" cy="28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3">
                    <a:moveTo>
                      <a:pt x="0" y="2459"/>
                    </a:moveTo>
                    <a:lnTo>
                      <a:pt x="2875" y="0"/>
                    </a:lnTo>
                    <a:lnTo>
                      <a:pt x="5262" y="1004"/>
                    </a:lnTo>
                    <a:lnTo>
                      <a:pt x="2387" y="3013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3" name="Surface mesh patch"/>
              <p:cNvSpPr/>
              <p:nvPr/>
            </p:nvSpPr>
            <p:spPr>
              <a:xfrm>
                <a:off x="5888595" y="1014896"/>
                <a:ext cx="50120" cy="35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72">
                    <a:moveTo>
                      <a:pt x="0" y="2887"/>
                    </a:moveTo>
                    <a:lnTo>
                      <a:pt x="2875" y="0"/>
                    </a:lnTo>
                    <a:lnTo>
                      <a:pt x="5262" y="1415"/>
                    </a:lnTo>
                    <a:lnTo>
                      <a:pt x="2387" y="3772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4" name="Surface mesh patch"/>
              <p:cNvSpPr/>
              <p:nvPr/>
            </p:nvSpPr>
            <p:spPr>
              <a:xfrm>
                <a:off x="5615265" y="1078635"/>
                <a:ext cx="50120" cy="92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4">
                    <a:moveTo>
                      <a:pt x="0" y="728"/>
                    </a:moveTo>
                    <a:lnTo>
                      <a:pt x="2875" y="974"/>
                    </a:lnTo>
                    <a:lnTo>
                      <a:pt x="5262" y="3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5" name="Surface mesh patch"/>
              <p:cNvSpPr/>
              <p:nvPr/>
            </p:nvSpPr>
            <p:spPr>
              <a:xfrm>
                <a:off x="5665385" y="1076240"/>
                <a:ext cx="50120" cy="5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">
                    <a:moveTo>
                      <a:pt x="0" y="622"/>
                    </a:moveTo>
                    <a:lnTo>
                      <a:pt x="2875" y="319"/>
                    </a:lnTo>
                    <a:lnTo>
                      <a:pt x="5262" y="0"/>
                    </a:lnTo>
                    <a:lnTo>
                      <a:pt x="2387" y="155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6" name="Surface mesh patch"/>
              <p:cNvSpPr/>
              <p:nvPr/>
            </p:nvSpPr>
            <p:spPr>
              <a:xfrm>
                <a:off x="5715504" y="1065586"/>
                <a:ext cx="50120" cy="10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9">
                    <a:moveTo>
                      <a:pt x="0" y="1119"/>
                    </a:moveTo>
                    <a:lnTo>
                      <a:pt x="2875" y="0"/>
                    </a:lnTo>
                    <a:lnTo>
                      <a:pt x="5262" y="33"/>
                    </a:lnTo>
                    <a:lnTo>
                      <a:pt x="2387" y="94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7" name="Surface mesh patch"/>
              <p:cNvSpPr/>
              <p:nvPr/>
            </p:nvSpPr>
            <p:spPr>
              <a:xfrm>
                <a:off x="5765624" y="1046327"/>
                <a:ext cx="50120" cy="21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7">
                    <a:moveTo>
                      <a:pt x="0" y="2055"/>
                    </a:moveTo>
                    <a:lnTo>
                      <a:pt x="2875" y="0"/>
                    </a:lnTo>
                    <a:lnTo>
                      <a:pt x="5262" y="477"/>
                    </a:lnTo>
                    <a:lnTo>
                      <a:pt x="2387" y="2217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8" name="Surface mesh patch"/>
              <p:cNvSpPr/>
              <p:nvPr/>
            </p:nvSpPr>
            <p:spPr>
              <a:xfrm>
                <a:off x="5815744" y="1023275"/>
                <a:ext cx="50120" cy="329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3">
                    <a:moveTo>
                      <a:pt x="0" y="2897"/>
                    </a:moveTo>
                    <a:lnTo>
                      <a:pt x="2875" y="0"/>
                    </a:lnTo>
                    <a:lnTo>
                      <a:pt x="5262" y="1003"/>
                    </a:lnTo>
                    <a:lnTo>
                      <a:pt x="2387" y="3463"/>
                    </a:lnTo>
                    <a:close/>
                  </a:path>
                </a:pathLst>
              </a:custGeom>
              <a:solidFill>
                <a:srgbClr val="dce2ee"/>
              </a:solidFill>
              <a:ln w="3334" cap="flat" cmpd="sng" algn="ctr">
                <a:solidFill>
                  <a:srgbClr val="dce2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9" name="Surface mesh patch"/>
              <p:cNvSpPr/>
              <p:nvPr/>
            </p:nvSpPr>
            <p:spPr>
              <a:xfrm>
                <a:off x="5865863" y="1000148"/>
                <a:ext cx="50120" cy="42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35">
                    <a:moveTo>
                      <a:pt x="0" y="3431"/>
                    </a:moveTo>
                    <a:lnTo>
                      <a:pt x="2875" y="0"/>
                    </a:lnTo>
                    <a:lnTo>
                      <a:pt x="5262" y="1548"/>
                    </a:lnTo>
                    <a:lnTo>
                      <a:pt x="2387" y="4435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0" name="Surface mesh patch"/>
              <p:cNvSpPr/>
              <p:nvPr/>
            </p:nvSpPr>
            <p:spPr>
              <a:xfrm>
                <a:off x="5915983" y="981418"/>
                <a:ext cx="50120" cy="469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9">
                    <a:moveTo>
                      <a:pt x="0" y="3515"/>
                    </a:moveTo>
                    <a:lnTo>
                      <a:pt x="2875" y="0"/>
                    </a:lnTo>
                    <a:lnTo>
                      <a:pt x="5262" y="2011"/>
                    </a:lnTo>
                    <a:lnTo>
                      <a:pt x="2387" y="4929"/>
                    </a:lnTo>
                    <a:close/>
                  </a:path>
                </a:pathLst>
              </a:custGeom>
              <a:solidFill>
                <a:srgbClr val="e3dee2"/>
              </a:solidFill>
              <a:ln w="3334" cap="flat" cmpd="sng" algn="ctr">
                <a:solidFill>
                  <a:srgbClr val="e3de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1" name="Surface mesh patch"/>
              <p:cNvSpPr/>
              <p:nvPr/>
            </p:nvSpPr>
            <p:spPr>
              <a:xfrm>
                <a:off x="5592533" y="1085567"/>
                <a:ext cx="50120" cy="95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5">
                    <a:moveTo>
                      <a:pt x="0" y="853"/>
                    </a:moveTo>
                    <a:lnTo>
                      <a:pt x="2875" y="1005"/>
                    </a:lnTo>
                    <a:lnTo>
                      <a:pt x="5262" y="2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4"/>
              </a:solidFill>
              <a:ln w="3334" cap="flat" cmpd="sng" algn="ctr">
                <a:solidFill>
                  <a:srgbClr val="d3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2" name="Surface mesh patch"/>
              <p:cNvSpPr/>
              <p:nvPr/>
            </p:nvSpPr>
            <p:spPr>
              <a:xfrm>
                <a:off x="5642653" y="1079280"/>
                <a:ext cx="50120" cy="8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">
                    <a:moveTo>
                      <a:pt x="0" y="906"/>
                    </a:moveTo>
                    <a:lnTo>
                      <a:pt x="2875" y="498"/>
                    </a:lnTo>
                    <a:lnTo>
                      <a:pt x="5262" y="0"/>
                    </a:lnTo>
                    <a:lnTo>
                      <a:pt x="2387" y="303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3" name="Surface mesh patch"/>
              <p:cNvSpPr/>
              <p:nvPr/>
            </p:nvSpPr>
            <p:spPr>
              <a:xfrm>
                <a:off x="5692773" y="1065586"/>
                <a:ext cx="50120" cy="13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8">
                    <a:moveTo>
                      <a:pt x="0" y="1438"/>
                    </a:moveTo>
                    <a:lnTo>
                      <a:pt x="2875" y="163"/>
                    </a:lnTo>
                    <a:lnTo>
                      <a:pt x="5262" y="0"/>
                    </a:lnTo>
                    <a:lnTo>
                      <a:pt x="2387" y="1119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4" name="Surface mesh patch"/>
              <p:cNvSpPr/>
              <p:nvPr/>
            </p:nvSpPr>
            <p:spPr>
              <a:xfrm>
                <a:off x="5742892" y="1043576"/>
                <a:ext cx="50120" cy="223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3">
                    <a:moveTo>
                      <a:pt x="0" y="2311"/>
                    </a:moveTo>
                    <a:lnTo>
                      <a:pt x="2875" y="0"/>
                    </a:lnTo>
                    <a:lnTo>
                      <a:pt x="5262" y="289"/>
                    </a:lnTo>
                    <a:lnTo>
                      <a:pt x="2387" y="2343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5" name="Surface mesh patch"/>
              <p:cNvSpPr/>
              <p:nvPr/>
            </p:nvSpPr>
            <p:spPr>
              <a:xfrm>
                <a:off x="5793012" y="1015010"/>
                <a:ext cx="50120" cy="358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5">
                    <a:moveTo>
                      <a:pt x="0" y="3288"/>
                    </a:moveTo>
                    <a:lnTo>
                      <a:pt x="2875" y="0"/>
                    </a:lnTo>
                    <a:lnTo>
                      <a:pt x="5262" y="868"/>
                    </a:lnTo>
                    <a:lnTo>
                      <a:pt x="2387" y="3765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6" name="Surface mesh patch"/>
              <p:cNvSpPr/>
              <p:nvPr/>
            </p:nvSpPr>
            <p:spPr>
              <a:xfrm>
                <a:off x="5843131" y="985617"/>
                <a:ext cx="50120" cy="472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57">
                    <a:moveTo>
                      <a:pt x="0" y="3954"/>
                    </a:moveTo>
                    <a:lnTo>
                      <a:pt x="2875" y="0"/>
                    </a:lnTo>
                    <a:lnTo>
                      <a:pt x="5262" y="1525"/>
                    </a:lnTo>
                    <a:lnTo>
                      <a:pt x="2387" y="4957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7" name="Surface mesh patch"/>
              <p:cNvSpPr/>
              <p:nvPr/>
            </p:nvSpPr>
            <p:spPr>
              <a:xfrm>
                <a:off x="5893251" y="960898"/>
                <a:ext cx="50120" cy="53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9">
                    <a:moveTo>
                      <a:pt x="0" y="4121"/>
                    </a:moveTo>
                    <a:lnTo>
                      <a:pt x="2875" y="0"/>
                    </a:lnTo>
                    <a:lnTo>
                      <a:pt x="5262" y="2154"/>
                    </a:lnTo>
                    <a:lnTo>
                      <a:pt x="2387" y="5669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8" name="Surface mesh patch"/>
              <p:cNvSpPr/>
              <p:nvPr/>
            </p:nvSpPr>
            <p:spPr>
              <a:xfrm>
                <a:off x="5943371" y="945814"/>
                <a:ext cx="50120" cy="547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49">
                    <a:moveTo>
                      <a:pt x="0" y="3738"/>
                    </a:moveTo>
                    <a:lnTo>
                      <a:pt x="2875" y="0"/>
                    </a:lnTo>
                    <a:lnTo>
                      <a:pt x="5262" y="2618"/>
                    </a:lnTo>
                    <a:lnTo>
                      <a:pt x="2387" y="5749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9" name="Surface mesh patch"/>
              <p:cNvSpPr/>
              <p:nvPr/>
            </p:nvSpPr>
            <p:spPr>
              <a:xfrm>
                <a:off x="5569801" y="1093693"/>
                <a:ext cx="50120" cy="102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">
                    <a:moveTo>
                      <a:pt x="0" y="987"/>
                    </a:moveTo>
                    <a:lnTo>
                      <a:pt x="2875" y="1077"/>
                    </a:lnTo>
                    <a:lnTo>
                      <a:pt x="5262" y="1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0" name="Surface mesh patch"/>
              <p:cNvSpPr/>
              <p:nvPr/>
            </p:nvSpPr>
            <p:spPr>
              <a:xfrm>
                <a:off x="5619921" y="1084025"/>
                <a:ext cx="50120" cy="111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6">
                    <a:moveTo>
                      <a:pt x="0" y="1166"/>
                    </a:moveTo>
                    <a:lnTo>
                      <a:pt x="2875" y="704"/>
                    </a:lnTo>
                    <a:lnTo>
                      <a:pt x="5262" y="0"/>
                    </a:lnTo>
                    <a:lnTo>
                      <a:pt x="2387" y="408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1" name="Surface mesh patch"/>
              <p:cNvSpPr/>
              <p:nvPr/>
            </p:nvSpPr>
            <p:spPr>
              <a:xfrm>
                <a:off x="5670041" y="1067140"/>
                <a:ext cx="50120" cy="168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3">
                    <a:moveTo>
                      <a:pt x="0" y="1773"/>
                    </a:moveTo>
                    <a:lnTo>
                      <a:pt x="2875" y="412"/>
                    </a:lnTo>
                    <a:lnTo>
                      <a:pt x="5262" y="0"/>
                    </a:lnTo>
                    <a:lnTo>
                      <a:pt x="2387" y="1275"/>
                    </a:lnTo>
                    <a:close/>
                  </a:path>
                </a:pathLst>
              </a:custGeom>
              <a:solidFill>
                <a:srgbClr val="dae3f1"/>
              </a:solidFill>
              <a:ln w="3334" cap="flat" cmpd="sng" algn="ctr">
                <a:solidFill>
                  <a:srgbClr val="da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2" name="Surface mesh patch"/>
              <p:cNvSpPr/>
              <p:nvPr/>
            </p:nvSpPr>
            <p:spPr>
              <a:xfrm>
                <a:off x="5720160" y="1043487"/>
                <a:ext cx="50120" cy="23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3">
                    <a:moveTo>
                      <a:pt x="0" y="2483"/>
                    </a:moveTo>
                    <a:lnTo>
                      <a:pt x="2875" y="0"/>
                    </a:lnTo>
                    <a:lnTo>
                      <a:pt x="5262" y="9"/>
                    </a:lnTo>
                    <a:lnTo>
                      <a:pt x="2387" y="2320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3" name="Surface mesh patch"/>
              <p:cNvSpPr/>
              <p:nvPr/>
            </p:nvSpPr>
            <p:spPr>
              <a:xfrm>
                <a:off x="5770280" y="1009326"/>
                <a:ext cx="50120" cy="37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5">
                    <a:moveTo>
                      <a:pt x="0" y="3596"/>
                    </a:moveTo>
                    <a:lnTo>
                      <a:pt x="2875" y="0"/>
                    </a:lnTo>
                    <a:lnTo>
                      <a:pt x="5262" y="597"/>
                    </a:lnTo>
                    <a:lnTo>
                      <a:pt x="2387" y="3885"/>
                    </a:lnTo>
                    <a:close/>
                  </a:path>
                </a:pathLst>
              </a:custGeom>
              <a:solidFill>
                <a:srgbClr val="e4dee1"/>
              </a:solidFill>
              <a:ln w="3334" cap="flat" cmpd="sng" algn="ctr">
                <a:solidFill>
                  <a:srgbClr val="e4de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4" name="Surface mesh patch"/>
              <p:cNvSpPr/>
              <p:nvPr/>
            </p:nvSpPr>
            <p:spPr>
              <a:xfrm>
                <a:off x="5820400" y="972979"/>
                <a:ext cx="50120" cy="502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0">
                    <a:moveTo>
                      <a:pt x="0" y="4413"/>
                    </a:moveTo>
                    <a:lnTo>
                      <a:pt x="2875" y="0"/>
                    </a:lnTo>
                    <a:lnTo>
                      <a:pt x="5262" y="1327"/>
                    </a:lnTo>
                    <a:lnTo>
                      <a:pt x="2387" y="5280"/>
                    </a:lnTo>
                    <a:close/>
                  </a:path>
                </a:pathLst>
              </a:custGeom>
              <a:solidFill>
                <a:srgbClr val="e9dbd5"/>
              </a:solidFill>
              <a:ln w="3334" cap="flat" cmpd="sng" algn="ctr">
                <a:solidFill>
                  <a:srgbClr val="e9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5" name="Surface mesh patch"/>
              <p:cNvSpPr/>
              <p:nvPr/>
            </p:nvSpPr>
            <p:spPr>
              <a:xfrm>
                <a:off x="5870519" y="940884"/>
                <a:ext cx="50120" cy="592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2">
                    <a:moveTo>
                      <a:pt x="0" y="4696"/>
                    </a:moveTo>
                    <a:lnTo>
                      <a:pt x="2875" y="0"/>
                    </a:lnTo>
                    <a:lnTo>
                      <a:pt x="5262" y="2101"/>
                    </a:lnTo>
                    <a:lnTo>
                      <a:pt x="2387" y="6222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6" name="Surface mesh patch"/>
              <p:cNvSpPr/>
              <p:nvPr/>
            </p:nvSpPr>
            <p:spPr>
              <a:xfrm>
                <a:off x="5920639" y="919472"/>
                <a:ext cx="50120" cy="61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4">
                    <a:moveTo>
                      <a:pt x="0" y="4349"/>
                    </a:moveTo>
                    <a:lnTo>
                      <a:pt x="2875" y="0"/>
                    </a:lnTo>
                    <a:lnTo>
                      <a:pt x="5262" y="2766"/>
                    </a:lnTo>
                    <a:lnTo>
                      <a:pt x="2387" y="6504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7" name="Surface mesh patch"/>
              <p:cNvSpPr/>
              <p:nvPr/>
            </p:nvSpPr>
            <p:spPr>
              <a:xfrm>
                <a:off x="5970759" y="912940"/>
                <a:ext cx="50120" cy="57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69">
                    <a:moveTo>
                      <a:pt x="0" y="3451"/>
                    </a:moveTo>
                    <a:lnTo>
                      <a:pt x="2875" y="0"/>
                    </a:lnTo>
                    <a:lnTo>
                      <a:pt x="5262" y="3164"/>
                    </a:lnTo>
                    <a:lnTo>
                      <a:pt x="2387" y="6069"/>
                    </a:lnTo>
                    <a:close/>
                  </a:path>
                </a:pathLst>
              </a:custGeom>
              <a:solidFill>
                <a:srgbClr val="f4d5c1"/>
              </a:solidFill>
              <a:ln w="3334" cap="flat" cmpd="sng" algn="ctr">
                <a:solidFill>
                  <a:srgbClr val="f4d5c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8" name="Surface mesh patch"/>
              <p:cNvSpPr/>
              <p:nvPr/>
            </p:nvSpPr>
            <p:spPr>
              <a:xfrm>
                <a:off x="5547070" y="1103095"/>
                <a:ext cx="50120" cy="11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5">
                    <a:moveTo>
                      <a:pt x="0" y="1124"/>
                    </a:moveTo>
                    <a:lnTo>
                      <a:pt x="2875" y="1185"/>
                    </a:lnTo>
                    <a:lnTo>
                      <a:pt x="5262" y="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9" name="Surface mesh patch"/>
              <p:cNvSpPr/>
              <p:nvPr/>
            </p:nvSpPr>
            <p:spPr>
              <a:xfrm>
                <a:off x="5597189" y="1090732"/>
                <a:ext cx="50120" cy="13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8">
                    <a:moveTo>
                      <a:pt x="0" y="1388"/>
                    </a:moveTo>
                    <a:lnTo>
                      <a:pt x="2875" y="924"/>
                    </a:lnTo>
                    <a:lnTo>
                      <a:pt x="5262" y="0"/>
                    </a:lnTo>
                    <a:lnTo>
                      <a:pt x="2387" y="462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0" name="Surface mesh patch"/>
              <p:cNvSpPr/>
              <p:nvPr/>
            </p:nvSpPr>
            <p:spPr>
              <a:xfrm>
                <a:off x="5647309" y="1071067"/>
                <a:ext cx="50120" cy="19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5">
                    <a:moveTo>
                      <a:pt x="0" y="2065"/>
                    </a:moveTo>
                    <a:lnTo>
                      <a:pt x="2875" y="697"/>
                    </a:lnTo>
                    <a:lnTo>
                      <a:pt x="5262" y="0"/>
                    </a:lnTo>
                    <a:lnTo>
                      <a:pt x="2387" y="1360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1" name="Surface mesh patch"/>
              <p:cNvSpPr/>
              <p:nvPr/>
            </p:nvSpPr>
            <p:spPr>
              <a:xfrm>
                <a:off x="5697428" y="1043487"/>
                <a:ext cx="50120" cy="27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5">
                    <a:moveTo>
                      <a:pt x="0" y="2895"/>
                    </a:moveTo>
                    <a:lnTo>
                      <a:pt x="2875" y="342"/>
                    </a:lnTo>
                    <a:lnTo>
                      <a:pt x="5262" y="0"/>
                    </a:lnTo>
                    <a:lnTo>
                      <a:pt x="2387" y="2483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2" name="Surface mesh patch"/>
              <p:cNvSpPr/>
              <p:nvPr/>
            </p:nvSpPr>
            <p:spPr>
              <a:xfrm>
                <a:off x="5747548" y="1007385"/>
                <a:ext cx="50120" cy="36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00">
                    <a:moveTo>
                      <a:pt x="0" y="3790"/>
                    </a:moveTo>
                    <a:lnTo>
                      <a:pt x="2875" y="0"/>
                    </a:lnTo>
                    <a:lnTo>
                      <a:pt x="5262" y="204"/>
                    </a:lnTo>
                    <a:lnTo>
                      <a:pt x="2387" y="3800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3" name="Surface mesh patch"/>
              <p:cNvSpPr/>
              <p:nvPr/>
            </p:nvSpPr>
            <p:spPr>
              <a:xfrm>
                <a:off x="5797668" y="963914"/>
                <a:ext cx="50120" cy="51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64">
                    <a:moveTo>
                      <a:pt x="0" y="4768"/>
                    </a:moveTo>
                    <a:lnTo>
                      <a:pt x="2875" y="0"/>
                    </a:lnTo>
                    <a:lnTo>
                      <a:pt x="5262" y="952"/>
                    </a:lnTo>
                    <a:lnTo>
                      <a:pt x="2387" y="5364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4" name="Surface mesh patch"/>
              <p:cNvSpPr/>
              <p:nvPr/>
            </p:nvSpPr>
            <p:spPr>
              <a:xfrm>
                <a:off x="5847787" y="923475"/>
                <a:ext cx="50120" cy="62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4">
                    <a:moveTo>
                      <a:pt x="0" y="5197"/>
                    </a:moveTo>
                    <a:lnTo>
                      <a:pt x="2875" y="0"/>
                    </a:lnTo>
                    <a:lnTo>
                      <a:pt x="5262" y="1828"/>
                    </a:lnTo>
                    <a:lnTo>
                      <a:pt x="2387" y="6524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5" name="Surface mesh patch"/>
              <p:cNvSpPr/>
              <p:nvPr/>
            </p:nvSpPr>
            <p:spPr>
              <a:xfrm>
                <a:off x="5897907" y="893977"/>
                <a:ext cx="50120" cy="66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6">
                    <a:moveTo>
                      <a:pt x="0" y="4925"/>
                    </a:moveTo>
                    <a:lnTo>
                      <a:pt x="2875" y="0"/>
                    </a:lnTo>
                    <a:lnTo>
                      <a:pt x="5262" y="2677"/>
                    </a:lnTo>
                    <a:lnTo>
                      <a:pt x="2387" y="7026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6" name="Surface mesh patch"/>
              <p:cNvSpPr/>
              <p:nvPr/>
            </p:nvSpPr>
            <p:spPr>
              <a:xfrm>
                <a:off x="5948027" y="881416"/>
                <a:ext cx="50120" cy="64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61">
                    <a:moveTo>
                      <a:pt x="0" y="3995"/>
                    </a:moveTo>
                    <a:lnTo>
                      <a:pt x="2875" y="0"/>
                    </a:lnTo>
                    <a:lnTo>
                      <a:pt x="5262" y="3310"/>
                    </a:lnTo>
                    <a:lnTo>
                      <a:pt x="2387" y="6761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7" name="Surface mesh patch"/>
              <p:cNvSpPr/>
              <p:nvPr/>
            </p:nvSpPr>
            <p:spPr>
              <a:xfrm>
                <a:off x="5998146" y="887838"/>
                <a:ext cx="50120" cy="5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00">
                    <a:moveTo>
                      <a:pt x="0" y="2635"/>
                    </a:moveTo>
                    <a:lnTo>
                      <a:pt x="2875" y="0"/>
                    </a:lnTo>
                    <a:lnTo>
                      <a:pt x="5262" y="3576"/>
                    </a:lnTo>
                    <a:lnTo>
                      <a:pt x="2387" y="580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8" name="Surface mesh patch"/>
              <p:cNvSpPr/>
              <p:nvPr/>
            </p:nvSpPr>
            <p:spPr>
              <a:xfrm>
                <a:off x="5524338" y="1113801"/>
                <a:ext cx="50120" cy="12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1259"/>
                    </a:moveTo>
                    <a:lnTo>
                      <a:pt x="2875" y="1322"/>
                    </a:lnTo>
                    <a:lnTo>
                      <a:pt x="5262" y="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9" name="Surface mesh patch"/>
              <p:cNvSpPr/>
              <p:nvPr/>
            </p:nvSpPr>
            <p:spPr>
              <a:xfrm>
                <a:off x="5574457" y="1099531"/>
                <a:ext cx="50120" cy="14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">
                    <a:moveTo>
                      <a:pt x="0" y="1559"/>
                    </a:moveTo>
                    <a:lnTo>
                      <a:pt x="2875" y="1144"/>
                    </a:lnTo>
                    <a:lnTo>
                      <a:pt x="5262" y="0"/>
                    </a:lnTo>
                    <a:lnTo>
                      <a:pt x="2387" y="464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0" name="Surface mesh patch"/>
              <p:cNvSpPr/>
              <p:nvPr/>
            </p:nvSpPr>
            <p:spPr>
              <a:xfrm>
                <a:off x="5624577" y="1077702"/>
                <a:ext cx="50120" cy="218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2">
                    <a:moveTo>
                      <a:pt x="0" y="2292"/>
                    </a:moveTo>
                    <a:lnTo>
                      <a:pt x="2875" y="996"/>
                    </a:lnTo>
                    <a:lnTo>
                      <a:pt x="5262" y="0"/>
                    </a:lnTo>
                    <a:lnTo>
                      <a:pt x="2387" y="1368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1" name="Surface mesh patch"/>
              <p:cNvSpPr/>
              <p:nvPr/>
            </p:nvSpPr>
            <p:spPr>
              <a:xfrm>
                <a:off x="5674697" y="1046744"/>
                <a:ext cx="50120" cy="30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50">
                    <a:moveTo>
                      <a:pt x="0" y="3250"/>
                    </a:moveTo>
                    <a:lnTo>
                      <a:pt x="2875" y="738"/>
                    </a:lnTo>
                    <a:lnTo>
                      <a:pt x="5262" y="0"/>
                    </a:lnTo>
                    <a:lnTo>
                      <a:pt x="2387" y="2554"/>
                    </a:lnTo>
                    <a:close/>
                  </a:path>
                </a:pathLst>
              </a:custGeom>
              <a:solidFill>
                <a:srgbClr val="e1dfe5"/>
              </a:solidFill>
              <a:ln w="3334" cap="flat" cmpd="sng" algn="ctr">
                <a:solidFill>
                  <a:srgbClr val="e1df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2" name="Surface mesh patch"/>
              <p:cNvSpPr/>
              <p:nvPr/>
            </p:nvSpPr>
            <p:spPr>
              <a:xfrm>
                <a:off x="5724816" y="1007385"/>
                <a:ext cx="50120" cy="39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32">
                    <a:moveTo>
                      <a:pt x="0" y="4132"/>
                    </a:moveTo>
                    <a:lnTo>
                      <a:pt x="2875" y="283"/>
                    </a:lnTo>
                    <a:lnTo>
                      <a:pt x="5262" y="0"/>
                    </a:lnTo>
                    <a:lnTo>
                      <a:pt x="2387" y="379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3" name="Surface mesh patch"/>
              <p:cNvSpPr/>
              <p:nvPr/>
            </p:nvSpPr>
            <p:spPr>
              <a:xfrm>
                <a:off x="5774936" y="959927"/>
                <a:ext cx="50120" cy="493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86">
                    <a:moveTo>
                      <a:pt x="0" y="4982"/>
                    </a:moveTo>
                    <a:lnTo>
                      <a:pt x="2875" y="0"/>
                    </a:lnTo>
                    <a:lnTo>
                      <a:pt x="5262" y="419"/>
                    </a:lnTo>
                    <a:lnTo>
                      <a:pt x="2387" y="5186"/>
                    </a:lnTo>
                    <a:close/>
                  </a:path>
                </a:pathLst>
              </a:custGeom>
              <a:solidFill>
                <a:srgbClr val="f1d7c7"/>
              </a:solidFill>
              <a:ln w="3334" cap="flat" cmpd="sng" algn="ctr">
                <a:solidFill>
                  <a:srgbClr val="f1d7c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4" name="Surface mesh patch"/>
              <p:cNvSpPr/>
              <p:nvPr/>
            </p:nvSpPr>
            <p:spPr>
              <a:xfrm>
                <a:off x="5825056" y="910778"/>
                <a:ext cx="50120" cy="622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0">
                    <a:moveTo>
                      <a:pt x="0" y="5579"/>
                    </a:moveTo>
                    <a:lnTo>
                      <a:pt x="2875" y="0"/>
                    </a:lnTo>
                    <a:lnTo>
                      <a:pt x="5262" y="1333"/>
                    </a:lnTo>
                    <a:lnTo>
                      <a:pt x="2387" y="6530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5" name="Surface mesh patch"/>
              <p:cNvSpPr/>
              <p:nvPr/>
            </p:nvSpPr>
            <p:spPr>
              <a:xfrm>
                <a:off x="5875175" y="871848"/>
                <a:ext cx="50120" cy="690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8">
                    <a:moveTo>
                      <a:pt x="0" y="5420"/>
                    </a:moveTo>
                    <a:lnTo>
                      <a:pt x="2875" y="0"/>
                    </a:lnTo>
                    <a:lnTo>
                      <a:pt x="5262" y="2323"/>
                    </a:lnTo>
                    <a:lnTo>
                      <a:pt x="2387" y="7248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6" name="Surface mesh patch"/>
              <p:cNvSpPr/>
              <p:nvPr/>
            </p:nvSpPr>
            <p:spPr>
              <a:xfrm>
                <a:off x="5925295" y="851096"/>
                <a:ext cx="50120" cy="68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79">
                    <a:moveTo>
                      <a:pt x="0" y="4502"/>
                    </a:moveTo>
                    <a:lnTo>
                      <a:pt x="2875" y="0"/>
                    </a:lnTo>
                    <a:lnTo>
                      <a:pt x="5262" y="3183"/>
                    </a:lnTo>
                    <a:lnTo>
                      <a:pt x="2387" y="7179"/>
                    </a:lnTo>
                    <a:close/>
                  </a:path>
                </a:pathLst>
              </a:custGeom>
              <a:solidFill>
                <a:srgbClr val="fbc5a9"/>
              </a:solidFill>
              <a:ln w="3334" cap="flat" cmpd="sng" algn="ctr">
                <a:solidFill>
                  <a:srgbClr val="fbc5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7" name="Surface mesh patch"/>
              <p:cNvSpPr/>
              <p:nvPr/>
            </p:nvSpPr>
            <p:spPr>
              <a:xfrm>
                <a:off x="5975414" y="852483"/>
                <a:ext cx="50120" cy="6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7">
                    <a:moveTo>
                      <a:pt x="0" y="3038"/>
                    </a:moveTo>
                    <a:lnTo>
                      <a:pt x="2875" y="0"/>
                    </a:lnTo>
                    <a:lnTo>
                      <a:pt x="5262" y="3712"/>
                    </a:lnTo>
                    <a:lnTo>
                      <a:pt x="2387" y="6347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8" name="Surface mesh patch"/>
              <p:cNvSpPr/>
              <p:nvPr/>
            </p:nvSpPr>
            <p:spPr>
              <a:xfrm>
                <a:off x="6025534" y="874764"/>
                <a:ext cx="50120" cy="47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8">
                    <a:moveTo>
                      <a:pt x="0" y="1373"/>
                    </a:moveTo>
                    <a:lnTo>
                      <a:pt x="2875" y="0"/>
                    </a:lnTo>
                    <a:lnTo>
                      <a:pt x="5262" y="3793"/>
                    </a:lnTo>
                    <a:lnTo>
                      <a:pt x="2387" y="4948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9" name="Surface mesh patch"/>
              <p:cNvSpPr/>
              <p:nvPr/>
            </p:nvSpPr>
            <p:spPr>
              <a:xfrm>
                <a:off x="5501606" y="1125796"/>
                <a:ext cx="50120" cy="14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80">
                    <a:moveTo>
                      <a:pt x="0" y="1389"/>
                    </a:moveTo>
                    <a:lnTo>
                      <a:pt x="2875" y="1480"/>
                    </a:lnTo>
                    <a:lnTo>
                      <a:pt x="5262" y="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0" name="Surface mesh patch"/>
              <p:cNvSpPr/>
              <p:nvPr/>
            </p:nvSpPr>
            <p:spPr>
              <a:xfrm>
                <a:off x="5551725" y="1110425"/>
                <a:ext cx="50120" cy="15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7">
                    <a:moveTo>
                      <a:pt x="0" y="1677"/>
                    </a:moveTo>
                    <a:lnTo>
                      <a:pt x="2875" y="1353"/>
                    </a:lnTo>
                    <a:lnTo>
                      <a:pt x="5262" y="0"/>
                    </a:lnTo>
                    <a:lnTo>
                      <a:pt x="2387" y="416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1" name="Surface mesh patch"/>
              <p:cNvSpPr/>
              <p:nvPr/>
            </p:nvSpPr>
            <p:spPr>
              <a:xfrm>
                <a:off x="5601845" y="1087184"/>
                <a:ext cx="50120" cy="23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0">
                    <a:moveTo>
                      <a:pt x="0" y="2440"/>
                    </a:moveTo>
                    <a:lnTo>
                      <a:pt x="2875" y="1289"/>
                    </a:lnTo>
                    <a:lnTo>
                      <a:pt x="5262" y="0"/>
                    </a:lnTo>
                    <a:lnTo>
                      <a:pt x="2387" y="1296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2" name="Surface mesh patch"/>
              <p:cNvSpPr/>
              <p:nvPr/>
            </p:nvSpPr>
            <p:spPr>
              <a:xfrm>
                <a:off x="5651965" y="1053775"/>
                <a:ext cx="50120" cy="334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07">
                    <a:moveTo>
                      <a:pt x="0" y="3507"/>
                    </a:moveTo>
                    <a:lnTo>
                      <a:pt x="2875" y="1149"/>
                    </a:lnTo>
                    <a:lnTo>
                      <a:pt x="5262" y="0"/>
                    </a:lnTo>
                    <a:lnTo>
                      <a:pt x="2387" y="2512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3" name="Surface mesh patch"/>
              <p:cNvSpPr/>
              <p:nvPr/>
            </p:nvSpPr>
            <p:spPr>
              <a:xfrm>
                <a:off x="5702084" y="1010085"/>
                <a:ext cx="50120" cy="436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7">
                    <a:moveTo>
                      <a:pt x="0" y="4587"/>
                    </a:moveTo>
                    <a:lnTo>
                      <a:pt x="2875" y="827"/>
                    </a:lnTo>
                    <a:lnTo>
                      <a:pt x="5262" y="0"/>
                    </a:lnTo>
                    <a:lnTo>
                      <a:pt x="2387" y="3849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4" name="Surface mesh patch"/>
              <p:cNvSpPr/>
              <p:nvPr/>
            </p:nvSpPr>
            <p:spPr>
              <a:xfrm>
                <a:off x="5752204" y="959927"/>
                <a:ext cx="50120" cy="50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66">
                    <a:moveTo>
                      <a:pt x="0" y="5266"/>
                    </a:moveTo>
                    <a:lnTo>
                      <a:pt x="2875" y="235"/>
                    </a:lnTo>
                    <a:lnTo>
                      <a:pt x="5262" y="0"/>
                    </a:lnTo>
                    <a:lnTo>
                      <a:pt x="2387" y="4982"/>
                    </a:lnTo>
                    <a:close/>
                  </a:path>
                </a:pathLst>
              </a:custGeom>
              <a:solidFill>
                <a:srgbClr val="f3d5c2"/>
              </a:solidFill>
              <a:ln w="3334" cap="flat" cmpd="sng" algn="ctr">
                <a:solidFill>
                  <a:srgbClr val="f3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5" name="Surface mesh patch"/>
              <p:cNvSpPr/>
              <p:nvPr/>
            </p:nvSpPr>
            <p:spPr>
              <a:xfrm>
                <a:off x="5802324" y="904662"/>
                <a:ext cx="50120" cy="592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1">
                    <a:moveTo>
                      <a:pt x="0" y="5802"/>
                    </a:moveTo>
                    <a:lnTo>
                      <a:pt x="2875" y="0"/>
                    </a:lnTo>
                    <a:lnTo>
                      <a:pt x="5262" y="642"/>
                    </a:lnTo>
                    <a:lnTo>
                      <a:pt x="2387" y="6221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6" name="Surface mesh patch"/>
              <p:cNvSpPr/>
              <p:nvPr/>
            </p:nvSpPr>
            <p:spPr>
              <a:xfrm>
                <a:off x="5852443" y="855607"/>
                <a:ext cx="50120" cy="67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25">
                    <a:moveTo>
                      <a:pt x="0" y="5792"/>
                    </a:moveTo>
                    <a:lnTo>
                      <a:pt x="2875" y="0"/>
                    </a:lnTo>
                    <a:lnTo>
                      <a:pt x="5262" y="1705"/>
                    </a:lnTo>
                    <a:lnTo>
                      <a:pt x="2387" y="7125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7" name="Surface mesh patch"/>
              <p:cNvSpPr/>
              <p:nvPr/>
            </p:nvSpPr>
            <p:spPr>
              <a:xfrm>
                <a:off x="5902563" y="824867"/>
                <a:ext cx="50120" cy="691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56">
                    <a:moveTo>
                      <a:pt x="0" y="4932"/>
                    </a:moveTo>
                    <a:lnTo>
                      <a:pt x="2875" y="0"/>
                    </a:lnTo>
                    <a:lnTo>
                      <a:pt x="5262" y="2754"/>
                    </a:lnTo>
                    <a:lnTo>
                      <a:pt x="2387" y="7256"/>
                    </a:lnTo>
                    <a:close/>
                  </a:path>
                </a:pathLst>
              </a:custGeom>
              <a:solidFill>
                <a:srgbClr val="fbbca0"/>
              </a:solidFill>
              <a:ln w="3334" cap="flat" cmpd="sng" algn="ctr">
                <a:solidFill>
                  <a:srgbClr val="fbbc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8" name="Surface mesh patch"/>
              <p:cNvSpPr/>
              <p:nvPr/>
            </p:nvSpPr>
            <p:spPr>
              <a:xfrm>
                <a:off x="5952683" y="818667"/>
                <a:ext cx="50120" cy="62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88">
                    <a:moveTo>
                      <a:pt x="0" y="3405"/>
                    </a:moveTo>
                    <a:lnTo>
                      <a:pt x="2875" y="0"/>
                    </a:lnTo>
                    <a:lnTo>
                      <a:pt x="5262" y="3550"/>
                    </a:lnTo>
                    <a:lnTo>
                      <a:pt x="2387" y="6588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9" name="Surface mesh patch"/>
              <p:cNvSpPr/>
              <p:nvPr/>
            </p:nvSpPr>
            <p:spPr>
              <a:xfrm>
                <a:off x="6002802" y="837505"/>
                <a:ext cx="50120" cy="503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4">
                    <a:moveTo>
                      <a:pt x="0" y="1573"/>
                    </a:moveTo>
                    <a:lnTo>
                      <a:pt x="2875" y="0"/>
                    </a:lnTo>
                    <a:lnTo>
                      <a:pt x="5262" y="3912"/>
                    </a:lnTo>
                    <a:lnTo>
                      <a:pt x="2387" y="5284"/>
                    </a:lnTo>
                    <a:close/>
                  </a:path>
                </a:pathLst>
              </a:custGeom>
              <a:solidFill>
                <a:srgbClr val="fbbea1"/>
              </a:solidFill>
              <a:ln w="3334" cap="flat" cmpd="sng" algn="ctr">
                <a:solidFill>
                  <a:srgbClr val="fbbe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0" name="Surface mesh patch"/>
              <p:cNvSpPr/>
              <p:nvPr/>
            </p:nvSpPr>
            <p:spPr>
              <a:xfrm>
                <a:off x="6052922" y="874764"/>
                <a:ext cx="50120" cy="37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46">
                    <a:moveTo>
                      <a:pt x="0" y="0"/>
                    </a:moveTo>
                    <a:lnTo>
                      <a:pt x="2875" y="165"/>
                    </a:lnTo>
                    <a:lnTo>
                      <a:pt x="5262" y="3946"/>
                    </a:lnTo>
                    <a:lnTo>
                      <a:pt x="2387" y="3793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1" name="Surface mesh patch"/>
              <p:cNvSpPr/>
              <p:nvPr/>
            </p:nvSpPr>
            <p:spPr>
              <a:xfrm>
                <a:off x="5478874" y="1139027"/>
                <a:ext cx="50120" cy="15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2">
                    <a:moveTo>
                      <a:pt x="0" y="1511"/>
                    </a:moveTo>
                    <a:lnTo>
                      <a:pt x="2875" y="1652"/>
                    </a:lnTo>
                    <a:lnTo>
                      <a:pt x="5262" y="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2" name="Surface mesh patch"/>
              <p:cNvSpPr/>
              <p:nvPr/>
            </p:nvSpPr>
            <p:spPr>
              <a:xfrm>
                <a:off x="5528994" y="1123312"/>
                <a:ext cx="50120" cy="16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1">
                    <a:moveTo>
                      <a:pt x="0" y="1741"/>
                    </a:moveTo>
                    <a:lnTo>
                      <a:pt x="2875" y="1544"/>
                    </a:lnTo>
                    <a:lnTo>
                      <a:pt x="5262" y="0"/>
                    </a:lnTo>
                    <a:lnTo>
                      <a:pt x="2387" y="324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3" name="Surface mesh patch"/>
              <p:cNvSpPr/>
              <p:nvPr/>
            </p:nvSpPr>
            <p:spPr>
              <a:xfrm>
                <a:off x="5579113" y="1099463"/>
                <a:ext cx="50120" cy="238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4">
                    <a:moveTo>
                      <a:pt x="0" y="2504"/>
                    </a:moveTo>
                    <a:lnTo>
                      <a:pt x="2875" y="1560"/>
                    </a:lnTo>
                    <a:lnTo>
                      <a:pt x="5262" y="0"/>
                    </a:lnTo>
                    <a:lnTo>
                      <a:pt x="2387" y="1151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4" name="Surface mesh patch"/>
              <p:cNvSpPr/>
              <p:nvPr/>
            </p:nvSpPr>
            <p:spPr>
              <a:xfrm>
                <a:off x="5629233" y="1064718"/>
                <a:ext cx="50120" cy="347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48">
                    <a:moveTo>
                      <a:pt x="0" y="3648"/>
                    </a:moveTo>
                    <a:lnTo>
                      <a:pt x="2875" y="1544"/>
                    </a:lnTo>
                    <a:lnTo>
                      <a:pt x="5262" y="0"/>
                    </a:lnTo>
                    <a:lnTo>
                      <a:pt x="2387" y="2359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5" name="Surface mesh patch"/>
              <p:cNvSpPr/>
              <p:nvPr/>
            </p:nvSpPr>
            <p:spPr>
              <a:xfrm>
                <a:off x="5679353" y="1017962"/>
                <a:ext cx="50120" cy="467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9">
                    <a:moveTo>
                      <a:pt x="0" y="4909"/>
                    </a:moveTo>
                    <a:lnTo>
                      <a:pt x="2875" y="1383"/>
                    </a:lnTo>
                    <a:lnTo>
                      <a:pt x="5262" y="0"/>
                    </a:lnTo>
                    <a:lnTo>
                      <a:pt x="2387" y="3760"/>
                    </a:lnTo>
                    <a:close/>
                  </a:path>
                </a:pathLst>
              </a:custGeom>
              <a:solidFill>
                <a:srgbClr val="eadbd4"/>
              </a:solidFill>
              <a:ln w="3334" cap="flat" cmpd="sng" algn="ctr">
                <a:solidFill>
                  <a:srgbClr val="eadb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6" name="Surface mesh patch"/>
              <p:cNvSpPr/>
              <p:nvPr/>
            </p:nvSpPr>
            <p:spPr>
              <a:xfrm>
                <a:off x="5729472" y="962163"/>
                <a:ext cx="50120" cy="557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8">
                    <a:moveTo>
                      <a:pt x="0" y="5858"/>
                    </a:moveTo>
                    <a:lnTo>
                      <a:pt x="2875" y="957"/>
                    </a:lnTo>
                    <a:lnTo>
                      <a:pt x="5262" y="0"/>
                    </a:lnTo>
                    <a:lnTo>
                      <a:pt x="2387" y="5031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7" name="Surface mesh patch"/>
              <p:cNvSpPr/>
              <p:nvPr/>
            </p:nvSpPr>
            <p:spPr>
              <a:xfrm>
                <a:off x="5779592" y="904662"/>
                <a:ext cx="50120" cy="575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37">
                    <a:moveTo>
                      <a:pt x="0" y="6037"/>
                    </a:moveTo>
                    <a:lnTo>
                      <a:pt x="2875" y="197"/>
                    </a:lnTo>
                    <a:lnTo>
                      <a:pt x="5262" y="0"/>
                    </a:lnTo>
                    <a:lnTo>
                      <a:pt x="2387" y="5802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8" name="Surface mesh patch"/>
              <p:cNvSpPr/>
              <p:nvPr/>
            </p:nvSpPr>
            <p:spPr>
              <a:xfrm>
                <a:off x="5829711" y="847485"/>
                <a:ext cx="50120" cy="63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45">
                    <a:moveTo>
                      <a:pt x="0" y="6003"/>
                    </a:moveTo>
                    <a:lnTo>
                      <a:pt x="2875" y="0"/>
                    </a:lnTo>
                    <a:lnTo>
                      <a:pt x="5262" y="853"/>
                    </a:lnTo>
                    <a:lnTo>
                      <a:pt x="2387" y="6645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9" name="Surface mesh patch"/>
              <p:cNvSpPr/>
              <p:nvPr/>
            </p:nvSpPr>
            <p:spPr>
              <a:xfrm>
                <a:off x="5879831" y="805614"/>
                <a:ext cx="50120" cy="662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54">
                    <a:moveTo>
                      <a:pt x="0" y="5249"/>
                    </a:moveTo>
                    <a:lnTo>
                      <a:pt x="2875" y="0"/>
                    </a:lnTo>
                    <a:lnTo>
                      <a:pt x="5262" y="2021"/>
                    </a:lnTo>
                    <a:lnTo>
                      <a:pt x="2387" y="6954"/>
                    </a:lnTo>
                    <a:close/>
                  </a:path>
                </a:pathLst>
              </a:custGeom>
              <a:solidFill>
                <a:srgbClr val="fbb498"/>
              </a:solidFill>
              <a:ln w="3334" cap="flat" cmpd="sng" algn="ctr">
                <a:solidFill>
                  <a:srgbClr val="fbb49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0" name="Surface mesh patch"/>
              <p:cNvSpPr/>
              <p:nvPr/>
            </p:nvSpPr>
            <p:spPr>
              <a:xfrm>
                <a:off x="5929951" y="789545"/>
                <a:ext cx="50120" cy="61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62">
                    <a:moveTo>
                      <a:pt x="0" y="3708"/>
                    </a:moveTo>
                    <a:lnTo>
                      <a:pt x="2875" y="0"/>
                    </a:lnTo>
                    <a:lnTo>
                      <a:pt x="5262" y="3058"/>
                    </a:lnTo>
                    <a:lnTo>
                      <a:pt x="2387" y="6462"/>
                    </a:lnTo>
                    <a:close/>
                  </a:path>
                </a:pathLst>
              </a:custGeom>
              <a:solidFill>
                <a:srgbClr val="fab094"/>
              </a:solidFill>
              <a:ln w="3334" cap="flat" cmpd="sng" algn="ctr">
                <a:solidFill>
                  <a:srgbClr val="fab09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1" name="Surface mesh patch"/>
              <p:cNvSpPr/>
              <p:nvPr/>
            </p:nvSpPr>
            <p:spPr>
              <a:xfrm>
                <a:off x="5980070" y="802060"/>
                <a:ext cx="50120" cy="50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94">
                    <a:moveTo>
                      <a:pt x="0" y="1744"/>
                    </a:moveTo>
                    <a:lnTo>
                      <a:pt x="2875" y="0"/>
                    </a:lnTo>
                    <a:lnTo>
                      <a:pt x="5262" y="3721"/>
                    </a:lnTo>
                    <a:lnTo>
                      <a:pt x="2387" y="5294"/>
                    </a:lnTo>
                    <a:close/>
                  </a:path>
                </a:pathLst>
              </a:custGeom>
              <a:solidFill>
                <a:srgbClr val="fab296"/>
              </a:solidFill>
              <a:ln w="3334" cap="flat" cmpd="sng" algn="ctr">
                <a:solidFill>
                  <a:srgbClr val="fab2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2" name="Surface mesh patch"/>
              <p:cNvSpPr/>
              <p:nvPr/>
            </p:nvSpPr>
            <p:spPr>
              <a:xfrm>
                <a:off x="6030190" y="837505"/>
                <a:ext cx="50120" cy="388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6">
                    <a:moveTo>
                      <a:pt x="0" y="0"/>
                    </a:moveTo>
                    <a:lnTo>
                      <a:pt x="2875" y="198"/>
                    </a:lnTo>
                    <a:lnTo>
                      <a:pt x="5262" y="4076"/>
                    </a:lnTo>
                    <a:lnTo>
                      <a:pt x="2387" y="3912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3" name="Surface mesh patch"/>
              <p:cNvSpPr/>
              <p:nvPr/>
            </p:nvSpPr>
            <p:spPr>
              <a:xfrm>
                <a:off x="6080310" y="876332"/>
                <a:ext cx="50120" cy="50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99">
                    <a:moveTo>
                      <a:pt x="0" y="0"/>
                    </a:moveTo>
                    <a:lnTo>
                      <a:pt x="2875" y="1751"/>
                    </a:lnTo>
                    <a:lnTo>
                      <a:pt x="5262" y="5299"/>
                    </a:lnTo>
                    <a:lnTo>
                      <a:pt x="2387" y="3782"/>
                    </a:lnTo>
                    <a:close/>
                  </a:path>
                </a:pathLst>
              </a:custGeom>
              <a:solidFill>
                <a:srgbClr val="fbc5a9"/>
              </a:solidFill>
              <a:ln w="3334" cap="flat" cmpd="sng" algn="ctr">
                <a:solidFill>
                  <a:srgbClr val="fbc5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4" name="Surface mesh patch"/>
              <p:cNvSpPr/>
              <p:nvPr/>
            </p:nvSpPr>
            <p:spPr>
              <a:xfrm>
                <a:off x="5456142" y="1153421"/>
                <a:ext cx="50120" cy="17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3">
                    <a:moveTo>
                      <a:pt x="0" y="1624"/>
                    </a:moveTo>
                    <a:lnTo>
                      <a:pt x="2875" y="1833"/>
                    </a:lnTo>
                    <a:lnTo>
                      <a:pt x="5262" y="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5" name="Surface mesh patch"/>
              <p:cNvSpPr/>
              <p:nvPr/>
            </p:nvSpPr>
            <p:spPr>
              <a:xfrm>
                <a:off x="5506262" y="1138017"/>
                <a:ext cx="50120" cy="16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8">
                    <a:moveTo>
                      <a:pt x="0" y="1758"/>
                    </a:moveTo>
                    <a:lnTo>
                      <a:pt x="2875" y="1713"/>
                    </a:lnTo>
                    <a:lnTo>
                      <a:pt x="5262" y="0"/>
                    </a:lnTo>
                    <a:lnTo>
                      <a:pt x="2387" y="19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6" name="Surface mesh patch"/>
              <p:cNvSpPr/>
              <p:nvPr/>
            </p:nvSpPr>
            <p:spPr>
              <a:xfrm>
                <a:off x="5556381" y="1114324"/>
                <a:ext cx="50120" cy="236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7">
                    <a:moveTo>
                      <a:pt x="0" y="2487"/>
                    </a:moveTo>
                    <a:lnTo>
                      <a:pt x="2875" y="1798"/>
                    </a:lnTo>
                    <a:lnTo>
                      <a:pt x="5262" y="0"/>
                    </a:lnTo>
                    <a:lnTo>
                      <a:pt x="2387" y="944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7" name="Surface mesh patch"/>
              <p:cNvSpPr/>
              <p:nvPr/>
            </p:nvSpPr>
            <p:spPr>
              <a:xfrm>
                <a:off x="5606501" y="1079428"/>
                <a:ext cx="50120" cy="34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4">
                    <a:moveTo>
                      <a:pt x="0" y="3664"/>
                    </a:moveTo>
                    <a:lnTo>
                      <a:pt x="2875" y="1900"/>
                    </a:lnTo>
                    <a:lnTo>
                      <a:pt x="5262" y="0"/>
                    </a:lnTo>
                    <a:lnTo>
                      <a:pt x="2387" y="2103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8" name="Surface mesh patch"/>
              <p:cNvSpPr/>
              <p:nvPr/>
            </p:nvSpPr>
            <p:spPr>
              <a:xfrm>
                <a:off x="5656621" y="1031138"/>
                <a:ext cx="50120" cy="48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70">
                    <a:moveTo>
                      <a:pt x="0" y="5070"/>
                    </a:moveTo>
                    <a:lnTo>
                      <a:pt x="2875" y="1910"/>
                    </a:lnTo>
                    <a:lnTo>
                      <a:pt x="5262" y="0"/>
                    </a:lnTo>
                    <a:lnTo>
                      <a:pt x="2387" y="3525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9" name="Surface mesh patch"/>
              <p:cNvSpPr/>
              <p:nvPr/>
            </p:nvSpPr>
            <p:spPr>
              <a:xfrm>
                <a:off x="5706740" y="971274"/>
                <a:ext cx="50120" cy="59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5">
                    <a:moveTo>
                      <a:pt x="0" y="6285"/>
                    </a:moveTo>
                    <a:lnTo>
                      <a:pt x="2875" y="1688"/>
                    </a:lnTo>
                    <a:lnTo>
                      <a:pt x="5262" y="0"/>
                    </a:lnTo>
                    <a:lnTo>
                      <a:pt x="2387" y="4902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0" name="Surface mesh patch"/>
              <p:cNvSpPr/>
              <p:nvPr/>
            </p:nvSpPr>
            <p:spPr>
              <a:xfrm>
                <a:off x="5756860" y="906536"/>
                <a:ext cx="50120" cy="647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97">
                    <a:moveTo>
                      <a:pt x="0" y="6797"/>
                    </a:moveTo>
                    <a:lnTo>
                      <a:pt x="2875" y="1116"/>
                    </a:lnTo>
                    <a:lnTo>
                      <a:pt x="5262" y="0"/>
                    </a:lnTo>
                    <a:lnTo>
                      <a:pt x="2387" y="5840"/>
                    </a:lnTo>
                    <a:close/>
                  </a:path>
                </a:pathLst>
              </a:custGeom>
              <a:solidFill>
                <a:srgbClr val="fbc9ad"/>
              </a:solidFill>
              <a:ln w="3334" cap="flat" cmpd="sng" algn="ctr">
                <a:solidFill>
                  <a:srgbClr val="fbc9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1" name="Surface mesh patch"/>
              <p:cNvSpPr/>
              <p:nvPr/>
            </p:nvSpPr>
            <p:spPr>
              <a:xfrm>
                <a:off x="5806980" y="847485"/>
                <a:ext cx="50120" cy="590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00">
                    <a:moveTo>
                      <a:pt x="0" y="6200"/>
                    </a:moveTo>
                    <a:lnTo>
                      <a:pt x="2875" y="174"/>
                    </a:lnTo>
                    <a:lnTo>
                      <a:pt x="5262" y="0"/>
                    </a:lnTo>
                    <a:lnTo>
                      <a:pt x="2387" y="6003"/>
                    </a:lnTo>
                    <a:close/>
                  </a:path>
                </a:pathLst>
              </a:custGeom>
              <a:solidFill>
                <a:srgbClr val="fbbb9e"/>
              </a:solidFill>
              <a:ln w="3334" cap="flat" cmpd="sng" algn="ctr">
                <a:solidFill>
                  <a:srgbClr val="fbbb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2" name="Surface mesh patch"/>
              <p:cNvSpPr/>
              <p:nvPr/>
            </p:nvSpPr>
            <p:spPr>
              <a:xfrm>
                <a:off x="5857099" y="795876"/>
                <a:ext cx="50120" cy="59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1">
                    <a:moveTo>
                      <a:pt x="0" y="5418"/>
                    </a:moveTo>
                    <a:lnTo>
                      <a:pt x="2875" y="0"/>
                    </a:lnTo>
                    <a:lnTo>
                      <a:pt x="5262" y="1022"/>
                    </a:lnTo>
                    <a:lnTo>
                      <a:pt x="2387" y="6271"/>
                    </a:lnTo>
                    <a:close/>
                  </a:path>
                </a:pathLst>
              </a:custGeom>
              <a:solidFill>
                <a:srgbClr val="faae93"/>
              </a:solidFill>
              <a:ln w="3334" cap="flat" cmpd="sng" algn="ctr">
                <a:solidFill>
                  <a:srgbClr val="faae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3" name="Surface mesh patch"/>
              <p:cNvSpPr/>
              <p:nvPr/>
            </p:nvSpPr>
            <p:spPr>
              <a:xfrm>
                <a:off x="5907219" y="768259"/>
                <a:ext cx="50120" cy="56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43">
                    <a:moveTo>
                      <a:pt x="0" y="3922"/>
                    </a:moveTo>
                    <a:lnTo>
                      <a:pt x="2875" y="0"/>
                    </a:lnTo>
                    <a:lnTo>
                      <a:pt x="5262" y="2235"/>
                    </a:lnTo>
                    <a:lnTo>
                      <a:pt x="2387" y="5943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4" name="Surface mesh patch"/>
              <p:cNvSpPr/>
              <p:nvPr/>
            </p:nvSpPr>
            <p:spPr>
              <a:xfrm>
                <a:off x="5957339" y="771711"/>
                <a:ext cx="50120" cy="46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0">
                    <a:moveTo>
                      <a:pt x="0" y="1872"/>
                    </a:moveTo>
                    <a:lnTo>
                      <a:pt x="2875" y="0"/>
                    </a:lnTo>
                    <a:lnTo>
                      <a:pt x="5262" y="3186"/>
                    </a:lnTo>
                    <a:lnTo>
                      <a:pt x="2387" y="4930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5" name="Surface mesh patch"/>
              <p:cNvSpPr/>
              <p:nvPr/>
            </p:nvSpPr>
            <p:spPr>
              <a:xfrm>
                <a:off x="6007458" y="802060"/>
                <a:ext cx="50120" cy="37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19">
                    <a:moveTo>
                      <a:pt x="0" y="0"/>
                    </a:moveTo>
                    <a:lnTo>
                      <a:pt x="2875" y="251"/>
                    </a:lnTo>
                    <a:lnTo>
                      <a:pt x="5262" y="3919"/>
                    </a:lnTo>
                    <a:lnTo>
                      <a:pt x="2387" y="3721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6" name="Surface mesh patch"/>
              <p:cNvSpPr/>
              <p:nvPr/>
            </p:nvSpPr>
            <p:spPr>
              <a:xfrm>
                <a:off x="6057578" y="839389"/>
                <a:ext cx="50120" cy="536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29">
                    <a:moveTo>
                      <a:pt x="0" y="0"/>
                    </a:moveTo>
                    <a:lnTo>
                      <a:pt x="2875" y="2011"/>
                    </a:lnTo>
                    <a:lnTo>
                      <a:pt x="5262" y="5629"/>
                    </a:lnTo>
                    <a:lnTo>
                      <a:pt x="2387" y="3879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7" name="Surface mesh patch"/>
              <p:cNvSpPr/>
              <p:nvPr/>
            </p:nvSpPr>
            <p:spPr>
              <a:xfrm>
                <a:off x="6107697" y="893008"/>
                <a:ext cx="50120" cy="599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92">
                    <a:moveTo>
                      <a:pt x="0" y="0"/>
                    </a:moveTo>
                    <a:lnTo>
                      <a:pt x="2875" y="3162"/>
                    </a:lnTo>
                    <a:lnTo>
                      <a:pt x="5262" y="6292"/>
                    </a:lnTo>
                    <a:lnTo>
                      <a:pt x="2387" y="3548"/>
                    </a:lnTo>
                    <a:close/>
                  </a:path>
                </a:pathLst>
              </a:custGeom>
              <a:solidFill>
                <a:srgbClr val="fbc8ac"/>
              </a:solidFill>
              <a:ln w="3334" cap="flat" cmpd="sng" algn="ctr">
                <a:solidFill>
                  <a:srgbClr val="fbc8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8" name="Surface mesh patch"/>
              <p:cNvSpPr/>
              <p:nvPr/>
            </p:nvSpPr>
            <p:spPr>
              <a:xfrm>
                <a:off x="5433410" y="1168892"/>
                <a:ext cx="50120" cy="192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8">
                    <a:moveTo>
                      <a:pt x="0" y="1728"/>
                    </a:moveTo>
                    <a:lnTo>
                      <a:pt x="2875" y="2018"/>
                    </a:lnTo>
                    <a:lnTo>
                      <a:pt x="5262" y="2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9" name="Surface mesh patch"/>
              <p:cNvSpPr/>
              <p:nvPr/>
            </p:nvSpPr>
            <p:spPr>
              <a:xfrm>
                <a:off x="5483530" y="1154329"/>
                <a:ext cx="50120" cy="17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9">
                    <a:moveTo>
                      <a:pt x="0" y="1737"/>
                    </a:moveTo>
                    <a:lnTo>
                      <a:pt x="2875" y="1859"/>
                    </a:lnTo>
                    <a:lnTo>
                      <a:pt x="5262" y="0"/>
                    </a:lnTo>
                    <a:lnTo>
                      <a:pt x="2387" y="46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0" name="Surface mesh patch"/>
              <p:cNvSpPr/>
              <p:nvPr/>
            </p:nvSpPr>
            <p:spPr>
              <a:xfrm>
                <a:off x="5533650" y="1131447"/>
                <a:ext cx="50120" cy="228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02">
                    <a:moveTo>
                      <a:pt x="0" y="2402"/>
                    </a:moveTo>
                    <a:lnTo>
                      <a:pt x="2875" y="1996"/>
                    </a:lnTo>
                    <a:lnTo>
                      <a:pt x="5262" y="0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1" name="Surface mesh patch"/>
              <p:cNvSpPr/>
              <p:nvPr/>
            </p:nvSpPr>
            <p:spPr>
              <a:xfrm>
                <a:off x="5583769" y="1097521"/>
                <a:ext cx="50120" cy="33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2">
                    <a:moveTo>
                      <a:pt x="0" y="3562"/>
                    </a:moveTo>
                    <a:lnTo>
                      <a:pt x="2875" y="2198"/>
                    </a:lnTo>
                    <a:lnTo>
                      <a:pt x="5262" y="0"/>
                    </a:lnTo>
                    <a:lnTo>
                      <a:pt x="2387" y="1764"/>
                    </a:lnTo>
                    <a:close/>
                  </a:path>
                </a:pathLst>
              </a:custGeom>
              <a:solidFill>
                <a:srgbClr val="dfe0e9"/>
              </a:solidFill>
              <a:ln w="3334" cap="flat" cmpd="sng" algn="ctr">
                <a:solidFill>
                  <a:srgbClr val="dfe0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2" name="Surface mesh patch"/>
              <p:cNvSpPr/>
              <p:nvPr/>
            </p:nvSpPr>
            <p:spPr>
              <a:xfrm>
                <a:off x="5633889" y="1049333"/>
                <a:ext cx="50120" cy="481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9">
                    <a:moveTo>
                      <a:pt x="0" y="5059"/>
                    </a:moveTo>
                    <a:lnTo>
                      <a:pt x="2875" y="2373"/>
                    </a:lnTo>
                    <a:lnTo>
                      <a:pt x="5262" y="0"/>
                    </a:lnTo>
                    <a:lnTo>
                      <a:pt x="2387" y="316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3" name="Surface mesh patch"/>
              <p:cNvSpPr/>
              <p:nvPr/>
            </p:nvSpPr>
            <p:spPr>
              <a:xfrm>
                <a:off x="5684008" y="987354"/>
                <a:ext cx="50120" cy="61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7">
                    <a:moveTo>
                      <a:pt x="0" y="6507"/>
                    </a:moveTo>
                    <a:lnTo>
                      <a:pt x="2875" y="2372"/>
                    </a:lnTo>
                    <a:lnTo>
                      <a:pt x="5262" y="0"/>
                    </a:lnTo>
                    <a:lnTo>
                      <a:pt x="2387" y="4597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4" name="Surface mesh patch"/>
              <p:cNvSpPr/>
              <p:nvPr/>
            </p:nvSpPr>
            <p:spPr>
              <a:xfrm>
                <a:off x="5734128" y="917170"/>
                <a:ext cx="50120" cy="70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68">
                    <a:moveTo>
                      <a:pt x="0" y="7368"/>
                    </a:moveTo>
                    <a:lnTo>
                      <a:pt x="2875" y="2042"/>
                    </a:lnTo>
                    <a:lnTo>
                      <a:pt x="5262" y="0"/>
                    </a:lnTo>
                    <a:lnTo>
                      <a:pt x="2387" y="5680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5" name="Surface mesh patch"/>
              <p:cNvSpPr/>
              <p:nvPr/>
            </p:nvSpPr>
            <p:spPr>
              <a:xfrm>
                <a:off x="5784248" y="849141"/>
                <a:ext cx="50120" cy="68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42">
                    <a:moveTo>
                      <a:pt x="0" y="7142"/>
                    </a:moveTo>
                    <a:lnTo>
                      <a:pt x="2875" y="1293"/>
                    </a:lnTo>
                    <a:lnTo>
                      <a:pt x="5262" y="0"/>
                    </a:lnTo>
                    <a:lnTo>
                      <a:pt x="2387" y="6026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6" name="Surface mesh patch"/>
              <p:cNvSpPr/>
              <p:nvPr/>
            </p:nvSpPr>
            <p:spPr>
              <a:xfrm>
                <a:off x="5834367" y="795876"/>
                <a:ext cx="50120" cy="53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2">
                    <a:moveTo>
                      <a:pt x="0" y="5592"/>
                    </a:moveTo>
                    <a:lnTo>
                      <a:pt x="2875" y="173"/>
                    </a:lnTo>
                    <a:lnTo>
                      <a:pt x="5262" y="0"/>
                    </a:lnTo>
                    <a:lnTo>
                      <a:pt x="2387" y="5418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7" name="Surface mesh patch"/>
              <p:cNvSpPr/>
              <p:nvPr/>
            </p:nvSpPr>
            <p:spPr>
              <a:xfrm>
                <a:off x="5884487" y="757569"/>
                <a:ext cx="50120" cy="48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4">
                    <a:moveTo>
                      <a:pt x="0" y="4022"/>
                    </a:moveTo>
                    <a:lnTo>
                      <a:pt x="2875" y="0"/>
                    </a:lnTo>
                    <a:lnTo>
                      <a:pt x="5262" y="1122"/>
                    </a:lnTo>
                    <a:lnTo>
                      <a:pt x="2387" y="5044"/>
                    </a:lnTo>
                    <a:close/>
                  </a:path>
                </a:pathLst>
              </a:custGeom>
              <a:solidFill>
                <a:srgbClr val="faa186"/>
              </a:solidFill>
              <a:ln w="3334" cap="flat" cmpd="sng" algn="ctr">
                <a:solidFill>
                  <a:srgbClr val="faa1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8" name="Surface mesh patch"/>
              <p:cNvSpPr/>
              <p:nvPr/>
            </p:nvSpPr>
            <p:spPr>
              <a:xfrm>
                <a:off x="5934607" y="749723"/>
                <a:ext cx="50120" cy="398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81">
                    <a:moveTo>
                      <a:pt x="0" y="1946"/>
                    </a:moveTo>
                    <a:lnTo>
                      <a:pt x="2875" y="0"/>
                    </a:lnTo>
                    <a:lnTo>
                      <a:pt x="5262" y="2308"/>
                    </a:lnTo>
                    <a:lnTo>
                      <a:pt x="2387" y="4181"/>
                    </a:lnTo>
                    <a:close/>
                  </a:path>
                </a:pathLst>
              </a:custGeom>
              <a:solidFill>
                <a:srgbClr val="fa9f83"/>
              </a:solidFill>
              <a:ln w="3334" cap="flat" cmpd="sng" algn="ctr">
                <a:solidFill>
                  <a:srgbClr val="fa9f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9" name="Surface mesh patch"/>
              <p:cNvSpPr/>
              <p:nvPr/>
            </p:nvSpPr>
            <p:spPr>
              <a:xfrm>
                <a:off x="5984726" y="771711"/>
                <a:ext cx="50120" cy="32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7">
                    <a:moveTo>
                      <a:pt x="0" y="0"/>
                    </a:moveTo>
                    <a:lnTo>
                      <a:pt x="2875" y="321"/>
                    </a:lnTo>
                    <a:lnTo>
                      <a:pt x="5262" y="3437"/>
                    </a:lnTo>
                    <a:lnTo>
                      <a:pt x="2387" y="3186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0" name="Surface mesh patch"/>
              <p:cNvSpPr/>
              <p:nvPr/>
            </p:nvSpPr>
            <p:spPr>
              <a:xfrm>
                <a:off x="6034846" y="804450"/>
                <a:ext cx="50120" cy="54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79">
                    <a:moveTo>
                      <a:pt x="0" y="0"/>
                    </a:moveTo>
                    <a:lnTo>
                      <a:pt x="2875" y="2281"/>
                    </a:lnTo>
                    <a:lnTo>
                      <a:pt x="5262" y="5679"/>
                    </a:lnTo>
                    <a:lnTo>
                      <a:pt x="2387" y="3668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1" name="Surface mesh patch"/>
              <p:cNvSpPr/>
              <p:nvPr/>
            </p:nvSpPr>
            <p:spPr>
              <a:xfrm>
                <a:off x="6084966" y="858547"/>
                <a:ext cx="50120" cy="64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0">
                    <a:moveTo>
                      <a:pt x="0" y="0"/>
                    </a:moveTo>
                    <a:lnTo>
                      <a:pt x="2875" y="3608"/>
                    </a:lnTo>
                    <a:lnTo>
                      <a:pt x="5262" y="6780"/>
                    </a:lnTo>
                    <a:lnTo>
                      <a:pt x="2387" y="3618"/>
                    </a:lnTo>
                    <a:close/>
                  </a:path>
                </a:pathLst>
              </a:custGeom>
              <a:solidFill>
                <a:srgbClr val="fbbea1"/>
              </a:solidFill>
              <a:ln w="3334" cap="flat" cmpd="sng" algn="ctr">
                <a:solidFill>
                  <a:srgbClr val="fbbe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2" name="Surface mesh patch"/>
              <p:cNvSpPr/>
              <p:nvPr/>
            </p:nvSpPr>
            <p:spPr>
              <a:xfrm>
                <a:off x="6135085" y="923130"/>
                <a:ext cx="50120" cy="64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8">
                    <a:moveTo>
                      <a:pt x="0" y="0"/>
                    </a:moveTo>
                    <a:lnTo>
                      <a:pt x="2875" y="4226"/>
                    </a:lnTo>
                    <a:lnTo>
                      <a:pt x="5262" y="6818"/>
                    </a:lnTo>
                    <a:lnTo>
                      <a:pt x="2387" y="3129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3" name="Surface mesh patch"/>
              <p:cNvSpPr/>
              <p:nvPr/>
            </p:nvSpPr>
            <p:spPr>
              <a:xfrm>
                <a:off x="5410678" y="1185354"/>
                <a:ext cx="50120" cy="21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6">
                    <a:moveTo>
                      <a:pt x="0" y="1823"/>
                    </a:moveTo>
                    <a:lnTo>
                      <a:pt x="2875" y="2206"/>
                    </a:lnTo>
                    <a:lnTo>
                      <a:pt x="5262" y="2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4" name="Surface mesh patch"/>
              <p:cNvSpPr/>
              <p:nvPr/>
            </p:nvSpPr>
            <p:spPr>
              <a:xfrm>
                <a:off x="5460798" y="1170878"/>
                <a:ext cx="50120" cy="20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6">
                    <a:moveTo>
                      <a:pt x="0" y="1809"/>
                    </a:moveTo>
                    <a:lnTo>
                      <a:pt x="2875" y="2106"/>
                    </a:lnTo>
                    <a:lnTo>
                      <a:pt x="5262" y="1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5" name="Surface mesh patch"/>
              <p:cNvSpPr/>
              <p:nvPr/>
            </p:nvSpPr>
            <p:spPr>
              <a:xfrm>
                <a:off x="5510918" y="1150462"/>
                <a:ext cx="50120" cy="215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5">
                    <a:moveTo>
                      <a:pt x="0" y="2265"/>
                    </a:moveTo>
                    <a:lnTo>
                      <a:pt x="2875" y="2156"/>
                    </a:lnTo>
                    <a:lnTo>
                      <a:pt x="5262" y="0"/>
                    </a:lnTo>
                    <a:lnTo>
                      <a:pt x="2387" y="406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6" name="Surface mesh patch"/>
              <p:cNvSpPr/>
              <p:nvPr/>
            </p:nvSpPr>
            <p:spPr>
              <a:xfrm>
                <a:off x="5561037" y="1118456"/>
                <a:ext cx="50120" cy="320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0">
                    <a:moveTo>
                      <a:pt x="0" y="3360"/>
                    </a:moveTo>
                    <a:lnTo>
                      <a:pt x="2875" y="2432"/>
                    </a:lnTo>
                    <a:lnTo>
                      <a:pt x="5262" y="0"/>
                    </a:lnTo>
                    <a:lnTo>
                      <a:pt x="2387" y="1364"/>
                    </a:lnTo>
                    <a:close/>
                  </a:path>
                </a:pathLst>
              </a:custGeom>
              <a:solidFill>
                <a:srgbClr val="dee2ec"/>
              </a:solidFill>
              <a:ln w="3334" cap="flat" cmpd="sng" algn="ctr">
                <a:solidFill>
                  <a:srgbClr val="dee2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7" name="Surface mesh patch"/>
              <p:cNvSpPr/>
              <p:nvPr/>
            </p:nvSpPr>
            <p:spPr>
              <a:xfrm>
                <a:off x="5611157" y="1071932"/>
                <a:ext cx="50120" cy="465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4">
                    <a:moveTo>
                      <a:pt x="0" y="4884"/>
                    </a:moveTo>
                    <a:lnTo>
                      <a:pt x="2875" y="2747"/>
                    </a:lnTo>
                    <a:lnTo>
                      <a:pt x="5262" y="0"/>
                    </a:lnTo>
                    <a:lnTo>
                      <a:pt x="2387" y="2686"/>
                    </a:lnTo>
                    <a:close/>
                  </a:path>
                </a:pathLst>
              </a:custGeom>
              <a:solidFill>
                <a:srgbClr val="e5dddd"/>
              </a:solidFill>
              <a:ln w="3334" cap="flat" cmpd="sng" algn="ctr">
                <a:solidFill>
                  <a:srgbClr val="e5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8" name="Surface mesh patch"/>
              <p:cNvSpPr/>
              <p:nvPr/>
            </p:nvSpPr>
            <p:spPr>
              <a:xfrm>
                <a:off x="5661277" y="1009950"/>
                <a:ext cx="50120" cy="619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7">
                    <a:moveTo>
                      <a:pt x="0" y="6507"/>
                    </a:moveTo>
                    <a:lnTo>
                      <a:pt x="2875" y="2961"/>
                    </a:lnTo>
                    <a:lnTo>
                      <a:pt x="5262" y="0"/>
                    </a:lnTo>
                    <a:lnTo>
                      <a:pt x="2387" y="4135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9" name="Surface mesh patch"/>
              <p:cNvSpPr/>
              <p:nvPr/>
            </p:nvSpPr>
            <p:spPr>
              <a:xfrm>
                <a:off x="5711396" y="936616"/>
                <a:ext cx="50120" cy="733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99">
                    <a:moveTo>
                      <a:pt x="0" y="7699"/>
                    </a:moveTo>
                    <a:lnTo>
                      <a:pt x="2875" y="2898"/>
                    </a:lnTo>
                    <a:lnTo>
                      <a:pt x="5262" y="0"/>
                    </a:lnTo>
                    <a:lnTo>
                      <a:pt x="2387" y="5327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0" name="Surface mesh patch"/>
              <p:cNvSpPr/>
              <p:nvPr/>
            </p:nvSpPr>
            <p:spPr>
              <a:xfrm>
                <a:off x="5761516" y="861457"/>
                <a:ext cx="50120" cy="7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91">
                    <a:moveTo>
                      <a:pt x="0" y="7891"/>
                    </a:moveTo>
                    <a:lnTo>
                      <a:pt x="2875" y="2412"/>
                    </a:lnTo>
                    <a:lnTo>
                      <a:pt x="5262" y="0"/>
                    </a:lnTo>
                    <a:lnTo>
                      <a:pt x="2387" y="5849"/>
                    </a:lnTo>
                    <a:close/>
                  </a:path>
                </a:pathLst>
              </a:custGeom>
              <a:solidFill>
                <a:srgbClr val="fbbb9f"/>
              </a:solidFill>
              <a:ln w="3334" cap="flat" cmpd="sng" algn="ctr">
                <a:solidFill>
                  <a:srgbClr val="fbbb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1" name="Surface mesh patch"/>
              <p:cNvSpPr/>
              <p:nvPr/>
            </p:nvSpPr>
            <p:spPr>
              <a:xfrm>
                <a:off x="5811635" y="797528"/>
                <a:ext cx="50120" cy="639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12">
                    <a:moveTo>
                      <a:pt x="0" y="6712"/>
                    </a:moveTo>
                    <a:lnTo>
                      <a:pt x="2875" y="1471"/>
                    </a:lnTo>
                    <a:lnTo>
                      <a:pt x="5262" y="0"/>
                    </a:lnTo>
                    <a:lnTo>
                      <a:pt x="2387" y="5419"/>
                    </a:lnTo>
                    <a:close/>
                  </a:path>
                </a:pathLst>
              </a:custGeom>
              <a:solidFill>
                <a:srgbClr val="faaa8e"/>
              </a:solidFill>
              <a:ln w="3334" cap="flat" cmpd="sng" algn="ctr">
                <a:solidFill>
                  <a:srgbClr val="faaa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2" name="Surface mesh patch"/>
              <p:cNvSpPr/>
              <p:nvPr/>
            </p:nvSpPr>
            <p:spPr>
              <a:xfrm>
                <a:off x="5861755" y="757569"/>
                <a:ext cx="50120" cy="39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5">
                    <a:moveTo>
                      <a:pt x="0" y="4195"/>
                    </a:moveTo>
                    <a:lnTo>
                      <a:pt x="2875" y="203"/>
                    </a:lnTo>
                    <a:lnTo>
                      <a:pt x="5262" y="0"/>
                    </a:lnTo>
                    <a:lnTo>
                      <a:pt x="2387" y="4022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3" name="Surface mesh patch"/>
              <p:cNvSpPr/>
              <p:nvPr/>
            </p:nvSpPr>
            <p:spPr>
              <a:xfrm>
                <a:off x="5911875" y="738953"/>
                <a:ext cx="50120" cy="29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77">
                    <a:moveTo>
                      <a:pt x="0" y="1954"/>
                    </a:moveTo>
                    <a:lnTo>
                      <a:pt x="2875" y="0"/>
                    </a:lnTo>
                    <a:lnTo>
                      <a:pt x="5262" y="1131"/>
                    </a:lnTo>
                    <a:lnTo>
                      <a:pt x="2387" y="3077"/>
                    </a:lnTo>
                    <a:close/>
                  </a:path>
                </a:pathLst>
              </a:custGeom>
              <a:solidFill>
                <a:srgbClr val="fa987d"/>
              </a:solidFill>
              <a:ln w="3334" cap="flat" cmpd="sng" algn="ctr">
                <a:solidFill>
                  <a:srgbClr val="fa98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4" name="Surface mesh patch"/>
              <p:cNvSpPr/>
              <p:nvPr/>
            </p:nvSpPr>
            <p:spPr>
              <a:xfrm>
                <a:off x="5961994" y="749723"/>
                <a:ext cx="50120" cy="250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29">
                    <a:moveTo>
                      <a:pt x="0" y="0"/>
                    </a:moveTo>
                    <a:lnTo>
                      <a:pt x="2875" y="403"/>
                    </a:lnTo>
                    <a:lnTo>
                      <a:pt x="5262" y="2629"/>
                    </a:lnTo>
                    <a:lnTo>
                      <a:pt x="2387" y="2308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5" name="Surface mesh patch"/>
              <p:cNvSpPr/>
              <p:nvPr/>
            </p:nvSpPr>
            <p:spPr>
              <a:xfrm>
                <a:off x="6012114" y="774766"/>
                <a:ext cx="50120" cy="514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98">
                    <a:moveTo>
                      <a:pt x="0" y="0"/>
                    </a:moveTo>
                    <a:lnTo>
                      <a:pt x="2875" y="2541"/>
                    </a:lnTo>
                    <a:lnTo>
                      <a:pt x="5262" y="5398"/>
                    </a:lnTo>
                    <a:lnTo>
                      <a:pt x="2387" y="3116"/>
                    </a:lnTo>
                    <a:close/>
                  </a:path>
                </a:pathLst>
              </a:custGeom>
              <a:solidFill>
                <a:srgbClr val="faa489"/>
              </a:solidFill>
              <a:ln w="3334" cap="flat" cmpd="sng" algn="ctr">
                <a:solidFill>
                  <a:srgbClr val="faa4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6" name="Surface mesh patch"/>
              <p:cNvSpPr/>
              <p:nvPr/>
            </p:nvSpPr>
            <p:spPr>
              <a:xfrm>
                <a:off x="6062234" y="826177"/>
                <a:ext cx="50120" cy="66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06">
                    <a:moveTo>
                      <a:pt x="0" y="0"/>
                    </a:moveTo>
                    <a:lnTo>
                      <a:pt x="2875" y="4052"/>
                    </a:lnTo>
                    <a:lnTo>
                      <a:pt x="5262" y="7006"/>
                    </a:lnTo>
                    <a:lnTo>
                      <a:pt x="2387" y="3398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7" name="Surface mesh patch"/>
              <p:cNvSpPr/>
              <p:nvPr/>
            </p:nvSpPr>
            <p:spPr>
              <a:xfrm>
                <a:off x="6112353" y="892913"/>
                <a:ext cx="50120" cy="70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99">
                    <a:moveTo>
                      <a:pt x="0" y="0"/>
                    </a:moveTo>
                    <a:lnTo>
                      <a:pt x="2875" y="4789"/>
                    </a:lnTo>
                    <a:lnTo>
                      <a:pt x="5262" y="7399"/>
                    </a:lnTo>
                    <a:lnTo>
                      <a:pt x="2387" y="3172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8" name="Surface mesh patch"/>
              <p:cNvSpPr/>
              <p:nvPr/>
            </p:nvSpPr>
            <p:spPr>
              <a:xfrm>
                <a:off x="6162473" y="963384"/>
                <a:ext cx="50120" cy="65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64">
                    <a:moveTo>
                      <a:pt x="0" y="0"/>
                    </a:moveTo>
                    <a:lnTo>
                      <a:pt x="2875" y="4852"/>
                    </a:lnTo>
                    <a:lnTo>
                      <a:pt x="5262" y="6864"/>
                    </a:lnTo>
                    <a:lnTo>
                      <a:pt x="2387" y="2592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9" name="Surface mesh patch"/>
              <p:cNvSpPr/>
              <p:nvPr/>
            </p:nvSpPr>
            <p:spPr>
              <a:xfrm>
                <a:off x="5387946" y="1202714"/>
                <a:ext cx="50120" cy="22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5">
                    <a:moveTo>
                      <a:pt x="0" y="1907"/>
                    </a:moveTo>
                    <a:lnTo>
                      <a:pt x="2875" y="2395"/>
                    </a:lnTo>
                    <a:lnTo>
                      <a:pt x="5262" y="3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0" name="Surface mesh patch"/>
              <p:cNvSpPr/>
              <p:nvPr/>
            </p:nvSpPr>
            <p:spPr>
              <a:xfrm>
                <a:off x="5438066" y="1188113"/>
                <a:ext cx="50120" cy="22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1">
                    <a:moveTo>
                      <a:pt x="0" y="1916"/>
                    </a:moveTo>
                    <a:lnTo>
                      <a:pt x="2875" y="2391"/>
                    </a:lnTo>
                    <a:lnTo>
                      <a:pt x="5262" y="2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1" name="Surface mesh patch"/>
              <p:cNvSpPr/>
              <p:nvPr/>
            </p:nvSpPr>
            <p:spPr>
              <a:xfrm>
                <a:off x="5488186" y="1171002"/>
                <a:ext cx="50120" cy="21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3">
                    <a:moveTo>
                      <a:pt x="0" y="2093"/>
                    </a:moveTo>
                    <a:lnTo>
                      <a:pt x="2875" y="2283"/>
                    </a:lnTo>
                    <a:lnTo>
                      <a:pt x="5262" y="0"/>
                    </a:lnTo>
                    <a:lnTo>
                      <a:pt x="2387" y="108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2" name="Surface mesh patch"/>
              <p:cNvSpPr/>
              <p:nvPr/>
            </p:nvSpPr>
            <p:spPr>
              <a:xfrm>
                <a:off x="5538305" y="1141625"/>
                <a:ext cx="50120" cy="293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84">
                    <a:moveTo>
                      <a:pt x="0" y="3084"/>
                    </a:moveTo>
                    <a:lnTo>
                      <a:pt x="2875" y="2605"/>
                    </a:lnTo>
                    <a:lnTo>
                      <a:pt x="5262" y="0"/>
                    </a:lnTo>
                    <a:lnTo>
                      <a:pt x="2387" y="928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3" name="Surface mesh patch"/>
              <p:cNvSpPr/>
              <p:nvPr/>
            </p:nvSpPr>
            <p:spPr>
              <a:xfrm>
                <a:off x="5588425" y="1098096"/>
                <a:ext cx="50120" cy="435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70">
                    <a:moveTo>
                      <a:pt x="0" y="4570"/>
                    </a:moveTo>
                    <a:lnTo>
                      <a:pt x="2875" y="3023"/>
                    </a:lnTo>
                    <a:lnTo>
                      <a:pt x="5262" y="0"/>
                    </a:lnTo>
                    <a:lnTo>
                      <a:pt x="2387" y="2138"/>
                    </a:lnTo>
                    <a:close/>
                  </a:path>
                </a:pathLst>
              </a:custGeom>
              <a:solidFill>
                <a:srgbClr val="e3dfe3"/>
              </a:solidFill>
              <a:ln w="3334" cap="flat" cmpd="sng" algn="ctr">
                <a:solidFill>
                  <a:srgbClr val="e3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4" name="Surface mesh patch"/>
              <p:cNvSpPr/>
              <p:nvPr/>
            </p:nvSpPr>
            <p:spPr>
              <a:xfrm>
                <a:off x="5638545" y="1038157"/>
                <a:ext cx="50120" cy="59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93">
                    <a:moveTo>
                      <a:pt x="0" y="6293"/>
                    </a:moveTo>
                    <a:lnTo>
                      <a:pt x="2875" y="3424"/>
                    </a:lnTo>
                    <a:lnTo>
                      <a:pt x="5262" y="0"/>
                    </a:lnTo>
                    <a:lnTo>
                      <a:pt x="2387" y="3546"/>
                    </a:lnTo>
                    <a:close/>
                  </a:path>
                </a:pathLst>
              </a:custGeom>
              <a:solidFill>
                <a:srgbClr val="edd9ce"/>
              </a:solidFill>
              <a:ln w="3334" cap="flat" cmpd="sng" algn="ctr">
                <a:solidFill>
                  <a:srgbClr val="edd9c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5" name="Surface mesh patch"/>
              <p:cNvSpPr/>
              <p:nvPr/>
            </p:nvSpPr>
            <p:spPr>
              <a:xfrm>
                <a:off x="5688664" y="964223"/>
                <a:ext cx="50120" cy="73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2">
                    <a:moveTo>
                      <a:pt x="0" y="7762"/>
                    </a:moveTo>
                    <a:lnTo>
                      <a:pt x="2875" y="3626"/>
                    </a:lnTo>
                    <a:lnTo>
                      <a:pt x="5262" y="0"/>
                    </a:lnTo>
                    <a:lnTo>
                      <a:pt x="2387" y="4801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6" name="Surface mesh patch"/>
              <p:cNvSpPr/>
              <p:nvPr/>
            </p:nvSpPr>
            <p:spPr>
              <a:xfrm>
                <a:off x="5738784" y="884434"/>
                <a:ext cx="50120" cy="79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77">
                    <a:moveTo>
                      <a:pt x="0" y="8377"/>
                    </a:moveTo>
                    <a:lnTo>
                      <a:pt x="2875" y="3441"/>
                    </a:lnTo>
                    <a:lnTo>
                      <a:pt x="5262" y="0"/>
                    </a:lnTo>
                    <a:lnTo>
                      <a:pt x="2387" y="5478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7" name="Surface mesh patch"/>
              <p:cNvSpPr/>
              <p:nvPr/>
            </p:nvSpPr>
            <p:spPr>
              <a:xfrm>
                <a:off x="5788904" y="811539"/>
                <a:ext cx="50120" cy="728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53">
                    <a:moveTo>
                      <a:pt x="0" y="7653"/>
                    </a:moveTo>
                    <a:lnTo>
                      <a:pt x="2875" y="2763"/>
                    </a:lnTo>
                    <a:lnTo>
                      <a:pt x="5262" y="0"/>
                    </a:lnTo>
                    <a:lnTo>
                      <a:pt x="2387" y="5241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8" name="Surface mesh patch"/>
              <p:cNvSpPr/>
              <p:nvPr/>
            </p:nvSpPr>
            <p:spPr>
              <a:xfrm>
                <a:off x="5839023" y="759499"/>
                <a:ext cx="50120" cy="52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64">
                    <a:moveTo>
                      <a:pt x="0" y="5464"/>
                    </a:moveTo>
                    <a:lnTo>
                      <a:pt x="2875" y="1635"/>
                    </a:lnTo>
                    <a:lnTo>
                      <a:pt x="5262" y="0"/>
                    </a:lnTo>
                    <a:lnTo>
                      <a:pt x="2387" y="3993"/>
                    </a:lnTo>
                    <a:close/>
                  </a:path>
                </a:pathLst>
              </a:custGeom>
              <a:solidFill>
                <a:srgbClr val="fa9d81"/>
              </a:solidFill>
              <a:ln w="3334" cap="flat" cmpd="sng" algn="ctr">
                <a:solidFill>
                  <a:srgbClr val="fa9d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9" name="Surface mesh patch"/>
              <p:cNvSpPr/>
              <p:nvPr/>
            </p:nvSpPr>
            <p:spPr>
              <a:xfrm>
                <a:off x="5889143" y="738953"/>
                <a:ext cx="50120" cy="205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7">
                    <a:moveTo>
                      <a:pt x="0" y="2157"/>
                    </a:moveTo>
                    <a:lnTo>
                      <a:pt x="2875" y="266"/>
                    </a:lnTo>
                    <a:lnTo>
                      <a:pt x="5262" y="0"/>
                    </a:lnTo>
                    <a:lnTo>
                      <a:pt x="2387" y="1954"/>
                    </a:lnTo>
                    <a:close/>
                  </a:path>
                </a:pathLst>
              </a:custGeom>
              <a:solidFill>
                <a:srgbClr val="f99379"/>
              </a:solidFill>
              <a:ln w="3334" cap="flat" cmpd="sng" algn="ctr">
                <a:solidFill>
                  <a:srgbClr val="f993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0" name="Surface mesh patch"/>
              <p:cNvSpPr/>
              <p:nvPr/>
            </p:nvSpPr>
            <p:spPr>
              <a:xfrm>
                <a:off x="5939263" y="738953"/>
                <a:ext cx="50120" cy="146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34">
                    <a:moveTo>
                      <a:pt x="0" y="0"/>
                    </a:moveTo>
                    <a:lnTo>
                      <a:pt x="2875" y="494"/>
                    </a:lnTo>
                    <a:lnTo>
                      <a:pt x="5262" y="1534"/>
                    </a:lnTo>
                    <a:lnTo>
                      <a:pt x="2387" y="1131"/>
                    </a:lnTo>
                    <a:close/>
                  </a:path>
                </a:pathLst>
              </a:custGeom>
              <a:solidFill>
                <a:srgbClr val="f99379"/>
              </a:solidFill>
              <a:ln w="3334" cap="flat" cmpd="sng" algn="ctr">
                <a:solidFill>
                  <a:srgbClr val="f993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1" name="Surface mesh patch"/>
              <p:cNvSpPr/>
              <p:nvPr/>
            </p:nvSpPr>
            <p:spPr>
              <a:xfrm>
                <a:off x="5989382" y="753564"/>
                <a:ext cx="50120" cy="45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67">
                    <a:moveTo>
                      <a:pt x="0" y="0"/>
                    </a:moveTo>
                    <a:lnTo>
                      <a:pt x="2875" y="2770"/>
                    </a:lnTo>
                    <a:lnTo>
                      <a:pt x="5262" y="4767"/>
                    </a:lnTo>
                    <a:lnTo>
                      <a:pt x="2387" y="2226"/>
                    </a:lnTo>
                    <a:close/>
                  </a:path>
                </a:pathLst>
              </a:custGeom>
              <a:solidFill>
                <a:srgbClr val="fa9c80"/>
              </a:solidFill>
              <a:ln w="3334" cap="flat" cmpd="sng" algn="ctr">
                <a:solidFill>
                  <a:srgbClr val="fa9c8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2" name="Surface mesh patch"/>
              <p:cNvSpPr/>
              <p:nvPr/>
            </p:nvSpPr>
            <p:spPr>
              <a:xfrm>
                <a:off x="6039502" y="798965"/>
                <a:ext cx="50120" cy="65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9">
                    <a:moveTo>
                      <a:pt x="0" y="0"/>
                    </a:moveTo>
                    <a:lnTo>
                      <a:pt x="2875" y="4461"/>
                    </a:lnTo>
                    <a:lnTo>
                      <a:pt x="5262" y="6909"/>
                    </a:lnTo>
                    <a:lnTo>
                      <a:pt x="2387" y="2857"/>
                    </a:lnTo>
                    <a:close/>
                  </a:path>
                </a:pathLst>
              </a:custGeom>
              <a:solidFill>
                <a:srgbClr val="faaa8e"/>
              </a:solidFill>
              <a:ln w="3334" cap="flat" cmpd="sng" algn="ctr">
                <a:solidFill>
                  <a:srgbClr val="faaa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3" name="Surface mesh patch"/>
              <p:cNvSpPr/>
              <p:nvPr/>
            </p:nvSpPr>
            <p:spPr>
              <a:xfrm>
                <a:off x="6089621" y="864772"/>
                <a:ext cx="50120" cy="737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43">
                    <a:moveTo>
                      <a:pt x="0" y="0"/>
                    </a:moveTo>
                    <a:lnTo>
                      <a:pt x="2875" y="5339"/>
                    </a:lnTo>
                    <a:lnTo>
                      <a:pt x="5262" y="7743"/>
                    </a:lnTo>
                    <a:lnTo>
                      <a:pt x="2387" y="2954"/>
                    </a:lnTo>
                    <a:close/>
                  </a:path>
                </a:pathLst>
              </a:custGeom>
              <a:solidFill>
                <a:srgbClr val="fbbc9f"/>
              </a:solidFill>
              <a:ln w="3334" cap="flat" cmpd="sng" algn="ctr">
                <a:solidFill>
                  <a:srgbClr val="fbbc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4" name="Surface mesh patch"/>
              <p:cNvSpPr/>
              <p:nvPr/>
            </p:nvSpPr>
            <p:spPr>
              <a:xfrm>
                <a:off x="6139741" y="938523"/>
                <a:ext cx="50120" cy="71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62">
                    <a:moveTo>
                      <a:pt x="0" y="0"/>
                    </a:moveTo>
                    <a:lnTo>
                      <a:pt x="2875" y="5450"/>
                    </a:lnTo>
                    <a:lnTo>
                      <a:pt x="5262" y="7462"/>
                    </a:lnTo>
                    <a:lnTo>
                      <a:pt x="2387" y="261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5" name="Surface mesh patch"/>
              <p:cNvSpPr/>
              <p:nvPr/>
            </p:nvSpPr>
            <p:spPr>
              <a:xfrm>
                <a:off x="6189861" y="1009598"/>
                <a:ext cx="50120" cy="61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8">
                    <a:moveTo>
                      <a:pt x="0" y="0"/>
                    </a:moveTo>
                    <a:lnTo>
                      <a:pt x="2875" y="5034"/>
                    </a:lnTo>
                    <a:lnTo>
                      <a:pt x="5262" y="6498"/>
                    </a:lnTo>
                    <a:lnTo>
                      <a:pt x="2387" y="2012"/>
                    </a:lnTo>
                    <a:close/>
                  </a:path>
                </a:pathLst>
              </a:custGeom>
              <a:solidFill>
                <a:srgbClr val="efd8ca"/>
              </a:solidFill>
              <a:ln w="3334" cap="flat" cmpd="sng" algn="ctr">
                <a:solidFill>
                  <a:srgbClr val="efd8c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6" name="Surface mesh patch"/>
              <p:cNvSpPr/>
              <p:nvPr/>
            </p:nvSpPr>
            <p:spPr>
              <a:xfrm>
                <a:off x="5365215" y="1220879"/>
                <a:ext cx="50120" cy="246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3">
                    <a:moveTo>
                      <a:pt x="0" y="1980"/>
                    </a:moveTo>
                    <a:lnTo>
                      <a:pt x="2875" y="2583"/>
                    </a:lnTo>
                    <a:lnTo>
                      <a:pt x="5262" y="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7" name="Surface mesh patch"/>
              <p:cNvSpPr/>
              <p:nvPr/>
            </p:nvSpPr>
            <p:spPr>
              <a:xfrm>
                <a:off x="5415334" y="1206362"/>
                <a:ext cx="50120" cy="25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5">
                    <a:moveTo>
                      <a:pt x="0" y="2012"/>
                    </a:moveTo>
                    <a:lnTo>
                      <a:pt x="2875" y="2665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8" name="Surface mesh patch"/>
              <p:cNvSpPr/>
              <p:nvPr/>
            </p:nvSpPr>
            <p:spPr>
              <a:xfrm>
                <a:off x="5465454" y="1190939"/>
                <a:ext cx="50120" cy="245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4">
                    <a:moveTo>
                      <a:pt x="0" y="2094"/>
                    </a:moveTo>
                    <a:lnTo>
                      <a:pt x="2875" y="2574"/>
                    </a:lnTo>
                    <a:lnTo>
                      <a:pt x="5262" y="1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9" name="Surface mesh patch"/>
              <p:cNvSpPr/>
              <p:nvPr/>
            </p:nvSpPr>
            <p:spPr>
              <a:xfrm>
                <a:off x="5515574" y="1166433"/>
                <a:ext cx="50120" cy="26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3">
                    <a:moveTo>
                      <a:pt x="0" y="2763"/>
                    </a:moveTo>
                    <a:lnTo>
                      <a:pt x="2875" y="2723"/>
                    </a:lnTo>
                    <a:lnTo>
                      <a:pt x="5262" y="0"/>
                    </a:lnTo>
                    <a:lnTo>
                      <a:pt x="2387" y="48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0" name="Surface mesh patch"/>
              <p:cNvSpPr/>
              <p:nvPr/>
            </p:nvSpPr>
            <p:spPr>
              <a:xfrm>
                <a:off x="5565693" y="1126891"/>
                <a:ext cx="50120" cy="395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51">
                    <a:moveTo>
                      <a:pt x="0" y="4151"/>
                    </a:moveTo>
                    <a:lnTo>
                      <a:pt x="2875" y="3204"/>
                    </a:lnTo>
                    <a:lnTo>
                      <a:pt x="5262" y="0"/>
                    </a:lnTo>
                    <a:lnTo>
                      <a:pt x="2387" y="1547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1" name="Surface mesh patch"/>
              <p:cNvSpPr/>
              <p:nvPr/>
            </p:nvSpPr>
            <p:spPr>
              <a:xfrm>
                <a:off x="5615813" y="1070768"/>
                <a:ext cx="50120" cy="56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92">
                    <a:moveTo>
                      <a:pt x="0" y="5892"/>
                    </a:moveTo>
                    <a:lnTo>
                      <a:pt x="2875" y="3746"/>
                    </a:lnTo>
                    <a:lnTo>
                      <a:pt x="5262" y="0"/>
                    </a:lnTo>
                    <a:lnTo>
                      <a:pt x="2387" y="2869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2" name="Surface mesh patch"/>
              <p:cNvSpPr/>
              <p:nvPr/>
            </p:nvSpPr>
            <p:spPr>
              <a:xfrm>
                <a:off x="5665932" y="998757"/>
                <a:ext cx="50120" cy="720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60">
                    <a:moveTo>
                      <a:pt x="0" y="7560"/>
                    </a:moveTo>
                    <a:lnTo>
                      <a:pt x="2875" y="4182"/>
                    </a:lnTo>
                    <a:lnTo>
                      <a:pt x="5262" y="0"/>
                    </a:lnTo>
                    <a:lnTo>
                      <a:pt x="2387" y="4137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3" name="Surface mesh patch"/>
              <p:cNvSpPr/>
              <p:nvPr/>
            </p:nvSpPr>
            <p:spPr>
              <a:xfrm>
                <a:off x="5716052" y="917211"/>
                <a:ext cx="50120" cy="815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61">
                    <a:moveTo>
                      <a:pt x="0" y="8561"/>
                    </a:moveTo>
                    <a:lnTo>
                      <a:pt x="2875" y="4305"/>
                    </a:lnTo>
                    <a:lnTo>
                      <a:pt x="5262" y="0"/>
                    </a:lnTo>
                    <a:lnTo>
                      <a:pt x="2387" y="4936"/>
                    </a:lnTo>
                    <a:close/>
                  </a:path>
                </a:pathLst>
              </a:custGeom>
              <a:solidFill>
                <a:srgbClr val="fbc4a8"/>
              </a:solidFill>
              <a:ln w="3334" cap="flat" cmpd="sng" algn="ctr">
                <a:solidFill>
                  <a:srgbClr val="fbc4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4" name="Surface mesh patch"/>
              <p:cNvSpPr/>
              <p:nvPr/>
            </p:nvSpPr>
            <p:spPr>
              <a:xfrm>
                <a:off x="5766172" y="837855"/>
                <a:ext cx="50120" cy="793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31">
                    <a:moveTo>
                      <a:pt x="0" y="8331"/>
                    </a:moveTo>
                    <a:lnTo>
                      <a:pt x="2875" y="3944"/>
                    </a:lnTo>
                    <a:lnTo>
                      <a:pt x="5262" y="0"/>
                    </a:lnTo>
                    <a:lnTo>
                      <a:pt x="2387" y="489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5" name="Surface mesh patch"/>
              <p:cNvSpPr/>
              <p:nvPr/>
            </p:nvSpPr>
            <p:spPr>
              <a:xfrm>
                <a:off x="5816291" y="775071"/>
                <a:ext cx="50120" cy="62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2">
                    <a:moveTo>
                      <a:pt x="0" y="6592"/>
                    </a:moveTo>
                    <a:lnTo>
                      <a:pt x="2875" y="3056"/>
                    </a:lnTo>
                    <a:lnTo>
                      <a:pt x="5262" y="0"/>
                    </a:lnTo>
                    <a:lnTo>
                      <a:pt x="2387" y="3829"/>
                    </a:lnTo>
                    <a:close/>
                  </a:path>
                </a:pathLst>
              </a:custGeom>
              <a:solidFill>
                <a:srgbClr val="fa9f84"/>
              </a:solidFill>
              <a:ln w="3334" cap="flat" cmpd="sng" algn="ctr">
                <a:solidFill>
                  <a:srgbClr val="fa9f8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6" name="Surface mesh patch"/>
              <p:cNvSpPr/>
              <p:nvPr/>
            </p:nvSpPr>
            <p:spPr>
              <a:xfrm>
                <a:off x="5866411" y="741484"/>
                <a:ext cx="50120" cy="33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26">
                    <a:moveTo>
                      <a:pt x="0" y="3526"/>
                    </a:moveTo>
                    <a:lnTo>
                      <a:pt x="2875" y="1770"/>
                    </a:lnTo>
                    <a:lnTo>
                      <a:pt x="5262" y="0"/>
                    </a:lnTo>
                    <a:lnTo>
                      <a:pt x="2387" y="1891"/>
                    </a:lnTo>
                    <a:close/>
                  </a:path>
                </a:pathLst>
              </a:custGeom>
              <a:solidFill>
                <a:srgbClr val="f99378"/>
              </a:solidFill>
              <a:ln w="3334" cap="flat" cmpd="sng" algn="ctr">
                <a:solidFill>
                  <a:srgbClr val="f993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7" name="Surface mesh patch"/>
              <p:cNvSpPr/>
              <p:nvPr/>
            </p:nvSpPr>
            <p:spPr>
              <a:xfrm>
                <a:off x="5916531" y="738953"/>
                <a:ext cx="50120" cy="81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5">
                    <a:moveTo>
                      <a:pt x="0" y="266"/>
                    </a:moveTo>
                    <a:lnTo>
                      <a:pt x="2875" y="855"/>
                    </a:lnTo>
                    <a:lnTo>
                      <a:pt x="5262" y="4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8c74"/>
              </a:solidFill>
              <a:ln w="3334" cap="flat" cmpd="sng" algn="ctr">
                <a:solidFill>
                  <a:srgbClr val="f68c7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8" name="Surface mesh patch"/>
              <p:cNvSpPr/>
              <p:nvPr/>
            </p:nvSpPr>
            <p:spPr>
              <a:xfrm>
                <a:off x="5966650" y="743661"/>
                <a:ext cx="50120" cy="362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0">
                    <a:moveTo>
                      <a:pt x="0" y="0"/>
                    </a:moveTo>
                    <a:lnTo>
                      <a:pt x="2875" y="2951"/>
                    </a:lnTo>
                    <a:lnTo>
                      <a:pt x="5262" y="3810"/>
                    </a:lnTo>
                    <a:lnTo>
                      <a:pt x="2387" y="1040"/>
                    </a:lnTo>
                    <a:close/>
                  </a:path>
                </a:pathLst>
              </a:custGeom>
              <a:solidFill>
                <a:srgbClr val="fa957a"/>
              </a:solidFill>
              <a:ln w="3334" cap="flat" cmpd="sng" algn="ctr">
                <a:solidFill>
                  <a:srgbClr val="fa95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9" name="Surface mesh patch"/>
              <p:cNvSpPr/>
              <p:nvPr/>
            </p:nvSpPr>
            <p:spPr>
              <a:xfrm>
                <a:off x="6016770" y="779946"/>
                <a:ext cx="50120" cy="615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8">
                    <a:moveTo>
                      <a:pt x="0" y="0"/>
                    </a:moveTo>
                    <a:lnTo>
                      <a:pt x="2875" y="4803"/>
                    </a:lnTo>
                    <a:lnTo>
                      <a:pt x="5262" y="6458"/>
                    </a:lnTo>
                    <a:lnTo>
                      <a:pt x="2387" y="1997"/>
                    </a:lnTo>
                    <a:close/>
                  </a:path>
                </a:pathLst>
              </a:custGeom>
              <a:solidFill>
                <a:srgbClr val="faa286"/>
              </a:solidFill>
              <a:ln w="3334" cap="flat" cmpd="sng" algn="ctr">
                <a:solidFill>
                  <a:srgbClr val="faa2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0" name="Surface mesh patch"/>
              <p:cNvSpPr/>
              <p:nvPr/>
            </p:nvSpPr>
            <p:spPr>
              <a:xfrm>
                <a:off x="6066890" y="841458"/>
                <a:ext cx="50120" cy="741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6">
                    <a:moveTo>
                      <a:pt x="0" y="0"/>
                    </a:moveTo>
                    <a:lnTo>
                      <a:pt x="2875" y="5834"/>
                    </a:lnTo>
                    <a:lnTo>
                      <a:pt x="5262" y="7786"/>
                    </a:lnTo>
                    <a:lnTo>
                      <a:pt x="2387" y="2448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1" name="Surface mesh patch"/>
              <p:cNvSpPr/>
              <p:nvPr/>
            </p:nvSpPr>
            <p:spPr>
              <a:xfrm>
                <a:off x="6117009" y="915622"/>
                <a:ext cx="50120" cy="748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55">
                    <a:moveTo>
                      <a:pt x="0" y="0"/>
                    </a:moveTo>
                    <a:lnTo>
                      <a:pt x="2875" y="6026"/>
                    </a:lnTo>
                    <a:lnTo>
                      <a:pt x="5262" y="7855"/>
                    </a:lnTo>
                    <a:lnTo>
                      <a:pt x="2387" y="2404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2" name="Surface mesh patch"/>
              <p:cNvSpPr/>
              <p:nvPr/>
            </p:nvSpPr>
            <p:spPr>
              <a:xfrm>
                <a:off x="6167129" y="990437"/>
                <a:ext cx="50120" cy="671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6">
                    <a:moveTo>
                      <a:pt x="0" y="0"/>
                    </a:moveTo>
                    <a:lnTo>
                      <a:pt x="2875" y="5590"/>
                    </a:lnTo>
                    <a:lnTo>
                      <a:pt x="5262" y="7046"/>
                    </a:lnTo>
                    <a:lnTo>
                      <a:pt x="2387" y="2012"/>
                    </a:lnTo>
                    <a:close/>
                  </a:path>
                </a:pathLst>
              </a:custGeom>
              <a:solidFill>
                <a:srgbClr val="f5d4bf"/>
              </a:solidFill>
              <a:ln w="3334" cap="flat" cmpd="sng" algn="ctr">
                <a:solidFill>
                  <a:srgbClr val="f5d4b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3" name="Surface mesh patch"/>
              <p:cNvSpPr/>
              <p:nvPr/>
            </p:nvSpPr>
            <p:spPr>
              <a:xfrm>
                <a:off x="6217249" y="1057549"/>
                <a:ext cx="50120" cy="556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0"/>
                    </a:moveTo>
                    <a:lnTo>
                      <a:pt x="2875" y="4833"/>
                    </a:lnTo>
                    <a:lnTo>
                      <a:pt x="5262" y="5841"/>
                    </a:lnTo>
                    <a:lnTo>
                      <a:pt x="2387" y="1464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4" name="Surface mesh patch"/>
              <p:cNvSpPr/>
              <p:nvPr/>
            </p:nvSpPr>
            <p:spPr>
              <a:xfrm>
                <a:off x="5342483" y="1239744"/>
                <a:ext cx="50120" cy="263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0">
                    <a:moveTo>
                      <a:pt x="0" y="2040"/>
                    </a:moveTo>
                    <a:lnTo>
                      <a:pt x="2875" y="2770"/>
                    </a:lnTo>
                    <a:lnTo>
                      <a:pt x="5262" y="6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5" name="Surface mesh patch"/>
              <p:cNvSpPr/>
              <p:nvPr/>
            </p:nvSpPr>
            <p:spPr>
              <a:xfrm>
                <a:off x="5392602" y="1225522"/>
                <a:ext cx="50120" cy="27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8">
                    <a:moveTo>
                      <a:pt x="0" y="2096"/>
                    </a:moveTo>
                    <a:lnTo>
                      <a:pt x="2875" y="2928"/>
                    </a:lnTo>
                    <a:lnTo>
                      <a:pt x="5262" y="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6" name="Surface mesh patch"/>
              <p:cNvSpPr/>
              <p:nvPr/>
            </p:nvSpPr>
            <p:spPr>
              <a:xfrm>
                <a:off x="5442722" y="1210888"/>
                <a:ext cx="50120" cy="28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5">
                    <a:moveTo>
                      <a:pt x="0" y="2190"/>
                    </a:moveTo>
                    <a:lnTo>
                      <a:pt x="2875" y="2945"/>
                    </a:lnTo>
                    <a:lnTo>
                      <a:pt x="5262" y="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7" name="Surface mesh patch"/>
              <p:cNvSpPr/>
              <p:nvPr/>
            </p:nvSpPr>
            <p:spPr>
              <a:xfrm>
                <a:off x="5492842" y="1192372"/>
                <a:ext cx="50120" cy="26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01">
                    <a:moveTo>
                      <a:pt x="0" y="2424"/>
                    </a:moveTo>
                    <a:lnTo>
                      <a:pt x="2875" y="2801"/>
                    </a:lnTo>
                    <a:lnTo>
                      <a:pt x="5262" y="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8" name="Surface mesh patch"/>
              <p:cNvSpPr/>
              <p:nvPr/>
            </p:nvSpPr>
            <p:spPr>
              <a:xfrm>
                <a:off x="5542961" y="1157414"/>
                <a:ext cx="50120" cy="349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70">
                    <a:moveTo>
                      <a:pt x="0" y="3670"/>
                    </a:moveTo>
                    <a:lnTo>
                      <a:pt x="2875" y="3304"/>
                    </a:lnTo>
                    <a:lnTo>
                      <a:pt x="5262" y="0"/>
                    </a:lnTo>
                    <a:lnTo>
                      <a:pt x="2387" y="947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9" name="Surface mesh patch"/>
              <p:cNvSpPr/>
              <p:nvPr/>
            </p:nvSpPr>
            <p:spPr>
              <a:xfrm>
                <a:off x="5593081" y="1106448"/>
                <a:ext cx="50120" cy="509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1">
                    <a:moveTo>
                      <a:pt x="0" y="5351"/>
                    </a:moveTo>
                    <a:lnTo>
                      <a:pt x="2875" y="3933"/>
                    </a:lnTo>
                    <a:lnTo>
                      <a:pt x="5262" y="0"/>
                    </a:lnTo>
                    <a:lnTo>
                      <a:pt x="2387" y="2146"/>
                    </a:lnTo>
                    <a:close/>
                  </a:path>
                </a:pathLst>
              </a:custGeom>
              <a:solidFill>
                <a:srgbClr val="e4dedf"/>
              </a:solidFill>
              <a:ln w="3334" cap="flat" cmpd="sng" algn="ctr">
                <a:solidFill>
                  <a:srgbClr val="e4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0" name="Surface mesh patch"/>
              <p:cNvSpPr/>
              <p:nvPr/>
            </p:nvSpPr>
            <p:spPr>
              <a:xfrm>
                <a:off x="5643201" y="1038592"/>
                <a:ext cx="50120" cy="678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24">
                    <a:moveTo>
                      <a:pt x="0" y="7124"/>
                    </a:moveTo>
                    <a:lnTo>
                      <a:pt x="2875" y="4551"/>
                    </a:lnTo>
                    <a:lnTo>
                      <a:pt x="5262" y="0"/>
                    </a:lnTo>
                    <a:lnTo>
                      <a:pt x="2387" y="3378"/>
                    </a:lnTo>
                    <a:close/>
                  </a:path>
                </a:pathLst>
              </a:custGeom>
              <a:solidFill>
                <a:srgbClr val="f0d7c8"/>
              </a:solidFill>
              <a:ln w="3334" cap="flat" cmpd="sng" algn="ctr">
                <a:solidFill>
                  <a:srgbClr val="f0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1" name="Surface mesh patch"/>
              <p:cNvSpPr/>
              <p:nvPr/>
            </p:nvSpPr>
            <p:spPr>
              <a:xfrm>
                <a:off x="5693320" y="958216"/>
                <a:ext cx="50120" cy="80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38">
                    <a:moveTo>
                      <a:pt x="0" y="8438"/>
                    </a:moveTo>
                    <a:lnTo>
                      <a:pt x="2875" y="4953"/>
                    </a:lnTo>
                    <a:lnTo>
                      <a:pt x="5262" y="0"/>
                    </a:lnTo>
                    <a:lnTo>
                      <a:pt x="2387" y="4256"/>
                    </a:lnTo>
                    <a:close/>
                  </a:path>
                </a:pathLst>
              </a:custGeom>
              <a:solidFill>
                <a:srgbClr val="fbcbaf"/>
              </a:solidFill>
              <a:ln w="3334" cap="flat" cmpd="sng" algn="ctr">
                <a:solidFill>
                  <a:srgbClr val="fbcb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2" name="Surface mesh patch"/>
              <p:cNvSpPr/>
              <p:nvPr/>
            </p:nvSpPr>
            <p:spPr>
              <a:xfrm>
                <a:off x="5743440" y="875420"/>
                <a:ext cx="50120" cy="827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2">
                    <a:moveTo>
                      <a:pt x="0" y="8692"/>
                    </a:moveTo>
                    <a:lnTo>
                      <a:pt x="2875" y="4927"/>
                    </a:lnTo>
                    <a:lnTo>
                      <a:pt x="5262" y="0"/>
                    </a:lnTo>
                    <a:lnTo>
                      <a:pt x="2387" y="4388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3" name="Surface mesh patch"/>
              <p:cNvSpPr/>
              <p:nvPr/>
            </p:nvSpPr>
            <p:spPr>
              <a:xfrm>
                <a:off x="5793560" y="804175"/>
                <a:ext cx="50120" cy="71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80">
                    <a:moveTo>
                      <a:pt x="0" y="7480"/>
                    </a:moveTo>
                    <a:lnTo>
                      <a:pt x="2875" y="4349"/>
                    </a:lnTo>
                    <a:lnTo>
                      <a:pt x="5262" y="0"/>
                    </a:lnTo>
                    <a:lnTo>
                      <a:pt x="2387" y="3536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4" name="Surface mesh patch"/>
              <p:cNvSpPr/>
              <p:nvPr/>
            </p:nvSpPr>
            <p:spPr>
              <a:xfrm>
                <a:off x="5843679" y="758348"/>
                <a:ext cx="50120" cy="458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1">
                    <a:moveTo>
                      <a:pt x="0" y="4811"/>
                    </a:moveTo>
                    <a:lnTo>
                      <a:pt x="2875" y="3259"/>
                    </a:lnTo>
                    <a:lnTo>
                      <a:pt x="5262" y="0"/>
                    </a:lnTo>
                    <a:lnTo>
                      <a:pt x="2387" y="1756"/>
                    </a:lnTo>
                    <a:close/>
                  </a:path>
                </a:pathLst>
              </a:custGeom>
              <a:solidFill>
                <a:srgbClr val="fa977c"/>
              </a:solidFill>
              <a:ln w="3334" cap="flat" cmpd="sng" algn="ctr">
                <a:solidFill>
                  <a:srgbClr val="fa977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5" name="Surface mesh patch"/>
              <p:cNvSpPr/>
              <p:nvPr/>
            </p:nvSpPr>
            <p:spPr>
              <a:xfrm>
                <a:off x="5893799" y="741484"/>
                <a:ext cx="50120" cy="233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6">
                    <a:moveTo>
                      <a:pt x="0" y="1770"/>
                    </a:moveTo>
                    <a:lnTo>
                      <a:pt x="2875" y="2456"/>
                    </a:lnTo>
                    <a:lnTo>
                      <a:pt x="5262" y="5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8c74"/>
              </a:solidFill>
              <a:ln w="3334" cap="flat" cmpd="sng" algn="ctr">
                <a:solidFill>
                  <a:srgbClr val="f68c7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6" name="Surface mesh patch"/>
              <p:cNvSpPr/>
              <p:nvPr/>
            </p:nvSpPr>
            <p:spPr>
              <a:xfrm>
                <a:off x="5943918" y="743661"/>
                <a:ext cx="50120" cy="32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1">
                    <a:moveTo>
                      <a:pt x="0" y="361"/>
                    </a:moveTo>
                    <a:lnTo>
                      <a:pt x="2875" y="3431"/>
                    </a:lnTo>
                    <a:lnTo>
                      <a:pt x="5262" y="29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6"/>
              </a:solidFill>
              <a:ln w="3334" cap="flat" cmpd="sng" algn="ctr">
                <a:solidFill>
                  <a:srgbClr val="f890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7" name="Surface mesh patch"/>
              <p:cNvSpPr/>
              <p:nvPr/>
            </p:nvSpPr>
            <p:spPr>
              <a:xfrm>
                <a:off x="5994038" y="771767"/>
                <a:ext cx="50120" cy="539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1">
                    <a:moveTo>
                      <a:pt x="0" y="0"/>
                    </a:moveTo>
                    <a:lnTo>
                      <a:pt x="2875" y="5047"/>
                    </a:lnTo>
                    <a:lnTo>
                      <a:pt x="5262" y="5661"/>
                    </a:lnTo>
                    <a:lnTo>
                      <a:pt x="2387" y="859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8" name="Surface mesh patch"/>
              <p:cNvSpPr/>
              <p:nvPr/>
            </p:nvSpPr>
            <p:spPr>
              <a:xfrm>
                <a:off x="6044158" y="825692"/>
                <a:ext cx="50120" cy="713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0">
                    <a:moveTo>
                      <a:pt x="0" y="0"/>
                    </a:moveTo>
                    <a:lnTo>
                      <a:pt x="2875" y="6234"/>
                    </a:lnTo>
                    <a:lnTo>
                      <a:pt x="5262" y="7490"/>
                    </a:lnTo>
                    <a:lnTo>
                      <a:pt x="2387" y="1655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9" name="Surface mesh patch"/>
              <p:cNvSpPr/>
              <p:nvPr/>
            </p:nvSpPr>
            <p:spPr>
              <a:xfrm>
                <a:off x="6094277" y="897031"/>
                <a:ext cx="50120" cy="75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78">
                    <a:moveTo>
                      <a:pt x="0" y="0"/>
                    </a:moveTo>
                    <a:lnTo>
                      <a:pt x="2875" y="6533"/>
                    </a:lnTo>
                    <a:lnTo>
                      <a:pt x="5262" y="7978"/>
                    </a:lnTo>
                    <a:lnTo>
                      <a:pt x="2387" y="1952"/>
                    </a:lnTo>
                    <a:close/>
                  </a:path>
                </a:pathLst>
              </a:custGeom>
              <a:solidFill>
                <a:srgbClr val="fbbfa2"/>
              </a:solidFill>
              <a:ln w="3334" cap="flat" cmpd="sng" algn="ctr">
                <a:solidFill>
                  <a:srgbClr val="fbbf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0" name="Surface mesh patch"/>
              <p:cNvSpPr/>
              <p:nvPr/>
            </p:nvSpPr>
            <p:spPr>
              <a:xfrm>
                <a:off x="6144397" y="973019"/>
                <a:ext cx="50120" cy="706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8">
                    <a:moveTo>
                      <a:pt x="0" y="0"/>
                    </a:moveTo>
                    <a:lnTo>
                      <a:pt x="2875" y="6111"/>
                    </a:lnTo>
                    <a:lnTo>
                      <a:pt x="5262" y="7418"/>
                    </a:lnTo>
                    <a:lnTo>
                      <a:pt x="2387" y="1829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1" name="Surface mesh patch"/>
              <p:cNvSpPr/>
              <p:nvPr/>
            </p:nvSpPr>
            <p:spPr>
              <a:xfrm>
                <a:off x="6194517" y="1043678"/>
                <a:ext cx="50120" cy="59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9">
                    <a:moveTo>
                      <a:pt x="0" y="0"/>
                    </a:moveTo>
                    <a:lnTo>
                      <a:pt x="2875" y="5278"/>
                    </a:lnTo>
                    <a:lnTo>
                      <a:pt x="5262" y="6289"/>
                    </a:lnTo>
                    <a:lnTo>
                      <a:pt x="2387" y="1456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2" name="Surface mesh patch"/>
              <p:cNvSpPr/>
              <p:nvPr/>
            </p:nvSpPr>
            <p:spPr>
              <a:xfrm>
                <a:off x="6244636" y="1103580"/>
                <a:ext cx="50120" cy="47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0">
                    <a:moveTo>
                      <a:pt x="0" y="0"/>
                    </a:moveTo>
                    <a:lnTo>
                      <a:pt x="2875" y="4340"/>
                    </a:lnTo>
                    <a:lnTo>
                      <a:pt x="5262" y="5030"/>
                    </a:lnTo>
                    <a:lnTo>
                      <a:pt x="2387" y="1008"/>
                    </a:lnTo>
                    <a:close/>
                  </a:path>
                </a:pathLst>
              </a:custGeom>
              <a:solidFill>
                <a:srgbClr val="e1e0e5"/>
              </a:solidFill>
              <a:ln w="3334" cap="flat" cmpd="sng" algn="ctr">
                <a:solidFill>
                  <a:srgbClr val="e1e0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3" name="Surface mesh patch"/>
              <p:cNvSpPr/>
              <p:nvPr/>
            </p:nvSpPr>
            <p:spPr>
              <a:xfrm>
                <a:off x="5319751" y="1259179"/>
                <a:ext cx="50120" cy="28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50">
                    <a:moveTo>
                      <a:pt x="0" y="2084"/>
                    </a:moveTo>
                    <a:lnTo>
                      <a:pt x="2875" y="2950"/>
                    </a:lnTo>
                    <a:lnTo>
                      <a:pt x="5262" y="7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4" name="Surface mesh patch"/>
              <p:cNvSpPr/>
              <p:nvPr/>
            </p:nvSpPr>
            <p:spPr>
              <a:xfrm>
                <a:off x="5369871" y="1245486"/>
                <a:ext cx="50120" cy="302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5">
                    <a:moveTo>
                      <a:pt x="0" y="2167"/>
                    </a:moveTo>
                    <a:lnTo>
                      <a:pt x="2875" y="3175"/>
                    </a:lnTo>
                    <a:lnTo>
                      <a:pt x="5262" y="8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5" name="Surface mesh patch"/>
              <p:cNvSpPr/>
              <p:nvPr/>
            </p:nvSpPr>
            <p:spPr>
              <a:xfrm>
                <a:off x="5419990" y="1231750"/>
                <a:ext cx="50120" cy="313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7">
                    <a:moveTo>
                      <a:pt x="0" y="2274"/>
                    </a:moveTo>
                    <a:lnTo>
                      <a:pt x="2875" y="3287"/>
                    </a:lnTo>
                    <a:lnTo>
                      <a:pt x="5262" y="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6" name="Surface mesh patch"/>
              <p:cNvSpPr/>
              <p:nvPr/>
            </p:nvSpPr>
            <p:spPr>
              <a:xfrm>
                <a:off x="5470110" y="1215459"/>
                <a:ext cx="50120" cy="307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6">
                    <a:moveTo>
                      <a:pt x="0" y="2465"/>
                    </a:moveTo>
                    <a:lnTo>
                      <a:pt x="2875" y="3226"/>
                    </a:lnTo>
                    <a:lnTo>
                      <a:pt x="5262" y="3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7" name="Surface mesh patch"/>
              <p:cNvSpPr/>
              <p:nvPr/>
            </p:nvSpPr>
            <p:spPr>
              <a:xfrm>
                <a:off x="5520229" y="1188889"/>
                <a:ext cx="50120" cy="318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2">
                    <a:moveTo>
                      <a:pt x="0" y="3166"/>
                    </a:moveTo>
                    <a:lnTo>
                      <a:pt x="2875" y="3342"/>
                    </a:lnTo>
                    <a:lnTo>
                      <a:pt x="5262" y="0"/>
                    </a:lnTo>
                    <a:lnTo>
                      <a:pt x="2387" y="366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8" name="Surface mesh patch"/>
              <p:cNvSpPr/>
              <p:nvPr/>
            </p:nvSpPr>
            <p:spPr>
              <a:xfrm>
                <a:off x="5570349" y="1143907"/>
                <a:ext cx="50120" cy="44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3">
                    <a:moveTo>
                      <a:pt x="0" y="4723"/>
                    </a:moveTo>
                    <a:lnTo>
                      <a:pt x="2875" y="4003"/>
                    </a:lnTo>
                    <a:lnTo>
                      <a:pt x="5262" y="0"/>
                    </a:lnTo>
                    <a:lnTo>
                      <a:pt x="2387" y="1418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9" name="Surface mesh patch"/>
              <p:cNvSpPr/>
              <p:nvPr/>
            </p:nvSpPr>
            <p:spPr>
              <a:xfrm>
                <a:off x="5620469" y="1081940"/>
                <a:ext cx="50120" cy="61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6">
                    <a:moveTo>
                      <a:pt x="0" y="6506"/>
                    </a:moveTo>
                    <a:lnTo>
                      <a:pt x="2875" y="4739"/>
                    </a:lnTo>
                    <a:lnTo>
                      <a:pt x="5262" y="0"/>
                    </a:lnTo>
                    <a:lnTo>
                      <a:pt x="2387" y="2573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0" name="Surface mesh patch"/>
              <p:cNvSpPr/>
              <p:nvPr/>
            </p:nvSpPr>
            <p:spPr>
              <a:xfrm>
                <a:off x="5670588" y="1005392"/>
                <a:ext cx="50120" cy="765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37">
                    <a:moveTo>
                      <a:pt x="0" y="8037"/>
                    </a:moveTo>
                    <a:lnTo>
                      <a:pt x="2875" y="5364"/>
                    </a:lnTo>
                    <a:lnTo>
                      <a:pt x="5262" y="0"/>
                    </a:lnTo>
                    <a:lnTo>
                      <a:pt x="2387" y="3486"/>
                    </a:lnTo>
                    <a:close/>
                  </a:path>
                </a:pathLst>
              </a:custGeom>
              <a:solidFill>
                <a:srgbClr val="f9d2b9"/>
              </a:solidFill>
              <a:ln w="3334" cap="flat" cmpd="sng" algn="ctr">
                <a:solidFill>
                  <a:srgbClr val="f9d2b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1" name="Surface mesh patch"/>
              <p:cNvSpPr/>
              <p:nvPr/>
            </p:nvSpPr>
            <p:spPr>
              <a:xfrm>
                <a:off x="5720708" y="922346"/>
                <a:ext cx="50120" cy="83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19">
                    <a:moveTo>
                      <a:pt x="0" y="8719"/>
                    </a:moveTo>
                    <a:lnTo>
                      <a:pt x="2875" y="5652"/>
                    </a:lnTo>
                    <a:lnTo>
                      <a:pt x="5262" y="0"/>
                    </a:lnTo>
                    <a:lnTo>
                      <a:pt x="2387" y="3766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2" name="Surface mesh patch"/>
              <p:cNvSpPr/>
              <p:nvPr/>
            </p:nvSpPr>
            <p:spPr>
              <a:xfrm>
                <a:off x="5770828" y="845598"/>
                <a:ext cx="50120" cy="76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58">
                    <a:moveTo>
                      <a:pt x="0" y="8058"/>
                    </a:moveTo>
                    <a:lnTo>
                      <a:pt x="2875" y="5418"/>
                    </a:lnTo>
                    <a:lnTo>
                      <a:pt x="5262" y="0"/>
                    </a:lnTo>
                    <a:lnTo>
                      <a:pt x="2387" y="3131"/>
                    </a:lnTo>
                    <a:close/>
                  </a:path>
                </a:pathLst>
              </a:custGeom>
              <a:solidFill>
                <a:srgbClr val="faad91"/>
              </a:solidFill>
              <a:ln w="3334" cap="flat" cmpd="sng" algn="ctr">
                <a:solidFill>
                  <a:srgbClr val="faad9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3" name="Surface mesh patch"/>
              <p:cNvSpPr/>
              <p:nvPr/>
            </p:nvSpPr>
            <p:spPr>
              <a:xfrm>
                <a:off x="5820947" y="789386"/>
                <a:ext cx="50120" cy="562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01">
                    <a:moveTo>
                      <a:pt x="0" y="5901"/>
                    </a:moveTo>
                    <a:lnTo>
                      <a:pt x="2875" y="4609"/>
                    </a:lnTo>
                    <a:lnTo>
                      <a:pt x="5262" y="0"/>
                    </a:lnTo>
                    <a:lnTo>
                      <a:pt x="2387" y="1553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4" name="Surface mesh patch"/>
              <p:cNvSpPr/>
              <p:nvPr/>
            </p:nvSpPr>
            <p:spPr>
              <a:xfrm>
                <a:off x="5871067" y="758348"/>
                <a:ext cx="50120" cy="384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37">
                    <a:moveTo>
                      <a:pt x="0" y="3259"/>
                    </a:moveTo>
                    <a:lnTo>
                      <a:pt x="2875" y="4037"/>
                    </a:lnTo>
                    <a:lnTo>
                      <a:pt x="5262" y="6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9278"/>
              </a:solidFill>
              <a:ln w="3334" cap="flat" cmpd="sng" algn="ctr">
                <a:solidFill>
                  <a:srgbClr val="f992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5" name="Surface mesh patch"/>
              <p:cNvSpPr/>
              <p:nvPr/>
            </p:nvSpPr>
            <p:spPr>
              <a:xfrm>
                <a:off x="5921187" y="747101"/>
                <a:ext cx="50120" cy="47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4">
                    <a:moveTo>
                      <a:pt x="0" y="1866"/>
                    </a:moveTo>
                    <a:lnTo>
                      <a:pt x="2875" y="4984"/>
                    </a:lnTo>
                    <a:lnTo>
                      <a:pt x="5262" y="30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6"/>
              </a:solidFill>
              <a:ln w="3334" cap="flat" cmpd="sng" algn="ctr">
                <a:solidFill>
                  <a:srgbClr val="f890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6" name="Surface mesh patch"/>
              <p:cNvSpPr/>
              <p:nvPr/>
            </p:nvSpPr>
            <p:spPr>
              <a:xfrm>
                <a:off x="5971306" y="771767"/>
                <a:ext cx="50120" cy="53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52">
                    <a:moveTo>
                      <a:pt x="0" y="480"/>
                    </a:moveTo>
                    <a:lnTo>
                      <a:pt x="2875" y="5652"/>
                    </a:lnTo>
                    <a:lnTo>
                      <a:pt x="5262" y="50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7" name="Surface mesh patch"/>
              <p:cNvSpPr/>
              <p:nvPr/>
            </p:nvSpPr>
            <p:spPr>
              <a:xfrm>
                <a:off x="6021426" y="819839"/>
                <a:ext cx="50120" cy="65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9">
                    <a:moveTo>
                      <a:pt x="0" y="0"/>
                    </a:moveTo>
                    <a:lnTo>
                      <a:pt x="2875" y="6502"/>
                    </a:lnTo>
                    <a:lnTo>
                      <a:pt x="5262" y="6849"/>
                    </a:lnTo>
                    <a:lnTo>
                      <a:pt x="2387" y="614"/>
                    </a:lnTo>
                    <a:close/>
                  </a:path>
                </a:pathLst>
              </a:custGeom>
              <a:solidFill>
                <a:srgbClr val="faa78b"/>
              </a:solidFill>
              <a:ln w="3334" cap="flat" cmpd="sng" algn="ctr">
                <a:solidFill>
                  <a:srgbClr val="faa78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8" name="Surface mesh patch"/>
              <p:cNvSpPr/>
              <p:nvPr/>
            </p:nvSpPr>
            <p:spPr>
              <a:xfrm>
                <a:off x="6071546" y="885074"/>
                <a:ext cx="50120" cy="74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9">
                    <a:moveTo>
                      <a:pt x="0" y="0"/>
                    </a:moveTo>
                    <a:lnTo>
                      <a:pt x="2875" y="6928"/>
                    </a:lnTo>
                    <a:lnTo>
                      <a:pt x="5262" y="7789"/>
                    </a:lnTo>
                    <a:lnTo>
                      <a:pt x="2387" y="1255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9" name="Surface mesh patch"/>
              <p:cNvSpPr/>
              <p:nvPr/>
            </p:nvSpPr>
            <p:spPr>
              <a:xfrm>
                <a:off x="6121665" y="959262"/>
                <a:ext cx="50120" cy="719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56">
                    <a:moveTo>
                      <a:pt x="0" y="0"/>
                    </a:moveTo>
                    <a:lnTo>
                      <a:pt x="2875" y="6554"/>
                    </a:lnTo>
                    <a:lnTo>
                      <a:pt x="5262" y="7556"/>
                    </a:lnTo>
                    <a:lnTo>
                      <a:pt x="2387" y="1444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0" name="Surface mesh patch"/>
              <p:cNvSpPr/>
              <p:nvPr/>
            </p:nvSpPr>
            <p:spPr>
              <a:xfrm>
                <a:off x="6171785" y="1031228"/>
                <a:ext cx="50120" cy="627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85">
                    <a:moveTo>
                      <a:pt x="0" y="0"/>
                    </a:moveTo>
                    <a:lnTo>
                      <a:pt x="2875" y="5674"/>
                    </a:lnTo>
                    <a:lnTo>
                      <a:pt x="5262" y="6585"/>
                    </a:lnTo>
                    <a:lnTo>
                      <a:pt x="2387" y="1307"/>
                    </a:lnTo>
                    <a:close/>
                  </a:path>
                </a:pathLst>
              </a:custGeom>
              <a:solidFill>
                <a:srgbClr val="f1d6c6"/>
              </a:solidFill>
              <a:ln w="3334" cap="flat" cmpd="sng" algn="ctr">
                <a:solidFill>
                  <a:srgbClr val="f1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1" name="Surface mesh patch"/>
              <p:cNvSpPr/>
              <p:nvPr/>
            </p:nvSpPr>
            <p:spPr>
              <a:xfrm>
                <a:off x="6221904" y="1093949"/>
                <a:ext cx="50120" cy="509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1">
                    <a:moveTo>
                      <a:pt x="0" y="0"/>
                    </a:moveTo>
                    <a:lnTo>
                      <a:pt x="2875" y="4623"/>
                    </a:lnTo>
                    <a:lnTo>
                      <a:pt x="5262" y="5351"/>
                    </a:lnTo>
                    <a:lnTo>
                      <a:pt x="2387" y="1011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2" name="Surface mesh patch"/>
              <p:cNvSpPr/>
              <p:nvPr/>
            </p:nvSpPr>
            <p:spPr>
              <a:xfrm>
                <a:off x="6272024" y="1144921"/>
                <a:ext cx="50120" cy="399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1">
                    <a:moveTo>
                      <a:pt x="0" y="0"/>
                    </a:moveTo>
                    <a:lnTo>
                      <a:pt x="2875" y="3657"/>
                    </a:lnTo>
                    <a:lnTo>
                      <a:pt x="5262" y="4191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3" name="Surface mesh patch"/>
              <p:cNvSpPr/>
              <p:nvPr/>
            </p:nvSpPr>
            <p:spPr>
              <a:xfrm>
                <a:off x="5297019" y="1279028"/>
                <a:ext cx="50120" cy="297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8">
                    <a:moveTo>
                      <a:pt x="0" y="2107"/>
                    </a:moveTo>
                    <a:lnTo>
                      <a:pt x="2875" y="3118"/>
                    </a:lnTo>
                    <a:lnTo>
                      <a:pt x="5262" y="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4" name="Surface mesh patch"/>
              <p:cNvSpPr/>
              <p:nvPr/>
            </p:nvSpPr>
            <p:spPr>
              <a:xfrm>
                <a:off x="5347139" y="1266126"/>
                <a:ext cx="50120" cy="324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04">
                    <a:moveTo>
                      <a:pt x="0" y="2221"/>
                    </a:moveTo>
                    <a:lnTo>
                      <a:pt x="2875" y="3404"/>
                    </a:lnTo>
                    <a:lnTo>
                      <a:pt x="5262" y="10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5" name="Surface mesh patch"/>
              <p:cNvSpPr/>
              <p:nvPr/>
            </p:nvSpPr>
            <p:spPr>
              <a:xfrm>
                <a:off x="5397258" y="1253408"/>
                <a:ext cx="50120" cy="34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7">
                    <a:moveTo>
                      <a:pt x="0" y="2343"/>
                    </a:moveTo>
                    <a:lnTo>
                      <a:pt x="2875" y="3597"/>
                    </a:lnTo>
                    <a:lnTo>
                      <a:pt x="5262" y="10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6" name="Surface mesh patch"/>
              <p:cNvSpPr/>
              <p:nvPr/>
            </p:nvSpPr>
            <p:spPr>
              <a:xfrm>
                <a:off x="5447378" y="1238942"/>
                <a:ext cx="50120" cy="346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532"/>
                    </a:moveTo>
                    <a:lnTo>
                      <a:pt x="2875" y="3638"/>
                    </a:lnTo>
                    <a:lnTo>
                      <a:pt x="5262" y="7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7" name="Surface mesh patch"/>
              <p:cNvSpPr/>
              <p:nvPr/>
            </p:nvSpPr>
            <p:spPr>
              <a:xfrm>
                <a:off x="5497498" y="1219048"/>
                <a:ext cx="50120" cy="33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13">
                    <a:moveTo>
                      <a:pt x="0" y="2849"/>
                    </a:moveTo>
                    <a:lnTo>
                      <a:pt x="2875" y="3513"/>
                    </a:lnTo>
                    <a:lnTo>
                      <a:pt x="5262" y="1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ef4"/>
              </a:solidFill>
              <a:ln w="3334" cap="flat" cmpd="sng" algn="ctr">
                <a:solidFill>
                  <a:srgbClr val="d0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8" name="Surface mesh patch"/>
              <p:cNvSpPr/>
              <p:nvPr/>
            </p:nvSpPr>
            <p:spPr>
              <a:xfrm>
                <a:off x="5547617" y="1182039"/>
                <a:ext cx="50120" cy="386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1">
                    <a:moveTo>
                      <a:pt x="0" y="4061"/>
                    </a:moveTo>
                    <a:lnTo>
                      <a:pt x="2875" y="3985"/>
                    </a:lnTo>
                    <a:lnTo>
                      <a:pt x="5262" y="0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9" name="Surface mesh patch"/>
              <p:cNvSpPr/>
              <p:nvPr/>
            </p:nvSpPr>
            <p:spPr>
              <a:xfrm>
                <a:off x="5597737" y="1127075"/>
                <a:ext cx="50120" cy="549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71">
                    <a:moveTo>
                      <a:pt x="0" y="5771"/>
                    </a:moveTo>
                    <a:lnTo>
                      <a:pt x="2875" y="4770"/>
                    </a:lnTo>
                    <a:lnTo>
                      <a:pt x="5262" y="0"/>
                    </a:lnTo>
                    <a:lnTo>
                      <a:pt x="2387" y="176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0" name="Surface mesh patch"/>
              <p:cNvSpPr/>
              <p:nvPr/>
            </p:nvSpPr>
            <p:spPr>
              <a:xfrm>
                <a:off x="5647857" y="1056486"/>
                <a:ext cx="50120" cy="705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1">
                    <a:moveTo>
                      <a:pt x="0" y="7411"/>
                    </a:moveTo>
                    <a:lnTo>
                      <a:pt x="2875" y="5547"/>
                    </a:lnTo>
                    <a:lnTo>
                      <a:pt x="5262" y="0"/>
                    </a:lnTo>
                    <a:lnTo>
                      <a:pt x="2387" y="2672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1" name="Surface mesh patch"/>
              <p:cNvSpPr/>
              <p:nvPr/>
            </p:nvSpPr>
            <p:spPr>
              <a:xfrm>
                <a:off x="5697976" y="976186"/>
                <a:ext cx="50120" cy="803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30">
                    <a:moveTo>
                      <a:pt x="0" y="8430"/>
                    </a:moveTo>
                    <a:lnTo>
                      <a:pt x="2875" y="6097"/>
                    </a:lnTo>
                    <a:lnTo>
                      <a:pt x="5262" y="0"/>
                    </a:lnTo>
                    <a:lnTo>
                      <a:pt x="2387" y="3066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2" name="Surface mesh patch"/>
              <p:cNvSpPr/>
              <p:nvPr/>
            </p:nvSpPr>
            <p:spPr>
              <a:xfrm>
                <a:off x="5748096" y="897202"/>
                <a:ext cx="50120" cy="789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92">
                    <a:moveTo>
                      <a:pt x="0" y="8292"/>
                    </a:moveTo>
                    <a:lnTo>
                      <a:pt x="2875" y="6197"/>
                    </a:lnTo>
                    <a:lnTo>
                      <a:pt x="5262" y="0"/>
                    </a:lnTo>
                    <a:lnTo>
                      <a:pt x="2387" y="2640"/>
                    </a:lnTo>
                    <a:close/>
                  </a:path>
                </a:pathLst>
              </a:custGeom>
              <a:solidFill>
                <a:srgbClr val="fbb79b"/>
              </a:solidFill>
              <a:ln w="3334" cap="flat" cmpd="sng" algn="ctr">
                <a:solidFill>
                  <a:srgbClr val="fbb7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3" name="Surface mesh patch"/>
              <p:cNvSpPr/>
              <p:nvPr/>
            </p:nvSpPr>
            <p:spPr>
              <a:xfrm>
                <a:off x="5798215" y="833283"/>
                <a:ext cx="50120" cy="639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11">
                    <a:moveTo>
                      <a:pt x="0" y="6711"/>
                    </a:moveTo>
                    <a:lnTo>
                      <a:pt x="2875" y="5719"/>
                    </a:lnTo>
                    <a:lnTo>
                      <a:pt x="5262" y="0"/>
                    </a:lnTo>
                    <a:lnTo>
                      <a:pt x="2387" y="1293"/>
                    </a:lnTo>
                    <a:close/>
                  </a:path>
                </a:pathLst>
              </a:custGeom>
              <a:solidFill>
                <a:srgbClr val="faa68a"/>
              </a:solidFill>
              <a:ln w="3334" cap="flat" cmpd="sng" algn="ctr">
                <a:solidFill>
                  <a:srgbClr val="faa68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4" name="Surface mesh patch"/>
              <p:cNvSpPr/>
              <p:nvPr/>
            </p:nvSpPr>
            <p:spPr>
              <a:xfrm>
                <a:off x="5848335" y="789386"/>
                <a:ext cx="50120" cy="521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73">
                    <a:moveTo>
                      <a:pt x="0" y="4609"/>
                    </a:moveTo>
                    <a:lnTo>
                      <a:pt x="2875" y="5473"/>
                    </a:lnTo>
                    <a:lnTo>
                      <a:pt x="5262" y="7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5" name="Surface mesh patch"/>
              <p:cNvSpPr/>
              <p:nvPr/>
            </p:nvSpPr>
            <p:spPr>
              <a:xfrm>
                <a:off x="5898455" y="764877"/>
                <a:ext cx="50120" cy="61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4">
                    <a:moveTo>
                      <a:pt x="0" y="3351"/>
                    </a:moveTo>
                    <a:lnTo>
                      <a:pt x="2875" y="6444"/>
                    </a:lnTo>
                    <a:lnTo>
                      <a:pt x="5262" y="3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57a"/>
              </a:solidFill>
              <a:ln w="3334" cap="flat" cmpd="sng" algn="ctr">
                <a:solidFill>
                  <a:srgbClr val="fa95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6" name="Surface mesh patch"/>
              <p:cNvSpPr/>
              <p:nvPr/>
            </p:nvSpPr>
            <p:spPr>
              <a:xfrm>
                <a:off x="5948574" y="776337"/>
                <a:ext cx="50120" cy="674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1">
                    <a:moveTo>
                      <a:pt x="0" y="1914"/>
                    </a:moveTo>
                    <a:lnTo>
                      <a:pt x="2875" y="7081"/>
                    </a:lnTo>
                    <a:lnTo>
                      <a:pt x="5262" y="51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7" name="Surface mesh patch"/>
              <p:cNvSpPr/>
              <p:nvPr/>
            </p:nvSpPr>
            <p:spPr>
              <a:xfrm>
                <a:off x="5998694" y="819839"/>
                <a:ext cx="50120" cy="687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15">
                    <a:moveTo>
                      <a:pt x="0" y="605"/>
                    </a:moveTo>
                    <a:lnTo>
                      <a:pt x="2875" y="7215"/>
                    </a:lnTo>
                    <a:lnTo>
                      <a:pt x="5262" y="65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8" name="Surface mesh patch"/>
              <p:cNvSpPr/>
              <p:nvPr/>
            </p:nvSpPr>
            <p:spPr>
              <a:xfrm>
                <a:off x="6048814" y="881770"/>
                <a:ext cx="50120" cy="69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75">
                    <a:moveTo>
                      <a:pt x="0" y="0"/>
                    </a:moveTo>
                    <a:lnTo>
                      <a:pt x="2875" y="7169"/>
                    </a:lnTo>
                    <a:lnTo>
                      <a:pt x="5262" y="7275"/>
                    </a:lnTo>
                    <a:lnTo>
                      <a:pt x="2387" y="347"/>
                    </a:lnTo>
                    <a:close/>
                  </a:path>
                </a:pathLst>
              </a:custGeom>
              <a:solidFill>
                <a:srgbClr val="fbb599"/>
              </a:solidFill>
              <a:ln w="3334" cap="flat" cmpd="sng" algn="ctr">
                <a:solidFill>
                  <a:srgbClr val="fbb5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9" name="Surface mesh patch"/>
              <p:cNvSpPr/>
              <p:nvPr/>
            </p:nvSpPr>
            <p:spPr>
              <a:xfrm>
                <a:off x="6098933" y="951059"/>
                <a:ext cx="50120" cy="70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5">
                    <a:moveTo>
                      <a:pt x="0" y="0"/>
                    </a:moveTo>
                    <a:lnTo>
                      <a:pt x="2875" y="6874"/>
                    </a:lnTo>
                    <a:lnTo>
                      <a:pt x="5262" y="7415"/>
                    </a:lnTo>
                    <a:lnTo>
                      <a:pt x="2387" y="861"/>
                    </a:lnTo>
                    <a:close/>
                  </a:path>
                </a:pathLst>
              </a:custGeom>
              <a:solidFill>
                <a:srgbClr val="fbc6aa"/>
              </a:solidFill>
              <a:ln w="3334" cap="flat" cmpd="sng" algn="ctr">
                <a:solidFill>
                  <a:srgbClr val="fbc6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0" name="Surface mesh patch"/>
              <p:cNvSpPr/>
              <p:nvPr/>
            </p:nvSpPr>
            <p:spPr>
              <a:xfrm>
                <a:off x="6149053" y="1021690"/>
                <a:ext cx="50120" cy="63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76">
                    <a:moveTo>
                      <a:pt x="0" y="0"/>
                    </a:moveTo>
                    <a:lnTo>
                      <a:pt x="2875" y="5982"/>
                    </a:lnTo>
                    <a:lnTo>
                      <a:pt x="5262" y="6676"/>
                    </a:lnTo>
                    <a:lnTo>
                      <a:pt x="2387" y="1001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1" name="Surface mesh patch"/>
              <p:cNvSpPr/>
              <p:nvPr/>
            </p:nvSpPr>
            <p:spPr>
              <a:xfrm>
                <a:off x="6199173" y="1085277"/>
                <a:ext cx="50120" cy="527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4">
                    <a:moveTo>
                      <a:pt x="0" y="0"/>
                    </a:moveTo>
                    <a:lnTo>
                      <a:pt x="2875" y="4837"/>
                    </a:lnTo>
                    <a:lnTo>
                      <a:pt x="5262" y="5534"/>
                    </a:lnTo>
                    <a:lnTo>
                      <a:pt x="2387" y="910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2" name="Surface mesh patch"/>
              <p:cNvSpPr/>
              <p:nvPr/>
            </p:nvSpPr>
            <p:spPr>
              <a:xfrm>
                <a:off x="6249292" y="1137988"/>
                <a:ext cx="50120" cy="41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5">
                    <a:moveTo>
                      <a:pt x="0" y="0"/>
                    </a:moveTo>
                    <a:lnTo>
                      <a:pt x="2875" y="3744"/>
                    </a:lnTo>
                    <a:lnTo>
                      <a:pt x="5262" y="4385"/>
                    </a:lnTo>
                    <a:lnTo>
                      <a:pt x="2387" y="728"/>
                    </a:lnTo>
                    <a:close/>
                  </a:path>
                </a:pathLst>
              </a:custGeom>
              <a:solidFill>
                <a:srgbClr val="dfe1ea"/>
              </a:solidFill>
              <a:ln w="3334" cap="flat" cmpd="sng" algn="ctr">
                <a:solidFill>
                  <a:srgbClr val="df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3" name="Surface mesh patch"/>
              <p:cNvSpPr/>
              <p:nvPr/>
            </p:nvSpPr>
            <p:spPr>
              <a:xfrm>
                <a:off x="6299412" y="1179751"/>
                <a:ext cx="50120" cy="32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0">
                    <a:moveTo>
                      <a:pt x="0" y="0"/>
                    </a:moveTo>
                    <a:lnTo>
                      <a:pt x="2875" y="2880"/>
                    </a:lnTo>
                    <a:lnTo>
                      <a:pt x="5262" y="3430"/>
                    </a:lnTo>
                    <a:lnTo>
                      <a:pt x="2387" y="535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4" name="Surface mesh patch"/>
              <p:cNvSpPr/>
              <p:nvPr/>
            </p:nvSpPr>
            <p:spPr>
              <a:xfrm>
                <a:off x="5274287" y="1299100"/>
                <a:ext cx="50120" cy="31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68">
                    <a:moveTo>
                      <a:pt x="0" y="2107"/>
                    </a:moveTo>
                    <a:lnTo>
                      <a:pt x="2875" y="3268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5" name="Surface mesh patch"/>
              <p:cNvSpPr/>
              <p:nvPr/>
            </p:nvSpPr>
            <p:spPr>
              <a:xfrm>
                <a:off x="5324407" y="1287278"/>
                <a:ext cx="50120" cy="343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08">
                    <a:moveTo>
                      <a:pt x="0" y="2252"/>
                    </a:moveTo>
                    <a:lnTo>
                      <a:pt x="2875" y="3608"/>
                    </a:lnTo>
                    <a:lnTo>
                      <a:pt x="5262" y="1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6" name="Surface mesh patch"/>
              <p:cNvSpPr/>
              <p:nvPr/>
            </p:nvSpPr>
            <p:spPr>
              <a:xfrm>
                <a:off x="5374526" y="1275729"/>
                <a:ext cx="50120" cy="36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1">
                    <a:moveTo>
                      <a:pt x="0" y="2396"/>
                    </a:moveTo>
                    <a:lnTo>
                      <a:pt x="2875" y="3871"/>
                    </a:lnTo>
                    <a:lnTo>
                      <a:pt x="5262" y="12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7" name="Surface mesh patch"/>
              <p:cNvSpPr/>
              <p:nvPr/>
            </p:nvSpPr>
            <p:spPr>
              <a:xfrm>
                <a:off x="5424646" y="1263057"/>
                <a:ext cx="50120" cy="38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98">
                    <a:moveTo>
                      <a:pt x="0" y="2584"/>
                    </a:moveTo>
                    <a:lnTo>
                      <a:pt x="2875" y="3998"/>
                    </a:lnTo>
                    <a:lnTo>
                      <a:pt x="5262" y="1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8" name="Surface mesh patch"/>
              <p:cNvSpPr/>
              <p:nvPr/>
            </p:nvSpPr>
            <p:spPr>
              <a:xfrm>
                <a:off x="5474766" y="1246185"/>
                <a:ext cx="50120" cy="37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1">
                    <a:moveTo>
                      <a:pt x="0" y="2878"/>
                    </a:moveTo>
                    <a:lnTo>
                      <a:pt x="2875" y="3971"/>
                    </a:lnTo>
                    <a:lnTo>
                      <a:pt x="5262" y="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9" name="Surface mesh patch"/>
              <p:cNvSpPr/>
              <p:nvPr/>
            </p:nvSpPr>
            <p:spPr>
              <a:xfrm>
                <a:off x="5524885" y="1219997"/>
                <a:ext cx="50120" cy="372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07">
                    <a:moveTo>
                      <a:pt x="0" y="3414"/>
                    </a:moveTo>
                    <a:lnTo>
                      <a:pt x="2875" y="3907"/>
                    </a:lnTo>
                    <a:lnTo>
                      <a:pt x="5262" y="0"/>
                    </a:lnTo>
                    <a:lnTo>
                      <a:pt x="2387" y="76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0" name="Surface mesh patch"/>
              <p:cNvSpPr/>
              <p:nvPr/>
            </p:nvSpPr>
            <p:spPr>
              <a:xfrm>
                <a:off x="5575005" y="1172509"/>
                <a:ext cx="50120" cy="474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6">
                    <a:moveTo>
                      <a:pt x="0" y="4986"/>
                    </a:moveTo>
                    <a:lnTo>
                      <a:pt x="2875" y="4682"/>
                    </a:lnTo>
                    <a:lnTo>
                      <a:pt x="5262" y="0"/>
                    </a:lnTo>
                    <a:lnTo>
                      <a:pt x="2387" y="1001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1" name="Surface mesh patch"/>
              <p:cNvSpPr/>
              <p:nvPr/>
            </p:nvSpPr>
            <p:spPr>
              <a:xfrm>
                <a:off x="5625125" y="1109320"/>
                <a:ext cx="50120" cy="63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34">
                    <a:moveTo>
                      <a:pt x="0" y="6634"/>
                    </a:moveTo>
                    <a:lnTo>
                      <a:pt x="2875" y="5532"/>
                    </a:lnTo>
                    <a:lnTo>
                      <a:pt x="5262" y="0"/>
                    </a:lnTo>
                    <a:lnTo>
                      <a:pt x="2387" y="1864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2" name="Surface mesh patch"/>
              <p:cNvSpPr/>
              <p:nvPr/>
            </p:nvSpPr>
            <p:spPr>
              <a:xfrm>
                <a:off x="5675244" y="1034257"/>
                <a:ext cx="50120" cy="750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81">
                    <a:moveTo>
                      <a:pt x="0" y="7881"/>
                    </a:moveTo>
                    <a:lnTo>
                      <a:pt x="2875" y="6269"/>
                    </a:lnTo>
                    <a:lnTo>
                      <a:pt x="5262" y="0"/>
                    </a:lnTo>
                    <a:lnTo>
                      <a:pt x="2387" y="2334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3" name="Surface mesh patch"/>
              <p:cNvSpPr/>
              <p:nvPr/>
            </p:nvSpPr>
            <p:spPr>
              <a:xfrm>
                <a:off x="5725364" y="956231"/>
                <a:ext cx="50120" cy="78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2">
                    <a:moveTo>
                      <a:pt x="0" y="8192"/>
                    </a:moveTo>
                    <a:lnTo>
                      <a:pt x="2875" y="6660"/>
                    </a:lnTo>
                    <a:lnTo>
                      <a:pt x="5262" y="0"/>
                    </a:lnTo>
                    <a:lnTo>
                      <a:pt x="2387" y="2095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4" name="Surface mesh patch"/>
              <p:cNvSpPr/>
              <p:nvPr/>
            </p:nvSpPr>
            <p:spPr>
              <a:xfrm>
                <a:off x="5775484" y="887752"/>
                <a:ext cx="50120" cy="68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9">
                    <a:moveTo>
                      <a:pt x="0" y="7189"/>
                    </a:moveTo>
                    <a:lnTo>
                      <a:pt x="2875" y="6520"/>
                    </a:lnTo>
                    <a:lnTo>
                      <a:pt x="5262" y="0"/>
                    </a:lnTo>
                    <a:lnTo>
                      <a:pt x="2387" y="992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5" name="Surface mesh patch"/>
              <p:cNvSpPr/>
              <p:nvPr/>
            </p:nvSpPr>
            <p:spPr>
              <a:xfrm>
                <a:off x="5825603" y="833283"/>
                <a:ext cx="50120" cy="634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59">
                    <a:moveTo>
                      <a:pt x="0" y="5719"/>
                    </a:moveTo>
                    <a:lnTo>
                      <a:pt x="2875" y="6659"/>
                    </a:lnTo>
                    <a:lnTo>
                      <a:pt x="5262" y="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6" name="Surface mesh patch"/>
              <p:cNvSpPr/>
              <p:nvPr/>
            </p:nvSpPr>
            <p:spPr>
              <a:xfrm>
                <a:off x="5875723" y="796798"/>
                <a:ext cx="50120" cy="73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94">
                    <a:moveTo>
                      <a:pt x="0" y="4694"/>
                    </a:moveTo>
                    <a:lnTo>
                      <a:pt x="2875" y="7694"/>
                    </a:lnTo>
                    <a:lnTo>
                      <a:pt x="5262" y="30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7" name="Surface mesh patch"/>
              <p:cNvSpPr/>
              <p:nvPr/>
            </p:nvSpPr>
            <p:spPr>
              <a:xfrm>
                <a:off x="5925843" y="794569"/>
                <a:ext cx="50120" cy="79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57">
                    <a:moveTo>
                      <a:pt x="0" y="3326"/>
                    </a:moveTo>
                    <a:lnTo>
                      <a:pt x="2875" y="8357"/>
                    </a:lnTo>
                    <a:lnTo>
                      <a:pt x="5262" y="5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8" name="Surface mesh patch"/>
              <p:cNvSpPr/>
              <p:nvPr/>
            </p:nvSpPr>
            <p:spPr>
              <a:xfrm>
                <a:off x="5975962" y="825601"/>
                <a:ext cx="50120" cy="80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5">
                    <a:moveTo>
                      <a:pt x="0" y="1909"/>
                    </a:moveTo>
                    <a:lnTo>
                      <a:pt x="2875" y="8455"/>
                    </a:lnTo>
                    <a:lnTo>
                      <a:pt x="5262" y="66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9" name="Surface mesh patch"/>
              <p:cNvSpPr/>
              <p:nvPr/>
            </p:nvSpPr>
            <p:spPr>
              <a:xfrm>
                <a:off x="6026082" y="881770"/>
                <a:ext cx="50120" cy="75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44">
                    <a:moveTo>
                      <a:pt x="0" y="713"/>
                    </a:moveTo>
                    <a:lnTo>
                      <a:pt x="2875" y="7944"/>
                    </a:lnTo>
                    <a:lnTo>
                      <a:pt x="5262" y="71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296"/>
              </a:solidFill>
              <a:ln w="3334" cap="flat" cmpd="sng" algn="ctr">
                <a:solidFill>
                  <a:srgbClr val="fab2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0" name="Surface mesh patch"/>
              <p:cNvSpPr/>
              <p:nvPr/>
            </p:nvSpPr>
            <p:spPr>
              <a:xfrm>
                <a:off x="6076201" y="950056"/>
                <a:ext cx="50120" cy="670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35">
                    <a:moveTo>
                      <a:pt x="0" y="0"/>
                    </a:moveTo>
                    <a:lnTo>
                      <a:pt x="2875" y="7035"/>
                    </a:lnTo>
                    <a:lnTo>
                      <a:pt x="5262" y="6980"/>
                    </a:lnTo>
                    <a:lnTo>
                      <a:pt x="2387" y="105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1" name="Surface mesh patch"/>
              <p:cNvSpPr/>
              <p:nvPr/>
            </p:nvSpPr>
            <p:spPr>
              <a:xfrm>
                <a:off x="6126321" y="1016538"/>
                <a:ext cx="50120" cy="621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2">
                    <a:moveTo>
                      <a:pt x="0" y="0"/>
                    </a:moveTo>
                    <a:lnTo>
                      <a:pt x="2875" y="6160"/>
                    </a:lnTo>
                    <a:lnTo>
                      <a:pt x="5262" y="6522"/>
                    </a:lnTo>
                    <a:lnTo>
                      <a:pt x="2387" y="541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2" name="Surface mesh patch"/>
              <p:cNvSpPr/>
              <p:nvPr/>
            </p:nvSpPr>
            <p:spPr>
              <a:xfrm>
                <a:off x="6176441" y="1078663"/>
                <a:ext cx="50120" cy="526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1">
                    <a:moveTo>
                      <a:pt x="0" y="0"/>
                    </a:moveTo>
                    <a:lnTo>
                      <a:pt x="2875" y="4946"/>
                    </a:lnTo>
                    <a:lnTo>
                      <a:pt x="5262" y="5531"/>
                    </a:lnTo>
                    <a:lnTo>
                      <a:pt x="2387" y="694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3" name="Surface mesh patch"/>
              <p:cNvSpPr/>
              <p:nvPr/>
            </p:nvSpPr>
            <p:spPr>
              <a:xfrm>
                <a:off x="6226560" y="1131350"/>
                <a:ext cx="50120" cy="42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41">
                    <a:moveTo>
                      <a:pt x="0" y="0"/>
                    </a:moveTo>
                    <a:lnTo>
                      <a:pt x="2875" y="3733"/>
                    </a:lnTo>
                    <a:lnTo>
                      <a:pt x="5262" y="4441"/>
                    </a:lnTo>
                    <a:lnTo>
                      <a:pt x="2387" y="697"/>
                    </a:lnTo>
                    <a:close/>
                  </a:path>
                </a:pathLst>
              </a:custGeom>
              <a:solidFill>
                <a:srgbClr val="e3dfe3"/>
              </a:solidFill>
              <a:ln w="3334" cap="flat" cmpd="sng" algn="ctr">
                <a:solidFill>
                  <a:srgbClr val="e3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4" name="Surface mesh patch"/>
              <p:cNvSpPr/>
              <p:nvPr/>
            </p:nvSpPr>
            <p:spPr>
              <a:xfrm>
                <a:off x="6276680" y="1173651"/>
                <a:ext cx="50120" cy="335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20">
                    <a:moveTo>
                      <a:pt x="0" y="0"/>
                    </a:moveTo>
                    <a:lnTo>
                      <a:pt x="2875" y="2759"/>
                    </a:lnTo>
                    <a:lnTo>
                      <a:pt x="5262" y="3520"/>
                    </a:lnTo>
                    <a:lnTo>
                      <a:pt x="2387" y="640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5" name="Surface mesh patch"/>
              <p:cNvSpPr/>
              <p:nvPr/>
            </p:nvSpPr>
            <p:spPr>
              <a:xfrm>
                <a:off x="6326800" y="1207179"/>
                <a:ext cx="50120" cy="269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7">
                    <a:moveTo>
                      <a:pt x="0" y="0"/>
                    </a:moveTo>
                    <a:lnTo>
                      <a:pt x="2875" y="2107"/>
                    </a:lnTo>
                    <a:lnTo>
                      <a:pt x="5262" y="2827"/>
                    </a:lnTo>
                    <a:lnTo>
                      <a:pt x="2387" y="55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6" name="Surface mesh patch"/>
              <p:cNvSpPr/>
              <p:nvPr/>
            </p:nvSpPr>
            <p:spPr>
              <a:xfrm>
                <a:off x="5251555" y="1319167"/>
                <a:ext cx="50120" cy="32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92">
                    <a:moveTo>
                      <a:pt x="0" y="2080"/>
                    </a:moveTo>
                    <a:lnTo>
                      <a:pt x="2875" y="3392"/>
                    </a:lnTo>
                    <a:lnTo>
                      <a:pt x="5262" y="1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7" name="Surface mesh patch"/>
              <p:cNvSpPr/>
              <p:nvPr/>
            </p:nvSpPr>
            <p:spPr>
              <a:xfrm>
                <a:off x="5301675" y="1308731"/>
                <a:ext cx="50120" cy="35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79">
                    <a:moveTo>
                      <a:pt x="0" y="2257"/>
                    </a:moveTo>
                    <a:lnTo>
                      <a:pt x="2875" y="3779"/>
                    </a:lnTo>
                    <a:lnTo>
                      <a:pt x="5262" y="13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8" name="Surface mesh patch"/>
              <p:cNvSpPr/>
              <p:nvPr/>
            </p:nvSpPr>
            <p:spPr>
              <a:xfrm>
                <a:off x="5351795" y="1298548"/>
                <a:ext cx="50120" cy="39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5">
                    <a:moveTo>
                      <a:pt x="0" y="2424"/>
                    </a:moveTo>
                    <a:lnTo>
                      <a:pt x="2875" y="4105"/>
                    </a:lnTo>
                    <a:lnTo>
                      <a:pt x="5262" y="14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9" name="Surface mesh patch"/>
              <p:cNvSpPr/>
              <p:nvPr/>
            </p:nvSpPr>
            <p:spPr>
              <a:xfrm>
                <a:off x="5401914" y="1287666"/>
                <a:ext cx="50120" cy="40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04">
                    <a:moveTo>
                      <a:pt x="0" y="2618"/>
                    </a:moveTo>
                    <a:lnTo>
                      <a:pt x="2875" y="4304"/>
                    </a:lnTo>
                    <a:lnTo>
                      <a:pt x="5262" y="14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0" name="Surface mesh patch"/>
              <p:cNvSpPr/>
              <p:nvPr/>
            </p:nvSpPr>
            <p:spPr>
              <a:xfrm>
                <a:off x="5452034" y="1273599"/>
                <a:ext cx="50120" cy="41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52">
                    <a:moveTo>
                      <a:pt x="0" y="2892"/>
                    </a:moveTo>
                    <a:lnTo>
                      <a:pt x="2875" y="4352"/>
                    </a:lnTo>
                    <a:lnTo>
                      <a:pt x="5262" y="10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1" name="Surface mesh patch"/>
              <p:cNvSpPr/>
              <p:nvPr/>
            </p:nvSpPr>
            <p:spPr>
              <a:xfrm>
                <a:off x="5502154" y="1252513"/>
                <a:ext cx="50120" cy="408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7">
                    <a:moveTo>
                      <a:pt x="0" y="3307"/>
                    </a:moveTo>
                    <a:lnTo>
                      <a:pt x="2875" y="4287"/>
                    </a:lnTo>
                    <a:lnTo>
                      <a:pt x="5262" y="4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2" name="Surface mesh patch"/>
              <p:cNvSpPr/>
              <p:nvPr/>
            </p:nvSpPr>
            <p:spPr>
              <a:xfrm>
                <a:off x="5552273" y="1217104"/>
                <a:ext cx="50120" cy="429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14">
                    <a:moveTo>
                      <a:pt x="0" y="4211"/>
                    </a:moveTo>
                    <a:lnTo>
                      <a:pt x="2875" y="4514"/>
                    </a:lnTo>
                    <a:lnTo>
                      <a:pt x="5262" y="0"/>
                    </a:lnTo>
                    <a:lnTo>
                      <a:pt x="2387" y="304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3" name="Surface mesh patch"/>
              <p:cNvSpPr/>
              <p:nvPr/>
            </p:nvSpPr>
            <p:spPr>
              <a:xfrm>
                <a:off x="5602393" y="1162014"/>
                <a:ext cx="50120" cy="550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84">
                    <a:moveTo>
                      <a:pt x="0" y="5784"/>
                    </a:moveTo>
                    <a:lnTo>
                      <a:pt x="2875" y="5366"/>
                    </a:lnTo>
                    <a:lnTo>
                      <a:pt x="5262" y="0"/>
                    </a:lnTo>
                    <a:lnTo>
                      <a:pt x="2387" y="1102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4" name="Surface mesh patch"/>
              <p:cNvSpPr/>
              <p:nvPr/>
            </p:nvSpPr>
            <p:spPr>
              <a:xfrm>
                <a:off x="5652512" y="1093967"/>
                <a:ext cx="50120" cy="68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44">
                    <a:moveTo>
                      <a:pt x="0" y="7144"/>
                    </a:moveTo>
                    <a:lnTo>
                      <a:pt x="2875" y="6206"/>
                    </a:lnTo>
                    <a:lnTo>
                      <a:pt x="5262" y="0"/>
                    </a:lnTo>
                    <a:lnTo>
                      <a:pt x="2387" y="1612"/>
                    </a:lnTo>
                    <a:close/>
                  </a:path>
                </a:pathLst>
              </a:custGeom>
              <a:solidFill>
                <a:srgbClr val="edd9ce"/>
              </a:solidFill>
              <a:ln w="3334" cap="flat" cmpd="sng" algn="ctr">
                <a:solidFill>
                  <a:srgbClr val="edd9c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5" name="Surface mesh patch"/>
              <p:cNvSpPr/>
              <p:nvPr/>
            </p:nvSpPr>
            <p:spPr>
              <a:xfrm>
                <a:off x="5702632" y="1019670"/>
                <a:ext cx="50120" cy="742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00">
                    <a:moveTo>
                      <a:pt x="0" y="7800"/>
                    </a:moveTo>
                    <a:lnTo>
                      <a:pt x="2875" y="6817"/>
                    </a:lnTo>
                    <a:lnTo>
                      <a:pt x="5262" y="0"/>
                    </a:lnTo>
                    <a:lnTo>
                      <a:pt x="2387" y="1531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6" name="Surface mesh patch"/>
              <p:cNvSpPr/>
              <p:nvPr/>
            </p:nvSpPr>
            <p:spPr>
              <a:xfrm>
                <a:off x="5752752" y="949856"/>
                <a:ext cx="50120" cy="69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30">
                    <a:moveTo>
                      <a:pt x="0" y="7330"/>
                    </a:moveTo>
                    <a:lnTo>
                      <a:pt x="2875" y="6984"/>
                    </a:lnTo>
                    <a:lnTo>
                      <a:pt x="5262" y="0"/>
                    </a:lnTo>
                    <a:lnTo>
                      <a:pt x="2387" y="669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7" name="Surface mesh patch"/>
              <p:cNvSpPr/>
              <p:nvPr/>
            </p:nvSpPr>
            <p:spPr>
              <a:xfrm>
                <a:off x="5802871" y="887752"/>
                <a:ext cx="50120" cy="71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23">
                    <a:moveTo>
                      <a:pt x="0" y="6520"/>
                    </a:moveTo>
                    <a:lnTo>
                      <a:pt x="2875" y="7523"/>
                    </a:lnTo>
                    <a:lnTo>
                      <a:pt x="5262" y="9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8" name="Surface mesh patch"/>
              <p:cNvSpPr/>
              <p:nvPr/>
            </p:nvSpPr>
            <p:spPr>
              <a:xfrm>
                <a:off x="5852991" y="841512"/>
                <a:ext cx="50120" cy="823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41">
                    <a:moveTo>
                      <a:pt x="0" y="5795"/>
                    </a:moveTo>
                    <a:lnTo>
                      <a:pt x="2875" y="8641"/>
                    </a:lnTo>
                    <a:lnTo>
                      <a:pt x="5262" y="29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68a"/>
              </a:solidFill>
              <a:ln w="3334" cap="flat" cmpd="sng" algn="ctr">
                <a:solidFill>
                  <a:srgbClr val="faa68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9" name="Surface mesh patch"/>
              <p:cNvSpPr/>
              <p:nvPr/>
            </p:nvSpPr>
            <p:spPr>
              <a:xfrm>
                <a:off x="5903111" y="826253"/>
                <a:ext cx="50120" cy="893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75">
                    <a:moveTo>
                      <a:pt x="0" y="4601"/>
                    </a:moveTo>
                    <a:lnTo>
                      <a:pt x="2875" y="9375"/>
                    </a:lnTo>
                    <a:lnTo>
                      <a:pt x="5262" y="5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0" name="Surface mesh patch"/>
              <p:cNvSpPr/>
              <p:nvPr/>
            </p:nvSpPr>
            <p:spPr>
              <a:xfrm>
                <a:off x="5953230" y="843781"/>
                <a:ext cx="50120" cy="90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02">
                    <a:moveTo>
                      <a:pt x="0" y="3190"/>
                    </a:moveTo>
                    <a:lnTo>
                      <a:pt x="2875" y="9502"/>
                    </a:lnTo>
                    <a:lnTo>
                      <a:pt x="5262" y="6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1" name="Surface mesh patch"/>
              <p:cNvSpPr/>
              <p:nvPr/>
            </p:nvSpPr>
            <p:spPr>
              <a:xfrm>
                <a:off x="6003350" y="888563"/>
                <a:ext cx="50120" cy="851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44">
                    <a:moveTo>
                      <a:pt x="0" y="1845"/>
                    </a:moveTo>
                    <a:lnTo>
                      <a:pt x="2875" y="8944"/>
                    </a:lnTo>
                    <a:lnTo>
                      <a:pt x="5262" y="72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397"/>
              </a:solidFill>
              <a:ln w="3334" cap="flat" cmpd="sng" algn="ctr">
                <a:solidFill>
                  <a:srgbClr val="fa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2" name="Surface mesh patch"/>
              <p:cNvSpPr/>
              <p:nvPr/>
            </p:nvSpPr>
            <p:spPr>
              <a:xfrm>
                <a:off x="6053470" y="950056"/>
                <a:ext cx="50120" cy="741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6">
                    <a:moveTo>
                      <a:pt x="0" y="775"/>
                    </a:moveTo>
                    <a:lnTo>
                      <a:pt x="2875" y="7786"/>
                    </a:lnTo>
                    <a:lnTo>
                      <a:pt x="5262" y="70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3" name="Surface mesh patch"/>
              <p:cNvSpPr/>
              <p:nvPr/>
            </p:nvSpPr>
            <p:spPr>
              <a:xfrm>
                <a:off x="6103589" y="1016538"/>
                <a:ext cx="50120" cy="59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35">
                    <a:moveTo>
                      <a:pt x="0" y="55"/>
                    </a:moveTo>
                    <a:lnTo>
                      <a:pt x="2875" y="6235"/>
                    </a:lnTo>
                    <a:lnTo>
                      <a:pt x="5262" y="61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4" name="Surface mesh patch"/>
              <p:cNvSpPr/>
              <p:nvPr/>
            </p:nvSpPr>
            <p:spPr>
              <a:xfrm>
                <a:off x="6153709" y="1075216"/>
                <a:ext cx="50120" cy="505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8">
                    <a:moveTo>
                      <a:pt x="0" y="0"/>
                    </a:moveTo>
                    <a:lnTo>
                      <a:pt x="2875" y="4917"/>
                    </a:lnTo>
                    <a:lnTo>
                      <a:pt x="5262" y="5308"/>
                    </a:lnTo>
                    <a:lnTo>
                      <a:pt x="2387" y="362"/>
                    </a:lnTo>
                    <a:close/>
                  </a:path>
                </a:pathLst>
              </a:custGeom>
              <a:solidFill>
                <a:srgbClr val="f0d7c9"/>
              </a:solidFill>
              <a:ln w="3334" cap="flat" cmpd="sng" algn="ctr">
                <a:solidFill>
                  <a:srgbClr val="f0d7c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5" name="Surface mesh patch"/>
              <p:cNvSpPr/>
              <p:nvPr/>
            </p:nvSpPr>
            <p:spPr>
              <a:xfrm>
                <a:off x="6203829" y="1125770"/>
                <a:ext cx="50120" cy="411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8">
                    <a:moveTo>
                      <a:pt x="0" y="0"/>
                    </a:moveTo>
                    <a:lnTo>
                      <a:pt x="2875" y="3592"/>
                    </a:lnTo>
                    <a:lnTo>
                      <a:pt x="5262" y="4318"/>
                    </a:lnTo>
                    <a:lnTo>
                      <a:pt x="2387" y="586"/>
                    </a:lnTo>
                    <a:close/>
                  </a:path>
                </a:pathLst>
              </a:custGeom>
              <a:solidFill>
                <a:srgbClr val="e6dddc"/>
              </a:solidFill>
              <a:ln w="3334" cap="flat" cmpd="sng" algn="ctr">
                <a:solidFill>
                  <a:srgbClr val="e6ddd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6" name="Surface mesh patch"/>
              <p:cNvSpPr/>
              <p:nvPr/>
            </p:nvSpPr>
            <p:spPr>
              <a:xfrm>
                <a:off x="6253948" y="1166903"/>
                <a:ext cx="50120" cy="33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7">
                    <a:moveTo>
                      <a:pt x="0" y="0"/>
                    </a:moveTo>
                    <a:lnTo>
                      <a:pt x="2875" y="2502"/>
                    </a:lnTo>
                    <a:lnTo>
                      <a:pt x="5262" y="3467"/>
                    </a:lnTo>
                    <a:lnTo>
                      <a:pt x="2387" y="708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7" name="Surface mesh patch"/>
              <p:cNvSpPr/>
              <p:nvPr/>
            </p:nvSpPr>
            <p:spPr>
              <a:xfrm>
                <a:off x="6304068" y="1199927"/>
                <a:ext cx="50120" cy="273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9">
                    <a:moveTo>
                      <a:pt x="0" y="0"/>
                    </a:moveTo>
                    <a:lnTo>
                      <a:pt x="2875" y="1795"/>
                    </a:lnTo>
                    <a:lnTo>
                      <a:pt x="5262" y="2869"/>
                    </a:lnTo>
                    <a:lnTo>
                      <a:pt x="2387" y="761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8" name="Surface mesh patch"/>
              <p:cNvSpPr/>
              <p:nvPr/>
            </p:nvSpPr>
            <p:spPr>
              <a:xfrm>
                <a:off x="6354187" y="1227252"/>
                <a:ext cx="50120" cy="232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2">
                    <a:moveTo>
                      <a:pt x="0" y="0"/>
                    </a:moveTo>
                    <a:lnTo>
                      <a:pt x="2875" y="1446"/>
                    </a:lnTo>
                    <a:lnTo>
                      <a:pt x="5262" y="2442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9" name="Surface mesh patch"/>
              <p:cNvSpPr/>
              <p:nvPr/>
            </p:nvSpPr>
            <p:spPr>
              <a:xfrm>
                <a:off x="5228823" y="1338978"/>
                <a:ext cx="50120" cy="33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81">
                    <a:moveTo>
                      <a:pt x="0" y="2025"/>
                    </a:moveTo>
                    <a:lnTo>
                      <a:pt x="2875" y="3481"/>
                    </a:lnTo>
                    <a:lnTo>
                      <a:pt x="5262" y="1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0" name="Surface mesh patch"/>
              <p:cNvSpPr/>
              <p:nvPr/>
            </p:nvSpPr>
            <p:spPr>
              <a:xfrm>
                <a:off x="5278943" y="1330229"/>
                <a:ext cx="50120" cy="37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08">
                    <a:moveTo>
                      <a:pt x="0" y="2230"/>
                    </a:moveTo>
                    <a:lnTo>
                      <a:pt x="2875" y="3908"/>
                    </a:lnTo>
                    <a:lnTo>
                      <a:pt x="5262" y="15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1" name="Surface mesh patch"/>
              <p:cNvSpPr/>
              <p:nvPr/>
            </p:nvSpPr>
            <p:spPr>
              <a:xfrm>
                <a:off x="5329063" y="1321641"/>
                <a:ext cx="50120" cy="408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8">
                    <a:moveTo>
                      <a:pt x="0" y="2423"/>
                    </a:moveTo>
                    <a:lnTo>
                      <a:pt x="2875" y="4288"/>
                    </a:lnTo>
                    <a:lnTo>
                      <a:pt x="5262" y="16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2" name="Surface mesh patch"/>
              <p:cNvSpPr/>
              <p:nvPr/>
            </p:nvSpPr>
            <p:spPr>
              <a:xfrm>
                <a:off x="5379182" y="1312604"/>
                <a:ext cx="50120" cy="43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9">
                    <a:moveTo>
                      <a:pt x="0" y="2629"/>
                    </a:moveTo>
                    <a:lnTo>
                      <a:pt x="2875" y="4549"/>
                    </a:lnTo>
                    <a:lnTo>
                      <a:pt x="5262" y="1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3" name="Surface mesh patch"/>
              <p:cNvSpPr/>
              <p:nvPr/>
            </p:nvSpPr>
            <p:spPr>
              <a:xfrm>
                <a:off x="5429302" y="1301142"/>
                <a:ext cx="50120" cy="44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8">
                    <a:moveTo>
                      <a:pt x="0" y="2889"/>
                    </a:moveTo>
                    <a:lnTo>
                      <a:pt x="2875" y="4658"/>
                    </a:lnTo>
                    <a:lnTo>
                      <a:pt x="5262" y="14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4" name="Surface mesh patch"/>
              <p:cNvSpPr/>
              <p:nvPr/>
            </p:nvSpPr>
            <p:spPr>
              <a:xfrm>
                <a:off x="5479422" y="1284008"/>
                <a:ext cx="50120" cy="442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5">
                    <a:moveTo>
                      <a:pt x="0" y="3259"/>
                    </a:moveTo>
                    <a:lnTo>
                      <a:pt x="2875" y="4645"/>
                    </a:lnTo>
                    <a:lnTo>
                      <a:pt x="5262" y="9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5" name="Surface mesh patch"/>
              <p:cNvSpPr/>
              <p:nvPr/>
            </p:nvSpPr>
            <p:spPr>
              <a:xfrm>
                <a:off x="5529541" y="1257211"/>
                <a:ext cx="50120" cy="438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05">
                    <a:moveTo>
                      <a:pt x="0" y="3794"/>
                    </a:moveTo>
                    <a:lnTo>
                      <a:pt x="2875" y="4605"/>
                    </a:lnTo>
                    <a:lnTo>
                      <a:pt x="5262" y="3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6" name="Surface mesh patch"/>
              <p:cNvSpPr/>
              <p:nvPr/>
            </p:nvSpPr>
            <p:spPr>
              <a:xfrm>
                <a:off x="5579661" y="1213128"/>
                <a:ext cx="50120" cy="485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00">
                    <a:moveTo>
                      <a:pt x="0" y="4932"/>
                    </a:moveTo>
                    <a:lnTo>
                      <a:pt x="2875" y="5100"/>
                    </a:lnTo>
                    <a:lnTo>
                      <a:pt x="5262" y="0"/>
                    </a:lnTo>
                    <a:lnTo>
                      <a:pt x="2387" y="417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7" name="Surface mesh patch"/>
              <p:cNvSpPr/>
              <p:nvPr/>
            </p:nvSpPr>
            <p:spPr>
              <a:xfrm>
                <a:off x="5629781" y="1153075"/>
                <a:ext cx="50120" cy="600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05">
                    <a:moveTo>
                      <a:pt x="0" y="6305"/>
                    </a:moveTo>
                    <a:lnTo>
                      <a:pt x="2875" y="5961"/>
                    </a:lnTo>
                    <a:lnTo>
                      <a:pt x="5262" y="0"/>
                    </a:lnTo>
                    <a:lnTo>
                      <a:pt x="2387" y="938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8" name="Surface mesh patch"/>
              <p:cNvSpPr/>
              <p:nvPr/>
            </p:nvSpPr>
            <p:spPr>
              <a:xfrm>
                <a:off x="5679900" y="1084600"/>
                <a:ext cx="50120" cy="684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9">
                    <a:moveTo>
                      <a:pt x="0" y="7189"/>
                    </a:moveTo>
                    <a:lnTo>
                      <a:pt x="2875" y="6708"/>
                    </a:lnTo>
                    <a:lnTo>
                      <a:pt x="5262" y="0"/>
                    </a:lnTo>
                    <a:lnTo>
                      <a:pt x="2387" y="983"/>
                    </a:lnTo>
                    <a:close/>
                  </a:path>
                </a:pathLst>
              </a:custGeom>
              <a:solidFill>
                <a:srgbClr val="f1d6c6"/>
              </a:solidFill>
              <a:ln w="3334" cap="flat" cmpd="sng" algn="ctr">
                <a:solidFill>
                  <a:srgbClr val="f1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9" name="Surface mesh patch"/>
              <p:cNvSpPr/>
              <p:nvPr/>
            </p:nvSpPr>
            <p:spPr>
              <a:xfrm>
                <a:off x="5730020" y="1016381"/>
                <a:ext cx="50120" cy="682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62">
                    <a:moveTo>
                      <a:pt x="0" y="7162"/>
                    </a:moveTo>
                    <a:lnTo>
                      <a:pt x="2875" y="7122"/>
                    </a:lnTo>
                    <a:lnTo>
                      <a:pt x="5262" y="0"/>
                    </a:lnTo>
                    <a:lnTo>
                      <a:pt x="2387" y="345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0" name="Surface mesh patch"/>
              <p:cNvSpPr/>
              <p:nvPr/>
            </p:nvSpPr>
            <p:spPr>
              <a:xfrm>
                <a:off x="5780140" y="949856"/>
                <a:ext cx="50120" cy="76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33">
                    <a:moveTo>
                      <a:pt x="0" y="6984"/>
                    </a:moveTo>
                    <a:lnTo>
                      <a:pt x="2875" y="8033"/>
                    </a:lnTo>
                    <a:lnTo>
                      <a:pt x="5262" y="10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ca0"/>
              </a:solidFill>
              <a:ln w="3334" cap="flat" cmpd="sng" algn="ctr">
                <a:solidFill>
                  <a:srgbClr val="fbbc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1" name="Surface mesh patch"/>
              <p:cNvSpPr/>
              <p:nvPr/>
            </p:nvSpPr>
            <p:spPr>
              <a:xfrm>
                <a:off x="5830259" y="896705"/>
                <a:ext cx="50120" cy="879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31">
                    <a:moveTo>
                      <a:pt x="0" y="6583"/>
                    </a:moveTo>
                    <a:lnTo>
                      <a:pt x="2875" y="9231"/>
                    </a:lnTo>
                    <a:lnTo>
                      <a:pt x="5262" y="28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2" name="Surface mesh patch"/>
              <p:cNvSpPr/>
              <p:nvPr/>
            </p:nvSpPr>
            <p:spPr>
              <a:xfrm>
                <a:off x="5880379" y="870079"/>
                <a:ext cx="50120" cy="958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62">
                    <a:moveTo>
                      <a:pt x="0" y="5642"/>
                    </a:moveTo>
                    <a:lnTo>
                      <a:pt x="2875" y="10062"/>
                    </a:lnTo>
                    <a:lnTo>
                      <a:pt x="5262" y="47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3" name="Surface mesh patch"/>
              <p:cNvSpPr/>
              <p:nvPr/>
            </p:nvSpPr>
            <p:spPr>
              <a:xfrm>
                <a:off x="5930498" y="874166"/>
                <a:ext cx="50120" cy="97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70">
                    <a:moveTo>
                      <a:pt x="0" y="4345"/>
                    </a:moveTo>
                    <a:lnTo>
                      <a:pt x="2875" y="10270"/>
                    </a:lnTo>
                    <a:lnTo>
                      <a:pt x="5262" y="6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4" name="Surface mesh patch"/>
              <p:cNvSpPr/>
              <p:nvPr/>
            </p:nvSpPr>
            <p:spPr>
              <a:xfrm>
                <a:off x="5980618" y="906134"/>
                <a:ext cx="50120" cy="927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37">
                    <a:moveTo>
                      <a:pt x="0" y="2956"/>
                    </a:moveTo>
                    <a:lnTo>
                      <a:pt x="2875" y="9737"/>
                    </a:lnTo>
                    <a:lnTo>
                      <a:pt x="5262" y="7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599"/>
              </a:solidFill>
              <a:ln w="3334" cap="flat" cmpd="sng" algn="ctr">
                <a:solidFill>
                  <a:srgbClr val="fbb5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5" name="Surface mesh patch"/>
              <p:cNvSpPr/>
              <p:nvPr/>
            </p:nvSpPr>
            <p:spPr>
              <a:xfrm>
                <a:off x="6030738" y="957435"/>
                <a:ext cx="50120" cy="810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08">
                    <a:moveTo>
                      <a:pt x="0" y="1714"/>
                    </a:moveTo>
                    <a:lnTo>
                      <a:pt x="2875" y="8508"/>
                    </a:lnTo>
                    <a:lnTo>
                      <a:pt x="5262" y="70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6" name="Surface mesh patch"/>
              <p:cNvSpPr/>
              <p:nvPr/>
            </p:nvSpPr>
            <p:spPr>
              <a:xfrm>
                <a:off x="6080857" y="1017066"/>
                <a:ext cx="50120" cy="645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73">
                    <a:moveTo>
                      <a:pt x="0" y="751"/>
                    </a:moveTo>
                    <a:lnTo>
                      <a:pt x="2875" y="6773"/>
                    </a:lnTo>
                    <a:lnTo>
                      <a:pt x="5262" y="61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7" name="Surface mesh patch"/>
              <p:cNvSpPr/>
              <p:nvPr/>
            </p:nvSpPr>
            <p:spPr>
              <a:xfrm>
                <a:off x="6130977" y="1075216"/>
                <a:ext cx="50120" cy="468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7">
                    <a:moveTo>
                      <a:pt x="0" y="75"/>
                    </a:moveTo>
                    <a:lnTo>
                      <a:pt x="2875" y="4805"/>
                    </a:lnTo>
                    <a:lnTo>
                      <a:pt x="5262" y="49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3"/>
              </a:solidFill>
              <a:ln w="3334" cap="flat" cmpd="sng" algn="ctr">
                <a:solidFill>
                  <a:srgbClr val="f3d6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8" name="Surface mesh patch"/>
              <p:cNvSpPr/>
              <p:nvPr/>
            </p:nvSpPr>
            <p:spPr>
              <a:xfrm>
                <a:off x="6181097" y="1122055"/>
                <a:ext cx="50120" cy="37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2">
                    <a:moveTo>
                      <a:pt x="0" y="0"/>
                    </a:moveTo>
                    <a:lnTo>
                      <a:pt x="2875" y="3298"/>
                    </a:lnTo>
                    <a:lnTo>
                      <a:pt x="5262" y="3982"/>
                    </a:lnTo>
                    <a:lnTo>
                      <a:pt x="2387" y="390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9" name="Surface mesh patch"/>
              <p:cNvSpPr/>
              <p:nvPr/>
            </p:nvSpPr>
            <p:spPr>
              <a:xfrm>
                <a:off x="6231216" y="1159982"/>
                <a:ext cx="50120" cy="307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9">
                    <a:moveTo>
                      <a:pt x="0" y="0"/>
                    </a:moveTo>
                    <a:lnTo>
                      <a:pt x="2875" y="2083"/>
                    </a:lnTo>
                    <a:lnTo>
                      <a:pt x="5262" y="3229"/>
                    </a:lnTo>
                    <a:lnTo>
                      <a:pt x="2387" y="727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0" name="Surface mesh patch"/>
              <p:cNvSpPr/>
              <p:nvPr/>
            </p:nvSpPr>
            <p:spPr>
              <a:xfrm>
                <a:off x="6281336" y="1190733"/>
                <a:ext cx="50120" cy="26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0">
                    <a:moveTo>
                      <a:pt x="0" y="0"/>
                    </a:moveTo>
                    <a:lnTo>
                      <a:pt x="2875" y="1308"/>
                    </a:lnTo>
                    <a:lnTo>
                      <a:pt x="5262" y="2760"/>
                    </a:lnTo>
                    <a:lnTo>
                      <a:pt x="2387" y="965"/>
                    </a:lnTo>
                    <a:close/>
                  </a:path>
                </a:pathLst>
              </a:custGeom>
              <a:solidFill>
                <a:srgbClr val="dce3ef"/>
              </a:solidFill>
              <a:ln w="3334" cap="flat" cmpd="sng" algn="ctr">
                <a:solidFill>
                  <a:srgbClr val="dce3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1" name="Surface mesh patch"/>
              <p:cNvSpPr/>
              <p:nvPr/>
            </p:nvSpPr>
            <p:spPr>
              <a:xfrm>
                <a:off x="6331456" y="1217023"/>
                <a:ext cx="50120" cy="23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0"/>
                    </a:moveTo>
                    <a:lnTo>
                      <a:pt x="2875" y="997"/>
                    </a:lnTo>
                    <a:lnTo>
                      <a:pt x="5262" y="2520"/>
                    </a:lnTo>
                    <a:lnTo>
                      <a:pt x="2387" y="1074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2" name="Surface mesh patch"/>
              <p:cNvSpPr/>
              <p:nvPr/>
            </p:nvSpPr>
            <p:spPr>
              <a:xfrm>
                <a:off x="6381575" y="1241021"/>
                <a:ext cx="50120" cy="21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1">
                    <a:moveTo>
                      <a:pt x="0" y="0"/>
                    </a:moveTo>
                    <a:lnTo>
                      <a:pt x="2875" y="996"/>
                    </a:lnTo>
                    <a:lnTo>
                      <a:pt x="5262" y="2301"/>
                    </a:lnTo>
                    <a:lnTo>
                      <a:pt x="2387" y="996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3" name="Surface mesh patch"/>
              <p:cNvSpPr/>
              <p:nvPr/>
            </p:nvSpPr>
            <p:spPr>
              <a:xfrm>
                <a:off x="5206092" y="1358265"/>
                <a:ext cx="50120" cy="336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32">
                    <a:moveTo>
                      <a:pt x="0" y="1943"/>
                    </a:moveTo>
                    <a:lnTo>
                      <a:pt x="2875" y="3532"/>
                    </a:lnTo>
                    <a:lnTo>
                      <a:pt x="5262" y="14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4" name="Surface mesh patch"/>
              <p:cNvSpPr/>
              <p:nvPr/>
            </p:nvSpPr>
            <p:spPr>
              <a:xfrm>
                <a:off x="5256211" y="1351471"/>
                <a:ext cx="50120" cy="37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8">
                    <a:moveTo>
                      <a:pt x="0" y="2170"/>
                    </a:moveTo>
                    <a:lnTo>
                      <a:pt x="2875" y="3988"/>
                    </a:lnTo>
                    <a:lnTo>
                      <a:pt x="5262" y="16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5" name="Surface mesh patch"/>
              <p:cNvSpPr/>
              <p:nvPr/>
            </p:nvSpPr>
            <p:spPr>
              <a:xfrm>
                <a:off x="5306331" y="1344723"/>
                <a:ext cx="50120" cy="420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4">
                    <a:moveTo>
                      <a:pt x="0" y="2386"/>
                    </a:moveTo>
                    <a:lnTo>
                      <a:pt x="2875" y="4414"/>
                    </a:lnTo>
                    <a:lnTo>
                      <a:pt x="5262" y="18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6" name="Surface mesh patch"/>
              <p:cNvSpPr/>
              <p:nvPr/>
            </p:nvSpPr>
            <p:spPr>
              <a:xfrm>
                <a:off x="5356451" y="1337645"/>
                <a:ext cx="50120" cy="450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7">
                    <a:moveTo>
                      <a:pt x="0" y="2608"/>
                    </a:moveTo>
                    <a:lnTo>
                      <a:pt x="2875" y="4727"/>
                    </a:lnTo>
                    <a:lnTo>
                      <a:pt x="5262" y="1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7" name="Surface mesh patch"/>
              <p:cNvSpPr/>
              <p:nvPr/>
            </p:nvSpPr>
            <p:spPr>
              <a:xfrm>
                <a:off x="5406570" y="1328658"/>
                <a:ext cx="50120" cy="465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6">
                    <a:moveTo>
                      <a:pt x="0" y="2864"/>
                    </a:moveTo>
                    <a:lnTo>
                      <a:pt x="2875" y="4886"/>
                    </a:lnTo>
                    <a:lnTo>
                      <a:pt x="5262" y="17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8" name="Surface mesh patch"/>
              <p:cNvSpPr/>
              <p:nvPr/>
            </p:nvSpPr>
            <p:spPr>
              <a:xfrm>
                <a:off x="5456690" y="1315051"/>
                <a:ext cx="50120" cy="46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8">
                    <a:moveTo>
                      <a:pt x="0" y="3197"/>
                    </a:moveTo>
                    <a:lnTo>
                      <a:pt x="2875" y="4908"/>
                    </a:lnTo>
                    <a:lnTo>
                      <a:pt x="5262" y="13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9" name="Surface mesh patch"/>
              <p:cNvSpPr/>
              <p:nvPr/>
            </p:nvSpPr>
            <p:spPr>
              <a:xfrm>
                <a:off x="5506809" y="1293351"/>
                <a:ext cx="50120" cy="464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2">
                    <a:moveTo>
                      <a:pt x="0" y="3664"/>
                    </a:moveTo>
                    <a:lnTo>
                      <a:pt x="2875" y="4882"/>
                    </a:lnTo>
                    <a:lnTo>
                      <a:pt x="5262" y="8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0" name="Surface mesh patch"/>
              <p:cNvSpPr/>
              <p:nvPr/>
            </p:nvSpPr>
            <p:spPr>
              <a:xfrm>
                <a:off x="5556929" y="1260101"/>
                <a:ext cx="50120" cy="47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6">
                    <a:moveTo>
                      <a:pt x="0" y="4302"/>
                    </a:moveTo>
                    <a:lnTo>
                      <a:pt x="2875" y="4946"/>
                    </a:lnTo>
                    <a:lnTo>
                      <a:pt x="5262" y="1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1" name="Surface mesh patch"/>
              <p:cNvSpPr/>
              <p:nvPr/>
            </p:nvSpPr>
            <p:spPr>
              <a:xfrm>
                <a:off x="5607049" y="1209858"/>
                <a:ext cx="50120" cy="53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7">
                    <a:moveTo>
                      <a:pt x="0" y="5443"/>
                    </a:moveTo>
                    <a:lnTo>
                      <a:pt x="2875" y="5597"/>
                    </a:lnTo>
                    <a:lnTo>
                      <a:pt x="5262" y="0"/>
                    </a:lnTo>
                    <a:lnTo>
                      <a:pt x="2387" y="343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2" name="Surface mesh patch"/>
              <p:cNvSpPr/>
              <p:nvPr/>
            </p:nvSpPr>
            <p:spPr>
              <a:xfrm>
                <a:off x="5657168" y="1148492"/>
                <a:ext cx="50120" cy="613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3">
                    <a:moveTo>
                      <a:pt x="0" y="6443"/>
                    </a:moveTo>
                    <a:lnTo>
                      <a:pt x="2875" y="6395"/>
                    </a:lnTo>
                    <a:lnTo>
                      <a:pt x="5262" y="0"/>
                    </a:lnTo>
                    <a:lnTo>
                      <a:pt x="2387" y="481"/>
                    </a:lnTo>
                    <a:close/>
                  </a:path>
                </a:pathLst>
              </a:custGeom>
              <a:solidFill>
                <a:srgbClr val="e7dcda"/>
              </a:solidFill>
              <a:ln w="3334" cap="flat" cmpd="sng" algn="ctr">
                <a:solidFill>
                  <a:srgbClr val="e7dcd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3" name="Surface mesh patch"/>
              <p:cNvSpPr/>
              <p:nvPr/>
            </p:nvSpPr>
            <p:spPr>
              <a:xfrm>
                <a:off x="5707288" y="1084215"/>
                <a:ext cx="50120" cy="66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76">
                    <a:moveTo>
                      <a:pt x="0" y="6748"/>
                    </a:moveTo>
                    <a:lnTo>
                      <a:pt x="2875" y="6976"/>
                    </a:lnTo>
                    <a:lnTo>
                      <a:pt x="5262" y="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f4d5c1"/>
              </a:solidFill>
              <a:ln w="3334" cap="flat" cmpd="sng" algn="ctr">
                <a:solidFill>
                  <a:srgbClr val="f4d5c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4" name="Surface mesh patch"/>
              <p:cNvSpPr/>
              <p:nvPr/>
            </p:nvSpPr>
            <p:spPr>
              <a:xfrm>
                <a:off x="5757408" y="1016381"/>
                <a:ext cx="50120" cy="78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6">
                    <a:moveTo>
                      <a:pt x="0" y="7122"/>
                    </a:moveTo>
                    <a:lnTo>
                      <a:pt x="2875" y="8196"/>
                    </a:lnTo>
                    <a:lnTo>
                      <a:pt x="5262" y="10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aae"/>
              </a:solidFill>
              <a:ln w="3334" cap="flat" cmpd="sng" algn="ctr">
                <a:solidFill>
                  <a:srgbClr val="fbca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5" name="Surface mesh patch"/>
              <p:cNvSpPr/>
              <p:nvPr/>
            </p:nvSpPr>
            <p:spPr>
              <a:xfrm>
                <a:off x="5807527" y="959406"/>
                <a:ext cx="50120" cy="89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7">
                    <a:moveTo>
                      <a:pt x="0" y="7030"/>
                    </a:moveTo>
                    <a:lnTo>
                      <a:pt x="2875" y="9447"/>
                    </a:lnTo>
                    <a:lnTo>
                      <a:pt x="5262" y="26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6" name="Surface mesh patch"/>
              <p:cNvSpPr/>
              <p:nvPr/>
            </p:nvSpPr>
            <p:spPr>
              <a:xfrm>
                <a:off x="5857647" y="923820"/>
                <a:ext cx="50120" cy="98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77">
                    <a:moveTo>
                      <a:pt x="0" y="6384"/>
                    </a:moveTo>
                    <a:lnTo>
                      <a:pt x="2875" y="10377"/>
                    </a:lnTo>
                    <a:lnTo>
                      <a:pt x="5262" y="4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79b"/>
              </a:solidFill>
              <a:ln w="3334" cap="flat" cmpd="sng" algn="ctr">
                <a:solidFill>
                  <a:srgbClr val="fbb7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7" name="Surface mesh patch"/>
              <p:cNvSpPr/>
              <p:nvPr/>
            </p:nvSpPr>
            <p:spPr>
              <a:xfrm>
                <a:off x="5907767" y="915555"/>
                <a:ext cx="50120" cy="101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02">
                    <a:moveTo>
                      <a:pt x="0" y="5287"/>
                    </a:moveTo>
                    <a:lnTo>
                      <a:pt x="2875" y="10702"/>
                    </a:lnTo>
                    <a:lnTo>
                      <a:pt x="5262" y="59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8" name="Surface mesh patch"/>
              <p:cNvSpPr/>
              <p:nvPr/>
            </p:nvSpPr>
            <p:spPr>
              <a:xfrm>
                <a:off x="5957886" y="934290"/>
                <a:ext cx="50120" cy="976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55">
                    <a:moveTo>
                      <a:pt x="0" y="3958"/>
                    </a:moveTo>
                    <a:lnTo>
                      <a:pt x="2875" y="10255"/>
                    </a:lnTo>
                    <a:lnTo>
                      <a:pt x="5262" y="67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9" name="Surface mesh patch"/>
              <p:cNvSpPr/>
              <p:nvPr/>
            </p:nvSpPr>
            <p:spPr>
              <a:xfrm>
                <a:off x="6008006" y="973758"/>
                <a:ext cx="50120" cy="86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31">
                    <a:moveTo>
                      <a:pt x="0" y="2637"/>
                    </a:moveTo>
                    <a:lnTo>
                      <a:pt x="2875" y="9031"/>
                    </a:lnTo>
                    <a:lnTo>
                      <a:pt x="5262" y="67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0" name="Surface mesh patch"/>
              <p:cNvSpPr/>
              <p:nvPr/>
            </p:nvSpPr>
            <p:spPr>
              <a:xfrm>
                <a:off x="6058126" y="1024221"/>
                <a:ext cx="50120" cy="683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0">
                    <a:moveTo>
                      <a:pt x="0" y="1497"/>
                    </a:moveTo>
                    <a:lnTo>
                      <a:pt x="2875" y="7180"/>
                    </a:lnTo>
                    <a:lnTo>
                      <a:pt x="5262" y="60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1" name="Surface mesh patch"/>
              <p:cNvSpPr/>
              <p:nvPr/>
            </p:nvSpPr>
            <p:spPr>
              <a:xfrm>
                <a:off x="6108245" y="1075930"/>
                <a:ext cx="50120" cy="473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67">
                    <a:moveTo>
                      <a:pt x="0" y="593"/>
                    </a:moveTo>
                    <a:lnTo>
                      <a:pt x="2875" y="4967"/>
                    </a:lnTo>
                    <a:lnTo>
                      <a:pt x="5262" y="47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2" name="Surface mesh patch"/>
              <p:cNvSpPr/>
              <p:nvPr/>
            </p:nvSpPr>
            <p:spPr>
              <a:xfrm>
                <a:off x="6158365" y="1120983"/>
                <a:ext cx="50120" cy="324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10">
                    <a:moveTo>
                      <a:pt x="0" y="0"/>
                    </a:moveTo>
                    <a:lnTo>
                      <a:pt x="2875" y="2838"/>
                    </a:lnTo>
                    <a:lnTo>
                      <a:pt x="5262" y="3410"/>
                    </a:lnTo>
                    <a:lnTo>
                      <a:pt x="2387" y="112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3" name="Surface mesh patch"/>
              <p:cNvSpPr/>
              <p:nvPr/>
            </p:nvSpPr>
            <p:spPr>
              <a:xfrm>
                <a:off x="6208484" y="1153465"/>
                <a:ext cx="50120" cy="263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7">
                    <a:moveTo>
                      <a:pt x="0" y="0"/>
                    </a:moveTo>
                    <a:lnTo>
                      <a:pt x="2875" y="1485"/>
                    </a:lnTo>
                    <a:lnTo>
                      <a:pt x="5262" y="2767"/>
                    </a:lnTo>
                    <a:lnTo>
                      <a:pt x="2387" y="684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4" name="Surface mesh patch"/>
              <p:cNvSpPr/>
              <p:nvPr/>
            </p:nvSpPr>
            <p:spPr>
              <a:xfrm>
                <a:off x="6258604" y="1179822"/>
                <a:ext cx="50120" cy="233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4">
                    <a:moveTo>
                      <a:pt x="0" y="0"/>
                    </a:moveTo>
                    <a:lnTo>
                      <a:pt x="2875" y="624"/>
                    </a:lnTo>
                    <a:lnTo>
                      <a:pt x="5262" y="2454"/>
                    </a:lnTo>
                    <a:lnTo>
                      <a:pt x="2387" y="1146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5" name="Surface mesh patch"/>
              <p:cNvSpPr/>
              <p:nvPr/>
            </p:nvSpPr>
            <p:spPr>
              <a:xfrm>
                <a:off x="6308724" y="1203193"/>
                <a:ext cx="50120" cy="233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9">
                    <a:moveTo>
                      <a:pt x="0" y="0"/>
                    </a:moveTo>
                    <a:lnTo>
                      <a:pt x="2875" y="346"/>
                    </a:lnTo>
                    <a:lnTo>
                      <a:pt x="5262" y="2449"/>
                    </a:lnTo>
                    <a:lnTo>
                      <a:pt x="2387" y="1452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6" name="Surface mesh patch"/>
              <p:cNvSpPr/>
              <p:nvPr/>
            </p:nvSpPr>
            <p:spPr>
              <a:xfrm>
                <a:off x="6358843" y="1226520"/>
                <a:ext cx="50120" cy="239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9">
                    <a:moveTo>
                      <a:pt x="0" y="0"/>
                    </a:moveTo>
                    <a:lnTo>
                      <a:pt x="2875" y="510"/>
                    </a:lnTo>
                    <a:lnTo>
                      <a:pt x="5262" y="2519"/>
                    </a:lnTo>
                    <a:lnTo>
                      <a:pt x="2387" y="1522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7" name="Surface mesh patch"/>
              <p:cNvSpPr/>
              <p:nvPr/>
            </p:nvSpPr>
            <p:spPr>
              <a:xfrm>
                <a:off x="6408963" y="1250512"/>
                <a:ext cx="50120" cy="226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79">
                    <a:moveTo>
                      <a:pt x="0" y="0"/>
                    </a:moveTo>
                    <a:lnTo>
                      <a:pt x="2875" y="829"/>
                    </a:lnTo>
                    <a:lnTo>
                      <a:pt x="5262" y="2379"/>
                    </a:lnTo>
                    <a:lnTo>
                      <a:pt x="2387" y="1305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8" name="Surface mesh patch"/>
              <p:cNvSpPr/>
              <p:nvPr/>
            </p:nvSpPr>
            <p:spPr>
              <a:xfrm>
                <a:off x="5183360" y="1376769"/>
                <a:ext cx="50120" cy="337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1">
                    <a:moveTo>
                      <a:pt x="0" y="1836"/>
                    </a:moveTo>
                    <a:lnTo>
                      <a:pt x="2875" y="3541"/>
                    </a:lnTo>
                    <a:lnTo>
                      <a:pt x="5262" y="15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9" name="Surface mesh patch"/>
              <p:cNvSpPr/>
              <p:nvPr/>
            </p:nvSpPr>
            <p:spPr>
              <a:xfrm>
                <a:off x="5233479" y="1372138"/>
                <a:ext cx="50120" cy="38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13">
                    <a:moveTo>
                      <a:pt x="0" y="2076"/>
                    </a:moveTo>
                    <a:lnTo>
                      <a:pt x="2875" y="4013"/>
                    </a:lnTo>
                    <a:lnTo>
                      <a:pt x="5262" y="1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0" name="Surface mesh patch"/>
              <p:cNvSpPr/>
              <p:nvPr/>
            </p:nvSpPr>
            <p:spPr>
              <a:xfrm>
                <a:off x="5283599" y="1367453"/>
                <a:ext cx="50120" cy="426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2">
                    <a:moveTo>
                      <a:pt x="0" y="2310"/>
                    </a:moveTo>
                    <a:lnTo>
                      <a:pt x="2875" y="4472"/>
                    </a:lnTo>
                    <a:lnTo>
                      <a:pt x="5262" y="20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1" name="Surface mesh patch"/>
              <p:cNvSpPr/>
              <p:nvPr/>
            </p:nvSpPr>
            <p:spPr>
              <a:xfrm>
                <a:off x="5333719" y="1362487"/>
                <a:ext cx="50120" cy="46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0">
                    <a:moveTo>
                      <a:pt x="0" y="2549"/>
                    </a:moveTo>
                    <a:lnTo>
                      <a:pt x="2875" y="4830"/>
                    </a:lnTo>
                    <a:lnTo>
                      <a:pt x="5262" y="21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2" name="Surface mesh patch"/>
              <p:cNvSpPr/>
              <p:nvPr/>
            </p:nvSpPr>
            <p:spPr>
              <a:xfrm>
                <a:off x="5383838" y="1355933"/>
                <a:ext cx="50120" cy="47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1">
                    <a:moveTo>
                      <a:pt x="0" y="2807"/>
                    </a:moveTo>
                    <a:lnTo>
                      <a:pt x="2875" y="5031"/>
                    </a:lnTo>
                    <a:lnTo>
                      <a:pt x="5262" y="20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3" name="Surface mesh patch"/>
              <p:cNvSpPr/>
              <p:nvPr/>
            </p:nvSpPr>
            <p:spPr>
              <a:xfrm>
                <a:off x="5433958" y="1345506"/>
                <a:ext cx="50120" cy="483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0">
                    <a:moveTo>
                      <a:pt x="0" y="3117"/>
                    </a:moveTo>
                    <a:lnTo>
                      <a:pt x="2875" y="5080"/>
                    </a:lnTo>
                    <a:lnTo>
                      <a:pt x="5262" y="17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4" name="Surface mesh patch"/>
              <p:cNvSpPr/>
              <p:nvPr/>
            </p:nvSpPr>
            <p:spPr>
              <a:xfrm>
                <a:off x="5484078" y="1328247"/>
                <a:ext cx="50120" cy="481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2">
                    <a:moveTo>
                      <a:pt x="0" y="3523"/>
                    </a:moveTo>
                    <a:lnTo>
                      <a:pt x="2875" y="5052"/>
                    </a:lnTo>
                    <a:lnTo>
                      <a:pt x="5262" y="12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5" name="Surface mesh patch"/>
              <p:cNvSpPr/>
              <p:nvPr/>
            </p:nvSpPr>
            <p:spPr>
              <a:xfrm>
                <a:off x="5534197" y="1301076"/>
                <a:ext cx="50120" cy="484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2">
                    <a:moveTo>
                      <a:pt x="0" y="4071"/>
                    </a:moveTo>
                    <a:lnTo>
                      <a:pt x="2875" y="5082"/>
                    </a:lnTo>
                    <a:lnTo>
                      <a:pt x="5262" y="6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6" name="Surface mesh patch"/>
              <p:cNvSpPr/>
              <p:nvPr/>
            </p:nvSpPr>
            <p:spPr>
              <a:xfrm>
                <a:off x="5584317" y="1261701"/>
                <a:ext cx="50120" cy="507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24">
                    <a:moveTo>
                      <a:pt x="0" y="4778"/>
                    </a:moveTo>
                    <a:lnTo>
                      <a:pt x="2875" y="5324"/>
                    </a:lnTo>
                    <a:lnTo>
                      <a:pt x="5262" y="1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7" name="Surface mesh patch"/>
              <p:cNvSpPr/>
              <p:nvPr/>
            </p:nvSpPr>
            <p:spPr>
              <a:xfrm>
                <a:off x="5634437" y="1209403"/>
                <a:ext cx="50120" cy="566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46">
                    <a:moveTo>
                      <a:pt x="0" y="5645"/>
                    </a:moveTo>
                    <a:lnTo>
                      <a:pt x="2875" y="5946"/>
                    </a:lnTo>
                    <a:lnTo>
                      <a:pt x="5262" y="0"/>
                    </a:lnTo>
                    <a:lnTo>
                      <a:pt x="2387" y="48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8" name="Surface mesh patch"/>
              <p:cNvSpPr/>
              <p:nvPr/>
            </p:nvSpPr>
            <p:spPr>
              <a:xfrm>
                <a:off x="5684556" y="1148492"/>
                <a:ext cx="50120" cy="65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39">
                    <a:moveTo>
                      <a:pt x="0" y="6395"/>
                    </a:moveTo>
                    <a:lnTo>
                      <a:pt x="2875" y="6839"/>
                    </a:lnTo>
                    <a:lnTo>
                      <a:pt x="5262" y="2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9" name="Surface mesh patch"/>
              <p:cNvSpPr/>
              <p:nvPr/>
            </p:nvSpPr>
            <p:spPr>
              <a:xfrm>
                <a:off x="5734676" y="1084215"/>
                <a:ext cx="50120" cy="76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52">
                    <a:moveTo>
                      <a:pt x="0" y="6976"/>
                    </a:moveTo>
                    <a:lnTo>
                      <a:pt x="2875" y="8052"/>
                    </a:lnTo>
                    <a:lnTo>
                      <a:pt x="5262" y="10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0" name="Surface mesh patch"/>
              <p:cNvSpPr/>
              <p:nvPr/>
            </p:nvSpPr>
            <p:spPr>
              <a:xfrm>
                <a:off x="5784795" y="1026369"/>
                <a:ext cx="50120" cy="88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5">
                    <a:moveTo>
                      <a:pt x="0" y="7147"/>
                    </a:moveTo>
                    <a:lnTo>
                      <a:pt x="2875" y="9315"/>
                    </a:lnTo>
                    <a:lnTo>
                      <a:pt x="5262" y="24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1" name="Surface mesh patch"/>
              <p:cNvSpPr/>
              <p:nvPr/>
            </p:nvSpPr>
            <p:spPr>
              <a:xfrm>
                <a:off x="5834915" y="984629"/>
                <a:ext cx="50120" cy="983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23">
                    <a:moveTo>
                      <a:pt x="0" y="6799"/>
                    </a:moveTo>
                    <a:lnTo>
                      <a:pt x="2875" y="10323"/>
                    </a:lnTo>
                    <a:lnTo>
                      <a:pt x="5262" y="39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2" name="Surface mesh patch"/>
              <p:cNvSpPr/>
              <p:nvPr/>
            </p:nvSpPr>
            <p:spPr>
              <a:xfrm>
                <a:off x="5885035" y="965917"/>
                <a:ext cx="50120" cy="1026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4">
                    <a:moveTo>
                      <a:pt x="0" y="5957"/>
                    </a:moveTo>
                    <a:lnTo>
                      <a:pt x="2875" y="10774"/>
                    </a:lnTo>
                    <a:lnTo>
                      <a:pt x="5262" y="54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0a3"/>
              </a:solidFill>
              <a:ln w="3334" cap="flat" cmpd="sng" algn="ctr">
                <a:solidFill>
                  <a:srgbClr val="fbc0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3" name="Surface mesh patch"/>
              <p:cNvSpPr/>
              <p:nvPr/>
            </p:nvSpPr>
            <p:spPr>
              <a:xfrm>
                <a:off x="5935154" y="971991"/>
                <a:ext cx="50120" cy="996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57">
                    <a:moveTo>
                      <a:pt x="0" y="4777"/>
                    </a:moveTo>
                    <a:lnTo>
                      <a:pt x="2875" y="10457"/>
                    </a:lnTo>
                    <a:lnTo>
                      <a:pt x="5262" y="62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5"/>
              </a:solidFill>
              <a:ln w="3334" cap="flat" cmpd="sng" algn="ctr">
                <a:solidFill>
                  <a:srgbClr val="fbc1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4" name="Surface mesh patch"/>
              <p:cNvSpPr/>
              <p:nvPr/>
            </p:nvSpPr>
            <p:spPr>
              <a:xfrm>
                <a:off x="5985274" y="998879"/>
                <a:ext cx="50120" cy="88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06">
                    <a:moveTo>
                      <a:pt x="0" y="3474"/>
                    </a:moveTo>
                    <a:lnTo>
                      <a:pt x="2875" y="9306"/>
                    </a:lnTo>
                    <a:lnTo>
                      <a:pt x="5262" y="6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5" name="Surface mesh patch"/>
              <p:cNvSpPr/>
              <p:nvPr/>
            </p:nvSpPr>
            <p:spPr>
              <a:xfrm>
                <a:off x="6035394" y="1038478"/>
                <a:ext cx="50120" cy="706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5">
                    <a:moveTo>
                      <a:pt x="0" y="2236"/>
                    </a:moveTo>
                    <a:lnTo>
                      <a:pt x="2875" y="7415"/>
                    </a:lnTo>
                    <a:lnTo>
                      <a:pt x="5262" y="56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6" name="Surface mesh patch"/>
              <p:cNvSpPr/>
              <p:nvPr/>
            </p:nvSpPr>
            <p:spPr>
              <a:xfrm>
                <a:off x="6085513" y="1081577"/>
                <a:ext cx="50120" cy="477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15">
                    <a:moveTo>
                      <a:pt x="0" y="1158"/>
                    </a:moveTo>
                    <a:lnTo>
                      <a:pt x="2875" y="5015"/>
                    </a:lnTo>
                    <a:lnTo>
                      <a:pt x="5262" y="43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7" name="Surface mesh patch"/>
              <p:cNvSpPr/>
              <p:nvPr/>
            </p:nvSpPr>
            <p:spPr>
              <a:xfrm>
                <a:off x="6135633" y="1120983"/>
                <a:ext cx="50120" cy="270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8">
                    <a:moveTo>
                      <a:pt x="0" y="237"/>
                    </a:moveTo>
                    <a:lnTo>
                      <a:pt x="2875" y="2452"/>
                    </a:lnTo>
                    <a:lnTo>
                      <a:pt x="5262" y="28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d7ca"/>
              </a:solidFill>
              <a:ln w="3334" cap="flat" cmpd="sng" algn="ctr">
                <a:solidFill>
                  <a:srgbClr val="f0d7c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8" name="Surface mesh patch"/>
              <p:cNvSpPr/>
              <p:nvPr/>
            </p:nvSpPr>
            <p:spPr>
              <a:xfrm>
                <a:off x="6185753" y="1148014"/>
                <a:ext cx="50120" cy="19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57">
                    <a:moveTo>
                      <a:pt x="0" y="0"/>
                    </a:moveTo>
                    <a:lnTo>
                      <a:pt x="2875" y="706"/>
                    </a:lnTo>
                    <a:lnTo>
                      <a:pt x="5262" y="2057"/>
                    </a:lnTo>
                    <a:lnTo>
                      <a:pt x="2387" y="572"/>
                    </a:lnTo>
                    <a:close/>
                  </a:path>
                </a:pathLst>
              </a:custGeom>
              <a:solidFill>
                <a:srgbClr val="ebdad3"/>
              </a:solidFill>
              <a:ln w="3334" cap="flat" cmpd="sng" algn="ctr">
                <a:solidFill>
                  <a:srgbClr val="eb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9" name="Surface mesh patch"/>
              <p:cNvSpPr/>
              <p:nvPr/>
            </p:nvSpPr>
            <p:spPr>
              <a:xfrm>
                <a:off x="6235872" y="1165038"/>
                <a:ext cx="50120" cy="20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6">
                    <a:moveTo>
                      <a:pt x="0" y="270"/>
                    </a:moveTo>
                    <a:lnTo>
                      <a:pt x="2875" y="0"/>
                    </a:lnTo>
                    <a:lnTo>
                      <a:pt x="5262" y="2176"/>
                    </a:lnTo>
                    <a:lnTo>
                      <a:pt x="2387" y="1552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0" name="Surface mesh patch"/>
              <p:cNvSpPr/>
              <p:nvPr/>
            </p:nvSpPr>
            <p:spPr>
              <a:xfrm>
                <a:off x="6285992" y="1180717"/>
                <a:ext cx="50120" cy="25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6">
                    <a:moveTo>
                      <a:pt x="0" y="530"/>
                    </a:moveTo>
                    <a:lnTo>
                      <a:pt x="2875" y="0"/>
                    </a:lnTo>
                    <a:lnTo>
                      <a:pt x="5262" y="2706"/>
                    </a:lnTo>
                    <a:lnTo>
                      <a:pt x="2387" y="2360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1" name="Surface mesh patch"/>
              <p:cNvSpPr/>
              <p:nvPr/>
            </p:nvSpPr>
            <p:spPr>
              <a:xfrm>
                <a:off x="6336112" y="1204738"/>
                <a:ext cx="50120" cy="266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97">
                    <a:moveTo>
                      <a:pt x="0" y="184"/>
                    </a:moveTo>
                    <a:lnTo>
                      <a:pt x="2875" y="0"/>
                    </a:lnTo>
                    <a:lnTo>
                      <a:pt x="5262" y="2797"/>
                    </a:lnTo>
                    <a:lnTo>
                      <a:pt x="2387" y="2287"/>
                    </a:lnTo>
                    <a:close/>
                  </a:path>
                </a:pathLst>
              </a:custGeom>
              <a:solidFill>
                <a:srgbClr val="dde2ee"/>
              </a:solidFill>
              <a:ln w="3334" cap="flat" cmpd="sng" algn="ctr">
                <a:solidFill>
                  <a:srgbClr val="dde2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2" name="Surface mesh patch"/>
              <p:cNvSpPr/>
              <p:nvPr/>
            </p:nvSpPr>
            <p:spPr>
              <a:xfrm>
                <a:off x="6386231" y="1231378"/>
                <a:ext cx="50120" cy="27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8">
                    <a:moveTo>
                      <a:pt x="0" y="0"/>
                    </a:moveTo>
                    <a:lnTo>
                      <a:pt x="2875" y="431"/>
                    </a:lnTo>
                    <a:lnTo>
                      <a:pt x="5262" y="2838"/>
                    </a:lnTo>
                    <a:lnTo>
                      <a:pt x="2387" y="2009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3" name="Surface mesh patch"/>
              <p:cNvSpPr/>
              <p:nvPr/>
            </p:nvSpPr>
            <p:spPr>
              <a:xfrm>
                <a:off x="6436351" y="1258406"/>
                <a:ext cx="50120" cy="24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0">
                    <a:moveTo>
                      <a:pt x="0" y="0"/>
                    </a:moveTo>
                    <a:lnTo>
                      <a:pt x="2875" y="941"/>
                    </a:lnTo>
                    <a:lnTo>
                      <a:pt x="5262" y="2580"/>
                    </a:lnTo>
                    <a:lnTo>
                      <a:pt x="2387" y="155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4" name="Surface mesh patch"/>
              <p:cNvSpPr/>
              <p:nvPr/>
            </p:nvSpPr>
            <p:spPr>
              <a:xfrm>
                <a:off x="5160628" y="1394254"/>
                <a:ext cx="50120" cy="334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08">
                    <a:moveTo>
                      <a:pt x="0" y="1709"/>
                    </a:moveTo>
                    <a:lnTo>
                      <a:pt x="2875" y="3508"/>
                    </a:lnTo>
                    <a:lnTo>
                      <a:pt x="5262" y="17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5" name="Surface mesh patch"/>
              <p:cNvSpPr/>
              <p:nvPr/>
            </p:nvSpPr>
            <p:spPr>
              <a:xfrm>
                <a:off x="5210748" y="1391910"/>
                <a:ext cx="50120" cy="379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1">
                    <a:moveTo>
                      <a:pt x="0" y="1951"/>
                    </a:moveTo>
                    <a:lnTo>
                      <a:pt x="2875" y="3981"/>
                    </a:lnTo>
                    <a:lnTo>
                      <a:pt x="5262" y="19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6" name="Surface mesh patch"/>
              <p:cNvSpPr/>
              <p:nvPr/>
            </p:nvSpPr>
            <p:spPr>
              <a:xfrm>
                <a:off x="5260867" y="1389459"/>
                <a:ext cx="50120" cy="42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60">
                    <a:moveTo>
                      <a:pt x="0" y="2195"/>
                    </a:moveTo>
                    <a:lnTo>
                      <a:pt x="2875" y="4460"/>
                    </a:lnTo>
                    <a:lnTo>
                      <a:pt x="5262" y="21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bfd"/>
              </a:solidFill>
              <a:ln w="3334" cap="flat" cmpd="sng" algn="ctr">
                <a:solidFill>
                  <a:srgbClr val="ae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7" name="Surface mesh patch"/>
              <p:cNvSpPr/>
              <p:nvPr/>
            </p:nvSpPr>
            <p:spPr>
              <a:xfrm>
                <a:off x="5310987" y="1386762"/>
                <a:ext cx="50120" cy="462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1">
                    <a:moveTo>
                      <a:pt x="0" y="2445"/>
                    </a:moveTo>
                    <a:lnTo>
                      <a:pt x="2875" y="4851"/>
                    </a:lnTo>
                    <a:lnTo>
                      <a:pt x="5262" y="22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8" name="Surface mesh patch"/>
              <p:cNvSpPr/>
              <p:nvPr/>
            </p:nvSpPr>
            <p:spPr>
              <a:xfrm>
                <a:off x="5361106" y="1382672"/>
                <a:ext cx="50120" cy="48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7">
                    <a:moveTo>
                      <a:pt x="0" y="2711"/>
                    </a:moveTo>
                    <a:lnTo>
                      <a:pt x="2875" y="5087"/>
                    </a:lnTo>
                    <a:lnTo>
                      <a:pt x="5262" y="22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9" name="Surface mesh patch"/>
              <p:cNvSpPr/>
              <p:nvPr/>
            </p:nvSpPr>
            <p:spPr>
              <a:xfrm>
                <a:off x="5411226" y="1375195"/>
                <a:ext cx="50120" cy="491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58">
                    <a:moveTo>
                      <a:pt x="0" y="3009"/>
                    </a:moveTo>
                    <a:lnTo>
                      <a:pt x="2875" y="5158"/>
                    </a:lnTo>
                    <a:lnTo>
                      <a:pt x="5262" y="19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0" name="Surface mesh patch"/>
              <p:cNvSpPr/>
              <p:nvPr/>
            </p:nvSpPr>
            <p:spPr>
              <a:xfrm>
                <a:off x="5461346" y="1361800"/>
                <a:ext cx="50120" cy="48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24">
                    <a:moveTo>
                      <a:pt x="0" y="3369"/>
                    </a:moveTo>
                    <a:lnTo>
                      <a:pt x="2875" y="5124"/>
                    </a:lnTo>
                    <a:lnTo>
                      <a:pt x="5262" y="15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1" name="Surface mesh patch"/>
              <p:cNvSpPr/>
              <p:nvPr/>
            </p:nvSpPr>
            <p:spPr>
              <a:xfrm>
                <a:off x="5511465" y="1339849"/>
                <a:ext cx="50120" cy="48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0">
                    <a:moveTo>
                      <a:pt x="0" y="3834"/>
                    </a:moveTo>
                    <a:lnTo>
                      <a:pt x="2875" y="5110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2" name="Surface mesh patch"/>
              <p:cNvSpPr/>
              <p:nvPr/>
            </p:nvSpPr>
            <p:spPr>
              <a:xfrm>
                <a:off x="5561585" y="1307215"/>
                <a:ext cx="50120" cy="501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67">
                    <a:moveTo>
                      <a:pt x="0" y="4438"/>
                    </a:moveTo>
                    <a:lnTo>
                      <a:pt x="2875" y="5267"/>
                    </a:lnTo>
                    <a:lnTo>
                      <a:pt x="5262" y="5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3" name="Surface mesh patch"/>
              <p:cNvSpPr/>
              <p:nvPr/>
            </p:nvSpPr>
            <p:spPr>
              <a:xfrm>
                <a:off x="5611705" y="1263172"/>
                <a:ext cx="50120" cy="54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7">
                    <a:moveTo>
                      <a:pt x="0" y="5169"/>
                    </a:moveTo>
                    <a:lnTo>
                      <a:pt x="2875" y="5727"/>
                    </a:lnTo>
                    <a:lnTo>
                      <a:pt x="5262" y="3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4" name="Surface mesh patch"/>
              <p:cNvSpPr/>
              <p:nvPr/>
            </p:nvSpPr>
            <p:spPr>
              <a:xfrm>
                <a:off x="5661824" y="1209403"/>
                <a:ext cx="50120" cy="62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46">
                    <a:moveTo>
                      <a:pt x="0" y="5946"/>
                    </a:moveTo>
                    <a:lnTo>
                      <a:pt x="2875" y="6546"/>
                    </a:lnTo>
                    <a:lnTo>
                      <a:pt x="5262" y="4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a"/>
              </a:solidFill>
              <a:ln w="3334" cap="flat" cmpd="sng" algn="ctr">
                <a:solidFill>
                  <a:srgbClr val="df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5" name="Surface mesh patch"/>
              <p:cNvSpPr/>
              <p:nvPr/>
            </p:nvSpPr>
            <p:spPr>
              <a:xfrm>
                <a:off x="5711944" y="1150660"/>
                <a:ext cx="50120" cy="72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63">
                    <a:moveTo>
                      <a:pt x="0" y="6611"/>
                    </a:moveTo>
                    <a:lnTo>
                      <a:pt x="2875" y="7663"/>
                    </a:lnTo>
                    <a:lnTo>
                      <a:pt x="5262" y="10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5"/>
              </a:solidFill>
              <a:ln w="3334" cap="flat" cmpd="sng" algn="ctr">
                <a:solidFill>
                  <a:srgbClr val="e9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6" name="Surface mesh patch"/>
              <p:cNvSpPr/>
              <p:nvPr/>
            </p:nvSpPr>
            <p:spPr>
              <a:xfrm>
                <a:off x="5762064" y="1094448"/>
                <a:ext cx="50120" cy="8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88">
                    <a:moveTo>
                      <a:pt x="0" y="6978"/>
                    </a:moveTo>
                    <a:lnTo>
                      <a:pt x="2875" y="8888"/>
                    </a:lnTo>
                    <a:lnTo>
                      <a:pt x="5262" y="2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7" name="Surface mesh patch"/>
              <p:cNvSpPr/>
              <p:nvPr/>
            </p:nvSpPr>
            <p:spPr>
              <a:xfrm>
                <a:off x="5812183" y="1049392"/>
                <a:ext cx="50120" cy="946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7">
                    <a:moveTo>
                      <a:pt x="0" y="6898"/>
                    </a:moveTo>
                    <a:lnTo>
                      <a:pt x="2875" y="9937"/>
                    </a:lnTo>
                    <a:lnTo>
                      <a:pt x="5262" y="35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8" name="Surface mesh patch"/>
              <p:cNvSpPr/>
              <p:nvPr/>
            </p:nvSpPr>
            <p:spPr>
              <a:xfrm>
                <a:off x="5862303" y="1022661"/>
                <a:ext cx="50120" cy="100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04">
                    <a:moveTo>
                      <a:pt x="0" y="6330"/>
                    </a:moveTo>
                    <a:lnTo>
                      <a:pt x="2875" y="10504"/>
                    </a:lnTo>
                    <a:lnTo>
                      <a:pt x="5262" y="48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9" name="Surface mesh patch"/>
              <p:cNvSpPr/>
              <p:nvPr/>
            </p:nvSpPr>
            <p:spPr>
              <a:xfrm>
                <a:off x="5912423" y="1017488"/>
                <a:ext cx="50120" cy="984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38">
                    <a:moveTo>
                      <a:pt x="0" y="5360"/>
                    </a:moveTo>
                    <a:lnTo>
                      <a:pt x="2875" y="10338"/>
                    </a:lnTo>
                    <a:lnTo>
                      <a:pt x="5262" y="56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0" name="Surface mesh patch"/>
              <p:cNvSpPr/>
              <p:nvPr/>
            </p:nvSpPr>
            <p:spPr>
              <a:xfrm>
                <a:off x="5962542" y="1031964"/>
                <a:ext cx="50120" cy="88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4">
                    <a:moveTo>
                      <a:pt x="0" y="4161"/>
                    </a:moveTo>
                    <a:lnTo>
                      <a:pt x="2875" y="9314"/>
                    </a:lnTo>
                    <a:lnTo>
                      <a:pt x="5262" y="58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b0"/>
              </a:solidFill>
              <a:ln w="3334" cap="flat" cmpd="sng" algn="ctr">
                <a:solidFill>
                  <a:srgbClr val="fbcc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1" name="Surface mesh patch"/>
              <p:cNvSpPr/>
              <p:nvPr/>
            </p:nvSpPr>
            <p:spPr>
              <a:xfrm>
                <a:off x="6012662" y="1059775"/>
                <a:ext cx="50120" cy="709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4">
                    <a:moveTo>
                      <a:pt x="0" y="2913"/>
                    </a:moveTo>
                    <a:lnTo>
                      <a:pt x="2875" y="7454"/>
                    </a:lnTo>
                    <a:lnTo>
                      <a:pt x="5262" y="51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1b5"/>
              </a:solidFill>
              <a:ln w="3334" cap="flat" cmpd="sng" algn="ctr">
                <a:solidFill>
                  <a:srgbClr val="fb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2" name="Surface mesh patch"/>
              <p:cNvSpPr/>
              <p:nvPr/>
            </p:nvSpPr>
            <p:spPr>
              <a:xfrm>
                <a:off x="6062781" y="1092607"/>
                <a:ext cx="50120" cy="47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6">
                    <a:moveTo>
                      <a:pt x="0" y="1732"/>
                    </a:moveTo>
                    <a:lnTo>
                      <a:pt x="2875" y="4936"/>
                    </a:lnTo>
                    <a:lnTo>
                      <a:pt x="5262" y="38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3" name="Surface mesh patch"/>
              <p:cNvSpPr/>
              <p:nvPr/>
            </p:nvSpPr>
            <p:spPr>
              <a:xfrm>
                <a:off x="6112901" y="1123240"/>
                <a:ext cx="50120" cy="211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5">
                    <a:moveTo>
                      <a:pt x="0" y="641"/>
                    </a:moveTo>
                    <a:lnTo>
                      <a:pt x="2875" y="2092"/>
                    </a:lnTo>
                    <a:lnTo>
                      <a:pt x="5262" y="22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4" name="Surface mesh patch"/>
              <p:cNvSpPr/>
              <p:nvPr/>
            </p:nvSpPr>
            <p:spPr>
              <a:xfrm>
                <a:off x="6163021" y="1142080"/>
                <a:ext cx="50120" cy="12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9">
                    <a:moveTo>
                      <a:pt x="0" y="237"/>
                    </a:moveTo>
                    <a:lnTo>
                      <a:pt x="2875" y="0"/>
                    </a:lnTo>
                    <a:lnTo>
                      <a:pt x="5262" y="1329"/>
                    </a:lnTo>
                    <a:lnTo>
                      <a:pt x="2387" y="623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5" name="Surface mesh patch"/>
              <p:cNvSpPr/>
              <p:nvPr/>
            </p:nvSpPr>
            <p:spPr>
              <a:xfrm>
                <a:off x="6213140" y="1141736"/>
                <a:ext cx="50120" cy="25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16">
                    <a:moveTo>
                      <a:pt x="0" y="1365"/>
                    </a:moveTo>
                    <a:lnTo>
                      <a:pt x="2875" y="0"/>
                    </a:lnTo>
                    <a:lnTo>
                      <a:pt x="5262" y="2447"/>
                    </a:lnTo>
                    <a:lnTo>
                      <a:pt x="2387" y="2716"/>
                    </a:lnTo>
                    <a:close/>
                  </a:path>
                </a:pathLst>
              </a:custGeom>
              <a:solidFill>
                <a:srgbClr val="ecd9d0"/>
              </a:solidFill>
              <a:ln w="3334" cap="flat" cmpd="sng" algn="ctr">
                <a:solidFill>
                  <a:srgbClr val="ec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6" name="Surface mesh patch"/>
              <p:cNvSpPr/>
              <p:nvPr/>
            </p:nvSpPr>
            <p:spPr>
              <a:xfrm>
                <a:off x="6263260" y="1149447"/>
                <a:ext cx="50120" cy="36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3">
                    <a:moveTo>
                      <a:pt x="0" y="1637"/>
                    </a:moveTo>
                    <a:lnTo>
                      <a:pt x="2875" y="0"/>
                    </a:lnTo>
                    <a:lnTo>
                      <a:pt x="5262" y="3283"/>
                    </a:lnTo>
                    <a:lnTo>
                      <a:pt x="2387" y="3813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7" name="Surface mesh patch"/>
              <p:cNvSpPr/>
              <p:nvPr/>
            </p:nvSpPr>
            <p:spPr>
              <a:xfrm>
                <a:off x="6313380" y="1170186"/>
                <a:ext cx="50120" cy="36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1">
                    <a:moveTo>
                      <a:pt x="0" y="1106"/>
                    </a:moveTo>
                    <a:lnTo>
                      <a:pt x="2875" y="0"/>
                    </a:lnTo>
                    <a:lnTo>
                      <a:pt x="5262" y="3628"/>
                    </a:lnTo>
                    <a:lnTo>
                      <a:pt x="2387" y="3811"/>
                    </a:lnTo>
                    <a:close/>
                  </a:path>
                </a:pathLst>
              </a:custGeom>
              <a:solidFill>
                <a:srgbClr val="e5dede"/>
              </a:solidFill>
              <a:ln w="3334" cap="flat" cmpd="sng" algn="ctr">
                <a:solidFill>
                  <a:srgbClr val="e5de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8" name="Surface mesh patch"/>
              <p:cNvSpPr/>
              <p:nvPr/>
            </p:nvSpPr>
            <p:spPr>
              <a:xfrm>
                <a:off x="6363499" y="1203355"/>
                <a:ext cx="50120" cy="321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3">
                    <a:moveTo>
                      <a:pt x="0" y="145"/>
                    </a:moveTo>
                    <a:lnTo>
                      <a:pt x="2875" y="0"/>
                    </a:lnTo>
                    <a:lnTo>
                      <a:pt x="5262" y="3373"/>
                    </a:lnTo>
                    <a:lnTo>
                      <a:pt x="2387" y="2942"/>
                    </a:lnTo>
                    <a:close/>
                  </a:path>
                </a:pathLst>
              </a:custGeom>
              <a:solidFill>
                <a:srgbClr val="dee1ea"/>
              </a:solidFill>
              <a:ln w="3334" cap="flat" cmpd="sng" algn="ctr">
                <a:solidFill>
                  <a:srgbClr val="de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9" name="Surface mesh patch"/>
              <p:cNvSpPr/>
              <p:nvPr/>
            </p:nvSpPr>
            <p:spPr>
              <a:xfrm>
                <a:off x="6413619" y="1235482"/>
                <a:ext cx="50120" cy="31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8">
                    <a:moveTo>
                      <a:pt x="0" y="0"/>
                    </a:moveTo>
                    <a:lnTo>
                      <a:pt x="2875" y="755"/>
                    </a:lnTo>
                    <a:lnTo>
                      <a:pt x="5262" y="3348"/>
                    </a:lnTo>
                    <a:lnTo>
                      <a:pt x="2387" y="240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0" name="Surface mesh patch"/>
              <p:cNvSpPr/>
              <p:nvPr/>
            </p:nvSpPr>
            <p:spPr>
              <a:xfrm>
                <a:off x="6463739" y="1267369"/>
                <a:ext cx="50120" cy="26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7">
                    <a:moveTo>
                      <a:pt x="0" y="0"/>
                    </a:moveTo>
                    <a:lnTo>
                      <a:pt x="2875" y="1243"/>
                    </a:lnTo>
                    <a:lnTo>
                      <a:pt x="5262" y="2757"/>
                    </a:lnTo>
                    <a:lnTo>
                      <a:pt x="2387" y="1639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1" name="Surface mesh patch"/>
              <p:cNvSpPr/>
              <p:nvPr/>
            </p:nvSpPr>
            <p:spPr>
              <a:xfrm>
                <a:off x="5137896" y="1410529"/>
                <a:ext cx="50120" cy="327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6">
                    <a:moveTo>
                      <a:pt x="0" y="1568"/>
                    </a:moveTo>
                    <a:lnTo>
                      <a:pt x="2875" y="3436"/>
                    </a:lnTo>
                    <a:lnTo>
                      <a:pt x="5262" y="17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2" name="Surface mesh patch"/>
              <p:cNvSpPr/>
              <p:nvPr/>
            </p:nvSpPr>
            <p:spPr>
              <a:xfrm>
                <a:off x="5188016" y="1410496"/>
                <a:ext cx="50120" cy="370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93">
                    <a:moveTo>
                      <a:pt x="0" y="1802"/>
                    </a:moveTo>
                    <a:lnTo>
                      <a:pt x="2875" y="3893"/>
                    </a:lnTo>
                    <a:lnTo>
                      <a:pt x="5262" y="2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3" name="Surface mesh patch"/>
              <p:cNvSpPr/>
              <p:nvPr/>
            </p:nvSpPr>
            <p:spPr>
              <a:xfrm>
                <a:off x="5238135" y="1410365"/>
                <a:ext cx="50120" cy="41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74">
                    <a:moveTo>
                      <a:pt x="0" y="2043"/>
                    </a:moveTo>
                    <a:lnTo>
                      <a:pt x="2875" y="4374"/>
                    </a:lnTo>
                    <a:lnTo>
                      <a:pt x="5262" y="22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4" name="Surface mesh patch"/>
              <p:cNvSpPr/>
              <p:nvPr/>
            </p:nvSpPr>
            <p:spPr>
              <a:xfrm>
                <a:off x="5288255" y="1410053"/>
                <a:ext cx="50120" cy="45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86">
                    <a:moveTo>
                      <a:pt x="0" y="2298"/>
                    </a:moveTo>
                    <a:lnTo>
                      <a:pt x="2875" y="4786"/>
                    </a:lnTo>
                    <a:lnTo>
                      <a:pt x="5262" y="2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5" name="Surface mesh patch"/>
              <p:cNvSpPr/>
              <p:nvPr/>
            </p:nvSpPr>
            <p:spPr>
              <a:xfrm>
                <a:off x="5338375" y="1408495"/>
                <a:ext cx="50120" cy="48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9">
                    <a:moveTo>
                      <a:pt x="0" y="2569"/>
                    </a:moveTo>
                    <a:lnTo>
                      <a:pt x="2875" y="5049"/>
                    </a:lnTo>
                    <a:lnTo>
                      <a:pt x="5262" y="23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6" name="Surface mesh patch"/>
              <p:cNvSpPr/>
              <p:nvPr/>
            </p:nvSpPr>
            <p:spPr>
              <a:xfrm>
                <a:off x="5388494" y="1403854"/>
                <a:ext cx="50120" cy="48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40">
                    <a:moveTo>
                      <a:pt x="0" y="2863"/>
                    </a:moveTo>
                    <a:lnTo>
                      <a:pt x="2875" y="5140"/>
                    </a:lnTo>
                    <a:lnTo>
                      <a:pt x="5262" y="21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7" name="Surface mesh patch"/>
              <p:cNvSpPr/>
              <p:nvPr/>
            </p:nvSpPr>
            <p:spPr>
              <a:xfrm>
                <a:off x="5438614" y="1393890"/>
                <a:ext cx="50120" cy="48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01">
                    <a:moveTo>
                      <a:pt x="0" y="3195"/>
                    </a:moveTo>
                    <a:lnTo>
                      <a:pt x="2875" y="5101"/>
                    </a:lnTo>
                    <a:lnTo>
                      <a:pt x="5262" y="1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8" name="Surface mesh patch"/>
              <p:cNvSpPr/>
              <p:nvPr/>
            </p:nvSpPr>
            <p:spPr>
              <a:xfrm>
                <a:off x="5488734" y="1376369"/>
                <a:ext cx="50120" cy="480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3">
                    <a:moveTo>
                      <a:pt x="0" y="3595"/>
                    </a:moveTo>
                    <a:lnTo>
                      <a:pt x="2875" y="5043"/>
                    </a:lnTo>
                    <a:lnTo>
                      <a:pt x="5262" y="1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9" name="Surface mesh patch"/>
              <p:cNvSpPr/>
              <p:nvPr/>
            </p:nvSpPr>
            <p:spPr>
              <a:xfrm>
                <a:off x="5538853" y="1349483"/>
                <a:ext cx="50120" cy="48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3">
                    <a:moveTo>
                      <a:pt x="0" y="4098"/>
                    </a:moveTo>
                    <a:lnTo>
                      <a:pt x="2875" y="5113"/>
                    </a:lnTo>
                    <a:lnTo>
                      <a:pt x="5262" y="8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0" name="Surface mesh patch"/>
              <p:cNvSpPr/>
              <p:nvPr/>
            </p:nvSpPr>
            <p:spPr>
              <a:xfrm>
                <a:off x="5588973" y="1312409"/>
                <a:ext cx="50120" cy="518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46">
                    <a:moveTo>
                      <a:pt x="0" y="4722"/>
                    </a:moveTo>
                    <a:lnTo>
                      <a:pt x="2875" y="5446"/>
                    </a:lnTo>
                    <a:lnTo>
                      <a:pt x="5262" y="5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1" name="Surface mesh patch"/>
              <p:cNvSpPr/>
              <p:nvPr/>
            </p:nvSpPr>
            <p:spPr>
              <a:xfrm>
                <a:off x="5639092" y="1266039"/>
                <a:ext cx="50120" cy="582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18">
                    <a:moveTo>
                      <a:pt x="0" y="5426"/>
                    </a:moveTo>
                    <a:lnTo>
                      <a:pt x="2875" y="6118"/>
                    </a:lnTo>
                    <a:lnTo>
                      <a:pt x="5262" y="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2" name="Surface mesh patch"/>
              <p:cNvSpPr/>
              <p:nvPr/>
            </p:nvSpPr>
            <p:spPr>
              <a:xfrm>
                <a:off x="5689212" y="1213635"/>
                <a:ext cx="50120" cy="67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00">
                    <a:moveTo>
                      <a:pt x="0" y="6102"/>
                    </a:moveTo>
                    <a:lnTo>
                      <a:pt x="2875" y="7100"/>
                    </a:lnTo>
                    <a:lnTo>
                      <a:pt x="5262" y="10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3" name="Surface mesh patch"/>
              <p:cNvSpPr/>
              <p:nvPr/>
            </p:nvSpPr>
            <p:spPr>
              <a:xfrm>
                <a:off x="5739332" y="1160912"/>
                <a:ext cx="50120" cy="784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39">
                    <a:moveTo>
                      <a:pt x="0" y="6587"/>
                    </a:moveTo>
                    <a:lnTo>
                      <a:pt x="2875" y="8239"/>
                    </a:lnTo>
                    <a:lnTo>
                      <a:pt x="5262" y="19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4" name="Surface mesh patch"/>
              <p:cNvSpPr/>
              <p:nvPr/>
            </p:nvSpPr>
            <p:spPr>
              <a:xfrm>
                <a:off x="5789451" y="1115092"/>
                <a:ext cx="50120" cy="88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85">
                    <a:moveTo>
                      <a:pt x="0" y="6720"/>
                    </a:moveTo>
                    <a:lnTo>
                      <a:pt x="2875" y="9285"/>
                    </a:lnTo>
                    <a:lnTo>
                      <a:pt x="5262" y="30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5" name="Surface mesh patch"/>
              <p:cNvSpPr/>
              <p:nvPr/>
            </p:nvSpPr>
            <p:spPr>
              <a:xfrm>
                <a:off x="5839571" y="1082953"/>
                <a:ext cx="50120" cy="94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7">
                    <a:moveTo>
                      <a:pt x="0" y="6414"/>
                    </a:moveTo>
                    <a:lnTo>
                      <a:pt x="2875" y="9937"/>
                    </a:lnTo>
                    <a:lnTo>
                      <a:pt x="5262" y="41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6" name="Surface mesh patch"/>
              <p:cNvSpPr/>
              <p:nvPr/>
            </p:nvSpPr>
            <p:spPr>
              <a:xfrm>
                <a:off x="5889691" y="1068542"/>
                <a:ext cx="50120" cy="945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23">
                    <a:moveTo>
                      <a:pt x="0" y="5687"/>
                    </a:moveTo>
                    <a:lnTo>
                      <a:pt x="2875" y="9923"/>
                    </a:lnTo>
                    <a:lnTo>
                      <a:pt x="5262" y="4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7" name="Surface mesh patch"/>
              <p:cNvSpPr/>
              <p:nvPr/>
            </p:nvSpPr>
            <p:spPr>
              <a:xfrm>
                <a:off x="5939810" y="1071597"/>
                <a:ext cx="50120" cy="86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58">
                    <a:moveTo>
                      <a:pt x="0" y="4657"/>
                    </a:moveTo>
                    <a:lnTo>
                      <a:pt x="2875" y="9058"/>
                    </a:lnTo>
                    <a:lnTo>
                      <a:pt x="5262" y="5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8" name="Surface mesh patch"/>
              <p:cNvSpPr/>
              <p:nvPr/>
            </p:nvSpPr>
            <p:spPr>
              <a:xfrm>
                <a:off x="5989930" y="1087523"/>
                <a:ext cx="50120" cy="69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2">
                    <a:moveTo>
                      <a:pt x="0" y="3481"/>
                    </a:moveTo>
                    <a:lnTo>
                      <a:pt x="2875" y="7292"/>
                    </a:lnTo>
                    <a:lnTo>
                      <a:pt x="5262" y="45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7d3bb"/>
              </a:solidFill>
              <a:ln w="3334" cap="flat" cmpd="sng" algn="ctr">
                <a:solidFill>
                  <a:srgbClr val="f7d3b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9" name="Surface mesh patch"/>
              <p:cNvSpPr/>
              <p:nvPr/>
            </p:nvSpPr>
            <p:spPr>
              <a:xfrm>
                <a:off x="6040050" y="1109103"/>
                <a:ext cx="50120" cy="45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9">
                    <a:moveTo>
                      <a:pt x="0" y="2275"/>
                    </a:moveTo>
                    <a:lnTo>
                      <a:pt x="2875" y="4729"/>
                    </a:lnTo>
                    <a:lnTo>
                      <a:pt x="5262" y="32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0" name="Surface mesh patch"/>
              <p:cNvSpPr/>
              <p:nvPr/>
            </p:nvSpPr>
            <p:spPr>
              <a:xfrm>
                <a:off x="6090169" y="1129348"/>
                <a:ext cx="50120" cy="15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2">
                    <a:moveTo>
                      <a:pt x="0" y="1079"/>
                    </a:moveTo>
                    <a:lnTo>
                      <a:pt x="2875" y="1662"/>
                    </a:lnTo>
                    <a:lnTo>
                      <a:pt x="5262" y="14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1" name="Surface mesh patch"/>
              <p:cNvSpPr/>
              <p:nvPr/>
            </p:nvSpPr>
            <p:spPr>
              <a:xfrm>
                <a:off x="6140289" y="1130710"/>
                <a:ext cx="50120" cy="13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1">
                    <a:moveTo>
                      <a:pt x="0" y="1308"/>
                    </a:moveTo>
                    <a:lnTo>
                      <a:pt x="2875" y="0"/>
                    </a:lnTo>
                    <a:lnTo>
                      <a:pt x="5262" y="1194"/>
                    </a:lnTo>
                    <a:lnTo>
                      <a:pt x="2387" y="1431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2" name="Surface mesh patch"/>
              <p:cNvSpPr/>
              <p:nvPr/>
            </p:nvSpPr>
            <p:spPr>
              <a:xfrm>
                <a:off x="6190409" y="1117008"/>
                <a:ext cx="50120" cy="37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1">
                    <a:moveTo>
                      <a:pt x="0" y="2632"/>
                    </a:moveTo>
                    <a:lnTo>
                      <a:pt x="2875" y="0"/>
                    </a:lnTo>
                    <a:lnTo>
                      <a:pt x="5262" y="2596"/>
                    </a:lnTo>
                    <a:lnTo>
                      <a:pt x="2387" y="3961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3" name="Surface mesh patch"/>
              <p:cNvSpPr/>
              <p:nvPr/>
            </p:nvSpPr>
            <p:spPr>
              <a:xfrm>
                <a:off x="6240528" y="1113525"/>
                <a:ext cx="50120" cy="51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8">
                    <a:moveTo>
                      <a:pt x="0" y="2962"/>
                    </a:moveTo>
                    <a:lnTo>
                      <a:pt x="2875" y="0"/>
                    </a:lnTo>
                    <a:lnTo>
                      <a:pt x="5262" y="3771"/>
                    </a:lnTo>
                    <a:lnTo>
                      <a:pt x="2387" y="5408"/>
                    </a:lnTo>
                    <a:close/>
                  </a:path>
                </a:pathLst>
              </a:custGeom>
              <a:solidFill>
                <a:srgbClr val="f2d6c6"/>
              </a:solidFill>
              <a:ln w="3334" cap="flat" cmpd="sng" algn="ctr">
                <a:solidFill>
                  <a:srgbClr val="f2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4" name="Surface mesh patch"/>
              <p:cNvSpPr/>
              <p:nvPr/>
            </p:nvSpPr>
            <p:spPr>
              <a:xfrm>
                <a:off x="6290648" y="1127925"/>
                <a:ext cx="50120" cy="527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2">
                    <a:moveTo>
                      <a:pt x="0" y="2260"/>
                    </a:moveTo>
                    <a:lnTo>
                      <a:pt x="2875" y="0"/>
                    </a:lnTo>
                    <a:lnTo>
                      <a:pt x="5262" y="4437"/>
                    </a:lnTo>
                    <a:lnTo>
                      <a:pt x="2387" y="5542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5" name="Surface mesh patch"/>
              <p:cNvSpPr/>
              <p:nvPr/>
            </p:nvSpPr>
            <p:spPr>
              <a:xfrm>
                <a:off x="6340767" y="1161453"/>
                <a:ext cx="50120" cy="432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4">
                    <a:moveTo>
                      <a:pt x="0" y="917"/>
                    </a:moveTo>
                    <a:lnTo>
                      <a:pt x="2875" y="0"/>
                    </a:lnTo>
                    <a:lnTo>
                      <a:pt x="5262" y="4399"/>
                    </a:lnTo>
                    <a:lnTo>
                      <a:pt x="2387" y="4544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6" name="Surface mesh patch"/>
              <p:cNvSpPr/>
              <p:nvPr/>
            </p:nvSpPr>
            <p:spPr>
              <a:xfrm>
                <a:off x="6390887" y="1203355"/>
                <a:ext cx="50120" cy="393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8">
                    <a:moveTo>
                      <a:pt x="0" y="0"/>
                    </a:moveTo>
                    <a:lnTo>
                      <a:pt x="2875" y="455"/>
                    </a:lnTo>
                    <a:lnTo>
                      <a:pt x="5262" y="4128"/>
                    </a:lnTo>
                    <a:lnTo>
                      <a:pt x="2387" y="3373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7" name="Surface mesh patch"/>
              <p:cNvSpPr/>
              <p:nvPr/>
            </p:nvSpPr>
            <p:spPr>
              <a:xfrm>
                <a:off x="6441007" y="1242675"/>
                <a:ext cx="50120" cy="365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6">
                    <a:moveTo>
                      <a:pt x="0" y="0"/>
                    </a:moveTo>
                    <a:lnTo>
                      <a:pt x="2875" y="1350"/>
                    </a:lnTo>
                    <a:lnTo>
                      <a:pt x="5262" y="3836"/>
                    </a:lnTo>
                    <a:lnTo>
                      <a:pt x="2387" y="2593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8" name="Surface mesh patch"/>
              <p:cNvSpPr/>
              <p:nvPr/>
            </p:nvSpPr>
            <p:spPr>
              <a:xfrm>
                <a:off x="6491126" y="1279212"/>
                <a:ext cx="50120" cy="262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4">
                    <a:moveTo>
                      <a:pt x="0" y="0"/>
                    </a:moveTo>
                    <a:lnTo>
                      <a:pt x="2875" y="1583"/>
                    </a:lnTo>
                    <a:lnTo>
                      <a:pt x="5262" y="2754"/>
                    </a:lnTo>
                    <a:lnTo>
                      <a:pt x="2387" y="1513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9" name="Surface mesh patch"/>
              <p:cNvSpPr/>
              <p:nvPr/>
            </p:nvSpPr>
            <p:spPr>
              <a:xfrm>
                <a:off x="5115164" y="1425463"/>
                <a:ext cx="50120" cy="317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33">
                    <a:moveTo>
                      <a:pt x="0" y="1421"/>
                    </a:moveTo>
                    <a:lnTo>
                      <a:pt x="2875" y="3333"/>
                    </a:lnTo>
                    <a:lnTo>
                      <a:pt x="5262" y="18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0" name="Surface mesh patch"/>
              <p:cNvSpPr/>
              <p:nvPr/>
            </p:nvSpPr>
            <p:spPr>
              <a:xfrm>
                <a:off x="5165284" y="1427664"/>
                <a:ext cx="50120" cy="35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56">
                    <a:moveTo>
                      <a:pt x="0" y="1637"/>
                    </a:moveTo>
                    <a:lnTo>
                      <a:pt x="2875" y="3756"/>
                    </a:lnTo>
                    <a:lnTo>
                      <a:pt x="5262" y="20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1" name="Surface mesh patch"/>
              <p:cNvSpPr/>
              <p:nvPr/>
            </p:nvSpPr>
            <p:spPr>
              <a:xfrm>
                <a:off x="5215403" y="1429828"/>
                <a:ext cx="50120" cy="40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1">
                    <a:moveTo>
                      <a:pt x="0" y="1864"/>
                    </a:moveTo>
                    <a:lnTo>
                      <a:pt x="2875" y="4221"/>
                    </a:lnTo>
                    <a:lnTo>
                      <a:pt x="5262" y="23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2" name="Surface mesh patch"/>
              <p:cNvSpPr/>
              <p:nvPr/>
            </p:nvSpPr>
            <p:spPr>
              <a:xfrm>
                <a:off x="5265523" y="1431937"/>
                <a:ext cx="50120" cy="441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36">
                    <a:moveTo>
                      <a:pt x="0" y="2110"/>
                    </a:moveTo>
                    <a:lnTo>
                      <a:pt x="2875" y="4636"/>
                    </a:lnTo>
                    <a:lnTo>
                      <a:pt x="5262" y="24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3" name="Surface mesh patch"/>
              <p:cNvSpPr/>
              <p:nvPr/>
            </p:nvSpPr>
            <p:spPr>
              <a:xfrm>
                <a:off x="5315643" y="1432967"/>
                <a:ext cx="50120" cy="468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6">
                    <a:moveTo>
                      <a:pt x="0" y="2380"/>
                    </a:moveTo>
                    <a:lnTo>
                      <a:pt x="2875" y="4916"/>
                    </a:lnTo>
                    <a:lnTo>
                      <a:pt x="5262" y="2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4" name="Surface mesh patch"/>
              <p:cNvSpPr/>
              <p:nvPr/>
            </p:nvSpPr>
            <p:spPr>
              <a:xfrm>
                <a:off x="5365762" y="1431128"/>
                <a:ext cx="50120" cy="47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3">
                    <a:moveTo>
                      <a:pt x="0" y="2673"/>
                    </a:moveTo>
                    <a:lnTo>
                      <a:pt x="2875" y="5023"/>
                    </a:lnTo>
                    <a:lnTo>
                      <a:pt x="5262" y="2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5" name="Surface mesh patch"/>
              <p:cNvSpPr/>
              <p:nvPr/>
            </p:nvSpPr>
            <p:spPr>
              <a:xfrm>
                <a:off x="5415882" y="1424324"/>
                <a:ext cx="50120" cy="47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2">
                    <a:moveTo>
                      <a:pt x="0" y="2991"/>
                    </a:moveTo>
                    <a:lnTo>
                      <a:pt x="2875" y="4982"/>
                    </a:lnTo>
                    <a:lnTo>
                      <a:pt x="5262" y="19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6" name="Surface mesh patch"/>
              <p:cNvSpPr/>
              <p:nvPr/>
            </p:nvSpPr>
            <p:spPr>
              <a:xfrm>
                <a:off x="5466002" y="1410608"/>
                <a:ext cx="50120" cy="4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90">
                    <a:moveTo>
                      <a:pt x="0" y="3346"/>
                    </a:moveTo>
                    <a:lnTo>
                      <a:pt x="2875" y="4890"/>
                    </a:lnTo>
                    <a:lnTo>
                      <a:pt x="5262" y="14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7" name="Surface mesh patch"/>
              <p:cNvSpPr/>
              <p:nvPr/>
            </p:nvSpPr>
            <p:spPr>
              <a:xfrm>
                <a:off x="5516121" y="1388519"/>
                <a:ext cx="50120" cy="464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0">
                    <a:moveTo>
                      <a:pt x="0" y="3767"/>
                    </a:moveTo>
                    <a:lnTo>
                      <a:pt x="2875" y="4880"/>
                    </a:lnTo>
                    <a:lnTo>
                      <a:pt x="5262" y="10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8" name="Surface mesh patch"/>
              <p:cNvSpPr/>
              <p:nvPr/>
            </p:nvSpPr>
            <p:spPr>
              <a:xfrm>
                <a:off x="5566241" y="1357383"/>
                <a:ext cx="50120" cy="484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0">
                    <a:moveTo>
                      <a:pt x="0" y="4283"/>
                    </a:moveTo>
                    <a:lnTo>
                      <a:pt x="2875" y="5090"/>
                    </a:lnTo>
                    <a:lnTo>
                      <a:pt x="5262" y="7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9" name="Surface mesh patch"/>
              <p:cNvSpPr/>
              <p:nvPr/>
            </p:nvSpPr>
            <p:spPr>
              <a:xfrm>
                <a:off x="5616361" y="1317725"/>
                <a:ext cx="50120" cy="53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08">
                    <a:moveTo>
                      <a:pt x="0" y="4888"/>
                    </a:moveTo>
                    <a:lnTo>
                      <a:pt x="2875" y="5608"/>
                    </a:lnTo>
                    <a:lnTo>
                      <a:pt x="5262" y="6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0" name="Surface mesh patch"/>
              <p:cNvSpPr/>
              <p:nvPr/>
            </p:nvSpPr>
            <p:spPr>
              <a:xfrm>
                <a:off x="5666480" y="1271758"/>
                <a:ext cx="50120" cy="61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2">
                    <a:moveTo>
                      <a:pt x="0" y="5518"/>
                    </a:moveTo>
                    <a:lnTo>
                      <a:pt x="2875" y="6432"/>
                    </a:lnTo>
                    <a:lnTo>
                      <a:pt x="5262" y="9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1" name="Surface mesh patch"/>
              <p:cNvSpPr/>
              <p:nvPr/>
            </p:nvSpPr>
            <p:spPr>
              <a:xfrm>
                <a:off x="5716600" y="1223649"/>
                <a:ext cx="50120" cy="709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0">
                    <a:moveTo>
                      <a:pt x="0" y="6048"/>
                    </a:moveTo>
                    <a:lnTo>
                      <a:pt x="2875" y="7450"/>
                    </a:lnTo>
                    <a:lnTo>
                      <a:pt x="5262" y="16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2" name="Surface mesh patch"/>
              <p:cNvSpPr/>
              <p:nvPr/>
            </p:nvSpPr>
            <p:spPr>
              <a:xfrm>
                <a:off x="5766720" y="1179102"/>
                <a:ext cx="50120" cy="8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47">
                    <a:moveTo>
                      <a:pt x="0" y="6330"/>
                    </a:moveTo>
                    <a:lnTo>
                      <a:pt x="2875" y="8447"/>
                    </a:lnTo>
                    <a:lnTo>
                      <a:pt x="5262" y="25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3" name="Surface mesh patch"/>
              <p:cNvSpPr/>
              <p:nvPr/>
            </p:nvSpPr>
            <p:spPr>
              <a:xfrm>
                <a:off x="5816839" y="1144042"/>
                <a:ext cx="50120" cy="871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45">
                    <a:moveTo>
                      <a:pt x="0" y="6245"/>
                    </a:moveTo>
                    <a:lnTo>
                      <a:pt x="2875" y="9145"/>
                    </a:lnTo>
                    <a:lnTo>
                      <a:pt x="5262" y="35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4" name="Surface mesh patch"/>
              <p:cNvSpPr/>
              <p:nvPr/>
            </p:nvSpPr>
            <p:spPr>
              <a:xfrm>
                <a:off x="5866959" y="1122707"/>
                <a:ext cx="50120" cy="882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62">
                    <a:moveTo>
                      <a:pt x="0" y="5763"/>
                    </a:moveTo>
                    <a:lnTo>
                      <a:pt x="2875" y="9262"/>
                    </a:lnTo>
                    <a:lnTo>
                      <a:pt x="5262" y="42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5" name="Surface mesh patch"/>
              <p:cNvSpPr/>
              <p:nvPr/>
            </p:nvSpPr>
            <p:spPr>
              <a:xfrm>
                <a:off x="5917078" y="1115960"/>
                <a:ext cx="50120" cy="816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1">
                    <a:moveTo>
                      <a:pt x="0" y="4944"/>
                    </a:moveTo>
                    <a:lnTo>
                      <a:pt x="2875" y="8571"/>
                    </a:lnTo>
                    <a:lnTo>
                      <a:pt x="5262" y="44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4"/>
              </a:solidFill>
              <a:ln w="3334" cap="flat" cmpd="sng" algn="ctr">
                <a:solidFill>
                  <a:srgbClr val="f2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6" name="Surface mesh patch"/>
              <p:cNvSpPr/>
              <p:nvPr/>
            </p:nvSpPr>
            <p:spPr>
              <a:xfrm>
                <a:off x="5967198" y="1120679"/>
                <a:ext cx="50120" cy="66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46">
                    <a:moveTo>
                      <a:pt x="0" y="3905"/>
                    </a:moveTo>
                    <a:lnTo>
                      <a:pt x="2875" y="6946"/>
                    </a:lnTo>
                    <a:lnTo>
                      <a:pt x="5262" y="38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7" name="Surface mesh patch"/>
              <p:cNvSpPr/>
              <p:nvPr/>
            </p:nvSpPr>
            <p:spPr>
              <a:xfrm>
                <a:off x="6017318" y="1130770"/>
                <a:ext cx="50120" cy="420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0">
                    <a:moveTo>
                      <a:pt x="0" y="2751"/>
                    </a:moveTo>
                    <a:lnTo>
                      <a:pt x="2875" y="4410"/>
                    </a:lnTo>
                    <a:lnTo>
                      <a:pt x="5262" y="24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8" name="Surface mesh patch"/>
              <p:cNvSpPr/>
              <p:nvPr/>
            </p:nvSpPr>
            <p:spPr>
              <a:xfrm>
                <a:off x="6067437" y="1139624"/>
                <a:ext cx="50120" cy="145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5">
                    <a:moveTo>
                      <a:pt x="0" y="1525"/>
                    </a:moveTo>
                    <a:lnTo>
                      <a:pt x="2875" y="1191"/>
                    </a:lnTo>
                    <a:lnTo>
                      <a:pt x="5262" y="5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9" name="Surface mesh patch"/>
              <p:cNvSpPr/>
              <p:nvPr/>
            </p:nvSpPr>
            <p:spPr>
              <a:xfrm>
                <a:off x="6117557" y="1121852"/>
                <a:ext cx="50120" cy="233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9">
                    <a:moveTo>
                      <a:pt x="0" y="2449"/>
                    </a:moveTo>
                    <a:lnTo>
                      <a:pt x="2875" y="0"/>
                    </a:lnTo>
                    <a:lnTo>
                      <a:pt x="5262" y="930"/>
                    </a:lnTo>
                    <a:lnTo>
                      <a:pt x="2387" y="2238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0" name="Surface mesh patch"/>
              <p:cNvSpPr/>
              <p:nvPr/>
            </p:nvSpPr>
            <p:spPr>
              <a:xfrm>
                <a:off x="6167677" y="1092444"/>
                <a:ext cx="50120" cy="496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11">
                    <a:moveTo>
                      <a:pt x="0" y="4017"/>
                    </a:moveTo>
                    <a:lnTo>
                      <a:pt x="2875" y="0"/>
                    </a:lnTo>
                    <a:lnTo>
                      <a:pt x="5262" y="2579"/>
                    </a:lnTo>
                    <a:lnTo>
                      <a:pt x="2387" y="5211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1" name="Surface mesh patch"/>
              <p:cNvSpPr/>
              <p:nvPr/>
            </p:nvSpPr>
            <p:spPr>
              <a:xfrm>
                <a:off x="6217796" y="1074486"/>
                <a:ext cx="50120" cy="672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60">
                    <a:moveTo>
                      <a:pt x="0" y="4464"/>
                    </a:moveTo>
                    <a:lnTo>
                      <a:pt x="2875" y="0"/>
                    </a:lnTo>
                    <a:lnTo>
                      <a:pt x="5262" y="4099"/>
                    </a:lnTo>
                    <a:lnTo>
                      <a:pt x="2387" y="7060"/>
                    </a:lnTo>
                    <a:close/>
                  </a:path>
                </a:pathLst>
              </a:custGeom>
              <a:solidFill>
                <a:srgbClr val="fad1b5"/>
              </a:solidFill>
              <a:ln w="3334" cap="flat" cmpd="sng" algn="ctr">
                <a:solidFill>
                  <a:srgbClr val="fa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2" name="Surface mesh patch"/>
              <p:cNvSpPr/>
              <p:nvPr/>
            </p:nvSpPr>
            <p:spPr>
              <a:xfrm>
                <a:off x="6267916" y="1078965"/>
                <a:ext cx="50120" cy="704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00">
                    <a:moveTo>
                      <a:pt x="0" y="3628"/>
                    </a:moveTo>
                    <a:lnTo>
                      <a:pt x="2875" y="0"/>
                    </a:lnTo>
                    <a:lnTo>
                      <a:pt x="5262" y="5140"/>
                    </a:lnTo>
                    <a:lnTo>
                      <a:pt x="2387" y="740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3" name="Surface mesh patch"/>
              <p:cNvSpPr/>
              <p:nvPr/>
            </p:nvSpPr>
            <p:spPr>
              <a:xfrm>
                <a:off x="6318036" y="1109952"/>
                <a:ext cx="50120" cy="60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24">
                    <a:moveTo>
                      <a:pt x="0" y="1887"/>
                    </a:moveTo>
                    <a:lnTo>
                      <a:pt x="2875" y="0"/>
                    </a:lnTo>
                    <a:lnTo>
                      <a:pt x="5262" y="5407"/>
                    </a:lnTo>
                    <a:lnTo>
                      <a:pt x="2387" y="6324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4" name="Surface mesh patch"/>
              <p:cNvSpPr/>
              <p:nvPr/>
            </p:nvSpPr>
            <p:spPr>
              <a:xfrm>
                <a:off x="6368155" y="1161453"/>
                <a:ext cx="50120" cy="462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4">
                    <a:moveTo>
                      <a:pt x="0" y="0"/>
                    </a:moveTo>
                    <a:lnTo>
                      <a:pt x="2875" y="30"/>
                    </a:lnTo>
                    <a:lnTo>
                      <a:pt x="5262" y="4854"/>
                    </a:lnTo>
                    <a:lnTo>
                      <a:pt x="2387" y="4399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5" name="Surface mesh patch"/>
              <p:cNvSpPr/>
              <p:nvPr/>
            </p:nvSpPr>
            <p:spPr>
              <a:xfrm>
                <a:off x="6418275" y="1207692"/>
                <a:ext cx="50120" cy="478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2">
                    <a:moveTo>
                      <a:pt x="0" y="0"/>
                    </a:moveTo>
                    <a:lnTo>
                      <a:pt x="2875" y="1431"/>
                    </a:lnTo>
                    <a:lnTo>
                      <a:pt x="5262" y="5022"/>
                    </a:lnTo>
                    <a:lnTo>
                      <a:pt x="2387" y="3673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6" name="Surface mesh patch"/>
              <p:cNvSpPr/>
              <p:nvPr/>
            </p:nvSpPr>
            <p:spPr>
              <a:xfrm>
                <a:off x="6468395" y="1255531"/>
                <a:ext cx="50120" cy="38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0">
                    <a:moveTo>
                      <a:pt x="0" y="0"/>
                    </a:moveTo>
                    <a:lnTo>
                      <a:pt x="2875" y="1989"/>
                    </a:lnTo>
                    <a:lnTo>
                      <a:pt x="5262" y="4070"/>
                    </a:lnTo>
                    <a:lnTo>
                      <a:pt x="2387" y="2486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7" name="Surface mesh patch"/>
              <p:cNvSpPr/>
              <p:nvPr/>
            </p:nvSpPr>
            <p:spPr>
              <a:xfrm>
                <a:off x="6518514" y="1294294"/>
                <a:ext cx="50120" cy="235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8">
                    <a:moveTo>
                      <a:pt x="0" y="0"/>
                    </a:moveTo>
                    <a:lnTo>
                      <a:pt x="2875" y="1804"/>
                    </a:lnTo>
                    <a:lnTo>
                      <a:pt x="5262" y="2468"/>
                    </a:lnTo>
                    <a:lnTo>
                      <a:pt x="2387" y="1171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8" name="Surface mesh patch"/>
              <p:cNvSpPr/>
              <p:nvPr/>
            </p:nvSpPr>
            <p:spPr>
              <a:xfrm>
                <a:off x="5092432" y="1438993"/>
                <a:ext cx="50120" cy="30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09">
                    <a:moveTo>
                      <a:pt x="0" y="1274"/>
                    </a:moveTo>
                    <a:lnTo>
                      <a:pt x="2875" y="3209"/>
                    </a:lnTo>
                    <a:lnTo>
                      <a:pt x="5262" y="1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9" name="Surface mesh patch"/>
              <p:cNvSpPr/>
              <p:nvPr/>
            </p:nvSpPr>
            <p:spPr>
              <a:xfrm>
                <a:off x="5142552" y="1443258"/>
                <a:ext cx="50120" cy="341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81">
                    <a:moveTo>
                      <a:pt x="0" y="1465"/>
                    </a:moveTo>
                    <a:lnTo>
                      <a:pt x="2875" y="3581"/>
                    </a:lnTo>
                    <a:lnTo>
                      <a:pt x="5262" y="21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0" name="Surface mesh patch"/>
              <p:cNvSpPr/>
              <p:nvPr/>
            </p:nvSpPr>
            <p:spPr>
              <a:xfrm>
                <a:off x="5192672" y="1447578"/>
                <a:ext cx="50120" cy="38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10">
                    <a:moveTo>
                      <a:pt x="0" y="1666"/>
                    </a:moveTo>
                    <a:lnTo>
                      <a:pt x="2875" y="4010"/>
                    </a:lnTo>
                    <a:lnTo>
                      <a:pt x="5262" y="23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1" name="Surface mesh patch"/>
              <p:cNvSpPr/>
              <p:nvPr/>
            </p:nvSpPr>
            <p:spPr>
              <a:xfrm>
                <a:off x="5242791" y="1452031"/>
                <a:ext cx="50120" cy="419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09">
                    <a:moveTo>
                      <a:pt x="0" y="1890"/>
                    </a:moveTo>
                    <a:lnTo>
                      <a:pt x="2875" y="4409"/>
                    </a:lnTo>
                    <a:lnTo>
                      <a:pt x="5262" y="25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2" name="Surface mesh patch"/>
              <p:cNvSpPr/>
              <p:nvPr/>
            </p:nvSpPr>
            <p:spPr>
              <a:xfrm>
                <a:off x="5292911" y="1455637"/>
                <a:ext cx="50120" cy="446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2">
                    <a:moveTo>
                      <a:pt x="0" y="2148"/>
                    </a:moveTo>
                    <a:lnTo>
                      <a:pt x="2875" y="4692"/>
                    </a:lnTo>
                    <a:lnTo>
                      <a:pt x="5262" y="25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3" name="Surface mesh patch"/>
              <p:cNvSpPr/>
              <p:nvPr/>
            </p:nvSpPr>
            <p:spPr>
              <a:xfrm>
                <a:off x="5343031" y="1456592"/>
                <a:ext cx="50120" cy="458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9">
                    <a:moveTo>
                      <a:pt x="0" y="2436"/>
                    </a:moveTo>
                    <a:lnTo>
                      <a:pt x="2875" y="4809"/>
                    </a:lnTo>
                    <a:lnTo>
                      <a:pt x="5262" y="23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4" name="Surface mesh patch"/>
              <p:cNvSpPr/>
              <p:nvPr/>
            </p:nvSpPr>
            <p:spPr>
              <a:xfrm>
                <a:off x="5393150" y="1452809"/>
                <a:ext cx="50120" cy="45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71">
                    <a:moveTo>
                      <a:pt x="0" y="2746"/>
                    </a:moveTo>
                    <a:lnTo>
                      <a:pt x="2875" y="4771"/>
                    </a:lnTo>
                    <a:lnTo>
                      <a:pt x="5262" y="19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5" name="Surface mesh patch"/>
              <p:cNvSpPr/>
              <p:nvPr/>
            </p:nvSpPr>
            <p:spPr>
              <a:xfrm>
                <a:off x="5443270" y="1442475"/>
                <a:ext cx="50120" cy="443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4">
                    <a:moveTo>
                      <a:pt x="0" y="3077"/>
                    </a:moveTo>
                    <a:lnTo>
                      <a:pt x="2875" y="4654"/>
                    </a:lnTo>
                    <a:lnTo>
                      <a:pt x="5262" y="15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6" name="Surface mesh patch"/>
              <p:cNvSpPr/>
              <p:nvPr/>
            </p:nvSpPr>
            <p:spPr>
              <a:xfrm>
                <a:off x="5493389" y="1424403"/>
                <a:ext cx="50120" cy="4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3">
                    <a:moveTo>
                      <a:pt x="0" y="3441"/>
                    </a:moveTo>
                    <a:lnTo>
                      <a:pt x="2875" y="4583"/>
                    </a:lnTo>
                    <a:lnTo>
                      <a:pt x="5262" y="11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7" name="Surface mesh patch"/>
              <p:cNvSpPr/>
              <p:nvPr/>
            </p:nvSpPr>
            <p:spPr>
              <a:xfrm>
                <a:off x="5543509" y="1398180"/>
                <a:ext cx="50120" cy="446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86">
                    <a:moveTo>
                      <a:pt x="0" y="3866"/>
                    </a:moveTo>
                    <a:lnTo>
                      <a:pt x="2875" y="4686"/>
                    </a:lnTo>
                    <a:lnTo>
                      <a:pt x="5262" y="8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8" name="Surface mesh patch"/>
              <p:cNvSpPr/>
              <p:nvPr/>
            </p:nvSpPr>
            <p:spPr>
              <a:xfrm>
                <a:off x="5593629" y="1364283"/>
                <a:ext cx="50120" cy="48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9">
                    <a:moveTo>
                      <a:pt x="0" y="4366"/>
                    </a:moveTo>
                    <a:lnTo>
                      <a:pt x="2875" y="5059"/>
                    </a:lnTo>
                    <a:lnTo>
                      <a:pt x="5262" y="7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9" name="Surface mesh patch"/>
              <p:cNvSpPr/>
              <p:nvPr/>
            </p:nvSpPr>
            <p:spPr>
              <a:xfrm>
                <a:off x="5643748" y="1324315"/>
                <a:ext cx="50120" cy="544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2">
                    <a:moveTo>
                      <a:pt x="0" y="4917"/>
                    </a:moveTo>
                    <a:lnTo>
                      <a:pt x="2875" y="5722"/>
                    </a:lnTo>
                    <a:lnTo>
                      <a:pt x="5262" y="9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0" name="Surface mesh patch"/>
              <p:cNvSpPr/>
              <p:nvPr/>
            </p:nvSpPr>
            <p:spPr>
              <a:xfrm>
                <a:off x="5693868" y="1281259"/>
                <a:ext cx="50120" cy="628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6">
                    <a:moveTo>
                      <a:pt x="0" y="5435"/>
                    </a:moveTo>
                    <a:lnTo>
                      <a:pt x="2875" y="6596"/>
                    </a:lnTo>
                    <a:lnTo>
                      <a:pt x="5262" y="14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1" name="Surface mesh patch"/>
              <p:cNvSpPr/>
              <p:nvPr/>
            </p:nvSpPr>
            <p:spPr>
              <a:xfrm>
                <a:off x="5743988" y="1239392"/>
                <a:ext cx="50120" cy="715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07">
                    <a:moveTo>
                      <a:pt x="0" y="5797"/>
                    </a:moveTo>
                    <a:lnTo>
                      <a:pt x="2875" y="7507"/>
                    </a:lnTo>
                    <a:lnTo>
                      <a:pt x="5262" y="2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2" name="Surface mesh patch"/>
              <p:cNvSpPr/>
              <p:nvPr/>
            </p:nvSpPr>
            <p:spPr>
              <a:xfrm>
                <a:off x="5794107" y="1203530"/>
                <a:ext cx="50120" cy="78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09">
                    <a:moveTo>
                      <a:pt x="0" y="5882"/>
                    </a:moveTo>
                    <a:lnTo>
                      <a:pt x="2875" y="8209"/>
                    </a:lnTo>
                    <a:lnTo>
                      <a:pt x="5262" y="28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3dee1"/>
              </a:solidFill>
              <a:ln w="3334" cap="flat" cmpd="sng" algn="ctr">
                <a:solidFill>
                  <a:srgbClr val="e3de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3" name="Surface mesh patch"/>
              <p:cNvSpPr/>
              <p:nvPr/>
            </p:nvSpPr>
            <p:spPr>
              <a:xfrm>
                <a:off x="5844227" y="1177602"/>
                <a:ext cx="50120" cy="80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26">
                    <a:moveTo>
                      <a:pt x="0" y="5621"/>
                    </a:moveTo>
                    <a:lnTo>
                      <a:pt x="2875" y="8426"/>
                    </a:lnTo>
                    <a:lnTo>
                      <a:pt x="5262" y="34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4" name="Surface mesh patch"/>
              <p:cNvSpPr/>
              <p:nvPr/>
            </p:nvSpPr>
            <p:spPr>
              <a:xfrm>
                <a:off x="5894347" y="1163054"/>
                <a:ext cx="50120" cy="752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03">
                    <a:moveTo>
                      <a:pt x="0" y="5026"/>
                    </a:moveTo>
                    <a:lnTo>
                      <a:pt x="2875" y="7903"/>
                    </a:lnTo>
                    <a:lnTo>
                      <a:pt x="5262" y="36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2"/>
              </a:solidFill>
              <a:ln w="3334" cap="flat" cmpd="sng" algn="ctr">
                <a:solidFill>
                  <a:srgbClr val="ecdad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5" name="Surface mesh patch"/>
              <p:cNvSpPr/>
              <p:nvPr/>
            </p:nvSpPr>
            <p:spPr>
              <a:xfrm>
                <a:off x="5944466" y="1157877"/>
                <a:ext cx="50120" cy="61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1">
                    <a:moveTo>
                      <a:pt x="0" y="4170"/>
                    </a:moveTo>
                    <a:lnTo>
                      <a:pt x="2875" y="6451"/>
                    </a:lnTo>
                    <a:lnTo>
                      <a:pt x="5262" y="30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6" name="Surface mesh patch"/>
              <p:cNvSpPr/>
              <p:nvPr/>
            </p:nvSpPr>
            <p:spPr>
              <a:xfrm>
                <a:off x="5994586" y="1156977"/>
                <a:ext cx="50120" cy="38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06">
                    <a:moveTo>
                      <a:pt x="0" y="3135"/>
                    </a:moveTo>
                    <a:lnTo>
                      <a:pt x="2875" y="4006"/>
                    </a:lnTo>
                    <a:lnTo>
                      <a:pt x="5262" y="16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d7c9"/>
              </a:solidFill>
              <a:ln w="3334" cap="flat" cmpd="sng" algn="ctr">
                <a:solidFill>
                  <a:srgbClr val="f0d7c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7" name="Surface mesh patch"/>
              <p:cNvSpPr/>
              <p:nvPr/>
            </p:nvSpPr>
            <p:spPr>
              <a:xfrm>
                <a:off x="6044706" y="1150972"/>
                <a:ext cx="50120" cy="21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9">
                    <a:moveTo>
                      <a:pt x="0" y="2289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334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8" name="Surface mesh patch"/>
              <p:cNvSpPr/>
              <p:nvPr/>
            </p:nvSpPr>
            <p:spPr>
              <a:xfrm>
                <a:off x="6094825" y="1116775"/>
                <a:ext cx="50120" cy="341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0">
                    <a:moveTo>
                      <a:pt x="0" y="3590"/>
                    </a:moveTo>
                    <a:lnTo>
                      <a:pt x="2875" y="0"/>
                    </a:lnTo>
                    <a:lnTo>
                      <a:pt x="5262" y="533"/>
                    </a:lnTo>
                    <a:lnTo>
                      <a:pt x="2387" y="2982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9" name="Surface mesh patch"/>
              <p:cNvSpPr/>
              <p:nvPr/>
            </p:nvSpPr>
            <p:spPr>
              <a:xfrm>
                <a:off x="6144945" y="1069987"/>
                <a:ext cx="50120" cy="60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75">
                    <a:moveTo>
                      <a:pt x="0" y="5445"/>
                    </a:moveTo>
                    <a:lnTo>
                      <a:pt x="2875" y="0"/>
                    </a:lnTo>
                    <a:lnTo>
                      <a:pt x="5262" y="2358"/>
                    </a:lnTo>
                    <a:lnTo>
                      <a:pt x="2387" y="6375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0" name="Surface mesh patch"/>
              <p:cNvSpPr/>
              <p:nvPr/>
            </p:nvSpPr>
            <p:spPr>
              <a:xfrm>
                <a:off x="6195064" y="1034550"/>
                <a:ext cx="50120" cy="82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57">
                    <a:moveTo>
                      <a:pt x="0" y="6078"/>
                    </a:moveTo>
                    <a:lnTo>
                      <a:pt x="2875" y="0"/>
                    </a:lnTo>
                    <a:lnTo>
                      <a:pt x="5262" y="4193"/>
                    </a:lnTo>
                    <a:lnTo>
                      <a:pt x="2387" y="8657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1" name="Surface mesh patch"/>
              <p:cNvSpPr/>
              <p:nvPr/>
            </p:nvSpPr>
            <p:spPr>
              <a:xfrm>
                <a:off x="6245184" y="1025251"/>
                <a:ext cx="50120" cy="882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68">
                    <a:moveTo>
                      <a:pt x="0" y="5169"/>
                    </a:moveTo>
                    <a:lnTo>
                      <a:pt x="2875" y="0"/>
                    </a:lnTo>
                    <a:lnTo>
                      <a:pt x="5262" y="5639"/>
                    </a:lnTo>
                    <a:lnTo>
                      <a:pt x="2387" y="9268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2" name="Surface mesh patch"/>
              <p:cNvSpPr/>
              <p:nvPr/>
            </p:nvSpPr>
            <p:spPr>
              <a:xfrm>
                <a:off x="6295304" y="1050008"/>
                <a:ext cx="50120" cy="77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80">
                    <a:moveTo>
                      <a:pt x="0" y="3040"/>
                    </a:moveTo>
                    <a:lnTo>
                      <a:pt x="2875" y="0"/>
                    </a:lnTo>
                    <a:lnTo>
                      <a:pt x="5262" y="6293"/>
                    </a:lnTo>
                    <a:lnTo>
                      <a:pt x="2387" y="8180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3" name="Surface mesh patch"/>
              <p:cNvSpPr/>
              <p:nvPr/>
            </p:nvSpPr>
            <p:spPr>
              <a:xfrm>
                <a:off x="6345423" y="1104966"/>
                <a:ext cx="50120" cy="567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1">
                    <a:moveTo>
                      <a:pt x="0" y="523"/>
                    </a:moveTo>
                    <a:lnTo>
                      <a:pt x="2875" y="0"/>
                    </a:lnTo>
                    <a:lnTo>
                      <a:pt x="5262" y="5961"/>
                    </a:lnTo>
                    <a:lnTo>
                      <a:pt x="2387" y="5930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4" name="Surface mesh patch"/>
              <p:cNvSpPr/>
              <p:nvPr/>
            </p:nvSpPr>
            <p:spPr>
              <a:xfrm>
                <a:off x="6395543" y="1161741"/>
                <a:ext cx="50120" cy="59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56">
                    <a:moveTo>
                      <a:pt x="0" y="0"/>
                    </a:moveTo>
                    <a:lnTo>
                      <a:pt x="2875" y="1483"/>
                    </a:lnTo>
                    <a:lnTo>
                      <a:pt x="5262" y="6256"/>
                    </a:lnTo>
                    <a:lnTo>
                      <a:pt x="2387" y="4824"/>
                    </a:lnTo>
                    <a:close/>
                  </a:path>
                </a:pathLst>
              </a:custGeom>
              <a:solidFill>
                <a:srgbClr val="eadad3"/>
              </a:solidFill>
              <a:ln w="3334" cap="flat" cmpd="sng" algn="ctr">
                <a:solidFill>
                  <a:srgbClr val="ea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5" name="Surface mesh patch"/>
              <p:cNvSpPr/>
              <p:nvPr/>
            </p:nvSpPr>
            <p:spPr>
              <a:xfrm>
                <a:off x="6445663" y="1221324"/>
                <a:ext cx="50120" cy="531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80">
                    <a:moveTo>
                      <a:pt x="0" y="0"/>
                    </a:moveTo>
                    <a:lnTo>
                      <a:pt x="2875" y="2463"/>
                    </a:lnTo>
                    <a:lnTo>
                      <a:pt x="5262" y="5580"/>
                    </a:lnTo>
                    <a:lnTo>
                      <a:pt x="2387" y="3591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6" name="Surface mesh patch"/>
              <p:cNvSpPr/>
              <p:nvPr/>
            </p:nvSpPr>
            <p:spPr>
              <a:xfrm>
                <a:off x="6495782" y="1274474"/>
                <a:ext cx="50120" cy="369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4">
                    <a:moveTo>
                      <a:pt x="0" y="0"/>
                    </a:moveTo>
                    <a:lnTo>
                      <a:pt x="2875" y="2439"/>
                    </a:lnTo>
                    <a:lnTo>
                      <a:pt x="5262" y="3884"/>
                    </a:lnTo>
                    <a:lnTo>
                      <a:pt x="2387" y="2081"/>
                    </a:lnTo>
                    <a:close/>
                  </a:path>
                </a:pathLst>
              </a:custGeom>
              <a:solidFill>
                <a:srgbClr val="d0def4"/>
              </a:solidFill>
              <a:ln w="3334" cap="flat" cmpd="sng" algn="ctr">
                <a:solidFill>
                  <a:srgbClr val="d0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7" name="Surface mesh patch"/>
              <p:cNvSpPr/>
              <p:nvPr/>
            </p:nvSpPr>
            <p:spPr>
              <a:xfrm>
                <a:off x="6545902" y="1311473"/>
                <a:ext cx="50120" cy="180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4">
                    <a:moveTo>
                      <a:pt x="0" y="0"/>
                    </a:moveTo>
                    <a:lnTo>
                      <a:pt x="2875" y="1807"/>
                    </a:lnTo>
                    <a:lnTo>
                      <a:pt x="5262" y="1894"/>
                    </a:lnTo>
                    <a:lnTo>
                      <a:pt x="2387" y="665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8" name="Surface mesh patch"/>
              <p:cNvSpPr/>
              <p:nvPr/>
            </p:nvSpPr>
            <p:spPr>
              <a:xfrm>
                <a:off x="5069700" y="1451127"/>
                <a:ext cx="50120" cy="29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73">
                    <a:moveTo>
                      <a:pt x="0" y="1135"/>
                    </a:moveTo>
                    <a:lnTo>
                      <a:pt x="2875" y="3073"/>
                    </a:lnTo>
                    <a:lnTo>
                      <a:pt x="5262" y="19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9" name="Surface mesh patch"/>
              <p:cNvSpPr/>
              <p:nvPr/>
            </p:nvSpPr>
            <p:spPr>
              <a:xfrm>
                <a:off x="5119820" y="1457213"/>
                <a:ext cx="50120" cy="322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1">
                    <a:moveTo>
                      <a:pt x="0" y="1296"/>
                    </a:moveTo>
                    <a:lnTo>
                      <a:pt x="2875" y="3381"/>
                    </a:lnTo>
                    <a:lnTo>
                      <a:pt x="5262" y="21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0" name="Surface mesh patch"/>
              <p:cNvSpPr/>
              <p:nvPr/>
            </p:nvSpPr>
            <p:spPr>
              <a:xfrm>
                <a:off x="5169940" y="1463444"/>
                <a:ext cx="50120" cy="357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55">
                    <a:moveTo>
                      <a:pt x="0" y="1462"/>
                    </a:moveTo>
                    <a:lnTo>
                      <a:pt x="2875" y="3755"/>
                    </a:lnTo>
                    <a:lnTo>
                      <a:pt x="5262" y="23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1" name="Surface mesh patch"/>
              <p:cNvSpPr/>
              <p:nvPr/>
            </p:nvSpPr>
            <p:spPr>
              <a:xfrm>
                <a:off x="5220059" y="1470036"/>
                <a:ext cx="50120" cy="39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18">
                    <a:moveTo>
                      <a:pt x="0" y="1652"/>
                    </a:moveTo>
                    <a:lnTo>
                      <a:pt x="2875" y="4118"/>
                    </a:lnTo>
                    <a:lnTo>
                      <a:pt x="5262" y="25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2" name="Surface mesh patch"/>
              <p:cNvSpPr/>
              <p:nvPr/>
            </p:nvSpPr>
            <p:spPr>
              <a:xfrm>
                <a:off x="5270179" y="1476094"/>
                <a:ext cx="50120" cy="417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7">
                    <a:moveTo>
                      <a:pt x="0" y="1883"/>
                    </a:moveTo>
                    <a:lnTo>
                      <a:pt x="2875" y="4387"/>
                    </a:lnTo>
                    <a:lnTo>
                      <a:pt x="5262" y="25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3" name="Surface mesh patch"/>
              <p:cNvSpPr/>
              <p:nvPr/>
            </p:nvSpPr>
            <p:spPr>
              <a:xfrm>
                <a:off x="5320299" y="1479794"/>
                <a:ext cx="50120" cy="429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05">
                    <a:moveTo>
                      <a:pt x="0" y="2156"/>
                    </a:moveTo>
                    <a:lnTo>
                      <a:pt x="2875" y="4505"/>
                    </a:lnTo>
                    <a:lnTo>
                      <a:pt x="5262" y="23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4" name="Surface mesh patch"/>
              <p:cNvSpPr/>
              <p:nvPr/>
            </p:nvSpPr>
            <p:spPr>
              <a:xfrm>
                <a:off x="5370418" y="1478970"/>
                <a:ext cx="50120" cy="42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0">
                    <a:moveTo>
                      <a:pt x="0" y="2459"/>
                    </a:moveTo>
                    <a:lnTo>
                      <a:pt x="2875" y="4470"/>
                    </a:lnTo>
                    <a:lnTo>
                      <a:pt x="5262" y="20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5" name="Surface mesh patch"/>
              <p:cNvSpPr/>
              <p:nvPr/>
            </p:nvSpPr>
            <p:spPr>
              <a:xfrm>
                <a:off x="5420538" y="1471782"/>
                <a:ext cx="50120" cy="41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41">
                    <a:moveTo>
                      <a:pt x="0" y="2779"/>
                    </a:moveTo>
                    <a:lnTo>
                      <a:pt x="2875" y="4341"/>
                    </a:lnTo>
                    <a:lnTo>
                      <a:pt x="5262" y="15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6" name="Surface mesh patch"/>
              <p:cNvSpPr/>
              <p:nvPr/>
            </p:nvSpPr>
            <p:spPr>
              <a:xfrm>
                <a:off x="5470658" y="1457181"/>
                <a:ext cx="50120" cy="402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8">
                    <a:moveTo>
                      <a:pt x="0" y="3110"/>
                    </a:moveTo>
                    <a:lnTo>
                      <a:pt x="2875" y="4228"/>
                    </a:lnTo>
                    <a:lnTo>
                      <a:pt x="5262" y="1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7" name="Surface mesh patch"/>
              <p:cNvSpPr/>
              <p:nvPr/>
            </p:nvSpPr>
            <p:spPr>
              <a:xfrm>
                <a:off x="5520777" y="1435002"/>
                <a:ext cx="50120" cy="40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49">
                    <a:moveTo>
                      <a:pt x="0" y="3470"/>
                    </a:moveTo>
                    <a:lnTo>
                      <a:pt x="2875" y="4249"/>
                    </a:lnTo>
                    <a:lnTo>
                      <a:pt x="5262" y="8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8" name="Surface mesh patch"/>
              <p:cNvSpPr/>
              <p:nvPr/>
            </p:nvSpPr>
            <p:spPr>
              <a:xfrm>
                <a:off x="5570897" y="1405870"/>
                <a:ext cx="50120" cy="42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00">
                    <a:moveTo>
                      <a:pt x="0" y="3879"/>
                    </a:moveTo>
                    <a:lnTo>
                      <a:pt x="2875" y="4500"/>
                    </a:lnTo>
                    <a:lnTo>
                      <a:pt x="5262" y="6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9" name="Surface mesh patch"/>
              <p:cNvSpPr/>
              <p:nvPr/>
            </p:nvSpPr>
            <p:spPr>
              <a:xfrm>
                <a:off x="5621017" y="1371145"/>
                <a:ext cx="50120" cy="47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13">
                    <a:moveTo>
                      <a:pt x="0" y="4339"/>
                    </a:moveTo>
                    <a:lnTo>
                      <a:pt x="2875" y="5013"/>
                    </a:lnTo>
                    <a:lnTo>
                      <a:pt x="5262" y="8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0" name="Surface mesh patch"/>
              <p:cNvSpPr/>
              <p:nvPr/>
            </p:nvSpPr>
            <p:spPr>
              <a:xfrm>
                <a:off x="5671136" y="1333027"/>
                <a:ext cx="50120" cy="546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39">
                    <a:moveTo>
                      <a:pt x="0" y="4807"/>
                    </a:moveTo>
                    <a:lnTo>
                      <a:pt x="2875" y="5739"/>
                    </a:lnTo>
                    <a:lnTo>
                      <a:pt x="5262" y="1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1" name="Surface mesh patch"/>
              <p:cNvSpPr/>
              <p:nvPr/>
            </p:nvSpPr>
            <p:spPr>
              <a:xfrm>
                <a:off x="5721256" y="1294612"/>
                <a:ext cx="50120" cy="62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42">
                    <a:moveTo>
                      <a:pt x="0" y="5194"/>
                    </a:moveTo>
                    <a:lnTo>
                      <a:pt x="2875" y="6542"/>
                    </a:lnTo>
                    <a:lnTo>
                      <a:pt x="5262" y="17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2" name="Surface mesh patch"/>
              <p:cNvSpPr/>
              <p:nvPr/>
            </p:nvSpPr>
            <p:spPr>
              <a:xfrm>
                <a:off x="5771375" y="1259559"/>
                <a:ext cx="50120" cy="686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11">
                    <a:moveTo>
                      <a:pt x="0" y="5390"/>
                    </a:moveTo>
                    <a:lnTo>
                      <a:pt x="2875" y="7211"/>
                    </a:lnTo>
                    <a:lnTo>
                      <a:pt x="5262" y="23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3" name="Surface mesh patch"/>
              <p:cNvSpPr/>
              <p:nvPr/>
            </p:nvSpPr>
            <p:spPr>
              <a:xfrm>
                <a:off x="5821495" y="1231145"/>
                <a:ext cx="50120" cy="71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1">
                    <a:moveTo>
                      <a:pt x="0" y="5309"/>
                    </a:moveTo>
                    <a:lnTo>
                      <a:pt x="2875" y="7491"/>
                    </a:lnTo>
                    <a:lnTo>
                      <a:pt x="5262" y="28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4" name="Surface mesh patch"/>
              <p:cNvSpPr/>
              <p:nvPr/>
            </p:nvSpPr>
            <p:spPr>
              <a:xfrm>
                <a:off x="5871615" y="1210927"/>
                <a:ext cx="50120" cy="677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17">
                    <a:moveTo>
                      <a:pt x="0" y="4927"/>
                    </a:moveTo>
                    <a:lnTo>
                      <a:pt x="2875" y="7117"/>
                    </a:lnTo>
                    <a:lnTo>
                      <a:pt x="5262" y="28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5dedf"/>
              </a:solidFill>
              <a:ln w="3334" cap="flat" cmpd="sng" algn="ctr">
                <a:solidFill>
                  <a:srgbClr val="e5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5" name="Surface mesh patch"/>
              <p:cNvSpPr/>
              <p:nvPr/>
            </p:nvSpPr>
            <p:spPr>
              <a:xfrm>
                <a:off x="5921734" y="1197597"/>
                <a:ext cx="50120" cy="557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3">
                    <a:moveTo>
                      <a:pt x="0" y="4276"/>
                    </a:moveTo>
                    <a:lnTo>
                      <a:pt x="2875" y="5853"/>
                    </a:lnTo>
                    <a:lnTo>
                      <a:pt x="5262" y="22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6" name="Surface mesh patch"/>
              <p:cNvSpPr/>
              <p:nvPr/>
            </p:nvSpPr>
            <p:spPr>
              <a:xfrm>
                <a:off x="5971854" y="1186839"/>
                <a:ext cx="50120" cy="33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55">
                    <a:moveTo>
                      <a:pt x="0" y="3410"/>
                    </a:moveTo>
                    <a:lnTo>
                      <a:pt x="2875" y="3555"/>
                    </a:lnTo>
                    <a:lnTo>
                      <a:pt x="5262" y="8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dd9d0"/>
              </a:solidFill>
              <a:ln w="3334" cap="flat" cmpd="sng" algn="ctr">
                <a:solidFill>
                  <a:srgbClr val="ed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7" name="Surface mesh patch"/>
              <p:cNvSpPr/>
              <p:nvPr/>
            </p:nvSpPr>
            <p:spPr>
              <a:xfrm>
                <a:off x="6021974" y="1160975"/>
                <a:ext cx="50120" cy="341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87">
                    <a:moveTo>
                      <a:pt x="0" y="3587"/>
                    </a:moveTo>
                    <a:lnTo>
                      <a:pt x="2875" y="1517"/>
                    </a:lnTo>
                    <a:lnTo>
                      <a:pt x="5262" y="0"/>
                    </a:lnTo>
                    <a:lnTo>
                      <a:pt x="2387" y="1239"/>
                    </a:lnTo>
                    <a:close/>
                  </a:path>
                </a:pathLst>
              </a:custGeom>
              <a:solidFill>
                <a:srgbClr val="f2d6c4"/>
              </a:solidFill>
              <a:ln w="3334" cap="flat" cmpd="sng" algn="ctr">
                <a:solidFill>
                  <a:srgbClr val="f2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8" name="Surface mesh patch"/>
              <p:cNvSpPr/>
              <p:nvPr/>
            </p:nvSpPr>
            <p:spPr>
              <a:xfrm>
                <a:off x="6072093" y="1116661"/>
                <a:ext cx="50120" cy="443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2">
                    <a:moveTo>
                      <a:pt x="0" y="4652"/>
                    </a:moveTo>
                    <a:lnTo>
                      <a:pt x="2875" y="0"/>
                    </a:lnTo>
                    <a:lnTo>
                      <a:pt x="5262" y="12"/>
                    </a:lnTo>
                    <a:lnTo>
                      <a:pt x="2387" y="3602"/>
                    </a:lnTo>
                    <a:close/>
                  </a:path>
                </a:pathLst>
              </a:custGeom>
              <a:solidFill>
                <a:srgbClr val="fad1b5"/>
              </a:solidFill>
              <a:ln w="3334" cap="flat" cmpd="sng" algn="ctr">
                <a:solidFill>
                  <a:srgbClr val="fa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9" name="Surface mesh patch"/>
              <p:cNvSpPr/>
              <p:nvPr/>
            </p:nvSpPr>
            <p:spPr>
              <a:xfrm>
                <a:off x="6122213" y="1051766"/>
                <a:ext cx="50120" cy="700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8">
                    <a:moveTo>
                      <a:pt x="0" y="6825"/>
                    </a:moveTo>
                    <a:lnTo>
                      <a:pt x="2875" y="0"/>
                    </a:lnTo>
                    <a:lnTo>
                      <a:pt x="5262" y="1913"/>
                    </a:lnTo>
                    <a:lnTo>
                      <a:pt x="2387" y="7358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0" name="Surface mesh patch"/>
              <p:cNvSpPr/>
              <p:nvPr/>
            </p:nvSpPr>
            <p:spPr>
              <a:xfrm>
                <a:off x="6172333" y="996510"/>
                <a:ext cx="50120" cy="95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72">
                    <a:moveTo>
                      <a:pt x="0" y="7714"/>
                    </a:moveTo>
                    <a:lnTo>
                      <a:pt x="2875" y="0"/>
                    </a:lnTo>
                    <a:lnTo>
                      <a:pt x="5262" y="3994"/>
                    </a:lnTo>
                    <a:lnTo>
                      <a:pt x="2387" y="10072"/>
                    </a:lnTo>
                    <a:close/>
                  </a:path>
                </a:pathLst>
              </a:custGeom>
              <a:solidFill>
                <a:srgbClr val="fbbda0"/>
              </a:solidFill>
              <a:ln w="3334" cap="flat" cmpd="sng" algn="ctr">
                <a:solidFill>
                  <a:srgbClr val="fbbd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1" name="Surface mesh patch"/>
              <p:cNvSpPr/>
              <p:nvPr/>
            </p:nvSpPr>
            <p:spPr>
              <a:xfrm>
                <a:off x="6222452" y="969664"/>
                <a:ext cx="50120" cy="104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05">
                    <a:moveTo>
                      <a:pt x="0" y="6812"/>
                    </a:moveTo>
                    <a:lnTo>
                      <a:pt x="2875" y="0"/>
                    </a:lnTo>
                    <a:lnTo>
                      <a:pt x="5262" y="5836"/>
                    </a:lnTo>
                    <a:lnTo>
                      <a:pt x="2387" y="11005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2" name="Surface mesh patch"/>
              <p:cNvSpPr/>
              <p:nvPr/>
            </p:nvSpPr>
            <p:spPr>
              <a:xfrm>
                <a:off x="6272572" y="983920"/>
                <a:ext cx="50120" cy="95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79">
                    <a:moveTo>
                      <a:pt x="0" y="4339"/>
                    </a:moveTo>
                    <a:lnTo>
                      <a:pt x="2875" y="0"/>
                    </a:lnTo>
                    <a:lnTo>
                      <a:pt x="5262" y="6938"/>
                    </a:lnTo>
                    <a:lnTo>
                      <a:pt x="2387" y="9979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3" name="Surface mesh patch"/>
              <p:cNvSpPr/>
              <p:nvPr/>
            </p:nvSpPr>
            <p:spPr>
              <a:xfrm>
                <a:off x="6322692" y="1038609"/>
                <a:ext cx="50120" cy="713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0">
                    <a:moveTo>
                      <a:pt x="0" y="1197"/>
                    </a:moveTo>
                    <a:lnTo>
                      <a:pt x="2875" y="0"/>
                    </a:lnTo>
                    <a:lnTo>
                      <a:pt x="5262" y="6967"/>
                    </a:lnTo>
                    <a:lnTo>
                      <a:pt x="2387" y="7490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4" name="Surface mesh patch"/>
              <p:cNvSpPr/>
              <p:nvPr/>
            </p:nvSpPr>
            <p:spPr>
              <a:xfrm>
                <a:off x="6372811" y="1104966"/>
                <a:ext cx="50120" cy="70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44">
                    <a:moveTo>
                      <a:pt x="0" y="0"/>
                    </a:moveTo>
                    <a:lnTo>
                      <a:pt x="2875" y="1502"/>
                    </a:lnTo>
                    <a:lnTo>
                      <a:pt x="5262" y="7444"/>
                    </a:lnTo>
                    <a:lnTo>
                      <a:pt x="2387" y="5961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5" name="Surface mesh patch"/>
              <p:cNvSpPr/>
              <p:nvPr/>
            </p:nvSpPr>
            <p:spPr>
              <a:xfrm>
                <a:off x="6422931" y="1175868"/>
                <a:ext cx="50120" cy="689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35">
                    <a:moveTo>
                      <a:pt x="0" y="0"/>
                    </a:moveTo>
                    <a:lnTo>
                      <a:pt x="2875" y="3008"/>
                    </a:lnTo>
                    <a:lnTo>
                      <a:pt x="5262" y="7235"/>
                    </a:lnTo>
                    <a:lnTo>
                      <a:pt x="2387" y="4772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6" name="Surface mesh patch"/>
              <p:cNvSpPr/>
              <p:nvPr/>
            </p:nvSpPr>
            <p:spPr>
              <a:xfrm>
                <a:off x="6473050" y="1244784"/>
                <a:ext cx="50120" cy="529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56">
                    <a:moveTo>
                      <a:pt x="0" y="0"/>
                    </a:moveTo>
                    <a:lnTo>
                      <a:pt x="2875" y="3219"/>
                    </a:lnTo>
                    <a:lnTo>
                      <a:pt x="5262" y="5556"/>
                    </a:lnTo>
                    <a:lnTo>
                      <a:pt x="2387" y="3117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7" name="Surface mesh patch"/>
              <p:cNvSpPr/>
              <p:nvPr/>
            </p:nvSpPr>
            <p:spPr>
              <a:xfrm>
                <a:off x="6523170" y="1297705"/>
                <a:ext cx="50120" cy="309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53">
                    <a:moveTo>
                      <a:pt x="0" y="0"/>
                    </a:moveTo>
                    <a:lnTo>
                      <a:pt x="2875" y="2552"/>
                    </a:lnTo>
                    <a:lnTo>
                      <a:pt x="5262" y="3253"/>
                    </a:lnTo>
                    <a:lnTo>
                      <a:pt x="2387" y="1446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8" name="Surface mesh patch"/>
              <p:cNvSpPr/>
              <p:nvPr/>
            </p:nvSpPr>
            <p:spPr>
              <a:xfrm>
                <a:off x="6573290" y="1328685"/>
                <a:ext cx="50120" cy="151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91">
                    <a:moveTo>
                      <a:pt x="0" y="0"/>
                    </a:moveTo>
                    <a:lnTo>
                      <a:pt x="2875" y="1591"/>
                    </a:lnTo>
                    <a:lnTo>
                      <a:pt x="5262" y="1125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9" name="Surface mesh patch"/>
              <p:cNvSpPr/>
              <p:nvPr/>
            </p:nvSpPr>
            <p:spPr>
              <a:xfrm>
                <a:off x="5046969" y="1461937"/>
                <a:ext cx="50120" cy="27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37">
                    <a:moveTo>
                      <a:pt x="0" y="1008"/>
                    </a:moveTo>
                    <a:lnTo>
                      <a:pt x="2875" y="2937"/>
                    </a:lnTo>
                    <a:lnTo>
                      <a:pt x="5262" y="19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0" name="Surface mesh patch"/>
              <p:cNvSpPr/>
              <p:nvPr/>
            </p:nvSpPr>
            <p:spPr>
              <a:xfrm>
                <a:off x="5097088" y="1469556"/>
                <a:ext cx="50120" cy="302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1">
                    <a:moveTo>
                      <a:pt x="0" y="1138"/>
                    </a:moveTo>
                    <a:lnTo>
                      <a:pt x="2875" y="3171"/>
                    </a:lnTo>
                    <a:lnTo>
                      <a:pt x="5262" y="20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1" name="Surface mesh patch"/>
              <p:cNvSpPr/>
              <p:nvPr/>
            </p:nvSpPr>
            <p:spPr>
              <a:xfrm>
                <a:off x="5147208" y="1477370"/>
                <a:ext cx="50120" cy="33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4">
                    <a:moveTo>
                      <a:pt x="0" y="1265"/>
                    </a:moveTo>
                    <a:lnTo>
                      <a:pt x="2875" y="3474"/>
                    </a:lnTo>
                    <a:lnTo>
                      <a:pt x="5262" y="22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2" name="Surface mesh patch"/>
              <p:cNvSpPr/>
              <p:nvPr/>
            </p:nvSpPr>
            <p:spPr>
              <a:xfrm>
                <a:off x="5197328" y="1485774"/>
                <a:ext cx="50120" cy="360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3">
                    <a:moveTo>
                      <a:pt x="0" y="1411"/>
                    </a:moveTo>
                    <a:lnTo>
                      <a:pt x="2875" y="3783"/>
                    </a:lnTo>
                    <a:lnTo>
                      <a:pt x="5262" y="2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3" name="Surface mesh patch"/>
              <p:cNvSpPr/>
              <p:nvPr/>
            </p:nvSpPr>
            <p:spPr>
              <a:xfrm>
                <a:off x="5247447" y="1494025"/>
                <a:ext cx="50120" cy="382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20">
                    <a:moveTo>
                      <a:pt x="0" y="1600"/>
                    </a:moveTo>
                    <a:lnTo>
                      <a:pt x="2875" y="4020"/>
                    </a:lnTo>
                    <a:lnTo>
                      <a:pt x="5262" y="25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4" name="Surface mesh patch"/>
              <p:cNvSpPr/>
              <p:nvPr/>
            </p:nvSpPr>
            <p:spPr>
              <a:xfrm>
                <a:off x="5297567" y="1500326"/>
                <a:ext cx="50120" cy="392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6">
                    <a:moveTo>
                      <a:pt x="0" y="1843"/>
                    </a:moveTo>
                    <a:lnTo>
                      <a:pt x="2875" y="4126"/>
                    </a:lnTo>
                    <a:lnTo>
                      <a:pt x="5262" y="23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5" name="Surface mesh patch"/>
              <p:cNvSpPr/>
              <p:nvPr/>
            </p:nvSpPr>
            <p:spPr>
              <a:xfrm>
                <a:off x="5347686" y="1502394"/>
                <a:ext cx="50120" cy="38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90">
                    <a:moveTo>
                      <a:pt x="0" y="2132"/>
                    </a:moveTo>
                    <a:lnTo>
                      <a:pt x="2875" y="4090"/>
                    </a:lnTo>
                    <a:lnTo>
                      <a:pt x="5262" y="20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6" name="Surface mesh patch"/>
              <p:cNvSpPr/>
              <p:nvPr/>
            </p:nvSpPr>
            <p:spPr>
              <a:xfrm>
                <a:off x="5397806" y="1498248"/>
                <a:ext cx="50120" cy="37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58">
                    <a:moveTo>
                      <a:pt x="0" y="2446"/>
                    </a:moveTo>
                    <a:lnTo>
                      <a:pt x="2875" y="3958"/>
                    </a:lnTo>
                    <a:lnTo>
                      <a:pt x="5262" y="1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7" name="Surface mesh patch"/>
              <p:cNvSpPr/>
              <p:nvPr/>
            </p:nvSpPr>
            <p:spPr>
              <a:xfrm>
                <a:off x="5447926" y="1486807"/>
                <a:ext cx="50120" cy="364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2">
                    <a:moveTo>
                      <a:pt x="0" y="2764"/>
                    </a:moveTo>
                    <a:lnTo>
                      <a:pt x="2875" y="3822"/>
                    </a:lnTo>
                    <a:lnTo>
                      <a:pt x="5262" y="1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dfd"/>
              </a:solidFill>
              <a:ln w="3334" cap="flat" cmpd="sng" algn="ctr">
                <a:solidFill>
                  <a:srgbClr val="a1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8" name="Surface mesh patch"/>
              <p:cNvSpPr/>
              <p:nvPr/>
            </p:nvSpPr>
            <p:spPr>
              <a:xfrm>
                <a:off x="5498045" y="1468052"/>
                <a:ext cx="50120" cy="36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9">
                    <a:moveTo>
                      <a:pt x="0" y="3086"/>
                    </a:moveTo>
                    <a:lnTo>
                      <a:pt x="2875" y="3789"/>
                    </a:lnTo>
                    <a:lnTo>
                      <a:pt x="5262" y="7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9" name="Surface mesh patch"/>
              <p:cNvSpPr/>
              <p:nvPr/>
            </p:nvSpPr>
            <p:spPr>
              <a:xfrm>
                <a:off x="5548165" y="1442814"/>
                <a:ext cx="50120" cy="376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48">
                    <a:moveTo>
                      <a:pt x="0" y="3429"/>
                    </a:moveTo>
                    <a:lnTo>
                      <a:pt x="2875" y="3948"/>
                    </a:lnTo>
                    <a:lnTo>
                      <a:pt x="5262" y="6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0" name="Surface mesh patch"/>
              <p:cNvSpPr/>
              <p:nvPr/>
            </p:nvSpPr>
            <p:spPr>
              <a:xfrm>
                <a:off x="5598285" y="1412470"/>
                <a:ext cx="50120" cy="413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8">
                    <a:moveTo>
                      <a:pt x="0" y="3807"/>
                    </a:moveTo>
                    <a:lnTo>
                      <a:pt x="2875" y="4338"/>
                    </a:lnTo>
                    <a:lnTo>
                      <a:pt x="5262" y="6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1" name="Surface mesh patch"/>
              <p:cNvSpPr/>
              <p:nvPr/>
            </p:nvSpPr>
            <p:spPr>
              <a:xfrm>
                <a:off x="5648404" y="1378813"/>
                <a:ext cx="50120" cy="469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9">
                    <a:moveTo>
                      <a:pt x="0" y="4208"/>
                    </a:moveTo>
                    <a:lnTo>
                      <a:pt x="2875" y="4929"/>
                    </a:lnTo>
                    <a:lnTo>
                      <a:pt x="5262" y="9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2" name="Surface mesh patch"/>
              <p:cNvSpPr/>
              <p:nvPr/>
            </p:nvSpPr>
            <p:spPr>
              <a:xfrm>
                <a:off x="5698524" y="1344084"/>
                <a:ext cx="50120" cy="534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6">
                    <a:moveTo>
                      <a:pt x="0" y="4579"/>
                    </a:moveTo>
                    <a:lnTo>
                      <a:pt x="2875" y="5616"/>
                    </a:lnTo>
                    <a:lnTo>
                      <a:pt x="5262" y="13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3" name="Surface mesh patch"/>
              <p:cNvSpPr/>
              <p:nvPr/>
            </p:nvSpPr>
            <p:spPr>
              <a:xfrm>
                <a:off x="5748644" y="1310896"/>
                <a:ext cx="50120" cy="59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6">
                    <a:moveTo>
                      <a:pt x="0" y="4833"/>
                    </a:moveTo>
                    <a:lnTo>
                      <a:pt x="2875" y="6226"/>
                    </a:lnTo>
                    <a:lnTo>
                      <a:pt x="5262" y="18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4"/>
              </a:solidFill>
              <a:ln w="3334" cap="flat" cmpd="sng" algn="ctr">
                <a:solidFill>
                  <a:srgbClr val="cf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4" name="Surface mesh patch"/>
              <p:cNvSpPr/>
              <p:nvPr/>
            </p:nvSpPr>
            <p:spPr>
              <a:xfrm>
                <a:off x="5798763" y="1281717"/>
                <a:ext cx="50120" cy="622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4">
                    <a:moveTo>
                      <a:pt x="0" y="4885"/>
                    </a:moveTo>
                    <a:lnTo>
                      <a:pt x="2875" y="6534"/>
                    </a:lnTo>
                    <a:lnTo>
                      <a:pt x="5262" y="21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5" name="Surface mesh patch"/>
              <p:cNvSpPr/>
              <p:nvPr/>
            </p:nvSpPr>
            <p:spPr>
              <a:xfrm>
                <a:off x="5848883" y="1257857"/>
                <a:ext cx="50120" cy="59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1">
                    <a:moveTo>
                      <a:pt x="0" y="4687"/>
                    </a:moveTo>
                    <a:lnTo>
                      <a:pt x="2875" y="6281"/>
                    </a:lnTo>
                    <a:lnTo>
                      <a:pt x="5262" y="21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ee1ec"/>
              </a:solidFill>
              <a:ln w="3334" cap="flat" cmpd="sng" algn="ctr">
                <a:solidFill>
                  <a:srgbClr val="dee1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6" name="Surface mesh patch"/>
              <p:cNvSpPr/>
              <p:nvPr/>
            </p:nvSpPr>
            <p:spPr>
              <a:xfrm>
                <a:off x="5899003" y="1238328"/>
                <a:ext cx="50120" cy="495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04">
                    <a:moveTo>
                      <a:pt x="0" y="4240"/>
                    </a:moveTo>
                    <a:lnTo>
                      <a:pt x="2875" y="5204"/>
                    </a:lnTo>
                    <a:lnTo>
                      <a:pt x="5262" y="15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3dfe2"/>
              </a:solidFill>
              <a:ln w="3334" cap="flat" cmpd="sng" algn="ctr">
                <a:solidFill>
                  <a:srgbClr val="e3df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7" name="Surface mesh patch"/>
              <p:cNvSpPr/>
              <p:nvPr/>
            </p:nvSpPr>
            <p:spPr>
              <a:xfrm>
                <a:off x="5949122" y="1219320"/>
                <a:ext cx="50120" cy="340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2">
                    <a:moveTo>
                      <a:pt x="0" y="3572"/>
                    </a:moveTo>
                    <a:lnTo>
                      <a:pt x="2875" y="3094"/>
                    </a:lnTo>
                    <a:lnTo>
                      <a:pt x="5262" y="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bd7"/>
              </a:solidFill>
              <a:ln w="3334" cap="flat" cmpd="sng" algn="ctr">
                <a:solidFill>
                  <a:srgbClr val="e8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8" name="Surface mesh patch"/>
              <p:cNvSpPr/>
              <p:nvPr/>
            </p:nvSpPr>
            <p:spPr>
              <a:xfrm>
                <a:off x="5999242" y="1175428"/>
                <a:ext cx="50120" cy="45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53">
                    <a:moveTo>
                      <a:pt x="0" y="4753"/>
                    </a:moveTo>
                    <a:lnTo>
                      <a:pt x="2875" y="1984"/>
                    </a:lnTo>
                    <a:lnTo>
                      <a:pt x="5262" y="0"/>
                    </a:lnTo>
                    <a:lnTo>
                      <a:pt x="2387" y="2069"/>
                    </a:lnTo>
                    <a:close/>
                  </a:path>
                </a:pathLst>
              </a:custGeom>
              <a:solidFill>
                <a:srgbClr val="f0d7c8"/>
              </a:solidFill>
              <a:ln w="3334" cap="flat" cmpd="sng" algn="ctr">
                <a:solidFill>
                  <a:srgbClr val="f0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9" name="Surface mesh patch"/>
              <p:cNvSpPr/>
              <p:nvPr/>
            </p:nvSpPr>
            <p:spPr>
              <a:xfrm>
                <a:off x="6049361" y="1116661"/>
                <a:ext cx="50120" cy="587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70">
                    <a:moveTo>
                      <a:pt x="0" y="6170"/>
                    </a:moveTo>
                    <a:lnTo>
                      <a:pt x="2875" y="610"/>
                    </a:lnTo>
                    <a:lnTo>
                      <a:pt x="5262" y="0"/>
                    </a:lnTo>
                    <a:lnTo>
                      <a:pt x="2387" y="4652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0" name="Surface mesh patch"/>
              <p:cNvSpPr/>
              <p:nvPr/>
            </p:nvSpPr>
            <p:spPr>
              <a:xfrm>
                <a:off x="6099481" y="1039882"/>
                <a:ext cx="50120" cy="76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73">
                    <a:moveTo>
                      <a:pt x="0" y="8061"/>
                    </a:moveTo>
                    <a:lnTo>
                      <a:pt x="2875" y="0"/>
                    </a:lnTo>
                    <a:lnTo>
                      <a:pt x="5262" y="1248"/>
                    </a:lnTo>
                    <a:lnTo>
                      <a:pt x="2387" y="8073"/>
                    </a:lnTo>
                    <a:close/>
                  </a:path>
                </a:pathLst>
              </a:custGeom>
              <a:solidFill>
                <a:srgbClr val="fbc2a5"/>
              </a:solidFill>
              <a:ln w="3334" cap="flat" cmpd="sng" algn="ctr">
                <a:solidFill>
                  <a:srgbClr val="fbc2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1" name="Surface mesh patch"/>
              <p:cNvSpPr/>
              <p:nvPr/>
            </p:nvSpPr>
            <p:spPr>
              <a:xfrm>
                <a:off x="6149601" y="963503"/>
                <a:ext cx="50120" cy="1064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79">
                    <a:moveTo>
                      <a:pt x="0" y="9266"/>
                    </a:moveTo>
                    <a:lnTo>
                      <a:pt x="2875" y="0"/>
                    </a:lnTo>
                    <a:lnTo>
                      <a:pt x="5262" y="3465"/>
                    </a:lnTo>
                    <a:lnTo>
                      <a:pt x="2387" y="11179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2" name="Surface mesh patch"/>
              <p:cNvSpPr/>
              <p:nvPr/>
            </p:nvSpPr>
            <p:spPr>
              <a:xfrm>
                <a:off x="6199720" y="915879"/>
                <a:ext cx="50120" cy="118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59">
                    <a:moveTo>
                      <a:pt x="0" y="8465"/>
                    </a:moveTo>
                    <a:lnTo>
                      <a:pt x="2875" y="0"/>
                    </a:lnTo>
                    <a:lnTo>
                      <a:pt x="5262" y="5647"/>
                    </a:lnTo>
                    <a:lnTo>
                      <a:pt x="2387" y="12459"/>
                    </a:lnTo>
                    <a:close/>
                  </a:path>
                </a:pathLst>
              </a:custGeom>
              <a:solidFill>
                <a:srgbClr val="faa98e"/>
              </a:solidFill>
              <a:ln w="3334" cap="flat" cmpd="sng" algn="ctr">
                <a:solidFill>
                  <a:srgbClr val="faa9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3" name="Surface mesh patch"/>
              <p:cNvSpPr/>
              <p:nvPr/>
            </p:nvSpPr>
            <p:spPr>
              <a:xfrm>
                <a:off x="6249840" y="915138"/>
                <a:ext cx="50120" cy="110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60">
                    <a:moveTo>
                      <a:pt x="0" y="5724"/>
                    </a:moveTo>
                    <a:lnTo>
                      <a:pt x="2875" y="0"/>
                    </a:lnTo>
                    <a:lnTo>
                      <a:pt x="5262" y="7221"/>
                    </a:lnTo>
                    <a:lnTo>
                      <a:pt x="2387" y="11560"/>
                    </a:lnTo>
                    <a:close/>
                  </a:path>
                </a:pathLst>
              </a:custGeom>
              <a:solidFill>
                <a:srgbClr val="faa88d"/>
              </a:solidFill>
              <a:ln w="3334" cap="flat" cmpd="sng" algn="ctr">
                <a:solidFill>
                  <a:srgbClr val="faa8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4" name="Surface mesh patch"/>
              <p:cNvSpPr/>
              <p:nvPr/>
            </p:nvSpPr>
            <p:spPr>
              <a:xfrm>
                <a:off x="6299960" y="965182"/>
                <a:ext cx="50120" cy="84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06">
                    <a:moveTo>
                      <a:pt x="0" y="1967"/>
                    </a:moveTo>
                    <a:lnTo>
                      <a:pt x="2875" y="0"/>
                    </a:lnTo>
                    <a:lnTo>
                      <a:pt x="5262" y="7709"/>
                    </a:lnTo>
                    <a:lnTo>
                      <a:pt x="2387" y="8906"/>
                    </a:lnTo>
                    <a:close/>
                  </a:path>
                </a:pathLst>
              </a:custGeom>
              <a:solidFill>
                <a:srgbClr val="fab196"/>
              </a:solidFill>
              <a:ln w="3334" cap="flat" cmpd="sng" algn="ctr">
                <a:solidFill>
                  <a:srgbClr val="fab1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5" name="Surface mesh patch"/>
              <p:cNvSpPr/>
              <p:nvPr/>
            </p:nvSpPr>
            <p:spPr>
              <a:xfrm>
                <a:off x="6350079" y="1038609"/>
                <a:ext cx="50120" cy="80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69">
                    <a:moveTo>
                      <a:pt x="0" y="0"/>
                    </a:moveTo>
                    <a:lnTo>
                      <a:pt x="2875" y="1488"/>
                    </a:lnTo>
                    <a:lnTo>
                      <a:pt x="5262" y="8469"/>
                    </a:lnTo>
                    <a:lnTo>
                      <a:pt x="2387" y="6967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6" name="Surface mesh patch"/>
              <p:cNvSpPr/>
              <p:nvPr/>
            </p:nvSpPr>
            <p:spPr>
              <a:xfrm>
                <a:off x="6400199" y="1119277"/>
                <a:ext cx="50120" cy="852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49">
                    <a:moveTo>
                      <a:pt x="0" y="0"/>
                    </a:moveTo>
                    <a:lnTo>
                      <a:pt x="2875" y="3620"/>
                    </a:lnTo>
                    <a:lnTo>
                      <a:pt x="5262" y="8949"/>
                    </a:lnTo>
                    <a:lnTo>
                      <a:pt x="2387" y="5941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7" name="Surface mesh patch"/>
              <p:cNvSpPr/>
              <p:nvPr/>
            </p:nvSpPr>
            <p:spPr>
              <a:xfrm>
                <a:off x="6450319" y="1204519"/>
                <a:ext cx="50120" cy="709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46">
                    <a:moveTo>
                      <a:pt x="0" y="0"/>
                    </a:moveTo>
                    <a:lnTo>
                      <a:pt x="2875" y="4151"/>
                    </a:lnTo>
                    <a:lnTo>
                      <a:pt x="5262" y="7446"/>
                    </a:lnTo>
                    <a:lnTo>
                      <a:pt x="2387" y="422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8" name="Surface mesh patch"/>
              <p:cNvSpPr/>
              <p:nvPr/>
            </p:nvSpPr>
            <p:spPr>
              <a:xfrm>
                <a:off x="6500438" y="1275443"/>
                <a:ext cx="50120" cy="4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90">
                    <a:moveTo>
                      <a:pt x="0" y="0"/>
                    </a:moveTo>
                    <a:lnTo>
                      <a:pt x="2875" y="3486"/>
                    </a:lnTo>
                    <a:lnTo>
                      <a:pt x="5262" y="4890"/>
                    </a:lnTo>
                    <a:lnTo>
                      <a:pt x="2387" y="233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9" name="Surface mesh patch"/>
              <p:cNvSpPr/>
              <p:nvPr/>
            </p:nvSpPr>
            <p:spPr>
              <a:xfrm>
                <a:off x="6550558" y="1322016"/>
                <a:ext cx="50120" cy="220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18">
                    <a:moveTo>
                      <a:pt x="0" y="0"/>
                    </a:moveTo>
                    <a:lnTo>
                      <a:pt x="2875" y="2318"/>
                    </a:lnTo>
                    <a:lnTo>
                      <a:pt x="5262" y="2291"/>
                    </a:lnTo>
                    <a:lnTo>
                      <a:pt x="2387" y="70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0" name="Surface mesh patch"/>
              <p:cNvSpPr/>
              <p:nvPr/>
            </p:nvSpPr>
            <p:spPr>
              <a:xfrm>
                <a:off x="6600678" y="1339401"/>
                <a:ext cx="50120" cy="161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">
                    <a:moveTo>
                      <a:pt x="0" y="466"/>
                    </a:moveTo>
                    <a:lnTo>
                      <a:pt x="2875" y="1700"/>
                    </a:lnTo>
                    <a:lnTo>
                      <a:pt x="5262" y="7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1" name="Surface mesh patch"/>
              <p:cNvSpPr/>
              <p:nvPr/>
            </p:nvSpPr>
            <p:spPr>
              <a:xfrm>
                <a:off x="5024237" y="1471542"/>
                <a:ext cx="50120" cy="267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10">
                    <a:moveTo>
                      <a:pt x="0" y="899"/>
                    </a:moveTo>
                    <a:lnTo>
                      <a:pt x="2875" y="2810"/>
                    </a:lnTo>
                    <a:lnTo>
                      <a:pt x="5262" y="19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2" name="Surface mesh patch"/>
              <p:cNvSpPr/>
              <p:nvPr/>
            </p:nvSpPr>
            <p:spPr>
              <a:xfrm>
                <a:off x="5074356" y="1480396"/>
                <a:ext cx="50120" cy="282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65">
                    <a:moveTo>
                      <a:pt x="0" y="999"/>
                    </a:moveTo>
                    <a:lnTo>
                      <a:pt x="2875" y="2965"/>
                    </a:lnTo>
                    <a:lnTo>
                      <a:pt x="5262" y="20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3" name="Surface mesh patch"/>
              <p:cNvSpPr/>
              <p:nvPr/>
            </p:nvSpPr>
            <p:spPr>
              <a:xfrm>
                <a:off x="5124476" y="1489418"/>
                <a:ext cx="50120" cy="303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6">
                    <a:moveTo>
                      <a:pt x="0" y="1085"/>
                    </a:moveTo>
                    <a:lnTo>
                      <a:pt x="2875" y="3186"/>
                    </a:lnTo>
                    <a:lnTo>
                      <a:pt x="5262" y="2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4" name="Surface mesh patch"/>
              <p:cNvSpPr/>
              <p:nvPr/>
            </p:nvSpPr>
            <p:spPr>
              <a:xfrm>
                <a:off x="5174596" y="1499211"/>
                <a:ext cx="50120" cy="326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4">
                    <a:moveTo>
                      <a:pt x="0" y="1181"/>
                    </a:moveTo>
                    <a:lnTo>
                      <a:pt x="2875" y="3424"/>
                    </a:lnTo>
                    <a:lnTo>
                      <a:pt x="5262" y="23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5" name="Surface mesh patch"/>
              <p:cNvSpPr/>
              <p:nvPr/>
            </p:nvSpPr>
            <p:spPr>
              <a:xfrm>
                <a:off x="5224715" y="1509262"/>
                <a:ext cx="50120" cy="34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11">
                    <a:moveTo>
                      <a:pt x="0" y="1317"/>
                    </a:moveTo>
                    <a:lnTo>
                      <a:pt x="2875" y="3611"/>
                    </a:lnTo>
                    <a:lnTo>
                      <a:pt x="5262" y="2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6" name="Surface mesh patch"/>
              <p:cNvSpPr/>
              <p:nvPr/>
            </p:nvSpPr>
            <p:spPr>
              <a:xfrm>
                <a:off x="5274835" y="1517881"/>
                <a:ext cx="50120" cy="35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1">
                    <a:moveTo>
                      <a:pt x="0" y="1515"/>
                    </a:moveTo>
                    <a:lnTo>
                      <a:pt x="2875" y="3691"/>
                    </a:lnTo>
                    <a:lnTo>
                      <a:pt x="5262" y="22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7" name="Surface mesh patch"/>
              <p:cNvSpPr/>
              <p:nvPr/>
            </p:nvSpPr>
            <p:spPr>
              <a:xfrm>
                <a:off x="5324955" y="1522705"/>
                <a:ext cx="50120" cy="34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48">
                    <a:moveTo>
                      <a:pt x="0" y="1776"/>
                    </a:moveTo>
                    <a:lnTo>
                      <a:pt x="2875" y="3648"/>
                    </a:lnTo>
                    <a:lnTo>
                      <a:pt x="5262" y="19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7fd"/>
              </a:solidFill>
              <a:ln w="3334" cap="flat" cmpd="sng" algn="ctr">
                <a:solidFill>
                  <a:srgbClr val="9b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8" name="Surface mesh patch"/>
              <p:cNvSpPr/>
              <p:nvPr/>
            </p:nvSpPr>
            <p:spPr>
              <a:xfrm>
                <a:off x="5375074" y="1521543"/>
                <a:ext cx="50120" cy="334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16">
                    <a:moveTo>
                      <a:pt x="0" y="2080"/>
                    </a:moveTo>
                    <a:lnTo>
                      <a:pt x="2875" y="3516"/>
                    </a:lnTo>
                    <a:lnTo>
                      <a:pt x="5262" y="15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9" name="Surface mesh patch"/>
              <p:cNvSpPr/>
              <p:nvPr/>
            </p:nvSpPr>
            <p:spPr>
              <a:xfrm>
                <a:off x="5425194" y="1513134"/>
                <a:ext cx="50120" cy="32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3">
                    <a:moveTo>
                      <a:pt x="0" y="2395"/>
                    </a:moveTo>
                    <a:lnTo>
                      <a:pt x="2875" y="3373"/>
                    </a:lnTo>
                    <a:lnTo>
                      <a:pt x="5262" y="10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0" name="Surface mesh patch"/>
              <p:cNvSpPr/>
              <p:nvPr/>
            </p:nvSpPr>
            <p:spPr>
              <a:xfrm>
                <a:off x="5475314" y="1497449"/>
                <a:ext cx="50120" cy="31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14">
                    <a:moveTo>
                      <a:pt x="0" y="2705"/>
                    </a:moveTo>
                    <a:lnTo>
                      <a:pt x="2875" y="3314"/>
                    </a:lnTo>
                    <a:lnTo>
                      <a:pt x="5262" y="7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1" name="Surface mesh patch"/>
              <p:cNvSpPr/>
              <p:nvPr/>
            </p:nvSpPr>
            <p:spPr>
              <a:xfrm>
                <a:off x="5525433" y="1475473"/>
                <a:ext cx="50120" cy="32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16">
                    <a:moveTo>
                      <a:pt x="0" y="3010"/>
                    </a:moveTo>
                    <a:lnTo>
                      <a:pt x="2875" y="3416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2" name="Surface mesh patch"/>
              <p:cNvSpPr/>
              <p:nvPr/>
            </p:nvSpPr>
            <p:spPr>
              <a:xfrm>
                <a:off x="5575553" y="1448729"/>
                <a:ext cx="50120" cy="35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7">
                    <a:moveTo>
                      <a:pt x="0" y="3327"/>
                    </a:moveTo>
                    <a:lnTo>
                      <a:pt x="2875" y="3717"/>
                    </a:lnTo>
                    <a:lnTo>
                      <a:pt x="5262" y="5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3" name="Surface mesh patch"/>
              <p:cNvSpPr/>
              <p:nvPr/>
            </p:nvSpPr>
            <p:spPr>
              <a:xfrm>
                <a:off x="5625672" y="1418893"/>
                <a:ext cx="50120" cy="399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6">
                    <a:moveTo>
                      <a:pt x="0" y="3664"/>
                    </a:moveTo>
                    <a:lnTo>
                      <a:pt x="2875" y="4196"/>
                    </a:lnTo>
                    <a:lnTo>
                      <a:pt x="5262" y="7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4" name="Surface mesh patch"/>
              <p:cNvSpPr/>
              <p:nvPr/>
            </p:nvSpPr>
            <p:spPr>
              <a:xfrm>
                <a:off x="5675792" y="1387695"/>
                <a:ext cx="50120" cy="45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74">
                    <a:moveTo>
                      <a:pt x="0" y="3996"/>
                    </a:moveTo>
                    <a:lnTo>
                      <a:pt x="2875" y="4774"/>
                    </a:lnTo>
                    <a:lnTo>
                      <a:pt x="5262" y="1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5" name="Surface mesh patch"/>
              <p:cNvSpPr/>
              <p:nvPr/>
            </p:nvSpPr>
            <p:spPr>
              <a:xfrm>
                <a:off x="5725912" y="1356926"/>
                <a:ext cx="50120" cy="506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13">
                    <a:moveTo>
                      <a:pt x="0" y="4267"/>
                    </a:moveTo>
                    <a:lnTo>
                      <a:pt x="2875" y="5313"/>
                    </a:lnTo>
                    <a:lnTo>
                      <a:pt x="5262" y="1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6" name="Surface mesh patch"/>
              <p:cNvSpPr/>
              <p:nvPr/>
            </p:nvSpPr>
            <p:spPr>
              <a:xfrm>
                <a:off x="5776031" y="1328245"/>
                <a:ext cx="50120" cy="53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20">
                    <a:moveTo>
                      <a:pt x="0" y="4404"/>
                    </a:moveTo>
                    <a:lnTo>
                      <a:pt x="2875" y="5620"/>
                    </a:lnTo>
                    <a:lnTo>
                      <a:pt x="5262" y="16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7" name="Surface mesh patch"/>
              <p:cNvSpPr/>
              <p:nvPr/>
            </p:nvSpPr>
            <p:spPr>
              <a:xfrm>
                <a:off x="5826151" y="1302500"/>
                <a:ext cx="50120" cy="519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9">
                    <a:moveTo>
                      <a:pt x="0" y="4352"/>
                    </a:moveTo>
                    <a:lnTo>
                      <a:pt x="2875" y="5459"/>
                    </a:lnTo>
                    <a:lnTo>
                      <a:pt x="5262" y="15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8" name="Surface mesh patch"/>
              <p:cNvSpPr/>
              <p:nvPr/>
            </p:nvSpPr>
            <p:spPr>
              <a:xfrm>
                <a:off x="5876271" y="1278718"/>
                <a:ext cx="50120" cy="434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58">
                    <a:moveTo>
                      <a:pt x="0" y="4091"/>
                    </a:moveTo>
                    <a:lnTo>
                      <a:pt x="2875" y="4558"/>
                    </a:lnTo>
                    <a:lnTo>
                      <a:pt x="5262" y="9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9" name="Surface mesh patch"/>
              <p:cNvSpPr/>
              <p:nvPr/>
            </p:nvSpPr>
            <p:spPr>
              <a:xfrm>
                <a:off x="5926390" y="1248792"/>
                <a:ext cx="50120" cy="391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6">
                    <a:moveTo>
                      <a:pt x="0" y="4106"/>
                    </a:moveTo>
                    <a:lnTo>
                      <a:pt x="2875" y="3141"/>
                    </a:lnTo>
                    <a:lnTo>
                      <a:pt x="5262" y="0"/>
                    </a:lnTo>
                    <a:lnTo>
                      <a:pt x="2387" y="478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0" name="Surface mesh patch"/>
              <p:cNvSpPr/>
              <p:nvPr/>
            </p:nvSpPr>
            <p:spPr>
              <a:xfrm>
                <a:off x="5976510" y="1194329"/>
                <a:ext cx="50120" cy="544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18">
                    <a:moveTo>
                      <a:pt x="0" y="5718"/>
                    </a:moveTo>
                    <a:lnTo>
                      <a:pt x="2875" y="2425"/>
                    </a:lnTo>
                    <a:lnTo>
                      <a:pt x="5262" y="0"/>
                    </a:lnTo>
                    <a:lnTo>
                      <a:pt x="2387" y="2768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1" name="Surface mesh patch"/>
              <p:cNvSpPr/>
              <p:nvPr/>
            </p:nvSpPr>
            <p:spPr>
              <a:xfrm>
                <a:off x="6026630" y="1122469"/>
                <a:ext cx="50120" cy="718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44">
                    <a:moveTo>
                      <a:pt x="0" y="7544"/>
                    </a:moveTo>
                    <a:lnTo>
                      <a:pt x="2875" y="1295"/>
                    </a:lnTo>
                    <a:lnTo>
                      <a:pt x="5262" y="0"/>
                    </a:lnTo>
                    <a:lnTo>
                      <a:pt x="2387" y="5560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2" name="Surface mesh patch"/>
              <p:cNvSpPr/>
              <p:nvPr/>
            </p:nvSpPr>
            <p:spPr>
              <a:xfrm>
                <a:off x="6076749" y="1036155"/>
                <a:ext cx="50120" cy="86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2">
                    <a:moveTo>
                      <a:pt x="0" y="9062"/>
                    </a:moveTo>
                    <a:lnTo>
                      <a:pt x="2875" y="0"/>
                    </a:lnTo>
                    <a:lnTo>
                      <a:pt x="5262" y="391"/>
                    </a:lnTo>
                    <a:lnTo>
                      <a:pt x="2387" y="8452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3" name="Surface mesh patch"/>
              <p:cNvSpPr/>
              <p:nvPr/>
            </p:nvSpPr>
            <p:spPr>
              <a:xfrm>
                <a:off x="6126869" y="938677"/>
                <a:ext cx="50120" cy="1130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73">
                    <a:moveTo>
                      <a:pt x="0" y="10625"/>
                    </a:moveTo>
                    <a:lnTo>
                      <a:pt x="2875" y="0"/>
                    </a:lnTo>
                    <a:lnTo>
                      <a:pt x="5262" y="2606"/>
                    </a:lnTo>
                    <a:lnTo>
                      <a:pt x="2387" y="11873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4" name="Surface mesh patch"/>
              <p:cNvSpPr/>
              <p:nvPr/>
            </p:nvSpPr>
            <p:spPr>
              <a:xfrm>
                <a:off x="6176989" y="868059"/>
                <a:ext cx="50120" cy="128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86">
                    <a:moveTo>
                      <a:pt x="0" y="10020"/>
                    </a:moveTo>
                    <a:lnTo>
                      <a:pt x="2875" y="0"/>
                    </a:lnTo>
                    <a:lnTo>
                      <a:pt x="5262" y="5020"/>
                    </a:lnTo>
                    <a:lnTo>
                      <a:pt x="2387" y="13486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5" name="Surface mesh patch"/>
              <p:cNvSpPr/>
              <p:nvPr/>
            </p:nvSpPr>
            <p:spPr>
              <a:xfrm>
                <a:off x="6227108" y="848091"/>
                <a:ext cx="50120" cy="121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4">
                    <a:moveTo>
                      <a:pt x="0" y="7117"/>
                    </a:moveTo>
                    <a:lnTo>
                      <a:pt x="2875" y="0"/>
                    </a:lnTo>
                    <a:lnTo>
                      <a:pt x="5262" y="7039"/>
                    </a:lnTo>
                    <a:lnTo>
                      <a:pt x="2387" y="12764"/>
                    </a:lnTo>
                    <a:close/>
                  </a:path>
                </a:pathLst>
              </a:custGeom>
              <a:solidFill>
                <a:srgbClr val="fa967b"/>
              </a:solidFill>
              <a:ln w="3334" cap="flat" cmpd="sng" algn="ctr">
                <a:solidFill>
                  <a:srgbClr val="fa967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6" name="Surface mesh patch"/>
              <p:cNvSpPr/>
              <p:nvPr/>
            </p:nvSpPr>
            <p:spPr>
              <a:xfrm>
                <a:off x="6277228" y="888481"/>
                <a:ext cx="50120" cy="95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20">
                    <a:moveTo>
                      <a:pt x="0" y="2799"/>
                    </a:moveTo>
                    <a:lnTo>
                      <a:pt x="2875" y="0"/>
                    </a:lnTo>
                    <a:lnTo>
                      <a:pt x="5262" y="8053"/>
                    </a:lnTo>
                    <a:lnTo>
                      <a:pt x="2387" y="10020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7" name="Surface mesh patch"/>
              <p:cNvSpPr/>
              <p:nvPr/>
            </p:nvSpPr>
            <p:spPr>
              <a:xfrm>
                <a:off x="6327347" y="965182"/>
                <a:ext cx="50120" cy="87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97">
                    <a:moveTo>
                      <a:pt x="0" y="0"/>
                    </a:moveTo>
                    <a:lnTo>
                      <a:pt x="2875" y="1440"/>
                    </a:lnTo>
                    <a:lnTo>
                      <a:pt x="5262" y="9197"/>
                    </a:lnTo>
                    <a:lnTo>
                      <a:pt x="2387" y="7709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8" name="Surface mesh patch"/>
              <p:cNvSpPr/>
              <p:nvPr/>
            </p:nvSpPr>
            <p:spPr>
              <a:xfrm>
                <a:off x="6377467" y="1052779"/>
                <a:ext cx="50120" cy="10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01">
                    <a:moveTo>
                      <a:pt x="0" y="0"/>
                    </a:moveTo>
                    <a:lnTo>
                      <a:pt x="2875" y="4288"/>
                    </a:lnTo>
                    <a:lnTo>
                      <a:pt x="5262" y="10601"/>
                    </a:lnTo>
                    <a:lnTo>
                      <a:pt x="2387" y="6981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9" name="Surface mesh patch"/>
              <p:cNvSpPr/>
              <p:nvPr/>
            </p:nvSpPr>
            <p:spPr>
              <a:xfrm>
                <a:off x="6427587" y="1153757"/>
                <a:ext cx="50120" cy="902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0">
                    <a:moveTo>
                      <a:pt x="0" y="0"/>
                    </a:moveTo>
                    <a:lnTo>
                      <a:pt x="2875" y="5231"/>
                    </a:lnTo>
                    <a:lnTo>
                      <a:pt x="5262" y="9480"/>
                    </a:lnTo>
                    <a:lnTo>
                      <a:pt x="2387" y="5329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0" name="Surface mesh patch"/>
              <p:cNvSpPr/>
              <p:nvPr/>
            </p:nvSpPr>
            <p:spPr>
              <a:xfrm>
                <a:off x="6477706" y="1244056"/>
                <a:ext cx="50120" cy="64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1">
                    <a:moveTo>
                      <a:pt x="0" y="0"/>
                    </a:moveTo>
                    <a:lnTo>
                      <a:pt x="2875" y="4618"/>
                    </a:lnTo>
                    <a:lnTo>
                      <a:pt x="5262" y="6781"/>
                    </a:lnTo>
                    <a:lnTo>
                      <a:pt x="2387" y="3295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1" name="Surface mesh patch"/>
              <p:cNvSpPr/>
              <p:nvPr/>
            </p:nvSpPr>
            <p:spPr>
              <a:xfrm>
                <a:off x="6527826" y="1308643"/>
                <a:ext cx="50120" cy="354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22">
                    <a:moveTo>
                      <a:pt x="0" y="0"/>
                    </a:moveTo>
                    <a:lnTo>
                      <a:pt x="2875" y="3241"/>
                    </a:lnTo>
                    <a:lnTo>
                      <a:pt x="5262" y="3722"/>
                    </a:lnTo>
                    <a:lnTo>
                      <a:pt x="2387" y="1404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2" name="Surface mesh patch"/>
              <p:cNvSpPr/>
              <p:nvPr/>
            </p:nvSpPr>
            <p:spPr>
              <a:xfrm>
                <a:off x="6577946" y="1343838"/>
                <a:ext cx="50120" cy="17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0">
                    <a:moveTo>
                      <a:pt x="0" y="27"/>
                    </a:moveTo>
                    <a:lnTo>
                      <a:pt x="2875" y="1870"/>
                    </a:lnTo>
                    <a:lnTo>
                      <a:pt x="5262" y="12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3" name="Surface mesh patch"/>
              <p:cNvSpPr/>
              <p:nvPr/>
            </p:nvSpPr>
            <p:spPr>
              <a:xfrm>
                <a:off x="6628065" y="1346847"/>
                <a:ext cx="50120" cy="168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1">
                    <a:moveTo>
                      <a:pt x="0" y="918"/>
                    </a:moveTo>
                    <a:lnTo>
                      <a:pt x="2875" y="1771"/>
                    </a:lnTo>
                    <a:lnTo>
                      <a:pt x="5262" y="5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4" name="Surface mesh patch"/>
              <p:cNvSpPr/>
              <p:nvPr/>
            </p:nvSpPr>
            <p:spPr>
              <a:xfrm>
                <a:off x="5001505" y="1480101"/>
                <a:ext cx="50120" cy="25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1">
                    <a:moveTo>
                      <a:pt x="0" y="807"/>
                    </a:moveTo>
                    <a:lnTo>
                      <a:pt x="2875" y="2701"/>
                    </a:lnTo>
                    <a:lnTo>
                      <a:pt x="5262" y="19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5" name="Surface mesh patch"/>
              <p:cNvSpPr/>
              <p:nvPr/>
            </p:nvSpPr>
            <p:spPr>
              <a:xfrm>
                <a:off x="5051625" y="1489908"/>
                <a:ext cx="50120" cy="264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6">
                    <a:moveTo>
                      <a:pt x="0" y="882"/>
                    </a:moveTo>
                    <a:lnTo>
                      <a:pt x="2875" y="2776"/>
                    </a:lnTo>
                    <a:lnTo>
                      <a:pt x="5262" y="19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6" name="Surface mesh patch"/>
              <p:cNvSpPr/>
              <p:nvPr/>
            </p:nvSpPr>
            <p:spPr>
              <a:xfrm>
                <a:off x="5101744" y="1499756"/>
                <a:ext cx="50120" cy="277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10">
                    <a:moveTo>
                      <a:pt x="0" y="932"/>
                    </a:moveTo>
                    <a:lnTo>
                      <a:pt x="2875" y="2910"/>
                    </a:lnTo>
                    <a:lnTo>
                      <a:pt x="5262" y="21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7" name="Surface mesh patch"/>
              <p:cNvSpPr/>
              <p:nvPr/>
            </p:nvSpPr>
            <p:spPr>
              <a:xfrm>
                <a:off x="5151864" y="1510461"/>
                <a:ext cx="50120" cy="292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66">
                    <a:moveTo>
                      <a:pt x="0" y="977"/>
                    </a:moveTo>
                    <a:lnTo>
                      <a:pt x="2875" y="3066"/>
                    </a:lnTo>
                    <a:lnTo>
                      <a:pt x="5262" y="22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8" name="Surface mesh patch"/>
              <p:cNvSpPr/>
              <p:nvPr/>
            </p:nvSpPr>
            <p:spPr>
              <a:xfrm>
                <a:off x="5201983" y="1521805"/>
                <a:ext cx="50120" cy="30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8">
                    <a:moveTo>
                      <a:pt x="0" y="1052"/>
                    </a:moveTo>
                    <a:lnTo>
                      <a:pt x="2875" y="3188"/>
                    </a:lnTo>
                    <a:lnTo>
                      <a:pt x="5262" y="22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9" name="Surface mesh patch"/>
              <p:cNvSpPr/>
              <p:nvPr/>
            </p:nvSpPr>
            <p:spPr>
              <a:xfrm>
                <a:off x="5252103" y="1532311"/>
                <a:ext cx="50120" cy="30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7">
                    <a:moveTo>
                      <a:pt x="0" y="1192"/>
                    </a:moveTo>
                    <a:lnTo>
                      <a:pt x="2875" y="3227"/>
                    </a:lnTo>
                    <a:lnTo>
                      <a:pt x="5262" y="21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0" name="Surface mesh patch"/>
              <p:cNvSpPr/>
              <p:nvPr/>
            </p:nvSpPr>
            <p:spPr>
              <a:xfrm>
                <a:off x="5302223" y="1539624"/>
                <a:ext cx="50120" cy="30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66">
                    <a:moveTo>
                      <a:pt x="0" y="1409"/>
                    </a:moveTo>
                    <a:lnTo>
                      <a:pt x="2875" y="3166"/>
                    </a:lnTo>
                    <a:lnTo>
                      <a:pt x="5262" y="18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1" name="Surface mesh patch"/>
              <p:cNvSpPr/>
              <p:nvPr/>
            </p:nvSpPr>
            <p:spPr>
              <a:xfrm>
                <a:off x="5352342" y="1541351"/>
                <a:ext cx="50120" cy="288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32">
                    <a:moveTo>
                      <a:pt x="0" y="1690"/>
                    </a:moveTo>
                    <a:lnTo>
                      <a:pt x="2875" y="3032"/>
                    </a:lnTo>
                    <a:lnTo>
                      <a:pt x="5262" y="1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2" name="Surface mesh patch"/>
              <p:cNvSpPr/>
              <p:nvPr/>
            </p:nvSpPr>
            <p:spPr>
              <a:xfrm>
                <a:off x="5402462" y="1535949"/>
                <a:ext cx="50120" cy="27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4">
                    <a:moveTo>
                      <a:pt x="0" y="2004"/>
                    </a:moveTo>
                    <a:lnTo>
                      <a:pt x="2875" y="2894"/>
                    </a:lnTo>
                    <a:lnTo>
                      <a:pt x="5262" y="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3" name="Surface mesh patch"/>
              <p:cNvSpPr/>
              <p:nvPr/>
            </p:nvSpPr>
            <p:spPr>
              <a:xfrm>
                <a:off x="5452582" y="1523210"/>
                <a:ext cx="50120" cy="26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0">
                    <a:moveTo>
                      <a:pt x="0" y="2315"/>
                    </a:moveTo>
                    <a:lnTo>
                      <a:pt x="2875" y="2830"/>
                    </a:lnTo>
                    <a:lnTo>
                      <a:pt x="5262" y="6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4" name="Surface mesh patch"/>
              <p:cNvSpPr/>
              <p:nvPr/>
            </p:nvSpPr>
            <p:spPr>
              <a:xfrm>
                <a:off x="5502701" y="1504143"/>
                <a:ext cx="50120" cy="27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09">
                    <a:moveTo>
                      <a:pt x="0" y="2611"/>
                    </a:moveTo>
                    <a:lnTo>
                      <a:pt x="2875" y="2909"/>
                    </a:lnTo>
                    <a:lnTo>
                      <a:pt x="5262" y="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5" name="Surface mesh patch"/>
              <p:cNvSpPr/>
              <p:nvPr/>
            </p:nvSpPr>
            <p:spPr>
              <a:xfrm>
                <a:off x="5552821" y="1480422"/>
                <a:ext cx="50120" cy="300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8">
                    <a:moveTo>
                      <a:pt x="0" y="2896"/>
                    </a:moveTo>
                    <a:lnTo>
                      <a:pt x="2875" y="3158"/>
                    </a:lnTo>
                    <a:lnTo>
                      <a:pt x="5262" y="3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6" name="Surface mesh patch"/>
              <p:cNvSpPr/>
              <p:nvPr/>
            </p:nvSpPr>
            <p:spPr>
              <a:xfrm>
                <a:off x="5602941" y="1453793"/>
                <a:ext cx="50120" cy="339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0">
                    <a:moveTo>
                      <a:pt x="0" y="3185"/>
                    </a:moveTo>
                    <a:lnTo>
                      <a:pt x="2875" y="3560"/>
                    </a:lnTo>
                    <a:lnTo>
                      <a:pt x="5262" y="5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7" name="Surface mesh patch"/>
              <p:cNvSpPr/>
              <p:nvPr/>
            </p:nvSpPr>
            <p:spPr>
              <a:xfrm>
                <a:off x="5653060" y="1425760"/>
                <a:ext cx="50120" cy="385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50">
                    <a:moveTo>
                      <a:pt x="0" y="3475"/>
                    </a:moveTo>
                    <a:lnTo>
                      <a:pt x="2875" y="4050"/>
                    </a:lnTo>
                    <a:lnTo>
                      <a:pt x="5262" y="7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8" name="Surface mesh patch"/>
              <p:cNvSpPr/>
              <p:nvPr/>
            </p:nvSpPr>
            <p:spPr>
              <a:xfrm>
                <a:off x="5703180" y="1397572"/>
                <a:ext cx="50120" cy="430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17">
                    <a:moveTo>
                      <a:pt x="0" y="3737"/>
                    </a:moveTo>
                    <a:lnTo>
                      <a:pt x="2875" y="4517"/>
                    </a:lnTo>
                    <a:lnTo>
                      <a:pt x="5262" y="10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9" name="Surface mesh patch"/>
              <p:cNvSpPr/>
              <p:nvPr/>
            </p:nvSpPr>
            <p:spPr>
              <a:xfrm>
                <a:off x="5753300" y="1370197"/>
                <a:ext cx="50120" cy="45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4">
                    <a:moveTo>
                      <a:pt x="0" y="3920"/>
                    </a:moveTo>
                    <a:lnTo>
                      <a:pt x="2875" y="4804"/>
                    </a:lnTo>
                    <a:lnTo>
                      <a:pt x="5262" y="12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0" name="Surface mesh patch"/>
              <p:cNvSpPr/>
              <p:nvPr/>
            </p:nvSpPr>
            <p:spPr>
              <a:xfrm>
                <a:off x="5803419" y="1343954"/>
                <a:ext cx="50120" cy="448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5">
                    <a:moveTo>
                      <a:pt x="0" y="3971"/>
                    </a:moveTo>
                    <a:lnTo>
                      <a:pt x="2875" y="4705"/>
                    </a:lnTo>
                    <a:lnTo>
                      <a:pt x="5262" y="1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1" name="Surface mesh patch"/>
              <p:cNvSpPr/>
              <p:nvPr/>
            </p:nvSpPr>
            <p:spPr>
              <a:xfrm>
                <a:off x="5853539" y="1317688"/>
                <a:ext cx="50120" cy="37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0">
                    <a:moveTo>
                      <a:pt x="0" y="3864"/>
                    </a:moveTo>
                    <a:lnTo>
                      <a:pt x="2875" y="3960"/>
                    </a:lnTo>
                    <a:lnTo>
                      <a:pt x="5262" y="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2" name="Surface mesh patch"/>
              <p:cNvSpPr/>
              <p:nvPr/>
            </p:nvSpPr>
            <p:spPr>
              <a:xfrm>
                <a:off x="5903658" y="1278708"/>
                <a:ext cx="50120" cy="434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59">
                    <a:moveTo>
                      <a:pt x="0" y="4559"/>
                    </a:moveTo>
                    <a:lnTo>
                      <a:pt x="2875" y="3258"/>
                    </a:lnTo>
                    <a:lnTo>
                      <a:pt x="5262" y="0"/>
                    </a:lnTo>
                    <a:lnTo>
                      <a:pt x="2387" y="965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3" name="Surface mesh patch"/>
              <p:cNvSpPr/>
              <p:nvPr/>
            </p:nvSpPr>
            <p:spPr>
              <a:xfrm>
                <a:off x="5953778" y="1217427"/>
                <a:ext cx="50120" cy="61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4">
                    <a:moveTo>
                      <a:pt x="0" y="6434"/>
                    </a:moveTo>
                    <a:lnTo>
                      <a:pt x="2875" y="2815"/>
                    </a:lnTo>
                    <a:lnTo>
                      <a:pt x="5262" y="0"/>
                    </a:lnTo>
                    <a:lnTo>
                      <a:pt x="2387" y="3293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4" name="Surface mesh patch"/>
              <p:cNvSpPr/>
              <p:nvPr/>
            </p:nvSpPr>
            <p:spPr>
              <a:xfrm>
                <a:off x="6003898" y="1134804"/>
                <a:ext cx="50120" cy="826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4">
                    <a:moveTo>
                      <a:pt x="0" y="8674"/>
                    </a:moveTo>
                    <a:lnTo>
                      <a:pt x="2875" y="1997"/>
                    </a:lnTo>
                    <a:lnTo>
                      <a:pt x="5262" y="0"/>
                    </a:lnTo>
                    <a:lnTo>
                      <a:pt x="2387" y="6249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5" name="Surface mesh patch"/>
              <p:cNvSpPr/>
              <p:nvPr/>
            </p:nvSpPr>
            <p:spPr>
              <a:xfrm>
                <a:off x="6054017" y="1036155"/>
                <a:ext cx="50120" cy="98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57">
                    <a:moveTo>
                      <a:pt x="0" y="10357"/>
                    </a:moveTo>
                    <a:lnTo>
                      <a:pt x="2875" y="601"/>
                    </a:lnTo>
                    <a:lnTo>
                      <a:pt x="5262" y="0"/>
                    </a:lnTo>
                    <a:lnTo>
                      <a:pt x="2387" y="9062"/>
                    </a:lnTo>
                    <a:close/>
                  </a:path>
                </a:pathLst>
              </a:custGeom>
              <a:solidFill>
                <a:srgbClr val="fbbda1"/>
              </a:solidFill>
              <a:ln w="3334" cap="flat" cmpd="sng" algn="ctr">
                <a:solidFill>
                  <a:srgbClr val="fbbd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6" name="Surface mesh patch"/>
              <p:cNvSpPr/>
              <p:nvPr/>
            </p:nvSpPr>
            <p:spPr>
              <a:xfrm>
                <a:off x="6104137" y="924818"/>
                <a:ext cx="50120" cy="1150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80">
                    <a:moveTo>
                      <a:pt x="0" y="11689"/>
                    </a:moveTo>
                    <a:lnTo>
                      <a:pt x="2875" y="0"/>
                    </a:lnTo>
                    <a:lnTo>
                      <a:pt x="5262" y="1455"/>
                    </a:lnTo>
                    <a:lnTo>
                      <a:pt x="2387" y="1208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7" name="Surface mesh patch"/>
              <p:cNvSpPr/>
              <p:nvPr/>
            </p:nvSpPr>
            <p:spPr>
              <a:xfrm>
                <a:off x="6154257" y="830417"/>
                <a:ext cx="50120" cy="133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72">
                    <a:moveTo>
                      <a:pt x="0" y="11366"/>
                    </a:moveTo>
                    <a:lnTo>
                      <a:pt x="2875" y="0"/>
                    </a:lnTo>
                    <a:lnTo>
                      <a:pt x="5262" y="3952"/>
                    </a:lnTo>
                    <a:lnTo>
                      <a:pt x="2387" y="13972"/>
                    </a:lnTo>
                    <a:close/>
                  </a:path>
                </a:pathLst>
              </a:custGeom>
              <a:solidFill>
                <a:srgbClr val="f68d75"/>
              </a:solidFill>
              <a:ln w="3334" cap="flat" cmpd="sng" algn="ctr">
                <a:solidFill>
                  <a:srgbClr val="f68d7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8" name="Surface mesh patch"/>
              <p:cNvSpPr/>
              <p:nvPr/>
            </p:nvSpPr>
            <p:spPr>
              <a:xfrm>
                <a:off x="6204376" y="787817"/>
                <a:ext cx="50120" cy="128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45">
                    <a:moveTo>
                      <a:pt x="0" y="8424"/>
                    </a:moveTo>
                    <a:lnTo>
                      <a:pt x="2875" y="0"/>
                    </a:lnTo>
                    <a:lnTo>
                      <a:pt x="5262" y="6328"/>
                    </a:lnTo>
                    <a:lnTo>
                      <a:pt x="2387" y="13445"/>
                    </a:lnTo>
                    <a:close/>
                  </a:path>
                </a:pathLst>
              </a:custGeom>
              <a:solidFill>
                <a:srgbClr val="ed7968"/>
              </a:solidFill>
              <a:ln w="3334" cap="flat" cmpd="sng" algn="ctr">
                <a:solidFill>
                  <a:srgbClr val="ed796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9" name="Surface mesh patch"/>
              <p:cNvSpPr/>
              <p:nvPr/>
            </p:nvSpPr>
            <p:spPr>
              <a:xfrm>
                <a:off x="6254496" y="813399"/>
                <a:ext cx="50120" cy="101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81">
                    <a:moveTo>
                      <a:pt x="0" y="3642"/>
                    </a:moveTo>
                    <a:lnTo>
                      <a:pt x="2875" y="0"/>
                    </a:lnTo>
                    <a:lnTo>
                      <a:pt x="5262" y="7883"/>
                    </a:lnTo>
                    <a:lnTo>
                      <a:pt x="2387" y="10681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0" name="Surface mesh patch"/>
              <p:cNvSpPr/>
              <p:nvPr/>
            </p:nvSpPr>
            <p:spPr>
              <a:xfrm>
                <a:off x="6304616" y="888481"/>
                <a:ext cx="50120" cy="904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3">
                    <a:moveTo>
                      <a:pt x="0" y="0"/>
                    </a:moveTo>
                    <a:lnTo>
                      <a:pt x="2875" y="1364"/>
                    </a:lnTo>
                    <a:lnTo>
                      <a:pt x="5262" y="9493"/>
                    </a:lnTo>
                    <a:lnTo>
                      <a:pt x="2387" y="8053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1" name="Surface mesh patch"/>
              <p:cNvSpPr/>
              <p:nvPr/>
            </p:nvSpPr>
            <p:spPr>
              <a:xfrm>
                <a:off x="6354735" y="978899"/>
                <a:ext cx="50120" cy="114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44">
                    <a:moveTo>
                      <a:pt x="0" y="0"/>
                    </a:moveTo>
                    <a:lnTo>
                      <a:pt x="2875" y="4990"/>
                    </a:lnTo>
                    <a:lnTo>
                      <a:pt x="5262" y="12044"/>
                    </a:lnTo>
                    <a:lnTo>
                      <a:pt x="2387" y="7756"/>
                    </a:lnTo>
                    <a:close/>
                  </a:path>
                </a:pathLst>
              </a:custGeom>
              <a:solidFill>
                <a:srgbClr val="fbb498"/>
              </a:solidFill>
              <a:ln w="3334" cap="flat" cmpd="sng" algn="ctr">
                <a:solidFill>
                  <a:srgbClr val="fbb49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2" name="Surface mesh patch"/>
              <p:cNvSpPr/>
              <p:nvPr/>
            </p:nvSpPr>
            <p:spPr>
              <a:xfrm>
                <a:off x="6404855" y="1093617"/>
                <a:ext cx="50120" cy="109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45">
                    <a:moveTo>
                      <a:pt x="0" y="0"/>
                    </a:moveTo>
                    <a:lnTo>
                      <a:pt x="2875" y="6440"/>
                    </a:lnTo>
                    <a:lnTo>
                      <a:pt x="5262" y="11545"/>
                    </a:lnTo>
                    <a:lnTo>
                      <a:pt x="2387" y="6314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3" name="Surface mesh patch"/>
              <p:cNvSpPr/>
              <p:nvPr/>
            </p:nvSpPr>
            <p:spPr>
              <a:xfrm>
                <a:off x="6454975" y="1203585"/>
                <a:ext cx="50120" cy="84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67">
                    <a:moveTo>
                      <a:pt x="0" y="0"/>
                    </a:moveTo>
                    <a:lnTo>
                      <a:pt x="2875" y="5945"/>
                    </a:lnTo>
                    <a:lnTo>
                      <a:pt x="5262" y="8867"/>
                    </a:lnTo>
                    <a:lnTo>
                      <a:pt x="2387" y="4249"/>
                    </a:lnTo>
                    <a:close/>
                  </a:path>
                </a:pathLst>
              </a:custGeom>
              <a:solidFill>
                <a:srgbClr val="e7dcdb"/>
              </a:solidFill>
              <a:ln w="3334" cap="flat" cmpd="sng" algn="ctr">
                <a:solidFill>
                  <a:srgbClr val="e7dc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4" name="Surface mesh patch"/>
              <p:cNvSpPr/>
              <p:nvPr/>
            </p:nvSpPr>
            <p:spPr>
              <a:xfrm>
                <a:off x="6505094" y="1288042"/>
                <a:ext cx="50120" cy="51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3">
                    <a:moveTo>
                      <a:pt x="0" y="0"/>
                    </a:moveTo>
                    <a:lnTo>
                      <a:pt x="2875" y="4371"/>
                    </a:lnTo>
                    <a:lnTo>
                      <a:pt x="5262" y="5403"/>
                    </a:lnTo>
                    <a:lnTo>
                      <a:pt x="2387" y="2163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5" name="Surface mesh patch"/>
              <p:cNvSpPr/>
              <p:nvPr/>
            </p:nvSpPr>
            <p:spPr>
              <a:xfrm>
                <a:off x="6555214" y="1339509"/>
                <a:ext cx="50120" cy="250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28">
                    <a:moveTo>
                      <a:pt x="0" y="0"/>
                    </a:moveTo>
                    <a:lnTo>
                      <a:pt x="2875" y="2628"/>
                    </a:lnTo>
                    <a:lnTo>
                      <a:pt x="5262" y="2324"/>
                    </a:lnTo>
                    <a:lnTo>
                      <a:pt x="2387" y="481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6" name="Surface mesh patch"/>
              <p:cNvSpPr/>
              <p:nvPr/>
            </p:nvSpPr>
            <p:spPr>
              <a:xfrm>
                <a:off x="6605333" y="1355594"/>
                <a:ext cx="50120" cy="183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9">
                    <a:moveTo>
                      <a:pt x="0" y="636"/>
                    </a:moveTo>
                    <a:lnTo>
                      <a:pt x="2875" y="1929"/>
                    </a:lnTo>
                    <a:lnTo>
                      <a:pt x="5262" y="8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7" name="Surface mesh patch"/>
              <p:cNvSpPr/>
              <p:nvPr/>
            </p:nvSpPr>
            <p:spPr>
              <a:xfrm>
                <a:off x="6655453" y="1351981"/>
                <a:ext cx="50120" cy="169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">
                    <a:moveTo>
                      <a:pt x="0" y="1232"/>
                    </a:moveTo>
                    <a:lnTo>
                      <a:pt x="2875" y="1783"/>
                    </a:lnTo>
                    <a:lnTo>
                      <a:pt x="5262" y="3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8" name="Surface mesh patch"/>
              <p:cNvSpPr/>
              <p:nvPr/>
            </p:nvSpPr>
            <p:spPr>
              <a:xfrm>
                <a:off x="4978773" y="1487785"/>
                <a:ext cx="50120" cy="248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4">
                    <a:moveTo>
                      <a:pt x="0" y="733"/>
                    </a:moveTo>
                    <a:lnTo>
                      <a:pt x="2875" y="2614"/>
                    </a:lnTo>
                    <a:lnTo>
                      <a:pt x="5262" y="1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9" name="Surface mesh patch"/>
              <p:cNvSpPr/>
              <p:nvPr/>
            </p:nvSpPr>
            <p:spPr>
              <a:xfrm>
                <a:off x="5028893" y="1498307"/>
                <a:ext cx="50120" cy="249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5">
                    <a:moveTo>
                      <a:pt x="0" y="789"/>
                    </a:moveTo>
                    <a:lnTo>
                      <a:pt x="2875" y="2615"/>
                    </a:lnTo>
                    <a:lnTo>
                      <a:pt x="5262" y="1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0" name="Surface mesh patch"/>
              <p:cNvSpPr/>
              <p:nvPr/>
            </p:nvSpPr>
            <p:spPr>
              <a:xfrm>
                <a:off x="5079012" y="1508634"/>
                <a:ext cx="50120" cy="25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1">
                    <a:moveTo>
                      <a:pt x="0" y="810"/>
                    </a:moveTo>
                    <a:lnTo>
                      <a:pt x="2875" y="2661"/>
                    </a:lnTo>
                    <a:lnTo>
                      <a:pt x="5262" y="1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1" name="Surface mesh patch"/>
              <p:cNvSpPr/>
              <p:nvPr/>
            </p:nvSpPr>
            <p:spPr>
              <a:xfrm>
                <a:off x="5129132" y="1519769"/>
                <a:ext cx="50120" cy="25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29">
                    <a:moveTo>
                      <a:pt x="0" y="809"/>
                    </a:moveTo>
                    <a:lnTo>
                      <a:pt x="2875" y="2729"/>
                    </a:lnTo>
                    <a:lnTo>
                      <a:pt x="5262" y="20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2" name="Surface mesh patch"/>
              <p:cNvSpPr/>
              <p:nvPr/>
            </p:nvSpPr>
            <p:spPr>
              <a:xfrm>
                <a:off x="5179252" y="1531829"/>
                <a:ext cx="50120" cy="26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5">
                    <a:moveTo>
                      <a:pt x="0" y="823"/>
                    </a:moveTo>
                    <a:lnTo>
                      <a:pt x="2875" y="2775"/>
                    </a:lnTo>
                    <a:lnTo>
                      <a:pt x="5262" y="21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3" name="Surface mesh patch"/>
              <p:cNvSpPr/>
              <p:nvPr/>
            </p:nvSpPr>
            <p:spPr>
              <a:xfrm>
                <a:off x="5229371" y="1543661"/>
                <a:ext cx="50120" cy="262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9">
                    <a:moveTo>
                      <a:pt x="0" y="893"/>
                    </a:moveTo>
                    <a:lnTo>
                      <a:pt x="2875" y="2759"/>
                    </a:lnTo>
                    <a:lnTo>
                      <a:pt x="5262" y="20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4" name="Surface mesh patch"/>
              <p:cNvSpPr/>
              <p:nvPr/>
            </p:nvSpPr>
            <p:spPr>
              <a:xfrm>
                <a:off x="5279491" y="1553041"/>
                <a:ext cx="50120" cy="25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9">
                    <a:moveTo>
                      <a:pt x="0" y="1050"/>
                    </a:moveTo>
                    <a:lnTo>
                      <a:pt x="2875" y="2669"/>
                    </a:lnTo>
                    <a:lnTo>
                      <a:pt x="5262" y="17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5" name="Surface mesh patch"/>
              <p:cNvSpPr/>
              <p:nvPr/>
            </p:nvSpPr>
            <p:spPr>
              <a:xfrm>
                <a:off x="5329611" y="1557451"/>
                <a:ext cx="50120" cy="24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9">
                    <a:moveTo>
                      <a:pt x="0" y="1294"/>
                    </a:moveTo>
                    <a:lnTo>
                      <a:pt x="2875" y="2529"/>
                    </a:lnTo>
                    <a:lnTo>
                      <a:pt x="5262" y="13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6" name="Surface mesh patch"/>
              <p:cNvSpPr/>
              <p:nvPr/>
            </p:nvSpPr>
            <p:spPr>
              <a:xfrm>
                <a:off x="5379730" y="1555033"/>
                <a:ext cx="50120" cy="22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1596"/>
                    </a:moveTo>
                    <a:lnTo>
                      <a:pt x="2875" y="2398"/>
                    </a:lnTo>
                    <a:lnTo>
                      <a:pt x="5262" y="8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7" name="Surface mesh patch"/>
              <p:cNvSpPr/>
              <p:nvPr/>
            </p:nvSpPr>
            <p:spPr>
              <a:xfrm>
                <a:off x="5429850" y="1545265"/>
                <a:ext cx="50120" cy="22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7">
                    <a:moveTo>
                      <a:pt x="0" y="1916"/>
                    </a:moveTo>
                    <a:lnTo>
                      <a:pt x="2875" y="2347"/>
                    </a:lnTo>
                    <a:lnTo>
                      <a:pt x="5262" y="5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8" name="Surface mesh patch"/>
              <p:cNvSpPr/>
              <p:nvPr/>
            </p:nvSpPr>
            <p:spPr>
              <a:xfrm>
                <a:off x="5479969" y="1529013"/>
                <a:ext cx="50120" cy="23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1">
                    <a:moveTo>
                      <a:pt x="0" y="2221"/>
                    </a:moveTo>
                    <a:lnTo>
                      <a:pt x="2875" y="2431"/>
                    </a:lnTo>
                    <a:lnTo>
                      <a:pt x="5262" y="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9" name="Surface mesh patch"/>
              <p:cNvSpPr/>
              <p:nvPr/>
            </p:nvSpPr>
            <p:spPr>
              <a:xfrm>
                <a:off x="5530089" y="1508010"/>
                <a:ext cx="50120" cy="25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6">
                    <a:moveTo>
                      <a:pt x="0" y="2503"/>
                    </a:moveTo>
                    <a:lnTo>
                      <a:pt x="2875" y="2666"/>
                    </a:lnTo>
                    <a:lnTo>
                      <a:pt x="5262" y="2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0" name="Surface mesh patch"/>
              <p:cNvSpPr/>
              <p:nvPr/>
            </p:nvSpPr>
            <p:spPr>
              <a:xfrm>
                <a:off x="5580209" y="1484129"/>
                <a:ext cx="50120" cy="28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9">
                    <a:moveTo>
                      <a:pt x="0" y="2769"/>
                    </a:moveTo>
                    <a:lnTo>
                      <a:pt x="2875" y="3029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1" name="Surface mesh patch"/>
              <p:cNvSpPr/>
              <p:nvPr/>
            </p:nvSpPr>
            <p:spPr>
              <a:xfrm>
                <a:off x="5630328" y="1458862"/>
                <a:ext cx="50120" cy="32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0">
                    <a:moveTo>
                      <a:pt x="0" y="3028"/>
                    </a:moveTo>
                    <a:lnTo>
                      <a:pt x="2875" y="3460"/>
                    </a:lnTo>
                    <a:lnTo>
                      <a:pt x="5262" y="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2" name="Surface mesh patch"/>
              <p:cNvSpPr/>
              <p:nvPr/>
            </p:nvSpPr>
            <p:spPr>
              <a:xfrm>
                <a:off x="5680448" y="1433171"/>
                <a:ext cx="50120" cy="36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7">
                    <a:moveTo>
                      <a:pt x="0" y="3272"/>
                    </a:moveTo>
                    <a:lnTo>
                      <a:pt x="2875" y="3867"/>
                    </a:lnTo>
                    <a:lnTo>
                      <a:pt x="5262" y="7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3" name="Surface mesh patch"/>
              <p:cNvSpPr/>
              <p:nvPr/>
            </p:nvSpPr>
            <p:spPr>
              <a:xfrm>
                <a:off x="5730568" y="1407530"/>
                <a:ext cx="50120" cy="39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5">
                    <a:moveTo>
                      <a:pt x="0" y="3471"/>
                    </a:moveTo>
                    <a:lnTo>
                      <a:pt x="2875" y="4125"/>
                    </a:lnTo>
                    <a:lnTo>
                      <a:pt x="5262" y="8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4" name="Surface mesh patch"/>
              <p:cNvSpPr/>
              <p:nvPr/>
            </p:nvSpPr>
            <p:spPr>
              <a:xfrm>
                <a:off x="5780687" y="1381778"/>
                <a:ext cx="50120" cy="38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3">
                    <a:moveTo>
                      <a:pt x="0" y="3588"/>
                    </a:moveTo>
                    <a:lnTo>
                      <a:pt x="2875" y="4063"/>
                    </a:lnTo>
                    <a:lnTo>
                      <a:pt x="5262" y="7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5" name="Surface mesh patch"/>
              <p:cNvSpPr/>
              <p:nvPr/>
            </p:nvSpPr>
            <p:spPr>
              <a:xfrm>
                <a:off x="5830807" y="1354495"/>
                <a:ext cx="50120" cy="342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8">
                    <a:moveTo>
                      <a:pt x="0" y="3598"/>
                    </a:moveTo>
                    <a:lnTo>
                      <a:pt x="2875" y="3450"/>
                    </a:lnTo>
                    <a:lnTo>
                      <a:pt x="5262" y="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6" name="Surface mesh patch"/>
              <p:cNvSpPr/>
              <p:nvPr/>
            </p:nvSpPr>
            <p:spPr>
              <a:xfrm>
                <a:off x="5880927" y="1309737"/>
                <a:ext cx="50120" cy="456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94">
                    <a:moveTo>
                      <a:pt x="0" y="4794"/>
                    </a:moveTo>
                    <a:lnTo>
                      <a:pt x="2875" y="3310"/>
                    </a:lnTo>
                    <a:lnTo>
                      <a:pt x="5262" y="0"/>
                    </a:lnTo>
                    <a:lnTo>
                      <a:pt x="2387" y="1301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7" name="Surface mesh patch"/>
              <p:cNvSpPr/>
              <p:nvPr/>
            </p:nvSpPr>
            <p:spPr>
              <a:xfrm>
                <a:off x="5931046" y="1244237"/>
                <a:ext cx="50120" cy="655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7">
                    <a:moveTo>
                      <a:pt x="0" y="6877"/>
                    </a:moveTo>
                    <a:lnTo>
                      <a:pt x="2875" y="3136"/>
                    </a:lnTo>
                    <a:lnTo>
                      <a:pt x="5262" y="0"/>
                    </a:lnTo>
                    <a:lnTo>
                      <a:pt x="2387" y="3619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8" name="Surface mesh patch"/>
              <p:cNvSpPr/>
              <p:nvPr/>
            </p:nvSpPr>
            <p:spPr>
              <a:xfrm>
                <a:off x="5981166" y="1153827"/>
                <a:ext cx="50120" cy="904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2">
                    <a:moveTo>
                      <a:pt x="0" y="9492"/>
                    </a:moveTo>
                    <a:lnTo>
                      <a:pt x="2875" y="2667"/>
                    </a:lnTo>
                    <a:lnTo>
                      <a:pt x="5262" y="0"/>
                    </a:lnTo>
                    <a:lnTo>
                      <a:pt x="2387" y="6677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9" name="Surface mesh patch"/>
              <p:cNvSpPr/>
              <p:nvPr/>
            </p:nvSpPr>
            <p:spPr>
              <a:xfrm>
                <a:off x="6031286" y="1041883"/>
                <a:ext cx="50120" cy="111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53">
                    <a:moveTo>
                      <a:pt x="0" y="11753"/>
                    </a:moveTo>
                    <a:lnTo>
                      <a:pt x="2875" y="1657"/>
                    </a:lnTo>
                    <a:lnTo>
                      <a:pt x="5262" y="0"/>
                    </a:lnTo>
                    <a:lnTo>
                      <a:pt x="2387" y="9756"/>
                    </a:lnTo>
                    <a:close/>
                  </a:path>
                </a:pathLst>
              </a:custGeom>
              <a:solidFill>
                <a:srgbClr val="fbbda1"/>
              </a:solidFill>
              <a:ln w="3334" cap="flat" cmpd="sng" algn="ctr">
                <a:solidFill>
                  <a:srgbClr val="fbbd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0" name="Surface mesh patch"/>
              <p:cNvSpPr/>
              <p:nvPr/>
            </p:nvSpPr>
            <p:spPr>
              <a:xfrm>
                <a:off x="6081405" y="923982"/>
                <a:ext cx="50120" cy="1179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78">
                    <a:moveTo>
                      <a:pt x="0" y="12378"/>
                    </a:moveTo>
                    <a:lnTo>
                      <a:pt x="2875" y="0"/>
                    </a:lnTo>
                    <a:lnTo>
                      <a:pt x="5262" y="88"/>
                    </a:lnTo>
                    <a:lnTo>
                      <a:pt x="2387" y="11777"/>
                    </a:lnTo>
                    <a:close/>
                  </a:path>
                </a:pathLst>
              </a:custGeom>
              <a:solidFill>
                <a:srgbClr val="faa186"/>
              </a:solidFill>
              <a:ln w="3334" cap="flat" cmpd="sng" algn="ctr">
                <a:solidFill>
                  <a:srgbClr val="faa1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1" name="Surface mesh patch"/>
              <p:cNvSpPr/>
              <p:nvPr/>
            </p:nvSpPr>
            <p:spPr>
              <a:xfrm>
                <a:off x="6131525" y="806710"/>
                <a:ext cx="50120" cy="131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55">
                    <a:moveTo>
                      <a:pt x="0" y="12400"/>
                    </a:moveTo>
                    <a:lnTo>
                      <a:pt x="2875" y="0"/>
                    </a:lnTo>
                    <a:lnTo>
                      <a:pt x="5262" y="2489"/>
                    </a:lnTo>
                    <a:lnTo>
                      <a:pt x="2387" y="13855"/>
                    </a:lnTo>
                    <a:close/>
                  </a:path>
                </a:pathLst>
              </a:custGeom>
              <a:solidFill>
                <a:srgbClr val="ef7c6a"/>
              </a:solidFill>
              <a:ln w="3334" cap="flat" cmpd="sng" algn="ctr">
                <a:solidFill>
                  <a:srgbClr val="ef7c6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2" name="Surface mesh patch"/>
              <p:cNvSpPr/>
              <p:nvPr/>
            </p:nvSpPr>
            <p:spPr>
              <a:xfrm>
                <a:off x="6181644" y="739432"/>
                <a:ext cx="50120" cy="1286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04">
                    <a:moveTo>
                      <a:pt x="0" y="9552"/>
                    </a:moveTo>
                    <a:lnTo>
                      <a:pt x="2875" y="0"/>
                    </a:lnTo>
                    <a:lnTo>
                      <a:pt x="5262" y="5080"/>
                    </a:lnTo>
                    <a:lnTo>
                      <a:pt x="2387" y="13504"/>
                    </a:lnTo>
                    <a:close/>
                  </a:path>
                </a:pathLst>
              </a:custGeom>
              <a:solidFill>
                <a:srgbClr val="e15e57"/>
              </a:solidFill>
              <a:ln w="3334" cap="flat" cmpd="sng" algn="ctr">
                <a:solidFill>
                  <a:srgbClr val="e15e5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3" name="Surface mesh patch"/>
              <p:cNvSpPr/>
              <p:nvPr/>
            </p:nvSpPr>
            <p:spPr>
              <a:xfrm>
                <a:off x="6231764" y="745513"/>
                <a:ext cx="50120" cy="1025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69">
                    <a:moveTo>
                      <a:pt x="0" y="4441"/>
                    </a:moveTo>
                    <a:lnTo>
                      <a:pt x="2875" y="0"/>
                    </a:lnTo>
                    <a:lnTo>
                      <a:pt x="5262" y="7127"/>
                    </a:lnTo>
                    <a:lnTo>
                      <a:pt x="2387" y="10769"/>
                    </a:lnTo>
                    <a:close/>
                  </a:path>
                </a:pathLst>
              </a:custGeom>
              <a:solidFill>
                <a:srgbClr val="e05b55"/>
              </a:solidFill>
              <a:ln w="3334" cap="flat" cmpd="sng" algn="ctr">
                <a:solidFill>
                  <a:srgbClr val="e05b5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4" name="Surface mesh patch"/>
              <p:cNvSpPr/>
              <p:nvPr/>
            </p:nvSpPr>
            <p:spPr>
              <a:xfrm>
                <a:off x="6281884" y="813399"/>
                <a:ext cx="50120" cy="88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47">
                    <a:moveTo>
                      <a:pt x="0" y="0"/>
                    </a:moveTo>
                    <a:lnTo>
                      <a:pt x="2875" y="1266"/>
                    </a:lnTo>
                    <a:lnTo>
                      <a:pt x="5262" y="9247"/>
                    </a:lnTo>
                    <a:lnTo>
                      <a:pt x="2387" y="7883"/>
                    </a:lnTo>
                    <a:close/>
                  </a:path>
                </a:pathLst>
              </a:custGeom>
              <a:solidFill>
                <a:srgbClr val="ec7666"/>
              </a:solidFill>
              <a:ln w="3334" cap="flat" cmpd="sng" algn="ctr">
                <a:solidFill>
                  <a:srgbClr val="ec766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5" name="Surface mesh patch"/>
              <p:cNvSpPr/>
              <p:nvPr/>
            </p:nvSpPr>
            <p:spPr>
              <a:xfrm>
                <a:off x="6332003" y="901474"/>
                <a:ext cx="50120" cy="1249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18">
                    <a:moveTo>
                      <a:pt x="0" y="0"/>
                    </a:moveTo>
                    <a:lnTo>
                      <a:pt x="2875" y="5697"/>
                    </a:lnTo>
                    <a:lnTo>
                      <a:pt x="5262" y="13118"/>
                    </a:lnTo>
                    <a:lnTo>
                      <a:pt x="2387" y="8129"/>
                    </a:lnTo>
                    <a:close/>
                  </a:path>
                </a:pathLst>
              </a:custGeom>
              <a:solidFill>
                <a:srgbClr val="fa9f84"/>
              </a:solidFill>
              <a:ln w="3334" cap="flat" cmpd="sng" algn="ctr">
                <a:solidFill>
                  <a:srgbClr val="fa9f8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6" name="Surface mesh patch"/>
              <p:cNvSpPr/>
              <p:nvPr/>
            </p:nvSpPr>
            <p:spPr>
              <a:xfrm>
                <a:off x="6382123" y="1026426"/>
                <a:ext cx="50120" cy="1285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94">
                    <a:moveTo>
                      <a:pt x="0" y="0"/>
                    </a:moveTo>
                    <a:lnTo>
                      <a:pt x="2875" y="7738"/>
                    </a:lnTo>
                    <a:lnTo>
                      <a:pt x="5262" y="13494"/>
                    </a:lnTo>
                    <a:lnTo>
                      <a:pt x="2387" y="7054"/>
                    </a:lnTo>
                    <a:close/>
                  </a:path>
                </a:pathLst>
              </a:custGeom>
              <a:solidFill>
                <a:srgbClr val="fbbfa3"/>
              </a:solidFill>
              <a:ln w="3334" cap="flat" cmpd="sng" algn="ctr">
                <a:solidFill>
                  <a:srgbClr val="fbbf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7" name="Surface mesh patch"/>
              <p:cNvSpPr/>
              <p:nvPr/>
            </p:nvSpPr>
            <p:spPr>
              <a:xfrm>
                <a:off x="6432243" y="1154956"/>
                <a:ext cx="50120" cy="1052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50">
                    <a:moveTo>
                      <a:pt x="0" y="0"/>
                    </a:moveTo>
                    <a:lnTo>
                      <a:pt x="2875" y="7442"/>
                    </a:lnTo>
                    <a:lnTo>
                      <a:pt x="5262" y="11050"/>
                    </a:lnTo>
                    <a:lnTo>
                      <a:pt x="2387" y="5105"/>
                    </a:lnTo>
                    <a:close/>
                  </a:path>
                </a:pathLst>
              </a:custGeom>
              <a:solidFill>
                <a:srgbClr val="f1d7c7"/>
              </a:solidFill>
              <a:ln w="3334" cap="flat" cmpd="sng" algn="ctr">
                <a:solidFill>
                  <a:srgbClr val="f1d7c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8" name="Surface mesh patch"/>
              <p:cNvSpPr/>
              <p:nvPr/>
            </p:nvSpPr>
            <p:spPr>
              <a:xfrm>
                <a:off x="6482362" y="1260209"/>
                <a:ext cx="50120" cy="69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3">
                    <a:moveTo>
                      <a:pt x="0" y="0"/>
                    </a:moveTo>
                    <a:lnTo>
                      <a:pt x="2875" y="5705"/>
                    </a:lnTo>
                    <a:lnTo>
                      <a:pt x="5262" y="7293"/>
                    </a:lnTo>
                    <a:lnTo>
                      <a:pt x="2387" y="2922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9" name="Surface mesh patch"/>
              <p:cNvSpPr/>
              <p:nvPr/>
            </p:nvSpPr>
            <p:spPr>
              <a:xfrm>
                <a:off x="6532482" y="1329673"/>
                <a:ext cx="50120" cy="34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1">
                    <a:moveTo>
                      <a:pt x="0" y="0"/>
                    </a:moveTo>
                    <a:lnTo>
                      <a:pt x="2875" y="3599"/>
                    </a:lnTo>
                    <a:lnTo>
                      <a:pt x="5262" y="3661"/>
                    </a:lnTo>
                    <a:lnTo>
                      <a:pt x="2387" y="1033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0" name="Surface mesh patch"/>
              <p:cNvSpPr/>
              <p:nvPr/>
            </p:nvSpPr>
            <p:spPr>
              <a:xfrm>
                <a:off x="6582602" y="1361650"/>
                <a:ext cx="50120" cy="207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7">
                    <a:moveTo>
                      <a:pt x="0" y="304"/>
                    </a:moveTo>
                    <a:lnTo>
                      <a:pt x="2875" y="2177"/>
                    </a:lnTo>
                    <a:lnTo>
                      <a:pt x="5262" y="12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1" name="Surface mesh patch"/>
              <p:cNvSpPr/>
              <p:nvPr/>
            </p:nvSpPr>
            <p:spPr>
              <a:xfrm>
                <a:off x="6632721" y="1363718"/>
                <a:ext cx="50120" cy="180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1">
                    <a:moveTo>
                      <a:pt x="0" y="1076"/>
                    </a:moveTo>
                    <a:lnTo>
                      <a:pt x="2875" y="1891"/>
                    </a:lnTo>
                    <a:lnTo>
                      <a:pt x="5262" y="5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2" name="Surface mesh patch"/>
              <p:cNvSpPr/>
              <p:nvPr/>
            </p:nvSpPr>
            <p:spPr>
              <a:xfrm>
                <a:off x="6682841" y="1355589"/>
                <a:ext cx="50120" cy="170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4">
                    <a:moveTo>
                      <a:pt x="0" y="1405"/>
                    </a:moveTo>
                    <a:lnTo>
                      <a:pt x="2875" y="1794"/>
                    </a:lnTo>
                    <a:lnTo>
                      <a:pt x="5262" y="3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3" name="Surface mesh patch"/>
              <p:cNvSpPr/>
              <p:nvPr/>
            </p:nvSpPr>
            <p:spPr>
              <a:xfrm>
                <a:off x="4956041" y="1494766"/>
                <a:ext cx="50120" cy="243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52">
                    <a:moveTo>
                      <a:pt x="0" y="676"/>
                    </a:moveTo>
                    <a:lnTo>
                      <a:pt x="2875" y="2552"/>
                    </a:lnTo>
                    <a:lnTo>
                      <a:pt x="5262" y="18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4" name="Surface mesh patch"/>
              <p:cNvSpPr/>
              <p:nvPr/>
            </p:nvSpPr>
            <p:spPr>
              <a:xfrm>
                <a:off x="5006161" y="1505824"/>
                <a:ext cx="50120" cy="236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8">
                    <a:moveTo>
                      <a:pt x="0" y="720"/>
                    </a:moveTo>
                    <a:lnTo>
                      <a:pt x="2875" y="2488"/>
                    </a:lnTo>
                    <a:lnTo>
                      <a:pt x="5262" y="18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5" name="Surface mesh patch"/>
              <p:cNvSpPr/>
              <p:nvPr/>
            </p:nvSpPr>
            <p:spPr>
              <a:xfrm>
                <a:off x="5056280" y="1516349"/>
                <a:ext cx="50120" cy="23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2">
                    <a:moveTo>
                      <a:pt x="0" y="721"/>
                    </a:moveTo>
                    <a:lnTo>
                      <a:pt x="2875" y="2452"/>
                    </a:lnTo>
                    <a:lnTo>
                      <a:pt x="5262" y="18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6" name="Surface mesh patch"/>
              <p:cNvSpPr/>
              <p:nvPr/>
            </p:nvSpPr>
            <p:spPr>
              <a:xfrm>
                <a:off x="5106400" y="1527475"/>
                <a:ext cx="50120" cy="231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1">
                    <a:moveTo>
                      <a:pt x="0" y="683"/>
                    </a:moveTo>
                    <a:lnTo>
                      <a:pt x="2875" y="2431"/>
                    </a:lnTo>
                    <a:lnTo>
                      <a:pt x="5262" y="1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7" name="Surface mesh patch"/>
              <p:cNvSpPr/>
              <p:nvPr/>
            </p:nvSpPr>
            <p:spPr>
              <a:xfrm>
                <a:off x="5156520" y="1539665"/>
                <a:ext cx="50120" cy="228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5">
                    <a:moveTo>
                      <a:pt x="0" y="640"/>
                    </a:moveTo>
                    <a:lnTo>
                      <a:pt x="2875" y="2395"/>
                    </a:lnTo>
                    <a:lnTo>
                      <a:pt x="5262" y="19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8" name="Surface mesh patch"/>
              <p:cNvSpPr/>
              <p:nvPr/>
            </p:nvSpPr>
            <p:spPr>
              <a:xfrm>
                <a:off x="5206639" y="1552170"/>
                <a:ext cx="50120" cy="22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16">
                    <a:moveTo>
                      <a:pt x="0" y="639"/>
                    </a:moveTo>
                    <a:lnTo>
                      <a:pt x="2875" y="2316"/>
                    </a:lnTo>
                    <a:lnTo>
                      <a:pt x="5262" y="1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9" name="Surface mesh patch"/>
              <p:cNvSpPr/>
              <p:nvPr/>
            </p:nvSpPr>
            <p:spPr>
              <a:xfrm>
                <a:off x="5256759" y="1563047"/>
                <a:ext cx="50120" cy="208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724"/>
                    </a:moveTo>
                    <a:lnTo>
                      <a:pt x="2875" y="2185"/>
                    </a:lnTo>
                    <a:lnTo>
                      <a:pt x="5262" y="16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0" name="Surface mesh patch"/>
              <p:cNvSpPr/>
              <p:nvPr/>
            </p:nvSpPr>
            <p:spPr>
              <a:xfrm>
                <a:off x="5306879" y="1569776"/>
                <a:ext cx="50120" cy="19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9">
                    <a:moveTo>
                      <a:pt x="0" y="912"/>
                    </a:moveTo>
                    <a:lnTo>
                      <a:pt x="2875" y="2029"/>
                    </a:lnTo>
                    <a:lnTo>
                      <a:pt x="5262" y="12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1" name="Surface mesh patch"/>
              <p:cNvSpPr/>
              <p:nvPr/>
            </p:nvSpPr>
            <p:spPr>
              <a:xfrm>
                <a:off x="5356998" y="1570234"/>
                <a:ext cx="50120" cy="181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5">
                    <a:moveTo>
                      <a:pt x="0" y="1187"/>
                    </a:moveTo>
                    <a:lnTo>
                      <a:pt x="2875" y="1905"/>
                    </a:lnTo>
                    <a:lnTo>
                      <a:pt x="5262" y="8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2" name="Surface mesh patch"/>
              <p:cNvSpPr/>
              <p:nvPr/>
            </p:nvSpPr>
            <p:spPr>
              <a:xfrm>
                <a:off x="5407118" y="1563510"/>
                <a:ext cx="50120" cy="178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7">
                    <a:moveTo>
                      <a:pt x="0" y="1508"/>
                    </a:moveTo>
                    <a:lnTo>
                      <a:pt x="2875" y="1877"/>
                    </a:lnTo>
                    <a:lnTo>
                      <a:pt x="5262" y="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3" name="Surface mesh patch"/>
              <p:cNvSpPr/>
              <p:nvPr/>
            </p:nvSpPr>
            <p:spPr>
              <a:xfrm>
                <a:off x="5457238" y="1550167"/>
                <a:ext cx="50120" cy="18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6">
                    <a:moveTo>
                      <a:pt x="0" y="1833"/>
                    </a:moveTo>
                    <a:lnTo>
                      <a:pt x="2875" y="1986"/>
                    </a:lnTo>
                    <a:lnTo>
                      <a:pt x="5262" y="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4" name="Surface mesh patch"/>
              <p:cNvSpPr/>
              <p:nvPr/>
            </p:nvSpPr>
            <p:spPr>
              <a:xfrm>
                <a:off x="5507357" y="1531847"/>
                <a:ext cx="50120" cy="213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41">
                    <a:moveTo>
                      <a:pt x="0" y="2133"/>
                    </a:moveTo>
                    <a:lnTo>
                      <a:pt x="2875" y="2241"/>
                    </a:lnTo>
                    <a:lnTo>
                      <a:pt x="5262" y="1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5" name="Surface mesh patch"/>
              <p:cNvSpPr/>
              <p:nvPr/>
            </p:nvSpPr>
            <p:spPr>
              <a:xfrm>
                <a:off x="5557477" y="1510500"/>
                <a:ext cx="50120" cy="24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04">
                    <a:moveTo>
                      <a:pt x="0" y="2404"/>
                    </a:moveTo>
                    <a:lnTo>
                      <a:pt x="2875" y="2604"/>
                    </a:lnTo>
                    <a:lnTo>
                      <a:pt x="5262" y="2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6" name="Surface mesh patch"/>
              <p:cNvSpPr/>
              <p:nvPr/>
            </p:nvSpPr>
            <p:spPr>
              <a:xfrm>
                <a:off x="5607597" y="1487703"/>
                <a:ext cx="50120" cy="286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1">
                    <a:moveTo>
                      <a:pt x="0" y="2654"/>
                    </a:moveTo>
                    <a:lnTo>
                      <a:pt x="2875" y="3011"/>
                    </a:lnTo>
                    <a:lnTo>
                      <a:pt x="5262" y="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7" name="Surface mesh patch"/>
              <p:cNvSpPr/>
              <p:nvPr/>
            </p:nvSpPr>
            <p:spPr>
              <a:xfrm>
                <a:off x="5657716" y="1464335"/>
                <a:ext cx="50120" cy="322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1">
                    <a:moveTo>
                      <a:pt x="0" y="2885"/>
                    </a:moveTo>
                    <a:lnTo>
                      <a:pt x="2875" y="3381"/>
                    </a:lnTo>
                    <a:lnTo>
                      <a:pt x="5262" y="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8" name="Surface mesh patch"/>
              <p:cNvSpPr/>
              <p:nvPr/>
            </p:nvSpPr>
            <p:spPr>
              <a:xfrm>
                <a:off x="5707836" y="1440592"/>
                <a:ext cx="50120" cy="34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12">
                    <a:moveTo>
                      <a:pt x="0" y="3088"/>
                    </a:moveTo>
                    <a:lnTo>
                      <a:pt x="2875" y="3612"/>
                    </a:lnTo>
                    <a:lnTo>
                      <a:pt x="5262" y="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9" name="Surface mesh patch"/>
              <p:cNvSpPr/>
              <p:nvPr/>
            </p:nvSpPr>
            <p:spPr>
              <a:xfrm>
                <a:off x="5757955" y="1415954"/>
                <a:ext cx="50120" cy="34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0">
                    <a:moveTo>
                      <a:pt x="0" y="3241"/>
                    </a:moveTo>
                    <a:lnTo>
                      <a:pt x="2875" y="3570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0" name="Surface mesh patch"/>
              <p:cNvSpPr/>
              <p:nvPr/>
            </p:nvSpPr>
            <p:spPr>
              <a:xfrm>
                <a:off x="5808075" y="1387352"/>
                <a:ext cx="50120" cy="33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8">
                    <a:moveTo>
                      <a:pt x="0" y="3478"/>
                    </a:moveTo>
                    <a:lnTo>
                      <a:pt x="2875" y="3208"/>
                    </a:lnTo>
                    <a:lnTo>
                      <a:pt x="5262" y="0"/>
                    </a:lnTo>
                    <a:lnTo>
                      <a:pt x="2387" y="148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1" name="Surface mesh patch"/>
              <p:cNvSpPr/>
              <p:nvPr/>
            </p:nvSpPr>
            <p:spPr>
              <a:xfrm>
                <a:off x="5858195" y="1341262"/>
                <a:ext cx="50120" cy="460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9">
                    <a:moveTo>
                      <a:pt x="0" y="4839"/>
                    </a:moveTo>
                    <a:lnTo>
                      <a:pt x="2875" y="3314"/>
                    </a:lnTo>
                    <a:lnTo>
                      <a:pt x="5262" y="0"/>
                    </a:lnTo>
                    <a:lnTo>
                      <a:pt x="2387" y="1485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2" name="Surface mesh patch"/>
              <p:cNvSpPr/>
              <p:nvPr/>
            </p:nvSpPr>
            <p:spPr>
              <a:xfrm>
                <a:off x="5908314" y="1274103"/>
                <a:ext cx="50120" cy="671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51">
                    <a:moveTo>
                      <a:pt x="0" y="7051"/>
                    </a:moveTo>
                    <a:lnTo>
                      <a:pt x="2875" y="3379"/>
                    </a:lnTo>
                    <a:lnTo>
                      <a:pt x="5262" y="0"/>
                    </a:lnTo>
                    <a:lnTo>
                      <a:pt x="2387" y="3741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3" name="Surface mesh patch"/>
              <p:cNvSpPr/>
              <p:nvPr/>
            </p:nvSpPr>
            <p:spPr>
              <a:xfrm>
                <a:off x="5958434" y="1179233"/>
                <a:ext cx="50120" cy="948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60">
                    <a:moveTo>
                      <a:pt x="0" y="9960"/>
                    </a:moveTo>
                    <a:lnTo>
                      <a:pt x="2875" y="3261"/>
                    </a:lnTo>
                    <a:lnTo>
                      <a:pt x="5262" y="0"/>
                    </a:lnTo>
                    <a:lnTo>
                      <a:pt x="2387" y="6824"/>
                    </a:lnTo>
                    <a:close/>
                  </a:path>
                </a:pathLst>
              </a:custGeom>
              <a:solidFill>
                <a:srgbClr val="f3d6c3"/>
              </a:solidFill>
              <a:ln w="3334" cap="flat" cmpd="sng" algn="ctr">
                <a:solidFill>
                  <a:srgbClr val="f3d6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4" name="Surface mesh patch"/>
              <p:cNvSpPr/>
              <p:nvPr/>
            </p:nvSpPr>
            <p:spPr>
              <a:xfrm>
                <a:off x="6008554" y="1057662"/>
                <a:ext cx="50120" cy="121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3">
                    <a:moveTo>
                      <a:pt x="0" y="12763"/>
                    </a:moveTo>
                    <a:lnTo>
                      <a:pt x="2875" y="2693"/>
                    </a:lnTo>
                    <a:lnTo>
                      <a:pt x="5262" y="0"/>
                    </a:lnTo>
                    <a:lnTo>
                      <a:pt x="2387" y="10096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5" name="Surface mesh patch"/>
              <p:cNvSpPr/>
              <p:nvPr/>
            </p:nvSpPr>
            <p:spPr>
              <a:xfrm>
                <a:off x="6058673" y="923982"/>
                <a:ext cx="50120" cy="1336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035">
                    <a:moveTo>
                      <a:pt x="0" y="14035"/>
                    </a:moveTo>
                    <a:lnTo>
                      <a:pt x="2875" y="1389"/>
                    </a:lnTo>
                    <a:lnTo>
                      <a:pt x="5262" y="0"/>
                    </a:lnTo>
                    <a:lnTo>
                      <a:pt x="2387" y="12378"/>
                    </a:lnTo>
                    <a:close/>
                  </a:path>
                </a:pathLst>
              </a:custGeom>
              <a:solidFill>
                <a:srgbClr val="faa185"/>
              </a:solidFill>
              <a:ln w="3334" cap="flat" cmpd="sng" algn="ctr">
                <a:solidFill>
                  <a:srgbClr val="faa18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6" name="Surface mesh patch"/>
              <p:cNvSpPr/>
              <p:nvPr/>
            </p:nvSpPr>
            <p:spPr>
              <a:xfrm>
                <a:off x="6108793" y="799745"/>
                <a:ext cx="50120" cy="1250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31">
                    <a:moveTo>
                      <a:pt x="0" y="13043"/>
                    </a:moveTo>
                    <a:lnTo>
                      <a:pt x="2875" y="0"/>
                    </a:lnTo>
                    <a:lnTo>
                      <a:pt x="5262" y="731"/>
                    </a:lnTo>
                    <a:lnTo>
                      <a:pt x="2387" y="13131"/>
                    </a:lnTo>
                    <a:close/>
                  </a:path>
                </a:pathLst>
              </a:custGeom>
              <a:solidFill>
                <a:srgbClr val="ea7264"/>
              </a:solidFill>
              <a:ln w="3334" cap="flat" cmpd="sng" algn="ctr">
                <a:solidFill>
                  <a:srgbClr val="ea72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7" name="Surface mesh patch"/>
              <p:cNvSpPr/>
              <p:nvPr/>
            </p:nvSpPr>
            <p:spPr>
              <a:xfrm>
                <a:off x="6158913" y="707514"/>
                <a:ext cx="50120" cy="1229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03">
                    <a:moveTo>
                      <a:pt x="0" y="10414"/>
                    </a:moveTo>
                    <a:lnTo>
                      <a:pt x="2875" y="0"/>
                    </a:lnTo>
                    <a:lnTo>
                      <a:pt x="5262" y="3351"/>
                    </a:lnTo>
                    <a:lnTo>
                      <a:pt x="2387" y="12903"/>
                    </a:lnTo>
                    <a:close/>
                  </a:path>
                </a:pathLst>
              </a:custGeom>
              <a:solidFill>
                <a:srgbClr val="d84949"/>
              </a:solidFill>
              <a:ln w="3334" cap="flat" cmpd="sng" algn="ctr">
                <a:solidFill>
                  <a:srgbClr val="d8494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8" name="Surface mesh patch"/>
              <p:cNvSpPr/>
              <p:nvPr/>
            </p:nvSpPr>
            <p:spPr>
              <a:xfrm>
                <a:off x="6209032" y="690499"/>
                <a:ext cx="50120" cy="97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17">
                    <a:moveTo>
                      <a:pt x="0" y="5137"/>
                    </a:moveTo>
                    <a:lnTo>
                      <a:pt x="2875" y="0"/>
                    </a:lnTo>
                    <a:lnTo>
                      <a:pt x="5262" y="5776"/>
                    </a:lnTo>
                    <a:lnTo>
                      <a:pt x="2387" y="10217"/>
                    </a:lnTo>
                    <a:close/>
                  </a:path>
                </a:pathLst>
              </a:custGeom>
              <a:solidFill>
                <a:srgbClr val="d23c41"/>
              </a:solidFill>
              <a:ln w="3334" cap="flat" cmpd="sng" algn="ctr">
                <a:solidFill>
                  <a:srgbClr val="d23c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9" name="Surface mesh patch"/>
              <p:cNvSpPr/>
              <p:nvPr/>
            </p:nvSpPr>
            <p:spPr>
              <a:xfrm>
                <a:off x="6259152" y="745513"/>
                <a:ext cx="50120" cy="799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93">
                    <a:moveTo>
                      <a:pt x="0" y="0"/>
                    </a:moveTo>
                    <a:lnTo>
                      <a:pt x="2875" y="1154"/>
                    </a:lnTo>
                    <a:lnTo>
                      <a:pt x="5262" y="8393"/>
                    </a:lnTo>
                    <a:lnTo>
                      <a:pt x="2387" y="7127"/>
                    </a:lnTo>
                    <a:close/>
                  </a:path>
                </a:pathLst>
              </a:custGeom>
              <a:solidFill>
                <a:srgbClr val="dc514e"/>
              </a:solidFill>
              <a:ln w="3334" cap="flat" cmpd="sng" algn="ctr">
                <a:solidFill>
                  <a:srgbClr val="dc514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0" name="Surface mesh patch"/>
              <p:cNvSpPr/>
              <p:nvPr/>
            </p:nvSpPr>
            <p:spPr>
              <a:xfrm>
                <a:off x="6309272" y="825457"/>
                <a:ext cx="50120" cy="130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78">
                    <a:moveTo>
                      <a:pt x="0" y="0"/>
                    </a:moveTo>
                    <a:lnTo>
                      <a:pt x="2875" y="6371"/>
                    </a:lnTo>
                    <a:lnTo>
                      <a:pt x="5262" y="13678"/>
                    </a:lnTo>
                    <a:lnTo>
                      <a:pt x="2387" y="7981"/>
                    </a:lnTo>
                    <a:close/>
                  </a:path>
                </a:pathLst>
              </a:custGeom>
              <a:solidFill>
                <a:srgbClr val="f1826e"/>
              </a:solidFill>
              <a:ln w="3334" cap="flat" cmpd="sng" algn="ctr">
                <a:solidFill>
                  <a:srgbClr val="f1826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1" name="Surface mesh patch"/>
              <p:cNvSpPr/>
              <p:nvPr/>
            </p:nvSpPr>
            <p:spPr>
              <a:xfrm>
                <a:off x="6359391" y="955737"/>
                <a:ext cx="50120" cy="1443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60">
                    <a:moveTo>
                      <a:pt x="0" y="0"/>
                    </a:moveTo>
                    <a:lnTo>
                      <a:pt x="2875" y="9070"/>
                    </a:lnTo>
                    <a:lnTo>
                      <a:pt x="5262" y="15160"/>
                    </a:lnTo>
                    <a:lnTo>
                      <a:pt x="2387" y="7421"/>
                    </a:lnTo>
                    <a:close/>
                  </a:path>
                </a:pathLst>
              </a:custGeom>
              <a:solidFill>
                <a:srgbClr val="faad91"/>
              </a:solidFill>
              <a:ln w="3334" cap="flat" cmpd="sng" algn="ctr">
                <a:solidFill>
                  <a:srgbClr val="faad9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2" name="Surface mesh patch"/>
              <p:cNvSpPr/>
              <p:nvPr/>
            </p:nvSpPr>
            <p:spPr>
              <a:xfrm>
                <a:off x="6409511" y="1100133"/>
                <a:ext cx="50120" cy="1257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98">
                    <a:moveTo>
                      <a:pt x="0" y="0"/>
                    </a:moveTo>
                    <a:lnTo>
                      <a:pt x="2875" y="9062"/>
                    </a:lnTo>
                    <a:lnTo>
                      <a:pt x="5262" y="13198"/>
                    </a:lnTo>
                    <a:lnTo>
                      <a:pt x="2387" y="5756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3" name="Surface mesh patch"/>
              <p:cNvSpPr/>
              <p:nvPr/>
            </p:nvSpPr>
            <p:spPr>
              <a:xfrm>
                <a:off x="6459630" y="1225844"/>
                <a:ext cx="50120" cy="88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3">
                    <a:moveTo>
                      <a:pt x="0" y="0"/>
                    </a:moveTo>
                    <a:lnTo>
                      <a:pt x="2875" y="7218"/>
                    </a:lnTo>
                    <a:lnTo>
                      <a:pt x="5262" y="9313"/>
                    </a:lnTo>
                    <a:lnTo>
                      <a:pt x="2387" y="3608"/>
                    </a:lnTo>
                    <a:close/>
                  </a:path>
                </a:pathLst>
              </a:custGeom>
              <a:solidFill>
                <a:srgbClr val="e6dddd"/>
              </a:solidFill>
              <a:ln w="3334" cap="flat" cmpd="sng" algn="ctr">
                <a:solidFill>
                  <a:srgbClr val="e6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4" name="Surface mesh patch"/>
              <p:cNvSpPr/>
              <p:nvPr/>
            </p:nvSpPr>
            <p:spPr>
              <a:xfrm>
                <a:off x="6509750" y="1314546"/>
                <a:ext cx="50120" cy="494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87">
                    <a:moveTo>
                      <a:pt x="0" y="0"/>
                    </a:moveTo>
                    <a:lnTo>
                      <a:pt x="2875" y="4753"/>
                    </a:lnTo>
                    <a:lnTo>
                      <a:pt x="5262" y="5187"/>
                    </a:lnTo>
                    <a:lnTo>
                      <a:pt x="2387" y="1588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5" name="Surface mesh patch"/>
              <p:cNvSpPr/>
              <p:nvPr/>
            </p:nvSpPr>
            <p:spPr>
              <a:xfrm>
                <a:off x="6559870" y="1363956"/>
                <a:ext cx="50120" cy="247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03">
                    <a:moveTo>
                      <a:pt x="0" y="0"/>
                    </a:moveTo>
                    <a:lnTo>
                      <a:pt x="2875" y="2603"/>
                    </a:lnTo>
                    <a:lnTo>
                      <a:pt x="5262" y="1935"/>
                    </a:lnTo>
                    <a:lnTo>
                      <a:pt x="2387" y="62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6" name="Surface mesh patch"/>
              <p:cNvSpPr/>
              <p:nvPr/>
            </p:nvSpPr>
            <p:spPr>
              <a:xfrm>
                <a:off x="6609989" y="1373964"/>
                <a:ext cx="50120" cy="196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7">
                    <a:moveTo>
                      <a:pt x="0" y="884"/>
                    </a:moveTo>
                    <a:lnTo>
                      <a:pt x="2875" y="2067"/>
                    </a:lnTo>
                    <a:lnTo>
                      <a:pt x="5262" y="8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7" name="Surface mesh patch"/>
              <p:cNvSpPr/>
              <p:nvPr/>
            </p:nvSpPr>
            <p:spPr>
              <a:xfrm>
                <a:off x="6660109" y="1368968"/>
                <a:ext cx="50120" cy="175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3">
                    <a:moveTo>
                      <a:pt x="0" y="1340"/>
                    </a:moveTo>
                    <a:lnTo>
                      <a:pt x="2875" y="1843"/>
                    </a:lnTo>
                    <a:lnTo>
                      <a:pt x="5262" y="3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8" name="Surface mesh patch"/>
              <p:cNvSpPr/>
              <p:nvPr/>
            </p:nvSpPr>
            <p:spPr>
              <a:xfrm>
                <a:off x="6710229" y="1358819"/>
                <a:ext cx="50120" cy="175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8">
                    <a:moveTo>
                      <a:pt x="0" y="1455"/>
                    </a:moveTo>
                    <a:lnTo>
                      <a:pt x="2875" y="1838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9" name="Surface mesh patch"/>
              <p:cNvSpPr/>
              <p:nvPr/>
            </p:nvSpPr>
            <p:spPr>
              <a:xfrm>
                <a:off x="4933309" y="1501204"/>
                <a:ext cx="50120" cy="23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5">
                    <a:moveTo>
                      <a:pt x="0" y="633"/>
                    </a:moveTo>
                    <a:lnTo>
                      <a:pt x="2875" y="2515"/>
                    </a:lnTo>
                    <a:lnTo>
                      <a:pt x="5262" y="18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0" name="Surface mesh patch"/>
              <p:cNvSpPr/>
              <p:nvPr/>
            </p:nvSpPr>
            <p:spPr>
              <a:xfrm>
                <a:off x="4983429" y="1512681"/>
                <a:ext cx="50120" cy="228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7">
                    <a:moveTo>
                      <a:pt x="0" y="671"/>
                    </a:moveTo>
                    <a:lnTo>
                      <a:pt x="2875" y="2397"/>
                    </a:lnTo>
                    <a:lnTo>
                      <a:pt x="5262" y="17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1" name="Surface mesh patch"/>
              <p:cNvSpPr/>
              <p:nvPr/>
            </p:nvSpPr>
            <p:spPr>
              <a:xfrm>
                <a:off x="5033549" y="1523213"/>
                <a:ext cx="50120" cy="218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9">
                    <a:moveTo>
                      <a:pt x="0" y="662"/>
                    </a:moveTo>
                    <a:lnTo>
                      <a:pt x="2875" y="2289"/>
                    </a:lnTo>
                    <a:lnTo>
                      <a:pt x="5262" y="17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2" name="Surface mesh patch"/>
              <p:cNvSpPr/>
              <p:nvPr/>
            </p:nvSpPr>
            <p:spPr>
              <a:xfrm>
                <a:off x="5083668" y="1533982"/>
                <a:ext cx="50120" cy="20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600"/>
                    </a:moveTo>
                    <a:lnTo>
                      <a:pt x="2875" y="2185"/>
                    </a:lnTo>
                    <a:lnTo>
                      <a:pt x="5262" y="17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3" name="Surface mesh patch"/>
              <p:cNvSpPr/>
              <p:nvPr/>
            </p:nvSpPr>
            <p:spPr>
              <a:xfrm>
                <a:off x="5133788" y="1545760"/>
                <a:ext cx="50120" cy="197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8">
                    <a:moveTo>
                      <a:pt x="0" y="511"/>
                    </a:moveTo>
                    <a:lnTo>
                      <a:pt x="2875" y="2068"/>
                    </a:lnTo>
                    <a:lnTo>
                      <a:pt x="5262" y="1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4" name="Surface mesh patch"/>
              <p:cNvSpPr/>
              <p:nvPr/>
            </p:nvSpPr>
            <p:spPr>
              <a:xfrm>
                <a:off x="5183908" y="1558259"/>
                <a:ext cx="50120" cy="18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0">
                    <a:moveTo>
                      <a:pt x="0" y="443"/>
                    </a:moveTo>
                    <a:lnTo>
                      <a:pt x="2875" y="1920"/>
                    </a:lnTo>
                    <a:lnTo>
                      <a:pt x="5262" y="16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5" name="Surface mesh patch"/>
              <p:cNvSpPr/>
              <p:nvPr/>
            </p:nvSpPr>
            <p:spPr>
              <a:xfrm>
                <a:off x="5234027" y="1569943"/>
                <a:ext cx="50120" cy="165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9">
                    <a:moveTo>
                      <a:pt x="0" y="450"/>
                    </a:moveTo>
                    <a:lnTo>
                      <a:pt x="2875" y="1739"/>
                    </a:lnTo>
                    <a:lnTo>
                      <a:pt x="5262" y="14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6" name="Surface mesh patch"/>
              <p:cNvSpPr/>
              <p:nvPr/>
            </p:nvSpPr>
            <p:spPr>
              <a:xfrm>
                <a:off x="5284147" y="1578462"/>
                <a:ext cx="50120" cy="14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">
                    <a:moveTo>
                      <a:pt x="0" y="566"/>
                    </a:moveTo>
                    <a:lnTo>
                      <a:pt x="2875" y="1559"/>
                    </a:lnTo>
                    <a:lnTo>
                      <a:pt x="5262" y="1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7" name="Surface mesh patch"/>
              <p:cNvSpPr/>
              <p:nvPr/>
            </p:nvSpPr>
            <p:spPr>
              <a:xfrm>
                <a:off x="5334266" y="1581537"/>
                <a:ext cx="50120" cy="13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5">
                    <a:moveTo>
                      <a:pt x="0" y="795"/>
                    </a:moveTo>
                    <a:lnTo>
                      <a:pt x="2875" y="1435"/>
                    </a:lnTo>
                    <a:lnTo>
                      <a:pt x="5262" y="7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8" name="Surface mesh patch"/>
              <p:cNvSpPr/>
              <p:nvPr/>
            </p:nvSpPr>
            <p:spPr>
              <a:xfrm>
                <a:off x="5384386" y="1577875"/>
                <a:ext cx="50120" cy="136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0">
                    <a:moveTo>
                      <a:pt x="0" y="1103"/>
                    </a:moveTo>
                    <a:lnTo>
                      <a:pt x="2875" y="1430"/>
                    </a:lnTo>
                    <a:lnTo>
                      <a:pt x="5262" y="3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9" name="Surface mesh patch"/>
              <p:cNvSpPr/>
              <p:nvPr/>
            </p:nvSpPr>
            <p:spPr>
              <a:xfrm>
                <a:off x="5434506" y="1567624"/>
                <a:ext cx="50120" cy="15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0">
                    <a:moveTo>
                      <a:pt x="0" y="1445"/>
                    </a:moveTo>
                    <a:lnTo>
                      <a:pt x="2875" y="1580"/>
                    </a:lnTo>
                    <a:lnTo>
                      <a:pt x="5262" y="1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0" name="Surface mesh patch"/>
              <p:cNvSpPr/>
              <p:nvPr/>
            </p:nvSpPr>
            <p:spPr>
              <a:xfrm>
                <a:off x="5484625" y="1552165"/>
                <a:ext cx="50120" cy="1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9">
                    <a:moveTo>
                      <a:pt x="0" y="1777"/>
                    </a:moveTo>
                    <a:lnTo>
                      <a:pt x="2875" y="1879"/>
                    </a:lnTo>
                    <a:lnTo>
                      <a:pt x="5262" y="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1" name="Surface mesh patch"/>
              <p:cNvSpPr/>
              <p:nvPr/>
            </p:nvSpPr>
            <p:spPr>
              <a:xfrm>
                <a:off x="5534745" y="1533402"/>
                <a:ext cx="50120" cy="21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79">
                    <a:moveTo>
                      <a:pt x="0" y="2077"/>
                    </a:moveTo>
                    <a:lnTo>
                      <a:pt x="2875" y="2279"/>
                    </a:lnTo>
                    <a:lnTo>
                      <a:pt x="5262" y="1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2" name="Surface mesh patch"/>
              <p:cNvSpPr/>
              <p:nvPr/>
            </p:nvSpPr>
            <p:spPr>
              <a:xfrm>
                <a:off x="5584865" y="1512981"/>
                <a:ext cx="50120" cy="257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2">
                    <a:moveTo>
                      <a:pt x="0" y="2343"/>
                    </a:moveTo>
                    <a:lnTo>
                      <a:pt x="2875" y="2702"/>
                    </a:lnTo>
                    <a:lnTo>
                      <a:pt x="5262" y="3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3" name="Surface mesh patch"/>
              <p:cNvSpPr/>
              <p:nvPr/>
            </p:nvSpPr>
            <p:spPr>
              <a:xfrm>
                <a:off x="5634984" y="1491818"/>
                <a:ext cx="50120" cy="29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65">
                    <a:moveTo>
                      <a:pt x="0" y="2579"/>
                    </a:moveTo>
                    <a:lnTo>
                      <a:pt x="2875" y="3065"/>
                    </a:lnTo>
                    <a:lnTo>
                      <a:pt x="5262" y="4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4" name="Surface mesh patch"/>
              <p:cNvSpPr/>
              <p:nvPr/>
            </p:nvSpPr>
            <p:spPr>
              <a:xfrm>
                <a:off x="5685104" y="1470003"/>
                <a:ext cx="50120" cy="312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1">
                    <a:moveTo>
                      <a:pt x="0" y="2786"/>
                    </a:moveTo>
                    <a:lnTo>
                      <a:pt x="2875" y="3281"/>
                    </a:lnTo>
                    <a:lnTo>
                      <a:pt x="5262" y="5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5" name="Surface mesh patch"/>
              <p:cNvSpPr/>
              <p:nvPr/>
            </p:nvSpPr>
            <p:spPr>
              <a:xfrm>
                <a:off x="5735224" y="1446823"/>
                <a:ext cx="50120" cy="309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49">
                    <a:moveTo>
                      <a:pt x="0" y="2958"/>
                    </a:moveTo>
                    <a:lnTo>
                      <a:pt x="2875" y="3249"/>
                    </a:lnTo>
                    <a:lnTo>
                      <a:pt x="5262" y="3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6" name="Surface mesh patch"/>
              <p:cNvSpPr/>
              <p:nvPr/>
            </p:nvSpPr>
            <p:spPr>
              <a:xfrm>
                <a:off x="5785343" y="1417910"/>
                <a:ext cx="50120" cy="32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4">
                    <a:moveTo>
                      <a:pt x="0" y="3364"/>
                    </a:moveTo>
                    <a:lnTo>
                      <a:pt x="2875" y="3086"/>
                    </a:lnTo>
                    <a:lnTo>
                      <a:pt x="5262" y="0"/>
                    </a:lnTo>
                    <a:lnTo>
                      <a:pt x="2387" y="27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7" name="Surface mesh patch"/>
              <p:cNvSpPr/>
              <p:nvPr/>
            </p:nvSpPr>
            <p:spPr>
              <a:xfrm>
                <a:off x="5835463" y="1372825"/>
                <a:ext cx="50120" cy="45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33">
                    <a:moveTo>
                      <a:pt x="0" y="4733"/>
                    </a:moveTo>
                    <a:lnTo>
                      <a:pt x="2875" y="3294"/>
                    </a:lnTo>
                    <a:lnTo>
                      <a:pt x="5262" y="0"/>
                    </a:lnTo>
                    <a:lnTo>
                      <a:pt x="2387" y="1525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8" name="Surface mesh patch"/>
              <p:cNvSpPr/>
              <p:nvPr/>
            </p:nvSpPr>
            <p:spPr>
              <a:xfrm>
                <a:off x="5885583" y="1306286"/>
                <a:ext cx="50120" cy="66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86">
                    <a:moveTo>
                      <a:pt x="0" y="6986"/>
                    </a:moveTo>
                    <a:lnTo>
                      <a:pt x="2875" y="3549"/>
                    </a:lnTo>
                    <a:lnTo>
                      <a:pt x="5262" y="0"/>
                    </a:lnTo>
                    <a:lnTo>
                      <a:pt x="2387" y="3672"/>
                    </a:lnTo>
                    <a:close/>
                  </a:path>
                </a:pathLst>
              </a:custGeom>
              <a:solidFill>
                <a:srgbClr val="dee2ec"/>
              </a:solidFill>
              <a:ln w="3334" cap="flat" cmpd="sng" algn="ctr">
                <a:solidFill>
                  <a:srgbClr val="dee2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9" name="Surface mesh patch"/>
              <p:cNvSpPr/>
              <p:nvPr/>
            </p:nvSpPr>
            <p:spPr>
              <a:xfrm>
                <a:off x="5935702" y="1210295"/>
                <a:ext cx="50120" cy="959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78">
                    <a:moveTo>
                      <a:pt x="0" y="10078"/>
                    </a:moveTo>
                    <a:lnTo>
                      <a:pt x="2875" y="3747"/>
                    </a:lnTo>
                    <a:lnTo>
                      <a:pt x="5262" y="0"/>
                    </a:lnTo>
                    <a:lnTo>
                      <a:pt x="2387" y="6699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0" name="Surface mesh patch"/>
              <p:cNvSpPr/>
              <p:nvPr/>
            </p:nvSpPr>
            <p:spPr>
              <a:xfrm>
                <a:off x="5985822" y="1083313"/>
                <a:ext cx="50120" cy="126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331">
                    <a:moveTo>
                      <a:pt x="0" y="13331"/>
                    </a:moveTo>
                    <a:lnTo>
                      <a:pt x="2875" y="3633"/>
                    </a:lnTo>
                    <a:lnTo>
                      <a:pt x="5262" y="0"/>
                    </a:lnTo>
                    <a:lnTo>
                      <a:pt x="2387" y="10070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1" name="Surface mesh patch"/>
              <p:cNvSpPr/>
              <p:nvPr/>
            </p:nvSpPr>
            <p:spPr>
              <a:xfrm>
                <a:off x="6035941" y="937216"/>
                <a:ext cx="50120" cy="1460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338">
                    <a:moveTo>
                      <a:pt x="0" y="15338"/>
                    </a:moveTo>
                    <a:lnTo>
                      <a:pt x="2875" y="2856"/>
                    </a:lnTo>
                    <a:lnTo>
                      <a:pt x="5262" y="0"/>
                    </a:lnTo>
                    <a:lnTo>
                      <a:pt x="2387" y="12645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2" name="Surface mesh patch"/>
              <p:cNvSpPr/>
              <p:nvPr/>
            </p:nvSpPr>
            <p:spPr>
              <a:xfrm>
                <a:off x="6086061" y="799745"/>
                <a:ext cx="50120" cy="137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433">
                    <a:moveTo>
                      <a:pt x="0" y="14433"/>
                    </a:moveTo>
                    <a:lnTo>
                      <a:pt x="2875" y="1181"/>
                    </a:lnTo>
                    <a:lnTo>
                      <a:pt x="5262" y="0"/>
                    </a:lnTo>
                    <a:lnTo>
                      <a:pt x="2387" y="13043"/>
                    </a:lnTo>
                    <a:close/>
                  </a:path>
                </a:pathLst>
              </a:custGeom>
              <a:solidFill>
                <a:srgbClr val="e96f62"/>
              </a:solidFill>
              <a:ln w="3334" cap="flat" cmpd="sng" algn="ctr">
                <a:solidFill>
                  <a:srgbClr val="e96f6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3" name="Surface mesh patch"/>
              <p:cNvSpPr/>
              <p:nvPr/>
            </p:nvSpPr>
            <p:spPr>
              <a:xfrm>
                <a:off x="6136181" y="695502"/>
                <a:ext cx="50120" cy="1112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75">
                    <a:moveTo>
                      <a:pt x="0" y="10944"/>
                    </a:moveTo>
                    <a:lnTo>
                      <a:pt x="2875" y="0"/>
                    </a:lnTo>
                    <a:lnTo>
                      <a:pt x="5262" y="1261"/>
                    </a:lnTo>
                    <a:lnTo>
                      <a:pt x="2387" y="11675"/>
                    </a:lnTo>
                    <a:close/>
                  </a:path>
                </a:pathLst>
              </a:custGeom>
              <a:solidFill>
                <a:srgbClr val="d23c41"/>
              </a:solidFill>
              <a:ln w="3334" cap="flat" cmpd="sng" algn="ctr">
                <a:solidFill>
                  <a:srgbClr val="d23c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4" name="Surface mesh patch"/>
              <p:cNvSpPr/>
              <p:nvPr/>
            </p:nvSpPr>
            <p:spPr>
              <a:xfrm>
                <a:off x="6186300" y="653443"/>
                <a:ext cx="50120" cy="85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28">
                    <a:moveTo>
                      <a:pt x="0" y="5677"/>
                    </a:moveTo>
                    <a:lnTo>
                      <a:pt x="2875" y="0"/>
                    </a:lnTo>
                    <a:lnTo>
                      <a:pt x="5262" y="3890"/>
                    </a:lnTo>
                    <a:lnTo>
                      <a:pt x="2387" y="9028"/>
                    </a:lnTo>
                    <a:close/>
                  </a:path>
                </a:pathLst>
              </a:custGeom>
              <a:solidFill>
                <a:srgbClr val="c72431"/>
              </a:solidFill>
              <a:ln w="3334" cap="flat" cmpd="sng" algn="ctr">
                <a:solidFill>
                  <a:srgbClr val="c7243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5" name="Surface mesh patch"/>
              <p:cNvSpPr/>
              <p:nvPr/>
            </p:nvSpPr>
            <p:spPr>
              <a:xfrm>
                <a:off x="6236420" y="690499"/>
                <a:ext cx="50120" cy="660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30">
                    <a:moveTo>
                      <a:pt x="0" y="0"/>
                    </a:moveTo>
                    <a:lnTo>
                      <a:pt x="2875" y="1037"/>
                    </a:lnTo>
                    <a:lnTo>
                      <a:pt x="5262" y="6930"/>
                    </a:lnTo>
                    <a:lnTo>
                      <a:pt x="2387" y="5776"/>
                    </a:lnTo>
                    <a:close/>
                  </a:path>
                </a:pathLst>
              </a:custGeom>
              <a:solidFill>
                <a:srgbClr val="cd3039"/>
              </a:solidFill>
              <a:ln w="3334" cap="flat" cmpd="sng" algn="ctr">
                <a:solidFill>
                  <a:srgbClr val="cd303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6" name="Surface mesh patch"/>
              <p:cNvSpPr/>
              <p:nvPr/>
            </p:nvSpPr>
            <p:spPr>
              <a:xfrm>
                <a:off x="6286540" y="756503"/>
                <a:ext cx="50120" cy="1296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11">
                    <a:moveTo>
                      <a:pt x="0" y="0"/>
                    </a:moveTo>
                    <a:lnTo>
                      <a:pt x="2875" y="6971"/>
                    </a:lnTo>
                    <a:lnTo>
                      <a:pt x="5262" y="13611"/>
                    </a:lnTo>
                    <a:lnTo>
                      <a:pt x="2387" y="7239"/>
                    </a:lnTo>
                    <a:close/>
                  </a:path>
                </a:pathLst>
              </a:custGeom>
              <a:solidFill>
                <a:srgbClr val="e15e56"/>
              </a:solidFill>
              <a:ln w="3334" cap="flat" cmpd="sng" algn="ctr">
                <a:solidFill>
                  <a:srgbClr val="e15e5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7" name="Surface mesh patch"/>
              <p:cNvSpPr/>
              <p:nvPr/>
            </p:nvSpPr>
            <p:spPr>
              <a:xfrm>
                <a:off x="6336659" y="886144"/>
                <a:ext cx="50120" cy="155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6">
                    <a:moveTo>
                      <a:pt x="0" y="0"/>
                    </a:moveTo>
                    <a:lnTo>
                      <a:pt x="2875" y="10362"/>
                    </a:lnTo>
                    <a:lnTo>
                      <a:pt x="5262" y="16376"/>
                    </a:lnTo>
                    <a:lnTo>
                      <a:pt x="2387" y="7306"/>
                    </a:lnTo>
                    <a:close/>
                  </a:path>
                </a:pathLst>
              </a:custGeom>
              <a:solidFill>
                <a:srgbClr val="fa9b80"/>
              </a:solidFill>
              <a:ln w="3334" cap="flat" cmpd="sng" algn="ctr">
                <a:solidFill>
                  <a:srgbClr val="fa9b8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8" name="Surface mesh patch"/>
              <p:cNvSpPr/>
              <p:nvPr/>
            </p:nvSpPr>
            <p:spPr>
              <a:xfrm>
                <a:off x="6386779" y="1042126"/>
                <a:ext cx="50120" cy="1443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52">
                    <a:moveTo>
                      <a:pt x="0" y="0"/>
                    </a:moveTo>
                    <a:lnTo>
                      <a:pt x="2875" y="10734"/>
                    </a:lnTo>
                    <a:lnTo>
                      <a:pt x="5262" y="15152"/>
                    </a:lnTo>
                    <a:lnTo>
                      <a:pt x="2387" y="6090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9" name="Surface mesh patch"/>
              <p:cNvSpPr/>
              <p:nvPr/>
            </p:nvSpPr>
            <p:spPr>
              <a:xfrm>
                <a:off x="6436899" y="1186452"/>
                <a:ext cx="50120" cy="108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53">
                    <a:moveTo>
                      <a:pt x="0" y="0"/>
                    </a:moveTo>
                    <a:lnTo>
                      <a:pt x="2875" y="8862"/>
                    </a:lnTo>
                    <a:lnTo>
                      <a:pt x="5262" y="11353"/>
                    </a:lnTo>
                    <a:lnTo>
                      <a:pt x="2387" y="4136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0" name="Surface mesh patch"/>
              <p:cNvSpPr/>
              <p:nvPr/>
            </p:nvSpPr>
            <p:spPr>
              <a:xfrm>
                <a:off x="6487018" y="1294593"/>
                <a:ext cx="50120" cy="65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8">
                    <a:moveTo>
                      <a:pt x="0" y="0"/>
                    </a:moveTo>
                    <a:lnTo>
                      <a:pt x="2875" y="6070"/>
                    </a:lnTo>
                    <a:lnTo>
                      <a:pt x="5262" y="6848"/>
                    </a:lnTo>
                    <a:lnTo>
                      <a:pt x="2387" y="2095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1" name="Surface mesh patch"/>
              <p:cNvSpPr/>
              <p:nvPr/>
            </p:nvSpPr>
            <p:spPr>
              <a:xfrm>
                <a:off x="6537138" y="1359822"/>
                <a:ext cx="50120" cy="331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9">
                    <a:moveTo>
                      <a:pt x="0" y="0"/>
                    </a:moveTo>
                    <a:lnTo>
                      <a:pt x="2875" y="3479"/>
                    </a:lnTo>
                    <a:lnTo>
                      <a:pt x="5262" y="3037"/>
                    </a:lnTo>
                    <a:lnTo>
                      <a:pt x="2387" y="434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2" name="Surface mesh patch"/>
              <p:cNvSpPr/>
              <p:nvPr/>
            </p:nvSpPr>
            <p:spPr>
              <a:xfrm>
                <a:off x="6587258" y="1382386"/>
                <a:ext cx="50120" cy="221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8">
                    <a:moveTo>
                      <a:pt x="0" y="668"/>
                    </a:moveTo>
                    <a:lnTo>
                      <a:pt x="2875" y="2328"/>
                    </a:lnTo>
                    <a:lnTo>
                      <a:pt x="5262" y="1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3" name="Surface mesh patch"/>
              <p:cNvSpPr/>
              <p:nvPr/>
            </p:nvSpPr>
            <p:spPr>
              <a:xfrm>
                <a:off x="6637377" y="1381732"/>
                <a:ext cx="50120" cy="184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8">
                    <a:moveTo>
                      <a:pt x="0" y="1252"/>
                    </a:moveTo>
                    <a:lnTo>
                      <a:pt x="2875" y="1938"/>
                    </a:lnTo>
                    <a:lnTo>
                      <a:pt x="5262" y="5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4" name="Surface mesh patch"/>
              <p:cNvSpPr/>
              <p:nvPr/>
            </p:nvSpPr>
            <p:spPr>
              <a:xfrm>
                <a:off x="6687497" y="1372679"/>
                <a:ext cx="50120" cy="17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5">
                    <a:moveTo>
                      <a:pt x="0" y="1453"/>
                    </a:moveTo>
                    <a:lnTo>
                      <a:pt x="2875" y="1835"/>
                    </a:lnTo>
                    <a:lnTo>
                      <a:pt x="5262" y="3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5" name="Surface mesh patch"/>
              <p:cNvSpPr/>
              <p:nvPr/>
            </p:nvSpPr>
            <p:spPr>
              <a:xfrm>
                <a:off x="6737616" y="1362851"/>
                <a:ext cx="50120" cy="183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14"/>
                    </a:moveTo>
                    <a:lnTo>
                      <a:pt x="2875" y="1923"/>
                    </a:lnTo>
                    <a:lnTo>
                      <a:pt x="5262" y="6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6" name="Surface mesh patch"/>
              <p:cNvSpPr/>
              <p:nvPr/>
            </p:nvSpPr>
            <p:spPr>
              <a:xfrm>
                <a:off x="4910577" y="1507234"/>
                <a:ext cx="50120" cy="23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1">
                    <a:moveTo>
                      <a:pt x="0" y="602"/>
                    </a:moveTo>
                    <a:lnTo>
                      <a:pt x="2875" y="2501"/>
                    </a:lnTo>
                    <a:lnTo>
                      <a:pt x="5262" y="18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7" name="Surface mesh patch"/>
              <p:cNvSpPr/>
              <p:nvPr/>
            </p:nvSpPr>
            <p:spPr>
              <a:xfrm>
                <a:off x="4960697" y="1519075"/>
                <a:ext cx="50120" cy="223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4">
                    <a:moveTo>
                      <a:pt x="0" y="639"/>
                    </a:moveTo>
                    <a:lnTo>
                      <a:pt x="2875" y="2344"/>
                    </a:lnTo>
                    <a:lnTo>
                      <a:pt x="5262" y="17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8" name="Surface mesh patch"/>
              <p:cNvSpPr/>
              <p:nvPr/>
            </p:nvSpPr>
            <p:spPr>
              <a:xfrm>
                <a:off x="5010817" y="1529519"/>
                <a:ext cx="50120" cy="20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5">
                    <a:moveTo>
                      <a:pt x="0" y="630"/>
                    </a:moveTo>
                    <a:lnTo>
                      <a:pt x="2875" y="2175"/>
                    </a:lnTo>
                    <a:lnTo>
                      <a:pt x="5262" y="16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9" name="Surface mesh patch"/>
              <p:cNvSpPr/>
              <p:nvPr/>
            </p:nvSpPr>
            <p:spPr>
              <a:xfrm>
                <a:off x="5060936" y="1539700"/>
                <a:ext cx="50120" cy="19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9">
                    <a:moveTo>
                      <a:pt x="0" y="558"/>
                    </a:moveTo>
                    <a:lnTo>
                      <a:pt x="2875" y="1999"/>
                    </a:lnTo>
                    <a:lnTo>
                      <a:pt x="5262" y="15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0" name="Surface mesh patch"/>
              <p:cNvSpPr/>
              <p:nvPr/>
            </p:nvSpPr>
            <p:spPr>
              <a:xfrm>
                <a:off x="5111056" y="1550629"/>
                <a:ext cx="50120" cy="17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">
                    <a:moveTo>
                      <a:pt x="0" y="437"/>
                    </a:moveTo>
                    <a:lnTo>
                      <a:pt x="2875" y="1807"/>
                    </a:lnTo>
                    <a:lnTo>
                      <a:pt x="5262" y="1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1" name="Surface mesh patch"/>
              <p:cNvSpPr/>
              <p:nvPr/>
            </p:nvSpPr>
            <p:spPr>
              <a:xfrm>
                <a:off x="5161176" y="1562480"/>
                <a:ext cx="50120" cy="151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9">
                    <a:moveTo>
                      <a:pt x="0" y="313"/>
                    </a:moveTo>
                    <a:lnTo>
                      <a:pt x="2875" y="1589"/>
                    </a:lnTo>
                    <a:lnTo>
                      <a:pt x="5262" y="14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2" name="Surface mesh patch"/>
              <p:cNvSpPr/>
              <p:nvPr/>
            </p:nvSpPr>
            <p:spPr>
              <a:xfrm>
                <a:off x="5211295" y="1574228"/>
                <a:ext cx="50120" cy="12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5">
                    <a:moveTo>
                      <a:pt x="0" y="243"/>
                    </a:moveTo>
                    <a:lnTo>
                      <a:pt x="2875" y="1355"/>
                    </a:lnTo>
                    <a:lnTo>
                      <a:pt x="5262" y="12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3" name="Surface mesh patch"/>
              <p:cNvSpPr/>
              <p:nvPr/>
            </p:nvSpPr>
            <p:spPr>
              <a:xfrm>
                <a:off x="5261415" y="1583857"/>
                <a:ext cx="50120" cy="108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0">
                    <a:moveTo>
                      <a:pt x="0" y="279"/>
                    </a:moveTo>
                    <a:lnTo>
                      <a:pt x="2875" y="1140"/>
                    </a:lnTo>
                    <a:lnTo>
                      <a:pt x="5262" y="9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4" name="Surface mesh patch"/>
              <p:cNvSpPr/>
              <p:nvPr/>
            </p:nvSpPr>
            <p:spPr>
              <a:xfrm>
                <a:off x="5311535" y="1589105"/>
                <a:ext cx="50120" cy="9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8">
                    <a:moveTo>
                      <a:pt x="0" y="441"/>
                    </a:moveTo>
                    <a:lnTo>
                      <a:pt x="2875" y="1008"/>
                    </a:lnTo>
                    <a:lnTo>
                      <a:pt x="5262" y="6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5" name="Surface mesh patch"/>
              <p:cNvSpPr/>
              <p:nvPr/>
            </p:nvSpPr>
            <p:spPr>
              <a:xfrm>
                <a:off x="5361654" y="1588383"/>
                <a:ext cx="50120" cy="9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0">
                    <a:moveTo>
                      <a:pt x="0" y="717"/>
                    </a:moveTo>
                    <a:lnTo>
                      <a:pt x="2875" y="1020"/>
                    </a:lnTo>
                    <a:lnTo>
                      <a:pt x="5262" y="3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6" name="Surface mesh patch"/>
              <p:cNvSpPr/>
              <p:nvPr/>
            </p:nvSpPr>
            <p:spPr>
              <a:xfrm>
                <a:off x="5411774" y="1581384"/>
                <a:ext cx="50120" cy="11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4">
                    <a:moveTo>
                      <a:pt x="0" y="1061"/>
                    </a:moveTo>
                    <a:lnTo>
                      <a:pt x="2875" y="1214"/>
                    </a:lnTo>
                    <a:lnTo>
                      <a:pt x="5262" y="1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7" name="Surface mesh patch"/>
              <p:cNvSpPr/>
              <p:nvPr/>
            </p:nvSpPr>
            <p:spPr>
              <a:xfrm>
                <a:off x="5461894" y="1569089"/>
                <a:ext cx="50120" cy="150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6">
                    <a:moveTo>
                      <a:pt x="0" y="1426"/>
                    </a:moveTo>
                    <a:lnTo>
                      <a:pt x="2875" y="1576"/>
                    </a:lnTo>
                    <a:lnTo>
                      <a:pt x="5262" y="1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8" name="Surface mesh patch"/>
              <p:cNvSpPr/>
              <p:nvPr/>
            </p:nvSpPr>
            <p:spPr>
              <a:xfrm>
                <a:off x="5512013" y="1553188"/>
                <a:ext cx="50120" cy="19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2">
                    <a:moveTo>
                      <a:pt x="0" y="1772"/>
                    </a:moveTo>
                    <a:lnTo>
                      <a:pt x="2875" y="2042"/>
                    </a:lnTo>
                    <a:lnTo>
                      <a:pt x="5262" y="2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9" name="Surface mesh patch"/>
              <p:cNvSpPr/>
              <p:nvPr/>
            </p:nvSpPr>
            <p:spPr>
              <a:xfrm>
                <a:off x="5562133" y="1535301"/>
                <a:ext cx="50120" cy="240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2079"/>
                    </a:moveTo>
                    <a:lnTo>
                      <a:pt x="2875" y="2520"/>
                    </a:lnTo>
                    <a:lnTo>
                      <a:pt x="5262" y="3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0" name="Surface mesh patch"/>
              <p:cNvSpPr/>
              <p:nvPr/>
            </p:nvSpPr>
            <p:spPr>
              <a:xfrm>
                <a:off x="5612252" y="1516386"/>
                <a:ext cx="50120" cy="27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13">
                    <a:moveTo>
                      <a:pt x="0" y="2344"/>
                    </a:moveTo>
                    <a:lnTo>
                      <a:pt x="2875" y="2913"/>
                    </a:lnTo>
                    <a:lnTo>
                      <a:pt x="5262" y="4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1" name="Surface mesh patch"/>
              <p:cNvSpPr/>
              <p:nvPr/>
            </p:nvSpPr>
            <p:spPr>
              <a:xfrm>
                <a:off x="5662372" y="1496539"/>
                <a:ext cx="50120" cy="298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39">
                    <a:moveTo>
                      <a:pt x="0" y="2569"/>
                    </a:moveTo>
                    <a:lnTo>
                      <a:pt x="2875" y="3139"/>
                    </a:lnTo>
                    <a:lnTo>
                      <a:pt x="5262" y="4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2" name="Surface mesh patch"/>
              <p:cNvSpPr/>
              <p:nvPr/>
            </p:nvSpPr>
            <p:spPr>
              <a:xfrm>
                <a:off x="5712492" y="1474997"/>
                <a:ext cx="50120" cy="296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7">
                    <a:moveTo>
                      <a:pt x="0" y="2757"/>
                    </a:moveTo>
                    <a:lnTo>
                      <a:pt x="2875" y="3117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3" name="Surface mesh patch"/>
              <p:cNvSpPr/>
              <p:nvPr/>
            </p:nvSpPr>
            <p:spPr>
              <a:xfrm>
                <a:off x="5762611" y="1447307"/>
                <a:ext cx="50120" cy="304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98">
                    <a:moveTo>
                      <a:pt x="0" y="3198"/>
                    </a:moveTo>
                    <a:lnTo>
                      <a:pt x="2875" y="3019"/>
                    </a:lnTo>
                    <a:lnTo>
                      <a:pt x="5262" y="0"/>
                    </a:lnTo>
                    <a:lnTo>
                      <a:pt x="2387" y="278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4" name="Surface mesh patch"/>
              <p:cNvSpPr/>
              <p:nvPr/>
            </p:nvSpPr>
            <p:spPr>
              <a:xfrm>
                <a:off x="5812731" y="1404205"/>
                <a:ext cx="50120" cy="43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25">
                    <a:moveTo>
                      <a:pt x="0" y="4525"/>
                    </a:moveTo>
                    <a:lnTo>
                      <a:pt x="2875" y="3282"/>
                    </a:lnTo>
                    <a:lnTo>
                      <a:pt x="5262" y="0"/>
                    </a:lnTo>
                    <a:lnTo>
                      <a:pt x="2387" y="1439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5" name="Surface mesh patch"/>
              <p:cNvSpPr/>
              <p:nvPr/>
            </p:nvSpPr>
            <p:spPr>
              <a:xfrm>
                <a:off x="5862851" y="1340088"/>
                <a:ext cx="50120" cy="641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31">
                    <a:moveTo>
                      <a:pt x="0" y="6731"/>
                    </a:moveTo>
                    <a:lnTo>
                      <a:pt x="2875" y="3663"/>
                    </a:lnTo>
                    <a:lnTo>
                      <a:pt x="5262" y="0"/>
                    </a:lnTo>
                    <a:lnTo>
                      <a:pt x="2387" y="3437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6" name="Surface mesh patch"/>
              <p:cNvSpPr/>
              <p:nvPr/>
            </p:nvSpPr>
            <p:spPr>
              <a:xfrm>
                <a:off x="5912970" y="1245987"/>
                <a:ext cx="50120" cy="94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9">
                    <a:moveTo>
                      <a:pt x="0" y="9879"/>
                    </a:moveTo>
                    <a:lnTo>
                      <a:pt x="2875" y="4114"/>
                    </a:lnTo>
                    <a:lnTo>
                      <a:pt x="5262" y="0"/>
                    </a:lnTo>
                    <a:lnTo>
                      <a:pt x="2387" y="6331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7" name="Surface mesh patch"/>
              <p:cNvSpPr/>
              <p:nvPr/>
            </p:nvSpPr>
            <p:spPr>
              <a:xfrm>
                <a:off x="5963090" y="1117916"/>
                <a:ext cx="50120" cy="1280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46">
                    <a:moveTo>
                      <a:pt x="0" y="13446"/>
                    </a:moveTo>
                    <a:lnTo>
                      <a:pt x="2875" y="4417"/>
                    </a:lnTo>
                    <a:lnTo>
                      <a:pt x="5262" y="0"/>
                    </a:lnTo>
                    <a:lnTo>
                      <a:pt x="2387" y="9699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8" name="Surface mesh patch"/>
              <p:cNvSpPr/>
              <p:nvPr/>
            </p:nvSpPr>
            <p:spPr>
              <a:xfrm>
                <a:off x="6013210" y="964420"/>
                <a:ext cx="50120" cy="1534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15">
                    <a:moveTo>
                      <a:pt x="0" y="16115"/>
                    </a:moveTo>
                    <a:lnTo>
                      <a:pt x="2875" y="4197"/>
                    </a:lnTo>
                    <a:lnTo>
                      <a:pt x="5262" y="0"/>
                    </a:lnTo>
                    <a:lnTo>
                      <a:pt x="2387" y="12482"/>
                    </a:lnTo>
                    <a:close/>
                  </a:path>
                </a:pathLst>
              </a:custGeom>
              <a:solidFill>
                <a:srgbClr val="faa88d"/>
              </a:solidFill>
              <a:ln w="3334" cap="flat" cmpd="sng" algn="ctr">
                <a:solidFill>
                  <a:srgbClr val="faa8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9" name="Surface mesh patch"/>
              <p:cNvSpPr/>
              <p:nvPr/>
            </p:nvSpPr>
            <p:spPr>
              <a:xfrm>
                <a:off x="6063329" y="810997"/>
                <a:ext cx="50120" cy="1534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07">
                    <a:moveTo>
                      <a:pt x="0" y="16107"/>
                    </a:moveTo>
                    <a:lnTo>
                      <a:pt x="2875" y="3089"/>
                    </a:lnTo>
                    <a:lnTo>
                      <a:pt x="5262" y="0"/>
                    </a:lnTo>
                    <a:lnTo>
                      <a:pt x="2387" y="13251"/>
                    </a:lnTo>
                    <a:close/>
                  </a:path>
                </a:pathLst>
              </a:custGeom>
              <a:solidFill>
                <a:srgbClr val="eb7464"/>
              </a:solidFill>
              <a:ln w="3334" cap="flat" cmpd="sng" algn="ctr">
                <a:solidFill>
                  <a:srgbClr val="eb74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0" name="Surface mesh patch"/>
              <p:cNvSpPr/>
              <p:nvPr/>
            </p:nvSpPr>
            <p:spPr>
              <a:xfrm>
                <a:off x="6113449" y="695502"/>
                <a:ext cx="50120" cy="1154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25">
                    <a:moveTo>
                      <a:pt x="0" y="12125"/>
                    </a:moveTo>
                    <a:lnTo>
                      <a:pt x="2875" y="1021"/>
                    </a:lnTo>
                    <a:lnTo>
                      <a:pt x="5262" y="0"/>
                    </a:lnTo>
                    <a:lnTo>
                      <a:pt x="2387" y="10944"/>
                    </a:lnTo>
                    <a:close/>
                  </a:path>
                </a:pathLst>
              </a:custGeom>
              <a:solidFill>
                <a:srgbClr val="d0373e"/>
              </a:solidFill>
              <a:ln w="3334" cap="flat" cmpd="sng" algn="ctr">
                <a:solidFill>
                  <a:srgbClr val="d0373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1" name="Surface mesh patch"/>
              <p:cNvSpPr/>
              <p:nvPr/>
            </p:nvSpPr>
            <p:spPr>
              <a:xfrm>
                <a:off x="6163569" y="638175"/>
                <a:ext cx="50120" cy="693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80">
                    <a:moveTo>
                      <a:pt x="0" y="6019"/>
                    </a:moveTo>
                    <a:lnTo>
                      <a:pt x="2875" y="0"/>
                    </a:lnTo>
                    <a:lnTo>
                      <a:pt x="5262" y="1603"/>
                    </a:lnTo>
                    <a:lnTo>
                      <a:pt x="2387" y="728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2" name="Surface mesh patch"/>
              <p:cNvSpPr/>
              <p:nvPr/>
            </p:nvSpPr>
            <p:spPr>
              <a:xfrm>
                <a:off x="6213688" y="653443"/>
                <a:ext cx="50120" cy="46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7">
                    <a:moveTo>
                      <a:pt x="0" y="0"/>
                    </a:moveTo>
                    <a:lnTo>
                      <a:pt x="2875" y="924"/>
                    </a:lnTo>
                    <a:lnTo>
                      <a:pt x="5262" y="4927"/>
                    </a:lnTo>
                    <a:lnTo>
                      <a:pt x="2387" y="389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3" name="Surface mesh patch"/>
              <p:cNvSpPr/>
              <p:nvPr/>
            </p:nvSpPr>
            <p:spPr>
              <a:xfrm>
                <a:off x="6263808" y="700376"/>
                <a:ext cx="50120" cy="1225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4">
                    <a:moveTo>
                      <a:pt x="0" y="0"/>
                    </a:moveTo>
                    <a:lnTo>
                      <a:pt x="2875" y="7454"/>
                    </a:lnTo>
                    <a:lnTo>
                      <a:pt x="5262" y="12864"/>
                    </a:lnTo>
                    <a:lnTo>
                      <a:pt x="2387" y="5893"/>
                    </a:lnTo>
                    <a:close/>
                  </a:path>
                </a:pathLst>
              </a:custGeom>
              <a:solidFill>
                <a:srgbClr val="d33e42"/>
              </a:solidFill>
              <a:ln w="3334" cap="flat" cmpd="sng" algn="ctr">
                <a:solidFill>
                  <a:srgbClr val="d33e4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4" name="Surface mesh patch"/>
              <p:cNvSpPr/>
              <p:nvPr/>
            </p:nvSpPr>
            <p:spPr>
              <a:xfrm>
                <a:off x="6313927" y="822903"/>
                <a:ext cx="50120" cy="1619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1">
                    <a:moveTo>
                      <a:pt x="0" y="0"/>
                    </a:moveTo>
                    <a:lnTo>
                      <a:pt x="2875" y="11532"/>
                    </a:lnTo>
                    <a:lnTo>
                      <a:pt x="5262" y="17001"/>
                    </a:lnTo>
                    <a:lnTo>
                      <a:pt x="2387" y="6639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5" name="Surface mesh patch"/>
              <p:cNvSpPr/>
              <p:nvPr/>
            </p:nvSpPr>
            <p:spPr>
              <a:xfrm>
                <a:off x="6364047" y="984840"/>
                <a:ext cx="50120" cy="1595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48">
                    <a:moveTo>
                      <a:pt x="0" y="0"/>
                    </a:moveTo>
                    <a:lnTo>
                      <a:pt x="2875" y="12365"/>
                    </a:lnTo>
                    <a:lnTo>
                      <a:pt x="5262" y="16748"/>
                    </a:lnTo>
                    <a:lnTo>
                      <a:pt x="2387" y="6014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6" name="Surface mesh patch"/>
              <p:cNvSpPr/>
              <p:nvPr/>
            </p:nvSpPr>
            <p:spPr>
              <a:xfrm>
                <a:off x="6414167" y="1144366"/>
                <a:ext cx="50120" cy="1264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80">
                    <a:moveTo>
                      <a:pt x="0" y="0"/>
                    </a:moveTo>
                    <a:lnTo>
                      <a:pt x="2875" y="10565"/>
                    </a:lnTo>
                    <a:lnTo>
                      <a:pt x="5262" y="13280"/>
                    </a:lnTo>
                    <a:lnTo>
                      <a:pt x="2387" y="4419"/>
                    </a:lnTo>
                    <a:close/>
                  </a:path>
                </a:pathLst>
              </a:custGeom>
              <a:solidFill>
                <a:srgbClr val="f7d3bb"/>
              </a:solidFill>
              <a:ln w="3334" cap="flat" cmpd="sng" algn="ctr">
                <a:solidFill>
                  <a:srgbClr val="f7d3b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7" name="Surface mesh patch"/>
              <p:cNvSpPr/>
              <p:nvPr/>
            </p:nvSpPr>
            <p:spPr>
              <a:xfrm>
                <a:off x="6464286" y="1270861"/>
                <a:ext cx="50120" cy="815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61">
                    <a:moveTo>
                      <a:pt x="0" y="0"/>
                    </a:moveTo>
                    <a:lnTo>
                      <a:pt x="2875" y="7506"/>
                    </a:lnTo>
                    <a:lnTo>
                      <a:pt x="5262" y="8561"/>
                    </a:lnTo>
                    <a:lnTo>
                      <a:pt x="2387" y="2491"/>
                    </a:lnTo>
                    <a:close/>
                  </a:path>
                </a:pathLst>
              </a:custGeom>
              <a:solidFill>
                <a:srgbClr val="e1dfe5"/>
              </a:solidFill>
              <a:ln w="3334" cap="flat" cmpd="sng" algn="ctr">
                <a:solidFill>
                  <a:srgbClr val="e1df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8" name="Surface mesh patch"/>
              <p:cNvSpPr/>
              <p:nvPr/>
            </p:nvSpPr>
            <p:spPr>
              <a:xfrm>
                <a:off x="6514406" y="1352405"/>
                <a:ext cx="50120" cy="42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7">
                    <a:moveTo>
                      <a:pt x="0" y="0"/>
                    </a:moveTo>
                    <a:lnTo>
                      <a:pt x="2875" y="4487"/>
                    </a:lnTo>
                    <a:lnTo>
                      <a:pt x="5262" y="4258"/>
                    </a:lnTo>
                    <a:lnTo>
                      <a:pt x="2387" y="779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9" name="Surface mesh patch"/>
              <p:cNvSpPr/>
              <p:nvPr/>
            </p:nvSpPr>
            <p:spPr>
              <a:xfrm>
                <a:off x="6564526" y="1388749"/>
                <a:ext cx="50120" cy="255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87">
                    <a:moveTo>
                      <a:pt x="0" y="442"/>
                    </a:moveTo>
                    <a:lnTo>
                      <a:pt x="2875" y="2687"/>
                    </a:lnTo>
                    <a:lnTo>
                      <a:pt x="5262" y="16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0" name="Surface mesh patch"/>
              <p:cNvSpPr/>
              <p:nvPr/>
            </p:nvSpPr>
            <p:spPr>
              <a:xfrm>
                <a:off x="6614645" y="1393655"/>
                <a:ext cx="50120" cy="199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0">
                    <a:moveTo>
                      <a:pt x="0" y="1145"/>
                    </a:moveTo>
                    <a:lnTo>
                      <a:pt x="2875" y="2090"/>
                    </a:lnTo>
                    <a:lnTo>
                      <a:pt x="5262" y="6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1" name="Surface mesh patch"/>
              <p:cNvSpPr/>
              <p:nvPr/>
            </p:nvSpPr>
            <p:spPr>
              <a:xfrm>
                <a:off x="6664765" y="1386522"/>
                <a:ext cx="50120" cy="17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2">
                    <a:moveTo>
                      <a:pt x="0" y="1435"/>
                    </a:moveTo>
                    <a:lnTo>
                      <a:pt x="2875" y="1862"/>
                    </a:lnTo>
                    <a:lnTo>
                      <a:pt x="5262" y="3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2" name="Surface mesh patch"/>
              <p:cNvSpPr/>
              <p:nvPr/>
            </p:nvSpPr>
            <p:spPr>
              <a:xfrm>
                <a:off x="6714885" y="1376321"/>
                <a:ext cx="50120" cy="179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3">
                    <a:moveTo>
                      <a:pt x="0" y="1453"/>
                    </a:moveTo>
                    <a:lnTo>
                      <a:pt x="2875" y="1883"/>
                    </a:lnTo>
                    <a:lnTo>
                      <a:pt x="5262" y="5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3" name="Surface mesh patch"/>
              <p:cNvSpPr/>
              <p:nvPr/>
            </p:nvSpPr>
            <p:spPr>
              <a:xfrm>
                <a:off x="6765004" y="1368667"/>
                <a:ext cx="50120" cy="19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4">
                    <a:moveTo>
                      <a:pt x="0" y="1313"/>
                    </a:moveTo>
                    <a:lnTo>
                      <a:pt x="2875" y="2044"/>
                    </a:lnTo>
                    <a:lnTo>
                      <a:pt x="5262" y="8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4" name="Surface mesh patch"/>
              <p:cNvSpPr/>
              <p:nvPr/>
            </p:nvSpPr>
            <p:spPr>
              <a:xfrm>
                <a:off x="4887846" y="1512968"/>
                <a:ext cx="50120" cy="23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6">
                    <a:moveTo>
                      <a:pt x="0" y="580"/>
                    </a:moveTo>
                    <a:lnTo>
                      <a:pt x="2875" y="2506"/>
                    </a:lnTo>
                    <a:lnTo>
                      <a:pt x="5262" y="18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5" name="Surface mesh patch"/>
              <p:cNvSpPr/>
              <p:nvPr/>
            </p:nvSpPr>
            <p:spPr>
              <a:xfrm>
                <a:off x="4937965" y="1525163"/>
                <a:ext cx="50120" cy="22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3">
                    <a:moveTo>
                      <a:pt x="0" y="619"/>
                    </a:moveTo>
                    <a:lnTo>
                      <a:pt x="2875" y="2323"/>
                    </a:lnTo>
                    <a:lnTo>
                      <a:pt x="5262" y="1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dfd"/>
              </a:solidFill>
              <a:ln w="3334" cap="flat" cmpd="sng" algn="ctr">
                <a:solidFill>
                  <a:srgbClr val="b0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6" name="Surface mesh patch"/>
              <p:cNvSpPr/>
              <p:nvPr/>
            </p:nvSpPr>
            <p:spPr>
              <a:xfrm>
                <a:off x="4988085" y="1535517"/>
                <a:ext cx="50120" cy="20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9">
                    <a:moveTo>
                      <a:pt x="0" y="617"/>
                    </a:moveTo>
                    <a:lnTo>
                      <a:pt x="2875" y="2109"/>
                    </a:lnTo>
                    <a:lnTo>
                      <a:pt x="5262" y="15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7" name="Surface mesh patch"/>
              <p:cNvSpPr/>
              <p:nvPr/>
            </p:nvSpPr>
            <p:spPr>
              <a:xfrm>
                <a:off x="5038205" y="1545013"/>
                <a:ext cx="50120" cy="17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4">
                    <a:moveTo>
                      <a:pt x="0" y="549"/>
                    </a:moveTo>
                    <a:lnTo>
                      <a:pt x="2875" y="1874"/>
                    </a:lnTo>
                    <a:lnTo>
                      <a:pt x="5262" y="1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8" name="Surface mesh patch"/>
              <p:cNvSpPr/>
              <p:nvPr/>
            </p:nvSpPr>
            <p:spPr>
              <a:xfrm>
                <a:off x="5088324" y="1554795"/>
                <a:ext cx="50120" cy="153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6">
                    <a:moveTo>
                      <a:pt x="0" y="414"/>
                    </a:moveTo>
                    <a:lnTo>
                      <a:pt x="2875" y="1616"/>
                    </a:lnTo>
                    <a:lnTo>
                      <a:pt x="5262" y="13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9" name="Surface mesh patch"/>
              <p:cNvSpPr/>
              <p:nvPr/>
            </p:nvSpPr>
            <p:spPr>
              <a:xfrm>
                <a:off x="5138444" y="1565460"/>
                <a:ext cx="50120" cy="127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35">
                    <a:moveTo>
                      <a:pt x="0" y="249"/>
                    </a:moveTo>
                    <a:lnTo>
                      <a:pt x="2875" y="1335"/>
                    </a:lnTo>
                    <a:lnTo>
                      <a:pt x="5262" y="1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0" name="Surface mesh patch"/>
              <p:cNvSpPr/>
              <p:nvPr/>
            </p:nvSpPr>
            <p:spPr>
              <a:xfrm>
                <a:off x="5188563" y="1576543"/>
                <a:ext cx="50120" cy="10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1">
                    <a:moveTo>
                      <a:pt x="0" y="113"/>
                    </a:moveTo>
                    <a:lnTo>
                      <a:pt x="2875" y="1046"/>
                    </a:lnTo>
                    <a:lnTo>
                      <a:pt x="5262" y="1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1" name="Surface mesh patch"/>
              <p:cNvSpPr/>
              <p:nvPr/>
            </p:nvSpPr>
            <p:spPr>
              <a:xfrm>
                <a:off x="5238683" y="1586511"/>
                <a:ext cx="50120" cy="8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2">
                    <a:moveTo>
                      <a:pt x="0" y="65"/>
                    </a:moveTo>
                    <a:lnTo>
                      <a:pt x="2875" y="792"/>
                    </a:lnTo>
                    <a:lnTo>
                      <a:pt x="5262" y="8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2" name="Surface mesh patch"/>
              <p:cNvSpPr/>
              <p:nvPr/>
            </p:nvSpPr>
            <p:spPr>
              <a:xfrm>
                <a:off x="5288803" y="1593310"/>
                <a:ext cx="50120" cy="6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9">
                    <a:moveTo>
                      <a:pt x="0" y="148"/>
                    </a:moveTo>
                    <a:lnTo>
                      <a:pt x="2875" y="639"/>
                    </a:lnTo>
                    <a:lnTo>
                      <a:pt x="5262" y="5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3" name="Surface mesh patch"/>
              <p:cNvSpPr/>
              <p:nvPr/>
            </p:nvSpPr>
            <p:spPr>
              <a:xfrm>
                <a:off x="5338922" y="1595207"/>
                <a:ext cx="50120" cy="62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">
                    <a:moveTo>
                      <a:pt x="0" y="367"/>
                    </a:moveTo>
                    <a:lnTo>
                      <a:pt x="2875" y="659"/>
                    </a:lnTo>
                    <a:lnTo>
                      <a:pt x="5262" y="3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4" name="Surface mesh patch"/>
              <p:cNvSpPr/>
              <p:nvPr/>
            </p:nvSpPr>
            <p:spPr>
              <a:xfrm>
                <a:off x="5389042" y="1591493"/>
                <a:ext cx="50120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1">
                    <a:moveTo>
                      <a:pt x="0" y="693"/>
                    </a:moveTo>
                    <a:lnTo>
                      <a:pt x="2875" y="891"/>
                    </a:lnTo>
                    <a:lnTo>
                      <a:pt x="5262" y="1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5" name="Surface mesh patch"/>
              <p:cNvSpPr/>
              <p:nvPr/>
            </p:nvSpPr>
            <p:spPr>
              <a:xfrm>
                <a:off x="5439162" y="1582671"/>
                <a:ext cx="50120" cy="12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1">
                    <a:moveTo>
                      <a:pt x="0" y="1079"/>
                    </a:moveTo>
                    <a:lnTo>
                      <a:pt x="2875" y="1321"/>
                    </a:lnTo>
                    <a:lnTo>
                      <a:pt x="5262" y="1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6" name="Surface mesh patch"/>
              <p:cNvSpPr/>
              <p:nvPr/>
            </p:nvSpPr>
            <p:spPr>
              <a:xfrm>
                <a:off x="5489281" y="1570063"/>
                <a:ext cx="50120" cy="17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1473"/>
                    </a:moveTo>
                    <a:lnTo>
                      <a:pt x="2875" y="1876"/>
                    </a:lnTo>
                    <a:lnTo>
                      <a:pt x="5262" y="2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7" name="Surface mesh patch"/>
              <p:cNvSpPr/>
              <p:nvPr/>
            </p:nvSpPr>
            <p:spPr>
              <a:xfrm>
                <a:off x="5539401" y="1555105"/>
                <a:ext cx="50120" cy="23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4">
                    <a:moveTo>
                      <a:pt x="0" y="1841"/>
                    </a:moveTo>
                    <a:lnTo>
                      <a:pt x="2875" y="2444"/>
                    </a:lnTo>
                    <a:lnTo>
                      <a:pt x="5262" y="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8" name="Surface mesh patch"/>
              <p:cNvSpPr/>
              <p:nvPr/>
            </p:nvSpPr>
            <p:spPr>
              <a:xfrm>
                <a:off x="5589521" y="1538716"/>
                <a:ext cx="50120" cy="277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09">
                    <a:moveTo>
                      <a:pt x="0" y="2161"/>
                    </a:moveTo>
                    <a:lnTo>
                      <a:pt x="2875" y="2909"/>
                    </a:lnTo>
                    <a:lnTo>
                      <a:pt x="5262" y="5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9" name="Surface mesh patch"/>
              <p:cNvSpPr/>
              <p:nvPr/>
            </p:nvSpPr>
            <p:spPr>
              <a:xfrm>
                <a:off x="5639640" y="1521009"/>
                <a:ext cx="50120" cy="302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8">
                    <a:moveTo>
                      <a:pt x="0" y="2428"/>
                    </a:moveTo>
                    <a:lnTo>
                      <a:pt x="2875" y="3178"/>
                    </a:lnTo>
                    <a:lnTo>
                      <a:pt x="5262" y="5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0" name="Surface mesh patch"/>
              <p:cNvSpPr/>
              <p:nvPr/>
            </p:nvSpPr>
            <p:spPr>
              <a:xfrm>
                <a:off x="5689760" y="1501257"/>
                <a:ext cx="50120" cy="303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2">
                    <a:moveTo>
                      <a:pt x="0" y="2643"/>
                    </a:moveTo>
                    <a:lnTo>
                      <a:pt x="2875" y="3182"/>
                    </a:lnTo>
                    <a:lnTo>
                      <a:pt x="5262" y="3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1" name="Surface mesh patch"/>
              <p:cNvSpPr/>
              <p:nvPr/>
            </p:nvSpPr>
            <p:spPr>
              <a:xfrm>
                <a:off x="5739880" y="1476061"/>
                <a:ext cx="50120" cy="28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9">
                    <a:moveTo>
                      <a:pt x="0" y="3006"/>
                    </a:moveTo>
                    <a:lnTo>
                      <a:pt x="2875" y="3029"/>
                    </a:lnTo>
                    <a:lnTo>
                      <a:pt x="5262" y="0"/>
                    </a:lnTo>
                    <a:lnTo>
                      <a:pt x="2387" y="17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2" name="Surface mesh patch"/>
              <p:cNvSpPr/>
              <p:nvPr/>
            </p:nvSpPr>
            <p:spPr>
              <a:xfrm>
                <a:off x="5789999" y="1435470"/>
                <a:ext cx="50120" cy="405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62">
                    <a:moveTo>
                      <a:pt x="0" y="4262"/>
                    </a:moveTo>
                    <a:lnTo>
                      <a:pt x="2875" y="3310"/>
                    </a:lnTo>
                    <a:lnTo>
                      <a:pt x="5262" y="0"/>
                    </a:lnTo>
                    <a:lnTo>
                      <a:pt x="2387" y="124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3" name="Surface mesh patch"/>
              <p:cNvSpPr/>
              <p:nvPr/>
            </p:nvSpPr>
            <p:spPr>
              <a:xfrm>
                <a:off x="5840119" y="1374981"/>
                <a:ext cx="50120" cy="604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51">
                    <a:moveTo>
                      <a:pt x="0" y="6351"/>
                    </a:moveTo>
                    <a:lnTo>
                      <a:pt x="2875" y="3753"/>
                    </a:lnTo>
                    <a:lnTo>
                      <a:pt x="5262" y="0"/>
                    </a:lnTo>
                    <a:lnTo>
                      <a:pt x="2387" y="3068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4" name="Surface mesh patch"/>
              <p:cNvSpPr/>
              <p:nvPr/>
            </p:nvSpPr>
            <p:spPr>
              <a:xfrm>
                <a:off x="5890238" y="1285173"/>
                <a:ext cx="50120" cy="89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29">
                    <a:moveTo>
                      <a:pt x="0" y="9429"/>
                    </a:moveTo>
                    <a:lnTo>
                      <a:pt x="2875" y="4372"/>
                    </a:lnTo>
                    <a:lnTo>
                      <a:pt x="5262" y="0"/>
                    </a:lnTo>
                    <a:lnTo>
                      <a:pt x="2387" y="5765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5" name="Surface mesh patch"/>
              <p:cNvSpPr/>
              <p:nvPr/>
            </p:nvSpPr>
            <p:spPr>
              <a:xfrm>
                <a:off x="5940358" y="1159990"/>
                <a:ext cx="50120" cy="125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43">
                    <a:moveTo>
                      <a:pt x="0" y="13143"/>
                    </a:moveTo>
                    <a:lnTo>
                      <a:pt x="2875" y="5014"/>
                    </a:lnTo>
                    <a:lnTo>
                      <a:pt x="5262" y="0"/>
                    </a:lnTo>
                    <a:lnTo>
                      <a:pt x="2387" y="9029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6" name="Surface mesh patch"/>
              <p:cNvSpPr/>
              <p:nvPr/>
            </p:nvSpPr>
            <p:spPr>
              <a:xfrm>
                <a:off x="5990478" y="1004393"/>
                <a:ext cx="50120" cy="155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36">
                    <a:moveTo>
                      <a:pt x="0" y="16336"/>
                    </a:moveTo>
                    <a:lnTo>
                      <a:pt x="2875" y="5319"/>
                    </a:lnTo>
                    <a:lnTo>
                      <a:pt x="5262" y="0"/>
                    </a:lnTo>
                    <a:lnTo>
                      <a:pt x="2387" y="11918"/>
                    </a:lnTo>
                    <a:close/>
                  </a:path>
                </a:pathLst>
              </a:custGeom>
              <a:solidFill>
                <a:srgbClr val="fab094"/>
              </a:solidFill>
              <a:ln w="3334" cap="flat" cmpd="sng" algn="ctr">
                <a:solidFill>
                  <a:srgbClr val="fab09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7" name="Surface mesh patch"/>
              <p:cNvSpPr/>
              <p:nvPr/>
            </p:nvSpPr>
            <p:spPr>
              <a:xfrm>
                <a:off x="6040597" y="840420"/>
                <a:ext cx="50120" cy="1639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15">
                    <a:moveTo>
                      <a:pt x="0" y="17215"/>
                    </a:moveTo>
                    <a:lnTo>
                      <a:pt x="2875" y="4837"/>
                    </a:lnTo>
                    <a:lnTo>
                      <a:pt x="5262" y="0"/>
                    </a:lnTo>
                    <a:lnTo>
                      <a:pt x="2387" y="13018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8" name="Surface mesh patch"/>
              <p:cNvSpPr/>
              <p:nvPr/>
            </p:nvSpPr>
            <p:spPr>
              <a:xfrm>
                <a:off x="6090717" y="705227"/>
                <a:ext cx="50120" cy="1351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94">
                    <a:moveTo>
                      <a:pt x="0" y="14194"/>
                    </a:moveTo>
                    <a:lnTo>
                      <a:pt x="2875" y="3302"/>
                    </a:lnTo>
                    <a:lnTo>
                      <a:pt x="5262" y="0"/>
                    </a:lnTo>
                    <a:lnTo>
                      <a:pt x="2387" y="11104"/>
                    </a:lnTo>
                    <a:close/>
                  </a:path>
                </a:pathLst>
              </a:custGeom>
              <a:solidFill>
                <a:srgbClr val="d23c40"/>
              </a:solidFill>
              <a:ln w="3334" cap="flat" cmpd="sng" algn="ctr">
                <a:solidFill>
                  <a:srgbClr val="d23c4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9" name="Surface mesh patch"/>
              <p:cNvSpPr/>
              <p:nvPr/>
            </p:nvSpPr>
            <p:spPr>
              <a:xfrm>
                <a:off x="6140837" y="638175"/>
                <a:ext cx="50120" cy="67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0">
                    <a:moveTo>
                      <a:pt x="0" y="7040"/>
                    </a:moveTo>
                    <a:lnTo>
                      <a:pt x="2875" y="900"/>
                    </a:lnTo>
                    <a:lnTo>
                      <a:pt x="5262" y="0"/>
                    </a:lnTo>
                    <a:lnTo>
                      <a:pt x="2387" y="6019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0" name="Surface mesh patch"/>
              <p:cNvSpPr/>
              <p:nvPr/>
            </p:nvSpPr>
            <p:spPr>
              <a:xfrm>
                <a:off x="6190956" y="638175"/>
                <a:ext cx="50120" cy="240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7">
                    <a:moveTo>
                      <a:pt x="0" y="0"/>
                    </a:moveTo>
                    <a:lnTo>
                      <a:pt x="2875" y="823"/>
                    </a:lnTo>
                    <a:lnTo>
                      <a:pt x="5262" y="2527"/>
                    </a:lnTo>
                    <a:lnTo>
                      <a:pt x="2387" y="1603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1" name="Surface mesh patch"/>
              <p:cNvSpPr/>
              <p:nvPr/>
            </p:nvSpPr>
            <p:spPr>
              <a:xfrm>
                <a:off x="6241076" y="662245"/>
                <a:ext cx="50120" cy="109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57">
                    <a:moveTo>
                      <a:pt x="0" y="0"/>
                    </a:moveTo>
                    <a:lnTo>
                      <a:pt x="2875" y="7782"/>
                    </a:lnTo>
                    <a:lnTo>
                      <a:pt x="5262" y="11457"/>
                    </a:lnTo>
                    <a:lnTo>
                      <a:pt x="2387" y="4003"/>
                    </a:lnTo>
                    <a:close/>
                  </a:path>
                </a:pathLst>
              </a:custGeom>
              <a:solidFill>
                <a:srgbClr val="c82531"/>
              </a:solidFill>
              <a:ln w="3334" cap="flat" cmpd="sng" algn="ctr">
                <a:solidFill>
                  <a:srgbClr val="c8253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2" name="Surface mesh patch"/>
              <p:cNvSpPr/>
              <p:nvPr/>
            </p:nvSpPr>
            <p:spPr>
              <a:xfrm>
                <a:off x="6291196" y="771374"/>
                <a:ext cx="50120" cy="1613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42">
                    <a:moveTo>
                      <a:pt x="0" y="0"/>
                    </a:moveTo>
                    <a:lnTo>
                      <a:pt x="2875" y="12498"/>
                    </a:lnTo>
                    <a:lnTo>
                      <a:pt x="5262" y="16942"/>
                    </a:lnTo>
                    <a:lnTo>
                      <a:pt x="2387" y="5410"/>
                    </a:lnTo>
                    <a:close/>
                  </a:path>
                </a:pathLst>
              </a:custGeom>
              <a:solidFill>
                <a:srgbClr val="e3635a"/>
              </a:solidFill>
              <a:ln w="3334" cap="flat" cmpd="sng" algn="ctr">
                <a:solidFill>
                  <a:srgbClr val="e3635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3" name="Surface mesh patch"/>
              <p:cNvSpPr/>
              <p:nvPr/>
            </p:nvSpPr>
            <p:spPr>
              <a:xfrm>
                <a:off x="6341315" y="932748"/>
                <a:ext cx="50120" cy="169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4">
                    <a:moveTo>
                      <a:pt x="0" y="0"/>
                    </a:moveTo>
                    <a:lnTo>
                      <a:pt x="2875" y="13852"/>
                    </a:lnTo>
                    <a:lnTo>
                      <a:pt x="5262" y="17834"/>
                    </a:lnTo>
                    <a:lnTo>
                      <a:pt x="2387" y="5469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4" name="Surface mesh patch"/>
              <p:cNvSpPr/>
              <p:nvPr/>
            </p:nvSpPr>
            <p:spPr>
              <a:xfrm>
                <a:off x="6391435" y="1102618"/>
                <a:ext cx="50120" cy="1423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47">
                    <a:moveTo>
                      <a:pt x="0" y="0"/>
                    </a:moveTo>
                    <a:lnTo>
                      <a:pt x="2875" y="12233"/>
                    </a:lnTo>
                    <a:lnTo>
                      <a:pt x="5262" y="14947"/>
                    </a:lnTo>
                    <a:lnTo>
                      <a:pt x="2387" y="4383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5" name="Surface mesh patch"/>
              <p:cNvSpPr/>
              <p:nvPr/>
            </p:nvSpPr>
            <p:spPr>
              <a:xfrm>
                <a:off x="6441555" y="1244993"/>
                <a:ext cx="50120" cy="973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22">
                    <a:moveTo>
                      <a:pt x="0" y="0"/>
                    </a:moveTo>
                    <a:lnTo>
                      <a:pt x="2875" y="8999"/>
                    </a:lnTo>
                    <a:lnTo>
                      <a:pt x="5262" y="10222"/>
                    </a:lnTo>
                    <a:lnTo>
                      <a:pt x="2387" y="2716"/>
                    </a:lnTo>
                    <a:close/>
                  </a:path>
                </a:pathLst>
              </a:custGeom>
              <a:solidFill>
                <a:srgbClr val="e7dcd9"/>
              </a:solidFill>
              <a:ln w="3334" cap="flat" cmpd="sng" algn="ctr">
                <a:solidFill>
                  <a:srgbClr val="e7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6" name="Surface mesh patch"/>
              <p:cNvSpPr/>
              <p:nvPr/>
            </p:nvSpPr>
            <p:spPr>
              <a:xfrm>
                <a:off x="6491674" y="1342353"/>
                <a:ext cx="50120" cy="532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3">
                    <a:moveTo>
                      <a:pt x="0" y="0"/>
                    </a:moveTo>
                    <a:lnTo>
                      <a:pt x="2875" y="5593"/>
                    </a:lnTo>
                    <a:lnTo>
                      <a:pt x="5262" y="5542"/>
                    </a:lnTo>
                    <a:lnTo>
                      <a:pt x="2387" y="1055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7" name="Surface mesh patch"/>
              <p:cNvSpPr/>
              <p:nvPr/>
            </p:nvSpPr>
            <p:spPr>
              <a:xfrm>
                <a:off x="6541794" y="1392964"/>
                <a:ext cx="50120" cy="300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5">
                    <a:moveTo>
                      <a:pt x="0" y="229"/>
                    </a:moveTo>
                    <a:lnTo>
                      <a:pt x="2875" y="3155"/>
                    </a:lnTo>
                    <a:lnTo>
                      <a:pt x="5262" y="22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8" name="Surface mesh patch"/>
              <p:cNvSpPr/>
              <p:nvPr/>
            </p:nvSpPr>
            <p:spPr>
              <a:xfrm>
                <a:off x="6591913" y="1404558"/>
                <a:ext cx="50120" cy="219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6">
                    <a:moveTo>
                      <a:pt x="0" y="1027"/>
                    </a:moveTo>
                    <a:lnTo>
                      <a:pt x="2875" y="2306"/>
                    </a:lnTo>
                    <a:lnTo>
                      <a:pt x="5262" y="9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9" name="Surface mesh patch"/>
              <p:cNvSpPr/>
              <p:nvPr/>
            </p:nvSpPr>
            <p:spPr>
              <a:xfrm>
                <a:off x="6642033" y="1400195"/>
                <a:ext cx="50120" cy="18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03"/>
                    </a:moveTo>
                    <a:lnTo>
                      <a:pt x="2875" y="1923"/>
                    </a:lnTo>
                    <a:lnTo>
                      <a:pt x="5262" y="4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0" name="Surface mesh patch"/>
              <p:cNvSpPr/>
              <p:nvPr/>
            </p:nvSpPr>
            <p:spPr>
              <a:xfrm>
                <a:off x="6692153" y="1390157"/>
                <a:ext cx="50120" cy="177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1480"/>
                    </a:moveTo>
                    <a:lnTo>
                      <a:pt x="2875" y="1861"/>
                    </a:lnTo>
                    <a:lnTo>
                      <a:pt x="5262" y="4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1" name="Surface mesh patch"/>
              <p:cNvSpPr/>
              <p:nvPr/>
            </p:nvSpPr>
            <p:spPr>
              <a:xfrm>
                <a:off x="6742272" y="1381170"/>
                <a:ext cx="50120" cy="188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2">
                    <a:moveTo>
                      <a:pt x="0" y="1374"/>
                    </a:moveTo>
                    <a:lnTo>
                      <a:pt x="2875" y="1982"/>
                    </a:lnTo>
                    <a:lnTo>
                      <a:pt x="5262" y="7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2" name="Surface mesh patch"/>
              <p:cNvSpPr/>
              <p:nvPr/>
            </p:nvSpPr>
            <p:spPr>
              <a:xfrm>
                <a:off x="6792392" y="1376926"/>
                <a:ext cx="50120" cy="208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1177"/>
                    </a:moveTo>
                    <a:lnTo>
                      <a:pt x="2875" y="2185"/>
                    </a:lnTo>
                    <a:lnTo>
                      <a:pt x="5262" y="11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3" name="Surface mesh patch"/>
              <p:cNvSpPr/>
              <p:nvPr/>
            </p:nvSpPr>
            <p:spPr>
              <a:xfrm>
                <a:off x="4865114" y="1518490"/>
                <a:ext cx="50120" cy="240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4">
                    <a:moveTo>
                      <a:pt x="0" y="564"/>
                    </a:moveTo>
                    <a:lnTo>
                      <a:pt x="2875" y="2524"/>
                    </a:lnTo>
                    <a:lnTo>
                      <a:pt x="5262" y="19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4" name="Surface mesh patch"/>
              <p:cNvSpPr/>
              <p:nvPr/>
            </p:nvSpPr>
            <p:spPr>
              <a:xfrm>
                <a:off x="4915233" y="1531059"/>
                <a:ext cx="50120" cy="22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9">
                    <a:moveTo>
                      <a:pt x="0" y="606"/>
                    </a:moveTo>
                    <a:lnTo>
                      <a:pt x="2875" y="2329"/>
                    </a:lnTo>
                    <a:lnTo>
                      <a:pt x="5262" y="1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5" name="Surface mesh patch"/>
              <p:cNvSpPr/>
              <p:nvPr/>
            </p:nvSpPr>
            <p:spPr>
              <a:xfrm>
                <a:off x="4965353" y="1541398"/>
                <a:ext cx="50120" cy="198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6">
                    <a:moveTo>
                      <a:pt x="0" y="618"/>
                    </a:moveTo>
                    <a:lnTo>
                      <a:pt x="2875" y="2086"/>
                    </a:lnTo>
                    <a:lnTo>
                      <a:pt x="5262" y="14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6" name="Surface mesh patch"/>
              <p:cNvSpPr/>
              <p:nvPr/>
            </p:nvSpPr>
            <p:spPr>
              <a:xfrm>
                <a:off x="5015473" y="1550237"/>
                <a:ext cx="50120" cy="172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8">
                    <a:moveTo>
                      <a:pt x="0" y="564"/>
                    </a:moveTo>
                    <a:lnTo>
                      <a:pt x="2875" y="1808"/>
                    </a:lnTo>
                    <a:lnTo>
                      <a:pt x="5262" y="13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7" name="Surface mesh patch"/>
              <p:cNvSpPr/>
              <p:nvPr/>
            </p:nvSpPr>
            <p:spPr>
              <a:xfrm>
                <a:off x="5065592" y="1558741"/>
                <a:ext cx="50120" cy="14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8">
                    <a:moveTo>
                      <a:pt x="0" y="433"/>
                    </a:moveTo>
                    <a:lnTo>
                      <a:pt x="2875" y="1498"/>
                    </a:lnTo>
                    <a:lnTo>
                      <a:pt x="5262" y="12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8" name="Surface mesh patch"/>
              <p:cNvSpPr/>
              <p:nvPr/>
            </p:nvSpPr>
            <p:spPr>
              <a:xfrm>
                <a:off x="5115712" y="1567837"/>
                <a:ext cx="50120" cy="110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3">
                    <a:moveTo>
                      <a:pt x="0" y="247"/>
                    </a:moveTo>
                    <a:lnTo>
                      <a:pt x="2875" y="1163"/>
                    </a:lnTo>
                    <a:lnTo>
                      <a:pt x="5262" y="10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9" name="Surface mesh patch"/>
              <p:cNvSpPr/>
              <p:nvPr/>
            </p:nvSpPr>
            <p:spPr>
              <a:xfrm>
                <a:off x="5165832" y="1577615"/>
                <a:ext cx="50120" cy="8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4">
                    <a:moveTo>
                      <a:pt x="0" y="59"/>
                    </a:moveTo>
                    <a:lnTo>
                      <a:pt x="2875" y="823"/>
                    </a:lnTo>
                    <a:lnTo>
                      <a:pt x="5262" y="9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0" name="Surface mesh patch"/>
              <p:cNvSpPr/>
              <p:nvPr/>
            </p:nvSpPr>
            <p:spPr>
              <a:xfrm>
                <a:off x="5215951" y="1586508"/>
                <a:ext cx="50120" cy="75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2">
                    <a:moveTo>
                      <a:pt x="0" y="0"/>
                    </a:moveTo>
                    <a:lnTo>
                      <a:pt x="2875" y="592"/>
                    </a:lnTo>
                    <a:lnTo>
                      <a:pt x="5262" y="792"/>
                    </a:lnTo>
                    <a:lnTo>
                      <a:pt x="2387" y="65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1" name="Surface mesh patch"/>
              <p:cNvSpPr/>
              <p:nvPr/>
            </p:nvSpPr>
            <p:spPr>
              <a:xfrm>
                <a:off x="5266071" y="1594054"/>
                <a:ext cx="50120" cy="5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">
                    <a:moveTo>
                      <a:pt x="0" y="0"/>
                    </a:moveTo>
                    <a:lnTo>
                      <a:pt x="2875" y="415"/>
                    </a:lnTo>
                    <a:lnTo>
                      <a:pt x="5262" y="561"/>
                    </a:lnTo>
                    <a:lnTo>
                      <a:pt x="2387" y="7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2" name="Surface mesh patch"/>
              <p:cNvSpPr/>
              <p:nvPr/>
            </p:nvSpPr>
            <p:spPr>
              <a:xfrm>
                <a:off x="5316191" y="1598702"/>
                <a:ext cx="50120" cy="3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">
                    <a:moveTo>
                      <a:pt x="0" y="73"/>
                    </a:moveTo>
                    <a:lnTo>
                      <a:pt x="2875" y="357"/>
                    </a:lnTo>
                    <a:lnTo>
                      <a:pt x="5262" y="2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3" name="Surface mesh patch"/>
              <p:cNvSpPr/>
              <p:nvPr/>
            </p:nvSpPr>
            <p:spPr>
              <a:xfrm>
                <a:off x="5366310" y="1598098"/>
                <a:ext cx="50120" cy="5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3">
                    <a:moveTo>
                      <a:pt x="0" y="355"/>
                    </a:moveTo>
                    <a:lnTo>
                      <a:pt x="2875" y="613"/>
                    </a:lnTo>
                    <a:lnTo>
                      <a:pt x="5262" y="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4" name="Surface mesh patch"/>
              <p:cNvSpPr/>
              <p:nvPr/>
            </p:nvSpPr>
            <p:spPr>
              <a:xfrm>
                <a:off x="5416430" y="1592944"/>
                <a:ext cx="50120" cy="10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6">
                    <a:moveTo>
                      <a:pt x="0" y="739"/>
                    </a:moveTo>
                    <a:lnTo>
                      <a:pt x="2875" y="1106"/>
                    </a:lnTo>
                    <a:lnTo>
                      <a:pt x="5262" y="2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5" name="Surface mesh patch"/>
              <p:cNvSpPr/>
              <p:nvPr/>
            </p:nvSpPr>
            <p:spPr>
              <a:xfrm>
                <a:off x="5466549" y="1584095"/>
                <a:ext cx="50120" cy="167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9">
                    <a:moveTo>
                      <a:pt x="0" y="1172"/>
                    </a:moveTo>
                    <a:lnTo>
                      <a:pt x="2875" y="1759"/>
                    </a:lnTo>
                    <a:lnTo>
                      <a:pt x="5262" y="4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6" name="Surface mesh patch"/>
              <p:cNvSpPr/>
              <p:nvPr/>
            </p:nvSpPr>
            <p:spPr>
              <a:xfrm>
                <a:off x="5516669" y="1572639"/>
                <a:ext cx="50120" cy="232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4">
                    <a:moveTo>
                      <a:pt x="0" y="1606"/>
                    </a:moveTo>
                    <a:lnTo>
                      <a:pt x="2875" y="2444"/>
                    </a:lnTo>
                    <a:lnTo>
                      <a:pt x="5262" y="6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7" name="Surface mesh patch"/>
              <p:cNvSpPr/>
              <p:nvPr/>
            </p:nvSpPr>
            <p:spPr>
              <a:xfrm>
                <a:off x="5566789" y="1559303"/>
                <a:ext cx="50120" cy="287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1">
                    <a:moveTo>
                      <a:pt x="0" y="2004"/>
                    </a:moveTo>
                    <a:lnTo>
                      <a:pt x="2875" y="3021"/>
                    </a:lnTo>
                    <a:lnTo>
                      <a:pt x="5262" y="7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8" name="Surface mesh patch"/>
              <p:cNvSpPr/>
              <p:nvPr/>
            </p:nvSpPr>
            <p:spPr>
              <a:xfrm>
                <a:off x="5616908" y="1544133"/>
                <a:ext cx="50120" cy="32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6">
                    <a:moveTo>
                      <a:pt x="0" y="2340"/>
                    </a:moveTo>
                    <a:lnTo>
                      <a:pt x="2875" y="3376"/>
                    </a:lnTo>
                    <a:lnTo>
                      <a:pt x="5262" y="7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9" name="Surface mesh patch"/>
              <p:cNvSpPr/>
              <p:nvPr/>
            </p:nvSpPr>
            <p:spPr>
              <a:xfrm>
                <a:off x="5667028" y="1526434"/>
                <a:ext cx="50120" cy="327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6">
                    <a:moveTo>
                      <a:pt x="0" y="2608"/>
                    </a:moveTo>
                    <a:lnTo>
                      <a:pt x="2875" y="3436"/>
                    </a:lnTo>
                    <a:lnTo>
                      <a:pt x="5262" y="5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0" name="Surface mesh patch"/>
              <p:cNvSpPr/>
              <p:nvPr/>
            </p:nvSpPr>
            <p:spPr>
              <a:xfrm>
                <a:off x="5717148" y="1504688"/>
                <a:ext cx="50120" cy="30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1">
                    <a:moveTo>
                      <a:pt x="0" y="2822"/>
                    </a:moveTo>
                    <a:lnTo>
                      <a:pt x="2875" y="3151"/>
                    </a:lnTo>
                    <a:lnTo>
                      <a:pt x="5262" y="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1" name="Surface mesh patch"/>
              <p:cNvSpPr/>
              <p:nvPr/>
            </p:nvSpPr>
            <p:spPr>
              <a:xfrm>
                <a:off x="5767267" y="1467002"/>
                <a:ext cx="50120" cy="37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0">
                    <a:moveTo>
                      <a:pt x="0" y="3980"/>
                    </a:moveTo>
                    <a:lnTo>
                      <a:pt x="2875" y="3408"/>
                    </a:lnTo>
                    <a:lnTo>
                      <a:pt x="5262" y="0"/>
                    </a:lnTo>
                    <a:lnTo>
                      <a:pt x="2387" y="951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2" name="Surface mesh patch"/>
              <p:cNvSpPr/>
              <p:nvPr/>
            </p:nvSpPr>
            <p:spPr>
              <a:xfrm>
                <a:off x="5817387" y="1410730"/>
                <a:ext cx="50120" cy="56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08">
                    <a:moveTo>
                      <a:pt x="0" y="5908"/>
                    </a:moveTo>
                    <a:lnTo>
                      <a:pt x="2875" y="3857"/>
                    </a:lnTo>
                    <a:lnTo>
                      <a:pt x="5262" y="0"/>
                    </a:lnTo>
                    <a:lnTo>
                      <a:pt x="2387" y="2597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3" name="Surface mesh patch"/>
              <p:cNvSpPr/>
              <p:nvPr/>
            </p:nvSpPr>
            <p:spPr>
              <a:xfrm>
                <a:off x="5867507" y="1326818"/>
                <a:ext cx="50120" cy="83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10">
                    <a:moveTo>
                      <a:pt x="0" y="8810"/>
                    </a:moveTo>
                    <a:lnTo>
                      <a:pt x="2875" y="4554"/>
                    </a:lnTo>
                    <a:lnTo>
                      <a:pt x="5262" y="0"/>
                    </a:lnTo>
                    <a:lnTo>
                      <a:pt x="2387" y="5057"/>
                    </a:lnTo>
                    <a:close/>
                  </a:path>
                </a:pathLst>
              </a:custGeom>
              <a:solidFill>
                <a:srgbClr val="dee1ec"/>
              </a:solidFill>
              <a:ln w="3334" cap="flat" cmpd="sng" algn="ctr">
                <a:solidFill>
                  <a:srgbClr val="dee1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4" name="Surface mesh patch"/>
              <p:cNvSpPr/>
              <p:nvPr/>
            </p:nvSpPr>
            <p:spPr>
              <a:xfrm>
                <a:off x="5917626" y="1207749"/>
                <a:ext cx="50120" cy="119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01">
                    <a:moveTo>
                      <a:pt x="0" y="12501"/>
                    </a:moveTo>
                    <a:lnTo>
                      <a:pt x="2875" y="5426"/>
                    </a:lnTo>
                    <a:lnTo>
                      <a:pt x="5262" y="0"/>
                    </a:lnTo>
                    <a:lnTo>
                      <a:pt x="2387" y="8129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5" name="Surface mesh patch"/>
              <p:cNvSpPr/>
              <p:nvPr/>
            </p:nvSpPr>
            <p:spPr>
              <a:xfrm>
                <a:off x="5967746" y="1055056"/>
                <a:ext cx="50120" cy="1526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31">
                    <a:moveTo>
                      <a:pt x="0" y="16031"/>
                    </a:moveTo>
                    <a:lnTo>
                      <a:pt x="2875" y="6169"/>
                    </a:lnTo>
                    <a:lnTo>
                      <a:pt x="5262" y="0"/>
                    </a:lnTo>
                    <a:lnTo>
                      <a:pt x="2387" y="11017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6" name="Surface mesh patch"/>
              <p:cNvSpPr/>
              <p:nvPr/>
            </p:nvSpPr>
            <p:spPr>
              <a:xfrm>
                <a:off x="6017866" y="886489"/>
                <a:ext cx="50120" cy="1685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97">
                    <a:moveTo>
                      <a:pt x="0" y="17697"/>
                    </a:moveTo>
                    <a:lnTo>
                      <a:pt x="2875" y="6298"/>
                    </a:lnTo>
                    <a:lnTo>
                      <a:pt x="5262" y="0"/>
                    </a:lnTo>
                    <a:lnTo>
                      <a:pt x="2387" y="12378"/>
                    </a:lnTo>
                    <a:close/>
                  </a:path>
                </a:pathLst>
              </a:custGeom>
              <a:solidFill>
                <a:srgbClr val="f89077"/>
              </a:solidFill>
              <a:ln w="3334" cap="flat" cmpd="sng" algn="ctr">
                <a:solidFill>
                  <a:srgbClr val="f8907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7" name="Surface mesh patch"/>
              <p:cNvSpPr/>
              <p:nvPr/>
            </p:nvSpPr>
            <p:spPr>
              <a:xfrm>
                <a:off x="6067985" y="736675"/>
                <a:ext cx="50120" cy="149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29">
                    <a:moveTo>
                      <a:pt x="0" y="15729"/>
                    </a:moveTo>
                    <a:lnTo>
                      <a:pt x="2875" y="5392"/>
                    </a:lnTo>
                    <a:lnTo>
                      <a:pt x="5262" y="0"/>
                    </a:lnTo>
                    <a:lnTo>
                      <a:pt x="2387" y="10892"/>
                    </a:lnTo>
                    <a:close/>
                  </a:path>
                </a:pathLst>
              </a:custGeom>
              <a:solidFill>
                <a:srgbClr val="d84849"/>
              </a:solidFill>
              <a:ln w="3334" cap="flat" cmpd="sng" algn="ctr">
                <a:solidFill>
                  <a:srgbClr val="d8484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8" name="Surface mesh patch"/>
              <p:cNvSpPr/>
              <p:nvPr/>
            </p:nvSpPr>
            <p:spPr>
              <a:xfrm>
                <a:off x="6118105" y="646749"/>
                <a:ext cx="50120" cy="89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1">
                    <a:moveTo>
                      <a:pt x="0" y="9441"/>
                    </a:moveTo>
                    <a:lnTo>
                      <a:pt x="2875" y="3404"/>
                    </a:lnTo>
                    <a:lnTo>
                      <a:pt x="5262" y="0"/>
                    </a:lnTo>
                    <a:lnTo>
                      <a:pt x="2387" y="6139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9" name="Surface mesh patch"/>
              <p:cNvSpPr/>
              <p:nvPr/>
            </p:nvSpPr>
            <p:spPr>
              <a:xfrm>
                <a:off x="6168224" y="638175"/>
                <a:ext cx="50120" cy="15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">
                    <a:moveTo>
                      <a:pt x="0" y="900"/>
                    </a:moveTo>
                    <a:lnTo>
                      <a:pt x="2875" y="1637"/>
                    </a:lnTo>
                    <a:lnTo>
                      <a:pt x="5262" y="8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0" name="Surface mesh patch"/>
              <p:cNvSpPr/>
              <p:nvPr/>
            </p:nvSpPr>
            <p:spPr>
              <a:xfrm>
                <a:off x="6218344" y="646011"/>
                <a:ext cx="50120" cy="90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6">
                    <a:moveTo>
                      <a:pt x="0" y="0"/>
                    </a:moveTo>
                    <a:lnTo>
                      <a:pt x="2875" y="7928"/>
                    </a:lnTo>
                    <a:lnTo>
                      <a:pt x="5262" y="9486"/>
                    </a:lnTo>
                    <a:lnTo>
                      <a:pt x="2387" y="1704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1" name="Surface mesh patch"/>
              <p:cNvSpPr/>
              <p:nvPr/>
            </p:nvSpPr>
            <p:spPr>
              <a:xfrm>
                <a:off x="6268464" y="736369"/>
                <a:ext cx="50120" cy="1540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73">
                    <a:moveTo>
                      <a:pt x="0" y="0"/>
                    </a:moveTo>
                    <a:lnTo>
                      <a:pt x="2875" y="13183"/>
                    </a:lnTo>
                    <a:lnTo>
                      <a:pt x="5262" y="16173"/>
                    </a:lnTo>
                    <a:lnTo>
                      <a:pt x="2387" y="3675"/>
                    </a:lnTo>
                    <a:close/>
                  </a:path>
                </a:pathLst>
              </a:custGeom>
              <a:solidFill>
                <a:srgbClr val="d94c4b"/>
              </a:solidFill>
              <a:ln w="3334" cap="flat" cmpd="sng" algn="ctr">
                <a:solidFill>
                  <a:srgbClr val="d94c4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2" name="Surface mesh patch"/>
              <p:cNvSpPr/>
              <p:nvPr/>
            </p:nvSpPr>
            <p:spPr>
              <a:xfrm>
                <a:off x="6318583" y="890413"/>
                <a:ext cx="50120" cy="174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97">
                    <a:moveTo>
                      <a:pt x="0" y="0"/>
                    </a:moveTo>
                    <a:lnTo>
                      <a:pt x="2875" y="15090"/>
                    </a:lnTo>
                    <a:lnTo>
                      <a:pt x="5262" y="18297"/>
                    </a:lnTo>
                    <a:lnTo>
                      <a:pt x="2387" y="4445"/>
                    </a:lnTo>
                    <a:close/>
                  </a:path>
                </a:pathLst>
              </a:custGeom>
              <a:solidFill>
                <a:srgbClr val="fa967b"/>
              </a:solidFill>
              <a:ln w="3334" cap="flat" cmpd="sng" algn="ctr">
                <a:solidFill>
                  <a:srgbClr val="fa967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3" name="Surface mesh patch"/>
              <p:cNvSpPr/>
              <p:nvPr/>
            </p:nvSpPr>
            <p:spPr>
              <a:xfrm>
                <a:off x="6368703" y="1064691"/>
                <a:ext cx="50120" cy="154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15">
                    <a:moveTo>
                      <a:pt x="0" y="0"/>
                    </a:moveTo>
                    <a:lnTo>
                      <a:pt x="2875" y="13761"/>
                    </a:lnTo>
                    <a:lnTo>
                      <a:pt x="5262" y="16215"/>
                    </a:lnTo>
                    <a:lnTo>
                      <a:pt x="2387" y="3982"/>
                    </a:lnTo>
                    <a:close/>
                  </a:path>
                </a:pathLst>
              </a:custGeom>
              <a:solidFill>
                <a:srgbClr val="fbbfa3"/>
              </a:solidFill>
              <a:ln w="3334" cap="flat" cmpd="sng" algn="ctr">
                <a:solidFill>
                  <a:srgbClr val="fbbf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4" name="Surface mesh patch"/>
              <p:cNvSpPr/>
              <p:nvPr/>
            </p:nvSpPr>
            <p:spPr>
              <a:xfrm>
                <a:off x="6418823" y="1219136"/>
                <a:ext cx="50120" cy="111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14">
                    <a:moveTo>
                      <a:pt x="0" y="0"/>
                    </a:moveTo>
                    <a:lnTo>
                      <a:pt x="2875" y="10468"/>
                    </a:lnTo>
                    <a:lnTo>
                      <a:pt x="5262" y="11714"/>
                    </a:lnTo>
                    <a:lnTo>
                      <a:pt x="2387" y="2715"/>
                    </a:lnTo>
                    <a:close/>
                  </a:path>
                </a:pathLst>
              </a:custGeom>
              <a:solidFill>
                <a:srgbClr val="eed9cd"/>
              </a:solidFill>
              <a:ln w="3334" cap="flat" cmpd="sng" algn="ctr">
                <a:solidFill>
                  <a:srgbClr val="eed9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5" name="Surface mesh patch"/>
              <p:cNvSpPr/>
              <p:nvPr/>
            </p:nvSpPr>
            <p:spPr>
              <a:xfrm>
                <a:off x="6468942" y="1330707"/>
                <a:ext cx="50120" cy="64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5">
                    <a:moveTo>
                      <a:pt x="0" y="0"/>
                    </a:moveTo>
                    <a:lnTo>
                      <a:pt x="2875" y="6749"/>
                    </a:lnTo>
                    <a:lnTo>
                      <a:pt x="5262" y="6815"/>
                    </a:lnTo>
                    <a:lnTo>
                      <a:pt x="2387" y="1223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6" name="Surface mesh patch"/>
              <p:cNvSpPr/>
              <p:nvPr/>
            </p:nvSpPr>
            <p:spPr>
              <a:xfrm>
                <a:off x="6519062" y="1395140"/>
                <a:ext cx="50120" cy="355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35">
                    <a:moveTo>
                      <a:pt x="0" y="51"/>
                    </a:moveTo>
                    <a:lnTo>
                      <a:pt x="2875" y="3735"/>
                    </a:lnTo>
                    <a:lnTo>
                      <a:pt x="5262" y="29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7" name="Surface mesh patch"/>
              <p:cNvSpPr/>
              <p:nvPr/>
            </p:nvSpPr>
            <p:spPr>
              <a:xfrm>
                <a:off x="6569182" y="1414341"/>
                <a:ext cx="50120" cy="246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91">
                    <a:moveTo>
                      <a:pt x="0" y="911"/>
                    </a:moveTo>
                    <a:lnTo>
                      <a:pt x="2875" y="2591"/>
                    </a:lnTo>
                    <a:lnTo>
                      <a:pt x="5262" y="12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8" name="Surface mesh patch"/>
              <p:cNvSpPr/>
              <p:nvPr/>
            </p:nvSpPr>
            <p:spPr>
              <a:xfrm>
                <a:off x="6619301" y="1413561"/>
                <a:ext cx="50120" cy="19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4">
                    <a:moveTo>
                      <a:pt x="0" y="1361"/>
                    </a:moveTo>
                    <a:lnTo>
                      <a:pt x="2875" y="2024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9" name="Surface mesh patch"/>
              <p:cNvSpPr/>
              <p:nvPr/>
            </p:nvSpPr>
            <p:spPr>
              <a:xfrm>
                <a:off x="6669421" y="1404254"/>
                <a:ext cx="50120" cy="17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">
                    <a:moveTo>
                      <a:pt x="0" y="1497"/>
                    </a:moveTo>
                    <a:lnTo>
                      <a:pt x="2875" y="1858"/>
                    </a:lnTo>
                    <a:lnTo>
                      <a:pt x="5262" y="3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0" name="Surface mesh patch"/>
              <p:cNvSpPr/>
              <p:nvPr/>
            </p:nvSpPr>
            <p:spPr>
              <a:xfrm>
                <a:off x="6719541" y="1394261"/>
                <a:ext cx="50120" cy="183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8">
                    <a:moveTo>
                      <a:pt x="0" y="1430"/>
                    </a:moveTo>
                    <a:lnTo>
                      <a:pt x="2875" y="1928"/>
                    </a:lnTo>
                    <a:lnTo>
                      <a:pt x="5262" y="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1" name="Surface mesh patch"/>
              <p:cNvSpPr/>
              <p:nvPr/>
            </p:nvSpPr>
            <p:spPr>
              <a:xfrm>
                <a:off x="6769660" y="1388138"/>
                <a:ext cx="50120" cy="20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3">
                    <a:moveTo>
                      <a:pt x="0" y="1250"/>
                    </a:moveTo>
                    <a:lnTo>
                      <a:pt x="2875" y="2113"/>
                    </a:lnTo>
                    <a:lnTo>
                      <a:pt x="5262" y="10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2" name="Surface mesh patch"/>
              <p:cNvSpPr/>
              <p:nvPr/>
            </p:nvSpPr>
            <p:spPr>
              <a:xfrm>
                <a:off x="6819780" y="1387936"/>
                <a:ext cx="50120" cy="22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0">
                    <a:moveTo>
                      <a:pt x="0" y="1030"/>
                    </a:moveTo>
                    <a:lnTo>
                      <a:pt x="2875" y="2330"/>
                    </a:lnTo>
                    <a:lnTo>
                      <a:pt x="5262" y="14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3" name="Surface mesh patch"/>
              <p:cNvSpPr/>
              <p:nvPr/>
            </p:nvSpPr>
            <p:spPr>
              <a:xfrm>
                <a:off x="4842382" y="1523865"/>
                <a:ext cx="50120" cy="243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51">
                    <a:moveTo>
                      <a:pt x="0" y="554"/>
                    </a:moveTo>
                    <a:lnTo>
                      <a:pt x="2875" y="2551"/>
                    </a:lnTo>
                    <a:lnTo>
                      <a:pt x="5262" y="19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4" name="Surface mesh patch"/>
              <p:cNvSpPr/>
              <p:nvPr/>
            </p:nvSpPr>
            <p:spPr>
              <a:xfrm>
                <a:off x="4892502" y="1536835"/>
                <a:ext cx="50120" cy="22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6">
                    <a:moveTo>
                      <a:pt x="0" y="598"/>
                    </a:moveTo>
                    <a:lnTo>
                      <a:pt x="2875" y="2356"/>
                    </a:lnTo>
                    <a:lnTo>
                      <a:pt x="5262" y="17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5" name="Surface mesh patch"/>
              <p:cNvSpPr/>
              <p:nvPr/>
            </p:nvSpPr>
            <p:spPr>
              <a:xfrm>
                <a:off x="4942621" y="1547285"/>
                <a:ext cx="50120" cy="199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9">
                    <a:moveTo>
                      <a:pt x="0" y="625"/>
                    </a:moveTo>
                    <a:lnTo>
                      <a:pt x="2875" y="2099"/>
                    </a:lnTo>
                    <a:lnTo>
                      <a:pt x="5262" y="14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6" name="Surface mesh patch"/>
              <p:cNvSpPr/>
              <p:nvPr/>
            </p:nvSpPr>
            <p:spPr>
              <a:xfrm>
                <a:off x="4992741" y="1555608"/>
                <a:ext cx="50120" cy="17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2">
                    <a:moveTo>
                      <a:pt x="0" y="594"/>
                    </a:moveTo>
                    <a:lnTo>
                      <a:pt x="2875" y="1792"/>
                    </a:lnTo>
                    <a:lnTo>
                      <a:pt x="5262" y="12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7" name="Surface mesh patch"/>
              <p:cNvSpPr/>
              <p:nvPr/>
            </p:nvSpPr>
            <p:spPr>
              <a:xfrm>
                <a:off x="5042860" y="1562865"/>
                <a:ext cx="50120" cy="137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45">
                    <a:moveTo>
                      <a:pt x="0" y="482"/>
                    </a:moveTo>
                    <a:lnTo>
                      <a:pt x="2875" y="1445"/>
                    </a:lnTo>
                    <a:lnTo>
                      <a:pt x="5262" y="10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8" name="Surface mesh patch"/>
              <p:cNvSpPr/>
              <p:nvPr/>
            </p:nvSpPr>
            <p:spPr>
              <a:xfrm>
                <a:off x="5092980" y="1570192"/>
                <a:ext cx="50120" cy="101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9">
                    <a:moveTo>
                      <a:pt x="0" y="296"/>
                    </a:moveTo>
                    <a:lnTo>
                      <a:pt x="2875" y="1069"/>
                    </a:lnTo>
                    <a:lnTo>
                      <a:pt x="5262" y="9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9" name="Surface mesh patch"/>
              <p:cNvSpPr/>
              <p:nvPr/>
            </p:nvSpPr>
            <p:spPr>
              <a:xfrm>
                <a:off x="5143100" y="1578179"/>
                <a:ext cx="50120" cy="7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">
                    <a:moveTo>
                      <a:pt x="0" y="77"/>
                    </a:moveTo>
                    <a:lnTo>
                      <a:pt x="2875" y="688"/>
                    </a:lnTo>
                    <a:lnTo>
                      <a:pt x="5262" y="7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0" name="Surface mesh patch"/>
              <p:cNvSpPr/>
              <p:nvPr/>
            </p:nvSpPr>
            <p:spPr>
              <a:xfrm>
                <a:off x="5193219" y="1585457"/>
                <a:ext cx="50120" cy="66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">
                    <a:moveTo>
                      <a:pt x="0" y="0"/>
                    </a:moveTo>
                    <a:lnTo>
                      <a:pt x="2875" y="460"/>
                    </a:lnTo>
                    <a:lnTo>
                      <a:pt x="5262" y="702"/>
                    </a:lnTo>
                    <a:lnTo>
                      <a:pt x="2387" y="11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1" name="Surface mesh patch"/>
              <p:cNvSpPr/>
              <p:nvPr/>
            </p:nvSpPr>
            <p:spPr>
              <a:xfrm>
                <a:off x="5243339" y="1592144"/>
                <a:ext cx="50120" cy="5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5">
                    <a:moveTo>
                      <a:pt x="0" y="0"/>
                    </a:moveTo>
                    <a:lnTo>
                      <a:pt x="2875" y="333"/>
                    </a:lnTo>
                    <a:lnTo>
                      <a:pt x="5262" y="615"/>
                    </a:lnTo>
                    <a:lnTo>
                      <a:pt x="2387" y="20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2" name="Surface mesh patch"/>
              <p:cNvSpPr/>
              <p:nvPr/>
            </p:nvSpPr>
            <p:spPr>
              <a:xfrm>
                <a:off x="5293459" y="1598003"/>
                <a:ext cx="50120" cy="4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0">
                    <a:moveTo>
                      <a:pt x="0" y="0"/>
                    </a:moveTo>
                    <a:lnTo>
                      <a:pt x="2875" y="269"/>
                    </a:lnTo>
                    <a:lnTo>
                      <a:pt x="5262" y="430"/>
                    </a:lnTo>
                    <a:lnTo>
                      <a:pt x="2387" y="147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3" name="Surface mesh patch"/>
              <p:cNvSpPr/>
              <p:nvPr/>
            </p:nvSpPr>
            <p:spPr>
              <a:xfrm>
                <a:off x="5343578" y="1601483"/>
                <a:ext cx="50120" cy="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">
                    <a:moveTo>
                      <a:pt x="0" y="65"/>
                    </a:moveTo>
                    <a:lnTo>
                      <a:pt x="2875" y="383"/>
                    </a:lnTo>
                    <a:lnTo>
                      <a:pt x="5262" y="2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4" name="Surface mesh patch"/>
              <p:cNvSpPr/>
              <p:nvPr/>
            </p:nvSpPr>
            <p:spPr>
              <a:xfrm>
                <a:off x="5393698" y="1599979"/>
                <a:ext cx="50120" cy="87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1">
                    <a:moveTo>
                      <a:pt x="0" y="416"/>
                    </a:moveTo>
                    <a:lnTo>
                      <a:pt x="2875" y="921"/>
                    </a:lnTo>
                    <a:lnTo>
                      <a:pt x="5262" y="3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5" name="Surface mesh patch"/>
              <p:cNvSpPr/>
              <p:nvPr/>
            </p:nvSpPr>
            <p:spPr>
              <a:xfrm>
                <a:off x="5443818" y="1595256"/>
                <a:ext cx="50120" cy="15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5">
                    <a:moveTo>
                      <a:pt x="0" y="864"/>
                    </a:moveTo>
                    <a:lnTo>
                      <a:pt x="2875" y="1665"/>
                    </a:lnTo>
                    <a:lnTo>
                      <a:pt x="5262" y="5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6" name="Surface mesh patch"/>
              <p:cNvSpPr/>
              <p:nvPr/>
            </p:nvSpPr>
            <p:spPr>
              <a:xfrm>
                <a:off x="5493937" y="1587936"/>
                <a:ext cx="50120" cy="23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1">
                    <a:moveTo>
                      <a:pt x="0" y="1356"/>
                    </a:moveTo>
                    <a:lnTo>
                      <a:pt x="2875" y="2481"/>
                    </a:lnTo>
                    <a:lnTo>
                      <a:pt x="5262" y="8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7" name="Surface mesh patch"/>
              <p:cNvSpPr/>
              <p:nvPr/>
            </p:nvSpPr>
            <p:spPr>
              <a:xfrm>
                <a:off x="5544057" y="1578387"/>
                <a:ext cx="50120" cy="305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05">
                    <a:moveTo>
                      <a:pt x="0" y="1841"/>
                    </a:moveTo>
                    <a:lnTo>
                      <a:pt x="2875" y="3205"/>
                    </a:lnTo>
                    <a:lnTo>
                      <a:pt x="5262" y="10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8" name="Surface mesh patch"/>
              <p:cNvSpPr/>
              <p:nvPr/>
            </p:nvSpPr>
            <p:spPr>
              <a:xfrm>
                <a:off x="5594177" y="1566424"/>
                <a:ext cx="50120" cy="351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4">
                    <a:moveTo>
                      <a:pt x="0" y="2274"/>
                    </a:moveTo>
                    <a:lnTo>
                      <a:pt x="2875" y="3694"/>
                    </a:lnTo>
                    <a:lnTo>
                      <a:pt x="5262" y="10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9" name="Surface mesh patch"/>
              <p:cNvSpPr/>
              <p:nvPr/>
            </p:nvSpPr>
            <p:spPr>
              <a:xfrm>
                <a:off x="5644296" y="1551277"/>
                <a:ext cx="50120" cy="36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53">
                    <a:moveTo>
                      <a:pt x="0" y="2626"/>
                    </a:moveTo>
                    <a:lnTo>
                      <a:pt x="2875" y="3853"/>
                    </a:lnTo>
                    <a:lnTo>
                      <a:pt x="5262" y="8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0" name="Surface mesh patch"/>
              <p:cNvSpPr/>
              <p:nvPr/>
            </p:nvSpPr>
            <p:spPr>
              <a:xfrm>
                <a:off x="5694416" y="1531566"/>
                <a:ext cx="50120" cy="3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897"/>
                    </a:moveTo>
                    <a:lnTo>
                      <a:pt x="2875" y="3638"/>
                    </a:lnTo>
                    <a:lnTo>
                      <a:pt x="5262" y="3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1" name="Surface mesh patch"/>
              <p:cNvSpPr/>
              <p:nvPr/>
            </p:nvSpPr>
            <p:spPr>
              <a:xfrm>
                <a:off x="5744535" y="1499462"/>
                <a:ext cx="50120" cy="352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00">
                    <a:moveTo>
                      <a:pt x="0" y="3700"/>
                    </a:moveTo>
                    <a:lnTo>
                      <a:pt x="2875" y="3593"/>
                    </a:lnTo>
                    <a:lnTo>
                      <a:pt x="5262" y="0"/>
                    </a:lnTo>
                    <a:lnTo>
                      <a:pt x="2387" y="572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2" name="Surface mesh patch"/>
              <p:cNvSpPr/>
              <p:nvPr/>
            </p:nvSpPr>
            <p:spPr>
              <a:xfrm>
                <a:off x="5794655" y="1447469"/>
                <a:ext cx="50120" cy="519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9">
                    <a:moveTo>
                      <a:pt x="0" y="5459"/>
                    </a:moveTo>
                    <a:lnTo>
                      <a:pt x="2875" y="4014"/>
                    </a:lnTo>
                    <a:lnTo>
                      <a:pt x="5262" y="0"/>
                    </a:lnTo>
                    <a:lnTo>
                      <a:pt x="2387" y="2051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3" name="Surface mesh patch"/>
              <p:cNvSpPr/>
              <p:nvPr/>
            </p:nvSpPr>
            <p:spPr>
              <a:xfrm>
                <a:off x="5844775" y="1370195"/>
                <a:ext cx="50120" cy="772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13">
                    <a:moveTo>
                      <a:pt x="0" y="8113"/>
                    </a:moveTo>
                    <a:lnTo>
                      <a:pt x="2875" y="4708"/>
                    </a:lnTo>
                    <a:lnTo>
                      <a:pt x="5262" y="0"/>
                    </a:lnTo>
                    <a:lnTo>
                      <a:pt x="2387" y="4256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4" name="Surface mesh patch"/>
              <p:cNvSpPr/>
              <p:nvPr/>
            </p:nvSpPr>
            <p:spPr>
              <a:xfrm>
                <a:off x="5894894" y="1259435"/>
                <a:ext cx="50120" cy="1107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28">
                    <a:moveTo>
                      <a:pt x="0" y="11628"/>
                    </a:moveTo>
                    <a:lnTo>
                      <a:pt x="2875" y="5689"/>
                    </a:lnTo>
                    <a:lnTo>
                      <a:pt x="5262" y="0"/>
                    </a:lnTo>
                    <a:lnTo>
                      <a:pt x="2387" y="7074"/>
                    </a:lnTo>
                    <a:close/>
                  </a:path>
                </a:pathLst>
              </a:custGeom>
              <a:solidFill>
                <a:srgbClr val="ebdad3"/>
              </a:solidFill>
              <a:ln w="3334" cap="flat" cmpd="sng" algn="ctr">
                <a:solidFill>
                  <a:srgbClr val="eb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5" name="Surface mesh patch"/>
              <p:cNvSpPr/>
              <p:nvPr/>
            </p:nvSpPr>
            <p:spPr>
              <a:xfrm>
                <a:off x="5945014" y="1113814"/>
                <a:ext cx="50120" cy="1456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88">
                    <a:moveTo>
                      <a:pt x="0" y="15288"/>
                    </a:moveTo>
                    <a:lnTo>
                      <a:pt x="2875" y="6740"/>
                    </a:lnTo>
                    <a:lnTo>
                      <a:pt x="5262" y="0"/>
                    </a:lnTo>
                    <a:lnTo>
                      <a:pt x="2387" y="9862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6" name="Surface mesh patch"/>
              <p:cNvSpPr/>
              <p:nvPr/>
            </p:nvSpPr>
            <p:spPr>
              <a:xfrm>
                <a:off x="5995134" y="946477"/>
                <a:ext cx="50120" cy="1673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68">
                    <a:moveTo>
                      <a:pt x="0" y="17568"/>
                    </a:moveTo>
                    <a:lnTo>
                      <a:pt x="2875" y="7397"/>
                    </a:lnTo>
                    <a:lnTo>
                      <a:pt x="5262" y="0"/>
                    </a:lnTo>
                    <a:lnTo>
                      <a:pt x="2387" y="11399"/>
                    </a:lnTo>
                    <a:close/>
                  </a:path>
                </a:pathLst>
              </a:custGeom>
              <a:solidFill>
                <a:srgbClr val="fa9e83"/>
              </a:solidFill>
              <a:ln w="3334" cap="flat" cmpd="sng" algn="ctr">
                <a:solidFill>
                  <a:srgbClr val="fa9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7" name="Surface mesh patch"/>
              <p:cNvSpPr/>
              <p:nvPr/>
            </p:nvSpPr>
            <p:spPr>
              <a:xfrm>
                <a:off x="6045253" y="788030"/>
                <a:ext cx="50120" cy="1584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35">
                    <a:moveTo>
                      <a:pt x="0" y="16635"/>
                    </a:moveTo>
                    <a:lnTo>
                      <a:pt x="2875" y="7136"/>
                    </a:lnTo>
                    <a:lnTo>
                      <a:pt x="5262" y="0"/>
                    </a:lnTo>
                    <a:lnTo>
                      <a:pt x="2387" y="10337"/>
                    </a:lnTo>
                    <a:close/>
                  </a:path>
                </a:pathLst>
              </a:custGeom>
              <a:solidFill>
                <a:srgbClr val="e15d56"/>
              </a:solidFill>
              <a:ln w="3334" cap="flat" cmpd="sng" algn="ctr">
                <a:solidFill>
                  <a:srgbClr val="e15d5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8" name="Surface mesh patch"/>
              <p:cNvSpPr/>
              <p:nvPr/>
            </p:nvSpPr>
            <p:spPr>
              <a:xfrm>
                <a:off x="6095373" y="679173"/>
                <a:ext cx="50120" cy="108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29">
                    <a:moveTo>
                      <a:pt x="0" y="11429"/>
                    </a:moveTo>
                    <a:lnTo>
                      <a:pt x="2875" y="5699"/>
                    </a:lnTo>
                    <a:lnTo>
                      <a:pt x="5262" y="0"/>
                    </a:lnTo>
                    <a:lnTo>
                      <a:pt x="2387" y="6037"/>
                    </a:lnTo>
                    <a:close/>
                  </a:path>
                </a:pathLst>
              </a:custGeom>
              <a:solidFill>
                <a:srgbClr val="c6212f"/>
              </a:solidFill>
              <a:ln w="3334" cap="flat" cmpd="sng" algn="ctr">
                <a:solidFill>
                  <a:srgbClr val="c6212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9" name="Surface mesh patch"/>
              <p:cNvSpPr/>
              <p:nvPr/>
            </p:nvSpPr>
            <p:spPr>
              <a:xfrm>
                <a:off x="6145493" y="646749"/>
                <a:ext cx="50120" cy="38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4">
                    <a:moveTo>
                      <a:pt x="0" y="3404"/>
                    </a:moveTo>
                    <a:lnTo>
                      <a:pt x="2875" y="4074"/>
                    </a:lnTo>
                    <a:lnTo>
                      <a:pt x="5262" y="7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0" name="Surface mesh patch"/>
              <p:cNvSpPr/>
              <p:nvPr/>
            </p:nvSpPr>
            <p:spPr>
              <a:xfrm>
                <a:off x="6195612" y="646011"/>
                <a:ext cx="50120" cy="827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3">
                    <a:moveTo>
                      <a:pt x="0" y="815"/>
                    </a:moveTo>
                    <a:lnTo>
                      <a:pt x="2875" y="8693"/>
                    </a:lnTo>
                    <a:lnTo>
                      <a:pt x="5262" y="79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1" name="Surface mesh patch"/>
              <p:cNvSpPr/>
              <p:nvPr/>
            </p:nvSpPr>
            <p:spPr>
              <a:xfrm>
                <a:off x="6245732" y="721525"/>
                <a:ext cx="50120" cy="1404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42">
                    <a:moveTo>
                      <a:pt x="0" y="0"/>
                    </a:moveTo>
                    <a:lnTo>
                      <a:pt x="2875" y="13534"/>
                    </a:lnTo>
                    <a:lnTo>
                      <a:pt x="5262" y="14742"/>
                    </a:lnTo>
                    <a:lnTo>
                      <a:pt x="2387" y="1558"/>
                    </a:lnTo>
                    <a:close/>
                  </a:path>
                </a:pathLst>
              </a:custGeom>
              <a:solidFill>
                <a:srgbClr val="d33d41"/>
              </a:solidFill>
              <a:ln w="3334" cap="flat" cmpd="sng" algn="ctr">
                <a:solidFill>
                  <a:srgbClr val="d33d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2" name="Surface mesh patch"/>
              <p:cNvSpPr/>
              <p:nvPr/>
            </p:nvSpPr>
            <p:spPr>
              <a:xfrm>
                <a:off x="6295852" y="861941"/>
                <a:ext cx="50120" cy="1722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9">
                    <a:moveTo>
                      <a:pt x="0" y="0"/>
                    </a:moveTo>
                    <a:lnTo>
                      <a:pt x="2875" y="15983"/>
                    </a:lnTo>
                    <a:lnTo>
                      <a:pt x="5262" y="18079"/>
                    </a:lnTo>
                    <a:lnTo>
                      <a:pt x="2387" y="2989"/>
                    </a:lnTo>
                    <a:close/>
                  </a:path>
                </a:pathLst>
              </a:custGeom>
              <a:solidFill>
                <a:srgbClr val="f38570"/>
              </a:solidFill>
              <a:ln w="3334" cap="flat" cmpd="sng" algn="ctr">
                <a:solidFill>
                  <a:srgbClr val="f3857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3" name="Surface mesh patch"/>
              <p:cNvSpPr/>
              <p:nvPr/>
            </p:nvSpPr>
            <p:spPr>
              <a:xfrm>
                <a:off x="6345971" y="1034144"/>
                <a:ext cx="50120" cy="1616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68">
                    <a:moveTo>
                      <a:pt x="0" y="0"/>
                    </a:moveTo>
                    <a:lnTo>
                      <a:pt x="2875" y="15042"/>
                    </a:lnTo>
                    <a:lnTo>
                      <a:pt x="5262" y="16968"/>
                    </a:lnTo>
                    <a:lnTo>
                      <a:pt x="2387" y="3207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4" name="Surface mesh patch"/>
              <p:cNvSpPr/>
              <p:nvPr/>
            </p:nvSpPr>
            <p:spPr>
              <a:xfrm>
                <a:off x="6396091" y="1195765"/>
                <a:ext cx="50120" cy="123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22">
                    <a:moveTo>
                      <a:pt x="0" y="0"/>
                    </a:moveTo>
                    <a:lnTo>
                      <a:pt x="2875" y="11822"/>
                    </a:lnTo>
                    <a:lnTo>
                      <a:pt x="5262" y="12922"/>
                    </a:lnTo>
                    <a:lnTo>
                      <a:pt x="2387" y="2454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5" name="Surface mesh patch"/>
              <p:cNvSpPr/>
              <p:nvPr/>
            </p:nvSpPr>
            <p:spPr>
              <a:xfrm>
                <a:off x="6446210" y="1318846"/>
                <a:ext cx="50120" cy="761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95">
                    <a:moveTo>
                      <a:pt x="0" y="0"/>
                    </a:moveTo>
                    <a:lnTo>
                      <a:pt x="2875" y="7895"/>
                    </a:lnTo>
                    <a:lnTo>
                      <a:pt x="5262" y="7995"/>
                    </a:lnTo>
                    <a:lnTo>
                      <a:pt x="2387" y="1245"/>
                    </a:lnTo>
                    <a:close/>
                  </a:path>
                </a:pathLst>
              </a:custGeom>
              <a:solidFill>
                <a:srgbClr val="dee1ea"/>
              </a:solidFill>
              <a:ln w="3334" cap="flat" cmpd="sng" algn="ctr">
                <a:solidFill>
                  <a:srgbClr val="de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6" name="Surface mesh patch"/>
              <p:cNvSpPr/>
              <p:nvPr/>
            </p:nvSpPr>
            <p:spPr>
              <a:xfrm>
                <a:off x="6496330" y="1394996"/>
                <a:ext cx="50120" cy="427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5">
                    <a:moveTo>
                      <a:pt x="0" y="0"/>
                    </a:moveTo>
                    <a:lnTo>
                      <a:pt x="2875" y="4485"/>
                    </a:lnTo>
                    <a:lnTo>
                      <a:pt x="5262" y="3750"/>
                    </a:lnTo>
                    <a:lnTo>
                      <a:pt x="2387" y="66"/>
                    </a:lnTo>
                    <a:close/>
                  </a:path>
                </a:pathLst>
              </a:custGeom>
              <a:solidFill>
                <a:srgbClr val="ceddf5"/>
              </a:solidFill>
              <a:ln w="3334" cap="flat" cmpd="sng" algn="ctr">
                <a:solidFill>
                  <a:srgbClr val="ce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7" name="Surface mesh patch"/>
              <p:cNvSpPr/>
              <p:nvPr/>
            </p:nvSpPr>
            <p:spPr>
              <a:xfrm>
                <a:off x="6546450" y="1423014"/>
                <a:ext cx="50120" cy="280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7">
                    <a:moveTo>
                      <a:pt x="0" y="808"/>
                    </a:moveTo>
                    <a:lnTo>
                      <a:pt x="2875" y="2947"/>
                    </a:lnTo>
                    <a:lnTo>
                      <a:pt x="5262" y="16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8" name="Surface mesh patch"/>
              <p:cNvSpPr/>
              <p:nvPr/>
            </p:nvSpPr>
            <p:spPr>
              <a:xfrm>
                <a:off x="6596569" y="1426520"/>
                <a:ext cx="50120" cy="206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68">
                    <a:moveTo>
                      <a:pt x="0" y="1313"/>
                    </a:moveTo>
                    <a:lnTo>
                      <a:pt x="2875" y="2168"/>
                    </a:lnTo>
                    <a:lnTo>
                      <a:pt x="5262" y="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9" name="Surface mesh patch"/>
              <p:cNvSpPr/>
              <p:nvPr/>
            </p:nvSpPr>
            <p:spPr>
              <a:xfrm>
                <a:off x="6646689" y="1418513"/>
                <a:ext cx="50120" cy="1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9">
                    <a:moveTo>
                      <a:pt x="0" y="1504"/>
                    </a:moveTo>
                    <a:lnTo>
                      <a:pt x="2875" y="1879"/>
                    </a:lnTo>
                    <a:lnTo>
                      <a:pt x="5262" y="3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0" name="Surface mesh patch"/>
              <p:cNvSpPr/>
              <p:nvPr/>
            </p:nvSpPr>
            <p:spPr>
              <a:xfrm>
                <a:off x="6696809" y="1407879"/>
                <a:ext cx="50120" cy="17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5">
                    <a:moveTo>
                      <a:pt x="0" y="1478"/>
                    </a:moveTo>
                    <a:lnTo>
                      <a:pt x="2875" y="1885"/>
                    </a:lnTo>
                    <a:lnTo>
                      <a:pt x="5262" y="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1" name="Surface mesh patch"/>
              <p:cNvSpPr/>
              <p:nvPr/>
            </p:nvSpPr>
            <p:spPr>
              <a:xfrm>
                <a:off x="6746928" y="1400047"/>
                <a:ext cx="50120" cy="194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4">
                    <a:moveTo>
                      <a:pt x="0" y="1321"/>
                    </a:moveTo>
                    <a:lnTo>
                      <a:pt x="2875" y="2044"/>
                    </a:lnTo>
                    <a:lnTo>
                      <a:pt x="5262" y="8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2" name="Surface mesh patch"/>
              <p:cNvSpPr/>
              <p:nvPr/>
            </p:nvSpPr>
            <p:spPr>
              <a:xfrm>
                <a:off x="6797048" y="1397743"/>
                <a:ext cx="50120" cy="215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8">
                    <a:moveTo>
                      <a:pt x="0" y="1105"/>
                    </a:moveTo>
                    <a:lnTo>
                      <a:pt x="2875" y="2258"/>
                    </a:lnTo>
                    <a:lnTo>
                      <a:pt x="5262" y="13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3" name="Surface mesh patch"/>
              <p:cNvSpPr/>
              <p:nvPr/>
            </p:nvSpPr>
            <p:spPr>
              <a:xfrm>
                <a:off x="6847168" y="1401677"/>
                <a:ext cx="50120" cy="234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3">
                    <a:moveTo>
                      <a:pt x="0" y="888"/>
                    </a:moveTo>
                    <a:lnTo>
                      <a:pt x="2875" y="2463"/>
                    </a:lnTo>
                    <a:lnTo>
                      <a:pt x="5262" y="1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4" name="Surface mesh patch"/>
              <p:cNvSpPr/>
              <p:nvPr/>
            </p:nvSpPr>
            <p:spPr>
              <a:xfrm>
                <a:off x="4819650" y="1529145"/>
                <a:ext cx="50120" cy="245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2">
                    <a:moveTo>
                      <a:pt x="0" y="549"/>
                    </a:moveTo>
                    <a:lnTo>
                      <a:pt x="2875" y="2582"/>
                    </a:lnTo>
                    <a:lnTo>
                      <a:pt x="5262" y="19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5" name="Surface mesh patch"/>
              <p:cNvSpPr/>
              <p:nvPr/>
            </p:nvSpPr>
            <p:spPr>
              <a:xfrm>
                <a:off x="4869770" y="1542533"/>
                <a:ext cx="50120" cy="228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592"/>
                    </a:moveTo>
                    <a:lnTo>
                      <a:pt x="2875" y="2398"/>
                    </a:lnTo>
                    <a:lnTo>
                      <a:pt x="5262" y="17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6" name="Surface mesh patch"/>
              <p:cNvSpPr/>
              <p:nvPr/>
            </p:nvSpPr>
            <p:spPr>
              <a:xfrm>
                <a:off x="4919889" y="1553243"/>
                <a:ext cx="50120" cy="203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38">
                    <a:moveTo>
                      <a:pt x="0" y="634"/>
                    </a:moveTo>
                    <a:lnTo>
                      <a:pt x="2875" y="2138"/>
                    </a:lnTo>
                    <a:lnTo>
                      <a:pt x="5262" y="14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7" name="Surface mesh patch"/>
              <p:cNvSpPr/>
              <p:nvPr/>
            </p:nvSpPr>
            <p:spPr>
              <a:xfrm>
                <a:off x="4970009" y="1561269"/>
                <a:ext cx="50120" cy="17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8">
                    <a:moveTo>
                      <a:pt x="0" y="631"/>
                    </a:moveTo>
                    <a:lnTo>
                      <a:pt x="2875" y="1818"/>
                    </a:lnTo>
                    <a:lnTo>
                      <a:pt x="5262" y="1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8" name="Surface mesh patch"/>
              <p:cNvSpPr/>
              <p:nvPr/>
            </p:nvSpPr>
            <p:spPr>
              <a:xfrm>
                <a:off x="5020129" y="1567453"/>
                <a:ext cx="50120" cy="13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0">
                    <a:moveTo>
                      <a:pt x="0" y="548"/>
                    </a:moveTo>
                    <a:lnTo>
                      <a:pt x="2875" y="1450"/>
                    </a:lnTo>
                    <a:lnTo>
                      <a:pt x="5262" y="9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9" name="Surface mesh patch"/>
              <p:cNvSpPr/>
              <p:nvPr/>
            </p:nvSpPr>
            <p:spPr>
              <a:xfrm>
                <a:off x="5070248" y="1573008"/>
                <a:ext cx="50120" cy="99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6">
                    <a:moveTo>
                      <a:pt x="0" y="380"/>
                    </a:moveTo>
                    <a:lnTo>
                      <a:pt x="2875" y="1046"/>
                    </a:lnTo>
                    <a:lnTo>
                      <a:pt x="5262" y="7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0" name="Surface mesh patch"/>
              <p:cNvSpPr/>
              <p:nvPr/>
            </p:nvSpPr>
            <p:spPr>
              <a:xfrm>
                <a:off x="5120368" y="1578913"/>
                <a:ext cx="50120" cy="6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">
                    <a:moveTo>
                      <a:pt x="0" y="154"/>
                    </a:moveTo>
                    <a:lnTo>
                      <a:pt x="2875" y="634"/>
                    </a:lnTo>
                    <a:lnTo>
                      <a:pt x="5262" y="6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1" name="Surface mesh patch"/>
              <p:cNvSpPr/>
              <p:nvPr/>
            </p:nvSpPr>
            <p:spPr>
              <a:xfrm>
                <a:off x="5170488" y="1584729"/>
                <a:ext cx="50120" cy="5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7">
                    <a:moveTo>
                      <a:pt x="0" y="0"/>
                    </a:moveTo>
                    <a:lnTo>
                      <a:pt x="2875" y="338"/>
                    </a:lnTo>
                    <a:lnTo>
                      <a:pt x="5262" y="537"/>
                    </a:lnTo>
                    <a:lnTo>
                      <a:pt x="2387" y="76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2" name="Surface mesh patch"/>
              <p:cNvSpPr/>
              <p:nvPr/>
            </p:nvSpPr>
            <p:spPr>
              <a:xfrm>
                <a:off x="5220607" y="1589842"/>
                <a:ext cx="50120" cy="54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5">
                    <a:moveTo>
                      <a:pt x="0" y="0"/>
                    </a:moveTo>
                    <a:lnTo>
                      <a:pt x="2875" y="248"/>
                    </a:lnTo>
                    <a:lnTo>
                      <a:pt x="5262" y="575"/>
                    </a:lnTo>
                    <a:lnTo>
                      <a:pt x="2387" y="242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3" name="Surface mesh patch"/>
              <p:cNvSpPr/>
              <p:nvPr/>
            </p:nvSpPr>
            <p:spPr>
              <a:xfrm>
                <a:off x="5270727" y="1595319"/>
                <a:ext cx="50120" cy="52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1">
                    <a:moveTo>
                      <a:pt x="0" y="0"/>
                    </a:moveTo>
                    <a:lnTo>
                      <a:pt x="2875" y="243"/>
                    </a:lnTo>
                    <a:lnTo>
                      <a:pt x="5262" y="551"/>
                    </a:lnTo>
                    <a:lnTo>
                      <a:pt x="2387" y="28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4" name="Surface mesh patch"/>
              <p:cNvSpPr/>
              <p:nvPr/>
            </p:nvSpPr>
            <p:spPr>
              <a:xfrm>
                <a:off x="5320846" y="1600569"/>
                <a:ext cx="50120" cy="45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9">
                    <a:moveTo>
                      <a:pt x="0" y="0"/>
                    </a:moveTo>
                    <a:lnTo>
                      <a:pt x="2875" y="364"/>
                    </a:lnTo>
                    <a:lnTo>
                      <a:pt x="5262" y="479"/>
                    </a:lnTo>
                    <a:lnTo>
                      <a:pt x="2387" y="161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5" name="Surface mesh patch"/>
              <p:cNvSpPr/>
              <p:nvPr/>
            </p:nvSpPr>
            <p:spPr>
              <a:xfrm>
                <a:off x="5370966" y="1603940"/>
                <a:ext cx="50120" cy="7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8">
                    <a:moveTo>
                      <a:pt x="0" y="125"/>
                    </a:moveTo>
                    <a:lnTo>
                      <a:pt x="2875" y="758"/>
                    </a:lnTo>
                    <a:lnTo>
                      <a:pt x="5262" y="5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6" name="Surface mesh patch"/>
              <p:cNvSpPr/>
              <p:nvPr/>
            </p:nvSpPr>
            <p:spPr>
              <a:xfrm>
                <a:off x="5421086" y="1603481"/>
                <a:ext cx="50120" cy="149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2">
                    <a:moveTo>
                      <a:pt x="0" y="553"/>
                    </a:moveTo>
                    <a:lnTo>
                      <a:pt x="2875" y="1572"/>
                    </a:lnTo>
                    <a:lnTo>
                      <a:pt x="5262" y="8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7" name="Surface mesh patch"/>
              <p:cNvSpPr/>
              <p:nvPr/>
            </p:nvSpPr>
            <p:spPr>
              <a:xfrm>
                <a:off x="5471205" y="1600850"/>
                <a:ext cx="50120" cy="23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4">
                    <a:moveTo>
                      <a:pt x="0" y="1078"/>
                    </a:moveTo>
                    <a:lnTo>
                      <a:pt x="2875" y="2514"/>
                    </a:lnTo>
                    <a:lnTo>
                      <a:pt x="5262" y="11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8" name="Surface mesh patch"/>
              <p:cNvSpPr/>
              <p:nvPr/>
            </p:nvSpPr>
            <p:spPr>
              <a:xfrm>
                <a:off x="5521325" y="1595918"/>
                <a:ext cx="50120" cy="32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05">
                    <a:moveTo>
                      <a:pt x="0" y="1643"/>
                    </a:moveTo>
                    <a:lnTo>
                      <a:pt x="2875" y="3405"/>
                    </a:lnTo>
                    <a:lnTo>
                      <a:pt x="5262" y="13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9" name="Surface mesh patch"/>
              <p:cNvSpPr/>
              <p:nvPr/>
            </p:nvSpPr>
            <p:spPr>
              <a:xfrm>
                <a:off x="5571445" y="1588080"/>
                <a:ext cx="50120" cy="387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0">
                    <a:moveTo>
                      <a:pt x="0" y="2187"/>
                    </a:moveTo>
                    <a:lnTo>
                      <a:pt x="2875" y="4070"/>
                    </a:lnTo>
                    <a:lnTo>
                      <a:pt x="5262" y="1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0" name="Surface mesh patch"/>
              <p:cNvSpPr/>
              <p:nvPr/>
            </p:nvSpPr>
            <p:spPr>
              <a:xfrm>
                <a:off x="5621564" y="1576293"/>
                <a:ext cx="50120" cy="41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3">
                    <a:moveTo>
                      <a:pt x="0" y="2658"/>
                    </a:moveTo>
                    <a:lnTo>
                      <a:pt x="2875" y="4383"/>
                    </a:lnTo>
                    <a:lnTo>
                      <a:pt x="5262" y="12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1" name="Surface mesh patch"/>
              <p:cNvSpPr/>
              <p:nvPr/>
            </p:nvSpPr>
            <p:spPr>
              <a:xfrm>
                <a:off x="5671684" y="1559164"/>
                <a:ext cx="50120" cy="407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2">
                    <a:moveTo>
                      <a:pt x="0" y="3025"/>
                    </a:moveTo>
                    <a:lnTo>
                      <a:pt x="2875" y="4282"/>
                    </a:lnTo>
                    <a:lnTo>
                      <a:pt x="5262" y="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2" name="Surface mesh patch"/>
              <p:cNvSpPr/>
              <p:nvPr/>
            </p:nvSpPr>
            <p:spPr>
              <a:xfrm>
                <a:off x="5721804" y="1533682"/>
                <a:ext cx="50120" cy="367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1">
                    <a:moveTo>
                      <a:pt x="0" y="3416"/>
                    </a:moveTo>
                    <a:lnTo>
                      <a:pt x="2875" y="3861"/>
                    </a:lnTo>
                    <a:lnTo>
                      <a:pt x="5262" y="0"/>
                    </a:lnTo>
                    <a:lnTo>
                      <a:pt x="2387" y="107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3" name="Surface mesh patch"/>
              <p:cNvSpPr/>
              <p:nvPr/>
            </p:nvSpPr>
            <p:spPr>
              <a:xfrm>
                <a:off x="5771923" y="1485705"/>
                <a:ext cx="50120" cy="479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7">
                    <a:moveTo>
                      <a:pt x="0" y="5037"/>
                    </a:moveTo>
                    <a:lnTo>
                      <a:pt x="2875" y="4252"/>
                    </a:lnTo>
                    <a:lnTo>
                      <a:pt x="5262" y="0"/>
                    </a:lnTo>
                    <a:lnTo>
                      <a:pt x="2387" y="1444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4" name="Surface mesh patch"/>
              <p:cNvSpPr/>
              <p:nvPr/>
            </p:nvSpPr>
            <p:spPr>
              <a:xfrm>
                <a:off x="5822043" y="1415038"/>
                <a:ext cx="50120" cy="70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9">
                    <a:moveTo>
                      <a:pt x="0" y="7419"/>
                    </a:moveTo>
                    <a:lnTo>
                      <a:pt x="2875" y="4887"/>
                    </a:lnTo>
                    <a:lnTo>
                      <a:pt x="5262" y="0"/>
                    </a:lnTo>
                    <a:lnTo>
                      <a:pt x="2387" y="3405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5" name="Surface mesh patch"/>
              <p:cNvSpPr/>
              <p:nvPr/>
            </p:nvSpPr>
            <p:spPr>
              <a:xfrm>
                <a:off x="5872162" y="1313624"/>
                <a:ext cx="50120" cy="1014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47">
                    <a:moveTo>
                      <a:pt x="0" y="10647"/>
                    </a:moveTo>
                    <a:lnTo>
                      <a:pt x="2875" y="5863"/>
                    </a:lnTo>
                    <a:lnTo>
                      <a:pt x="5262" y="0"/>
                    </a:lnTo>
                    <a:lnTo>
                      <a:pt x="2387" y="5939"/>
                    </a:lnTo>
                    <a:close/>
                  </a:path>
                </a:pathLst>
              </a:custGeom>
              <a:solidFill>
                <a:srgbClr val="e3dfe2"/>
              </a:solidFill>
              <a:ln w="3334" cap="flat" cmpd="sng" algn="ctr">
                <a:solidFill>
                  <a:srgbClr val="e3df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6" name="Surface mesh patch"/>
              <p:cNvSpPr/>
              <p:nvPr/>
            </p:nvSpPr>
            <p:spPr>
              <a:xfrm>
                <a:off x="5922282" y="1178009"/>
                <a:ext cx="50120" cy="1356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38">
                    <a:moveTo>
                      <a:pt x="0" y="14238"/>
                    </a:moveTo>
                    <a:lnTo>
                      <a:pt x="2875" y="7070"/>
                    </a:lnTo>
                    <a:lnTo>
                      <a:pt x="5262" y="0"/>
                    </a:lnTo>
                    <a:lnTo>
                      <a:pt x="2387" y="8549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7" name="Surface mesh patch"/>
              <p:cNvSpPr/>
              <p:nvPr/>
            </p:nvSpPr>
            <p:spPr>
              <a:xfrm>
                <a:off x="5972402" y="1016931"/>
                <a:ext cx="50120" cy="1610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11">
                    <a:moveTo>
                      <a:pt x="0" y="16911"/>
                    </a:moveTo>
                    <a:lnTo>
                      <a:pt x="2875" y="8116"/>
                    </a:lnTo>
                    <a:lnTo>
                      <a:pt x="5262" y="0"/>
                    </a:lnTo>
                    <a:lnTo>
                      <a:pt x="2387" y="10171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8" name="Surface mesh patch"/>
              <p:cNvSpPr/>
              <p:nvPr/>
            </p:nvSpPr>
            <p:spPr>
              <a:xfrm>
                <a:off x="6022521" y="856004"/>
                <a:ext cx="50120" cy="1609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95">
                    <a:moveTo>
                      <a:pt x="0" y="16895"/>
                    </a:moveTo>
                    <a:lnTo>
                      <a:pt x="2875" y="8440"/>
                    </a:lnTo>
                    <a:lnTo>
                      <a:pt x="5262" y="0"/>
                    </a:lnTo>
                    <a:lnTo>
                      <a:pt x="2387" y="9499"/>
                    </a:lnTo>
                    <a:close/>
                  </a:path>
                </a:pathLst>
              </a:custGeom>
              <a:solidFill>
                <a:srgbClr val="ed7767"/>
              </a:solidFill>
              <a:ln w="3334" cap="flat" cmpd="sng" algn="ctr">
                <a:solidFill>
                  <a:srgbClr val="ed77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9" name="Surface mesh patch"/>
              <p:cNvSpPr/>
              <p:nvPr/>
            </p:nvSpPr>
            <p:spPr>
              <a:xfrm>
                <a:off x="6072641" y="733452"/>
                <a:ext cx="50120" cy="122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6">
                    <a:moveTo>
                      <a:pt x="0" y="12866"/>
                    </a:moveTo>
                    <a:lnTo>
                      <a:pt x="2875" y="7611"/>
                    </a:lnTo>
                    <a:lnTo>
                      <a:pt x="5262" y="0"/>
                    </a:lnTo>
                    <a:lnTo>
                      <a:pt x="2387" y="5730"/>
                    </a:lnTo>
                    <a:close/>
                  </a:path>
                </a:pathLst>
              </a:custGeom>
              <a:solidFill>
                <a:srgbClr val="d0383e"/>
              </a:solidFill>
              <a:ln w="3334" cap="flat" cmpd="sng" algn="ctr">
                <a:solidFill>
                  <a:srgbClr val="d0383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0" name="Surface mesh patch"/>
              <p:cNvSpPr/>
              <p:nvPr/>
            </p:nvSpPr>
            <p:spPr>
              <a:xfrm>
                <a:off x="6122761" y="679173"/>
                <a:ext cx="50120" cy="601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18">
                    <a:moveTo>
                      <a:pt x="0" y="5699"/>
                    </a:moveTo>
                    <a:lnTo>
                      <a:pt x="2875" y="6318"/>
                    </a:lnTo>
                    <a:lnTo>
                      <a:pt x="5262" y="6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1" name="Surface mesh patch"/>
              <p:cNvSpPr/>
              <p:nvPr/>
            </p:nvSpPr>
            <p:spPr>
              <a:xfrm>
                <a:off x="6172880" y="653772"/>
                <a:ext cx="50120" cy="1044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69">
                    <a:moveTo>
                      <a:pt x="0" y="3337"/>
                    </a:moveTo>
                    <a:lnTo>
                      <a:pt x="2875" y="10969"/>
                    </a:lnTo>
                    <a:lnTo>
                      <a:pt x="5262" y="78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2" name="Surface mesh patch"/>
              <p:cNvSpPr/>
              <p:nvPr/>
            </p:nvSpPr>
            <p:spPr>
              <a:xfrm>
                <a:off x="6223000" y="721525"/>
                <a:ext cx="50120" cy="136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85">
                    <a:moveTo>
                      <a:pt x="0" y="765"/>
                    </a:moveTo>
                    <a:lnTo>
                      <a:pt x="2875" y="14285"/>
                    </a:lnTo>
                    <a:lnTo>
                      <a:pt x="5262" y="135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373d"/>
              </a:solidFill>
              <a:ln w="3334" cap="flat" cmpd="sng" algn="ctr">
                <a:solidFill>
                  <a:srgbClr val="d0373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3" name="Surface mesh patch"/>
              <p:cNvSpPr/>
              <p:nvPr/>
            </p:nvSpPr>
            <p:spPr>
              <a:xfrm>
                <a:off x="6273120" y="850439"/>
                <a:ext cx="50120" cy="1637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91">
                    <a:moveTo>
                      <a:pt x="0" y="0"/>
                    </a:moveTo>
                    <a:lnTo>
                      <a:pt x="2875" y="16462"/>
                    </a:lnTo>
                    <a:lnTo>
                      <a:pt x="5262" y="17191"/>
                    </a:lnTo>
                    <a:lnTo>
                      <a:pt x="2387" y="1208"/>
                    </a:lnTo>
                    <a:close/>
                  </a:path>
                </a:pathLst>
              </a:custGeom>
              <a:solidFill>
                <a:srgbClr val="ed7867"/>
              </a:solidFill>
              <a:ln w="3334" cap="flat" cmpd="sng" algn="ctr">
                <a:solidFill>
                  <a:srgbClr val="ed78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4" name="Surface mesh patch"/>
              <p:cNvSpPr/>
              <p:nvPr/>
            </p:nvSpPr>
            <p:spPr>
              <a:xfrm>
                <a:off x="6323239" y="1014182"/>
                <a:ext cx="50120" cy="1632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37">
                    <a:moveTo>
                      <a:pt x="0" y="0"/>
                    </a:moveTo>
                    <a:lnTo>
                      <a:pt x="2875" y="15978"/>
                    </a:lnTo>
                    <a:lnTo>
                      <a:pt x="5262" y="17137"/>
                    </a:lnTo>
                    <a:lnTo>
                      <a:pt x="2387" y="2096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5" name="Surface mesh patch"/>
              <p:cNvSpPr/>
              <p:nvPr/>
            </p:nvSpPr>
            <p:spPr>
              <a:xfrm>
                <a:off x="6373359" y="1177416"/>
                <a:ext cx="50120" cy="1309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748">
                    <a:moveTo>
                      <a:pt x="0" y="0"/>
                    </a:moveTo>
                    <a:lnTo>
                      <a:pt x="2875" y="12965"/>
                    </a:lnTo>
                    <a:lnTo>
                      <a:pt x="5262" y="13748"/>
                    </a:lnTo>
                    <a:lnTo>
                      <a:pt x="2387" y="1926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6" name="Surface mesh patch"/>
              <p:cNvSpPr/>
              <p:nvPr/>
            </p:nvSpPr>
            <p:spPr>
              <a:xfrm>
                <a:off x="6423479" y="1308366"/>
                <a:ext cx="50120" cy="856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95">
                    <a:moveTo>
                      <a:pt x="0" y="0"/>
                    </a:moveTo>
                    <a:lnTo>
                      <a:pt x="2875" y="8958"/>
                    </a:lnTo>
                    <a:lnTo>
                      <a:pt x="5262" y="8995"/>
                    </a:lnTo>
                    <a:lnTo>
                      <a:pt x="2387" y="1100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7" name="Surface mesh patch"/>
              <p:cNvSpPr/>
              <p:nvPr/>
            </p:nvSpPr>
            <p:spPr>
              <a:xfrm>
                <a:off x="6473598" y="1394044"/>
                <a:ext cx="50120" cy="50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6">
                    <a:moveTo>
                      <a:pt x="0" y="0"/>
                    </a:moveTo>
                    <a:lnTo>
                      <a:pt x="2875" y="5286"/>
                    </a:lnTo>
                    <a:lnTo>
                      <a:pt x="5262" y="4585"/>
                    </a:lnTo>
                    <a:lnTo>
                      <a:pt x="2387" y="10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8" name="Surface mesh patch"/>
              <p:cNvSpPr/>
              <p:nvPr/>
            </p:nvSpPr>
            <p:spPr>
              <a:xfrm>
                <a:off x="6523718" y="1430715"/>
                <a:ext cx="50120" cy="32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7">
                    <a:moveTo>
                      <a:pt x="0" y="735"/>
                    </a:moveTo>
                    <a:lnTo>
                      <a:pt x="2875" y="3367"/>
                    </a:lnTo>
                    <a:lnTo>
                      <a:pt x="5262" y="21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9" name="Surface mesh patch"/>
              <p:cNvSpPr/>
              <p:nvPr/>
            </p:nvSpPr>
            <p:spPr>
              <a:xfrm>
                <a:off x="6573838" y="1439024"/>
                <a:ext cx="50120" cy="22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4">
                    <a:moveTo>
                      <a:pt x="0" y="1266"/>
                    </a:moveTo>
                    <a:lnTo>
                      <a:pt x="2875" y="2354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0" name="Surface mesh patch"/>
              <p:cNvSpPr/>
              <p:nvPr/>
            </p:nvSpPr>
            <p:spPr>
              <a:xfrm>
                <a:off x="6623957" y="1432841"/>
                <a:ext cx="50120" cy="183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5">
                    <a:moveTo>
                      <a:pt x="0" y="1504"/>
                    </a:moveTo>
                    <a:lnTo>
                      <a:pt x="2875" y="1925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1" name="Surface mesh patch"/>
              <p:cNvSpPr/>
              <p:nvPr/>
            </p:nvSpPr>
            <p:spPr>
              <a:xfrm>
                <a:off x="6674077" y="1421954"/>
                <a:ext cx="50120" cy="17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6">
                    <a:moveTo>
                      <a:pt x="0" y="1518"/>
                    </a:moveTo>
                    <a:lnTo>
                      <a:pt x="2875" y="1856"/>
                    </a:lnTo>
                    <a:lnTo>
                      <a:pt x="5262" y="4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2" name="Surface mesh patch"/>
              <p:cNvSpPr/>
              <p:nvPr/>
            </p:nvSpPr>
            <p:spPr>
              <a:xfrm>
                <a:off x="6724196" y="1412627"/>
                <a:ext cx="50120" cy="18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9">
                    <a:moveTo>
                      <a:pt x="0" y="1387"/>
                    </a:moveTo>
                    <a:lnTo>
                      <a:pt x="2875" y="1979"/>
                    </a:lnTo>
                    <a:lnTo>
                      <a:pt x="5262" y="7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3" name="Surface mesh patch"/>
              <p:cNvSpPr/>
              <p:nvPr/>
            </p:nvSpPr>
            <p:spPr>
              <a:xfrm>
                <a:off x="6774316" y="1408267"/>
                <a:ext cx="50120" cy="20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4">
                    <a:moveTo>
                      <a:pt x="0" y="1181"/>
                    </a:moveTo>
                    <a:lnTo>
                      <a:pt x="2875" y="2184"/>
                    </a:lnTo>
                    <a:lnTo>
                      <a:pt x="5262" y="1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4" name="Surface mesh patch"/>
              <p:cNvSpPr/>
              <p:nvPr/>
            </p:nvSpPr>
            <p:spPr>
              <a:xfrm>
                <a:off x="6824436" y="1410131"/>
                <a:ext cx="50120" cy="228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9">
                    <a:moveTo>
                      <a:pt x="0" y="957"/>
                    </a:moveTo>
                    <a:lnTo>
                      <a:pt x="2875" y="2399"/>
                    </a:lnTo>
                    <a:lnTo>
                      <a:pt x="5262" y="1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5" name="Surface mesh patch"/>
              <p:cNvSpPr/>
              <p:nvPr/>
            </p:nvSpPr>
            <p:spPr>
              <a:xfrm>
                <a:off x="6874555" y="1417847"/>
                <a:ext cx="50120" cy="244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1">
                    <a:moveTo>
                      <a:pt x="0" y="765"/>
                    </a:moveTo>
                    <a:lnTo>
                      <a:pt x="2875" y="2571"/>
                    </a:lnTo>
                    <a:lnTo>
                      <a:pt x="5262" y="18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7"/>
              </a:solidFill>
              <a:ln w="3334" cap="flat" cmpd="sng" algn="ctr">
                <a:solidFill>
                  <a:srgbClr val="c9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6" name="Surface mesh patch"/>
              <p:cNvSpPr/>
              <p:nvPr/>
            </p:nvSpPr>
            <p:spPr>
              <a:xfrm>
                <a:off x="4847038" y="1548168"/>
                <a:ext cx="50120" cy="23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8">
                    <a:moveTo>
                      <a:pt x="0" y="585"/>
                    </a:moveTo>
                    <a:lnTo>
                      <a:pt x="2875" y="2448"/>
                    </a:lnTo>
                    <a:lnTo>
                      <a:pt x="5262" y="18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7" name="Surface mesh patch"/>
              <p:cNvSpPr/>
              <p:nvPr/>
            </p:nvSpPr>
            <p:spPr>
              <a:xfrm>
                <a:off x="4897157" y="1559281"/>
                <a:ext cx="50120" cy="209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97">
                    <a:moveTo>
                      <a:pt x="0" y="640"/>
                    </a:moveTo>
                    <a:lnTo>
                      <a:pt x="2875" y="2197"/>
                    </a:lnTo>
                    <a:lnTo>
                      <a:pt x="5262" y="15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8" name="Surface mesh patch"/>
              <p:cNvSpPr/>
              <p:nvPr/>
            </p:nvSpPr>
            <p:spPr>
              <a:xfrm>
                <a:off x="4947277" y="1567275"/>
                <a:ext cx="50120" cy="178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665"/>
                    </a:moveTo>
                    <a:lnTo>
                      <a:pt x="2875" y="1876"/>
                    </a:lnTo>
                    <a:lnTo>
                      <a:pt x="5262" y="11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9" name="Surface mesh patch"/>
              <p:cNvSpPr/>
              <p:nvPr/>
            </p:nvSpPr>
            <p:spPr>
              <a:xfrm>
                <a:off x="4997397" y="1572676"/>
                <a:ext cx="50120" cy="14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9">
                    <a:moveTo>
                      <a:pt x="0" y="620"/>
                    </a:moveTo>
                    <a:lnTo>
                      <a:pt x="2875" y="1499"/>
                    </a:lnTo>
                    <a:lnTo>
                      <a:pt x="5262" y="9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0" name="Surface mesh patch"/>
              <p:cNvSpPr/>
              <p:nvPr/>
            </p:nvSpPr>
            <p:spPr>
              <a:xfrm>
                <a:off x="5047516" y="1576631"/>
                <a:ext cx="50120" cy="10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3">
                    <a:moveTo>
                      <a:pt x="0" y="486"/>
                    </a:moveTo>
                    <a:lnTo>
                      <a:pt x="2875" y="1083"/>
                    </a:lnTo>
                    <a:lnTo>
                      <a:pt x="5262" y="6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1" name="Surface mesh patch"/>
              <p:cNvSpPr/>
              <p:nvPr/>
            </p:nvSpPr>
            <p:spPr>
              <a:xfrm>
                <a:off x="5097636" y="1580377"/>
                <a:ext cx="50120" cy="62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">
                    <a:moveTo>
                      <a:pt x="0" y="273"/>
                    </a:moveTo>
                    <a:lnTo>
                      <a:pt x="2875" y="652"/>
                    </a:lnTo>
                    <a:lnTo>
                      <a:pt x="5262" y="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2" name="Surface mesh patch"/>
              <p:cNvSpPr/>
              <p:nvPr/>
            </p:nvSpPr>
            <p:spPr>
              <a:xfrm>
                <a:off x="5147756" y="1584729"/>
                <a:ext cx="50120" cy="3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">
                    <a:moveTo>
                      <a:pt x="0" y="24"/>
                    </a:moveTo>
                    <a:lnTo>
                      <a:pt x="2875" y="255"/>
                    </a:lnTo>
                    <a:lnTo>
                      <a:pt x="5262" y="3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3" name="Surface mesh patch"/>
              <p:cNvSpPr/>
              <p:nvPr/>
            </p:nvSpPr>
            <p:spPr>
              <a:xfrm>
                <a:off x="5197875" y="1587951"/>
                <a:ext cx="50120" cy="42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">
                    <a:moveTo>
                      <a:pt x="0" y="0"/>
                    </a:moveTo>
                    <a:lnTo>
                      <a:pt x="2875" y="163"/>
                    </a:lnTo>
                    <a:lnTo>
                      <a:pt x="5262" y="447"/>
                    </a:lnTo>
                    <a:lnTo>
                      <a:pt x="2387" y="199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4" name="Surface mesh patch"/>
              <p:cNvSpPr/>
              <p:nvPr/>
            </p:nvSpPr>
            <p:spPr>
              <a:xfrm>
                <a:off x="5247995" y="1592208"/>
                <a:ext cx="50120" cy="5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">
                    <a:moveTo>
                      <a:pt x="0" y="0"/>
                    </a:moveTo>
                    <a:lnTo>
                      <a:pt x="2875" y="202"/>
                    </a:lnTo>
                    <a:lnTo>
                      <a:pt x="5262" y="570"/>
                    </a:lnTo>
                    <a:lnTo>
                      <a:pt x="2387" y="327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5" name="Surface mesh patch"/>
              <p:cNvSpPr/>
              <p:nvPr/>
            </p:nvSpPr>
            <p:spPr>
              <a:xfrm>
                <a:off x="5298115" y="1597635"/>
                <a:ext cx="50120" cy="64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2">
                    <a:moveTo>
                      <a:pt x="0" y="0"/>
                    </a:moveTo>
                    <a:lnTo>
                      <a:pt x="2875" y="385"/>
                    </a:lnTo>
                    <a:lnTo>
                      <a:pt x="5262" y="672"/>
                    </a:lnTo>
                    <a:lnTo>
                      <a:pt x="2387" y="308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6" name="Surface mesh patch"/>
              <p:cNvSpPr/>
              <p:nvPr/>
            </p:nvSpPr>
            <p:spPr>
              <a:xfrm>
                <a:off x="5348234" y="1604037"/>
                <a:ext cx="50120" cy="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8">
                    <a:moveTo>
                      <a:pt x="0" y="0"/>
                    </a:moveTo>
                    <a:lnTo>
                      <a:pt x="2875" y="731"/>
                    </a:lnTo>
                    <a:lnTo>
                      <a:pt x="5262" y="748"/>
                    </a:lnTo>
                    <a:lnTo>
                      <a:pt x="2387" y="115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7" name="Surface mesh patch"/>
              <p:cNvSpPr/>
              <p:nvPr/>
            </p:nvSpPr>
            <p:spPr>
              <a:xfrm>
                <a:off x="5398354" y="1608748"/>
                <a:ext cx="50120" cy="13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4">
                    <a:moveTo>
                      <a:pt x="0" y="253"/>
                    </a:moveTo>
                    <a:lnTo>
                      <a:pt x="2875" y="1464"/>
                    </a:lnTo>
                    <a:lnTo>
                      <a:pt x="5262" y="10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8" name="Surface mesh patch"/>
              <p:cNvSpPr/>
              <p:nvPr/>
            </p:nvSpPr>
            <p:spPr>
              <a:xfrm>
                <a:off x="5448473" y="1611115"/>
                <a:ext cx="50120" cy="238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6">
                    <a:moveTo>
                      <a:pt x="0" y="770"/>
                    </a:moveTo>
                    <a:lnTo>
                      <a:pt x="2875" y="2506"/>
                    </a:lnTo>
                    <a:lnTo>
                      <a:pt x="5262" y="1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9" name="Surface mesh patch"/>
              <p:cNvSpPr/>
              <p:nvPr/>
            </p:nvSpPr>
            <p:spPr>
              <a:xfrm>
                <a:off x="5498593" y="1611566"/>
                <a:ext cx="50120" cy="339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2">
                    <a:moveTo>
                      <a:pt x="0" y="1389"/>
                    </a:moveTo>
                    <a:lnTo>
                      <a:pt x="2875" y="3562"/>
                    </a:lnTo>
                    <a:lnTo>
                      <a:pt x="5262" y="17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0" name="Surface mesh patch"/>
              <p:cNvSpPr/>
              <p:nvPr/>
            </p:nvSpPr>
            <p:spPr>
              <a:xfrm>
                <a:off x="5548713" y="1608914"/>
                <a:ext cx="50120" cy="42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33">
                    <a:moveTo>
                      <a:pt x="0" y="2040"/>
                    </a:moveTo>
                    <a:lnTo>
                      <a:pt x="2875" y="4433"/>
                    </a:lnTo>
                    <a:lnTo>
                      <a:pt x="5262" y="18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1" name="Surface mesh patch"/>
              <p:cNvSpPr/>
              <p:nvPr/>
            </p:nvSpPr>
            <p:spPr>
              <a:xfrm>
                <a:off x="5598832" y="1601606"/>
                <a:ext cx="50120" cy="471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52">
                    <a:moveTo>
                      <a:pt x="0" y="2650"/>
                    </a:moveTo>
                    <a:lnTo>
                      <a:pt x="2875" y="4952"/>
                    </a:lnTo>
                    <a:lnTo>
                      <a:pt x="5262" y="17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2" name="Surface mesh patch"/>
              <p:cNvSpPr/>
              <p:nvPr/>
            </p:nvSpPr>
            <p:spPr>
              <a:xfrm>
                <a:off x="5648952" y="1587979"/>
                <a:ext cx="50120" cy="478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3">
                    <a:moveTo>
                      <a:pt x="0" y="3156"/>
                    </a:moveTo>
                    <a:lnTo>
                      <a:pt x="2875" y="5023"/>
                    </a:lnTo>
                    <a:lnTo>
                      <a:pt x="5262" y="12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3" name="Surface mesh patch"/>
              <p:cNvSpPr/>
              <p:nvPr/>
            </p:nvSpPr>
            <p:spPr>
              <a:xfrm>
                <a:off x="5699072" y="1566220"/>
                <a:ext cx="50120" cy="44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24">
                    <a:moveTo>
                      <a:pt x="0" y="3541"/>
                    </a:moveTo>
                    <a:lnTo>
                      <a:pt x="2875" y="4624"/>
                    </a:lnTo>
                    <a:lnTo>
                      <a:pt x="5262" y="4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4" name="Surface mesh patch"/>
              <p:cNvSpPr/>
              <p:nvPr/>
            </p:nvSpPr>
            <p:spPr>
              <a:xfrm>
                <a:off x="5749191" y="1526206"/>
                <a:ext cx="50120" cy="442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6">
                    <a:moveTo>
                      <a:pt x="0" y="4646"/>
                    </a:moveTo>
                    <a:lnTo>
                      <a:pt x="2875" y="4574"/>
                    </a:lnTo>
                    <a:lnTo>
                      <a:pt x="5262" y="0"/>
                    </a:lnTo>
                    <a:lnTo>
                      <a:pt x="2387" y="785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5" name="Surface mesh patch"/>
              <p:cNvSpPr/>
              <p:nvPr/>
            </p:nvSpPr>
            <p:spPr>
              <a:xfrm>
                <a:off x="5799311" y="1461582"/>
                <a:ext cx="50120" cy="64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5">
                    <a:moveTo>
                      <a:pt x="0" y="6785"/>
                    </a:moveTo>
                    <a:lnTo>
                      <a:pt x="2875" y="5132"/>
                    </a:lnTo>
                    <a:lnTo>
                      <a:pt x="5262" y="0"/>
                    </a:lnTo>
                    <a:lnTo>
                      <a:pt x="2387" y="2533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6" name="Surface mesh patch"/>
              <p:cNvSpPr/>
              <p:nvPr/>
            </p:nvSpPr>
            <p:spPr>
              <a:xfrm>
                <a:off x="5849431" y="1369471"/>
                <a:ext cx="50120" cy="921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70">
                    <a:moveTo>
                      <a:pt x="0" y="9670"/>
                    </a:moveTo>
                    <a:lnTo>
                      <a:pt x="2875" y="6020"/>
                    </a:lnTo>
                    <a:lnTo>
                      <a:pt x="5262" y="0"/>
                    </a:lnTo>
                    <a:lnTo>
                      <a:pt x="2387" y="4784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7" name="Surface mesh patch"/>
              <p:cNvSpPr/>
              <p:nvPr/>
            </p:nvSpPr>
            <p:spPr>
              <a:xfrm>
                <a:off x="5899550" y="1245356"/>
                <a:ext cx="50120" cy="1241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031">
                    <a:moveTo>
                      <a:pt x="0" y="13031"/>
                    </a:moveTo>
                    <a:lnTo>
                      <a:pt x="2875" y="7237"/>
                    </a:lnTo>
                    <a:lnTo>
                      <a:pt x="5262" y="0"/>
                    </a:lnTo>
                    <a:lnTo>
                      <a:pt x="2387" y="7167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8" name="Surface mesh patch"/>
              <p:cNvSpPr/>
              <p:nvPr/>
            </p:nvSpPr>
            <p:spPr>
              <a:xfrm>
                <a:off x="5949670" y="1094238"/>
                <a:ext cx="50120" cy="151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65">
                    <a:moveTo>
                      <a:pt x="0" y="15865"/>
                    </a:moveTo>
                    <a:lnTo>
                      <a:pt x="2875" y="8499"/>
                    </a:lnTo>
                    <a:lnTo>
                      <a:pt x="5262" y="0"/>
                    </a:lnTo>
                    <a:lnTo>
                      <a:pt x="2387" y="8795"/>
                    </a:lnTo>
                    <a:close/>
                  </a:path>
                </a:pathLst>
              </a:custGeom>
              <a:solidFill>
                <a:srgbClr val="fbbb9f"/>
              </a:solidFill>
              <a:ln w="3334" cap="flat" cmpd="sng" algn="ctr">
                <a:solidFill>
                  <a:srgbClr val="fbbb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9" name="Surface mesh patch"/>
              <p:cNvSpPr/>
              <p:nvPr/>
            </p:nvSpPr>
            <p:spPr>
              <a:xfrm>
                <a:off x="5999790" y="936392"/>
                <a:ext cx="50120" cy="1578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72">
                    <a:moveTo>
                      <a:pt x="0" y="16572"/>
                    </a:moveTo>
                    <a:lnTo>
                      <a:pt x="2875" y="9277"/>
                    </a:lnTo>
                    <a:lnTo>
                      <a:pt x="5262" y="0"/>
                    </a:lnTo>
                    <a:lnTo>
                      <a:pt x="2387" y="8456"/>
                    </a:lnTo>
                    <a:close/>
                  </a:path>
                </a:pathLst>
              </a:custGeom>
              <a:solidFill>
                <a:srgbClr val="fa967a"/>
              </a:solidFill>
              <a:ln w="3334" cap="flat" cmpd="sng" algn="ctr">
                <a:solidFill>
                  <a:srgbClr val="fa96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0" name="Surface mesh patch"/>
              <p:cNvSpPr/>
              <p:nvPr/>
            </p:nvSpPr>
            <p:spPr>
              <a:xfrm>
                <a:off x="6049909" y="805949"/>
                <a:ext cx="50120" cy="130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95">
                    <a:moveTo>
                      <a:pt x="0" y="13695"/>
                    </a:moveTo>
                    <a:lnTo>
                      <a:pt x="2875" y="9034"/>
                    </a:lnTo>
                    <a:lnTo>
                      <a:pt x="5262" y="0"/>
                    </a:lnTo>
                    <a:lnTo>
                      <a:pt x="2387" y="5255"/>
                    </a:lnTo>
                    <a:close/>
                  </a:path>
                </a:pathLst>
              </a:custGeom>
              <a:solidFill>
                <a:srgbClr val="dd5551"/>
              </a:solidFill>
              <a:ln w="3334" cap="flat" cmpd="sng" algn="ctr">
                <a:solidFill>
                  <a:srgbClr val="dd555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1" name="Surface mesh patch"/>
              <p:cNvSpPr/>
              <p:nvPr/>
            </p:nvSpPr>
            <p:spPr>
              <a:xfrm>
                <a:off x="6100029" y="733452"/>
                <a:ext cx="50120" cy="78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2">
                    <a:moveTo>
                      <a:pt x="0" y="7611"/>
                    </a:moveTo>
                    <a:lnTo>
                      <a:pt x="2875" y="8192"/>
                    </a:lnTo>
                    <a:lnTo>
                      <a:pt x="5262" y="6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2934"/>
              </a:solidFill>
              <a:ln w="3334" cap="flat" cmpd="sng" algn="ctr">
                <a:solidFill>
                  <a:srgbClr val="ca293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2" name="Surface mesh patch"/>
              <p:cNvSpPr/>
              <p:nvPr/>
            </p:nvSpPr>
            <p:spPr>
              <a:xfrm>
                <a:off x="6150148" y="685554"/>
                <a:ext cx="50120" cy="122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58">
                    <a:moveTo>
                      <a:pt x="0" y="5648"/>
                    </a:moveTo>
                    <a:lnTo>
                      <a:pt x="2875" y="12858"/>
                    </a:lnTo>
                    <a:lnTo>
                      <a:pt x="5262" y="76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1f2e"/>
              </a:solidFill>
              <a:ln w="3334" cap="flat" cmpd="sng" algn="ctr">
                <a:solidFill>
                  <a:srgbClr val="c51f2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3" name="Surface mesh patch"/>
              <p:cNvSpPr/>
              <p:nvPr/>
            </p:nvSpPr>
            <p:spPr>
              <a:xfrm>
                <a:off x="6200268" y="728807"/>
                <a:ext cx="50120" cy="1546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36">
                    <a:moveTo>
                      <a:pt x="0" y="3092"/>
                    </a:moveTo>
                    <a:lnTo>
                      <a:pt x="2875" y="16236"/>
                    </a:lnTo>
                    <a:lnTo>
                      <a:pt x="5262" y="135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3a3f"/>
              </a:solidFill>
              <a:ln w="3334" cap="flat" cmpd="sng" algn="ctr">
                <a:solidFill>
                  <a:srgbClr val="d13a3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4" name="Surface mesh patch"/>
              <p:cNvSpPr/>
              <p:nvPr/>
            </p:nvSpPr>
            <p:spPr>
              <a:xfrm>
                <a:off x="6250388" y="850439"/>
                <a:ext cx="50120" cy="164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38">
                    <a:moveTo>
                      <a:pt x="0" y="751"/>
                    </a:moveTo>
                    <a:lnTo>
                      <a:pt x="2875" y="17238"/>
                    </a:lnTo>
                    <a:lnTo>
                      <a:pt x="5262" y="164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364"/>
              </a:solidFill>
              <a:ln w="3334" cap="flat" cmpd="sng" algn="ctr">
                <a:solidFill>
                  <a:srgbClr val="eb73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5" name="Surface mesh patch"/>
              <p:cNvSpPr/>
              <p:nvPr/>
            </p:nvSpPr>
            <p:spPr>
              <a:xfrm>
                <a:off x="6300507" y="1007235"/>
                <a:ext cx="50120" cy="1591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08">
                    <a:moveTo>
                      <a:pt x="0" y="0"/>
                    </a:moveTo>
                    <a:lnTo>
                      <a:pt x="2875" y="16498"/>
                    </a:lnTo>
                    <a:lnTo>
                      <a:pt x="5262" y="16708"/>
                    </a:lnTo>
                    <a:lnTo>
                      <a:pt x="2387" y="729"/>
                    </a:lnTo>
                    <a:close/>
                  </a:path>
                </a:pathLst>
              </a:custGeom>
              <a:solidFill>
                <a:srgbClr val="faa98d"/>
              </a:solidFill>
              <a:ln w="3334" cap="flat" cmpd="sng" algn="ctr">
                <a:solidFill>
                  <a:srgbClr val="faa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6" name="Surface mesh patch"/>
              <p:cNvSpPr/>
              <p:nvPr/>
            </p:nvSpPr>
            <p:spPr>
              <a:xfrm>
                <a:off x="6350627" y="1166374"/>
                <a:ext cx="50120" cy="1345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24">
                    <a:moveTo>
                      <a:pt x="0" y="0"/>
                    </a:moveTo>
                    <a:lnTo>
                      <a:pt x="2875" y="13815"/>
                    </a:lnTo>
                    <a:lnTo>
                      <a:pt x="5262" y="14124"/>
                    </a:lnTo>
                    <a:lnTo>
                      <a:pt x="2387" y="1159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7" name="Surface mesh patch"/>
              <p:cNvSpPr/>
              <p:nvPr/>
            </p:nvSpPr>
            <p:spPr>
              <a:xfrm>
                <a:off x="6400747" y="1300909"/>
                <a:ext cx="50120" cy="93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67">
                    <a:moveTo>
                      <a:pt x="0" y="0"/>
                    </a:moveTo>
                    <a:lnTo>
                      <a:pt x="2875" y="9867"/>
                    </a:lnTo>
                    <a:lnTo>
                      <a:pt x="5262" y="9741"/>
                    </a:lnTo>
                    <a:lnTo>
                      <a:pt x="2387" y="783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8" name="Surface mesh patch"/>
              <p:cNvSpPr/>
              <p:nvPr/>
            </p:nvSpPr>
            <p:spPr>
              <a:xfrm>
                <a:off x="6450866" y="1393692"/>
                <a:ext cx="50120" cy="575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39">
                    <a:moveTo>
                      <a:pt x="0" y="0"/>
                    </a:moveTo>
                    <a:lnTo>
                      <a:pt x="2875" y="6039"/>
                    </a:lnTo>
                    <a:lnTo>
                      <a:pt x="5262" y="5323"/>
                    </a:lnTo>
                    <a:lnTo>
                      <a:pt x="2387" y="37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9" name="Surface mesh patch"/>
              <p:cNvSpPr/>
              <p:nvPr/>
            </p:nvSpPr>
            <p:spPr>
              <a:xfrm>
                <a:off x="6500986" y="1437712"/>
                <a:ext cx="50120" cy="365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8">
                    <a:moveTo>
                      <a:pt x="0" y="701"/>
                    </a:moveTo>
                    <a:lnTo>
                      <a:pt x="2875" y="3838"/>
                    </a:lnTo>
                    <a:lnTo>
                      <a:pt x="5262" y="26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0" name="Surface mesh patch"/>
              <p:cNvSpPr/>
              <p:nvPr/>
            </p:nvSpPr>
            <p:spPr>
              <a:xfrm>
                <a:off x="6551106" y="1451087"/>
                <a:ext cx="50120" cy="245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9">
                    <a:moveTo>
                      <a:pt x="0" y="1229"/>
                    </a:moveTo>
                    <a:lnTo>
                      <a:pt x="2875" y="2579"/>
                    </a:lnTo>
                    <a:lnTo>
                      <a:pt x="5262" y="10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1" name="Surface mesh patch"/>
              <p:cNvSpPr/>
              <p:nvPr/>
            </p:nvSpPr>
            <p:spPr>
              <a:xfrm>
                <a:off x="6601225" y="1447167"/>
                <a:ext cx="50120" cy="190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7">
                    <a:moveTo>
                      <a:pt x="0" y="1499"/>
                    </a:moveTo>
                    <a:lnTo>
                      <a:pt x="2875" y="1997"/>
                    </a:lnTo>
                    <a:lnTo>
                      <a:pt x="5262" y="4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2" name="Surface mesh patch"/>
              <p:cNvSpPr/>
              <p:nvPr/>
            </p:nvSpPr>
            <p:spPr>
              <a:xfrm>
                <a:off x="6651345" y="1436411"/>
                <a:ext cx="50120" cy="175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1">
                    <a:moveTo>
                      <a:pt x="0" y="1550"/>
                    </a:moveTo>
                    <a:lnTo>
                      <a:pt x="2875" y="1841"/>
                    </a:lnTo>
                    <a:lnTo>
                      <a:pt x="5262" y="3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3" name="Surface mesh patch"/>
              <p:cNvSpPr/>
              <p:nvPr/>
            </p:nvSpPr>
            <p:spPr>
              <a:xfrm>
                <a:off x="6701465" y="1425838"/>
                <a:ext cx="50120" cy="18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1">
                    <a:moveTo>
                      <a:pt x="0" y="1448"/>
                    </a:moveTo>
                    <a:lnTo>
                      <a:pt x="2875" y="1921"/>
                    </a:lnTo>
                    <a:lnTo>
                      <a:pt x="5262" y="5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4" name="Surface mesh patch"/>
              <p:cNvSpPr/>
              <p:nvPr/>
            </p:nvSpPr>
            <p:spPr>
              <a:xfrm>
                <a:off x="6751584" y="1419514"/>
                <a:ext cx="50120" cy="20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0">
                    <a:moveTo>
                      <a:pt x="0" y="1256"/>
                    </a:moveTo>
                    <a:lnTo>
                      <a:pt x="2875" y="2110"/>
                    </a:lnTo>
                    <a:lnTo>
                      <a:pt x="5262" y="10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5" name="Surface mesh patch"/>
              <p:cNvSpPr/>
              <p:nvPr/>
            </p:nvSpPr>
            <p:spPr>
              <a:xfrm>
                <a:off x="6801704" y="1419251"/>
                <a:ext cx="50120" cy="221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9">
                    <a:moveTo>
                      <a:pt x="0" y="1031"/>
                    </a:moveTo>
                    <a:lnTo>
                      <a:pt x="2875" y="2329"/>
                    </a:lnTo>
                    <a:lnTo>
                      <a:pt x="5262" y="1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6" name="Surface mesh patch"/>
              <p:cNvSpPr/>
              <p:nvPr/>
            </p:nvSpPr>
            <p:spPr>
              <a:xfrm>
                <a:off x="6851823" y="1425136"/>
                <a:ext cx="50120" cy="240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823"/>
                    </a:moveTo>
                    <a:lnTo>
                      <a:pt x="2875" y="2520"/>
                    </a:lnTo>
                    <a:lnTo>
                      <a:pt x="5262" y="18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7" name="Surface mesh patch"/>
              <p:cNvSpPr/>
              <p:nvPr/>
            </p:nvSpPr>
            <p:spPr>
              <a:xfrm>
                <a:off x="4874426" y="1565376"/>
                <a:ext cx="50120" cy="215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6">
                    <a:moveTo>
                      <a:pt x="0" y="641"/>
                    </a:moveTo>
                    <a:lnTo>
                      <a:pt x="2875" y="2266"/>
                    </a:lnTo>
                    <a:lnTo>
                      <a:pt x="5262" y="1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8" name="Surface mesh patch"/>
              <p:cNvSpPr/>
              <p:nvPr/>
            </p:nvSpPr>
            <p:spPr>
              <a:xfrm>
                <a:off x="4924545" y="1573611"/>
                <a:ext cx="50120" cy="186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5">
                    <a:moveTo>
                      <a:pt x="0" y="692"/>
                    </a:moveTo>
                    <a:lnTo>
                      <a:pt x="2875" y="1955"/>
                    </a:lnTo>
                    <a:lnTo>
                      <a:pt x="5262" y="12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9" name="Surface mesh patch"/>
              <p:cNvSpPr/>
              <p:nvPr/>
            </p:nvSpPr>
            <p:spPr>
              <a:xfrm>
                <a:off x="4974665" y="1578586"/>
                <a:ext cx="50120" cy="15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2">
                    <a:moveTo>
                      <a:pt x="0" y="688"/>
                    </a:moveTo>
                    <a:lnTo>
                      <a:pt x="2875" y="1582"/>
                    </a:lnTo>
                    <a:lnTo>
                      <a:pt x="5262" y="8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0" name="Surface mesh patch"/>
              <p:cNvSpPr/>
              <p:nvPr/>
            </p:nvSpPr>
            <p:spPr>
              <a:xfrm>
                <a:off x="5024784" y="1581261"/>
                <a:ext cx="50120" cy="110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5">
                    <a:moveTo>
                      <a:pt x="0" y="598"/>
                    </a:moveTo>
                    <a:lnTo>
                      <a:pt x="2875" y="1165"/>
                    </a:lnTo>
                    <a:lnTo>
                      <a:pt x="5262" y="5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1" name="Surface mesh patch"/>
              <p:cNvSpPr/>
              <p:nvPr/>
            </p:nvSpPr>
            <p:spPr>
              <a:xfrm>
                <a:off x="5074904" y="1582976"/>
                <a:ext cx="50120" cy="6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8">
                    <a:moveTo>
                      <a:pt x="0" y="417"/>
                    </a:moveTo>
                    <a:lnTo>
                      <a:pt x="2875" y="728"/>
                    </a:lnTo>
                    <a:lnTo>
                      <a:pt x="5262" y="3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2" name="Surface mesh patch"/>
              <p:cNvSpPr/>
              <p:nvPr/>
            </p:nvSpPr>
            <p:spPr>
              <a:xfrm>
                <a:off x="5125024" y="1584953"/>
                <a:ext cx="50120" cy="3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6">
                    <a:moveTo>
                      <a:pt x="0" y="172"/>
                    </a:moveTo>
                    <a:lnTo>
                      <a:pt x="2875" y="316"/>
                    </a:lnTo>
                    <a:lnTo>
                      <a:pt x="5262" y="2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3" name="Surface mesh patch"/>
              <p:cNvSpPr/>
              <p:nvPr/>
            </p:nvSpPr>
            <p:spPr>
              <a:xfrm>
                <a:off x="5175143" y="1587154"/>
                <a:ext cx="50120" cy="2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">
                    <a:moveTo>
                      <a:pt x="0" y="0"/>
                    </a:moveTo>
                    <a:lnTo>
                      <a:pt x="2875" y="81"/>
                    </a:lnTo>
                    <a:lnTo>
                      <a:pt x="5262" y="246"/>
                    </a:lnTo>
                    <a:lnTo>
                      <a:pt x="2387" y="84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4" name="Surface mesh patch"/>
              <p:cNvSpPr/>
              <p:nvPr/>
            </p:nvSpPr>
            <p:spPr>
              <a:xfrm>
                <a:off x="5225263" y="1589501"/>
                <a:ext cx="50120" cy="4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6">
                    <a:moveTo>
                      <a:pt x="0" y="0"/>
                    </a:moveTo>
                    <a:lnTo>
                      <a:pt x="2875" y="147"/>
                    </a:lnTo>
                    <a:lnTo>
                      <a:pt x="5262" y="486"/>
                    </a:lnTo>
                    <a:lnTo>
                      <a:pt x="2387" y="284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5" name="Surface mesh patch"/>
              <p:cNvSpPr/>
              <p:nvPr/>
            </p:nvSpPr>
            <p:spPr>
              <a:xfrm>
                <a:off x="5275383" y="1594131"/>
                <a:ext cx="50120" cy="7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3">
                    <a:moveTo>
                      <a:pt x="0" y="0"/>
                    </a:moveTo>
                    <a:lnTo>
                      <a:pt x="2875" y="376"/>
                    </a:lnTo>
                    <a:lnTo>
                      <a:pt x="5262" y="753"/>
                    </a:lnTo>
                    <a:lnTo>
                      <a:pt x="2387" y="368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6" name="Surface mesh patch"/>
              <p:cNvSpPr/>
              <p:nvPr/>
            </p:nvSpPr>
            <p:spPr>
              <a:xfrm>
                <a:off x="5325502" y="1601302"/>
                <a:ext cx="50120" cy="9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8">
                    <a:moveTo>
                      <a:pt x="0" y="0"/>
                    </a:moveTo>
                    <a:lnTo>
                      <a:pt x="2875" y="786"/>
                    </a:lnTo>
                    <a:lnTo>
                      <a:pt x="5262" y="1018"/>
                    </a:lnTo>
                    <a:lnTo>
                      <a:pt x="2387" y="287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7" name="Surface mesh patch"/>
              <p:cNvSpPr/>
              <p:nvPr/>
            </p:nvSpPr>
            <p:spPr>
              <a:xfrm>
                <a:off x="5375622" y="1610998"/>
                <a:ext cx="50120" cy="128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2">
                    <a:moveTo>
                      <a:pt x="0" y="0"/>
                    </a:moveTo>
                    <a:lnTo>
                      <a:pt x="2875" y="1352"/>
                    </a:lnTo>
                    <a:lnTo>
                      <a:pt x="5262" y="1227"/>
                    </a:lnTo>
                    <a:lnTo>
                      <a:pt x="2387" y="17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8" name="Surface mesh patch"/>
              <p:cNvSpPr/>
              <p:nvPr/>
            </p:nvSpPr>
            <p:spPr>
              <a:xfrm>
                <a:off x="5425742" y="1618452"/>
                <a:ext cx="50120" cy="23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4">
                    <a:moveTo>
                      <a:pt x="0" y="445"/>
                    </a:moveTo>
                    <a:lnTo>
                      <a:pt x="2875" y="2434"/>
                    </a:lnTo>
                    <a:lnTo>
                      <a:pt x="5262" y="17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9" name="Surface mesh patch"/>
              <p:cNvSpPr/>
              <p:nvPr/>
            </p:nvSpPr>
            <p:spPr>
              <a:xfrm>
                <a:off x="5475861" y="1624792"/>
                <a:ext cx="50120" cy="34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27">
                    <a:moveTo>
                      <a:pt x="0" y="1070"/>
                    </a:moveTo>
                    <a:lnTo>
                      <a:pt x="2875" y="3627"/>
                    </a:lnTo>
                    <a:lnTo>
                      <a:pt x="5262" y="21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0" name="Surface mesh patch"/>
              <p:cNvSpPr/>
              <p:nvPr/>
            </p:nvSpPr>
            <p:spPr>
              <a:xfrm>
                <a:off x="5525981" y="1628349"/>
                <a:ext cx="50120" cy="44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6">
                    <a:moveTo>
                      <a:pt x="0" y="1800"/>
                    </a:moveTo>
                    <a:lnTo>
                      <a:pt x="2875" y="4706"/>
                    </a:lnTo>
                    <a:lnTo>
                      <a:pt x="5262" y="2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1" name="Surface mesh patch"/>
              <p:cNvSpPr/>
              <p:nvPr/>
            </p:nvSpPr>
            <p:spPr>
              <a:xfrm>
                <a:off x="5576101" y="1626849"/>
                <a:ext cx="50120" cy="520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69">
                    <a:moveTo>
                      <a:pt x="0" y="2550"/>
                    </a:moveTo>
                    <a:lnTo>
                      <a:pt x="2875" y="5469"/>
                    </a:lnTo>
                    <a:lnTo>
                      <a:pt x="5262" y="23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2" name="Surface mesh patch"/>
              <p:cNvSpPr/>
              <p:nvPr/>
            </p:nvSpPr>
            <p:spPr>
              <a:xfrm>
                <a:off x="5626220" y="1618041"/>
                <a:ext cx="50120" cy="550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75">
                    <a:moveTo>
                      <a:pt x="0" y="3226"/>
                    </a:moveTo>
                    <a:lnTo>
                      <a:pt x="2875" y="5775"/>
                    </a:lnTo>
                    <a:lnTo>
                      <a:pt x="5262" y="18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3" name="Surface mesh patch"/>
              <p:cNvSpPr/>
              <p:nvPr/>
            </p:nvSpPr>
            <p:spPr>
              <a:xfrm>
                <a:off x="5676340" y="1599947"/>
                <a:ext cx="50120" cy="53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67">
                    <a:moveTo>
                      <a:pt x="0" y="3766"/>
                    </a:moveTo>
                    <a:lnTo>
                      <a:pt x="2875" y="5567"/>
                    </a:lnTo>
                    <a:lnTo>
                      <a:pt x="5262" y="10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4" name="Surface mesh patch"/>
              <p:cNvSpPr/>
              <p:nvPr/>
            </p:nvSpPr>
            <p:spPr>
              <a:xfrm>
                <a:off x="5726459" y="1569770"/>
                <a:ext cx="50120" cy="4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7">
                    <a:moveTo>
                      <a:pt x="0" y="4251"/>
                    </a:moveTo>
                    <a:lnTo>
                      <a:pt x="2875" y="4947"/>
                    </a:lnTo>
                    <a:lnTo>
                      <a:pt x="5262" y="0"/>
                    </a:lnTo>
                    <a:lnTo>
                      <a:pt x="2387" y="72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5" name="Surface mesh patch"/>
              <p:cNvSpPr/>
              <p:nvPr/>
            </p:nvSpPr>
            <p:spPr>
              <a:xfrm>
                <a:off x="5776579" y="1510465"/>
                <a:ext cx="50120" cy="59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6">
                    <a:moveTo>
                      <a:pt x="0" y="6226"/>
                    </a:moveTo>
                    <a:lnTo>
                      <a:pt x="2875" y="5459"/>
                    </a:lnTo>
                    <a:lnTo>
                      <a:pt x="5262" y="0"/>
                    </a:lnTo>
                    <a:lnTo>
                      <a:pt x="2387" y="1653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6" name="Surface mesh patch"/>
              <p:cNvSpPr/>
              <p:nvPr/>
            </p:nvSpPr>
            <p:spPr>
              <a:xfrm>
                <a:off x="5826699" y="1426810"/>
                <a:ext cx="50120" cy="83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83">
                    <a:moveTo>
                      <a:pt x="0" y="8783"/>
                    </a:moveTo>
                    <a:lnTo>
                      <a:pt x="2875" y="6221"/>
                    </a:lnTo>
                    <a:lnTo>
                      <a:pt x="5262" y="0"/>
                    </a:lnTo>
                    <a:lnTo>
                      <a:pt x="2387" y="3651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7" name="Surface mesh patch"/>
              <p:cNvSpPr/>
              <p:nvPr/>
            </p:nvSpPr>
            <p:spPr>
              <a:xfrm>
                <a:off x="5876818" y="1314286"/>
                <a:ext cx="50120" cy="1125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14">
                    <a:moveTo>
                      <a:pt x="0" y="11814"/>
                    </a:moveTo>
                    <a:lnTo>
                      <a:pt x="2875" y="7331"/>
                    </a:lnTo>
                    <a:lnTo>
                      <a:pt x="5262" y="0"/>
                    </a:lnTo>
                    <a:lnTo>
                      <a:pt x="2387" y="5794"/>
                    </a:lnTo>
                    <a:close/>
                  </a:path>
                </a:pathLst>
              </a:custGeom>
              <a:solidFill>
                <a:srgbClr val="e6dddd"/>
              </a:solidFill>
              <a:ln w="3334" cap="flat" cmpd="sng" algn="ctr">
                <a:solidFill>
                  <a:srgbClr val="e6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8" name="Surface mesh patch"/>
              <p:cNvSpPr/>
              <p:nvPr/>
            </p:nvSpPr>
            <p:spPr>
              <a:xfrm>
                <a:off x="5926938" y="1175195"/>
                <a:ext cx="50120" cy="139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03">
                    <a:moveTo>
                      <a:pt x="0" y="14603"/>
                    </a:moveTo>
                    <a:lnTo>
                      <a:pt x="2875" y="8637"/>
                    </a:lnTo>
                    <a:lnTo>
                      <a:pt x="5262" y="0"/>
                    </a:lnTo>
                    <a:lnTo>
                      <a:pt x="2387" y="7366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9" name="Surface mesh patch"/>
              <p:cNvSpPr/>
              <p:nvPr/>
            </p:nvSpPr>
            <p:spPr>
              <a:xfrm>
                <a:off x="5977058" y="1024752"/>
                <a:ext cx="50120" cy="150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95">
                    <a:moveTo>
                      <a:pt x="0" y="15795"/>
                    </a:moveTo>
                    <a:lnTo>
                      <a:pt x="2875" y="9693"/>
                    </a:lnTo>
                    <a:lnTo>
                      <a:pt x="5262" y="0"/>
                    </a:lnTo>
                    <a:lnTo>
                      <a:pt x="2387" y="7295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0" name="Surface mesh patch"/>
              <p:cNvSpPr/>
              <p:nvPr/>
            </p:nvSpPr>
            <p:spPr>
              <a:xfrm>
                <a:off x="6027177" y="891994"/>
                <a:ext cx="50120" cy="1327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38">
                    <a:moveTo>
                      <a:pt x="0" y="13938"/>
                    </a:moveTo>
                    <a:lnTo>
                      <a:pt x="2875" y="9935"/>
                    </a:lnTo>
                    <a:lnTo>
                      <a:pt x="5262" y="0"/>
                    </a:lnTo>
                    <a:lnTo>
                      <a:pt x="2387" y="4661"/>
                    </a:lnTo>
                    <a:close/>
                  </a:path>
                </a:pathLst>
              </a:custGeom>
              <a:solidFill>
                <a:srgbClr val="ed7867"/>
              </a:solidFill>
              <a:ln w="3334" cap="flat" cmpd="sng" algn="ctr">
                <a:solidFill>
                  <a:srgbClr val="ed78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1" name="Surface mesh patch"/>
              <p:cNvSpPr/>
              <p:nvPr/>
            </p:nvSpPr>
            <p:spPr>
              <a:xfrm>
                <a:off x="6077297" y="805949"/>
                <a:ext cx="50120" cy="91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81">
                    <a:moveTo>
                      <a:pt x="0" y="9034"/>
                    </a:moveTo>
                    <a:lnTo>
                      <a:pt x="2875" y="9581"/>
                    </a:lnTo>
                    <a:lnTo>
                      <a:pt x="5262" y="5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4848"/>
              </a:solidFill>
              <a:ln w="3334" cap="flat" cmpd="sng" algn="ctr">
                <a:solidFill>
                  <a:srgbClr val="d7484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2" name="Surface mesh patch"/>
              <p:cNvSpPr/>
              <p:nvPr/>
            </p:nvSpPr>
            <p:spPr>
              <a:xfrm>
                <a:off x="6127417" y="739348"/>
                <a:ext cx="50120" cy="135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11">
                    <a:moveTo>
                      <a:pt x="0" y="7573"/>
                    </a:moveTo>
                    <a:lnTo>
                      <a:pt x="2875" y="14211"/>
                    </a:lnTo>
                    <a:lnTo>
                      <a:pt x="5262" y="7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353c"/>
              </a:solidFill>
              <a:ln w="3334" cap="flat" cmpd="sng" algn="ctr">
                <a:solidFill>
                  <a:srgbClr val="cf353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3" name="Surface mesh patch"/>
              <p:cNvSpPr/>
              <p:nvPr/>
            </p:nvSpPr>
            <p:spPr>
              <a:xfrm>
                <a:off x="6177536" y="758255"/>
                <a:ext cx="50120" cy="1682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61">
                    <a:moveTo>
                      <a:pt x="0" y="5225"/>
                    </a:moveTo>
                    <a:lnTo>
                      <a:pt x="2875" y="17661"/>
                    </a:lnTo>
                    <a:lnTo>
                      <a:pt x="5262" y="13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4647"/>
              </a:solidFill>
              <a:ln w="3334" cap="flat" cmpd="sng" algn="ctr">
                <a:solidFill>
                  <a:srgbClr val="d6464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4" name="Surface mesh patch"/>
              <p:cNvSpPr/>
              <p:nvPr/>
            </p:nvSpPr>
            <p:spPr>
              <a:xfrm>
                <a:off x="6227656" y="857594"/>
                <a:ext cx="50120" cy="178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76">
                    <a:moveTo>
                      <a:pt x="0" y="2715"/>
                    </a:moveTo>
                    <a:lnTo>
                      <a:pt x="2875" y="18776"/>
                    </a:lnTo>
                    <a:lnTo>
                      <a:pt x="5262" y="16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7565"/>
              </a:solidFill>
              <a:ln w="3334" cap="flat" cmpd="sng" algn="ctr">
                <a:solidFill>
                  <a:srgbClr val="ec75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5" name="Surface mesh patch"/>
              <p:cNvSpPr/>
              <p:nvPr/>
            </p:nvSpPr>
            <p:spPr>
              <a:xfrm>
                <a:off x="6277776" y="1007235"/>
                <a:ext cx="50120" cy="16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39">
                    <a:moveTo>
                      <a:pt x="0" y="777"/>
                    </a:moveTo>
                    <a:lnTo>
                      <a:pt x="2875" y="17339"/>
                    </a:lnTo>
                    <a:lnTo>
                      <a:pt x="5262" y="16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78b"/>
              </a:solidFill>
              <a:ln w="3334" cap="flat" cmpd="sng" algn="ctr">
                <a:solidFill>
                  <a:srgbClr val="faa78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6" name="Surface mesh patch"/>
              <p:cNvSpPr/>
              <p:nvPr/>
            </p:nvSpPr>
            <p:spPr>
              <a:xfrm>
                <a:off x="6327895" y="1164381"/>
                <a:ext cx="50120" cy="136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06">
                    <a:moveTo>
                      <a:pt x="0" y="0"/>
                    </a:moveTo>
                    <a:lnTo>
                      <a:pt x="2875" y="14306"/>
                    </a:lnTo>
                    <a:lnTo>
                      <a:pt x="5262" y="14024"/>
                    </a:lnTo>
                    <a:lnTo>
                      <a:pt x="2387" y="209"/>
                    </a:lnTo>
                    <a:close/>
                  </a:path>
                </a:pathLst>
              </a:custGeom>
              <a:solidFill>
                <a:srgbClr val="fbcaae"/>
              </a:solidFill>
              <a:ln w="3334" cap="flat" cmpd="sng" algn="ctr">
                <a:solidFill>
                  <a:srgbClr val="fbca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7" name="Surface mesh patch"/>
              <p:cNvSpPr/>
              <p:nvPr/>
            </p:nvSpPr>
            <p:spPr>
              <a:xfrm>
                <a:off x="6378015" y="1297959"/>
                <a:ext cx="50120" cy="100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58">
                    <a:moveTo>
                      <a:pt x="0" y="0"/>
                    </a:moveTo>
                    <a:lnTo>
                      <a:pt x="2875" y="10558"/>
                    </a:lnTo>
                    <a:lnTo>
                      <a:pt x="5262" y="10177"/>
                    </a:lnTo>
                    <a:lnTo>
                      <a:pt x="2387" y="31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8" name="Surface mesh patch"/>
              <p:cNvSpPr/>
              <p:nvPr/>
            </p:nvSpPr>
            <p:spPr>
              <a:xfrm>
                <a:off x="6428134" y="1393692"/>
                <a:ext cx="50120" cy="649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21">
                    <a:moveTo>
                      <a:pt x="0" y="126"/>
                    </a:moveTo>
                    <a:lnTo>
                      <a:pt x="2875" y="6821"/>
                    </a:lnTo>
                    <a:lnTo>
                      <a:pt x="5262" y="60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9" name="Surface mesh patch"/>
              <p:cNvSpPr/>
              <p:nvPr/>
            </p:nvSpPr>
            <p:spPr>
              <a:xfrm>
                <a:off x="6478254" y="1444391"/>
                <a:ext cx="50120" cy="41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8">
                    <a:moveTo>
                      <a:pt x="0" y="716"/>
                    </a:moveTo>
                    <a:lnTo>
                      <a:pt x="2875" y="4338"/>
                    </a:lnTo>
                    <a:lnTo>
                      <a:pt x="5262" y="31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0" name="Surface mesh patch"/>
              <p:cNvSpPr/>
              <p:nvPr/>
            </p:nvSpPr>
            <p:spPr>
              <a:xfrm>
                <a:off x="6528374" y="1462790"/>
                <a:ext cx="50120" cy="270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5">
                    <a:moveTo>
                      <a:pt x="0" y="1205"/>
                    </a:moveTo>
                    <a:lnTo>
                      <a:pt x="2875" y="2835"/>
                    </a:lnTo>
                    <a:lnTo>
                      <a:pt x="5262" y="13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1" name="Surface mesh patch"/>
              <p:cNvSpPr/>
              <p:nvPr/>
            </p:nvSpPr>
            <p:spPr>
              <a:xfrm>
                <a:off x="6578493" y="1461444"/>
                <a:ext cx="50120" cy="199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2">
                    <a:moveTo>
                      <a:pt x="0" y="1492"/>
                    </a:moveTo>
                    <a:lnTo>
                      <a:pt x="2875" y="2092"/>
                    </a:lnTo>
                    <a:lnTo>
                      <a:pt x="5262" y="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2" name="Surface mesh patch"/>
              <p:cNvSpPr/>
              <p:nvPr/>
            </p:nvSpPr>
            <p:spPr>
              <a:xfrm>
                <a:off x="6628613" y="1451178"/>
                <a:ext cx="50120" cy="175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2">
                    <a:moveTo>
                      <a:pt x="0" y="1576"/>
                    </a:moveTo>
                    <a:lnTo>
                      <a:pt x="2875" y="1842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3" name="Surface mesh patch"/>
              <p:cNvSpPr/>
              <p:nvPr/>
            </p:nvSpPr>
            <p:spPr>
              <a:xfrm>
                <a:off x="6678733" y="1439631"/>
                <a:ext cx="50120" cy="17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0">
                    <a:moveTo>
                      <a:pt x="0" y="1503"/>
                    </a:moveTo>
                    <a:lnTo>
                      <a:pt x="2875" y="1870"/>
                    </a:lnTo>
                    <a:lnTo>
                      <a:pt x="5262" y="4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4" name="Surface mesh patch"/>
              <p:cNvSpPr/>
              <p:nvPr/>
            </p:nvSpPr>
            <p:spPr>
              <a:xfrm>
                <a:off x="6728852" y="1431476"/>
                <a:ext cx="50120" cy="194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9">
                    <a:moveTo>
                      <a:pt x="0" y="1329"/>
                    </a:moveTo>
                    <a:lnTo>
                      <a:pt x="2875" y="2039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5" name="Surface mesh patch"/>
              <p:cNvSpPr/>
              <p:nvPr/>
            </p:nvSpPr>
            <p:spPr>
              <a:xfrm>
                <a:off x="6778972" y="1429072"/>
                <a:ext cx="50120" cy="214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6">
                    <a:moveTo>
                      <a:pt x="0" y="1107"/>
                    </a:moveTo>
                    <a:lnTo>
                      <a:pt x="2875" y="2256"/>
                    </a:lnTo>
                    <a:lnTo>
                      <a:pt x="5262" y="1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6" name="Surface mesh patch"/>
              <p:cNvSpPr/>
              <p:nvPr/>
            </p:nvSpPr>
            <p:spPr>
              <a:xfrm>
                <a:off x="6829092" y="1432979"/>
                <a:ext cx="50120" cy="234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2">
                    <a:moveTo>
                      <a:pt x="0" y="888"/>
                    </a:moveTo>
                    <a:lnTo>
                      <a:pt x="2875" y="2462"/>
                    </a:lnTo>
                    <a:lnTo>
                      <a:pt x="5262" y="16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7" name="Surface mesh patch"/>
              <p:cNvSpPr/>
              <p:nvPr/>
            </p:nvSpPr>
            <p:spPr>
              <a:xfrm>
                <a:off x="4901813" y="1580207"/>
                <a:ext cx="50120" cy="19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7">
                    <a:moveTo>
                      <a:pt x="0" y="709"/>
                    </a:moveTo>
                    <a:lnTo>
                      <a:pt x="2875" y="2047"/>
                    </a:lnTo>
                    <a:lnTo>
                      <a:pt x="5262" y="1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8" name="Surface mesh patch"/>
              <p:cNvSpPr/>
              <p:nvPr/>
            </p:nvSpPr>
            <p:spPr>
              <a:xfrm>
                <a:off x="4951933" y="1585142"/>
                <a:ext cx="50120" cy="16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6">
                    <a:moveTo>
                      <a:pt x="0" y="744"/>
                    </a:moveTo>
                    <a:lnTo>
                      <a:pt x="2875" y="1686"/>
                    </a:lnTo>
                    <a:lnTo>
                      <a:pt x="5262" y="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9" name="Surface mesh patch"/>
              <p:cNvSpPr/>
              <p:nvPr/>
            </p:nvSpPr>
            <p:spPr>
              <a:xfrm>
                <a:off x="5002053" y="1586955"/>
                <a:ext cx="50120" cy="121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8">
                    <a:moveTo>
                      <a:pt x="0" y="703"/>
                    </a:moveTo>
                    <a:lnTo>
                      <a:pt x="2875" y="1278"/>
                    </a:lnTo>
                    <a:lnTo>
                      <a:pt x="5262" y="5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0" name="Surface mesh patch"/>
              <p:cNvSpPr/>
              <p:nvPr/>
            </p:nvSpPr>
            <p:spPr>
              <a:xfrm>
                <a:off x="5052172" y="1586945"/>
                <a:ext cx="50120" cy="80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7">
                    <a:moveTo>
                      <a:pt x="0" y="568"/>
                    </a:moveTo>
                    <a:lnTo>
                      <a:pt x="2875" y="847"/>
                    </a:lnTo>
                    <a:lnTo>
                      <a:pt x="5262" y="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1" name="Surface mesh patch"/>
              <p:cNvSpPr/>
              <p:nvPr/>
            </p:nvSpPr>
            <p:spPr>
              <a:xfrm>
                <a:off x="5102292" y="1586590"/>
                <a:ext cx="50120" cy="4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">
                    <a:moveTo>
                      <a:pt x="0" y="349"/>
                    </a:moveTo>
                    <a:lnTo>
                      <a:pt x="2875" y="432"/>
                    </a:lnTo>
                    <a:lnTo>
                      <a:pt x="5262" y="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2" name="Surface mesh patch"/>
              <p:cNvSpPr/>
              <p:nvPr/>
            </p:nvSpPr>
            <p:spPr>
              <a:xfrm>
                <a:off x="5152412" y="1587154"/>
                <a:ext cx="50120" cy="8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">
                    <a:moveTo>
                      <a:pt x="0" y="85"/>
                    </a:moveTo>
                    <a:lnTo>
                      <a:pt x="2875" y="94"/>
                    </a:lnTo>
                    <a:lnTo>
                      <a:pt x="5262" y="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3" name="Surface mesh patch"/>
              <p:cNvSpPr/>
              <p:nvPr/>
            </p:nvSpPr>
            <p:spPr>
              <a:xfrm>
                <a:off x="5202531" y="1587926"/>
                <a:ext cx="50120" cy="2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2">
                    <a:moveTo>
                      <a:pt x="0" y="0"/>
                    </a:moveTo>
                    <a:lnTo>
                      <a:pt x="2875" y="83"/>
                    </a:lnTo>
                    <a:lnTo>
                      <a:pt x="5262" y="312"/>
                    </a:lnTo>
                    <a:lnTo>
                      <a:pt x="2387" y="165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4" name="Surface mesh patch"/>
              <p:cNvSpPr/>
              <p:nvPr/>
            </p:nvSpPr>
            <p:spPr>
              <a:xfrm>
                <a:off x="5252651" y="1590901"/>
                <a:ext cx="50120" cy="6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">
                    <a:moveTo>
                      <a:pt x="0" y="0"/>
                    </a:moveTo>
                    <a:lnTo>
                      <a:pt x="2875" y="337"/>
                    </a:lnTo>
                    <a:lnTo>
                      <a:pt x="5262" y="715"/>
                    </a:lnTo>
                    <a:lnTo>
                      <a:pt x="2387" y="339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5" name="Surface mesh patch"/>
              <p:cNvSpPr/>
              <p:nvPr/>
            </p:nvSpPr>
            <p:spPr>
              <a:xfrm>
                <a:off x="5302770" y="1597709"/>
                <a:ext cx="50120" cy="11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3">
                    <a:moveTo>
                      <a:pt x="0" y="0"/>
                    </a:moveTo>
                    <a:lnTo>
                      <a:pt x="2875" y="790"/>
                    </a:lnTo>
                    <a:lnTo>
                      <a:pt x="5262" y="1163"/>
                    </a:lnTo>
                    <a:lnTo>
                      <a:pt x="2387" y="377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6" name="Surface mesh patch"/>
              <p:cNvSpPr/>
              <p:nvPr/>
            </p:nvSpPr>
            <p:spPr>
              <a:xfrm>
                <a:off x="5352890" y="1608784"/>
                <a:ext cx="50120" cy="150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5">
                    <a:moveTo>
                      <a:pt x="0" y="0"/>
                    </a:moveTo>
                    <a:lnTo>
                      <a:pt x="2875" y="1426"/>
                    </a:lnTo>
                    <a:lnTo>
                      <a:pt x="5262" y="1585"/>
                    </a:lnTo>
                    <a:lnTo>
                      <a:pt x="2387" y="232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7" name="Surface mesh patch"/>
              <p:cNvSpPr/>
              <p:nvPr/>
            </p:nvSpPr>
            <p:spPr>
              <a:xfrm>
                <a:off x="5403010" y="1622689"/>
                <a:ext cx="50120" cy="21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0">
                    <a:moveTo>
                      <a:pt x="0" y="125"/>
                    </a:moveTo>
                    <a:lnTo>
                      <a:pt x="2875" y="2290"/>
                    </a:lnTo>
                    <a:lnTo>
                      <a:pt x="5262" y="19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8" name="Surface mesh patch"/>
              <p:cNvSpPr/>
              <p:nvPr/>
            </p:nvSpPr>
            <p:spPr>
              <a:xfrm>
                <a:off x="5453129" y="1634984"/>
                <a:ext cx="50120" cy="33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7">
                    <a:moveTo>
                      <a:pt x="0" y="698"/>
                    </a:moveTo>
                    <a:lnTo>
                      <a:pt x="2875" y="3567"/>
                    </a:lnTo>
                    <a:lnTo>
                      <a:pt x="5262" y="2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9" name="Surface mesh patch"/>
              <p:cNvSpPr/>
              <p:nvPr/>
            </p:nvSpPr>
            <p:spPr>
              <a:xfrm>
                <a:off x="5503249" y="1645498"/>
                <a:ext cx="50120" cy="45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25">
                    <a:moveTo>
                      <a:pt x="0" y="1453"/>
                    </a:moveTo>
                    <a:lnTo>
                      <a:pt x="2875" y="4825"/>
                    </a:lnTo>
                    <a:lnTo>
                      <a:pt x="5262" y="29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0" name="Surface mesh patch"/>
              <p:cNvSpPr/>
              <p:nvPr/>
            </p:nvSpPr>
            <p:spPr>
              <a:xfrm>
                <a:off x="5553369" y="1651139"/>
                <a:ext cx="50120" cy="556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2313"/>
                    </a:moveTo>
                    <a:lnTo>
                      <a:pt x="2875" y="5841"/>
                    </a:lnTo>
                    <a:lnTo>
                      <a:pt x="5262" y="29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2fd"/>
              </a:solidFill>
              <a:ln w="3334" cap="flat" cmpd="sng" algn="ctr">
                <a:solidFill>
                  <a:srgbClr val="94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1" name="Surface mesh patch"/>
              <p:cNvSpPr/>
              <p:nvPr/>
            </p:nvSpPr>
            <p:spPr>
              <a:xfrm>
                <a:off x="5603488" y="1648773"/>
                <a:ext cx="50120" cy="612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29">
                    <a:moveTo>
                      <a:pt x="0" y="3167"/>
                    </a:moveTo>
                    <a:lnTo>
                      <a:pt x="2875" y="6429"/>
                    </a:lnTo>
                    <a:lnTo>
                      <a:pt x="5262" y="25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2" name="Surface mesh patch"/>
              <p:cNvSpPr/>
              <p:nvPr/>
            </p:nvSpPr>
            <p:spPr>
              <a:xfrm>
                <a:off x="5653608" y="1635821"/>
                <a:ext cx="50120" cy="617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82">
                    <a:moveTo>
                      <a:pt x="0" y="3908"/>
                    </a:moveTo>
                    <a:lnTo>
                      <a:pt x="2875" y="6482"/>
                    </a:lnTo>
                    <a:lnTo>
                      <a:pt x="5262" y="18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3" name="Surface mesh patch"/>
              <p:cNvSpPr/>
              <p:nvPr/>
            </p:nvSpPr>
            <p:spPr>
              <a:xfrm>
                <a:off x="5703728" y="1610265"/>
                <a:ext cx="50120" cy="571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7">
                    <a:moveTo>
                      <a:pt x="0" y="4484"/>
                    </a:moveTo>
                    <a:lnTo>
                      <a:pt x="2875" y="5997"/>
                    </a:lnTo>
                    <a:lnTo>
                      <a:pt x="5262" y="6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bfd"/>
              </a:solidFill>
              <a:ln w="3334" cap="flat" cmpd="sng" algn="ctr">
                <a:solidFill>
                  <a:srgbClr val="9f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4" name="Surface mesh patch"/>
              <p:cNvSpPr/>
              <p:nvPr/>
            </p:nvSpPr>
            <p:spPr>
              <a:xfrm>
                <a:off x="5753847" y="1562462"/>
                <a:ext cx="50120" cy="556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5714"/>
                    </a:moveTo>
                    <a:lnTo>
                      <a:pt x="2875" y="5841"/>
                    </a:lnTo>
                    <a:lnTo>
                      <a:pt x="5262" y="0"/>
                    </a:lnTo>
                    <a:lnTo>
                      <a:pt x="2387" y="767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5" name="Surface mesh patch"/>
              <p:cNvSpPr/>
              <p:nvPr/>
            </p:nvSpPr>
            <p:spPr>
              <a:xfrm>
                <a:off x="5803967" y="1486064"/>
                <a:ext cx="50120" cy="76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21">
                    <a:moveTo>
                      <a:pt x="0" y="8021"/>
                    </a:moveTo>
                    <a:lnTo>
                      <a:pt x="2875" y="6498"/>
                    </a:lnTo>
                    <a:lnTo>
                      <a:pt x="5262" y="0"/>
                    </a:lnTo>
                    <a:lnTo>
                      <a:pt x="2387" y="2562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6" name="Surface mesh patch"/>
              <p:cNvSpPr/>
              <p:nvPr/>
            </p:nvSpPr>
            <p:spPr>
              <a:xfrm>
                <a:off x="5854087" y="1384118"/>
                <a:ext cx="50120" cy="101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03">
                    <a:moveTo>
                      <a:pt x="0" y="10703"/>
                    </a:moveTo>
                    <a:lnTo>
                      <a:pt x="2875" y="7440"/>
                    </a:lnTo>
                    <a:lnTo>
                      <a:pt x="5262" y="0"/>
                    </a:lnTo>
                    <a:lnTo>
                      <a:pt x="2387" y="4482"/>
                    </a:lnTo>
                    <a:close/>
                  </a:path>
                </a:pathLst>
              </a:custGeom>
              <a:solidFill>
                <a:srgbClr val="dae3f1"/>
              </a:solidFill>
              <a:ln w="3334" cap="flat" cmpd="sng" algn="ctr">
                <a:solidFill>
                  <a:srgbClr val="da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7" name="Surface mesh patch"/>
              <p:cNvSpPr/>
              <p:nvPr/>
            </p:nvSpPr>
            <p:spPr>
              <a:xfrm>
                <a:off x="5904206" y="1257463"/>
                <a:ext cx="50120" cy="1266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97">
                    <a:moveTo>
                      <a:pt x="0" y="13297"/>
                    </a:moveTo>
                    <a:lnTo>
                      <a:pt x="2875" y="8644"/>
                    </a:lnTo>
                    <a:lnTo>
                      <a:pt x="5262" y="0"/>
                    </a:lnTo>
                    <a:lnTo>
                      <a:pt x="2387" y="5966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8" name="Surface mesh patch"/>
              <p:cNvSpPr/>
              <p:nvPr/>
            </p:nvSpPr>
            <p:spPr>
              <a:xfrm>
                <a:off x="5954326" y="1117082"/>
                <a:ext cx="50120" cy="1403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38">
                    <a:moveTo>
                      <a:pt x="0" y="14738"/>
                    </a:moveTo>
                    <a:lnTo>
                      <a:pt x="2875" y="9793"/>
                    </a:lnTo>
                    <a:lnTo>
                      <a:pt x="5262" y="0"/>
                    </a:lnTo>
                    <a:lnTo>
                      <a:pt x="2387" y="6101"/>
                    </a:lnTo>
                    <a:close/>
                  </a:path>
                </a:pathLst>
              </a:custGeom>
              <a:solidFill>
                <a:srgbClr val="fbbb9e"/>
              </a:solidFill>
              <a:ln w="3334" cap="flat" cmpd="sng" algn="ctr">
                <a:solidFill>
                  <a:srgbClr val="fbbb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9" name="Surface mesh patch"/>
              <p:cNvSpPr/>
              <p:nvPr/>
            </p:nvSpPr>
            <p:spPr>
              <a:xfrm>
                <a:off x="6004445" y="986625"/>
                <a:ext cx="50120" cy="13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96">
                    <a:moveTo>
                      <a:pt x="0" y="13696"/>
                    </a:moveTo>
                    <a:lnTo>
                      <a:pt x="2875" y="10363"/>
                    </a:lnTo>
                    <a:lnTo>
                      <a:pt x="5262" y="0"/>
                    </a:lnTo>
                    <a:lnTo>
                      <a:pt x="2387" y="4003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0" name="Surface mesh patch"/>
              <p:cNvSpPr/>
              <p:nvPr/>
            </p:nvSpPr>
            <p:spPr>
              <a:xfrm>
                <a:off x="6054565" y="891994"/>
                <a:ext cx="50120" cy="99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46">
                    <a:moveTo>
                      <a:pt x="0" y="9935"/>
                    </a:moveTo>
                    <a:lnTo>
                      <a:pt x="2875" y="10446"/>
                    </a:lnTo>
                    <a:lnTo>
                      <a:pt x="5262" y="5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6b5f"/>
              </a:solidFill>
              <a:ln w="3334" cap="flat" cmpd="sng" algn="ctr">
                <a:solidFill>
                  <a:srgbClr val="e76b5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1" name="Surface mesh patch"/>
              <p:cNvSpPr/>
              <p:nvPr/>
            </p:nvSpPr>
            <p:spPr>
              <a:xfrm>
                <a:off x="6104685" y="811477"/>
                <a:ext cx="50120" cy="142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56">
                    <a:moveTo>
                      <a:pt x="0" y="9000"/>
                    </a:moveTo>
                    <a:lnTo>
                      <a:pt x="2875" y="14956"/>
                    </a:lnTo>
                    <a:lnTo>
                      <a:pt x="5262" y="6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c524f"/>
              </a:solidFill>
              <a:ln w="3334" cap="flat" cmpd="sng" algn="ctr">
                <a:solidFill>
                  <a:srgbClr val="dc524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2" name="Surface mesh patch"/>
              <p:cNvSpPr/>
              <p:nvPr/>
            </p:nvSpPr>
            <p:spPr>
              <a:xfrm>
                <a:off x="6154804" y="808022"/>
                <a:ext cx="50120" cy="175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54">
                    <a:moveTo>
                      <a:pt x="0" y="7001"/>
                    </a:moveTo>
                    <a:lnTo>
                      <a:pt x="2875" y="18454"/>
                    </a:lnTo>
                    <a:lnTo>
                      <a:pt x="5262" y="12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5953"/>
              </a:solidFill>
              <a:ln w="3334" cap="flat" cmpd="sng" algn="ctr">
                <a:solidFill>
                  <a:srgbClr val="df595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3" name="Surface mesh patch"/>
              <p:cNvSpPr/>
              <p:nvPr/>
            </p:nvSpPr>
            <p:spPr>
              <a:xfrm>
                <a:off x="6204924" y="883457"/>
                <a:ext cx="50120" cy="1879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37">
                    <a:moveTo>
                      <a:pt x="0" y="4517"/>
                    </a:moveTo>
                    <a:lnTo>
                      <a:pt x="2875" y="19737"/>
                    </a:lnTo>
                    <a:lnTo>
                      <a:pt x="5262" y="160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7e6b"/>
              </a:solidFill>
              <a:ln w="3334" cap="flat" cmpd="sng" algn="ctr">
                <a:solidFill>
                  <a:srgbClr val="f07e6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4" name="Surface mesh patch"/>
              <p:cNvSpPr/>
              <p:nvPr/>
            </p:nvSpPr>
            <p:spPr>
              <a:xfrm>
                <a:off x="6255044" y="1014634"/>
                <a:ext cx="50120" cy="175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60">
                    <a:moveTo>
                      <a:pt x="0" y="2289"/>
                    </a:moveTo>
                    <a:lnTo>
                      <a:pt x="2875" y="18460"/>
                    </a:lnTo>
                    <a:lnTo>
                      <a:pt x="5262" y="16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78c"/>
              </a:solidFill>
              <a:ln w="3334" cap="flat" cmpd="sng" algn="ctr">
                <a:solidFill>
                  <a:srgbClr val="faa7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5" name="Surface mesh patch"/>
              <p:cNvSpPr/>
              <p:nvPr/>
            </p:nvSpPr>
            <p:spPr>
              <a:xfrm>
                <a:off x="6305163" y="1164381"/>
                <a:ext cx="50120" cy="1452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47">
                    <a:moveTo>
                      <a:pt x="0" y="841"/>
                    </a:moveTo>
                    <a:lnTo>
                      <a:pt x="2875" y="15247"/>
                    </a:lnTo>
                    <a:lnTo>
                      <a:pt x="5262" y="143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6" name="Surface mesh patch"/>
              <p:cNvSpPr/>
              <p:nvPr/>
            </p:nvSpPr>
            <p:spPr>
              <a:xfrm>
                <a:off x="6355283" y="1297959"/>
                <a:ext cx="50120" cy="1072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262">
                    <a:moveTo>
                      <a:pt x="0" y="283"/>
                    </a:moveTo>
                    <a:lnTo>
                      <a:pt x="2875" y="11262"/>
                    </a:lnTo>
                    <a:lnTo>
                      <a:pt x="5262" y="105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7" name="Surface mesh patch"/>
              <p:cNvSpPr/>
              <p:nvPr/>
            </p:nvSpPr>
            <p:spPr>
              <a:xfrm>
                <a:off x="6405403" y="1394895"/>
                <a:ext cx="50120" cy="722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90">
                    <a:moveTo>
                      <a:pt x="0" y="381"/>
                    </a:moveTo>
                    <a:lnTo>
                      <a:pt x="2875" y="7590"/>
                    </a:lnTo>
                    <a:lnTo>
                      <a:pt x="5262" y="66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8" name="Surface mesh patch"/>
              <p:cNvSpPr/>
              <p:nvPr/>
            </p:nvSpPr>
            <p:spPr>
              <a:xfrm>
                <a:off x="6455522" y="1451215"/>
                <a:ext cx="50120" cy="460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8">
                    <a:moveTo>
                      <a:pt x="0" y="782"/>
                    </a:moveTo>
                    <a:lnTo>
                      <a:pt x="2875" y="4838"/>
                    </a:lnTo>
                    <a:lnTo>
                      <a:pt x="5262" y="36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9" name="Surface mesh patch"/>
              <p:cNvSpPr/>
              <p:nvPr/>
            </p:nvSpPr>
            <p:spPr>
              <a:xfrm>
                <a:off x="6505642" y="1474271"/>
                <a:ext cx="50120" cy="296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0">
                    <a:moveTo>
                      <a:pt x="0" y="1201"/>
                    </a:moveTo>
                    <a:lnTo>
                      <a:pt x="2875" y="3110"/>
                    </a:lnTo>
                    <a:lnTo>
                      <a:pt x="5262" y="16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0" name="Surface mesh patch"/>
              <p:cNvSpPr/>
              <p:nvPr/>
            </p:nvSpPr>
            <p:spPr>
              <a:xfrm>
                <a:off x="6555762" y="1475651"/>
                <a:ext cx="50120" cy="210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8">
                    <a:moveTo>
                      <a:pt x="0" y="1485"/>
                    </a:moveTo>
                    <a:lnTo>
                      <a:pt x="2875" y="2208"/>
                    </a:lnTo>
                    <a:lnTo>
                      <a:pt x="5262" y="6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1" name="Surface mesh patch"/>
              <p:cNvSpPr/>
              <p:nvPr/>
            </p:nvSpPr>
            <p:spPr>
              <a:xfrm>
                <a:off x="6605881" y="1466187"/>
                <a:ext cx="50120" cy="17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">
                    <a:moveTo>
                      <a:pt x="0" y="1595"/>
                    </a:moveTo>
                    <a:lnTo>
                      <a:pt x="2875" y="1858"/>
                    </a:lnTo>
                    <a:lnTo>
                      <a:pt x="5262" y="2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2" name="Surface mesh patch"/>
              <p:cNvSpPr/>
              <p:nvPr/>
            </p:nvSpPr>
            <p:spPr>
              <a:xfrm>
                <a:off x="6656001" y="1453946"/>
                <a:ext cx="50120" cy="17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9">
                    <a:moveTo>
                      <a:pt x="0" y="1551"/>
                    </a:moveTo>
                    <a:lnTo>
                      <a:pt x="2875" y="1829"/>
                    </a:lnTo>
                    <a:lnTo>
                      <a:pt x="5262" y="3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3" name="Surface mesh patch"/>
              <p:cNvSpPr/>
              <p:nvPr/>
            </p:nvSpPr>
            <p:spPr>
              <a:xfrm>
                <a:off x="6706120" y="1444131"/>
                <a:ext cx="50120" cy="18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0">
                    <a:moveTo>
                      <a:pt x="0" y="1398"/>
                    </a:moveTo>
                    <a:lnTo>
                      <a:pt x="2875" y="1970"/>
                    </a:lnTo>
                    <a:lnTo>
                      <a:pt x="5262" y="7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4" name="Surface mesh patch"/>
              <p:cNvSpPr/>
              <p:nvPr/>
            </p:nvSpPr>
            <p:spPr>
              <a:xfrm>
                <a:off x="6756240" y="1439616"/>
                <a:ext cx="50120" cy="207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2">
                    <a:moveTo>
                      <a:pt x="0" y="1184"/>
                    </a:moveTo>
                    <a:lnTo>
                      <a:pt x="2875" y="2182"/>
                    </a:lnTo>
                    <a:lnTo>
                      <a:pt x="5262" y="11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5" name="Surface mesh patch"/>
              <p:cNvSpPr/>
              <p:nvPr/>
            </p:nvSpPr>
            <p:spPr>
              <a:xfrm>
                <a:off x="6806360" y="1441438"/>
                <a:ext cx="50120" cy="22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958"/>
                    </a:moveTo>
                    <a:lnTo>
                      <a:pt x="2875" y="2398"/>
                    </a:lnTo>
                    <a:lnTo>
                      <a:pt x="5262" y="15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6" name="Surface mesh patch"/>
              <p:cNvSpPr/>
              <p:nvPr/>
            </p:nvSpPr>
            <p:spPr>
              <a:xfrm>
                <a:off x="4929201" y="1592233"/>
                <a:ext cx="50120" cy="171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2">
                    <a:moveTo>
                      <a:pt x="0" y="784"/>
                    </a:moveTo>
                    <a:lnTo>
                      <a:pt x="2875" y="1802"/>
                    </a:lnTo>
                    <a:lnTo>
                      <a:pt x="5262" y="9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7" name="Surface mesh patch"/>
              <p:cNvSpPr/>
              <p:nvPr/>
            </p:nvSpPr>
            <p:spPr>
              <a:xfrm>
                <a:off x="4979321" y="1593653"/>
                <a:ext cx="50120" cy="134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0">
                    <a:moveTo>
                      <a:pt x="0" y="793"/>
                    </a:moveTo>
                    <a:lnTo>
                      <a:pt x="2875" y="1410"/>
                    </a:lnTo>
                    <a:lnTo>
                      <a:pt x="5262" y="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8" name="Surface mesh patch"/>
              <p:cNvSpPr/>
              <p:nvPr/>
            </p:nvSpPr>
            <p:spPr>
              <a:xfrm>
                <a:off x="5029440" y="1592353"/>
                <a:ext cx="50120" cy="94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">
                    <a:moveTo>
                      <a:pt x="0" y="711"/>
                    </a:moveTo>
                    <a:lnTo>
                      <a:pt x="2875" y="993"/>
                    </a:lnTo>
                    <a:lnTo>
                      <a:pt x="5262" y="2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9" name="Surface mesh patch"/>
              <p:cNvSpPr/>
              <p:nvPr/>
            </p:nvSpPr>
            <p:spPr>
              <a:xfrm>
                <a:off x="5079560" y="1589914"/>
                <a:ext cx="50120" cy="55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">
                    <a:moveTo>
                      <a:pt x="0" y="535"/>
                    </a:moveTo>
                    <a:lnTo>
                      <a:pt x="2875" y="585"/>
                    </a:lnTo>
                    <a:lnTo>
                      <a:pt x="5262" y="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0" name="Surface mesh patch"/>
              <p:cNvSpPr/>
              <p:nvPr/>
            </p:nvSpPr>
            <p:spPr>
              <a:xfrm>
                <a:off x="5129680" y="1587967"/>
                <a:ext cx="50120" cy="27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">
                    <a:moveTo>
                      <a:pt x="0" y="287"/>
                    </a:moveTo>
                    <a:lnTo>
                      <a:pt x="2875" y="239"/>
                    </a:lnTo>
                    <a:lnTo>
                      <a:pt x="5262" y="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1" name="Surface mesh patch"/>
              <p:cNvSpPr/>
              <p:nvPr/>
            </p:nvSpPr>
            <p:spPr>
              <a:xfrm>
                <a:off x="5179799" y="1587926"/>
                <a:ext cx="50120" cy="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">
                    <a:moveTo>
                      <a:pt x="0" y="13"/>
                    </a:moveTo>
                    <a:lnTo>
                      <a:pt x="2875" y="29"/>
                    </a:lnTo>
                    <a:lnTo>
                      <a:pt x="5262" y="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2" name="Surface mesh patch"/>
              <p:cNvSpPr/>
              <p:nvPr/>
            </p:nvSpPr>
            <p:spPr>
              <a:xfrm>
                <a:off x="5229919" y="1588715"/>
                <a:ext cx="50120" cy="5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">
                    <a:moveTo>
                      <a:pt x="0" y="0"/>
                    </a:moveTo>
                    <a:lnTo>
                      <a:pt x="2875" y="273"/>
                    </a:lnTo>
                    <a:lnTo>
                      <a:pt x="5262" y="566"/>
                    </a:lnTo>
                    <a:lnTo>
                      <a:pt x="2387" y="23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3" name="Surface mesh patch"/>
              <p:cNvSpPr/>
              <p:nvPr/>
            </p:nvSpPr>
            <p:spPr>
              <a:xfrm>
                <a:off x="5280039" y="1594106"/>
                <a:ext cx="50120" cy="111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8">
                    <a:moveTo>
                      <a:pt x="0" y="0"/>
                    </a:moveTo>
                    <a:lnTo>
                      <a:pt x="2875" y="747"/>
                    </a:lnTo>
                    <a:lnTo>
                      <a:pt x="5262" y="1168"/>
                    </a:lnTo>
                    <a:lnTo>
                      <a:pt x="2387" y="378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4" name="Surface mesh patch"/>
              <p:cNvSpPr/>
              <p:nvPr/>
            </p:nvSpPr>
            <p:spPr>
              <a:xfrm>
                <a:off x="5330158" y="1605236"/>
                <a:ext cx="50120" cy="17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9">
                    <a:moveTo>
                      <a:pt x="0" y="0"/>
                    </a:moveTo>
                    <a:lnTo>
                      <a:pt x="2875" y="1426"/>
                    </a:lnTo>
                    <a:lnTo>
                      <a:pt x="5262" y="1799"/>
                    </a:lnTo>
                    <a:lnTo>
                      <a:pt x="2387" y="37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5" name="Surface mesh patch"/>
              <p:cNvSpPr/>
              <p:nvPr/>
            </p:nvSpPr>
            <p:spPr>
              <a:xfrm>
                <a:off x="5380278" y="1622367"/>
                <a:ext cx="50120" cy="22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4">
                    <a:moveTo>
                      <a:pt x="0" y="0"/>
                    </a:moveTo>
                    <a:lnTo>
                      <a:pt x="2875" y="2246"/>
                    </a:lnTo>
                    <a:lnTo>
                      <a:pt x="5262" y="2324"/>
                    </a:lnTo>
                    <a:lnTo>
                      <a:pt x="2387" y="159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6" name="Surface mesh patch"/>
              <p:cNvSpPr/>
              <p:nvPr/>
            </p:nvSpPr>
            <p:spPr>
              <a:xfrm>
                <a:off x="5430398" y="1641632"/>
                <a:ext cx="50120" cy="321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7">
                    <a:moveTo>
                      <a:pt x="0" y="301"/>
                    </a:moveTo>
                    <a:lnTo>
                      <a:pt x="2875" y="3377"/>
                    </a:lnTo>
                    <a:lnTo>
                      <a:pt x="5262" y="28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7" name="Surface mesh patch"/>
              <p:cNvSpPr/>
              <p:nvPr/>
            </p:nvSpPr>
            <p:spPr>
              <a:xfrm>
                <a:off x="5480517" y="1659341"/>
                <a:ext cx="50120" cy="45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51">
                    <a:moveTo>
                      <a:pt x="0" y="1010"/>
                    </a:moveTo>
                    <a:lnTo>
                      <a:pt x="2875" y="4751"/>
                    </a:lnTo>
                    <a:lnTo>
                      <a:pt x="5262" y="33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8" name="Surface mesh patch"/>
              <p:cNvSpPr/>
              <p:nvPr/>
            </p:nvSpPr>
            <p:spPr>
              <a:xfrm>
                <a:off x="5530637" y="1673173"/>
                <a:ext cx="50120" cy="570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0">
                    <a:moveTo>
                      <a:pt x="0" y="1919"/>
                    </a:moveTo>
                    <a:lnTo>
                      <a:pt x="2875" y="5990"/>
                    </a:lnTo>
                    <a:lnTo>
                      <a:pt x="5262" y="35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9" name="Surface mesh patch"/>
              <p:cNvSpPr/>
              <p:nvPr/>
            </p:nvSpPr>
            <p:spPr>
              <a:xfrm>
                <a:off x="5580756" y="1678941"/>
                <a:ext cx="50120" cy="65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6">
                    <a:moveTo>
                      <a:pt x="0" y="2922"/>
                    </a:moveTo>
                    <a:lnTo>
                      <a:pt x="2875" y="6876"/>
                    </a:lnTo>
                    <a:lnTo>
                      <a:pt x="5262" y="3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eabfd"/>
              </a:solidFill>
              <a:ln w="3334" cap="flat" cmpd="sng" algn="ctr">
                <a:solidFill>
                  <a:srgbClr val="8e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0" name="Surface mesh patch"/>
              <p:cNvSpPr/>
              <p:nvPr/>
            </p:nvSpPr>
            <p:spPr>
              <a:xfrm>
                <a:off x="5630876" y="1673043"/>
                <a:ext cx="50120" cy="69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8">
                    <a:moveTo>
                      <a:pt x="0" y="3881"/>
                    </a:moveTo>
                    <a:lnTo>
                      <a:pt x="2875" y="7248"/>
                    </a:lnTo>
                    <a:lnTo>
                      <a:pt x="5262" y="2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1" name="Surface mesh patch"/>
              <p:cNvSpPr/>
              <p:nvPr/>
            </p:nvSpPr>
            <p:spPr>
              <a:xfrm>
                <a:off x="5680996" y="1652971"/>
                <a:ext cx="50120" cy="67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5">
                    <a:moveTo>
                      <a:pt x="0" y="4682"/>
                    </a:moveTo>
                    <a:lnTo>
                      <a:pt x="2875" y="7045"/>
                    </a:lnTo>
                    <a:lnTo>
                      <a:pt x="5262" y="15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2" name="Surface mesh patch"/>
              <p:cNvSpPr/>
              <p:nvPr/>
            </p:nvSpPr>
            <p:spPr>
              <a:xfrm>
                <a:off x="5731115" y="1616889"/>
                <a:ext cx="50120" cy="60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30">
                    <a:moveTo>
                      <a:pt x="0" y="5301"/>
                    </a:moveTo>
                    <a:lnTo>
                      <a:pt x="2875" y="6330"/>
                    </a:lnTo>
                    <a:lnTo>
                      <a:pt x="5262" y="1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3" name="Surface mesh patch"/>
              <p:cNvSpPr/>
              <p:nvPr/>
            </p:nvSpPr>
            <p:spPr>
              <a:xfrm>
                <a:off x="5781235" y="1547953"/>
                <a:ext cx="50120" cy="70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64">
                    <a:moveTo>
                      <a:pt x="0" y="7364"/>
                    </a:moveTo>
                    <a:lnTo>
                      <a:pt x="2875" y="6833"/>
                    </a:lnTo>
                    <a:lnTo>
                      <a:pt x="5262" y="0"/>
                    </a:lnTo>
                    <a:lnTo>
                      <a:pt x="2387" y="1523"/>
                    </a:lnTo>
                    <a:close/>
                  </a:path>
                </a:pathLst>
              </a:custGeom>
              <a:solidFill>
                <a:srgbClr val="afccfd"/>
              </a:solidFill>
              <a:ln w="3334" cap="flat" cmpd="sng" algn="ctr">
                <a:solidFill>
                  <a:srgbClr val="af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4" name="Surface mesh patch"/>
              <p:cNvSpPr/>
              <p:nvPr/>
            </p:nvSpPr>
            <p:spPr>
              <a:xfrm>
                <a:off x="5831355" y="1454983"/>
                <a:ext cx="50120" cy="92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61">
                    <a:moveTo>
                      <a:pt x="0" y="9761"/>
                    </a:moveTo>
                    <a:lnTo>
                      <a:pt x="2875" y="7615"/>
                    </a:lnTo>
                    <a:lnTo>
                      <a:pt x="5262" y="0"/>
                    </a:lnTo>
                    <a:lnTo>
                      <a:pt x="2387" y="3263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5" name="Surface mesh patch"/>
              <p:cNvSpPr/>
              <p:nvPr/>
            </p:nvSpPr>
            <p:spPr>
              <a:xfrm>
                <a:off x="5881474" y="1339794"/>
                <a:ext cx="50120" cy="115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93">
                    <a:moveTo>
                      <a:pt x="0" y="12093"/>
                    </a:moveTo>
                    <a:lnTo>
                      <a:pt x="2875" y="8630"/>
                    </a:lnTo>
                    <a:lnTo>
                      <a:pt x="5262" y="0"/>
                    </a:lnTo>
                    <a:lnTo>
                      <a:pt x="2387" y="4653"/>
                    </a:lnTo>
                    <a:close/>
                  </a:path>
                </a:pathLst>
              </a:custGeom>
              <a:solidFill>
                <a:srgbClr val="e4dedf"/>
              </a:solidFill>
              <a:ln w="3334" cap="flat" cmpd="sng" algn="ctr">
                <a:solidFill>
                  <a:srgbClr val="e4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6" name="Surface mesh patch"/>
              <p:cNvSpPr/>
              <p:nvPr/>
            </p:nvSpPr>
            <p:spPr>
              <a:xfrm>
                <a:off x="5931594" y="1210359"/>
                <a:ext cx="50120" cy="1294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89">
                    <a:moveTo>
                      <a:pt x="0" y="13589"/>
                    </a:moveTo>
                    <a:lnTo>
                      <a:pt x="2875" y="9709"/>
                    </a:lnTo>
                    <a:lnTo>
                      <a:pt x="5262" y="0"/>
                    </a:lnTo>
                    <a:lnTo>
                      <a:pt x="2387" y="4945"/>
                    </a:lnTo>
                    <a:close/>
                  </a:path>
                </a:pathLst>
              </a:custGeom>
              <a:solidFill>
                <a:srgbClr val="fbcdb1"/>
              </a:solidFill>
              <a:ln w="3334" cap="flat" cmpd="sng" algn="ctr">
                <a:solidFill>
                  <a:srgbClr val="fbcd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7" name="Surface mesh patch"/>
              <p:cNvSpPr/>
              <p:nvPr/>
            </p:nvSpPr>
            <p:spPr>
              <a:xfrm>
                <a:off x="5981714" y="1085335"/>
                <a:ext cx="50120" cy="125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26">
                    <a:moveTo>
                      <a:pt x="0" y="13126"/>
                    </a:moveTo>
                    <a:lnTo>
                      <a:pt x="2875" y="10428"/>
                    </a:lnTo>
                    <a:lnTo>
                      <a:pt x="5262" y="0"/>
                    </a:lnTo>
                    <a:lnTo>
                      <a:pt x="2387" y="3333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8" name="Surface mesh patch"/>
              <p:cNvSpPr/>
              <p:nvPr/>
            </p:nvSpPr>
            <p:spPr>
              <a:xfrm>
                <a:off x="6031833" y="986625"/>
                <a:ext cx="50120" cy="1031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26">
                    <a:moveTo>
                      <a:pt x="0" y="10363"/>
                    </a:moveTo>
                    <a:lnTo>
                      <a:pt x="2875" y="10826"/>
                    </a:lnTo>
                    <a:lnTo>
                      <a:pt x="5262" y="5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9278"/>
              </a:solidFill>
              <a:ln w="3334" cap="flat" cmpd="sng" algn="ctr">
                <a:solidFill>
                  <a:srgbClr val="f992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9" name="Surface mesh patch"/>
              <p:cNvSpPr/>
              <p:nvPr/>
            </p:nvSpPr>
            <p:spPr>
              <a:xfrm>
                <a:off x="6081953" y="897204"/>
                <a:ext cx="50120" cy="1438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01">
                    <a:moveTo>
                      <a:pt x="0" y="9899"/>
                    </a:moveTo>
                    <a:lnTo>
                      <a:pt x="2875" y="15101"/>
                    </a:lnTo>
                    <a:lnTo>
                      <a:pt x="5262" y="5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465"/>
              </a:solidFill>
              <a:ln w="3334" cap="flat" cmpd="sng" algn="ctr">
                <a:solidFill>
                  <a:srgbClr val="eb74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0" name="Surface mesh patch"/>
              <p:cNvSpPr/>
              <p:nvPr/>
            </p:nvSpPr>
            <p:spPr>
              <a:xfrm>
                <a:off x="6132073" y="874708"/>
                <a:ext cx="50120" cy="177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4">
                    <a:moveTo>
                      <a:pt x="0" y="8318"/>
                    </a:moveTo>
                    <a:lnTo>
                      <a:pt x="2875" y="18584"/>
                    </a:lnTo>
                    <a:lnTo>
                      <a:pt x="5262" y="114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364"/>
              </a:solidFill>
              <a:ln w="3334" cap="flat" cmpd="sng" algn="ctr">
                <a:solidFill>
                  <a:srgbClr val="eb73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1" name="Surface mesh patch"/>
              <p:cNvSpPr/>
              <p:nvPr/>
            </p:nvSpPr>
            <p:spPr>
              <a:xfrm>
                <a:off x="6182192" y="926479"/>
                <a:ext cx="50120" cy="191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54">
                    <a:moveTo>
                      <a:pt x="0" y="6017"/>
                    </a:moveTo>
                    <a:lnTo>
                      <a:pt x="2875" y="20054"/>
                    </a:lnTo>
                    <a:lnTo>
                      <a:pt x="5262" y="152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78e75"/>
              </a:solidFill>
              <a:ln w="3334" cap="flat" cmpd="sng" algn="ctr">
                <a:solidFill>
                  <a:srgbClr val="f78e7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2" name="Surface mesh patch"/>
              <p:cNvSpPr/>
              <p:nvPr/>
            </p:nvSpPr>
            <p:spPr>
              <a:xfrm>
                <a:off x="6232312" y="1036436"/>
                <a:ext cx="50120" cy="181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39">
                    <a:moveTo>
                      <a:pt x="0" y="3677"/>
                    </a:moveTo>
                    <a:lnTo>
                      <a:pt x="2875" y="19039"/>
                    </a:lnTo>
                    <a:lnTo>
                      <a:pt x="5262" y="161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3" name="Surface mesh patch"/>
              <p:cNvSpPr/>
              <p:nvPr/>
            </p:nvSpPr>
            <p:spPr>
              <a:xfrm>
                <a:off x="6282431" y="1172394"/>
                <a:ext cx="50120" cy="152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9">
                    <a:moveTo>
                      <a:pt x="0" y="1898"/>
                    </a:moveTo>
                    <a:lnTo>
                      <a:pt x="2875" y="16009"/>
                    </a:lnTo>
                    <a:lnTo>
                      <a:pt x="5262" y="14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4" name="Surface mesh patch"/>
              <p:cNvSpPr/>
              <p:nvPr/>
            </p:nvSpPr>
            <p:spPr>
              <a:xfrm>
                <a:off x="6332551" y="1300650"/>
                <a:ext cx="50120" cy="1147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46">
                    <a:moveTo>
                      <a:pt x="0" y="941"/>
                    </a:moveTo>
                    <a:lnTo>
                      <a:pt x="2875" y="12046"/>
                    </a:lnTo>
                    <a:lnTo>
                      <a:pt x="5262" y="109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5" name="Surface mesh patch"/>
              <p:cNvSpPr/>
              <p:nvPr/>
            </p:nvSpPr>
            <p:spPr>
              <a:xfrm>
                <a:off x="6382671" y="1398520"/>
                <a:ext cx="50120" cy="78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51">
                    <a:moveTo>
                      <a:pt x="0" y="704"/>
                    </a:moveTo>
                    <a:lnTo>
                      <a:pt x="2875" y="8251"/>
                    </a:lnTo>
                    <a:lnTo>
                      <a:pt x="5262" y="7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6" name="Surface mesh patch"/>
              <p:cNvSpPr/>
              <p:nvPr/>
            </p:nvSpPr>
            <p:spPr>
              <a:xfrm>
                <a:off x="6432790" y="1458666"/>
                <a:ext cx="50120" cy="50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6">
                    <a:moveTo>
                      <a:pt x="0" y="894"/>
                    </a:moveTo>
                    <a:lnTo>
                      <a:pt x="2875" y="5306"/>
                    </a:lnTo>
                    <a:lnTo>
                      <a:pt x="5262" y="40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7" name="Surface mesh patch"/>
              <p:cNvSpPr/>
              <p:nvPr/>
            </p:nvSpPr>
            <p:spPr>
              <a:xfrm>
                <a:off x="6482910" y="1485708"/>
                <a:ext cx="50120" cy="32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8">
                    <a:moveTo>
                      <a:pt x="0" y="1216"/>
                    </a:moveTo>
                    <a:lnTo>
                      <a:pt x="2875" y="3388"/>
                    </a:lnTo>
                    <a:lnTo>
                      <a:pt x="5262" y="19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8" name="Surface mesh patch"/>
              <p:cNvSpPr/>
              <p:nvPr/>
            </p:nvSpPr>
            <p:spPr>
              <a:xfrm>
                <a:off x="6533030" y="1489793"/>
                <a:ext cx="50120" cy="222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9">
                    <a:moveTo>
                      <a:pt x="0" y="1480"/>
                    </a:moveTo>
                    <a:lnTo>
                      <a:pt x="2875" y="2339"/>
                    </a:lnTo>
                    <a:lnTo>
                      <a:pt x="5262" y="7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9" name="Surface mesh patch"/>
              <p:cNvSpPr/>
              <p:nvPr/>
            </p:nvSpPr>
            <p:spPr>
              <a:xfrm>
                <a:off x="6583149" y="1481375"/>
                <a:ext cx="50120" cy="17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607"/>
                    </a:moveTo>
                    <a:lnTo>
                      <a:pt x="2875" y="1888"/>
                    </a:lnTo>
                    <a:lnTo>
                      <a:pt x="5262" y="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0" name="Surface mesh patch"/>
              <p:cNvSpPr/>
              <p:nvPr/>
            </p:nvSpPr>
            <p:spPr>
              <a:xfrm>
                <a:off x="6633269" y="1468720"/>
                <a:ext cx="50120" cy="17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8">
                    <a:moveTo>
                      <a:pt x="0" y="1592"/>
                    </a:moveTo>
                    <a:lnTo>
                      <a:pt x="2875" y="1798"/>
                    </a:lnTo>
                    <a:lnTo>
                      <a:pt x="5262" y="2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1" name="Surface mesh patch"/>
              <p:cNvSpPr/>
              <p:nvPr/>
            </p:nvSpPr>
            <p:spPr>
              <a:xfrm>
                <a:off x="6683389" y="1457445"/>
                <a:ext cx="50120" cy="181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6">
                    <a:moveTo>
                      <a:pt x="0" y="1462"/>
                    </a:moveTo>
                    <a:lnTo>
                      <a:pt x="2875" y="1906"/>
                    </a:lnTo>
                    <a:lnTo>
                      <a:pt x="5262" y="5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2" name="Surface mesh patch"/>
              <p:cNvSpPr/>
              <p:nvPr/>
            </p:nvSpPr>
            <p:spPr>
              <a:xfrm>
                <a:off x="6733508" y="1450893"/>
                <a:ext cx="50120" cy="20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6">
                    <a:moveTo>
                      <a:pt x="0" y="1260"/>
                    </a:moveTo>
                    <a:lnTo>
                      <a:pt x="2875" y="2106"/>
                    </a:lnTo>
                    <a:lnTo>
                      <a:pt x="5262" y="9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3" name="Surface mesh patch"/>
              <p:cNvSpPr/>
              <p:nvPr/>
            </p:nvSpPr>
            <p:spPr>
              <a:xfrm>
                <a:off x="6783628" y="1450565"/>
                <a:ext cx="50120" cy="221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8">
                    <a:moveTo>
                      <a:pt x="0" y="1032"/>
                    </a:moveTo>
                    <a:lnTo>
                      <a:pt x="2875" y="2328"/>
                    </a:lnTo>
                    <a:lnTo>
                      <a:pt x="5262" y="14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4" name="Surface mesh patch"/>
              <p:cNvSpPr/>
              <p:nvPr/>
            </p:nvSpPr>
            <p:spPr>
              <a:xfrm>
                <a:off x="4956589" y="1601203"/>
                <a:ext cx="50120" cy="14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1">
                    <a:moveTo>
                      <a:pt x="0" y="860"/>
                    </a:moveTo>
                    <a:lnTo>
                      <a:pt x="2875" y="1551"/>
                    </a:lnTo>
                    <a:lnTo>
                      <a:pt x="5262" y="6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5" name="Surface mesh patch"/>
              <p:cNvSpPr/>
              <p:nvPr/>
            </p:nvSpPr>
            <p:spPr>
              <a:xfrm>
                <a:off x="5006709" y="1599127"/>
                <a:ext cx="50120" cy="1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3">
                    <a:moveTo>
                      <a:pt x="0" y="835"/>
                    </a:moveTo>
                    <a:lnTo>
                      <a:pt x="2875" y="1153"/>
                    </a:lnTo>
                    <a:lnTo>
                      <a:pt x="5262" y="2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6" name="Surface mesh patch"/>
              <p:cNvSpPr/>
              <p:nvPr/>
            </p:nvSpPr>
            <p:spPr>
              <a:xfrm>
                <a:off x="5056828" y="1595011"/>
                <a:ext cx="50120" cy="7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9">
                    <a:moveTo>
                      <a:pt x="0" y="714"/>
                    </a:moveTo>
                    <a:lnTo>
                      <a:pt x="2875" y="759"/>
                    </a:lnTo>
                    <a:lnTo>
                      <a:pt x="5262" y="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7" name="Surface mesh patch"/>
              <p:cNvSpPr/>
              <p:nvPr/>
            </p:nvSpPr>
            <p:spPr>
              <a:xfrm>
                <a:off x="5106948" y="1590242"/>
                <a:ext cx="50120" cy="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0">
                    <a:moveTo>
                      <a:pt x="0" y="550"/>
                    </a:moveTo>
                    <a:lnTo>
                      <a:pt x="2875" y="464"/>
                    </a:lnTo>
                    <a:lnTo>
                      <a:pt x="5262" y="0"/>
                    </a:lnTo>
                    <a:lnTo>
                      <a:pt x="2387" y="4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8" name="Surface mesh patch"/>
              <p:cNvSpPr/>
              <p:nvPr/>
            </p:nvSpPr>
            <p:spPr>
              <a:xfrm>
                <a:off x="5157067" y="1588050"/>
                <a:ext cx="50120" cy="2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">
                    <a:moveTo>
                      <a:pt x="0" y="230"/>
                    </a:moveTo>
                    <a:lnTo>
                      <a:pt x="2875" y="183"/>
                    </a:lnTo>
                    <a:lnTo>
                      <a:pt x="5262" y="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9" name="Surface mesh patch"/>
              <p:cNvSpPr/>
              <p:nvPr/>
            </p:nvSpPr>
            <p:spPr>
              <a:xfrm>
                <a:off x="5207187" y="1588201"/>
                <a:ext cx="50120" cy="3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7">
                    <a:moveTo>
                      <a:pt x="0" y="0"/>
                    </a:moveTo>
                    <a:lnTo>
                      <a:pt x="2875" y="195"/>
                    </a:lnTo>
                    <a:lnTo>
                      <a:pt x="5262" y="327"/>
                    </a:lnTo>
                    <a:lnTo>
                      <a:pt x="2387" y="54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0" name="Surface mesh patch"/>
              <p:cNvSpPr/>
              <p:nvPr/>
            </p:nvSpPr>
            <p:spPr>
              <a:xfrm>
                <a:off x="5257307" y="1591319"/>
                <a:ext cx="50120" cy="98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9">
                    <a:moveTo>
                      <a:pt x="0" y="0"/>
                    </a:moveTo>
                    <a:lnTo>
                      <a:pt x="2875" y="663"/>
                    </a:lnTo>
                    <a:lnTo>
                      <a:pt x="5262" y="1039"/>
                    </a:lnTo>
                    <a:lnTo>
                      <a:pt x="2387" y="293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1" name="Surface mesh patch"/>
              <p:cNvSpPr/>
              <p:nvPr/>
            </p:nvSpPr>
            <p:spPr>
              <a:xfrm>
                <a:off x="5307426" y="1601219"/>
                <a:ext cx="50120" cy="176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">
                    <a:moveTo>
                      <a:pt x="0" y="0"/>
                    </a:moveTo>
                    <a:lnTo>
                      <a:pt x="2875" y="1357"/>
                    </a:lnTo>
                    <a:lnTo>
                      <a:pt x="5262" y="1848"/>
                    </a:lnTo>
                    <a:lnTo>
                      <a:pt x="2387" y="422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2" name="Surface mesh patch"/>
              <p:cNvSpPr/>
              <p:nvPr/>
            </p:nvSpPr>
            <p:spPr>
              <a:xfrm>
                <a:off x="5357546" y="1618821"/>
                <a:ext cx="50120" cy="24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9">
                    <a:moveTo>
                      <a:pt x="0" y="0"/>
                    </a:moveTo>
                    <a:lnTo>
                      <a:pt x="2875" y="2227"/>
                    </a:lnTo>
                    <a:lnTo>
                      <a:pt x="5262" y="2619"/>
                    </a:lnTo>
                    <a:lnTo>
                      <a:pt x="2387" y="372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3" name="Surface mesh patch"/>
              <p:cNvSpPr/>
              <p:nvPr/>
            </p:nvSpPr>
            <p:spPr>
              <a:xfrm>
                <a:off x="5407666" y="1643763"/>
                <a:ext cx="50120" cy="30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7">
                    <a:moveTo>
                      <a:pt x="0" y="0"/>
                    </a:moveTo>
                    <a:lnTo>
                      <a:pt x="2875" y="3157"/>
                    </a:lnTo>
                    <a:lnTo>
                      <a:pt x="5262" y="3154"/>
                    </a:lnTo>
                    <a:lnTo>
                      <a:pt x="2387" y="77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4" name="Surface mesh patch"/>
              <p:cNvSpPr/>
              <p:nvPr/>
            </p:nvSpPr>
            <p:spPr>
              <a:xfrm>
                <a:off x="5457785" y="1668963"/>
                <a:ext cx="50120" cy="427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4">
                    <a:moveTo>
                      <a:pt x="0" y="508"/>
                    </a:moveTo>
                    <a:lnTo>
                      <a:pt x="2875" y="4484"/>
                    </a:lnTo>
                    <a:lnTo>
                      <a:pt x="5262" y="3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5" name="Surface mesh patch"/>
              <p:cNvSpPr/>
              <p:nvPr/>
            </p:nvSpPr>
            <p:spPr>
              <a:xfrm>
                <a:off x="5507905" y="1691453"/>
                <a:ext cx="50120" cy="55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75">
                    <a:moveTo>
                      <a:pt x="0" y="1380"/>
                    </a:moveTo>
                    <a:lnTo>
                      <a:pt x="2875" y="5875"/>
                    </a:lnTo>
                    <a:lnTo>
                      <a:pt x="5262" y="40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dfd"/>
              </a:solidFill>
              <a:ln w="3334" cap="flat" cmpd="sng" algn="ctr">
                <a:solidFill>
                  <a:srgbClr val="8fa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6" name="Surface mesh patch"/>
              <p:cNvSpPr/>
              <p:nvPr/>
            </p:nvSpPr>
            <p:spPr>
              <a:xfrm>
                <a:off x="5558025" y="1706773"/>
                <a:ext cx="50120" cy="669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8">
                    <a:moveTo>
                      <a:pt x="0" y="2463"/>
                    </a:moveTo>
                    <a:lnTo>
                      <a:pt x="2875" y="7028"/>
                    </a:lnTo>
                    <a:lnTo>
                      <a:pt x="5262" y="3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7" name="Surface mesh patch"/>
              <p:cNvSpPr/>
              <p:nvPr/>
            </p:nvSpPr>
            <p:spPr>
              <a:xfrm>
                <a:off x="5608144" y="1710009"/>
                <a:ext cx="50120" cy="737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41">
                    <a:moveTo>
                      <a:pt x="0" y="3615"/>
                    </a:moveTo>
                    <a:lnTo>
                      <a:pt x="2875" y="7741"/>
                    </a:lnTo>
                    <a:lnTo>
                      <a:pt x="5262" y="33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7a4fd"/>
              </a:solidFill>
              <a:ln w="3334" cap="flat" cmpd="sng" algn="ctr">
                <a:solidFill>
                  <a:srgbClr val="87a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8" name="Surface mesh patch"/>
              <p:cNvSpPr/>
              <p:nvPr/>
            </p:nvSpPr>
            <p:spPr>
              <a:xfrm>
                <a:off x="5658264" y="1697567"/>
                <a:ext cx="50120" cy="751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85">
                    <a:moveTo>
                      <a:pt x="0" y="4674"/>
                    </a:moveTo>
                    <a:lnTo>
                      <a:pt x="2875" y="7885"/>
                    </a:lnTo>
                    <a:lnTo>
                      <a:pt x="5262" y="23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aa7fd"/>
              </a:solidFill>
              <a:ln w="3334" cap="flat" cmpd="sng" algn="ctr">
                <a:solidFill>
                  <a:srgbClr val="8a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9" name="Surface mesh patch"/>
              <p:cNvSpPr/>
              <p:nvPr/>
            </p:nvSpPr>
            <p:spPr>
              <a:xfrm>
                <a:off x="5708384" y="1667382"/>
                <a:ext cx="50120" cy="71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61">
                    <a:moveTo>
                      <a:pt x="0" y="5532"/>
                    </a:moveTo>
                    <a:lnTo>
                      <a:pt x="2875" y="7461"/>
                    </a:lnTo>
                    <a:lnTo>
                      <a:pt x="5262" y="10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2b0fd"/>
              </a:solidFill>
              <a:ln w="3334" cap="flat" cmpd="sng" algn="ctr">
                <a:solidFill>
                  <a:srgbClr val="92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0" name="Surface mesh patch"/>
              <p:cNvSpPr/>
              <p:nvPr/>
            </p:nvSpPr>
            <p:spPr>
              <a:xfrm>
                <a:off x="5758503" y="1613038"/>
                <a:ext cx="50120" cy="681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5">
                    <a:moveTo>
                      <a:pt x="0" y="6734"/>
                    </a:moveTo>
                    <a:lnTo>
                      <a:pt x="2875" y="7155"/>
                    </a:lnTo>
                    <a:lnTo>
                      <a:pt x="5262" y="0"/>
                    </a:lnTo>
                    <a:lnTo>
                      <a:pt x="2387" y="531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1" name="Surface mesh patch"/>
              <p:cNvSpPr/>
              <p:nvPr/>
            </p:nvSpPr>
            <p:spPr>
              <a:xfrm>
                <a:off x="5808623" y="1527511"/>
                <a:ext cx="50120" cy="855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79">
                    <a:moveTo>
                      <a:pt x="0" y="8979"/>
                    </a:moveTo>
                    <a:lnTo>
                      <a:pt x="2875" y="7853"/>
                    </a:lnTo>
                    <a:lnTo>
                      <a:pt x="5262" y="0"/>
                    </a:lnTo>
                    <a:lnTo>
                      <a:pt x="2387" y="2146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2" name="Surface mesh patch"/>
              <p:cNvSpPr/>
              <p:nvPr/>
            </p:nvSpPr>
            <p:spPr>
              <a:xfrm>
                <a:off x="5858742" y="1421993"/>
                <a:ext cx="50120" cy="1055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78">
                    <a:moveTo>
                      <a:pt x="0" y="11078"/>
                    </a:moveTo>
                    <a:lnTo>
                      <a:pt x="2875" y="8670"/>
                    </a:lnTo>
                    <a:lnTo>
                      <a:pt x="5262" y="0"/>
                    </a:lnTo>
                    <a:lnTo>
                      <a:pt x="2387" y="3463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3" name="Surface mesh patch"/>
              <p:cNvSpPr/>
              <p:nvPr/>
            </p:nvSpPr>
            <p:spPr>
              <a:xfrm>
                <a:off x="5908862" y="1302833"/>
                <a:ext cx="50120" cy="119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10">
                    <a:moveTo>
                      <a:pt x="0" y="12510"/>
                    </a:moveTo>
                    <a:lnTo>
                      <a:pt x="2875" y="9572"/>
                    </a:lnTo>
                    <a:lnTo>
                      <a:pt x="5262" y="0"/>
                    </a:lnTo>
                    <a:lnTo>
                      <a:pt x="2387" y="3880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4" name="Surface mesh patch"/>
              <p:cNvSpPr/>
              <p:nvPr/>
            </p:nvSpPr>
            <p:spPr>
              <a:xfrm>
                <a:off x="5958982" y="1184663"/>
                <a:ext cx="50120" cy="118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06">
                    <a:moveTo>
                      <a:pt x="0" y="12406"/>
                    </a:moveTo>
                    <a:lnTo>
                      <a:pt x="2875" y="10275"/>
                    </a:lnTo>
                    <a:lnTo>
                      <a:pt x="5262" y="0"/>
                    </a:lnTo>
                    <a:lnTo>
                      <a:pt x="2387" y="2698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5" name="Surface mesh patch"/>
              <p:cNvSpPr/>
              <p:nvPr/>
            </p:nvSpPr>
            <p:spPr>
              <a:xfrm>
                <a:off x="6009101" y="1085335"/>
                <a:ext cx="50120" cy="103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22">
                    <a:moveTo>
                      <a:pt x="0" y="10428"/>
                    </a:moveTo>
                    <a:lnTo>
                      <a:pt x="2875" y="10822"/>
                    </a:lnTo>
                    <a:lnTo>
                      <a:pt x="5262" y="4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98d"/>
              </a:solidFill>
              <a:ln w="3334" cap="flat" cmpd="sng" algn="ctr">
                <a:solidFill>
                  <a:srgbClr val="faa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6" name="Surface mesh patch"/>
              <p:cNvSpPr/>
              <p:nvPr/>
            </p:nvSpPr>
            <p:spPr>
              <a:xfrm>
                <a:off x="6059221" y="991490"/>
                <a:ext cx="50120" cy="1403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30">
                    <a:moveTo>
                      <a:pt x="0" y="10315"/>
                    </a:moveTo>
                    <a:lnTo>
                      <a:pt x="2875" y="14730"/>
                    </a:lnTo>
                    <a:lnTo>
                      <a:pt x="5262" y="52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77c"/>
              </a:solidFill>
              <a:ln w="3334" cap="flat" cmpd="sng" algn="ctr">
                <a:solidFill>
                  <a:srgbClr val="fa977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7" name="Surface mesh patch"/>
              <p:cNvSpPr/>
              <p:nvPr/>
            </p:nvSpPr>
            <p:spPr>
              <a:xfrm>
                <a:off x="6109341" y="953935"/>
                <a:ext cx="50120" cy="1723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99">
                    <a:moveTo>
                      <a:pt x="0" y="9145"/>
                    </a:moveTo>
                    <a:lnTo>
                      <a:pt x="2875" y="18099"/>
                    </a:lnTo>
                    <a:lnTo>
                      <a:pt x="5262" y="102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7"/>
              </a:solidFill>
              <a:ln w="3334" cap="flat" cmpd="sng" algn="ctr">
                <a:solidFill>
                  <a:srgbClr val="f8907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8" name="Surface mesh patch"/>
              <p:cNvSpPr/>
              <p:nvPr/>
            </p:nvSpPr>
            <p:spPr>
              <a:xfrm>
                <a:off x="6159460" y="983794"/>
                <a:ext cx="50120" cy="187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31">
                    <a:moveTo>
                      <a:pt x="0" y="7131"/>
                    </a:moveTo>
                    <a:lnTo>
                      <a:pt x="2875" y="19731"/>
                    </a:lnTo>
                    <a:lnTo>
                      <a:pt x="5262" y="14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9" name="Surface mesh patch"/>
              <p:cNvSpPr/>
              <p:nvPr/>
            </p:nvSpPr>
            <p:spPr>
              <a:xfrm>
                <a:off x="6209580" y="1071456"/>
                <a:ext cx="50120" cy="181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40">
                    <a:moveTo>
                      <a:pt x="0" y="4834"/>
                    </a:moveTo>
                    <a:lnTo>
                      <a:pt x="2875" y="19040"/>
                    </a:lnTo>
                    <a:lnTo>
                      <a:pt x="5262" y="153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0" name="Surface mesh patch"/>
              <p:cNvSpPr/>
              <p:nvPr/>
            </p:nvSpPr>
            <p:spPr>
              <a:xfrm>
                <a:off x="6259700" y="1190468"/>
                <a:ext cx="50120" cy="155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23">
                    <a:moveTo>
                      <a:pt x="0" y="2868"/>
                    </a:moveTo>
                    <a:lnTo>
                      <a:pt x="2875" y="16323"/>
                    </a:lnTo>
                    <a:lnTo>
                      <a:pt x="5262" y="14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1" name="Surface mesh patch"/>
              <p:cNvSpPr/>
              <p:nvPr/>
            </p:nvSpPr>
            <p:spPr>
              <a:xfrm>
                <a:off x="6309819" y="1309608"/>
                <a:ext cx="50120" cy="1194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37">
                    <a:moveTo>
                      <a:pt x="0" y="1603"/>
                    </a:moveTo>
                    <a:lnTo>
                      <a:pt x="2875" y="12537"/>
                    </a:lnTo>
                    <a:lnTo>
                      <a:pt x="5262" y="11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2" name="Surface mesh patch"/>
              <p:cNvSpPr/>
              <p:nvPr/>
            </p:nvSpPr>
            <p:spPr>
              <a:xfrm>
                <a:off x="6359939" y="1405229"/>
                <a:ext cx="50120" cy="833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54">
                    <a:moveTo>
                      <a:pt x="0" y="1066"/>
                    </a:moveTo>
                    <a:lnTo>
                      <a:pt x="2875" y="8754"/>
                    </a:lnTo>
                    <a:lnTo>
                      <a:pt x="5262" y="7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3" name="Surface mesh patch"/>
              <p:cNvSpPr/>
              <p:nvPr/>
            </p:nvSpPr>
            <p:spPr>
              <a:xfrm>
                <a:off x="6410059" y="1467186"/>
                <a:ext cx="50120" cy="543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9">
                    <a:moveTo>
                      <a:pt x="0" y="1042"/>
                    </a:moveTo>
                    <a:lnTo>
                      <a:pt x="2875" y="5709"/>
                    </a:lnTo>
                    <a:lnTo>
                      <a:pt x="5262" y="4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4" name="Surface mesh patch"/>
              <p:cNvSpPr/>
              <p:nvPr/>
            </p:nvSpPr>
            <p:spPr>
              <a:xfrm>
                <a:off x="6460178" y="1497295"/>
                <a:ext cx="50120" cy="34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2">
                    <a:moveTo>
                      <a:pt x="0" y="1250"/>
                    </a:moveTo>
                    <a:lnTo>
                      <a:pt x="2875" y="3652"/>
                    </a:lnTo>
                    <a:lnTo>
                      <a:pt x="5262" y="21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5" name="Surface mesh patch"/>
              <p:cNvSpPr/>
              <p:nvPr/>
            </p:nvSpPr>
            <p:spPr>
              <a:xfrm>
                <a:off x="6510298" y="1503893"/>
                <a:ext cx="50120" cy="235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75">
                    <a:moveTo>
                      <a:pt x="0" y="1479"/>
                    </a:moveTo>
                    <a:lnTo>
                      <a:pt x="2875" y="2475"/>
                    </a:lnTo>
                    <a:lnTo>
                      <a:pt x="5262" y="8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6" name="Surface mesh patch"/>
              <p:cNvSpPr/>
              <p:nvPr/>
            </p:nvSpPr>
            <p:spPr>
              <a:xfrm>
                <a:off x="6560417" y="1496686"/>
                <a:ext cx="50120" cy="183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0">
                    <a:moveTo>
                      <a:pt x="0" y="1615"/>
                    </a:moveTo>
                    <a:lnTo>
                      <a:pt x="2875" y="1930"/>
                    </a:lnTo>
                    <a:lnTo>
                      <a:pt x="5262" y="2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7" name="Surface mesh patch"/>
              <p:cNvSpPr/>
              <p:nvPr/>
            </p:nvSpPr>
            <p:spPr>
              <a:xfrm>
                <a:off x="6610537" y="1483881"/>
                <a:ext cx="50120" cy="16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8">
                    <a:moveTo>
                      <a:pt x="0" y="1625"/>
                    </a:moveTo>
                    <a:lnTo>
                      <a:pt x="2875" y="1778"/>
                    </a:lnTo>
                    <a:lnTo>
                      <a:pt x="5262" y="2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8" name="Surface mesh patch"/>
              <p:cNvSpPr/>
              <p:nvPr/>
            </p:nvSpPr>
            <p:spPr>
              <a:xfrm>
                <a:off x="6660657" y="1471370"/>
                <a:ext cx="50120" cy="176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">
                    <a:moveTo>
                      <a:pt x="0" y="1520"/>
                    </a:moveTo>
                    <a:lnTo>
                      <a:pt x="2875" y="1848"/>
                    </a:lnTo>
                    <a:lnTo>
                      <a:pt x="5262" y="4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9" name="Surface mesh patch"/>
              <p:cNvSpPr/>
              <p:nvPr/>
            </p:nvSpPr>
            <p:spPr>
              <a:xfrm>
                <a:off x="6710776" y="1462895"/>
                <a:ext cx="50120" cy="193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2">
                    <a:moveTo>
                      <a:pt x="0" y="1334"/>
                    </a:moveTo>
                    <a:lnTo>
                      <a:pt x="2875" y="2032"/>
                    </a:lnTo>
                    <a:lnTo>
                      <a:pt x="5262" y="8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0" name="Surface mesh patch"/>
              <p:cNvSpPr/>
              <p:nvPr/>
            </p:nvSpPr>
            <p:spPr>
              <a:xfrm>
                <a:off x="6760896" y="1460396"/>
                <a:ext cx="50120" cy="21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5">
                    <a:moveTo>
                      <a:pt x="0" y="1109"/>
                    </a:moveTo>
                    <a:lnTo>
                      <a:pt x="2875" y="2255"/>
                    </a:lnTo>
                    <a:lnTo>
                      <a:pt x="5262" y="12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1" name="Surface mesh patch"/>
              <p:cNvSpPr/>
              <p:nvPr/>
            </p:nvSpPr>
            <p:spPr>
              <a:xfrm>
                <a:off x="4983977" y="1607085"/>
                <a:ext cx="50120" cy="12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6">
                    <a:moveTo>
                      <a:pt x="0" y="933"/>
                    </a:moveTo>
                    <a:lnTo>
                      <a:pt x="2875" y="1316"/>
                    </a:lnTo>
                    <a:lnTo>
                      <a:pt x="5262" y="3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2" name="Surface mesh patch"/>
              <p:cNvSpPr/>
              <p:nvPr/>
            </p:nvSpPr>
            <p:spPr>
              <a:xfrm>
                <a:off x="5034096" y="1601808"/>
                <a:ext cx="50120" cy="8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1">
                    <a:moveTo>
                      <a:pt x="0" y="871"/>
                    </a:moveTo>
                    <a:lnTo>
                      <a:pt x="2875" y="941"/>
                    </a:lnTo>
                    <a:lnTo>
                      <a:pt x="5262" y="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3" name="Surface mesh patch"/>
              <p:cNvSpPr/>
              <p:nvPr/>
            </p:nvSpPr>
            <p:spPr>
              <a:xfrm>
                <a:off x="5084216" y="1594658"/>
                <a:ext cx="50120" cy="7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6">
                    <a:moveTo>
                      <a:pt x="0" y="796"/>
                    </a:moveTo>
                    <a:lnTo>
                      <a:pt x="2875" y="694"/>
                    </a:lnTo>
                    <a:lnTo>
                      <a:pt x="5262" y="0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4" name="Surface mesh patch"/>
              <p:cNvSpPr/>
              <p:nvPr/>
            </p:nvSpPr>
            <p:spPr>
              <a:xfrm>
                <a:off x="5134336" y="1589795"/>
                <a:ext cx="50120" cy="4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">
                    <a:moveTo>
                      <a:pt x="0" y="511"/>
                    </a:moveTo>
                    <a:lnTo>
                      <a:pt x="2875" y="412"/>
                    </a:lnTo>
                    <a:lnTo>
                      <a:pt x="5262" y="0"/>
                    </a:lnTo>
                    <a:lnTo>
                      <a:pt x="2387" y="47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5" name="Surface mesh patch"/>
              <p:cNvSpPr/>
              <p:nvPr/>
            </p:nvSpPr>
            <p:spPr>
              <a:xfrm>
                <a:off x="5184455" y="1588201"/>
                <a:ext cx="50120" cy="2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8">
                    <a:moveTo>
                      <a:pt x="0" y="167"/>
                    </a:moveTo>
                    <a:lnTo>
                      <a:pt x="2875" y="278"/>
                    </a:lnTo>
                    <a:lnTo>
                      <a:pt x="5262" y="1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6" name="Surface mesh patch"/>
              <p:cNvSpPr/>
              <p:nvPr/>
            </p:nvSpPr>
            <p:spPr>
              <a:xfrm>
                <a:off x="5234575" y="1590059"/>
                <a:ext cx="50120" cy="7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6">
                    <a:moveTo>
                      <a:pt x="0" y="0"/>
                    </a:moveTo>
                    <a:lnTo>
                      <a:pt x="2875" y="553"/>
                    </a:lnTo>
                    <a:lnTo>
                      <a:pt x="5262" y="796"/>
                    </a:lnTo>
                    <a:lnTo>
                      <a:pt x="2387" y="132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7" name="Surface mesh patch"/>
              <p:cNvSpPr/>
              <p:nvPr/>
            </p:nvSpPr>
            <p:spPr>
              <a:xfrm>
                <a:off x="5284695" y="1597637"/>
                <a:ext cx="50120" cy="165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3">
                    <a:moveTo>
                      <a:pt x="0" y="0"/>
                    </a:moveTo>
                    <a:lnTo>
                      <a:pt x="2875" y="1232"/>
                    </a:lnTo>
                    <a:lnTo>
                      <a:pt x="5262" y="1733"/>
                    </a:lnTo>
                    <a:lnTo>
                      <a:pt x="2387" y="376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8" name="Surface mesh patch"/>
              <p:cNvSpPr/>
              <p:nvPr/>
            </p:nvSpPr>
            <p:spPr>
              <a:xfrm>
                <a:off x="5334814" y="1614147"/>
                <a:ext cx="50120" cy="25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18">
                    <a:moveTo>
                      <a:pt x="0" y="0"/>
                    </a:moveTo>
                    <a:lnTo>
                      <a:pt x="2875" y="2116"/>
                    </a:lnTo>
                    <a:lnTo>
                      <a:pt x="5262" y="2718"/>
                    </a:lnTo>
                    <a:lnTo>
                      <a:pt x="2387" y="491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9" name="Surface mesh patch"/>
              <p:cNvSpPr/>
              <p:nvPr/>
            </p:nvSpPr>
            <p:spPr>
              <a:xfrm>
                <a:off x="5384934" y="1640033"/>
                <a:ext cx="50120" cy="338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9">
                    <a:moveTo>
                      <a:pt x="0" y="0"/>
                    </a:moveTo>
                    <a:lnTo>
                      <a:pt x="2875" y="3109"/>
                    </a:lnTo>
                    <a:lnTo>
                      <a:pt x="5262" y="3549"/>
                    </a:lnTo>
                    <a:lnTo>
                      <a:pt x="2387" y="39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0" name="Surface mesh patch"/>
              <p:cNvSpPr/>
              <p:nvPr/>
            </p:nvSpPr>
            <p:spPr>
              <a:xfrm>
                <a:off x="5435053" y="1673801"/>
                <a:ext cx="50120" cy="38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57">
                    <a:moveTo>
                      <a:pt x="0" y="3"/>
                    </a:moveTo>
                    <a:lnTo>
                      <a:pt x="2875" y="4057"/>
                    </a:lnTo>
                    <a:lnTo>
                      <a:pt x="5262" y="39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1" name="Surface mesh patch"/>
              <p:cNvSpPr/>
              <p:nvPr/>
            </p:nvSpPr>
            <p:spPr>
              <a:xfrm>
                <a:off x="5485173" y="1704596"/>
                <a:ext cx="50120" cy="523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99">
                    <a:moveTo>
                      <a:pt x="0" y="743"/>
                    </a:moveTo>
                    <a:lnTo>
                      <a:pt x="2875" y="5499"/>
                    </a:lnTo>
                    <a:lnTo>
                      <a:pt x="5262" y="44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2" name="Surface mesh patch"/>
              <p:cNvSpPr/>
              <p:nvPr/>
            </p:nvSpPr>
            <p:spPr>
              <a:xfrm>
                <a:off x="5535293" y="1730229"/>
                <a:ext cx="50120" cy="6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1">
                    <a:moveTo>
                      <a:pt x="0" y="1804"/>
                    </a:moveTo>
                    <a:lnTo>
                      <a:pt x="2875" y="6841"/>
                    </a:lnTo>
                    <a:lnTo>
                      <a:pt x="5262" y="45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6a3fd"/>
              </a:solidFill>
              <a:ln w="3334" cap="flat" cmpd="sng" algn="ctr">
                <a:solidFill>
                  <a:srgbClr val="86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3" name="Surface mesh patch"/>
              <p:cNvSpPr/>
              <p:nvPr/>
            </p:nvSpPr>
            <p:spPr>
              <a:xfrm>
                <a:off x="5585412" y="1744438"/>
                <a:ext cx="50120" cy="74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63">
                    <a:moveTo>
                      <a:pt x="0" y="3074"/>
                    </a:moveTo>
                    <a:lnTo>
                      <a:pt x="2875" y="7863"/>
                    </a:lnTo>
                    <a:lnTo>
                      <a:pt x="5262" y="41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4" name="Surface mesh patch"/>
              <p:cNvSpPr/>
              <p:nvPr/>
            </p:nvSpPr>
            <p:spPr>
              <a:xfrm>
                <a:off x="5635532" y="1742084"/>
                <a:ext cx="50120" cy="79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84">
                    <a:moveTo>
                      <a:pt x="0" y="4373"/>
                    </a:moveTo>
                    <a:lnTo>
                      <a:pt x="2875" y="8384"/>
                    </a:lnTo>
                    <a:lnTo>
                      <a:pt x="5262" y="32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f9dfd"/>
              </a:solidFill>
              <a:ln w="3334" cap="flat" cmpd="sng" algn="ctr">
                <a:solidFill>
                  <a:srgbClr val="7f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5" name="Surface mesh patch"/>
              <p:cNvSpPr/>
              <p:nvPr/>
            </p:nvSpPr>
            <p:spPr>
              <a:xfrm>
                <a:off x="5685652" y="1720073"/>
                <a:ext cx="50120" cy="792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25">
                    <a:moveTo>
                      <a:pt x="0" y="5523"/>
                    </a:moveTo>
                    <a:lnTo>
                      <a:pt x="2875" y="8325"/>
                    </a:lnTo>
                    <a:lnTo>
                      <a:pt x="5262" y="19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5a3fd"/>
              </a:solidFill>
              <a:ln w="3334" cap="flat" cmpd="sng" algn="ctr">
                <a:solidFill>
                  <a:srgbClr val="85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6" name="Surface mesh patch"/>
              <p:cNvSpPr/>
              <p:nvPr/>
            </p:nvSpPr>
            <p:spPr>
              <a:xfrm>
                <a:off x="5735771" y="1677182"/>
                <a:ext cx="50120" cy="73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2">
                    <a:moveTo>
                      <a:pt x="0" y="6432"/>
                    </a:moveTo>
                    <a:lnTo>
                      <a:pt x="2875" y="7762"/>
                    </a:lnTo>
                    <a:lnTo>
                      <a:pt x="5262" y="4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2affd"/>
              </a:solidFill>
              <a:ln w="3334" cap="flat" cmpd="sng" algn="ctr">
                <a:solidFill>
                  <a:srgbClr val="92a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7" name="Surface mesh patch"/>
              <p:cNvSpPr/>
              <p:nvPr/>
            </p:nvSpPr>
            <p:spPr>
              <a:xfrm>
                <a:off x="5785891" y="1602308"/>
                <a:ext cx="50120" cy="788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81">
                    <a:moveTo>
                      <a:pt x="0" y="8281"/>
                    </a:moveTo>
                    <a:lnTo>
                      <a:pt x="2875" y="8087"/>
                    </a:lnTo>
                    <a:lnTo>
                      <a:pt x="5262" y="0"/>
                    </a:lnTo>
                    <a:lnTo>
                      <a:pt x="2387" y="1127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8" name="Surface mesh patch"/>
              <p:cNvSpPr/>
              <p:nvPr/>
            </p:nvSpPr>
            <p:spPr>
              <a:xfrm>
                <a:off x="5836011" y="1504575"/>
                <a:ext cx="50120" cy="977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61">
                    <a:moveTo>
                      <a:pt x="0" y="10261"/>
                    </a:moveTo>
                    <a:lnTo>
                      <a:pt x="2875" y="8778"/>
                    </a:lnTo>
                    <a:lnTo>
                      <a:pt x="5262" y="0"/>
                    </a:lnTo>
                    <a:lnTo>
                      <a:pt x="2387" y="2408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9" name="Surface mesh patch"/>
              <p:cNvSpPr/>
              <p:nvPr/>
            </p:nvSpPr>
            <p:spPr>
              <a:xfrm>
                <a:off x="5886130" y="1394005"/>
                <a:ext cx="50120" cy="110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08">
                    <a:moveTo>
                      <a:pt x="0" y="11608"/>
                    </a:moveTo>
                    <a:lnTo>
                      <a:pt x="2875" y="9477"/>
                    </a:lnTo>
                    <a:lnTo>
                      <a:pt x="5262" y="0"/>
                    </a:lnTo>
                    <a:lnTo>
                      <a:pt x="2387" y="2938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0" name="Surface mesh patch"/>
              <p:cNvSpPr/>
              <p:nvPr/>
            </p:nvSpPr>
            <p:spPr>
              <a:xfrm>
                <a:off x="5936250" y="1282529"/>
                <a:ext cx="50120" cy="111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03">
                    <a:moveTo>
                      <a:pt x="0" y="11703"/>
                    </a:moveTo>
                    <a:lnTo>
                      <a:pt x="2875" y="10047"/>
                    </a:lnTo>
                    <a:lnTo>
                      <a:pt x="5262" y="0"/>
                    </a:lnTo>
                    <a:lnTo>
                      <a:pt x="2387" y="2132"/>
                    </a:lnTo>
                    <a:close/>
                  </a:path>
                </a:pathLst>
              </a:custGeom>
              <a:solidFill>
                <a:srgbClr val="f5d4bf"/>
              </a:solidFill>
              <a:ln w="3334" cap="flat" cmpd="sng" algn="ctr">
                <a:solidFill>
                  <a:srgbClr val="f5d4b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1" name="Surface mesh patch"/>
              <p:cNvSpPr/>
              <p:nvPr/>
            </p:nvSpPr>
            <p:spPr>
              <a:xfrm>
                <a:off x="5986370" y="1184663"/>
                <a:ext cx="50120" cy="100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70">
                    <a:moveTo>
                      <a:pt x="0" y="10275"/>
                    </a:moveTo>
                    <a:lnTo>
                      <a:pt x="2875" y="10570"/>
                    </a:lnTo>
                    <a:lnTo>
                      <a:pt x="5262" y="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2" name="Surface mesh patch"/>
              <p:cNvSpPr/>
              <p:nvPr/>
            </p:nvSpPr>
            <p:spPr>
              <a:xfrm>
                <a:off x="6036489" y="1089741"/>
                <a:ext cx="50120" cy="133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83">
                    <a:moveTo>
                      <a:pt x="0" y="10359"/>
                    </a:moveTo>
                    <a:lnTo>
                      <a:pt x="2875" y="13983"/>
                    </a:lnTo>
                    <a:lnTo>
                      <a:pt x="5262" y="44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3" name="Surface mesh patch"/>
              <p:cNvSpPr/>
              <p:nvPr/>
            </p:nvSpPr>
            <p:spPr>
              <a:xfrm>
                <a:off x="6086609" y="1041045"/>
                <a:ext cx="50120" cy="163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19">
                    <a:moveTo>
                      <a:pt x="0" y="9528"/>
                    </a:moveTo>
                    <a:lnTo>
                      <a:pt x="2875" y="17119"/>
                    </a:lnTo>
                    <a:lnTo>
                      <a:pt x="5262" y="8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489"/>
              </a:solidFill>
              <a:ln w="3334" cap="flat" cmpd="sng" algn="ctr">
                <a:solidFill>
                  <a:srgbClr val="faa4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4" name="Surface mesh patch"/>
              <p:cNvSpPr/>
              <p:nvPr/>
            </p:nvSpPr>
            <p:spPr>
              <a:xfrm>
                <a:off x="6136728" y="1051715"/>
                <a:ext cx="50120" cy="1794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43">
                    <a:moveTo>
                      <a:pt x="0" y="7834"/>
                    </a:moveTo>
                    <a:lnTo>
                      <a:pt x="2875" y="18843"/>
                    </a:lnTo>
                    <a:lnTo>
                      <a:pt x="5262" y="12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98e"/>
              </a:solidFill>
              <a:ln w="3334" cap="flat" cmpd="sng" algn="ctr">
                <a:solidFill>
                  <a:srgbClr val="faa9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5" name="Surface mesh patch"/>
              <p:cNvSpPr/>
              <p:nvPr/>
            </p:nvSpPr>
            <p:spPr>
              <a:xfrm>
                <a:off x="6186848" y="1117497"/>
                <a:ext cx="50120" cy="176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7">
                    <a:moveTo>
                      <a:pt x="0" y="5694"/>
                    </a:moveTo>
                    <a:lnTo>
                      <a:pt x="2875" y="18487"/>
                    </a:lnTo>
                    <a:lnTo>
                      <a:pt x="5262" y="142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6" name="Surface mesh patch"/>
              <p:cNvSpPr/>
              <p:nvPr/>
            </p:nvSpPr>
            <p:spPr>
              <a:xfrm>
                <a:off x="6236968" y="1217783"/>
                <a:ext cx="50120" cy="1540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74">
                    <a:moveTo>
                      <a:pt x="0" y="3677"/>
                    </a:moveTo>
                    <a:lnTo>
                      <a:pt x="2875" y="16174"/>
                    </a:lnTo>
                    <a:lnTo>
                      <a:pt x="5262" y="134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7" name="Surface mesh patch"/>
              <p:cNvSpPr/>
              <p:nvPr/>
            </p:nvSpPr>
            <p:spPr>
              <a:xfrm>
                <a:off x="6287087" y="1324880"/>
                <a:ext cx="50120" cy="1209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698">
                    <a:moveTo>
                      <a:pt x="0" y="2212"/>
                    </a:moveTo>
                    <a:lnTo>
                      <a:pt x="2875" y="12698"/>
                    </a:lnTo>
                    <a:lnTo>
                      <a:pt x="5262" y="109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8" name="Surface mesh patch"/>
              <p:cNvSpPr/>
              <p:nvPr/>
            </p:nvSpPr>
            <p:spPr>
              <a:xfrm>
                <a:off x="6337207" y="1415387"/>
                <a:ext cx="50120" cy="86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1">
                    <a:moveTo>
                      <a:pt x="0" y="1431"/>
                    </a:moveTo>
                    <a:lnTo>
                      <a:pt x="2875" y="9061"/>
                    </a:lnTo>
                    <a:lnTo>
                      <a:pt x="5262" y="76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9" name="Surface mesh patch"/>
              <p:cNvSpPr/>
              <p:nvPr/>
            </p:nvSpPr>
            <p:spPr>
              <a:xfrm>
                <a:off x="6387327" y="1477107"/>
                <a:ext cx="50120" cy="573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17">
                    <a:moveTo>
                      <a:pt x="0" y="1208"/>
                    </a:moveTo>
                    <a:lnTo>
                      <a:pt x="2875" y="6017"/>
                    </a:lnTo>
                    <a:lnTo>
                      <a:pt x="5262" y="46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0" name="Surface mesh patch"/>
              <p:cNvSpPr/>
              <p:nvPr/>
            </p:nvSpPr>
            <p:spPr>
              <a:xfrm>
                <a:off x="6437446" y="1509205"/>
                <a:ext cx="50120" cy="369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3">
                    <a:moveTo>
                      <a:pt x="0" y="1297"/>
                    </a:moveTo>
                    <a:lnTo>
                      <a:pt x="2875" y="3883"/>
                    </a:lnTo>
                    <a:lnTo>
                      <a:pt x="5262" y="24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1" name="Surface mesh patch"/>
              <p:cNvSpPr/>
              <p:nvPr/>
            </p:nvSpPr>
            <p:spPr>
              <a:xfrm>
                <a:off x="6487566" y="1517980"/>
                <a:ext cx="50120" cy="248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0">
                    <a:moveTo>
                      <a:pt x="0" y="1480"/>
                    </a:moveTo>
                    <a:lnTo>
                      <a:pt x="2875" y="2610"/>
                    </a:lnTo>
                    <a:lnTo>
                      <a:pt x="5262" y="9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2" name="Surface mesh patch"/>
              <p:cNvSpPr/>
              <p:nvPr/>
            </p:nvSpPr>
            <p:spPr>
              <a:xfrm>
                <a:off x="6537686" y="1512068"/>
                <a:ext cx="50120" cy="18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1">
                    <a:moveTo>
                      <a:pt x="0" y="1617"/>
                    </a:moveTo>
                    <a:lnTo>
                      <a:pt x="2875" y="1981"/>
                    </a:lnTo>
                    <a:lnTo>
                      <a:pt x="5262" y="3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3" name="Surface mesh patch"/>
              <p:cNvSpPr/>
              <p:nvPr/>
            </p:nvSpPr>
            <p:spPr>
              <a:xfrm>
                <a:off x="6587805" y="1499357"/>
                <a:ext cx="50120" cy="16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7">
                    <a:moveTo>
                      <a:pt x="0" y="1650"/>
                    </a:moveTo>
                    <a:lnTo>
                      <a:pt x="2875" y="1767"/>
                    </a:lnTo>
                    <a:lnTo>
                      <a:pt x="5262" y="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4" name="Surface mesh patch"/>
              <p:cNvSpPr/>
              <p:nvPr/>
            </p:nvSpPr>
            <p:spPr>
              <a:xfrm>
                <a:off x="6637925" y="1485849"/>
                <a:ext cx="50120" cy="17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8">
                    <a:moveTo>
                      <a:pt x="0" y="1571"/>
                    </a:moveTo>
                    <a:lnTo>
                      <a:pt x="2875" y="1798"/>
                    </a:lnTo>
                    <a:lnTo>
                      <a:pt x="5262" y="3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5" name="Surface mesh patch"/>
              <p:cNvSpPr/>
              <p:nvPr/>
            </p:nvSpPr>
            <p:spPr>
              <a:xfrm>
                <a:off x="6688045" y="1475600"/>
                <a:ext cx="50120" cy="18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0">
                    <a:moveTo>
                      <a:pt x="0" y="1404"/>
                    </a:moveTo>
                    <a:lnTo>
                      <a:pt x="2875" y="1960"/>
                    </a:lnTo>
                    <a:lnTo>
                      <a:pt x="5262" y="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6" name="Surface mesh patch"/>
              <p:cNvSpPr/>
              <p:nvPr/>
            </p:nvSpPr>
            <p:spPr>
              <a:xfrm>
                <a:off x="6738164" y="1470954"/>
                <a:ext cx="50120" cy="207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9">
                    <a:moveTo>
                      <a:pt x="0" y="1186"/>
                    </a:moveTo>
                    <a:lnTo>
                      <a:pt x="2875" y="2179"/>
                    </a:lnTo>
                    <a:lnTo>
                      <a:pt x="5262" y="11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7" name="Surface mesh patch"/>
              <p:cNvSpPr/>
              <p:nvPr/>
            </p:nvSpPr>
            <p:spPr>
              <a:xfrm>
                <a:off x="5011364" y="1610106"/>
                <a:ext cx="50120" cy="106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22">
                    <a:moveTo>
                      <a:pt x="0" y="999"/>
                    </a:moveTo>
                    <a:lnTo>
                      <a:pt x="2875" y="1122"/>
                    </a:lnTo>
                    <a:lnTo>
                      <a:pt x="5262" y="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8" name="Surface mesh patch"/>
              <p:cNvSpPr/>
              <p:nvPr/>
            </p:nvSpPr>
            <p:spPr>
              <a:xfrm>
                <a:off x="5061484" y="1601267"/>
                <a:ext cx="50120" cy="9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8">
                    <a:moveTo>
                      <a:pt x="0" y="998"/>
                    </a:moveTo>
                    <a:lnTo>
                      <a:pt x="2875" y="904"/>
                    </a:lnTo>
                    <a:lnTo>
                      <a:pt x="5262" y="0"/>
                    </a:lnTo>
                    <a:lnTo>
                      <a:pt x="2387" y="102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9" name="Surface mesh patch"/>
              <p:cNvSpPr/>
              <p:nvPr/>
            </p:nvSpPr>
            <p:spPr>
              <a:xfrm>
                <a:off x="5111604" y="1593715"/>
                <a:ext cx="50120" cy="7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3">
                    <a:moveTo>
                      <a:pt x="0" y="793"/>
                    </a:moveTo>
                    <a:lnTo>
                      <a:pt x="2875" y="657"/>
                    </a:lnTo>
                    <a:lnTo>
                      <a:pt x="5262" y="0"/>
                    </a:lnTo>
                    <a:lnTo>
                      <a:pt x="2387" y="99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0" name="Surface mesh patch"/>
              <p:cNvSpPr/>
              <p:nvPr/>
            </p:nvSpPr>
            <p:spPr>
              <a:xfrm>
                <a:off x="5161723" y="1589795"/>
                <a:ext cx="50120" cy="42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2">
                    <a:moveTo>
                      <a:pt x="0" y="412"/>
                    </a:moveTo>
                    <a:lnTo>
                      <a:pt x="2875" y="442"/>
                    </a:lnTo>
                    <a:lnTo>
                      <a:pt x="5262" y="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1" name="Surface mesh patch"/>
              <p:cNvSpPr/>
              <p:nvPr/>
            </p:nvSpPr>
            <p:spPr>
              <a:xfrm>
                <a:off x="5211843" y="1590059"/>
                <a:ext cx="50120" cy="52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">
                    <a:moveTo>
                      <a:pt x="0" y="83"/>
                    </a:moveTo>
                    <a:lnTo>
                      <a:pt x="2875" y="512"/>
                    </a:lnTo>
                    <a:lnTo>
                      <a:pt x="5262" y="5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2" name="Surface mesh patch"/>
              <p:cNvSpPr/>
              <p:nvPr/>
            </p:nvSpPr>
            <p:spPr>
              <a:xfrm>
                <a:off x="5261963" y="1595325"/>
                <a:ext cx="50120" cy="14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5">
                    <a:moveTo>
                      <a:pt x="0" y="0"/>
                    </a:moveTo>
                    <a:lnTo>
                      <a:pt x="2875" y="1070"/>
                    </a:lnTo>
                    <a:lnTo>
                      <a:pt x="5262" y="1475"/>
                    </a:lnTo>
                    <a:lnTo>
                      <a:pt x="2387" y="243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3" name="Surface mesh patch"/>
              <p:cNvSpPr/>
              <p:nvPr/>
            </p:nvSpPr>
            <p:spPr>
              <a:xfrm>
                <a:off x="5312082" y="1609376"/>
                <a:ext cx="50120" cy="24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7">
                    <a:moveTo>
                      <a:pt x="0" y="0"/>
                    </a:moveTo>
                    <a:lnTo>
                      <a:pt x="2875" y="1933"/>
                    </a:lnTo>
                    <a:lnTo>
                      <a:pt x="5262" y="2617"/>
                    </a:lnTo>
                    <a:lnTo>
                      <a:pt x="2387" y="501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4" name="Surface mesh patch"/>
              <p:cNvSpPr/>
              <p:nvPr/>
            </p:nvSpPr>
            <p:spPr>
              <a:xfrm>
                <a:off x="5362202" y="1634301"/>
                <a:ext cx="50120" cy="353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1">
                    <a:moveTo>
                      <a:pt x="0" y="0"/>
                    </a:moveTo>
                    <a:lnTo>
                      <a:pt x="2875" y="2946"/>
                    </a:lnTo>
                    <a:lnTo>
                      <a:pt x="5262" y="3711"/>
                    </a:lnTo>
                    <a:lnTo>
                      <a:pt x="2387" y="602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5" name="Surface mesh patch"/>
              <p:cNvSpPr/>
              <p:nvPr/>
            </p:nvSpPr>
            <p:spPr>
              <a:xfrm>
                <a:off x="5412322" y="1669645"/>
                <a:ext cx="50120" cy="42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3">
                    <a:moveTo>
                      <a:pt x="0" y="0"/>
                    </a:moveTo>
                    <a:lnTo>
                      <a:pt x="2875" y="3976"/>
                    </a:lnTo>
                    <a:lnTo>
                      <a:pt x="5262" y="4493"/>
                    </a:lnTo>
                    <a:lnTo>
                      <a:pt x="2387" y="44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6" name="Surface mesh patch"/>
              <p:cNvSpPr/>
              <p:nvPr/>
            </p:nvSpPr>
            <p:spPr>
              <a:xfrm>
                <a:off x="5462441" y="1711668"/>
                <a:ext cx="50120" cy="46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6">
                    <a:moveTo>
                      <a:pt x="0" y="82"/>
                    </a:moveTo>
                    <a:lnTo>
                      <a:pt x="2875" y="4916"/>
                    </a:lnTo>
                    <a:lnTo>
                      <a:pt x="5262" y="47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7" name="Surface mesh patch"/>
              <p:cNvSpPr/>
              <p:nvPr/>
            </p:nvSpPr>
            <p:spPr>
              <a:xfrm>
                <a:off x="5512561" y="1747408"/>
                <a:ext cx="50120" cy="602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29">
                    <a:moveTo>
                      <a:pt x="0" y="1004"/>
                    </a:moveTo>
                    <a:lnTo>
                      <a:pt x="2875" y="6329"/>
                    </a:lnTo>
                    <a:lnTo>
                      <a:pt x="5262" y="5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4a2fd"/>
              </a:solidFill>
              <a:ln w="3334" cap="flat" cmpd="sng" algn="ctr">
                <a:solidFill>
                  <a:srgbClr val="84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8" name="Surface mesh patch"/>
              <p:cNvSpPr/>
              <p:nvPr/>
            </p:nvSpPr>
            <p:spPr>
              <a:xfrm>
                <a:off x="5562681" y="1773716"/>
                <a:ext cx="50120" cy="72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73">
                    <a:moveTo>
                      <a:pt x="0" y="2275"/>
                    </a:moveTo>
                    <a:lnTo>
                      <a:pt x="2875" y="7573"/>
                    </a:lnTo>
                    <a:lnTo>
                      <a:pt x="5262" y="47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997fb"/>
              </a:solidFill>
              <a:ln w="3334" cap="flat" cmpd="sng" algn="ctr">
                <a:solidFill>
                  <a:srgbClr val="7997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9" name="Surface mesh patch"/>
              <p:cNvSpPr/>
              <p:nvPr/>
            </p:nvSpPr>
            <p:spPr>
              <a:xfrm>
                <a:off x="5612800" y="1783738"/>
                <a:ext cx="50120" cy="803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40">
                    <a:moveTo>
                      <a:pt x="0" y="3737"/>
                    </a:moveTo>
                    <a:lnTo>
                      <a:pt x="2875" y="8440"/>
                    </a:lnTo>
                    <a:lnTo>
                      <a:pt x="5262" y="4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0" name="Surface mesh patch"/>
              <p:cNvSpPr/>
              <p:nvPr/>
            </p:nvSpPr>
            <p:spPr>
              <a:xfrm>
                <a:off x="5662920" y="1772676"/>
                <a:ext cx="50120" cy="836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81">
                    <a:moveTo>
                      <a:pt x="0" y="5172"/>
                    </a:moveTo>
                    <a:lnTo>
                      <a:pt x="2875" y="8781"/>
                    </a:lnTo>
                    <a:lnTo>
                      <a:pt x="5262" y="28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793fa"/>
              </a:solidFill>
              <a:ln w="3334" cap="flat" cmpd="sng" algn="ctr">
                <a:solidFill>
                  <a:srgbClr val="779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1" name="Surface mesh patch"/>
              <p:cNvSpPr/>
              <p:nvPr/>
            </p:nvSpPr>
            <p:spPr>
              <a:xfrm>
                <a:off x="5713039" y="1738449"/>
                <a:ext cx="50120" cy="81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9">
                    <a:moveTo>
                      <a:pt x="0" y="6396"/>
                    </a:moveTo>
                    <a:lnTo>
                      <a:pt x="2875" y="8579"/>
                    </a:lnTo>
                    <a:lnTo>
                      <a:pt x="5262" y="13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2" name="Surface mesh patch"/>
              <p:cNvSpPr/>
              <p:nvPr/>
            </p:nvSpPr>
            <p:spPr>
              <a:xfrm>
                <a:off x="5763159" y="1679340"/>
                <a:ext cx="50120" cy="780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5">
                    <a:moveTo>
                      <a:pt x="0" y="7535"/>
                    </a:moveTo>
                    <a:lnTo>
                      <a:pt x="2875" y="8195"/>
                    </a:lnTo>
                    <a:lnTo>
                      <a:pt x="5262" y="0"/>
                    </a:lnTo>
                    <a:lnTo>
                      <a:pt x="2387" y="194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3" name="Surface mesh patch"/>
              <p:cNvSpPr/>
              <p:nvPr/>
            </p:nvSpPr>
            <p:spPr>
              <a:xfrm>
                <a:off x="5813279" y="1588189"/>
                <a:ext cx="50120" cy="91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70">
                    <a:moveTo>
                      <a:pt x="0" y="9570"/>
                    </a:moveTo>
                    <a:lnTo>
                      <a:pt x="2875" y="8897"/>
                    </a:lnTo>
                    <a:lnTo>
                      <a:pt x="5262" y="0"/>
                    </a:lnTo>
                    <a:lnTo>
                      <a:pt x="2387" y="1482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4" name="Surface mesh patch"/>
              <p:cNvSpPr/>
              <p:nvPr/>
            </p:nvSpPr>
            <p:spPr>
              <a:xfrm>
                <a:off x="5863398" y="1484274"/>
                <a:ext cx="50120" cy="1039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10">
                    <a:moveTo>
                      <a:pt x="0" y="10910"/>
                    </a:moveTo>
                    <a:lnTo>
                      <a:pt x="2875" y="9454"/>
                    </a:lnTo>
                    <a:lnTo>
                      <a:pt x="5262" y="0"/>
                    </a:lnTo>
                    <a:lnTo>
                      <a:pt x="2387" y="2131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5" name="Surface mesh patch"/>
              <p:cNvSpPr/>
              <p:nvPr/>
            </p:nvSpPr>
            <p:spPr>
              <a:xfrm>
                <a:off x="5913518" y="1378225"/>
                <a:ext cx="50120" cy="106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34">
                    <a:moveTo>
                      <a:pt x="0" y="11134"/>
                    </a:moveTo>
                    <a:lnTo>
                      <a:pt x="2875" y="9852"/>
                    </a:lnTo>
                    <a:lnTo>
                      <a:pt x="5262" y="0"/>
                    </a:lnTo>
                    <a:lnTo>
                      <a:pt x="2387" y="165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6" name="Surface mesh patch"/>
              <p:cNvSpPr/>
              <p:nvPr/>
            </p:nvSpPr>
            <p:spPr>
              <a:xfrm>
                <a:off x="5963638" y="1282529"/>
                <a:ext cx="50120" cy="97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08">
                    <a:moveTo>
                      <a:pt x="0" y="10047"/>
                    </a:moveTo>
                    <a:lnTo>
                      <a:pt x="2875" y="10208"/>
                    </a:lnTo>
                    <a:lnTo>
                      <a:pt x="5262" y="2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7" name="Surface mesh patch"/>
              <p:cNvSpPr/>
              <p:nvPr/>
            </p:nvSpPr>
            <p:spPr>
              <a:xfrm>
                <a:off x="6013757" y="1188410"/>
                <a:ext cx="50120" cy="124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025">
                    <a:moveTo>
                      <a:pt x="0" y="10176"/>
                    </a:moveTo>
                    <a:lnTo>
                      <a:pt x="2875" y="13025"/>
                    </a:lnTo>
                    <a:lnTo>
                      <a:pt x="5262" y="36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8" name="Surface mesh patch"/>
              <p:cNvSpPr/>
              <p:nvPr/>
            </p:nvSpPr>
            <p:spPr>
              <a:xfrm>
                <a:off x="6063877" y="1131797"/>
                <a:ext cx="50120" cy="150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04">
                    <a:moveTo>
                      <a:pt x="0" y="9568"/>
                    </a:moveTo>
                    <a:lnTo>
                      <a:pt x="2875" y="15804"/>
                    </a:lnTo>
                    <a:lnTo>
                      <a:pt x="5262" y="75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9" name="Surface mesh patch"/>
              <p:cNvSpPr/>
              <p:nvPr/>
            </p:nvSpPr>
            <p:spPr>
              <a:xfrm>
                <a:off x="6113997" y="1126330"/>
                <a:ext cx="50120" cy="1668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20">
                    <a:moveTo>
                      <a:pt x="0" y="8165"/>
                    </a:moveTo>
                    <a:lnTo>
                      <a:pt x="2875" y="17520"/>
                    </a:lnTo>
                    <a:lnTo>
                      <a:pt x="5262" y="110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0" name="Surface mesh patch"/>
              <p:cNvSpPr/>
              <p:nvPr/>
            </p:nvSpPr>
            <p:spPr>
              <a:xfrm>
                <a:off x="6164116" y="1171735"/>
                <a:ext cx="50120" cy="166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63">
                    <a:moveTo>
                      <a:pt x="0" y="6242"/>
                    </a:moveTo>
                    <a:lnTo>
                      <a:pt x="2875" y="17463"/>
                    </a:lnTo>
                    <a:lnTo>
                      <a:pt x="5262" y="127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1" name="Surface mesh patch"/>
              <p:cNvSpPr/>
              <p:nvPr/>
            </p:nvSpPr>
            <p:spPr>
              <a:xfrm>
                <a:off x="6214236" y="1252807"/>
                <a:ext cx="50120" cy="148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5">
                    <a:moveTo>
                      <a:pt x="0" y="4281"/>
                    </a:moveTo>
                    <a:lnTo>
                      <a:pt x="2875" y="15595"/>
                    </a:lnTo>
                    <a:lnTo>
                      <a:pt x="5262" y="124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2" name="Surface mesh patch"/>
              <p:cNvSpPr/>
              <p:nvPr/>
            </p:nvSpPr>
            <p:spPr>
              <a:xfrm>
                <a:off x="6264356" y="1345947"/>
                <a:ext cx="50120" cy="1193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27">
                    <a:moveTo>
                      <a:pt x="0" y="2719"/>
                    </a:moveTo>
                    <a:lnTo>
                      <a:pt x="2875" y="12527"/>
                    </a:lnTo>
                    <a:lnTo>
                      <a:pt x="5262" y="10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dcda"/>
              </a:solidFill>
              <a:ln w="3334" cap="flat" cmpd="sng" algn="ctr">
                <a:solidFill>
                  <a:srgbClr val="e7dcd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3" name="Surface mesh patch"/>
              <p:cNvSpPr/>
              <p:nvPr/>
            </p:nvSpPr>
            <p:spPr>
              <a:xfrm>
                <a:off x="6314475" y="1429021"/>
                <a:ext cx="50120" cy="871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52">
                    <a:moveTo>
                      <a:pt x="0" y="1765"/>
                    </a:moveTo>
                    <a:lnTo>
                      <a:pt x="2875" y="9152"/>
                    </a:lnTo>
                    <a:lnTo>
                      <a:pt x="5262" y="76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4" name="Surface mesh patch"/>
              <p:cNvSpPr/>
              <p:nvPr/>
            </p:nvSpPr>
            <p:spPr>
              <a:xfrm>
                <a:off x="6364595" y="1488609"/>
                <a:ext cx="50120" cy="591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0">
                    <a:moveTo>
                      <a:pt x="0" y="1374"/>
                    </a:moveTo>
                    <a:lnTo>
                      <a:pt x="2875" y="6210"/>
                    </a:lnTo>
                    <a:lnTo>
                      <a:pt x="5262" y="48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5" name="Surface mesh patch"/>
              <p:cNvSpPr/>
              <p:nvPr/>
            </p:nvSpPr>
            <p:spPr>
              <a:xfrm>
                <a:off x="6414714" y="1521563"/>
                <a:ext cx="50120" cy="387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6">
                    <a:moveTo>
                      <a:pt x="0" y="1350"/>
                    </a:moveTo>
                    <a:lnTo>
                      <a:pt x="2875" y="4066"/>
                    </a:lnTo>
                    <a:lnTo>
                      <a:pt x="5262" y="25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6" name="Surface mesh patch"/>
              <p:cNvSpPr/>
              <p:nvPr/>
            </p:nvSpPr>
            <p:spPr>
              <a:xfrm>
                <a:off x="6464834" y="1532079"/>
                <a:ext cx="50120" cy="260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4">
                    <a:moveTo>
                      <a:pt x="0" y="1482"/>
                    </a:moveTo>
                    <a:lnTo>
                      <a:pt x="2875" y="2734"/>
                    </a:lnTo>
                    <a:lnTo>
                      <a:pt x="5262" y="11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7" name="Surface mesh patch"/>
              <p:cNvSpPr/>
              <p:nvPr/>
            </p:nvSpPr>
            <p:spPr>
              <a:xfrm>
                <a:off x="6514954" y="1527471"/>
                <a:ext cx="50120" cy="194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7">
                    <a:moveTo>
                      <a:pt x="0" y="1614"/>
                    </a:moveTo>
                    <a:lnTo>
                      <a:pt x="2875" y="2037"/>
                    </a:lnTo>
                    <a:lnTo>
                      <a:pt x="5262" y="3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8" name="Surface mesh patch"/>
              <p:cNvSpPr/>
              <p:nvPr/>
            </p:nvSpPr>
            <p:spPr>
              <a:xfrm>
                <a:off x="6565073" y="1515069"/>
                <a:ext cx="50120" cy="168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6">
                    <a:moveTo>
                      <a:pt x="0" y="1666"/>
                    </a:moveTo>
                    <a:lnTo>
                      <a:pt x="2875" y="1766"/>
                    </a:lnTo>
                    <a:lnTo>
                      <a:pt x="5262" y="1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9" name="Surface mesh patch"/>
              <p:cNvSpPr/>
              <p:nvPr/>
            </p:nvSpPr>
            <p:spPr>
              <a:xfrm>
                <a:off x="6615193" y="1500814"/>
                <a:ext cx="50120" cy="167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5">
                    <a:moveTo>
                      <a:pt x="0" y="1614"/>
                    </a:moveTo>
                    <a:lnTo>
                      <a:pt x="2875" y="1755"/>
                    </a:lnTo>
                    <a:lnTo>
                      <a:pt x="5262" y="2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0" name="Surface mesh patch"/>
              <p:cNvSpPr/>
              <p:nvPr/>
            </p:nvSpPr>
            <p:spPr>
              <a:xfrm>
                <a:off x="6665313" y="1488976"/>
                <a:ext cx="50120" cy="18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2">
                    <a:moveTo>
                      <a:pt x="0" y="1469"/>
                    </a:moveTo>
                    <a:lnTo>
                      <a:pt x="2875" y="1892"/>
                    </a:lnTo>
                    <a:lnTo>
                      <a:pt x="5262" y="5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1" name="Surface mesh patch"/>
              <p:cNvSpPr/>
              <p:nvPr/>
            </p:nvSpPr>
            <p:spPr>
              <a:xfrm>
                <a:off x="6715432" y="1482248"/>
                <a:ext cx="50120" cy="20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2">
                    <a:moveTo>
                      <a:pt x="0" y="1262"/>
                    </a:moveTo>
                    <a:lnTo>
                      <a:pt x="2875" y="2102"/>
                    </a:lnTo>
                    <a:lnTo>
                      <a:pt x="5262" y="9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2" name="Surface mesh patch"/>
              <p:cNvSpPr/>
              <p:nvPr/>
            </p:nvSpPr>
            <p:spPr>
              <a:xfrm>
                <a:off x="5038752" y="1609878"/>
                <a:ext cx="50120" cy="109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6">
                    <a:moveTo>
                      <a:pt x="0" y="1146"/>
                    </a:moveTo>
                    <a:lnTo>
                      <a:pt x="2875" y="1083"/>
                    </a:lnTo>
                    <a:lnTo>
                      <a:pt x="5262" y="0"/>
                    </a:lnTo>
                    <a:lnTo>
                      <a:pt x="2387" y="94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3" name="Surface mesh patch"/>
              <p:cNvSpPr/>
              <p:nvPr/>
            </p:nvSpPr>
            <p:spPr>
              <a:xfrm>
                <a:off x="5088872" y="1599976"/>
                <a:ext cx="50120" cy="9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0">
                    <a:moveTo>
                      <a:pt x="0" y="1040"/>
                    </a:moveTo>
                    <a:lnTo>
                      <a:pt x="2875" y="886"/>
                    </a:lnTo>
                    <a:lnTo>
                      <a:pt x="5262" y="0"/>
                    </a:lnTo>
                    <a:lnTo>
                      <a:pt x="2387" y="136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4" name="Surface mesh patch"/>
              <p:cNvSpPr/>
              <p:nvPr/>
            </p:nvSpPr>
            <p:spPr>
              <a:xfrm>
                <a:off x="5138992" y="1593715"/>
                <a:ext cx="50120" cy="62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7">
                    <a:moveTo>
                      <a:pt x="0" y="657"/>
                    </a:moveTo>
                    <a:lnTo>
                      <a:pt x="2875" y="618"/>
                    </a:lnTo>
                    <a:lnTo>
                      <a:pt x="5262" y="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5" name="Surface mesh patch"/>
              <p:cNvSpPr/>
              <p:nvPr/>
            </p:nvSpPr>
            <p:spPr>
              <a:xfrm>
                <a:off x="5189111" y="1590853"/>
                <a:ext cx="50120" cy="60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5">
                    <a:moveTo>
                      <a:pt x="0" y="331"/>
                    </a:moveTo>
                    <a:lnTo>
                      <a:pt x="2875" y="635"/>
                    </a:lnTo>
                    <a:lnTo>
                      <a:pt x="5262" y="4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6" name="Surface mesh patch"/>
              <p:cNvSpPr/>
              <p:nvPr/>
            </p:nvSpPr>
            <p:spPr>
              <a:xfrm>
                <a:off x="5239231" y="1594939"/>
                <a:ext cx="50120" cy="105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0">
                    <a:moveTo>
                      <a:pt x="0" y="0"/>
                    </a:moveTo>
                    <a:lnTo>
                      <a:pt x="2875" y="888"/>
                    </a:lnTo>
                    <a:lnTo>
                      <a:pt x="5262" y="111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7" name="Surface mesh patch"/>
              <p:cNvSpPr/>
              <p:nvPr/>
            </p:nvSpPr>
            <p:spPr>
              <a:xfrm>
                <a:off x="5289350" y="1605514"/>
                <a:ext cx="50120" cy="22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8">
                    <a:moveTo>
                      <a:pt x="0" y="0"/>
                    </a:moveTo>
                    <a:lnTo>
                      <a:pt x="2875" y="1702"/>
                    </a:lnTo>
                    <a:lnTo>
                      <a:pt x="5262" y="2338"/>
                    </a:lnTo>
                    <a:lnTo>
                      <a:pt x="2387" y="406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8" name="Surface mesh patch"/>
              <p:cNvSpPr/>
              <p:nvPr/>
            </p:nvSpPr>
            <p:spPr>
              <a:xfrm>
                <a:off x="5339470" y="1627785"/>
                <a:ext cx="50120" cy="34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0">
                    <a:moveTo>
                      <a:pt x="0" y="0"/>
                    </a:moveTo>
                    <a:lnTo>
                      <a:pt x="2875" y="2696"/>
                    </a:lnTo>
                    <a:lnTo>
                      <a:pt x="5262" y="3630"/>
                    </a:lnTo>
                    <a:lnTo>
                      <a:pt x="2387" y="684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9" name="Surface mesh patch"/>
              <p:cNvSpPr/>
              <p:nvPr/>
            </p:nvSpPr>
            <p:spPr>
              <a:xfrm>
                <a:off x="5389590" y="1662365"/>
                <a:ext cx="50120" cy="451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40">
                    <a:moveTo>
                      <a:pt x="0" y="0"/>
                    </a:moveTo>
                    <a:lnTo>
                      <a:pt x="2875" y="3761"/>
                    </a:lnTo>
                    <a:lnTo>
                      <a:pt x="5262" y="4740"/>
                    </a:lnTo>
                    <a:lnTo>
                      <a:pt x="2387" y="764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0" name="Surface mesh patch"/>
              <p:cNvSpPr/>
              <p:nvPr/>
            </p:nvSpPr>
            <p:spPr>
              <a:xfrm>
                <a:off x="5439709" y="1707512"/>
                <a:ext cx="50120" cy="5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2">
                    <a:moveTo>
                      <a:pt x="0" y="0"/>
                    </a:moveTo>
                    <a:lnTo>
                      <a:pt x="2875" y="4730"/>
                    </a:lnTo>
                    <a:lnTo>
                      <a:pt x="5262" y="5352"/>
                    </a:lnTo>
                    <a:lnTo>
                      <a:pt x="2387" y="518"/>
                    </a:lnTo>
                    <a:close/>
                  </a:path>
                </a:pathLst>
              </a:custGeom>
              <a:solidFill>
                <a:srgbClr val="94b2fd"/>
              </a:solidFill>
              <a:ln w="3334" cap="flat" cmpd="sng" algn="ctr">
                <a:solidFill>
                  <a:srgbClr val="94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1" name="Surface mesh patch"/>
              <p:cNvSpPr/>
              <p:nvPr/>
            </p:nvSpPr>
            <p:spPr>
              <a:xfrm>
                <a:off x="5489829" y="1756973"/>
                <a:ext cx="50120" cy="530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65">
                    <a:moveTo>
                      <a:pt x="0" y="159"/>
                    </a:moveTo>
                    <a:lnTo>
                      <a:pt x="2875" y="5565"/>
                    </a:lnTo>
                    <a:lnTo>
                      <a:pt x="5262" y="5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6a3fd"/>
              </a:solidFill>
              <a:ln w="3334" cap="flat" cmpd="sng" algn="ctr">
                <a:solidFill>
                  <a:srgbClr val="86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2" name="Surface mesh patch"/>
              <p:cNvSpPr/>
              <p:nvPr/>
            </p:nvSpPr>
            <p:spPr>
              <a:xfrm>
                <a:off x="5539949" y="1795387"/>
                <a:ext cx="50120" cy="657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99">
                    <a:moveTo>
                      <a:pt x="0" y="1292"/>
                    </a:moveTo>
                    <a:lnTo>
                      <a:pt x="2875" y="6899"/>
                    </a:lnTo>
                    <a:lnTo>
                      <a:pt x="5262" y="5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693f9"/>
              </a:solidFill>
              <a:ln w="3334" cap="flat" cmpd="sng" algn="ctr">
                <a:solidFill>
                  <a:srgbClr val="7693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3" name="Surface mesh patch"/>
              <p:cNvSpPr/>
              <p:nvPr/>
            </p:nvSpPr>
            <p:spPr>
              <a:xfrm>
                <a:off x="5590068" y="1819330"/>
                <a:ext cx="50120" cy="76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16">
                    <a:moveTo>
                      <a:pt x="0" y="2784"/>
                    </a:moveTo>
                    <a:lnTo>
                      <a:pt x="2875" y="8016"/>
                    </a:lnTo>
                    <a:lnTo>
                      <a:pt x="5262" y="47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a85f5"/>
              </a:solidFill>
              <a:ln w="3334" cap="flat" cmpd="sng" algn="ctr">
                <a:solidFill>
                  <a:srgbClr val="6a85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4" name="Surface mesh patch"/>
              <p:cNvSpPr/>
              <p:nvPr/>
            </p:nvSpPr>
            <p:spPr>
              <a:xfrm>
                <a:off x="5640188" y="1821941"/>
                <a:ext cx="50120" cy="831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29">
                    <a:moveTo>
                      <a:pt x="0" y="4429"/>
                    </a:moveTo>
                    <a:lnTo>
                      <a:pt x="2875" y="8729"/>
                    </a:lnTo>
                    <a:lnTo>
                      <a:pt x="5262" y="36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782f4"/>
              </a:solidFill>
              <a:ln w="3334" cap="flat" cmpd="sng" algn="ctr">
                <a:solidFill>
                  <a:srgbClr val="6782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5" name="Surface mesh patch"/>
              <p:cNvSpPr/>
              <p:nvPr/>
            </p:nvSpPr>
            <p:spPr>
              <a:xfrm>
                <a:off x="5690308" y="1799369"/>
                <a:ext cx="50120" cy="850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33">
                    <a:moveTo>
                      <a:pt x="0" y="5979"/>
                    </a:moveTo>
                    <a:lnTo>
                      <a:pt x="2875" y="8933"/>
                    </a:lnTo>
                    <a:lnTo>
                      <a:pt x="5262" y="2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f8bf7"/>
              </a:solidFill>
              <a:ln w="3334" cap="flat" cmpd="sng" algn="ctr">
                <a:solidFill>
                  <a:srgbClr val="6f8b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6" name="Surface mesh patch"/>
              <p:cNvSpPr/>
              <p:nvPr/>
            </p:nvSpPr>
            <p:spPr>
              <a:xfrm>
                <a:off x="5740427" y="1751115"/>
                <a:ext cx="50120" cy="826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82">
                    <a:moveTo>
                      <a:pt x="0" y="7249"/>
                    </a:moveTo>
                    <a:lnTo>
                      <a:pt x="2875" y="8682"/>
                    </a:lnTo>
                    <a:lnTo>
                      <a:pt x="5262" y="6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7" name="Surface mesh patch"/>
              <p:cNvSpPr/>
              <p:nvPr/>
            </p:nvSpPr>
            <p:spPr>
              <a:xfrm>
                <a:off x="5790547" y="1672929"/>
                <a:ext cx="50120" cy="847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02">
                    <a:moveTo>
                      <a:pt x="0" y="8868"/>
                    </a:moveTo>
                    <a:lnTo>
                      <a:pt x="2875" y="8902"/>
                    </a:lnTo>
                    <a:lnTo>
                      <a:pt x="5262" y="0"/>
                    </a:lnTo>
                    <a:lnTo>
                      <a:pt x="2387" y="673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8" name="Surface mesh patch"/>
              <p:cNvSpPr/>
              <p:nvPr/>
            </p:nvSpPr>
            <p:spPr>
              <a:xfrm>
                <a:off x="5840667" y="1574326"/>
                <a:ext cx="50120" cy="986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52">
                    <a:moveTo>
                      <a:pt x="0" y="10352"/>
                    </a:moveTo>
                    <a:lnTo>
                      <a:pt x="2875" y="9455"/>
                    </a:lnTo>
                    <a:lnTo>
                      <a:pt x="5262" y="0"/>
                    </a:lnTo>
                    <a:lnTo>
                      <a:pt x="2387" y="1455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9" name="Surface mesh patch"/>
              <p:cNvSpPr/>
              <p:nvPr/>
            </p:nvSpPr>
            <p:spPr>
              <a:xfrm>
                <a:off x="5890786" y="1472066"/>
                <a:ext cx="50120" cy="1022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36">
                    <a:moveTo>
                      <a:pt x="0" y="10736"/>
                    </a:moveTo>
                    <a:lnTo>
                      <a:pt x="2875" y="9731"/>
                    </a:lnTo>
                    <a:lnTo>
                      <a:pt x="5262" y="0"/>
                    </a:lnTo>
                    <a:lnTo>
                      <a:pt x="2387" y="1282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0" name="Surface mesh patch"/>
              <p:cNvSpPr/>
              <p:nvPr/>
            </p:nvSpPr>
            <p:spPr>
              <a:xfrm>
                <a:off x="5940906" y="1378225"/>
                <a:ext cx="50120" cy="93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52">
                    <a:moveTo>
                      <a:pt x="0" y="9852"/>
                    </a:moveTo>
                    <a:lnTo>
                      <a:pt x="2875" y="9839"/>
                    </a:lnTo>
                    <a:lnTo>
                      <a:pt x="5262" y="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dcd9"/>
              </a:solidFill>
              <a:ln w="3334" cap="flat" cmpd="sng" algn="ctr">
                <a:solidFill>
                  <a:srgbClr val="e7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1" name="Surface mesh patch"/>
              <p:cNvSpPr/>
              <p:nvPr/>
            </p:nvSpPr>
            <p:spPr>
              <a:xfrm>
                <a:off x="5991025" y="1285339"/>
                <a:ext cx="50120" cy="1144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11">
                    <a:moveTo>
                      <a:pt x="0" y="9913"/>
                    </a:moveTo>
                    <a:lnTo>
                      <a:pt x="2875" y="12011"/>
                    </a:lnTo>
                    <a:lnTo>
                      <a:pt x="5262" y="28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9"/>
              </a:solidFill>
              <a:ln w="3334" cap="flat" cmpd="sng" algn="ctr">
                <a:solidFill>
                  <a:srgbClr val="f8d3b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2" name="Surface mesh patch"/>
              <p:cNvSpPr/>
              <p:nvPr/>
            </p:nvSpPr>
            <p:spPr>
              <a:xfrm>
                <a:off x="6041145" y="1222929"/>
                <a:ext cx="50120" cy="136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34">
                    <a:moveTo>
                      <a:pt x="0" y="9401"/>
                    </a:moveTo>
                    <a:lnTo>
                      <a:pt x="2875" y="14334"/>
                    </a:lnTo>
                    <a:lnTo>
                      <a:pt x="5262" y="62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8ac"/>
              </a:solidFill>
              <a:ln w="3334" cap="flat" cmpd="sng" algn="ctr">
                <a:solidFill>
                  <a:srgbClr val="fbc8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3" name="Surface mesh patch"/>
              <p:cNvSpPr/>
              <p:nvPr/>
            </p:nvSpPr>
            <p:spPr>
              <a:xfrm>
                <a:off x="6091265" y="1204098"/>
                <a:ext cx="50120" cy="1517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929">
                    <a:moveTo>
                      <a:pt x="0" y="8214"/>
                    </a:moveTo>
                    <a:lnTo>
                      <a:pt x="2875" y="15929"/>
                    </a:lnTo>
                    <a:lnTo>
                      <a:pt x="5262" y="93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4" name="Surface mesh patch"/>
              <p:cNvSpPr/>
              <p:nvPr/>
            </p:nvSpPr>
            <p:spPr>
              <a:xfrm>
                <a:off x="6141384" y="1231193"/>
                <a:ext cx="50120" cy="153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93">
                    <a:moveTo>
                      <a:pt x="0" y="6511"/>
                    </a:moveTo>
                    <a:lnTo>
                      <a:pt x="2875" y="16093"/>
                    </a:lnTo>
                    <a:lnTo>
                      <a:pt x="5262" y="112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5" name="Surface mesh patch"/>
              <p:cNvSpPr/>
              <p:nvPr/>
            </p:nvSpPr>
            <p:spPr>
              <a:xfrm>
                <a:off x="6191504" y="1293582"/>
                <a:ext cx="50120" cy="1396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59">
                    <a:moveTo>
                      <a:pt x="0" y="4670"/>
                    </a:moveTo>
                    <a:lnTo>
                      <a:pt x="2875" y="14659"/>
                    </a:lnTo>
                    <a:lnTo>
                      <a:pt x="5262" y="113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6" name="Surface mesh patch"/>
              <p:cNvSpPr/>
              <p:nvPr/>
            </p:nvSpPr>
            <p:spPr>
              <a:xfrm>
                <a:off x="6241624" y="1371843"/>
                <a:ext cx="50120" cy="1148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53">
                    <a:moveTo>
                      <a:pt x="0" y="3097"/>
                    </a:moveTo>
                    <a:lnTo>
                      <a:pt x="2875" y="12053"/>
                    </a:lnTo>
                    <a:lnTo>
                      <a:pt x="5262" y="98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7" name="Surface mesh patch"/>
              <p:cNvSpPr/>
              <p:nvPr/>
            </p:nvSpPr>
            <p:spPr>
              <a:xfrm>
                <a:off x="6291743" y="1445832"/>
                <a:ext cx="50120" cy="85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27">
                    <a:moveTo>
                      <a:pt x="0" y="2041"/>
                    </a:moveTo>
                    <a:lnTo>
                      <a:pt x="2875" y="9027"/>
                    </a:lnTo>
                    <a:lnTo>
                      <a:pt x="5262" y="73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8" name="Surface mesh patch"/>
              <p:cNvSpPr/>
              <p:nvPr/>
            </p:nvSpPr>
            <p:spPr>
              <a:xfrm>
                <a:off x="6341863" y="1501692"/>
                <a:ext cx="50120" cy="597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6">
                    <a:moveTo>
                      <a:pt x="0" y="1522"/>
                    </a:moveTo>
                    <a:lnTo>
                      <a:pt x="2875" y="6276"/>
                    </a:lnTo>
                    <a:lnTo>
                      <a:pt x="5262" y="48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9" name="Surface mesh patch"/>
              <p:cNvSpPr/>
              <p:nvPr/>
            </p:nvSpPr>
            <p:spPr>
              <a:xfrm>
                <a:off x="6391983" y="1534423"/>
                <a:ext cx="50120" cy="399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0">
                    <a:moveTo>
                      <a:pt x="0" y="1400"/>
                    </a:moveTo>
                    <a:lnTo>
                      <a:pt x="2875" y="4190"/>
                    </a:lnTo>
                    <a:lnTo>
                      <a:pt x="5262" y="27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0" name="Surface mesh patch"/>
              <p:cNvSpPr/>
              <p:nvPr/>
            </p:nvSpPr>
            <p:spPr>
              <a:xfrm>
                <a:off x="6442102" y="1546192"/>
                <a:ext cx="50120" cy="27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9">
                    <a:moveTo>
                      <a:pt x="0" y="1481"/>
                    </a:moveTo>
                    <a:lnTo>
                      <a:pt x="2875" y="2839"/>
                    </a:lnTo>
                    <a:lnTo>
                      <a:pt x="5262" y="12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1" name="Surface mesh patch"/>
              <p:cNvSpPr/>
              <p:nvPr/>
            </p:nvSpPr>
            <p:spPr>
              <a:xfrm>
                <a:off x="6492222" y="1542842"/>
                <a:ext cx="50120" cy="199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4">
                    <a:moveTo>
                      <a:pt x="0" y="1604"/>
                    </a:moveTo>
                    <a:lnTo>
                      <a:pt x="2875" y="2094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2" name="Surface mesh patch"/>
              <p:cNvSpPr/>
              <p:nvPr/>
            </p:nvSpPr>
            <p:spPr>
              <a:xfrm>
                <a:off x="6542342" y="1530936"/>
                <a:ext cx="50120" cy="16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3">
                    <a:moveTo>
                      <a:pt x="0" y="1673"/>
                    </a:moveTo>
                    <a:lnTo>
                      <a:pt x="2875" y="1773"/>
                    </a:lnTo>
                    <a:lnTo>
                      <a:pt x="5262" y="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3" name="Surface mesh patch"/>
              <p:cNvSpPr/>
              <p:nvPr/>
            </p:nvSpPr>
            <p:spPr>
              <a:xfrm>
                <a:off x="6592461" y="1516189"/>
                <a:ext cx="50120" cy="16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1">
                    <a:moveTo>
                      <a:pt x="0" y="1648"/>
                    </a:moveTo>
                    <a:lnTo>
                      <a:pt x="2875" y="1721"/>
                    </a:lnTo>
                    <a:lnTo>
                      <a:pt x="5262" y="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4" name="Surface mesh patch"/>
              <p:cNvSpPr/>
              <p:nvPr/>
            </p:nvSpPr>
            <p:spPr>
              <a:xfrm>
                <a:off x="6642581" y="1502972"/>
                <a:ext cx="50120" cy="17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0">
                    <a:moveTo>
                      <a:pt x="0" y="1528"/>
                    </a:moveTo>
                    <a:lnTo>
                      <a:pt x="2875" y="1830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5" name="Surface mesh patch"/>
              <p:cNvSpPr/>
              <p:nvPr/>
            </p:nvSpPr>
            <p:spPr>
              <a:xfrm>
                <a:off x="6692700" y="1494271"/>
                <a:ext cx="50120" cy="19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7">
                    <a:moveTo>
                      <a:pt x="0" y="1337"/>
                    </a:moveTo>
                    <a:lnTo>
                      <a:pt x="2875" y="2027"/>
                    </a:lnTo>
                    <a:lnTo>
                      <a:pt x="5262" y="8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6" name="Surface mesh patch"/>
              <p:cNvSpPr/>
              <p:nvPr/>
            </p:nvSpPr>
            <p:spPr>
              <a:xfrm>
                <a:off x="5066140" y="1608418"/>
                <a:ext cx="50120" cy="117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6">
                    <a:moveTo>
                      <a:pt x="0" y="1236"/>
                    </a:moveTo>
                    <a:lnTo>
                      <a:pt x="2875" y="1086"/>
                    </a:lnTo>
                    <a:lnTo>
                      <a:pt x="5262" y="0"/>
                    </a:lnTo>
                    <a:lnTo>
                      <a:pt x="2387" y="153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7" name="Surface mesh patch"/>
              <p:cNvSpPr/>
              <p:nvPr/>
            </p:nvSpPr>
            <p:spPr>
              <a:xfrm>
                <a:off x="5116260" y="1599604"/>
                <a:ext cx="50120" cy="8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5">
                    <a:moveTo>
                      <a:pt x="0" y="925"/>
                    </a:moveTo>
                    <a:lnTo>
                      <a:pt x="2875" y="832"/>
                    </a:lnTo>
                    <a:lnTo>
                      <a:pt x="5262" y="0"/>
                    </a:lnTo>
                    <a:lnTo>
                      <a:pt x="2387" y="39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8" name="Surface mesh patch"/>
              <p:cNvSpPr/>
              <p:nvPr/>
            </p:nvSpPr>
            <p:spPr>
              <a:xfrm>
                <a:off x="5166379" y="1594008"/>
                <a:ext cx="50120" cy="7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">
                    <a:moveTo>
                      <a:pt x="0" y="588"/>
                    </a:moveTo>
                    <a:lnTo>
                      <a:pt x="2875" y="776"/>
                    </a:lnTo>
                    <a:lnTo>
                      <a:pt x="5262" y="3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9" name="Surface mesh patch"/>
              <p:cNvSpPr/>
              <p:nvPr/>
            </p:nvSpPr>
            <p:spPr>
              <a:xfrm>
                <a:off x="5216499" y="1594939"/>
                <a:ext cx="50120" cy="8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1">
                    <a:moveTo>
                      <a:pt x="0" y="206"/>
                    </a:moveTo>
                    <a:lnTo>
                      <a:pt x="2875" y="911"/>
                    </a:lnTo>
                    <a:lnTo>
                      <a:pt x="5262" y="8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0" name="Surface mesh patch"/>
              <p:cNvSpPr/>
              <p:nvPr/>
            </p:nvSpPr>
            <p:spPr>
              <a:xfrm>
                <a:off x="5266619" y="1603399"/>
                <a:ext cx="50120" cy="183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4">
                    <a:moveTo>
                      <a:pt x="0" y="0"/>
                    </a:moveTo>
                    <a:lnTo>
                      <a:pt x="2875" y="1450"/>
                    </a:lnTo>
                    <a:lnTo>
                      <a:pt x="5262" y="1924"/>
                    </a:lnTo>
                    <a:lnTo>
                      <a:pt x="2387" y="222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1" name="Surface mesh patch"/>
              <p:cNvSpPr/>
              <p:nvPr/>
            </p:nvSpPr>
            <p:spPr>
              <a:xfrm>
                <a:off x="5316738" y="1621729"/>
                <a:ext cx="50120" cy="317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32">
                    <a:moveTo>
                      <a:pt x="0" y="0"/>
                    </a:moveTo>
                    <a:lnTo>
                      <a:pt x="2875" y="2390"/>
                    </a:lnTo>
                    <a:lnTo>
                      <a:pt x="5262" y="3332"/>
                    </a:lnTo>
                    <a:lnTo>
                      <a:pt x="2387" y="636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2" name="Surface mesh patch"/>
              <p:cNvSpPr/>
              <p:nvPr/>
            </p:nvSpPr>
            <p:spPr>
              <a:xfrm>
                <a:off x="5366858" y="1653463"/>
                <a:ext cx="50120" cy="447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5">
                    <a:moveTo>
                      <a:pt x="0" y="0"/>
                    </a:moveTo>
                    <a:lnTo>
                      <a:pt x="2875" y="3443"/>
                    </a:lnTo>
                    <a:lnTo>
                      <a:pt x="5262" y="4695"/>
                    </a:lnTo>
                    <a:lnTo>
                      <a:pt x="2387" y="935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3" name="Surface mesh patch"/>
              <p:cNvSpPr/>
              <p:nvPr/>
            </p:nvSpPr>
            <p:spPr>
              <a:xfrm>
                <a:off x="5416978" y="1698184"/>
                <a:ext cx="50120" cy="543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10">
                    <a:moveTo>
                      <a:pt x="0" y="0"/>
                    </a:moveTo>
                    <a:lnTo>
                      <a:pt x="2875" y="4470"/>
                    </a:lnTo>
                    <a:lnTo>
                      <a:pt x="5262" y="5710"/>
                    </a:lnTo>
                    <a:lnTo>
                      <a:pt x="2387" y="979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4" name="Surface mesh patch"/>
              <p:cNvSpPr/>
              <p:nvPr/>
            </p:nvSpPr>
            <p:spPr>
              <a:xfrm>
                <a:off x="5467097" y="1752569"/>
                <a:ext cx="50120" cy="574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28">
                    <a:moveTo>
                      <a:pt x="0" y="0"/>
                    </a:moveTo>
                    <a:lnTo>
                      <a:pt x="2875" y="5287"/>
                    </a:lnTo>
                    <a:lnTo>
                      <a:pt x="5262" y="6028"/>
                    </a:lnTo>
                    <a:lnTo>
                      <a:pt x="2387" y="622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5" name="Surface mesh patch"/>
              <p:cNvSpPr/>
              <p:nvPr/>
            </p:nvSpPr>
            <p:spPr>
              <a:xfrm>
                <a:off x="5517217" y="1807691"/>
                <a:ext cx="50120" cy="56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38">
                    <a:moveTo>
                      <a:pt x="0" y="241"/>
                    </a:moveTo>
                    <a:lnTo>
                      <a:pt x="2875" y="5938"/>
                    </a:lnTo>
                    <a:lnTo>
                      <a:pt x="5262" y="5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794fa"/>
              </a:solidFill>
              <a:ln w="3334" cap="flat" cmpd="sng" algn="ctr">
                <a:solidFill>
                  <a:srgbClr val="779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6" name="Surface mesh patch"/>
              <p:cNvSpPr/>
              <p:nvPr/>
            </p:nvSpPr>
            <p:spPr>
              <a:xfrm>
                <a:off x="5567336" y="1845847"/>
                <a:ext cx="50120" cy="68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9">
                    <a:moveTo>
                      <a:pt x="0" y="1602"/>
                    </a:moveTo>
                    <a:lnTo>
                      <a:pt x="2875" y="7159"/>
                    </a:lnTo>
                    <a:lnTo>
                      <a:pt x="5262" y="52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580f3"/>
              </a:solidFill>
              <a:ln w="3334" cap="flat" cmpd="sng" algn="ctr">
                <a:solidFill>
                  <a:srgbClr val="658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7" name="Surface mesh patch"/>
              <p:cNvSpPr/>
              <p:nvPr/>
            </p:nvSpPr>
            <p:spPr>
              <a:xfrm>
                <a:off x="5617456" y="1864125"/>
                <a:ext cx="50120" cy="77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42">
                    <a:moveTo>
                      <a:pt x="0" y="3313"/>
                    </a:moveTo>
                    <a:lnTo>
                      <a:pt x="2875" y="8142"/>
                    </a:lnTo>
                    <a:lnTo>
                      <a:pt x="5262" y="43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c75ef"/>
              </a:solidFill>
              <a:ln w="3334" cap="flat" cmpd="sng" algn="ctr">
                <a:solidFill>
                  <a:srgbClr val="5c75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8" name="Surface mesh patch"/>
              <p:cNvSpPr/>
              <p:nvPr/>
            </p:nvSpPr>
            <p:spPr>
              <a:xfrm>
                <a:off x="5667576" y="1856316"/>
                <a:ext cx="50120" cy="831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27">
                    <a:moveTo>
                      <a:pt x="0" y="5120"/>
                    </a:moveTo>
                    <a:lnTo>
                      <a:pt x="2875" y="8727"/>
                    </a:lnTo>
                    <a:lnTo>
                      <a:pt x="5262" y="2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d77f0"/>
              </a:solidFill>
              <a:ln w="3334" cap="flat" cmpd="sng" algn="ctr">
                <a:solidFill>
                  <a:srgbClr val="5d77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9" name="Surface mesh patch"/>
              <p:cNvSpPr/>
              <p:nvPr/>
            </p:nvSpPr>
            <p:spPr>
              <a:xfrm>
                <a:off x="5717695" y="1820164"/>
                <a:ext cx="50120" cy="844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63">
                    <a:moveTo>
                      <a:pt x="0" y="6750"/>
                    </a:moveTo>
                    <a:lnTo>
                      <a:pt x="2875" y="8863"/>
                    </a:lnTo>
                    <a:lnTo>
                      <a:pt x="5262" y="1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0" name="Surface mesh patch"/>
              <p:cNvSpPr/>
              <p:nvPr/>
            </p:nvSpPr>
            <p:spPr>
              <a:xfrm>
                <a:off x="5767815" y="1757396"/>
                <a:ext cx="50120" cy="826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3">
                    <a:moveTo>
                      <a:pt x="0" y="8022"/>
                    </a:moveTo>
                    <a:lnTo>
                      <a:pt x="2875" y="8673"/>
                    </a:lnTo>
                    <a:lnTo>
                      <a:pt x="5262" y="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1" name="Surface mesh patch"/>
              <p:cNvSpPr/>
              <p:nvPr/>
            </p:nvSpPr>
            <p:spPr>
              <a:xfrm>
                <a:off x="5817935" y="1664385"/>
                <a:ext cx="50120" cy="933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99">
                    <a:moveTo>
                      <a:pt x="0" y="9799"/>
                    </a:moveTo>
                    <a:lnTo>
                      <a:pt x="2875" y="9361"/>
                    </a:lnTo>
                    <a:lnTo>
                      <a:pt x="5262" y="0"/>
                    </a:lnTo>
                    <a:lnTo>
                      <a:pt x="2387" y="897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2" name="Surface mesh patch"/>
              <p:cNvSpPr/>
              <p:nvPr/>
            </p:nvSpPr>
            <p:spPr>
              <a:xfrm>
                <a:off x="5868054" y="1564755"/>
                <a:ext cx="50120" cy="99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60">
                    <a:moveTo>
                      <a:pt x="0" y="10460"/>
                    </a:moveTo>
                    <a:lnTo>
                      <a:pt x="2875" y="9645"/>
                    </a:lnTo>
                    <a:lnTo>
                      <a:pt x="5262" y="0"/>
                    </a:lnTo>
                    <a:lnTo>
                      <a:pt x="2387" y="1005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3" name="Surface mesh patch"/>
              <p:cNvSpPr/>
              <p:nvPr/>
            </p:nvSpPr>
            <p:spPr>
              <a:xfrm>
                <a:off x="5918174" y="1471945"/>
                <a:ext cx="50120" cy="928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44">
                    <a:moveTo>
                      <a:pt x="0" y="9744"/>
                    </a:moveTo>
                    <a:lnTo>
                      <a:pt x="2875" y="9518"/>
                    </a:lnTo>
                    <a:lnTo>
                      <a:pt x="5262" y="0"/>
                    </a:lnTo>
                    <a:lnTo>
                      <a:pt x="2387" y="13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4" name="Surface mesh patch"/>
              <p:cNvSpPr/>
              <p:nvPr/>
            </p:nvSpPr>
            <p:spPr>
              <a:xfrm>
                <a:off x="5968294" y="1379758"/>
                <a:ext cx="50120" cy="105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54">
                    <a:moveTo>
                      <a:pt x="0" y="9678"/>
                    </a:moveTo>
                    <a:lnTo>
                      <a:pt x="2875" y="11054"/>
                    </a:lnTo>
                    <a:lnTo>
                      <a:pt x="5262" y="20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5" name="Surface mesh patch"/>
              <p:cNvSpPr/>
              <p:nvPr/>
            </p:nvSpPr>
            <p:spPr>
              <a:xfrm>
                <a:off x="6018413" y="1312471"/>
                <a:ext cx="50120" cy="122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6">
                    <a:moveTo>
                      <a:pt x="0" y="9163"/>
                    </a:moveTo>
                    <a:lnTo>
                      <a:pt x="2875" y="12866"/>
                    </a:lnTo>
                    <a:lnTo>
                      <a:pt x="5262" y="49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6" name="Surface mesh patch"/>
              <p:cNvSpPr/>
              <p:nvPr/>
            </p:nvSpPr>
            <p:spPr>
              <a:xfrm>
                <a:off x="6068533" y="1282333"/>
                <a:ext cx="50120" cy="1356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40">
                    <a:moveTo>
                      <a:pt x="0" y="8098"/>
                    </a:moveTo>
                    <a:lnTo>
                      <a:pt x="2875" y="14240"/>
                    </a:lnTo>
                    <a:lnTo>
                      <a:pt x="5262" y="77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7" name="Surface mesh patch"/>
              <p:cNvSpPr/>
              <p:nvPr/>
            </p:nvSpPr>
            <p:spPr>
              <a:xfrm>
                <a:off x="6118653" y="1293211"/>
                <a:ext cx="50120" cy="1383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27">
                    <a:moveTo>
                      <a:pt x="0" y="6574"/>
                    </a:moveTo>
                    <a:lnTo>
                      <a:pt x="2875" y="14527"/>
                    </a:lnTo>
                    <a:lnTo>
                      <a:pt x="5262" y="95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8" name="Surface mesh patch"/>
              <p:cNvSpPr/>
              <p:nvPr/>
            </p:nvSpPr>
            <p:spPr>
              <a:xfrm>
                <a:off x="6168772" y="1338066"/>
                <a:ext cx="50120" cy="128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73">
                    <a:moveTo>
                      <a:pt x="0" y="4873"/>
                    </a:moveTo>
                    <a:lnTo>
                      <a:pt x="2875" y="13473"/>
                    </a:lnTo>
                    <a:lnTo>
                      <a:pt x="5262" y="99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9d0"/>
              </a:solidFill>
              <a:ln w="3334" cap="flat" cmpd="sng" algn="ctr">
                <a:solidFill>
                  <a:srgbClr val="ec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9" name="Surface mesh patch"/>
              <p:cNvSpPr/>
              <p:nvPr/>
            </p:nvSpPr>
            <p:spPr>
              <a:xfrm>
                <a:off x="6218892" y="1401347"/>
                <a:ext cx="50120" cy="107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35">
                    <a:moveTo>
                      <a:pt x="0" y="3345"/>
                    </a:moveTo>
                    <a:lnTo>
                      <a:pt x="2875" y="11335"/>
                    </a:lnTo>
                    <a:lnTo>
                      <a:pt x="5262" y="8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0" name="Surface mesh patch"/>
              <p:cNvSpPr/>
              <p:nvPr/>
            </p:nvSpPr>
            <p:spPr>
              <a:xfrm>
                <a:off x="6269011" y="1465270"/>
                <a:ext cx="50120" cy="82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11">
                    <a:moveTo>
                      <a:pt x="0" y="2245"/>
                    </a:moveTo>
                    <a:lnTo>
                      <a:pt x="2875" y="8711"/>
                    </a:lnTo>
                    <a:lnTo>
                      <a:pt x="5262" y="69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1" name="Surface mesh patch"/>
              <p:cNvSpPr/>
              <p:nvPr/>
            </p:nvSpPr>
            <p:spPr>
              <a:xfrm>
                <a:off x="6319131" y="1516190"/>
                <a:ext cx="50120" cy="59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8">
                    <a:moveTo>
                      <a:pt x="0" y="1641"/>
                    </a:moveTo>
                    <a:lnTo>
                      <a:pt x="2875" y="6218"/>
                    </a:lnTo>
                    <a:lnTo>
                      <a:pt x="5262" y="47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2" name="Surface mesh patch"/>
              <p:cNvSpPr/>
              <p:nvPr/>
            </p:nvSpPr>
            <p:spPr>
              <a:xfrm>
                <a:off x="6369251" y="1547758"/>
                <a:ext cx="50120" cy="40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50">
                    <a:moveTo>
                      <a:pt x="0" y="1440"/>
                    </a:moveTo>
                    <a:lnTo>
                      <a:pt x="2875" y="4250"/>
                    </a:lnTo>
                    <a:lnTo>
                      <a:pt x="5262" y="27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3" name="Surface mesh patch"/>
              <p:cNvSpPr/>
              <p:nvPr/>
            </p:nvSpPr>
            <p:spPr>
              <a:xfrm>
                <a:off x="6419370" y="1560296"/>
                <a:ext cx="50120" cy="278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1">
                    <a:moveTo>
                      <a:pt x="0" y="1474"/>
                    </a:moveTo>
                    <a:lnTo>
                      <a:pt x="2875" y="2921"/>
                    </a:lnTo>
                    <a:lnTo>
                      <a:pt x="5262" y="13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4" name="Surface mesh patch"/>
              <p:cNvSpPr/>
              <p:nvPr/>
            </p:nvSpPr>
            <p:spPr>
              <a:xfrm>
                <a:off x="6469490" y="1558120"/>
                <a:ext cx="50120" cy="204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0">
                    <a:moveTo>
                      <a:pt x="0" y="1587"/>
                    </a:moveTo>
                    <a:lnTo>
                      <a:pt x="2875" y="2150"/>
                    </a:lnTo>
                    <a:lnTo>
                      <a:pt x="5262" y="4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5" name="Surface mesh patch"/>
              <p:cNvSpPr/>
              <p:nvPr/>
            </p:nvSpPr>
            <p:spPr>
              <a:xfrm>
                <a:off x="6519610" y="1546873"/>
                <a:ext cx="50120" cy="170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7">
                    <a:moveTo>
                      <a:pt x="0" y="1671"/>
                    </a:moveTo>
                    <a:lnTo>
                      <a:pt x="2875" y="1787"/>
                    </a:lnTo>
                    <a:lnTo>
                      <a:pt x="5262" y="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6" name="Surface mesh patch"/>
              <p:cNvSpPr/>
              <p:nvPr/>
            </p:nvSpPr>
            <p:spPr>
              <a:xfrm>
                <a:off x="6569729" y="1531888"/>
                <a:ext cx="50120" cy="161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5">
                    <a:moveTo>
                      <a:pt x="0" y="1673"/>
                    </a:moveTo>
                    <a:lnTo>
                      <a:pt x="2875" y="1695"/>
                    </a:lnTo>
                    <a:lnTo>
                      <a:pt x="5262" y="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7" name="Surface mesh patch"/>
              <p:cNvSpPr/>
              <p:nvPr/>
            </p:nvSpPr>
            <p:spPr>
              <a:xfrm>
                <a:off x="6619849" y="1517530"/>
                <a:ext cx="50120" cy="16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4">
                    <a:moveTo>
                      <a:pt x="0" y="1580"/>
                    </a:moveTo>
                    <a:lnTo>
                      <a:pt x="2875" y="1774"/>
                    </a:lnTo>
                    <a:lnTo>
                      <a:pt x="5262" y="3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8" name="Surface mesh patch"/>
              <p:cNvSpPr/>
              <p:nvPr/>
            </p:nvSpPr>
            <p:spPr>
              <a:xfrm>
                <a:off x="6669969" y="1507001"/>
                <a:ext cx="50120" cy="186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3">
                    <a:moveTo>
                      <a:pt x="0" y="1407"/>
                    </a:moveTo>
                    <a:lnTo>
                      <a:pt x="2875" y="1953"/>
                    </a:lnTo>
                    <a:lnTo>
                      <a:pt x="5262" y="6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9" name="Surface mesh patch"/>
              <p:cNvSpPr/>
              <p:nvPr/>
            </p:nvSpPr>
            <p:spPr>
              <a:xfrm>
                <a:off x="5093528" y="1607531"/>
                <a:ext cx="50120" cy="11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9">
                    <a:moveTo>
                      <a:pt x="0" y="1179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9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0" name="Surface mesh patch"/>
              <p:cNvSpPr/>
              <p:nvPr/>
            </p:nvSpPr>
            <p:spPr>
              <a:xfrm>
                <a:off x="5143647" y="1599604"/>
                <a:ext cx="50120" cy="8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9">
                    <a:moveTo>
                      <a:pt x="0" y="832"/>
                    </a:moveTo>
                    <a:lnTo>
                      <a:pt x="2875" y="919"/>
                    </a:lnTo>
                    <a:lnTo>
                      <a:pt x="5262" y="1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1" name="Surface mesh patch"/>
              <p:cNvSpPr/>
              <p:nvPr/>
            </p:nvSpPr>
            <p:spPr>
              <a:xfrm>
                <a:off x="5193767" y="1596906"/>
                <a:ext cx="50120" cy="9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3">
                    <a:moveTo>
                      <a:pt x="0" y="472"/>
                    </a:moveTo>
                    <a:lnTo>
                      <a:pt x="2875" y="1003"/>
                    </a:lnTo>
                    <a:lnTo>
                      <a:pt x="5262" y="7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2" name="Surface mesh patch"/>
              <p:cNvSpPr/>
              <p:nvPr/>
            </p:nvSpPr>
            <p:spPr>
              <a:xfrm>
                <a:off x="5243887" y="1603399"/>
                <a:ext cx="50120" cy="13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0">
                    <a:moveTo>
                      <a:pt x="0" y="23"/>
                    </a:moveTo>
                    <a:lnTo>
                      <a:pt x="2875" y="1221"/>
                    </a:lnTo>
                    <a:lnTo>
                      <a:pt x="5262" y="14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3" name="Surface mesh patch"/>
              <p:cNvSpPr/>
              <p:nvPr/>
            </p:nvSpPr>
            <p:spPr>
              <a:xfrm>
                <a:off x="5294006" y="1617214"/>
                <a:ext cx="50120" cy="27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4">
                    <a:moveTo>
                      <a:pt x="0" y="0"/>
                    </a:moveTo>
                    <a:lnTo>
                      <a:pt x="2875" y="2062"/>
                    </a:lnTo>
                    <a:lnTo>
                      <a:pt x="5262" y="2864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4" name="Surface mesh patch"/>
              <p:cNvSpPr/>
              <p:nvPr/>
            </p:nvSpPr>
            <p:spPr>
              <a:xfrm>
                <a:off x="5344126" y="1644498"/>
                <a:ext cx="50120" cy="417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4">
                    <a:moveTo>
                      <a:pt x="0" y="0"/>
                    </a:moveTo>
                    <a:lnTo>
                      <a:pt x="2875" y="3065"/>
                    </a:lnTo>
                    <a:lnTo>
                      <a:pt x="5262" y="4384"/>
                    </a:lnTo>
                    <a:lnTo>
                      <a:pt x="2387" y="941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5" name="Surface mesh patch"/>
              <p:cNvSpPr/>
              <p:nvPr/>
            </p:nvSpPr>
            <p:spPr>
              <a:xfrm>
                <a:off x="5394246" y="1686260"/>
                <a:ext cx="50120" cy="545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2">
                    <a:moveTo>
                      <a:pt x="0" y="0"/>
                    </a:moveTo>
                    <a:lnTo>
                      <a:pt x="2875" y="4096"/>
                    </a:lnTo>
                    <a:lnTo>
                      <a:pt x="5262" y="5722"/>
                    </a:lnTo>
                    <a:lnTo>
                      <a:pt x="2387" y="1252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6" name="Surface mesh patch"/>
              <p:cNvSpPr/>
              <p:nvPr/>
            </p:nvSpPr>
            <p:spPr>
              <a:xfrm>
                <a:off x="5444365" y="1740765"/>
                <a:ext cx="50120" cy="62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6">
                    <a:moveTo>
                      <a:pt x="0" y="0"/>
                    </a:moveTo>
                    <a:lnTo>
                      <a:pt x="2875" y="4996"/>
                    </a:lnTo>
                    <a:lnTo>
                      <a:pt x="5262" y="6526"/>
                    </a:lnTo>
                    <a:lnTo>
                      <a:pt x="2387" y="1239"/>
                    </a:lnTo>
                    <a:close/>
                  </a:path>
                </a:pathLst>
              </a:custGeom>
              <a:solidFill>
                <a:srgbClr val="8fadfd"/>
              </a:solidFill>
              <a:ln w="3334" cap="flat" cmpd="sng" algn="ctr">
                <a:solidFill>
                  <a:srgbClr val="8fa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7" name="Surface mesh patch"/>
              <p:cNvSpPr/>
              <p:nvPr/>
            </p:nvSpPr>
            <p:spPr>
              <a:xfrm>
                <a:off x="5494485" y="1802924"/>
                <a:ext cx="50120" cy="613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9">
                    <a:moveTo>
                      <a:pt x="0" y="0"/>
                    </a:moveTo>
                    <a:lnTo>
                      <a:pt x="2875" y="5575"/>
                    </a:lnTo>
                    <a:lnTo>
                      <a:pt x="5262" y="6439"/>
                    </a:lnTo>
                    <a:lnTo>
                      <a:pt x="2387" y="741"/>
                    </a:lnTo>
                    <a:close/>
                  </a:path>
                </a:pathLst>
              </a:custGeom>
              <a:solidFill>
                <a:srgbClr val="7d9afc"/>
              </a:solidFill>
              <a:ln w="3334" cap="flat" cmpd="sng" algn="ctr">
                <a:solidFill>
                  <a:srgbClr val="7d9a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8" name="Surface mesh patch"/>
              <p:cNvSpPr/>
              <p:nvPr/>
            </p:nvSpPr>
            <p:spPr>
              <a:xfrm>
                <a:off x="5544605" y="1861101"/>
                <a:ext cx="50120" cy="57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0">
                    <a:moveTo>
                      <a:pt x="0" y="331"/>
                    </a:moveTo>
                    <a:lnTo>
                      <a:pt x="2875" y="5990"/>
                    </a:lnTo>
                    <a:lnTo>
                      <a:pt x="5262" y="5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680f3"/>
              </a:solidFill>
              <a:ln w="3334" cap="flat" cmpd="sng" algn="ctr">
                <a:solidFill>
                  <a:srgbClr val="668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9" name="Surface mesh patch"/>
              <p:cNvSpPr/>
              <p:nvPr/>
            </p:nvSpPr>
            <p:spPr>
              <a:xfrm>
                <a:off x="5594724" y="1895685"/>
                <a:ext cx="50120" cy="67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4">
                    <a:moveTo>
                      <a:pt x="0" y="1927"/>
                    </a:moveTo>
                    <a:lnTo>
                      <a:pt x="2875" y="7084"/>
                    </a:lnTo>
                    <a:lnTo>
                      <a:pt x="5262" y="48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66eed"/>
              </a:solidFill>
              <a:ln w="3334" cap="flat" cmpd="sng" algn="ctr">
                <a:solidFill>
                  <a:srgbClr val="566e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0" name="Surface mesh patch"/>
              <p:cNvSpPr/>
              <p:nvPr/>
            </p:nvSpPr>
            <p:spPr>
              <a:xfrm>
                <a:off x="5644844" y="1905085"/>
                <a:ext cx="50120" cy="756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47">
                    <a:moveTo>
                      <a:pt x="0" y="3841"/>
                    </a:moveTo>
                    <a:lnTo>
                      <a:pt x="2875" y="7947"/>
                    </a:lnTo>
                    <a:lnTo>
                      <a:pt x="5262" y="3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067ea"/>
              </a:solidFill>
              <a:ln w="3334" cap="flat" cmpd="sng" algn="ctr">
                <a:solidFill>
                  <a:srgbClr val="5067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1" name="Surface mesh patch"/>
              <p:cNvSpPr/>
              <p:nvPr/>
            </p:nvSpPr>
            <p:spPr>
              <a:xfrm>
                <a:off x="5694964" y="1884455"/>
                <a:ext cx="50120" cy="805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5">
                    <a:moveTo>
                      <a:pt x="0" y="5773"/>
                    </a:moveTo>
                    <a:lnTo>
                      <a:pt x="2875" y="8455"/>
                    </a:lnTo>
                    <a:lnTo>
                      <a:pt x="5262" y="21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66fed"/>
              </a:solidFill>
              <a:ln w="3334" cap="flat" cmpd="sng" algn="ctr">
                <a:solidFill>
                  <a:srgbClr val="566f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2" name="Surface mesh patch"/>
              <p:cNvSpPr/>
              <p:nvPr/>
            </p:nvSpPr>
            <p:spPr>
              <a:xfrm>
                <a:off x="5745083" y="1833807"/>
                <a:ext cx="50120" cy="819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08">
                    <a:moveTo>
                      <a:pt x="0" y="7431"/>
                    </a:moveTo>
                    <a:lnTo>
                      <a:pt x="2875" y="8608"/>
                    </a:lnTo>
                    <a:lnTo>
                      <a:pt x="5262" y="6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a85f4"/>
              </a:solidFill>
              <a:ln w="3334" cap="flat" cmpd="sng" algn="ctr">
                <a:solidFill>
                  <a:srgbClr val="6a85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3" name="Surface mesh patch"/>
              <p:cNvSpPr/>
              <p:nvPr/>
            </p:nvSpPr>
            <p:spPr>
              <a:xfrm>
                <a:off x="5795203" y="1753552"/>
                <a:ext cx="50120" cy="86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76">
                    <a:moveTo>
                      <a:pt x="0" y="9076"/>
                    </a:moveTo>
                    <a:lnTo>
                      <a:pt x="2875" y="9015"/>
                    </a:lnTo>
                    <a:lnTo>
                      <a:pt x="5262" y="0"/>
                    </a:lnTo>
                    <a:lnTo>
                      <a:pt x="2387" y="438"/>
                    </a:lnTo>
                    <a:close/>
                  </a:path>
                </a:pathLst>
              </a:custGeom>
              <a:solidFill>
                <a:srgbClr val="85a2fd"/>
              </a:solidFill>
              <a:ln w="3334" cap="flat" cmpd="sng" algn="ctr">
                <a:solidFill>
                  <a:srgbClr val="85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4" name="Surface mesh patch"/>
              <p:cNvSpPr/>
              <p:nvPr/>
            </p:nvSpPr>
            <p:spPr>
              <a:xfrm>
                <a:off x="5845322" y="1656623"/>
                <a:ext cx="50120" cy="969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76">
                    <a:moveTo>
                      <a:pt x="0" y="10176"/>
                    </a:moveTo>
                    <a:lnTo>
                      <a:pt x="2875" y="9481"/>
                    </a:lnTo>
                    <a:lnTo>
                      <a:pt x="5262" y="0"/>
                    </a:lnTo>
                    <a:lnTo>
                      <a:pt x="2387" y="815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5" name="Surface mesh patch"/>
              <p:cNvSpPr/>
              <p:nvPr/>
            </p:nvSpPr>
            <p:spPr>
              <a:xfrm>
                <a:off x="5895442" y="1562606"/>
                <a:ext cx="50120" cy="94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1">
                    <a:moveTo>
                      <a:pt x="0" y="9871"/>
                    </a:moveTo>
                    <a:lnTo>
                      <a:pt x="2875" y="9398"/>
                    </a:lnTo>
                    <a:lnTo>
                      <a:pt x="5262" y="0"/>
                    </a:lnTo>
                    <a:lnTo>
                      <a:pt x="2387" y="226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6" name="Surface mesh patch"/>
              <p:cNvSpPr/>
              <p:nvPr/>
            </p:nvSpPr>
            <p:spPr>
              <a:xfrm>
                <a:off x="5945562" y="1471945"/>
                <a:ext cx="50120" cy="971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97">
                    <a:moveTo>
                      <a:pt x="0" y="9518"/>
                    </a:moveTo>
                    <a:lnTo>
                      <a:pt x="2875" y="10197"/>
                    </a:lnTo>
                    <a:lnTo>
                      <a:pt x="5262" y="13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7" name="Surface mesh patch"/>
              <p:cNvSpPr/>
              <p:nvPr/>
            </p:nvSpPr>
            <p:spPr>
              <a:xfrm>
                <a:off x="5995681" y="1399746"/>
                <a:ext cx="50120" cy="109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09">
                    <a:moveTo>
                      <a:pt x="0" y="8956"/>
                    </a:moveTo>
                    <a:lnTo>
                      <a:pt x="2875" y="11509"/>
                    </a:lnTo>
                    <a:lnTo>
                      <a:pt x="5262" y="3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5dedf"/>
              </a:solidFill>
              <a:ln w="3334" cap="flat" cmpd="sng" algn="ctr">
                <a:solidFill>
                  <a:srgbClr val="e5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8" name="Surface mesh patch"/>
              <p:cNvSpPr/>
              <p:nvPr/>
            </p:nvSpPr>
            <p:spPr>
              <a:xfrm>
                <a:off x="6045801" y="1359462"/>
                <a:ext cx="50120" cy="119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97">
                    <a:moveTo>
                      <a:pt x="0" y="7933"/>
                    </a:moveTo>
                    <a:lnTo>
                      <a:pt x="2875" y="12597"/>
                    </a:lnTo>
                    <a:lnTo>
                      <a:pt x="5262" y="61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9" name="Surface mesh patch"/>
              <p:cNvSpPr/>
              <p:nvPr/>
            </p:nvSpPr>
            <p:spPr>
              <a:xfrm>
                <a:off x="6095921" y="1355827"/>
                <a:ext cx="50120" cy="122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10">
                    <a:moveTo>
                      <a:pt x="0" y="6524"/>
                    </a:moveTo>
                    <a:lnTo>
                      <a:pt x="2875" y="12910"/>
                    </a:lnTo>
                    <a:lnTo>
                      <a:pt x="5262" y="79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0" name="Surface mesh patch"/>
              <p:cNvSpPr/>
              <p:nvPr/>
            </p:nvSpPr>
            <p:spPr>
              <a:xfrm>
                <a:off x="6146040" y="1384482"/>
                <a:ext cx="50120" cy="1157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55">
                    <a:moveTo>
                      <a:pt x="0" y="4945"/>
                    </a:moveTo>
                    <a:lnTo>
                      <a:pt x="2875" y="12155"/>
                    </a:lnTo>
                    <a:lnTo>
                      <a:pt x="5262" y="8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6dddc"/>
              </a:solidFill>
              <a:ln w="3334" cap="flat" cmpd="sng" algn="ctr">
                <a:solidFill>
                  <a:srgbClr val="e6ddd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1" name="Surface mesh patch"/>
              <p:cNvSpPr/>
              <p:nvPr/>
            </p:nvSpPr>
            <p:spPr>
              <a:xfrm>
                <a:off x="6196160" y="1433210"/>
                <a:ext cx="50120" cy="99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52">
                    <a:moveTo>
                      <a:pt x="0" y="3484"/>
                    </a:moveTo>
                    <a:lnTo>
                      <a:pt x="2875" y="10452"/>
                    </a:lnTo>
                    <a:lnTo>
                      <a:pt x="5262" y="79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2" name="Surface mesh patch"/>
              <p:cNvSpPr/>
              <p:nvPr/>
            </p:nvSpPr>
            <p:spPr>
              <a:xfrm>
                <a:off x="6246280" y="1486653"/>
                <a:ext cx="50120" cy="78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43">
                    <a:moveTo>
                      <a:pt x="0" y="2379"/>
                    </a:moveTo>
                    <a:lnTo>
                      <a:pt x="2875" y="8243"/>
                    </a:lnTo>
                    <a:lnTo>
                      <a:pt x="5262" y="6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3" name="Surface mesh patch"/>
              <p:cNvSpPr/>
              <p:nvPr/>
            </p:nvSpPr>
            <p:spPr>
              <a:xfrm>
                <a:off x="6296399" y="1531819"/>
                <a:ext cx="50120" cy="576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50">
                    <a:moveTo>
                      <a:pt x="0" y="1724"/>
                    </a:moveTo>
                    <a:lnTo>
                      <a:pt x="2875" y="6050"/>
                    </a:lnTo>
                    <a:lnTo>
                      <a:pt x="5262" y="45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4" name="Surface mesh patch"/>
              <p:cNvSpPr/>
              <p:nvPr/>
            </p:nvSpPr>
            <p:spPr>
              <a:xfrm>
                <a:off x="6346519" y="1561469"/>
                <a:ext cx="50120" cy="40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46">
                    <a:moveTo>
                      <a:pt x="0" y="1464"/>
                    </a:moveTo>
                    <a:lnTo>
                      <a:pt x="2875" y="4246"/>
                    </a:lnTo>
                    <a:lnTo>
                      <a:pt x="5262" y="28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5" name="Surface mesh patch"/>
              <p:cNvSpPr/>
              <p:nvPr/>
            </p:nvSpPr>
            <p:spPr>
              <a:xfrm>
                <a:off x="6396639" y="1574337"/>
                <a:ext cx="50120" cy="283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75">
                    <a:moveTo>
                      <a:pt x="0" y="1459"/>
                    </a:moveTo>
                    <a:lnTo>
                      <a:pt x="2875" y="2975"/>
                    </a:lnTo>
                    <a:lnTo>
                      <a:pt x="5262" y="14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6" name="Surface mesh patch"/>
              <p:cNvSpPr/>
              <p:nvPr/>
            </p:nvSpPr>
            <p:spPr>
              <a:xfrm>
                <a:off x="6446758" y="1573237"/>
                <a:ext cx="50120" cy="20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0">
                    <a:moveTo>
                      <a:pt x="0" y="1562"/>
                    </a:moveTo>
                    <a:lnTo>
                      <a:pt x="2875" y="2200"/>
                    </a:lnTo>
                    <a:lnTo>
                      <a:pt x="5262" y="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7" name="Surface mesh patch"/>
              <p:cNvSpPr/>
              <p:nvPr/>
            </p:nvSpPr>
            <p:spPr>
              <a:xfrm>
                <a:off x="6496878" y="1562790"/>
                <a:ext cx="50120" cy="172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">
                    <a:moveTo>
                      <a:pt x="0" y="1659"/>
                    </a:moveTo>
                    <a:lnTo>
                      <a:pt x="2875" y="1807"/>
                    </a:lnTo>
                    <a:lnTo>
                      <a:pt x="5262" y="1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8" name="Surface mesh patch"/>
              <p:cNvSpPr/>
              <p:nvPr/>
            </p:nvSpPr>
            <p:spPr>
              <a:xfrm>
                <a:off x="6546997" y="1547821"/>
                <a:ext cx="50120" cy="160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7">
                    <a:moveTo>
                      <a:pt x="0" y="1687"/>
                    </a:moveTo>
                    <a:lnTo>
                      <a:pt x="2875" y="1678"/>
                    </a:lnTo>
                    <a:lnTo>
                      <a:pt x="5262" y="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9" name="Surface mesh patch"/>
              <p:cNvSpPr/>
              <p:nvPr/>
            </p:nvSpPr>
            <p:spPr>
              <a:xfrm>
                <a:off x="6597117" y="1532577"/>
                <a:ext cx="50120" cy="164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5">
                    <a:moveTo>
                      <a:pt x="0" y="1623"/>
                    </a:moveTo>
                    <a:lnTo>
                      <a:pt x="2875" y="1725"/>
                    </a:lnTo>
                    <a:lnTo>
                      <a:pt x="5262" y="1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0" name="Surface mesh patch"/>
              <p:cNvSpPr/>
              <p:nvPr/>
            </p:nvSpPr>
            <p:spPr>
              <a:xfrm>
                <a:off x="6647237" y="1520403"/>
                <a:ext cx="50120" cy="17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4">
                    <a:moveTo>
                      <a:pt x="0" y="1472"/>
                    </a:moveTo>
                    <a:lnTo>
                      <a:pt x="2875" y="1884"/>
                    </a:lnTo>
                    <a:lnTo>
                      <a:pt x="5262" y="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1" name="Surface mesh patch"/>
              <p:cNvSpPr/>
              <p:nvPr/>
            </p:nvSpPr>
            <p:spPr>
              <a:xfrm>
                <a:off x="5120916" y="1607531"/>
                <a:ext cx="50120" cy="10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5">
                    <a:moveTo>
                      <a:pt x="0" y="1050"/>
                    </a:moveTo>
                    <a:lnTo>
                      <a:pt x="2875" y="1055"/>
                    </a:lnTo>
                    <a:lnTo>
                      <a:pt x="5262" y="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2" name="Surface mesh patch"/>
              <p:cNvSpPr/>
              <p:nvPr/>
            </p:nvSpPr>
            <p:spPr>
              <a:xfrm>
                <a:off x="5171035" y="1601397"/>
                <a:ext cx="50120" cy="10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6">
                    <a:moveTo>
                      <a:pt x="0" y="731"/>
                    </a:moveTo>
                    <a:lnTo>
                      <a:pt x="2875" y="1106"/>
                    </a:lnTo>
                    <a:lnTo>
                      <a:pt x="5262" y="5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3" name="Surface mesh patch"/>
              <p:cNvSpPr/>
              <p:nvPr/>
            </p:nvSpPr>
            <p:spPr>
              <a:xfrm>
                <a:off x="5221155" y="1603616"/>
                <a:ext cx="50120" cy="11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8">
                    <a:moveTo>
                      <a:pt x="0" y="298"/>
                    </a:moveTo>
                    <a:lnTo>
                      <a:pt x="2875" y="1258"/>
                    </a:lnTo>
                    <a:lnTo>
                      <a:pt x="5262" y="1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4" name="Surface mesh patch"/>
              <p:cNvSpPr/>
              <p:nvPr/>
            </p:nvSpPr>
            <p:spPr>
              <a:xfrm>
                <a:off x="5271275" y="1615026"/>
                <a:ext cx="50120" cy="21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2">
                    <a:moveTo>
                      <a:pt x="0" y="0"/>
                    </a:moveTo>
                    <a:lnTo>
                      <a:pt x="2875" y="1739"/>
                    </a:lnTo>
                    <a:lnTo>
                      <a:pt x="5262" y="2292"/>
                    </a:lnTo>
                    <a:lnTo>
                      <a:pt x="2387" y="23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5" name="Surface mesh patch"/>
              <p:cNvSpPr/>
              <p:nvPr/>
            </p:nvSpPr>
            <p:spPr>
              <a:xfrm>
                <a:off x="5321394" y="1636858"/>
                <a:ext cx="50120" cy="36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7">
                    <a:moveTo>
                      <a:pt x="0" y="0"/>
                    </a:moveTo>
                    <a:lnTo>
                      <a:pt x="2875" y="2664"/>
                    </a:lnTo>
                    <a:lnTo>
                      <a:pt x="5262" y="3867"/>
                    </a:lnTo>
                    <a:lnTo>
                      <a:pt x="2387" y="802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6" name="Surface mesh patch"/>
              <p:cNvSpPr/>
              <p:nvPr/>
            </p:nvSpPr>
            <p:spPr>
              <a:xfrm>
                <a:off x="5371514" y="1673689"/>
                <a:ext cx="50120" cy="51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16">
                    <a:moveTo>
                      <a:pt x="0" y="0"/>
                    </a:moveTo>
                    <a:lnTo>
                      <a:pt x="2875" y="3656"/>
                    </a:lnTo>
                    <a:lnTo>
                      <a:pt x="5262" y="5416"/>
                    </a:lnTo>
                    <a:lnTo>
                      <a:pt x="2387" y="132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7" name="Surface mesh patch"/>
              <p:cNvSpPr/>
              <p:nvPr/>
            </p:nvSpPr>
            <p:spPr>
              <a:xfrm>
                <a:off x="5421633" y="1725274"/>
                <a:ext cx="50120" cy="630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23">
                    <a:moveTo>
                      <a:pt x="0" y="0"/>
                    </a:moveTo>
                    <a:lnTo>
                      <a:pt x="2875" y="4583"/>
                    </a:lnTo>
                    <a:lnTo>
                      <a:pt x="5262" y="6623"/>
                    </a:lnTo>
                    <a:lnTo>
                      <a:pt x="2387" y="1626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8" name="Surface mesh patch"/>
              <p:cNvSpPr/>
              <p:nvPr/>
            </p:nvSpPr>
            <p:spPr>
              <a:xfrm>
                <a:off x="5471753" y="1788353"/>
                <a:ext cx="50120" cy="676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05">
                    <a:moveTo>
                      <a:pt x="0" y="0"/>
                    </a:moveTo>
                    <a:lnTo>
                      <a:pt x="2875" y="5274"/>
                    </a:lnTo>
                    <a:lnTo>
                      <a:pt x="5262" y="7105"/>
                    </a:lnTo>
                    <a:lnTo>
                      <a:pt x="2387" y="1530"/>
                    </a:lnTo>
                    <a:close/>
                  </a:path>
                </a:pathLst>
              </a:custGeom>
              <a:solidFill>
                <a:srgbClr val="84a2fd"/>
              </a:solidFill>
              <a:ln w="3334" cap="flat" cmpd="sng" algn="ctr">
                <a:solidFill>
                  <a:srgbClr val="84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9" name="Surface mesh patch"/>
              <p:cNvSpPr/>
              <p:nvPr/>
            </p:nvSpPr>
            <p:spPr>
              <a:xfrm>
                <a:off x="5521873" y="1856026"/>
                <a:ext cx="50120" cy="62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3">
                    <a:moveTo>
                      <a:pt x="0" y="0"/>
                    </a:moveTo>
                    <a:lnTo>
                      <a:pt x="2875" y="5548"/>
                    </a:lnTo>
                    <a:lnTo>
                      <a:pt x="5262" y="6523"/>
                    </a:lnTo>
                    <a:lnTo>
                      <a:pt x="2387" y="864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0" name="Surface mesh patch"/>
              <p:cNvSpPr/>
              <p:nvPr/>
            </p:nvSpPr>
            <p:spPr>
              <a:xfrm>
                <a:off x="5571992" y="1914036"/>
                <a:ext cx="50120" cy="54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6">
                    <a:moveTo>
                      <a:pt x="0" y="433"/>
                    </a:moveTo>
                    <a:lnTo>
                      <a:pt x="2875" y="5706"/>
                    </a:lnTo>
                    <a:lnTo>
                      <a:pt x="5262" y="51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56dec"/>
              </a:solidFill>
              <a:ln w="3334" cap="flat" cmpd="sng" algn="ctr">
                <a:solidFill>
                  <a:srgbClr val="556d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1" name="Surface mesh patch"/>
              <p:cNvSpPr/>
              <p:nvPr/>
            </p:nvSpPr>
            <p:spPr>
              <a:xfrm>
                <a:off x="5622112" y="1941675"/>
                <a:ext cx="50120" cy="636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78">
                    <a:moveTo>
                      <a:pt x="0" y="2256"/>
                    </a:moveTo>
                    <a:lnTo>
                      <a:pt x="2875" y="6678"/>
                    </a:lnTo>
                    <a:lnTo>
                      <a:pt x="5262" y="41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85ee7"/>
              </a:solidFill>
              <a:ln w="3334" cap="flat" cmpd="sng" algn="ctr">
                <a:solidFill>
                  <a:srgbClr val="485e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2" name="Surface mesh patch"/>
              <p:cNvSpPr/>
              <p:nvPr/>
            </p:nvSpPr>
            <p:spPr>
              <a:xfrm>
                <a:off x="5672232" y="1939441"/>
                <a:ext cx="50120" cy="710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7">
                    <a:moveTo>
                      <a:pt x="0" y="4340"/>
                    </a:moveTo>
                    <a:lnTo>
                      <a:pt x="2875" y="7457"/>
                    </a:lnTo>
                    <a:lnTo>
                      <a:pt x="5262" y="26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75de7"/>
              </a:solidFill>
              <a:ln w="3334" cap="flat" cmpd="sng" algn="ctr">
                <a:solidFill>
                  <a:srgbClr val="475d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3" name="Surface mesh patch"/>
              <p:cNvSpPr/>
              <p:nvPr/>
            </p:nvSpPr>
            <p:spPr>
              <a:xfrm>
                <a:off x="5722351" y="1904583"/>
                <a:ext cx="50120" cy="757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54">
                    <a:moveTo>
                      <a:pt x="0" y="6342"/>
                    </a:moveTo>
                    <a:lnTo>
                      <a:pt x="2875" y="7954"/>
                    </a:lnTo>
                    <a:lnTo>
                      <a:pt x="5262" y="11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36bec"/>
              </a:solidFill>
              <a:ln w="3334" cap="flat" cmpd="sng" algn="ctr">
                <a:solidFill>
                  <a:srgbClr val="536b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4" name="Surface mesh patch"/>
              <p:cNvSpPr/>
              <p:nvPr/>
            </p:nvSpPr>
            <p:spPr>
              <a:xfrm>
                <a:off x="5772471" y="1839422"/>
                <a:ext cx="50120" cy="787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67">
                    <a:moveTo>
                      <a:pt x="0" y="8019"/>
                    </a:moveTo>
                    <a:lnTo>
                      <a:pt x="2875" y="8267"/>
                    </a:lnTo>
                    <a:lnTo>
                      <a:pt x="5262" y="0"/>
                    </a:lnTo>
                    <a:lnTo>
                      <a:pt x="2387" y="61"/>
                    </a:lnTo>
                    <a:close/>
                  </a:path>
                </a:pathLst>
              </a:custGeom>
              <a:solidFill>
                <a:srgbClr val="6b87f5"/>
              </a:solidFill>
              <a:ln w="3334" cap="flat" cmpd="sng" algn="ctr">
                <a:solidFill>
                  <a:srgbClr val="6b87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5" name="Surface mesh patch"/>
              <p:cNvSpPr/>
              <p:nvPr/>
            </p:nvSpPr>
            <p:spPr>
              <a:xfrm>
                <a:off x="5822591" y="1746928"/>
                <a:ext cx="50120" cy="924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11">
                    <a:moveTo>
                      <a:pt x="0" y="9711"/>
                    </a:moveTo>
                    <a:lnTo>
                      <a:pt x="2875" y="9084"/>
                    </a:lnTo>
                    <a:lnTo>
                      <a:pt x="5262" y="0"/>
                    </a:lnTo>
                    <a:lnTo>
                      <a:pt x="2387" y="695"/>
                    </a:lnTo>
                    <a:close/>
                  </a:path>
                </a:pathLst>
              </a:custGeom>
              <a:solidFill>
                <a:srgbClr val="89a6fd"/>
              </a:solidFill>
              <a:ln w="3334" cap="flat" cmpd="sng" algn="ctr">
                <a:solidFill>
                  <a:srgbClr val="89a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6" name="Surface mesh patch"/>
              <p:cNvSpPr/>
              <p:nvPr/>
            </p:nvSpPr>
            <p:spPr>
              <a:xfrm>
                <a:off x="5872710" y="1652124"/>
                <a:ext cx="50120" cy="948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53">
                    <a:moveTo>
                      <a:pt x="0" y="9953"/>
                    </a:moveTo>
                    <a:lnTo>
                      <a:pt x="2875" y="9212"/>
                    </a:lnTo>
                    <a:lnTo>
                      <a:pt x="5262" y="0"/>
                    </a:lnTo>
                    <a:lnTo>
                      <a:pt x="2387" y="472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7" name="Surface mesh patch"/>
              <p:cNvSpPr/>
              <p:nvPr/>
            </p:nvSpPr>
            <p:spPr>
              <a:xfrm>
                <a:off x="5922830" y="1562606"/>
                <a:ext cx="50120" cy="89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05">
                    <a:moveTo>
                      <a:pt x="0" y="9398"/>
                    </a:moveTo>
                    <a:lnTo>
                      <a:pt x="2875" y="9405"/>
                    </a:lnTo>
                    <a:lnTo>
                      <a:pt x="5262" y="6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8" name="Surface mesh patch"/>
              <p:cNvSpPr/>
              <p:nvPr/>
            </p:nvSpPr>
            <p:spPr>
              <a:xfrm>
                <a:off x="5972950" y="1485050"/>
                <a:ext cx="50120" cy="981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00">
                    <a:moveTo>
                      <a:pt x="0" y="8821"/>
                    </a:moveTo>
                    <a:lnTo>
                      <a:pt x="2875" y="10300"/>
                    </a:lnTo>
                    <a:lnTo>
                      <a:pt x="5262" y="25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9" name="Surface mesh patch"/>
              <p:cNvSpPr/>
              <p:nvPr/>
            </p:nvSpPr>
            <p:spPr>
              <a:xfrm>
                <a:off x="6023069" y="1435024"/>
                <a:ext cx="50120" cy="1056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94">
                    <a:moveTo>
                      <a:pt x="0" y="7805"/>
                    </a:moveTo>
                    <a:lnTo>
                      <a:pt x="2875" y="11094"/>
                    </a:lnTo>
                    <a:lnTo>
                      <a:pt x="5262" y="4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0" name="Surface mesh patch"/>
              <p:cNvSpPr/>
              <p:nvPr/>
            </p:nvSpPr>
            <p:spPr>
              <a:xfrm>
                <a:off x="6073189" y="1417971"/>
                <a:ext cx="50120" cy="1082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61">
                    <a:moveTo>
                      <a:pt x="0" y="6455"/>
                    </a:moveTo>
                    <a:lnTo>
                      <a:pt x="2875" y="11361"/>
                    </a:lnTo>
                    <a:lnTo>
                      <a:pt x="5262" y="63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1" name="Surface mesh patch"/>
              <p:cNvSpPr/>
              <p:nvPr/>
            </p:nvSpPr>
            <p:spPr>
              <a:xfrm>
                <a:off x="6123308" y="1431583"/>
                <a:ext cx="50120" cy="103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18">
                    <a:moveTo>
                      <a:pt x="0" y="4957"/>
                    </a:moveTo>
                    <a:lnTo>
                      <a:pt x="2875" y="10818"/>
                    </a:lnTo>
                    <a:lnTo>
                      <a:pt x="5262" y="7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2" name="Surface mesh patch"/>
              <p:cNvSpPr/>
              <p:nvPr/>
            </p:nvSpPr>
            <p:spPr>
              <a:xfrm>
                <a:off x="6173428" y="1466398"/>
                <a:ext cx="50120" cy="903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8">
                    <a:moveTo>
                      <a:pt x="0" y="3555"/>
                    </a:moveTo>
                    <a:lnTo>
                      <a:pt x="2875" y="9488"/>
                    </a:lnTo>
                    <a:lnTo>
                      <a:pt x="5262" y="69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3" name="Surface mesh patch"/>
              <p:cNvSpPr/>
              <p:nvPr/>
            </p:nvSpPr>
            <p:spPr>
              <a:xfrm>
                <a:off x="6223548" y="1509317"/>
                <a:ext cx="50120" cy="731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75">
                    <a:moveTo>
                      <a:pt x="0" y="2462"/>
                    </a:moveTo>
                    <a:lnTo>
                      <a:pt x="2875" y="7675"/>
                    </a:lnTo>
                    <a:lnTo>
                      <a:pt x="5262" y="58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4" name="Surface mesh patch"/>
              <p:cNvSpPr/>
              <p:nvPr/>
            </p:nvSpPr>
            <p:spPr>
              <a:xfrm>
                <a:off x="6273667" y="1548242"/>
                <a:ext cx="50120" cy="552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97">
                    <a:moveTo>
                      <a:pt x="0" y="1777"/>
                    </a:moveTo>
                    <a:lnTo>
                      <a:pt x="2875" y="5797"/>
                    </a:lnTo>
                    <a:lnTo>
                      <a:pt x="5262" y="4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5" name="Surface mesh patch"/>
              <p:cNvSpPr/>
              <p:nvPr/>
            </p:nvSpPr>
            <p:spPr>
              <a:xfrm>
                <a:off x="6323787" y="1575413"/>
                <a:ext cx="50120" cy="398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88">
                    <a:moveTo>
                      <a:pt x="0" y="1473"/>
                    </a:moveTo>
                    <a:lnTo>
                      <a:pt x="2875" y="4188"/>
                    </a:lnTo>
                    <a:lnTo>
                      <a:pt x="5262" y="27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6" name="Surface mesh patch"/>
              <p:cNvSpPr/>
              <p:nvPr/>
            </p:nvSpPr>
            <p:spPr>
              <a:xfrm>
                <a:off x="6373907" y="1588237"/>
                <a:ext cx="50120" cy="286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04">
                    <a:moveTo>
                      <a:pt x="0" y="1436"/>
                    </a:moveTo>
                    <a:lnTo>
                      <a:pt x="2875" y="3004"/>
                    </a:lnTo>
                    <a:lnTo>
                      <a:pt x="5262" y="15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7" name="Surface mesh patch"/>
              <p:cNvSpPr/>
              <p:nvPr/>
            </p:nvSpPr>
            <p:spPr>
              <a:xfrm>
                <a:off x="6424026" y="1588115"/>
                <a:ext cx="50120" cy="213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45">
                    <a:moveTo>
                      <a:pt x="0" y="1529"/>
                    </a:moveTo>
                    <a:lnTo>
                      <a:pt x="2875" y="2245"/>
                    </a:lnTo>
                    <a:lnTo>
                      <a:pt x="5262" y="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8" name="Surface mesh patch"/>
              <p:cNvSpPr/>
              <p:nvPr/>
            </p:nvSpPr>
            <p:spPr>
              <a:xfrm>
                <a:off x="6474146" y="1578595"/>
                <a:ext cx="50120" cy="174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2">
                    <a:moveTo>
                      <a:pt x="0" y="1638"/>
                    </a:moveTo>
                    <a:lnTo>
                      <a:pt x="2875" y="1832"/>
                    </a:lnTo>
                    <a:lnTo>
                      <a:pt x="5262" y="1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9" name="Surface mesh patch"/>
              <p:cNvSpPr/>
              <p:nvPr/>
            </p:nvSpPr>
            <p:spPr>
              <a:xfrm>
                <a:off x="6524266" y="1563806"/>
                <a:ext cx="50120" cy="161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">
                    <a:moveTo>
                      <a:pt x="0" y="1700"/>
                    </a:moveTo>
                    <a:lnTo>
                      <a:pt x="2875" y="1679"/>
                    </a:lnTo>
                    <a:lnTo>
                      <a:pt x="5262" y="0"/>
                    </a:lnTo>
                    <a:lnTo>
                      <a:pt x="2387" y="9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0" name="Surface mesh patch"/>
              <p:cNvSpPr/>
              <p:nvPr/>
            </p:nvSpPr>
            <p:spPr>
              <a:xfrm>
                <a:off x="6574385" y="1548033"/>
                <a:ext cx="50120" cy="16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5">
                    <a:moveTo>
                      <a:pt x="0" y="1656"/>
                    </a:moveTo>
                    <a:lnTo>
                      <a:pt x="2875" y="1685"/>
                    </a:lnTo>
                    <a:lnTo>
                      <a:pt x="5262" y="1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1" name="Surface mesh patch"/>
              <p:cNvSpPr/>
              <p:nvPr/>
            </p:nvSpPr>
            <p:spPr>
              <a:xfrm>
                <a:off x="6624505" y="1534428"/>
                <a:ext cx="50120" cy="173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9">
                    <a:moveTo>
                      <a:pt x="0" y="1531"/>
                    </a:moveTo>
                    <a:lnTo>
                      <a:pt x="2875" y="1819"/>
                    </a:lnTo>
                    <a:lnTo>
                      <a:pt x="5262" y="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2" name="Surface mesh patch"/>
              <p:cNvSpPr/>
              <p:nvPr/>
            </p:nvSpPr>
            <p:spPr>
              <a:xfrm>
                <a:off x="5148303" y="1608361"/>
                <a:ext cx="50120" cy="115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9">
                    <a:moveTo>
                      <a:pt x="0" y="968"/>
                    </a:moveTo>
                    <a:lnTo>
                      <a:pt x="2875" y="1209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3" name="Surface mesh patch"/>
              <p:cNvSpPr/>
              <p:nvPr/>
            </p:nvSpPr>
            <p:spPr>
              <a:xfrm>
                <a:off x="5198423" y="1606454"/>
                <a:ext cx="50120" cy="125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576"/>
                    </a:moveTo>
                    <a:lnTo>
                      <a:pt x="2875" y="1322"/>
                    </a:lnTo>
                    <a:lnTo>
                      <a:pt x="5262" y="9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4" name="Surface mesh patch"/>
              <p:cNvSpPr/>
              <p:nvPr/>
            </p:nvSpPr>
            <p:spPr>
              <a:xfrm>
                <a:off x="5248543" y="1615026"/>
                <a:ext cx="50120" cy="16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9">
                    <a:moveTo>
                      <a:pt x="0" y="60"/>
                    </a:moveTo>
                    <a:lnTo>
                      <a:pt x="2875" y="1497"/>
                    </a:lnTo>
                    <a:lnTo>
                      <a:pt x="5262" y="17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5" name="Surface mesh patch"/>
              <p:cNvSpPr/>
              <p:nvPr/>
            </p:nvSpPr>
            <p:spPr>
              <a:xfrm>
                <a:off x="5298662" y="1631586"/>
                <a:ext cx="50120" cy="30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18">
                    <a:moveTo>
                      <a:pt x="0" y="0"/>
                    </a:moveTo>
                    <a:lnTo>
                      <a:pt x="2875" y="2274"/>
                    </a:lnTo>
                    <a:lnTo>
                      <a:pt x="5262" y="3218"/>
                    </a:lnTo>
                    <a:lnTo>
                      <a:pt x="2387" y="554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6" name="Surface mesh patch"/>
              <p:cNvSpPr/>
              <p:nvPr/>
            </p:nvSpPr>
            <p:spPr>
              <a:xfrm>
                <a:off x="5348782" y="1662237"/>
                <a:ext cx="50120" cy="46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8">
                    <a:moveTo>
                      <a:pt x="0" y="0"/>
                    </a:moveTo>
                    <a:lnTo>
                      <a:pt x="2875" y="3196"/>
                    </a:lnTo>
                    <a:lnTo>
                      <a:pt x="5262" y="4858"/>
                    </a:lnTo>
                    <a:lnTo>
                      <a:pt x="2387" y="1202"/>
                    </a:lnTo>
                    <a:close/>
                  </a:path>
                </a:pathLst>
              </a:custGeom>
              <a:solidFill>
                <a:srgbClr val="aecbfd"/>
              </a:solidFill>
              <a:ln w="3334" cap="flat" cmpd="sng" algn="ctr">
                <a:solidFill>
                  <a:srgbClr val="ae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7" name="Surface mesh patch"/>
              <p:cNvSpPr/>
              <p:nvPr/>
            </p:nvSpPr>
            <p:spPr>
              <a:xfrm>
                <a:off x="5398902" y="1708510"/>
                <a:ext cx="50120" cy="604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3">
                    <a:moveTo>
                      <a:pt x="0" y="0"/>
                    </a:moveTo>
                    <a:lnTo>
                      <a:pt x="2875" y="4101"/>
                    </a:lnTo>
                    <a:lnTo>
                      <a:pt x="5262" y="6343"/>
                    </a:lnTo>
                    <a:lnTo>
                      <a:pt x="2387" y="176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8" name="Surface mesh patch"/>
              <p:cNvSpPr/>
              <p:nvPr/>
            </p:nvSpPr>
            <p:spPr>
              <a:xfrm>
                <a:off x="5449021" y="1768923"/>
                <a:ext cx="50120" cy="696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14">
                    <a:moveTo>
                      <a:pt x="0" y="0"/>
                    </a:moveTo>
                    <a:lnTo>
                      <a:pt x="2875" y="4845"/>
                    </a:lnTo>
                    <a:lnTo>
                      <a:pt x="5262" y="7314"/>
                    </a:lnTo>
                    <a:lnTo>
                      <a:pt x="2387" y="2040"/>
                    </a:lnTo>
                    <a:close/>
                  </a:path>
                </a:pathLst>
              </a:custGeom>
              <a:solidFill>
                <a:srgbClr val="8caafd"/>
              </a:solidFill>
              <a:ln w="3334" cap="flat" cmpd="sng" algn="ctr">
                <a:solidFill>
                  <a:srgbClr val="8c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9" name="Surface mesh patch"/>
              <p:cNvSpPr/>
              <p:nvPr/>
            </p:nvSpPr>
            <p:spPr>
              <a:xfrm>
                <a:off x="5499141" y="1838584"/>
                <a:ext cx="50120" cy="702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79">
                    <a:moveTo>
                      <a:pt x="0" y="0"/>
                    </a:moveTo>
                    <a:lnTo>
                      <a:pt x="2875" y="5258"/>
                    </a:lnTo>
                    <a:lnTo>
                      <a:pt x="5262" y="7379"/>
                    </a:lnTo>
                    <a:lnTo>
                      <a:pt x="2387" y="1831"/>
                    </a:lnTo>
                    <a:close/>
                  </a:path>
                </a:pathLst>
              </a:custGeom>
              <a:solidFill>
                <a:srgbClr val="7591f9"/>
              </a:solidFill>
              <a:ln w="3334" cap="flat" cmpd="sng" algn="ctr">
                <a:solidFill>
                  <a:srgbClr val="7591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0" name="Surface mesh patch"/>
              <p:cNvSpPr/>
              <p:nvPr/>
            </p:nvSpPr>
            <p:spPr>
              <a:xfrm>
                <a:off x="5549261" y="1908872"/>
                <a:ext cx="50120" cy="595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8">
                    <a:moveTo>
                      <a:pt x="0" y="0"/>
                    </a:moveTo>
                    <a:lnTo>
                      <a:pt x="2875" y="5186"/>
                    </a:lnTo>
                    <a:lnTo>
                      <a:pt x="5262" y="6248"/>
                    </a:lnTo>
                    <a:lnTo>
                      <a:pt x="2387" y="975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1" name="Surface mesh patch"/>
              <p:cNvSpPr/>
              <p:nvPr/>
            </p:nvSpPr>
            <p:spPr>
              <a:xfrm>
                <a:off x="5599380" y="1963161"/>
                <a:ext cx="50120" cy="485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8">
                    <a:moveTo>
                      <a:pt x="0" y="548"/>
                    </a:moveTo>
                    <a:lnTo>
                      <a:pt x="2875" y="5098"/>
                    </a:lnTo>
                    <a:lnTo>
                      <a:pt x="5262" y="4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65de7"/>
              </a:solidFill>
              <a:ln w="3334" cap="flat" cmpd="sng" algn="ctr">
                <a:solidFill>
                  <a:srgbClr val="465d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2" name="Surface mesh patch"/>
              <p:cNvSpPr/>
              <p:nvPr/>
            </p:nvSpPr>
            <p:spPr>
              <a:xfrm>
                <a:off x="5649500" y="1980780"/>
                <a:ext cx="50120" cy="56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76">
                    <a:moveTo>
                      <a:pt x="0" y="2573"/>
                    </a:moveTo>
                    <a:lnTo>
                      <a:pt x="2875" y="5976"/>
                    </a:lnTo>
                    <a:lnTo>
                      <a:pt x="5262" y="3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d52e3"/>
              </a:solidFill>
              <a:ln w="3334" cap="flat" cmpd="sng" algn="ctr">
                <a:solidFill>
                  <a:srgbClr val="3d52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3" name="Surface mesh patch"/>
              <p:cNvSpPr/>
              <p:nvPr/>
            </p:nvSpPr>
            <p:spPr>
              <a:xfrm>
                <a:off x="5699619" y="1964989"/>
                <a:ext cx="50120" cy="640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22">
                    <a:moveTo>
                      <a:pt x="0" y="4775"/>
                    </a:moveTo>
                    <a:lnTo>
                      <a:pt x="2875" y="6722"/>
                    </a:lnTo>
                    <a:lnTo>
                      <a:pt x="5262" y="16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257e5"/>
              </a:solidFill>
              <a:ln w="3334" cap="flat" cmpd="sng" algn="ctr">
                <a:solidFill>
                  <a:srgbClr val="4257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4" name="Surface mesh patch"/>
              <p:cNvSpPr/>
              <p:nvPr/>
            </p:nvSpPr>
            <p:spPr>
              <a:xfrm>
                <a:off x="5749739" y="1915800"/>
                <a:ext cx="50120" cy="692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75">
                    <a:moveTo>
                      <a:pt x="0" y="6776"/>
                    </a:moveTo>
                    <a:lnTo>
                      <a:pt x="2875" y="7275"/>
                    </a:lnTo>
                    <a:lnTo>
                      <a:pt x="5262" y="2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36bec"/>
              </a:solidFill>
              <a:ln w="3334" cap="flat" cmpd="sng" algn="ctr">
                <a:solidFill>
                  <a:srgbClr val="536b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5" name="Surface mesh patch"/>
              <p:cNvSpPr/>
              <p:nvPr/>
            </p:nvSpPr>
            <p:spPr>
              <a:xfrm>
                <a:off x="5799859" y="1833457"/>
                <a:ext cx="50120" cy="847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93">
                    <a:moveTo>
                      <a:pt x="0" y="8893"/>
                    </a:moveTo>
                    <a:lnTo>
                      <a:pt x="2875" y="8306"/>
                    </a:lnTo>
                    <a:lnTo>
                      <a:pt x="5262" y="0"/>
                    </a:lnTo>
                    <a:lnTo>
                      <a:pt x="2387" y="626"/>
                    </a:lnTo>
                    <a:close/>
                  </a:path>
                </a:pathLst>
              </a:custGeom>
              <a:solidFill>
                <a:srgbClr val="708cf7"/>
              </a:solidFill>
              <a:ln w="3334" cap="flat" cmpd="sng" algn="ctr">
                <a:solidFill>
                  <a:srgbClr val="708c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6" name="Surface mesh patch"/>
              <p:cNvSpPr/>
              <p:nvPr/>
            </p:nvSpPr>
            <p:spPr>
              <a:xfrm>
                <a:off x="5849978" y="1739872"/>
                <a:ext cx="50120" cy="93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25">
                    <a:moveTo>
                      <a:pt x="0" y="9825"/>
                    </a:moveTo>
                    <a:lnTo>
                      <a:pt x="2875" y="8813"/>
                    </a:lnTo>
                    <a:lnTo>
                      <a:pt x="5262" y="0"/>
                    </a:lnTo>
                    <a:lnTo>
                      <a:pt x="2387" y="741"/>
                    </a:lnTo>
                    <a:close/>
                  </a:path>
                </a:pathLst>
              </a:custGeom>
              <a:solidFill>
                <a:srgbClr val="8dabfd"/>
              </a:solidFill>
              <a:ln w="3334" cap="flat" cmpd="sng" algn="ctr">
                <a:solidFill>
                  <a:srgbClr val="8d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7" name="Surface mesh patch"/>
              <p:cNvSpPr/>
              <p:nvPr/>
            </p:nvSpPr>
            <p:spPr>
              <a:xfrm>
                <a:off x="5900098" y="1652124"/>
                <a:ext cx="50120" cy="87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12">
                    <a:moveTo>
                      <a:pt x="0" y="9212"/>
                    </a:moveTo>
                    <a:lnTo>
                      <a:pt x="2875" y="8578"/>
                    </a:lnTo>
                    <a:lnTo>
                      <a:pt x="5262" y="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8" name="Surface mesh patch"/>
              <p:cNvSpPr/>
              <p:nvPr/>
            </p:nvSpPr>
            <p:spPr>
              <a:xfrm>
                <a:off x="5950218" y="1569071"/>
                <a:ext cx="50120" cy="876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01">
                    <a:moveTo>
                      <a:pt x="0" y="8726"/>
                    </a:moveTo>
                    <a:lnTo>
                      <a:pt x="2875" y="9201"/>
                    </a:lnTo>
                    <a:lnTo>
                      <a:pt x="5262" y="14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9" name="Surface mesh patch"/>
              <p:cNvSpPr/>
              <p:nvPr/>
            </p:nvSpPr>
            <p:spPr>
              <a:xfrm>
                <a:off x="6000337" y="1509370"/>
                <a:ext cx="50120" cy="929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57">
                    <a:moveTo>
                      <a:pt x="0" y="7747"/>
                    </a:moveTo>
                    <a:lnTo>
                      <a:pt x="2875" y="9757"/>
                    </a:lnTo>
                    <a:lnTo>
                      <a:pt x="5262" y="32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4"/>
              </a:solidFill>
              <a:ln w="3334" cap="flat" cmpd="sng" algn="ctr">
                <a:solidFill>
                  <a:srgbClr val="cf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0" name="Surface mesh patch"/>
              <p:cNvSpPr/>
              <p:nvPr/>
            </p:nvSpPr>
            <p:spPr>
              <a:xfrm>
                <a:off x="6050457" y="1479451"/>
                <a:ext cx="50120" cy="947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51">
                    <a:moveTo>
                      <a:pt x="0" y="6430"/>
                    </a:moveTo>
                    <a:lnTo>
                      <a:pt x="2875" y="9951"/>
                    </a:lnTo>
                    <a:lnTo>
                      <a:pt x="5262" y="49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1" name="Surface mesh patch"/>
              <p:cNvSpPr/>
              <p:nvPr/>
            </p:nvSpPr>
            <p:spPr>
              <a:xfrm>
                <a:off x="6100577" y="1478796"/>
                <a:ext cx="50120" cy="909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50">
                    <a:moveTo>
                      <a:pt x="0" y="4975"/>
                    </a:moveTo>
                    <a:lnTo>
                      <a:pt x="2875" y="9550"/>
                    </a:lnTo>
                    <a:lnTo>
                      <a:pt x="5262" y="58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2" name="Surface mesh patch"/>
              <p:cNvSpPr/>
              <p:nvPr/>
            </p:nvSpPr>
            <p:spPr>
              <a:xfrm>
                <a:off x="6150696" y="1500261"/>
                <a:ext cx="50120" cy="81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21">
                    <a:moveTo>
                      <a:pt x="0" y="3608"/>
                    </a:moveTo>
                    <a:lnTo>
                      <a:pt x="2875" y="8521"/>
                    </a:lnTo>
                    <a:lnTo>
                      <a:pt x="5262" y="59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3" name="Surface mesh patch"/>
              <p:cNvSpPr/>
              <p:nvPr/>
            </p:nvSpPr>
            <p:spPr>
              <a:xfrm>
                <a:off x="6200816" y="1532763"/>
                <a:ext cx="50120" cy="67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62">
                    <a:moveTo>
                      <a:pt x="0" y="2520"/>
                    </a:moveTo>
                    <a:lnTo>
                      <a:pt x="2875" y="7062"/>
                    </a:lnTo>
                    <a:lnTo>
                      <a:pt x="5262" y="52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4" name="Surface mesh patch"/>
              <p:cNvSpPr/>
              <p:nvPr/>
            </p:nvSpPr>
            <p:spPr>
              <a:xfrm>
                <a:off x="6250936" y="1565165"/>
                <a:ext cx="50120" cy="522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90">
                    <a:moveTo>
                      <a:pt x="0" y="1812"/>
                    </a:moveTo>
                    <a:lnTo>
                      <a:pt x="2875" y="5490"/>
                    </a:lnTo>
                    <a:lnTo>
                      <a:pt x="5262" y="40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5" name="Surface mesh patch"/>
              <p:cNvSpPr/>
              <p:nvPr/>
            </p:nvSpPr>
            <p:spPr>
              <a:xfrm>
                <a:off x="6301055" y="1589442"/>
                <a:ext cx="50120" cy="38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88">
                    <a:moveTo>
                      <a:pt x="0" y="1472"/>
                    </a:moveTo>
                    <a:lnTo>
                      <a:pt x="2875" y="4088"/>
                    </a:lnTo>
                    <a:lnTo>
                      <a:pt x="5262" y="27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6" name="Surface mesh patch"/>
              <p:cNvSpPr/>
              <p:nvPr/>
            </p:nvSpPr>
            <p:spPr>
              <a:xfrm>
                <a:off x="6351175" y="1601914"/>
                <a:ext cx="50120" cy="28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1">
                    <a:moveTo>
                      <a:pt x="0" y="1405"/>
                    </a:moveTo>
                    <a:lnTo>
                      <a:pt x="2875" y="3011"/>
                    </a:lnTo>
                    <a:lnTo>
                      <a:pt x="5262" y="15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7" name="Surface mesh patch"/>
              <p:cNvSpPr/>
              <p:nvPr/>
            </p:nvSpPr>
            <p:spPr>
              <a:xfrm>
                <a:off x="6401294" y="1602676"/>
                <a:ext cx="50120" cy="21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5">
                    <a:moveTo>
                      <a:pt x="0" y="1488"/>
                    </a:moveTo>
                    <a:lnTo>
                      <a:pt x="2875" y="2285"/>
                    </a:lnTo>
                    <a:lnTo>
                      <a:pt x="5262" y="7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8" name="Surface mesh patch"/>
              <p:cNvSpPr/>
              <p:nvPr/>
            </p:nvSpPr>
            <p:spPr>
              <a:xfrm>
                <a:off x="6451414" y="1594196"/>
                <a:ext cx="50120" cy="177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1607"/>
                    </a:moveTo>
                    <a:lnTo>
                      <a:pt x="2875" y="1861"/>
                    </a:lnTo>
                    <a:lnTo>
                      <a:pt x="5262" y="1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9" name="Surface mesh patch"/>
              <p:cNvSpPr/>
              <p:nvPr/>
            </p:nvSpPr>
            <p:spPr>
              <a:xfrm>
                <a:off x="6501534" y="1579802"/>
                <a:ext cx="50120" cy="16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5">
                    <a:moveTo>
                      <a:pt x="0" y="1705"/>
                    </a:moveTo>
                    <a:lnTo>
                      <a:pt x="2875" y="1692"/>
                    </a:lnTo>
                    <a:lnTo>
                      <a:pt x="5262" y="0"/>
                    </a:lnTo>
                    <a:lnTo>
                      <a:pt x="2387" y="21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0" name="Surface mesh patch"/>
              <p:cNvSpPr/>
              <p:nvPr/>
            </p:nvSpPr>
            <p:spPr>
              <a:xfrm>
                <a:off x="6551653" y="1563806"/>
                <a:ext cx="50120" cy="159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9">
                    <a:moveTo>
                      <a:pt x="0" y="1679"/>
                    </a:moveTo>
                    <a:lnTo>
                      <a:pt x="2875" y="1654"/>
                    </a:lnTo>
                    <a:lnTo>
                      <a:pt x="5262" y="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1" name="Surface mesh patch"/>
              <p:cNvSpPr/>
              <p:nvPr/>
            </p:nvSpPr>
            <p:spPr>
              <a:xfrm>
                <a:off x="6601773" y="1549013"/>
                <a:ext cx="50120" cy="16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1">
                    <a:moveTo>
                      <a:pt x="0" y="1582"/>
                    </a:moveTo>
                    <a:lnTo>
                      <a:pt x="2875" y="1761"/>
                    </a:lnTo>
                    <a:lnTo>
                      <a:pt x="5262" y="2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2" name="Surface mesh patch"/>
              <p:cNvSpPr/>
              <p:nvPr/>
            </p:nvSpPr>
            <p:spPr>
              <a:xfrm>
                <a:off x="5175691" y="1611936"/>
                <a:ext cx="50120" cy="13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3">
                    <a:moveTo>
                      <a:pt x="0" y="833"/>
                    </a:moveTo>
                    <a:lnTo>
                      <a:pt x="2875" y="1393"/>
                    </a:lnTo>
                    <a:lnTo>
                      <a:pt x="5262" y="7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3" name="Surface mesh patch"/>
              <p:cNvSpPr/>
              <p:nvPr/>
            </p:nvSpPr>
            <p:spPr>
              <a:xfrm>
                <a:off x="5225811" y="1615602"/>
                <a:ext cx="50120" cy="14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9">
                    <a:moveTo>
                      <a:pt x="0" y="362"/>
                    </a:moveTo>
                    <a:lnTo>
                      <a:pt x="2875" y="1529"/>
                    </a:lnTo>
                    <a:lnTo>
                      <a:pt x="5262" y="14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4" name="Surface mesh patch"/>
              <p:cNvSpPr/>
              <p:nvPr/>
            </p:nvSpPr>
            <p:spPr>
              <a:xfrm>
                <a:off x="5275930" y="1629289"/>
                <a:ext cx="50120" cy="239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6">
                    <a:moveTo>
                      <a:pt x="0" y="0"/>
                    </a:moveTo>
                    <a:lnTo>
                      <a:pt x="2875" y="1916"/>
                    </a:lnTo>
                    <a:lnTo>
                      <a:pt x="5262" y="2516"/>
                    </a:lnTo>
                    <a:lnTo>
                      <a:pt x="2387" y="241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5" name="Surface mesh patch"/>
              <p:cNvSpPr/>
              <p:nvPr/>
            </p:nvSpPr>
            <p:spPr>
              <a:xfrm>
                <a:off x="5326050" y="1653250"/>
                <a:ext cx="50120" cy="39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40">
                    <a:moveTo>
                      <a:pt x="0" y="0"/>
                    </a:moveTo>
                    <a:lnTo>
                      <a:pt x="2875" y="2753"/>
                    </a:lnTo>
                    <a:lnTo>
                      <a:pt x="5262" y="4140"/>
                    </a:lnTo>
                    <a:lnTo>
                      <a:pt x="2387" y="944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6" name="Surface mesh patch"/>
              <p:cNvSpPr/>
              <p:nvPr/>
            </p:nvSpPr>
            <p:spPr>
              <a:xfrm>
                <a:off x="5376170" y="1692680"/>
                <a:ext cx="50120" cy="548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63">
                    <a:moveTo>
                      <a:pt x="0" y="0"/>
                    </a:moveTo>
                    <a:lnTo>
                      <a:pt x="2875" y="3603"/>
                    </a:lnTo>
                    <a:lnTo>
                      <a:pt x="5262" y="5763"/>
                    </a:lnTo>
                    <a:lnTo>
                      <a:pt x="2387" y="1662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7" name="Surface mesh patch"/>
              <p:cNvSpPr/>
              <p:nvPr/>
            </p:nvSpPr>
            <p:spPr>
              <a:xfrm>
                <a:off x="5426289" y="1747570"/>
                <a:ext cx="50120" cy="675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7">
                    <a:moveTo>
                      <a:pt x="0" y="0"/>
                    </a:moveTo>
                    <a:lnTo>
                      <a:pt x="2875" y="4349"/>
                    </a:lnTo>
                    <a:lnTo>
                      <a:pt x="5262" y="7087"/>
                    </a:lnTo>
                    <a:lnTo>
                      <a:pt x="2387" y="2242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8" name="Surface mesh patch"/>
              <p:cNvSpPr/>
              <p:nvPr/>
            </p:nvSpPr>
            <p:spPr>
              <a:xfrm>
                <a:off x="5476409" y="1815073"/>
                <a:ext cx="50120" cy="735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27">
                    <a:moveTo>
                      <a:pt x="0" y="0"/>
                    </a:moveTo>
                    <a:lnTo>
                      <a:pt x="2875" y="4844"/>
                    </a:lnTo>
                    <a:lnTo>
                      <a:pt x="5262" y="7727"/>
                    </a:lnTo>
                    <a:lnTo>
                      <a:pt x="2387" y="2468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9" name="Surface mesh patch"/>
              <p:cNvSpPr/>
              <p:nvPr/>
            </p:nvSpPr>
            <p:spPr>
              <a:xfrm>
                <a:off x="5526529" y="1888671"/>
                <a:ext cx="50120" cy="695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07">
                    <a:moveTo>
                      <a:pt x="0" y="0"/>
                    </a:moveTo>
                    <a:lnTo>
                      <a:pt x="2875" y="4931"/>
                    </a:lnTo>
                    <a:lnTo>
                      <a:pt x="5262" y="7307"/>
                    </a:lnTo>
                    <a:lnTo>
                      <a:pt x="2387" y="2121"/>
                    </a:lnTo>
                    <a:close/>
                  </a:path>
                </a:pathLst>
              </a:custGeom>
              <a:solidFill>
                <a:srgbClr val="657ff3"/>
              </a:solidFill>
              <a:ln w="3334" cap="flat" cmpd="sng" algn="ctr">
                <a:solidFill>
                  <a:srgbClr val="657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0" name="Surface mesh patch"/>
              <p:cNvSpPr/>
              <p:nvPr/>
            </p:nvSpPr>
            <p:spPr>
              <a:xfrm>
                <a:off x="5576648" y="1958266"/>
                <a:ext cx="50120" cy="534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2">
                    <a:moveTo>
                      <a:pt x="0" y="0"/>
                    </a:moveTo>
                    <a:lnTo>
                      <a:pt x="2875" y="4497"/>
                    </a:lnTo>
                    <a:lnTo>
                      <a:pt x="5262" y="5612"/>
                    </a:lnTo>
                    <a:lnTo>
                      <a:pt x="2387" y="1062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1" name="Surface mesh patch"/>
              <p:cNvSpPr/>
              <p:nvPr/>
            </p:nvSpPr>
            <p:spPr>
              <a:xfrm>
                <a:off x="5626768" y="2005288"/>
                <a:ext cx="50120" cy="40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09">
                    <a:moveTo>
                      <a:pt x="0" y="675"/>
                    </a:moveTo>
                    <a:lnTo>
                      <a:pt x="2875" y="4209"/>
                    </a:lnTo>
                    <a:lnTo>
                      <a:pt x="5262" y="34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b50e2"/>
              </a:solidFill>
              <a:ln w="3334" cap="flat" cmpd="sng" algn="ctr">
                <a:solidFill>
                  <a:srgbClr val="3b50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2" name="Surface mesh patch"/>
              <p:cNvSpPr/>
              <p:nvPr/>
            </p:nvSpPr>
            <p:spPr>
              <a:xfrm>
                <a:off x="5676888" y="2010473"/>
                <a:ext cx="50120" cy="47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5">
                    <a:moveTo>
                      <a:pt x="0" y="2858"/>
                    </a:moveTo>
                    <a:lnTo>
                      <a:pt x="2875" y="5035"/>
                    </a:lnTo>
                    <a:lnTo>
                      <a:pt x="5262" y="19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74be0"/>
              </a:solidFill>
              <a:ln w="3334" cap="flat" cmpd="sng" algn="ctr">
                <a:solidFill>
                  <a:srgbClr val="374b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3" name="Surface mesh patch"/>
              <p:cNvSpPr/>
              <p:nvPr/>
            </p:nvSpPr>
            <p:spPr>
              <a:xfrm>
                <a:off x="5727007" y="1980345"/>
                <a:ext cx="50120" cy="553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07">
                    <a:moveTo>
                      <a:pt x="0" y="5110"/>
                    </a:moveTo>
                    <a:lnTo>
                      <a:pt x="2875" y="5807"/>
                    </a:lnTo>
                    <a:lnTo>
                      <a:pt x="5262" y="4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156e4"/>
              </a:solidFill>
              <a:ln w="3334" cap="flat" cmpd="sng" algn="ctr">
                <a:solidFill>
                  <a:srgbClr val="4156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4" name="Surface mesh patch"/>
              <p:cNvSpPr/>
              <p:nvPr/>
            </p:nvSpPr>
            <p:spPr>
              <a:xfrm>
                <a:off x="5777127" y="1912575"/>
                <a:ext cx="50120" cy="725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14">
                    <a:moveTo>
                      <a:pt x="0" y="7614"/>
                    </a:moveTo>
                    <a:lnTo>
                      <a:pt x="2875" y="7057"/>
                    </a:lnTo>
                    <a:lnTo>
                      <a:pt x="5262" y="0"/>
                    </a:lnTo>
                    <a:lnTo>
                      <a:pt x="2387" y="587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5" name="Surface mesh patch"/>
              <p:cNvSpPr/>
              <p:nvPr/>
            </p:nvSpPr>
            <p:spPr>
              <a:xfrm>
                <a:off x="5827247" y="1823811"/>
                <a:ext cx="50120" cy="887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9">
                    <a:moveTo>
                      <a:pt x="0" y="9319"/>
                    </a:moveTo>
                    <a:lnTo>
                      <a:pt x="2875" y="8054"/>
                    </a:lnTo>
                    <a:lnTo>
                      <a:pt x="5262" y="0"/>
                    </a:lnTo>
                    <a:lnTo>
                      <a:pt x="2387" y="1013"/>
                    </a:lnTo>
                    <a:close/>
                  </a:path>
                </a:pathLst>
              </a:custGeom>
              <a:solidFill>
                <a:srgbClr val="7794fa"/>
              </a:solidFill>
              <a:ln w="3334" cap="flat" cmpd="sng" algn="ctr">
                <a:solidFill>
                  <a:srgbClr val="779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6" name="Surface mesh patch"/>
              <p:cNvSpPr/>
              <p:nvPr/>
            </p:nvSpPr>
            <p:spPr>
              <a:xfrm>
                <a:off x="5877366" y="1733833"/>
                <a:ext cx="50120" cy="899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6">
                    <a:moveTo>
                      <a:pt x="0" y="9446"/>
                    </a:moveTo>
                    <a:lnTo>
                      <a:pt x="2875" y="8217"/>
                    </a:lnTo>
                    <a:lnTo>
                      <a:pt x="5262" y="0"/>
                    </a:lnTo>
                    <a:lnTo>
                      <a:pt x="2387" y="634"/>
                    </a:lnTo>
                    <a:close/>
                  </a:path>
                </a:pathLst>
              </a:custGeom>
              <a:solidFill>
                <a:srgbClr val="92b0fd"/>
              </a:solidFill>
              <a:ln w="3334" cap="flat" cmpd="sng" algn="ctr">
                <a:solidFill>
                  <a:srgbClr val="92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7" name="Surface mesh patch"/>
              <p:cNvSpPr/>
              <p:nvPr/>
            </p:nvSpPr>
            <p:spPr>
              <a:xfrm>
                <a:off x="5927486" y="1652189"/>
                <a:ext cx="50120" cy="81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2">
                    <a:moveTo>
                      <a:pt x="0" y="8572"/>
                    </a:moveTo>
                    <a:lnTo>
                      <a:pt x="2875" y="8113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8" name="Surface mesh patch"/>
              <p:cNvSpPr/>
              <p:nvPr/>
            </p:nvSpPr>
            <p:spPr>
              <a:xfrm>
                <a:off x="5977605" y="1583157"/>
                <a:ext cx="50120" cy="813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43">
                    <a:moveTo>
                      <a:pt x="0" y="7722"/>
                    </a:moveTo>
                    <a:lnTo>
                      <a:pt x="2875" y="8543"/>
                    </a:lnTo>
                    <a:lnTo>
                      <a:pt x="5262" y="20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9" name="Surface mesh patch"/>
              <p:cNvSpPr/>
              <p:nvPr/>
            </p:nvSpPr>
            <p:spPr>
              <a:xfrm>
                <a:off x="6027725" y="1540693"/>
                <a:ext cx="50120" cy="828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4">
                    <a:moveTo>
                      <a:pt x="0" y="6468"/>
                    </a:moveTo>
                    <a:lnTo>
                      <a:pt x="2875" y="8694"/>
                    </a:lnTo>
                    <a:lnTo>
                      <a:pt x="5262" y="35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0" name="Surface mesh patch"/>
              <p:cNvSpPr/>
              <p:nvPr/>
            </p:nvSpPr>
            <p:spPr>
              <a:xfrm>
                <a:off x="6077845" y="1526186"/>
                <a:ext cx="50120" cy="79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96">
                    <a:moveTo>
                      <a:pt x="0" y="5045"/>
                    </a:moveTo>
                    <a:lnTo>
                      <a:pt x="2875" y="8396"/>
                    </a:lnTo>
                    <a:lnTo>
                      <a:pt x="5262" y="45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1" name="Surface mesh patch"/>
              <p:cNvSpPr/>
              <p:nvPr/>
            </p:nvSpPr>
            <p:spPr>
              <a:xfrm>
                <a:off x="6127964" y="1534628"/>
                <a:ext cx="50120" cy="72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08">
                    <a:moveTo>
                      <a:pt x="0" y="3688"/>
                    </a:moveTo>
                    <a:lnTo>
                      <a:pt x="2875" y="7608"/>
                    </a:lnTo>
                    <a:lnTo>
                      <a:pt x="5262" y="4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2" name="Surface mesh patch"/>
              <p:cNvSpPr/>
              <p:nvPr/>
            </p:nvSpPr>
            <p:spPr>
              <a:xfrm>
                <a:off x="6178084" y="1556766"/>
                <a:ext cx="50120" cy="61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2">
                    <a:moveTo>
                      <a:pt x="0" y="2588"/>
                    </a:moveTo>
                    <a:lnTo>
                      <a:pt x="2875" y="6452"/>
                    </a:lnTo>
                    <a:lnTo>
                      <a:pt x="5262" y="45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3" name="Surface mesh patch"/>
              <p:cNvSpPr/>
              <p:nvPr/>
            </p:nvSpPr>
            <p:spPr>
              <a:xfrm>
                <a:off x="6228204" y="1582421"/>
                <a:ext cx="50120" cy="49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61">
                    <a:moveTo>
                      <a:pt x="0" y="1849"/>
                    </a:moveTo>
                    <a:lnTo>
                      <a:pt x="2875" y="5161"/>
                    </a:lnTo>
                    <a:lnTo>
                      <a:pt x="5262" y="36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4" name="Surface mesh patch"/>
              <p:cNvSpPr/>
              <p:nvPr/>
            </p:nvSpPr>
            <p:spPr>
              <a:xfrm>
                <a:off x="6278323" y="1603459"/>
                <a:ext cx="50120" cy="37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3">
                    <a:moveTo>
                      <a:pt x="0" y="1470"/>
                    </a:moveTo>
                    <a:lnTo>
                      <a:pt x="2875" y="3963"/>
                    </a:lnTo>
                    <a:lnTo>
                      <a:pt x="5262" y="26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5" name="Surface mesh patch"/>
              <p:cNvSpPr/>
              <p:nvPr/>
            </p:nvSpPr>
            <p:spPr>
              <a:xfrm>
                <a:off x="6328443" y="1615302"/>
                <a:ext cx="50120" cy="28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01">
                    <a:moveTo>
                      <a:pt x="0" y="1373"/>
                    </a:moveTo>
                    <a:lnTo>
                      <a:pt x="2875" y="3001"/>
                    </a:lnTo>
                    <a:lnTo>
                      <a:pt x="5262" y="16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6" name="Surface mesh patch"/>
              <p:cNvSpPr/>
              <p:nvPr/>
            </p:nvSpPr>
            <p:spPr>
              <a:xfrm>
                <a:off x="6378563" y="1616851"/>
                <a:ext cx="50120" cy="22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0">
                    <a:moveTo>
                      <a:pt x="0" y="1443"/>
                    </a:moveTo>
                    <a:lnTo>
                      <a:pt x="2875" y="2320"/>
                    </a:lnTo>
                    <a:lnTo>
                      <a:pt x="5262" y="7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7" name="Surface mesh patch"/>
              <p:cNvSpPr/>
              <p:nvPr/>
            </p:nvSpPr>
            <p:spPr>
              <a:xfrm>
                <a:off x="6428682" y="1609503"/>
                <a:ext cx="50120" cy="180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6">
                    <a:moveTo>
                      <a:pt x="0" y="1568"/>
                    </a:moveTo>
                    <a:lnTo>
                      <a:pt x="2875" y="1896"/>
                    </a:lnTo>
                    <a:lnTo>
                      <a:pt x="5262" y="2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8" name="Surface mesh patch"/>
              <p:cNvSpPr/>
              <p:nvPr/>
            </p:nvSpPr>
            <p:spPr>
              <a:xfrm>
                <a:off x="6478802" y="1595920"/>
                <a:ext cx="50120" cy="16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4">
                    <a:moveTo>
                      <a:pt x="0" y="1680"/>
                    </a:moveTo>
                    <a:lnTo>
                      <a:pt x="2875" y="1694"/>
                    </a:lnTo>
                    <a:lnTo>
                      <a:pt x="5262" y="0"/>
                    </a:lnTo>
                    <a:lnTo>
                      <a:pt x="2387" y="13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9" name="Surface mesh patch"/>
              <p:cNvSpPr/>
              <p:nvPr/>
            </p:nvSpPr>
            <p:spPr>
              <a:xfrm>
                <a:off x="6528922" y="1579561"/>
                <a:ext cx="50120" cy="163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7">
                    <a:moveTo>
                      <a:pt x="0" y="1717"/>
                    </a:moveTo>
                    <a:lnTo>
                      <a:pt x="2875" y="1658"/>
                    </a:lnTo>
                    <a:lnTo>
                      <a:pt x="5262" y="0"/>
                    </a:lnTo>
                    <a:lnTo>
                      <a:pt x="2387" y="25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0" name="Surface mesh patch"/>
              <p:cNvSpPr/>
              <p:nvPr/>
            </p:nvSpPr>
            <p:spPr>
              <a:xfrm>
                <a:off x="6579041" y="1564085"/>
                <a:ext cx="50120" cy="162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1">
                    <a:moveTo>
                      <a:pt x="0" y="1625"/>
                    </a:moveTo>
                    <a:lnTo>
                      <a:pt x="2875" y="1711"/>
                    </a:lnTo>
                    <a:lnTo>
                      <a:pt x="5262" y="1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7"/>
              </a:solidFill>
              <a:ln w="3334" cap="flat" cmpd="sng" algn="ctr">
                <a:solidFill>
                  <a:srgbClr val="c9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1" name="Surface mesh patch"/>
              <p:cNvSpPr/>
              <p:nvPr/>
            </p:nvSpPr>
            <p:spPr>
              <a:xfrm>
                <a:off x="5203079" y="1619046"/>
                <a:ext cx="50120" cy="15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8">
                    <a:moveTo>
                      <a:pt x="0" y="647"/>
                    </a:moveTo>
                    <a:lnTo>
                      <a:pt x="2875" y="1578"/>
                    </a:lnTo>
                    <a:lnTo>
                      <a:pt x="5262" y="1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2" name="Surface mesh patch"/>
              <p:cNvSpPr/>
              <p:nvPr/>
            </p:nvSpPr>
            <p:spPr>
              <a:xfrm>
                <a:off x="5253199" y="1629289"/>
                <a:ext cx="50120" cy="182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6">
                    <a:moveTo>
                      <a:pt x="0" y="92"/>
                    </a:moveTo>
                    <a:lnTo>
                      <a:pt x="2875" y="1690"/>
                    </a:lnTo>
                    <a:lnTo>
                      <a:pt x="5262" y="19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3" name="Surface mesh patch"/>
              <p:cNvSpPr/>
              <p:nvPr/>
            </p:nvSpPr>
            <p:spPr>
              <a:xfrm>
                <a:off x="5303318" y="1647536"/>
                <a:ext cx="50120" cy="31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53">
                    <a:moveTo>
                      <a:pt x="0" y="0"/>
                    </a:moveTo>
                    <a:lnTo>
                      <a:pt x="2875" y="2351"/>
                    </a:lnTo>
                    <a:lnTo>
                      <a:pt x="5262" y="3353"/>
                    </a:lnTo>
                    <a:lnTo>
                      <a:pt x="2387" y="60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4" name="Surface mesh patch"/>
              <p:cNvSpPr/>
              <p:nvPr/>
            </p:nvSpPr>
            <p:spPr>
              <a:xfrm>
                <a:off x="5353438" y="1679477"/>
                <a:ext cx="50120" cy="47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9">
                    <a:moveTo>
                      <a:pt x="0" y="0"/>
                    </a:moveTo>
                    <a:lnTo>
                      <a:pt x="2875" y="3128"/>
                    </a:lnTo>
                    <a:lnTo>
                      <a:pt x="5262" y="4989"/>
                    </a:lnTo>
                    <a:lnTo>
                      <a:pt x="2387" y="1386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5" name="Surface mesh patch"/>
              <p:cNvSpPr/>
              <p:nvPr/>
            </p:nvSpPr>
            <p:spPr>
              <a:xfrm>
                <a:off x="5403558" y="1726994"/>
                <a:ext cx="50120" cy="61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9">
                    <a:moveTo>
                      <a:pt x="0" y="0"/>
                    </a:moveTo>
                    <a:lnTo>
                      <a:pt x="2875" y="3839"/>
                    </a:lnTo>
                    <a:lnTo>
                      <a:pt x="5262" y="6509"/>
                    </a:lnTo>
                    <a:lnTo>
                      <a:pt x="2387" y="216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6" name="Surface mesh patch"/>
              <p:cNvSpPr/>
              <p:nvPr/>
            </p:nvSpPr>
            <p:spPr>
              <a:xfrm>
                <a:off x="5453677" y="1788992"/>
                <a:ext cx="50120" cy="722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82">
                    <a:moveTo>
                      <a:pt x="0" y="0"/>
                    </a:moveTo>
                    <a:lnTo>
                      <a:pt x="2875" y="4364"/>
                    </a:lnTo>
                    <a:lnTo>
                      <a:pt x="5262" y="7582"/>
                    </a:lnTo>
                    <a:lnTo>
                      <a:pt x="2387" y="2738"/>
                    </a:lnTo>
                    <a:close/>
                  </a:path>
                </a:pathLst>
              </a:custGeom>
              <a:solidFill>
                <a:srgbClr val="8ca9fd"/>
              </a:solidFill>
              <a:ln w="3334" cap="flat" cmpd="sng" algn="ctr">
                <a:solidFill>
                  <a:srgbClr val="8c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7" name="Surface mesh patch"/>
              <p:cNvSpPr/>
              <p:nvPr/>
            </p:nvSpPr>
            <p:spPr>
              <a:xfrm>
                <a:off x="5503797" y="1861211"/>
                <a:ext cx="50120" cy="744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14">
                    <a:moveTo>
                      <a:pt x="0" y="0"/>
                    </a:moveTo>
                    <a:lnTo>
                      <a:pt x="2875" y="4561"/>
                    </a:lnTo>
                    <a:lnTo>
                      <a:pt x="5262" y="7814"/>
                    </a:lnTo>
                    <a:lnTo>
                      <a:pt x="2387" y="2883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8" name="Surface mesh patch"/>
              <p:cNvSpPr/>
              <p:nvPr/>
            </p:nvSpPr>
            <p:spPr>
              <a:xfrm>
                <a:off x="5553916" y="1935640"/>
                <a:ext cx="50120" cy="65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3">
                    <a:moveTo>
                      <a:pt x="0" y="0"/>
                    </a:moveTo>
                    <a:lnTo>
                      <a:pt x="2875" y="4300"/>
                    </a:lnTo>
                    <a:lnTo>
                      <a:pt x="5262" y="6873"/>
                    </a:lnTo>
                    <a:lnTo>
                      <a:pt x="2387" y="2375"/>
                    </a:lnTo>
                    <a:close/>
                  </a:path>
                </a:pathLst>
              </a:custGeom>
              <a:solidFill>
                <a:srgbClr val="576fed"/>
              </a:solidFill>
              <a:ln w="3334" cap="flat" cmpd="sng" algn="ctr">
                <a:solidFill>
                  <a:srgbClr val="576f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9" name="Surface mesh patch"/>
              <p:cNvSpPr/>
              <p:nvPr/>
            </p:nvSpPr>
            <p:spPr>
              <a:xfrm>
                <a:off x="5604036" y="2001104"/>
                <a:ext cx="50120" cy="442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8">
                    <a:moveTo>
                      <a:pt x="0" y="0"/>
                    </a:moveTo>
                    <a:lnTo>
                      <a:pt x="2875" y="3524"/>
                    </a:lnTo>
                    <a:lnTo>
                      <a:pt x="5262" y="4648"/>
                    </a:lnTo>
                    <a:lnTo>
                      <a:pt x="2387" y="1114"/>
                    </a:lnTo>
                    <a:close/>
                  </a:path>
                </a:pathLst>
              </a:custGeom>
              <a:solidFill>
                <a:srgbClr val="4055e4"/>
              </a:solidFill>
              <a:ln w="3334" cap="flat" cmpd="sng" algn="ctr">
                <a:solidFill>
                  <a:srgbClr val="4055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0" name="Surface mesh patch"/>
              <p:cNvSpPr/>
              <p:nvPr/>
            </p:nvSpPr>
            <p:spPr>
              <a:xfrm>
                <a:off x="5654156" y="2037697"/>
                <a:ext cx="50120" cy="29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0">
                    <a:moveTo>
                      <a:pt x="0" y="807"/>
                    </a:moveTo>
                    <a:lnTo>
                      <a:pt x="2875" y="3110"/>
                    </a:lnTo>
                    <a:lnTo>
                      <a:pt x="5262" y="21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448df"/>
              </a:solidFill>
              <a:ln w="3334" cap="flat" cmpd="sng" algn="ctr">
                <a:solidFill>
                  <a:srgbClr val="3448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1" name="Surface mesh patch"/>
              <p:cNvSpPr/>
              <p:nvPr/>
            </p:nvSpPr>
            <p:spPr>
              <a:xfrm>
                <a:off x="5704275" y="2029017"/>
                <a:ext cx="50120" cy="375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37">
                    <a:moveTo>
                      <a:pt x="0" y="3088"/>
                    </a:moveTo>
                    <a:lnTo>
                      <a:pt x="2875" y="3937"/>
                    </a:lnTo>
                    <a:lnTo>
                      <a:pt x="5262" y="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549e0"/>
              </a:solidFill>
              <a:ln w="3334" cap="flat" cmpd="sng" algn="ctr">
                <a:solidFill>
                  <a:srgbClr val="3549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2" name="Surface mesh patch"/>
              <p:cNvSpPr/>
              <p:nvPr/>
            </p:nvSpPr>
            <p:spPr>
              <a:xfrm>
                <a:off x="5754395" y="1979789"/>
                <a:ext cx="50120" cy="55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66">
                    <a:moveTo>
                      <a:pt x="0" y="5866"/>
                    </a:moveTo>
                    <a:lnTo>
                      <a:pt x="2875" y="5344"/>
                    </a:lnTo>
                    <a:lnTo>
                      <a:pt x="5262" y="0"/>
                    </a:lnTo>
                    <a:lnTo>
                      <a:pt x="2387" y="557"/>
                    </a:lnTo>
                    <a:close/>
                  </a:path>
                </a:pathLst>
              </a:custGeom>
              <a:solidFill>
                <a:srgbClr val="455ae6"/>
              </a:solidFill>
              <a:ln w="3334" cap="flat" cmpd="sng" algn="ctr">
                <a:solidFill>
                  <a:srgbClr val="45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3" name="Surface mesh patch"/>
              <p:cNvSpPr/>
              <p:nvPr/>
            </p:nvSpPr>
            <p:spPr>
              <a:xfrm>
                <a:off x="5804515" y="1900530"/>
                <a:ext cx="50120" cy="79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21">
                    <a:moveTo>
                      <a:pt x="0" y="8321"/>
                    </a:moveTo>
                    <a:lnTo>
                      <a:pt x="2875" y="6850"/>
                    </a:lnTo>
                    <a:lnTo>
                      <a:pt x="5262" y="0"/>
                    </a:lnTo>
                    <a:lnTo>
                      <a:pt x="2387" y="1265"/>
                    </a:lnTo>
                    <a:close/>
                  </a:path>
                </a:pathLst>
              </a:custGeom>
              <a:solidFill>
                <a:srgbClr val="5f78f0"/>
              </a:solidFill>
              <a:ln w="3334" cap="flat" cmpd="sng" algn="ctr">
                <a:solidFill>
                  <a:srgbClr val="5f78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4" name="Surface mesh patch"/>
              <p:cNvSpPr/>
              <p:nvPr/>
            </p:nvSpPr>
            <p:spPr>
              <a:xfrm>
                <a:off x="5854634" y="1812104"/>
                <a:ext cx="50120" cy="88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84">
                    <a:moveTo>
                      <a:pt x="0" y="9284"/>
                    </a:moveTo>
                    <a:lnTo>
                      <a:pt x="2875" y="7529"/>
                    </a:lnTo>
                    <a:lnTo>
                      <a:pt x="5262" y="0"/>
                    </a:lnTo>
                    <a:lnTo>
                      <a:pt x="2387" y="1229"/>
                    </a:lnTo>
                    <a:close/>
                  </a:path>
                </a:pathLst>
              </a:custGeom>
              <a:solidFill>
                <a:srgbClr val="809dfd"/>
              </a:solidFill>
              <a:ln w="3334" cap="flat" cmpd="sng" algn="ctr">
                <a:solidFill>
                  <a:srgbClr val="80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5" name="Surface mesh patch"/>
              <p:cNvSpPr/>
              <p:nvPr/>
            </p:nvSpPr>
            <p:spPr>
              <a:xfrm>
                <a:off x="5904754" y="1729468"/>
                <a:ext cx="50120" cy="826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6">
                    <a:moveTo>
                      <a:pt x="0" y="8676"/>
                    </a:moveTo>
                    <a:lnTo>
                      <a:pt x="2875" y="7367"/>
                    </a:lnTo>
                    <a:lnTo>
                      <a:pt x="5262" y="0"/>
                    </a:lnTo>
                    <a:lnTo>
                      <a:pt x="2387" y="458"/>
                    </a:lnTo>
                    <a:close/>
                  </a:path>
                </a:pathLst>
              </a:custGeom>
              <a:solidFill>
                <a:srgbClr val="97b5fd"/>
              </a:solidFill>
              <a:ln w="3334" cap="flat" cmpd="sng" algn="ctr">
                <a:solidFill>
                  <a:srgbClr val="97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6" name="Surface mesh patch"/>
              <p:cNvSpPr/>
              <p:nvPr/>
            </p:nvSpPr>
            <p:spPr>
              <a:xfrm>
                <a:off x="5954874" y="1656710"/>
                <a:ext cx="50120" cy="72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39">
                    <a:moveTo>
                      <a:pt x="0" y="7639"/>
                    </a:moveTo>
                    <a:lnTo>
                      <a:pt x="2875" y="7358"/>
                    </a:lnTo>
                    <a:lnTo>
                      <a:pt x="5262" y="8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7" name="Surface mesh patch"/>
              <p:cNvSpPr/>
              <p:nvPr/>
            </p:nvSpPr>
            <p:spPr>
              <a:xfrm>
                <a:off x="6004993" y="1602301"/>
                <a:ext cx="50120" cy="71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42">
                    <a:moveTo>
                      <a:pt x="0" y="6533"/>
                    </a:moveTo>
                    <a:lnTo>
                      <a:pt x="2875" y="7542"/>
                    </a:lnTo>
                    <a:lnTo>
                      <a:pt x="5262" y="2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8" name="Surface mesh patch"/>
              <p:cNvSpPr/>
              <p:nvPr/>
            </p:nvSpPr>
            <p:spPr>
              <a:xfrm>
                <a:off x="6055113" y="1574239"/>
                <a:ext cx="50120" cy="70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8">
                    <a:moveTo>
                      <a:pt x="0" y="5172"/>
                    </a:moveTo>
                    <a:lnTo>
                      <a:pt x="2875" y="7358"/>
                    </a:lnTo>
                    <a:lnTo>
                      <a:pt x="5262" y="33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9" name="Surface mesh patch"/>
              <p:cNvSpPr/>
              <p:nvPr/>
            </p:nvSpPr>
            <p:spPr>
              <a:xfrm>
                <a:off x="6105233" y="1569757"/>
                <a:ext cx="50120" cy="645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75">
                    <a:moveTo>
                      <a:pt x="0" y="3822"/>
                    </a:moveTo>
                    <a:lnTo>
                      <a:pt x="2875" y="6775"/>
                    </a:lnTo>
                    <a:lnTo>
                      <a:pt x="5262" y="3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0" name="Surface mesh patch"/>
              <p:cNvSpPr/>
              <p:nvPr/>
            </p:nvSpPr>
            <p:spPr>
              <a:xfrm>
                <a:off x="6155352" y="1581420"/>
                <a:ext cx="50120" cy="559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77">
                    <a:moveTo>
                      <a:pt x="0" y="2695"/>
                    </a:moveTo>
                    <a:lnTo>
                      <a:pt x="2875" y="5877"/>
                    </a:lnTo>
                    <a:lnTo>
                      <a:pt x="5262" y="3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1" name="Surface mesh patch"/>
              <p:cNvSpPr/>
              <p:nvPr/>
            </p:nvSpPr>
            <p:spPr>
              <a:xfrm>
                <a:off x="6205472" y="1600030"/>
                <a:ext cx="50120" cy="46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5">
                    <a:moveTo>
                      <a:pt x="0" y="1910"/>
                    </a:moveTo>
                    <a:lnTo>
                      <a:pt x="2875" y="4835"/>
                    </a:lnTo>
                    <a:lnTo>
                      <a:pt x="5262" y="3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2" name="Surface mesh patch"/>
              <p:cNvSpPr/>
              <p:nvPr/>
            </p:nvSpPr>
            <p:spPr>
              <a:xfrm>
                <a:off x="6255591" y="1617461"/>
                <a:ext cx="50120" cy="36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8">
                    <a:moveTo>
                      <a:pt x="0" y="1482"/>
                    </a:moveTo>
                    <a:lnTo>
                      <a:pt x="2875" y="3828"/>
                    </a:lnTo>
                    <a:lnTo>
                      <a:pt x="5262" y="24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3" name="Surface mesh patch"/>
              <p:cNvSpPr/>
              <p:nvPr/>
            </p:nvSpPr>
            <p:spPr>
              <a:xfrm>
                <a:off x="6305711" y="1628380"/>
                <a:ext cx="50120" cy="28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84">
                    <a:moveTo>
                      <a:pt x="0" y="1346"/>
                    </a:moveTo>
                    <a:lnTo>
                      <a:pt x="2875" y="2984"/>
                    </a:lnTo>
                    <a:lnTo>
                      <a:pt x="5262" y="16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4" name="Surface mesh patch"/>
              <p:cNvSpPr/>
              <p:nvPr/>
            </p:nvSpPr>
            <p:spPr>
              <a:xfrm>
                <a:off x="6355831" y="1630591"/>
                <a:ext cx="50120" cy="224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4">
                    <a:moveTo>
                      <a:pt x="0" y="1396"/>
                    </a:moveTo>
                    <a:lnTo>
                      <a:pt x="2875" y="2354"/>
                    </a:lnTo>
                    <a:lnTo>
                      <a:pt x="5262" y="8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5" name="Surface mesh patch"/>
              <p:cNvSpPr/>
              <p:nvPr/>
            </p:nvSpPr>
            <p:spPr>
              <a:xfrm>
                <a:off x="6405950" y="1624440"/>
                <a:ext cx="50120" cy="18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5">
                    <a:moveTo>
                      <a:pt x="0" y="1523"/>
                    </a:moveTo>
                    <a:lnTo>
                      <a:pt x="2875" y="1935"/>
                    </a:lnTo>
                    <a:lnTo>
                      <a:pt x="5262" y="3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6" name="Surface mesh patch"/>
              <p:cNvSpPr/>
              <p:nvPr/>
            </p:nvSpPr>
            <p:spPr>
              <a:xfrm>
                <a:off x="6456070" y="1611926"/>
                <a:ext cx="50120" cy="161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1">
                    <a:moveTo>
                      <a:pt x="0" y="1641"/>
                    </a:moveTo>
                    <a:lnTo>
                      <a:pt x="2875" y="1701"/>
                    </a:lnTo>
                    <a:lnTo>
                      <a:pt x="5262" y="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7" name="Surface mesh patch"/>
              <p:cNvSpPr/>
              <p:nvPr/>
            </p:nvSpPr>
            <p:spPr>
              <a:xfrm>
                <a:off x="6506190" y="1595352"/>
                <a:ext cx="50120" cy="167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4">
                    <a:moveTo>
                      <a:pt x="0" y="1754"/>
                    </a:moveTo>
                    <a:lnTo>
                      <a:pt x="2875" y="1681"/>
                    </a:lnTo>
                    <a:lnTo>
                      <a:pt x="5262" y="0"/>
                    </a:lnTo>
                    <a:lnTo>
                      <a:pt x="2387" y="6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8" name="Surface mesh patch"/>
              <p:cNvSpPr/>
              <p:nvPr/>
            </p:nvSpPr>
            <p:spPr>
              <a:xfrm>
                <a:off x="6556309" y="1579561"/>
                <a:ext cx="50120" cy="15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9">
                    <a:moveTo>
                      <a:pt x="0" y="1658"/>
                    </a:moveTo>
                    <a:lnTo>
                      <a:pt x="2875" y="1669"/>
                    </a:lnTo>
                    <a:lnTo>
                      <a:pt x="5262" y="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9" name="Surface mesh patch"/>
              <p:cNvSpPr/>
              <p:nvPr/>
            </p:nvSpPr>
            <p:spPr>
              <a:xfrm>
                <a:off x="5230467" y="1630162"/>
                <a:ext cx="50120" cy="165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4">
                    <a:moveTo>
                      <a:pt x="0" y="411"/>
                    </a:moveTo>
                    <a:lnTo>
                      <a:pt x="2875" y="1734"/>
                    </a:lnTo>
                    <a:lnTo>
                      <a:pt x="5262" y="15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0" name="Surface mesh patch"/>
              <p:cNvSpPr/>
              <p:nvPr/>
            </p:nvSpPr>
            <p:spPr>
              <a:xfrm>
                <a:off x="5280586" y="1645385"/>
                <a:ext cx="50120" cy="24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7">
                    <a:moveTo>
                      <a:pt x="0" y="0"/>
                    </a:moveTo>
                    <a:lnTo>
                      <a:pt x="2875" y="2000"/>
                    </a:lnTo>
                    <a:lnTo>
                      <a:pt x="5262" y="2577"/>
                    </a:lnTo>
                    <a:lnTo>
                      <a:pt x="2387" y="226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1" name="Surface mesh patch"/>
              <p:cNvSpPr/>
              <p:nvPr/>
            </p:nvSpPr>
            <p:spPr>
              <a:xfrm>
                <a:off x="5330706" y="1669933"/>
                <a:ext cx="50120" cy="393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30">
                    <a:moveTo>
                      <a:pt x="0" y="0"/>
                    </a:moveTo>
                    <a:lnTo>
                      <a:pt x="2875" y="2703"/>
                    </a:lnTo>
                    <a:lnTo>
                      <a:pt x="5262" y="4130"/>
                    </a:lnTo>
                    <a:lnTo>
                      <a:pt x="2387" y="1002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2" name="Surface mesh patch"/>
              <p:cNvSpPr/>
              <p:nvPr/>
            </p:nvSpPr>
            <p:spPr>
              <a:xfrm>
                <a:off x="5380826" y="1709272"/>
                <a:ext cx="50120" cy="542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0">
                    <a:moveTo>
                      <a:pt x="0" y="0"/>
                    </a:moveTo>
                    <a:lnTo>
                      <a:pt x="2875" y="3359"/>
                    </a:lnTo>
                    <a:lnTo>
                      <a:pt x="5262" y="5700"/>
                    </a:lnTo>
                    <a:lnTo>
                      <a:pt x="2387" y="1861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3" name="Surface mesh patch"/>
              <p:cNvSpPr/>
              <p:nvPr/>
            </p:nvSpPr>
            <p:spPr>
              <a:xfrm>
                <a:off x="5430945" y="1763563"/>
                <a:ext cx="50120" cy="670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34">
                    <a:moveTo>
                      <a:pt x="0" y="0"/>
                    </a:moveTo>
                    <a:lnTo>
                      <a:pt x="2875" y="3876"/>
                    </a:lnTo>
                    <a:lnTo>
                      <a:pt x="5262" y="7034"/>
                    </a:lnTo>
                    <a:lnTo>
                      <a:pt x="2387" y="267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4" name="Surface mesh patch"/>
              <p:cNvSpPr/>
              <p:nvPr/>
            </p:nvSpPr>
            <p:spPr>
              <a:xfrm>
                <a:off x="5481065" y="1830563"/>
                <a:ext cx="50120" cy="740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78">
                    <a:moveTo>
                      <a:pt x="0" y="0"/>
                    </a:moveTo>
                    <a:lnTo>
                      <a:pt x="2875" y="4132"/>
                    </a:lnTo>
                    <a:lnTo>
                      <a:pt x="5262" y="7778"/>
                    </a:lnTo>
                    <a:lnTo>
                      <a:pt x="2387" y="3218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5" name="Surface mesh patch"/>
              <p:cNvSpPr/>
              <p:nvPr/>
            </p:nvSpPr>
            <p:spPr>
              <a:xfrm>
                <a:off x="5531185" y="1904651"/>
                <a:ext cx="50120" cy="71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53">
                    <a:moveTo>
                      <a:pt x="0" y="0"/>
                    </a:moveTo>
                    <a:lnTo>
                      <a:pt x="2875" y="4002"/>
                    </a:lnTo>
                    <a:lnTo>
                      <a:pt x="5262" y="7553"/>
                    </a:lnTo>
                    <a:lnTo>
                      <a:pt x="2387" y="3253"/>
                    </a:lnTo>
                    <a:close/>
                  </a:path>
                </a:pathLst>
              </a:custGeom>
              <a:solidFill>
                <a:srgbClr val="6681f3"/>
              </a:solidFill>
              <a:ln w="3334" cap="flat" cmpd="sng" algn="ctr">
                <a:solidFill>
                  <a:srgbClr val="6681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6" name="Surface mesh patch"/>
              <p:cNvSpPr/>
              <p:nvPr/>
            </p:nvSpPr>
            <p:spPr>
              <a:xfrm>
                <a:off x="5581304" y="1976593"/>
                <a:ext cx="50120" cy="58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98">
                    <a:moveTo>
                      <a:pt x="0" y="0"/>
                    </a:moveTo>
                    <a:lnTo>
                      <a:pt x="2875" y="3401"/>
                    </a:lnTo>
                    <a:lnTo>
                      <a:pt x="5262" y="6098"/>
                    </a:lnTo>
                    <a:lnTo>
                      <a:pt x="2387" y="2573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7" name="Surface mesh patch"/>
              <p:cNvSpPr/>
              <p:nvPr/>
            </p:nvSpPr>
            <p:spPr>
              <a:xfrm>
                <a:off x="5631424" y="2034674"/>
                <a:ext cx="50120" cy="326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7">
                    <a:moveTo>
                      <a:pt x="0" y="0"/>
                    </a:moveTo>
                    <a:lnTo>
                      <a:pt x="2875" y="2338"/>
                    </a:lnTo>
                    <a:lnTo>
                      <a:pt x="5262" y="3427"/>
                    </a:lnTo>
                    <a:lnTo>
                      <a:pt x="2387" y="1124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8" name="Surface mesh patch"/>
              <p:cNvSpPr/>
              <p:nvPr/>
            </p:nvSpPr>
            <p:spPr>
              <a:xfrm>
                <a:off x="5681544" y="2058432"/>
                <a:ext cx="50120" cy="18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2">
                    <a:moveTo>
                      <a:pt x="0" y="933"/>
                    </a:moveTo>
                    <a:lnTo>
                      <a:pt x="2875" y="1892"/>
                    </a:lnTo>
                    <a:lnTo>
                      <a:pt x="5262" y="8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245de"/>
              </a:solidFill>
              <a:ln w="3334" cap="flat" cmpd="sng" algn="ctr">
                <a:solidFill>
                  <a:srgbClr val="3245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9" name="Surface mesh patch"/>
              <p:cNvSpPr/>
              <p:nvPr/>
            </p:nvSpPr>
            <p:spPr>
              <a:xfrm>
                <a:off x="5731663" y="2030693"/>
                <a:ext cx="50120" cy="35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1">
                    <a:moveTo>
                      <a:pt x="0" y="3761"/>
                    </a:moveTo>
                    <a:lnTo>
                      <a:pt x="2875" y="3294"/>
                    </a:lnTo>
                    <a:lnTo>
                      <a:pt x="5262" y="0"/>
                    </a:lnTo>
                    <a:lnTo>
                      <a:pt x="2387" y="522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0" name="Surface mesh patch"/>
              <p:cNvSpPr/>
              <p:nvPr/>
            </p:nvSpPr>
            <p:spPr>
              <a:xfrm>
                <a:off x="5781783" y="1965775"/>
                <a:ext cx="50120" cy="649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6">
                    <a:moveTo>
                      <a:pt x="0" y="6816"/>
                    </a:moveTo>
                    <a:lnTo>
                      <a:pt x="2875" y="5206"/>
                    </a:lnTo>
                    <a:lnTo>
                      <a:pt x="5262" y="0"/>
                    </a:lnTo>
                    <a:lnTo>
                      <a:pt x="2387" y="1471"/>
                    </a:lnTo>
                    <a:close/>
                  </a:path>
                </a:pathLst>
              </a:custGeom>
              <a:solidFill>
                <a:srgbClr val="4c63e9"/>
              </a:solidFill>
              <a:ln w="3334" cap="flat" cmpd="sng" algn="ctr">
                <a:solidFill>
                  <a:srgbClr val="4c63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1" name="Surface mesh patch"/>
              <p:cNvSpPr/>
              <p:nvPr/>
            </p:nvSpPr>
            <p:spPr>
              <a:xfrm>
                <a:off x="5831902" y="1883814"/>
                <a:ext cx="50120" cy="819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05">
                    <a:moveTo>
                      <a:pt x="0" y="8605"/>
                    </a:moveTo>
                    <a:lnTo>
                      <a:pt x="2875" y="6422"/>
                    </a:lnTo>
                    <a:lnTo>
                      <a:pt x="5262" y="0"/>
                    </a:lnTo>
                    <a:lnTo>
                      <a:pt x="2387" y="1755"/>
                    </a:lnTo>
                    <a:close/>
                  </a:path>
                </a:pathLst>
              </a:custGeom>
              <a:solidFill>
                <a:srgbClr val="6984f4"/>
              </a:solidFill>
              <a:ln w="3334" cap="flat" cmpd="sng" algn="ctr">
                <a:solidFill>
                  <a:srgbClr val="6984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2" name="Surface mesh patch"/>
              <p:cNvSpPr/>
              <p:nvPr/>
            </p:nvSpPr>
            <p:spPr>
              <a:xfrm>
                <a:off x="5882022" y="1799642"/>
                <a:ext cx="50120" cy="841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37">
                    <a:moveTo>
                      <a:pt x="0" y="8837"/>
                    </a:moveTo>
                    <a:lnTo>
                      <a:pt x="2875" y="6785"/>
                    </a:lnTo>
                    <a:lnTo>
                      <a:pt x="5262" y="0"/>
                    </a:lnTo>
                    <a:lnTo>
                      <a:pt x="2387" y="1308"/>
                    </a:lnTo>
                    <a:close/>
                  </a:path>
                </a:pathLst>
              </a:custGeom>
              <a:solidFill>
                <a:srgbClr val="86a4fd"/>
              </a:solidFill>
              <a:ln w="3334" cap="flat" cmpd="sng" algn="ctr">
                <a:solidFill>
                  <a:srgbClr val="86a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3" name="Surface mesh patch"/>
              <p:cNvSpPr/>
              <p:nvPr/>
            </p:nvSpPr>
            <p:spPr>
              <a:xfrm>
                <a:off x="5932142" y="1726793"/>
                <a:ext cx="50120" cy="72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8">
                    <a:moveTo>
                      <a:pt x="0" y="7648"/>
                    </a:moveTo>
                    <a:lnTo>
                      <a:pt x="2875" y="6365"/>
                    </a:lnTo>
                    <a:lnTo>
                      <a:pt x="5262" y="0"/>
                    </a:lnTo>
                    <a:lnTo>
                      <a:pt x="2387" y="281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4" name="Surface mesh patch"/>
              <p:cNvSpPr/>
              <p:nvPr/>
            </p:nvSpPr>
            <p:spPr>
              <a:xfrm>
                <a:off x="5982261" y="1664528"/>
                <a:ext cx="50120" cy="62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7">
                    <a:moveTo>
                      <a:pt x="0" y="6537"/>
                    </a:moveTo>
                    <a:lnTo>
                      <a:pt x="2875" y="6409"/>
                    </a:lnTo>
                    <a:lnTo>
                      <a:pt x="5262" y="10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5" name="Surface mesh patch"/>
              <p:cNvSpPr/>
              <p:nvPr/>
            </p:nvSpPr>
            <p:spPr>
              <a:xfrm>
                <a:off x="6032381" y="1623499"/>
                <a:ext cx="50120" cy="60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87">
                    <a:moveTo>
                      <a:pt x="0" y="5316"/>
                    </a:moveTo>
                    <a:lnTo>
                      <a:pt x="2875" y="6387"/>
                    </a:lnTo>
                    <a:lnTo>
                      <a:pt x="5262" y="21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6" name="Surface mesh patch"/>
              <p:cNvSpPr/>
              <p:nvPr/>
            </p:nvSpPr>
            <p:spPr>
              <a:xfrm>
                <a:off x="6082501" y="1606161"/>
                <a:ext cx="50120" cy="572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11">
                    <a:moveTo>
                      <a:pt x="0" y="4006"/>
                    </a:moveTo>
                    <a:lnTo>
                      <a:pt x="2875" y="6011"/>
                    </a:lnTo>
                    <a:lnTo>
                      <a:pt x="5262" y="29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7" name="Surface mesh patch"/>
              <p:cNvSpPr/>
              <p:nvPr/>
            </p:nvSpPr>
            <p:spPr>
              <a:xfrm>
                <a:off x="6132620" y="1607093"/>
                <a:ext cx="50120" cy="509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47">
                    <a:moveTo>
                      <a:pt x="0" y="2855"/>
                    </a:moveTo>
                    <a:lnTo>
                      <a:pt x="2875" y="5347"/>
                    </a:lnTo>
                    <a:lnTo>
                      <a:pt x="5262" y="31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8" name="Surface mesh patch"/>
              <p:cNvSpPr/>
              <p:nvPr/>
            </p:nvSpPr>
            <p:spPr>
              <a:xfrm>
                <a:off x="6182740" y="1618225"/>
                <a:ext cx="50120" cy="43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26">
                    <a:moveTo>
                      <a:pt x="0" y="2013"/>
                    </a:moveTo>
                    <a:lnTo>
                      <a:pt x="2875" y="4526"/>
                    </a:lnTo>
                    <a:lnTo>
                      <a:pt x="5262" y="29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9" name="Surface mesh patch"/>
              <p:cNvSpPr/>
              <p:nvPr/>
            </p:nvSpPr>
            <p:spPr>
              <a:xfrm>
                <a:off x="6232860" y="1631581"/>
                <a:ext cx="50120" cy="351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5">
                    <a:moveTo>
                      <a:pt x="0" y="1523"/>
                    </a:moveTo>
                    <a:lnTo>
                      <a:pt x="2875" y="3695"/>
                    </a:lnTo>
                    <a:lnTo>
                      <a:pt x="5262" y="23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0" name="Surface mesh patch"/>
              <p:cNvSpPr/>
              <p:nvPr/>
            </p:nvSpPr>
            <p:spPr>
              <a:xfrm>
                <a:off x="6282979" y="1641206"/>
                <a:ext cx="50120" cy="28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64">
                    <a:moveTo>
                      <a:pt x="0" y="1335"/>
                    </a:moveTo>
                    <a:lnTo>
                      <a:pt x="2875" y="2964"/>
                    </a:lnTo>
                    <a:lnTo>
                      <a:pt x="5262" y="16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1" name="Surface mesh patch"/>
              <p:cNvSpPr/>
              <p:nvPr/>
            </p:nvSpPr>
            <p:spPr>
              <a:xfrm>
                <a:off x="6333099" y="1643891"/>
                <a:ext cx="50120" cy="227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88">
                    <a:moveTo>
                      <a:pt x="0" y="1355"/>
                    </a:moveTo>
                    <a:lnTo>
                      <a:pt x="2875" y="2388"/>
                    </a:lnTo>
                    <a:lnTo>
                      <a:pt x="5262" y="9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2" name="Surface mesh patch"/>
              <p:cNvSpPr/>
              <p:nvPr/>
            </p:nvSpPr>
            <p:spPr>
              <a:xfrm>
                <a:off x="6383219" y="1638950"/>
                <a:ext cx="50120" cy="188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0">
                    <a:moveTo>
                      <a:pt x="0" y="1476"/>
                    </a:moveTo>
                    <a:lnTo>
                      <a:pt x="2875" y="1980"/>
                    </a:lnTo>
                    <a:lnTo>
                      <a:pt x="5262" y="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3" name="Surface mesh patch"/>
              <p:cNvSpPr/>
              <p:nvPr/>
            </p:nvSpPr>
            <p:spPr>
              <a:xfrm>
                <a:off x="6433338" y="1627559"/>
                <a:ext cx="50120" cy="16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9">
                    <a:moveTo>
                      <a:pt x="0" y="1607"/>
                    </a:moveTo>
                    <a:lnTo>
                      <a:pt x="2875" y="1729"/>
                    </a:lnTo>
                    <a:lnTo>
                      <a:pt x="5262" y="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4" name="Surface mesh patch"/>
              <p:cNvSpPr/>
              <p:nvPr/>
            </p:nvSpPr>
            <p:spPr>
              <a:xfrm>
                <a:off x="6483458" y="1611362"/>
                <a:ext cx="50120" cy="16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0">
                    <a:moveTo>
                      <a:pt x="0" y="1760"/>
                    </a:moveTo>
                    <a:lnTo>
                      <a:pt x="2875" y="1694"/>
                    </a:lnTo>
                    <a:lnTo>
                      <a:pt x="5262" y="0"/>
                    </a:lnTo>
                    <a:lnTo>
                      <a:pt x="2387" y="7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5" name="Surface mesh patch"/>
              <p:cNvSpPr/>
              <p:nvPr/>
            </p:nvSpPr>
            <p:spPr>
              <a:xfrm>
                <a:off x="6533577" y="1595352"/>
                <a:ext cx="50120" cy="160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1">
                    <a:moveTo>
                      <a:pt x="0" y="1681"/>
                    </a:moveTo>
                    <a:lnTo>
                      <a:pt x="2875" y="1637"/>
                    </a:lnTo>
                    <a:lnTo>
                      <a:pt x="5262" y="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6" name="Surface mesh patch"/>
              <p:cNvSpPr/>
              <p:nvPr/>
            </p:nvSpPr>
            <p:spPr>
              <a:xfrm>
                <a:off x="5257855" y="1645385"/>
                <a:ext cx="50120" cy="19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0">
                    <a:moveTo>
                      <a:pt x="0" y="136"/>
                    </a:moveTo>
                    <a:lnTo>
                      <a:pt x="2875" y="1835"/>
                    </a:lnTo>
                    <a:lnTo>
                      <a:pt x="5262" y="20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7" name="Surface mesh patch"/>
              <p:cNvSpPr/>
              <p:nvPr/>
            </p:nvSpPr>
            <p:spPr>
              <a:xfrm>
                <a:off x="5307974" y="1664437"/>
                <a:ext cx="50120" cy="312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0">
                    <a:moveTo>
                      <a:pt x="0" y="0"/>
                    </a:moveTo>
                    <a:lnTo>
                      <a:pt x="2875" y="2336"/>
                    </a:lnTo>
                    <a:lnTo>
                      <a:pt x="5262" y="3280"/>
                    </a:lnTo>
                    <a:lnTo>
                      <a:pt x="2387" y="577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8" name="Surface mesh patch"/>
              <p:cNvSpPr/>
              <p:nvPr/>
            </p:nvSpPr>
            <p:spPr>
              <a:xfrm>
                <a:off x="5358094" y="1695676"/>
                <a:ext cx="50120" cy="455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87">
                    <a:moveTo>
                      <a:pt x="0" y="0"/>
                    </a:moveTo>
                    <a:lnTo>
                      <a:pt x="2875" y="2935"/>
                    </a:lnTo>
                    <a:lnTo>
                      <a:pt x="5262" y="4787"/>
                    </a:lnTo>
                    <a:lnTo>
                      <a:pt x="2387" y="1427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9" name="Surface mesh patch"/>
              <p:cNvSpPr/>
              <p:nvPr/>
            </p:nvSpPr>
            <p:spPr>
              <a:xfrm>
                <a:off x="5408213" y="1741270"/>
                <a:ext cx="50120" cy="592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6">
                    <a:moveTo>
                      <a:pt x="0" y="0"/>
                    </a:moveTo>
                    <a:lnTo>
                      <a:pt x="2875" y="3420"/>
                    </a:lnTo>
                    <a:lnTo>
                      <a:pt x="5262" y="6216"/>
                    </a:lnTo>
                    <a:lnTo>
                      <a:pt x="2387" y="2341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0" name="Surface mesh patch"/>
              <p:cNvSpPr/>
              <p:nvPr/>
            </p:nvSpPr>
            <p:spPr>
              <a:xfrm>
                <a:off x="5458333" y="1800480"/>
                <a:ext cx="50120" cy="69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0">
                    <a:moveTo>
                      <a:pt x="0" y="0"/>
                    </a:moveTo>
                    <a:lnTo>
                      <a:pt x="2875" y="3697"/>
                    </a:lnTo>
                    <a:lnTo>
                      <a:pt x="5262" y="7290"/>
                    </a:lnTo>
                    <a:lnTo>
                      <a:pt x="2387" y="3158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1" name="Surface mesh patch"/>
              <p:cNvSpPr/>
              <p:nvPr/>
            </p:nvSpPr>
            <p:spPr>
              <a:xfrm>
                <a:off x="5508453" y="1869918"/>
                <a:ext cx="50120" cy="72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9">
                    <a:moveTo>
                      <a:pt x="0" y="0"/>
                    </a:moveTo>
                    <a:lnTo>
                      <a:pt x="2875" y="3656"/>
                    </a:lnTo>
                    <a:lnTo>
                      <a:pt x="5262" y="7649"/>
                    </a:lnTo>
                    <a:lnTo>
                      <a:pt x="2387" y="3647"/>
                    </a:lnTo>
                    <a:close/>
                  </a:path>
                </a:pathLst>
              </a:custGeom>
              <a:solidFill>
                <a:srgbClr val="7895fa"/>
              </a:solidFill>
              <a:ln w="3334" cap="flat" cmpd="sng" algn="ctr">
                <a:solidFill>
                  <a:srgbClr val="789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2" name="Surface mesh patch"/>
              <p:cNvSpPr/>
              <p:nvPr/>
            </p:nvSpPr>
            <p:spPr>
              <a:xfrm>
                <a:off x="5558572" y="1942770"/>
                <a:ext cx="50120" cy="662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52">
                    <a:moveTo>
                      <a:pt x="0" y="0"/>
                    </a:moveTo>
                    <a:lnTo>
                      <a:pt x="2875" y="3201"/>
                    </a:lnTo>
                    <a:lnTo>
                      <a:pt x="5262" y="6952"/>
                    </a:lnTo>
                    <a:lnTo>
                      <a:pt x="2387" y="3551"/>
                    </a:lnTo>
                    <a:close/>
                  </a:path>
                </a:pathLst>
              </a:custGeom>
              <a:solidFill>
                <a:srgbClr val="5c75ef"/>
              </a:solidFill>
              <a:ln w="3334" cap="flat" cmpd="sng" algn="ctr">
                <a:solidFill>
                  <a:srgbClr val="5c75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3" name="Surface mesh patch"/>
              <p:cNvSpPr/>
              <p:nvPr/>
            </p:nvSpPr>
            <p:spPr>
              <a:xfrm>
                <a:off x="5608692" y="2008985"/>
                <a:ext cx="50120" cy="479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5">
                    <a:moveTo>
                      <a:pt x="0" y="0"/>
                    </a:moveTo>
                    <a:lnTo>
                      <a:pt x="2875" y="2300"/>
                    </a:lnTo>
                    <a:lnTo>
                      <a:pt x="5262" y="5035"/>
                    </a:lnTo>
                    <a:lnTo>
                      <a:pt x="2387" y="2697"/>
                    </a:lnTo>
                    <a:close/>
                  </a:path>
                </a:pathLst>
              </a:custGeom>
              <a:solidFill>
                <a:srgbClr val="445ae6"/>
              </a:solidFill>
              <a:ln w="3334" cap="flat" cmpd="sng" algn="ctr">
                <a:solidFill>
                  <a:srgbClr val="44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4" name="Surface mesh patch"/>
              <p:cNvSpPr/>
              <p:nvPr/>
            </p:nvSpPr>
            <p:spPr>
              <a:xfrm>
                <a:off x="5658812" y="2056943"/>
                <a:ext cx="50120" cy="195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8">
                    <a:moveTo>
                      <a:pt x="0" y="0"/>
                    </a:moveTo>
                    <a:lnTo>
                      <a:pt x="2875" y="1034"/>
                    </a:lnTo>
                    <a:lnTo>
                      <a:pt x="5262" y="2048"/>
                    </a:lnTo>
                    <a:lnTo>
                      <a:pt x="2387" y="1089"/>
                    </a:lnTo>
                    <a:close/>
                  </a:path>
                </a:pathLst>
              </a:custGeom>
              <a:solidFill>
                <a:srgbClr val="364ae0"/>
              </a:solidFill>
              <a:ln w="3334" cap="flat" cmpd="sng" algn="ctr">
                <a:solidFill>
                  <a:srgbClr val="364a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5" name="Surface mesh patch"/>
              <p:cNvSpPr/>
              <p:nvPr/>
            </p:nvSpPr>
            <p:spPr>
              <a:xfrm>
                <a:off x="5708931" y="2062066"/>
                <a:ext cx="50120" cy="143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0">
                    <a:moveTo>
                      <a:pt x="0" y="1510"/>
                    </a:moveTo>
                    <a:lnTo>
                      <a:pt x="2875" y="1123"/>
                    </a:lnTo>
                    <a:lnTo>
                      <a:pt x="5262" y="0"/>
                    </a:lnTo>
                    <a:lnTo>
                      <a:pt x="2387" y="467"/>
                    </a:lnTo>
                    <a:close/>
                  </a:path>
                </a:pathLst>
              </a:custGeom>
              <a:solidFill>
                <a:srgbClr val="3548e0"/>
              </a:solidFill>
              <a:ln w="3334" cap="flat" cmpd="sng" algn="ctr">
                <a:solidFill>
                  <a:srgbClr val="3548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6" name="Surface mesh patch"/>
              <p:cNvSpPr/>
              <p:nvPr/>
            </p:nvSpPr>
            <p:spPr>
              <a:xfrm>
                <a:off x="5759051" y="2015366"/>
                <a:ext cx="50120" cy="467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3">
                    <a:moveTo>
                      <a:pt x="0" y="4903"/>
                    </a:moveTo>
                    <a:lnTo>
                      <a:pt x="2875" y="3242"/>
                    </a:lnTo>
                    <a:lnTo>
                      <a:pt x="5262" y="0"/>
                    </a:lnTo>
                    <a:lnTo>
                      <a:pt x="2387" y="1609"/>
                    </a:lnTo>
                    <a:close/>
                  </a:path>
                </a:pathLst>
              </a:custGeom>
              <a:solidFill>
                <a:srgbClr val="4056e4"/>
              </a:solidFill>
              <a:ln w="3334" cap="flat" cmpd="sng" algn="ctr">
                <a:solidFill>
                  <a:srgbClr val="4056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7" name="Surface mesh patch"/>
              <p:cNvSpPr/>
              <p:nvPr/>
            </p:nvSpPr>
            <p:spPr>
              <a:xfrm>
                <a:off x="5809171" y="1944985"/>
                <a:ext cx="50120" cy="70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89">
                    <a:moveTo>
                      <a:pt x="0" y="7389"/>
                    </a:moveTo>
                    <a:lnTo>
                      <a:pt x="2875" y="4905"/>
                    </a:lnTo>
                    <a:lnTo>
                      <a:pt x="5262" y="0"/>
                    </a:lnTo>
                    <a:lnTo>
                      <a:pt x="2387" y="2183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8" name="Surface mesh patch"/>
              <p:cNvSpPr/>
              <p:nvPr/>
            </p:nvSpPr>
            <p:spPr>
              <a:xfrm>
                <a:off x="5859290" y="1864272"/>
                <a:ext cx="50120" cy="807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74">
                    <a:moveTo>
                      <a:pt x="0" y="8474"/>
                    </a:moveTo>
                    <a:lnTo>
                      <a:pt x="2875" y="5817"/>
                    </a:lnTo>
                    <a:lnTo>
                      <a:pt x="5262" y="0"/>
                    </a:lnTo>
                    <a:lnTo>
                      <a:pt x="2387" y="2052"/>
                    </a:lnTo>
                    <a:close/>
                  </a:path>
                </a:pathLst>
              </a:custGeom>
              <a:solidFill>
                <a:srgbClr val="7591f9"/>
              </a:solidFill>
              <a:ln w="3334" cap="flat" cmpd="sng" algn="ctr">
                <a:solidFill>
                  <a:srgbClr val="7591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9" name="Surface mesh patch"/>
              <p:cNvSpPr/>
              <p:nvPr/>
            </p:nvSpPr>
            <p:spPr>
              <a:xfrm>
                <a:off x="5909410" y="1787418"/>
                <a:ext cx="50120" cy="76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69">
                    <a:moveTo>
                      <a:pt x="0" y="8069"/>
                    </a:moveTo>
                    <a:lnTo>
                      <a:pt x="2875" y="5907"/>
                    </a:lnTo>
                    <a:lnTo>
                      <a:pt x="5262" y="0"/>
                    </a:lnTo>
                    <a:lnTo>
                      <a:pt x="2387" y="1283"/>
                    </a:lnTo>
                    <a:close/>
                  </a:path>
                </a:pathLst>
              </a:custGeom>
              <a:solidFill>
                <a:srgbClr val="8eabfd"/>
              </a:solidFill>
              <a:ln w="3334" cap="flat" cmpd="sng" algn="ctr">
                <a:solidFill>
                  <a:srgbClr val="8e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0" name="Surface mesh patch"/>
              <p:cNvSpPr/>
              <p:nvPr/>
            </p:nvSpPr>
            <p:spPr>
              <a:xfrm>
                <a:off x="5959530" y="1725570"/>
                <a:ext cx="50120" cy="61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3">
                    <a:moveTo>
                      <a:pt x="0" y="6493"/>
                    </a:moveTo>
                    <a:lnTo>
                      <a:pt x="2875" y="5320"/>
                    </a:lnTo>
                    <a:lnTo>
                      <a:pt x="5262" y="0"/>
                    </a:lnTo>
                    <a:lnTo>
                      <a:pt x="2387" y="128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1" name="Surface mesh patch"/>
              <p:cNvSpPr/>
              <p:nvPr/>
            </p:nvSpPr>
            <p:spPr>
              <a:xfrm>
                <a:off x="6009649" y="1674138"/>
                <a:ext cx="50120" cy="51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9">
                    <a:moveTo>
                      <a:pt x="0" y="5400"/>
                    </a:moveTo>
                    <a:lnTo>
                      <a:pt x="2875" y="5409"/>
                    </a:lnTo>
                    <a:lnTo>
                      <a:pt x="5262" y="10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2" name="Surface mesh patch"/>
              <p:cNvSpPr/>
              <p:nvPr/>
            </p:nvSpPr>
            <p:spPr>
              <a:xfrm>
                <a:off x="6059769" y="1644320"/>
                <a:ext cx="50120" cy="502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72">
                    <a:moveTo>
                      <a:pt x="0" y="4202"/>
                    </a:moveTo>
                    <a:lnTo>
                      <a:pt x="2875" y="5272"/>
                    </a:lnTo>
                    <a:lnTo>
                      <a:pt x="5262" y="20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3" name="Surface mesh patch"/>
              <p:cNvSpPr/>
              <p:nvPr/>
            </p:nvSpPr>
            <p:spPr>
              <a:xfrm>
                <a:off x="6109888" y="1634287"/>
                <a:ext cx="50120" cy="461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43">
                    <a:moveTo>
                      <a:pt x="0" y="3058"/>
                    </a:moveTo>
                    <a:lnTo>
                      <a:pt x="2875" y="4843"/>
                    </a:lnTo>
                    <a:lnTo>
                      <a:pt x="5262" y="24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4" name="Surface mesh patch"/>
              <p:cNvSpPr/>
              <p:nvPr/>
            </p:nvSpPr>
            <p:spPr>
              <a:xfrm>
                <a:off x="6160008" y="1637403"/>
                <a:ext cx="50120" cy="403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34">
                    <a:moveTo>
                      <a:pt x="0" y="2164"/>
                    </a:moveTo>
                    <a:lnTo>
                      <a:pt x="2875" y="4234"/>
                    </a:lnTo>
                    <a:lnTo>
                      <a:pt x="5262" y="25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5" name="Surface mesh patch"/>
              <p:cNvSpPr/>
              <p:nvPr/>
            </p:nvSpPr>
            <p:spPr>
              <a:xfrm>
                <a:off x="6210128" y="1646084"/>
                <a:ext cx="50120" cy="33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8">
                    <a:moveTo>
                      <a:pt x="0" y="1602"/>
                    </a:moveTo>
                    <a:lnTo>
                      <a:pt x="2875" y="3568"/>
                    </a:lnTo>
                    <a:lnTo>
                      <a:pt x="5262" y="21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6" name="Surface mesh patch"/>
              <p:cNvSpPr/>
              <p:nvPr/>
            </p:nvSpPr>
            <p:spPr>
              <a:xfrm>
                <a:off x="6260247" y="1653925"/>
                <a:ext cx="50120" cy="28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5">
                    <a:moveTo>
                      <a:pt x="0" y="1349"/>
                    </a:moveTo>
                    <a:lnTo>
                      <a:pt x="2875" y="2945"/>
                    </a:lnTo>
                    <a:lnTo>
                      <a:pt x="5262" y="16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7" name="Surface mesh patch"/>
              <p:cNvSpPr/>
              <p:nvPr/>
            </p:nvSpPr>
            <p:spPr>
              <a:xfrm>
                <a:off x="6310367" y="1656800"/>
                <a:ext cx="50120" cy="23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24">
                    <a:moveTo>
                      <a:pt x="0" y="1326"/>
                    </a:moveTo>
                    <a:lnTo>
                      <a:pt x="2875" y="2424"/>
                    </a:lnTo>
                    <a:lnTo>
                      <a:pt x="5262" y="10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8" name="Surface mesh patch"/>
              <p:cNvSpPr/>
              <p:nvPr/>
            </p:nvSpPr>
            <p:spPr>
              <a:xfrm>
                <a:off x="6360487" y="1653009"/>
                <a:ext cx="50120" cy="193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0">
                    <a:moveTo>
                      <a:pt x="0" y="1431"/>
                    </a:moveTo>
                    <a:lnTo>
                      <a:pt x="2875" y="2030"/>
                    </a:lnTo>
                    <a:lnTo>
                      <a:pt x="5262" y="5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9" name="Surface mesh patch"/>
              <p:cNvSpPr/>
              <p:nvPr/>
            </p:nvSpPr>
            <p:spPr>
              <a:xfrm>
                <a:off x="6410606" y="1642869"/>
                <a:ext cx="50120" cy="16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7">
                    <a:moveTo>
                      <a:pt x="0" y="1568"/>
                    </a:moveTo>
                    <a:lnTo>
                      <a:pt x="2875" y="1767"/>
                    </a:lnTo>
                    <a:lnTo>
                      <a:pt x="5262" y="1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0" name="Surface mesh patch"/>
              <p:cNvSpPr/>
              <p:nvPr/>
            </p:nvSpPr>
            <p:spPr>
              <a:xfrm>
                <a:off x="6460726" y="1627495"/>
                <a:ext cx="50120" cy="16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6">
                    <a:moveTo>
                      <a:pt x="0" y="1736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66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1" name="Surface mesh patch"/>
              <p:cNvSpPr/>
              <p:nvPr/>
            </p:nvSpPr>
            <p:spPr>
              <a:xfrm>
                <a:off x="6510846" y="1610942"/>
                <a:ext cx="50120" cy="16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8">
                    <a:moveTo>
                      <a:pt x="0" y="1738"/>
                    </a:moveTo>
                    <a:lnTo>
                      <a:pt x="2875" y="1659"/>
                    </a:lnTo>
                    <a:lnTo>
                      <a:pt x="5262" y="0"/>
                    </a:lnTo>
                    <a:lnTo>
                      <a:pt x="2387" y="44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2" name="Surface mesh patch"/>
              <p:cNvSpPr/>
              <p:nvPr/>
            </p:nvSpPr>
            <p:spPr>
              <a:xfrm>
                <a:off x="5285242" y="1662866"/>
                <a:ext cx="50120" cy="238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1">
                    <a:moveTo>
                      <a:pt x="0" y="0"/>
                    </a:moveTo>
                    <a:lnTo>
                      <a:pt x="2875" y="2027"/>
                    </a:lnTo>
                    <a:lnTo>
                      <a:pt x="5262" y="2501"/>
                    </a:lnTo>
                    <a:lnTo>
                      <a:pt x="2387" y="165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3" name="Surface mesh patch"/>
              <p:cNvSpPr/>
              <p:nvPr/>
            </p:nvSpPr>
            <p:spPr>
              <a:xfrm>
                <a:off x="5335362" y="1686690"/>
                <a:ext cx="50120" cy="36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8">
                    <a:moveTo>
                      <a:pt x="0" y="0"/>
                    </a:moveTo>
                    <a:lnTo>
                      <a:pt x="2875" y="2575"/>
                    </a:lnTo>
                    <a:lnTo>
                      <a:pt x="5262" y="3878"/>
                    </a:lnTo>
                    <a:lnTo>
                      <a:pt x="2387" y="943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4" name="Surface mesh patch"/>
              <p:cNvSpPr/>
              <p:nvPr/>
            </p:nvSpPr>
            <p:spPr>
              <a:xfrm>
                <a:off x="5385482" y="1723629"/>
                <a:ext cx="50120" cy="50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72">
                    <a:moveTo>
                      <a:pt x="0" y="0"/>
                    </a:moveTo>
                    <a:lnTo>
                      <a:pt x="2875" y="3023"/>
                    </a:lnTo>
                    <a:lnTo>
                      <a:pt x="5262" y="5272"/>
                    </a:lnTo>
                    <a:lnTo>
                      <a:pt x="2387" y="1852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5" name="Surface mesh patch"/>
              <p:cNvSpPr/>
              <p:nvPr/>
            </p:nvSpPr>
            <p:spPr>
              <a:xfrm>
                <a:off x="5435601" y="1773847"/>
                <a:ext cx="50120" cy="61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3">
                    <a:moveTo>
                      <a:pt x="0" y="0"/>
                    </a:moveTo>
                    <a:lnTo>
                      <a:pt x="2875" y="3297"/>
                    </a:lnTo>
                    <a:lnTo>
                      <a:pt x="5262" y="6493"/>
                    </a:lnTo>
                    <a:lnTo>
                      <a:pt x="2387" y="2796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6" name="Surface mesh patch"/>
              <p:cNvSpPr/>
              <p:nvPr/>
            </p:nvSpPr>
            <p:spPr>
              <a:xfrm>
                <a:off x="5485721" y="1835696"/>
                <a:ext cx="50120" cy="69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9">
                    <a:moveTo>
                      <a:pt x="0" y="0"/>
                    </a:moveTo>
                    <a:lnTo>
                      <a:pt x="2875" y="3308"/>
                    </a:lnTo>
                    <a:lnTo>
                      <a:pt x="5262" y="7249"/>
                    </a:lnTo>
                    <a:lnTo>
                      <a:pt x="2387" y="3593"/>
                    </a:lnTo>
                    <a:close/>
                  </a:path>
                </a:pathLst>
              </a:custGeom>
              <a:solidFill>
                <a:srgbClr val="87a5fd"/>
              </a:solidFill>
              <a:ln w="3334" cap="flat" cmpd="sng" algn="ctr">
                <a:solidFill>
                  <a:srgbClr val="87a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7" name="Surface mesh patch"/>
              <p:cNvSpPr/>
              <p:nvPr/>
            </p:nvSpPr>
            <p:spPr>
              <a:xfrm>
                <a:off x="5535841" y="1904742"/>
                <a:ext cx="50120" cy="68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93">
                    <a:moveTo>
                      <a:pt x="0" y="0"/>
                    </a:moveTo>
                    <a:lnTo>
                      <a:pt x="2875" y="2966"/>
                    </a:lnTo>
                    <a:lnTo>
                      <a:pt x="5262" y="7193"/>
                    </a:lnTo>
                    <a:lnTo>
                      <a:pt x="2387" y="3992"/>
                    </a:lnTo>
                    <a:close/>
                  </a:path>
                </a:pathLst>
              </a:custGeom>
              <a:solidFill>
                <a:srgbClr val="6f8bf7"/>
              </a:solidFill>
              <a:ln w="3334" cap="flat" cmpd="sng" algn="ctr">
                <a:solidFill>
                  <a:srgbClr val="6f8b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8" name="Surface mesh patch"/>
              <p:cNvSpPr/>
              <p:nvPr/>
            </p:nvSpPr>
            <p:spPr>
              <a:xfrm>
                <a:off x="5585960" y="1973259"/>
                <a:ext cx="50120" cy="576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51">
                    <a:moveTo>
                      <a:pt x="0" y="0"/>
                    </a:moveTo>
                    <a:lnTo>
                      <a:pt x="2875" y="2215"/>
                    </a:lnTo>
                    <a:lnTo>
                      <a:pt x="5262" y="6051"/>
                    </a:lnTo>
                    <a:lnTo>
                      <a:pt x="2387" y="3751"/>
                    </a:lnTo>
                    <a:close/>
                  </a:path>
                </a:pathLst>
              </a:custGeom>
              <a:solidFill>
                <a:srgbClr val="556dec"/>
              </a:solidFill>
              <a:ln w="3334" cap="flat" cmpd="sng" algn="ctr">
                <a:solidFill>
                  <a:srgbClr val="556d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9" name="Surface mesh patch"/>
              <p:cNvSpPr/>
              <p:nvPr/>
            </p:nvSpPr>
            <p:spPr>
              <a:xfrm>
                <a:off x="5636080" y="2030891"/>
                <a:ext cx="50120" cy="358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9">
                    <a:moveTo>
                      <a:pt x="0" y="0"/>
                    </a:moveTo>
                    <a:lnTo>
                      <a:pt x="2875" y="1085"/>
                    </a:lnTo>
                    <a:lnTo>
                      <a:pt x="5262" y="3769"/>
                    </a:lnTo>
                    <a:lnTo>
                      <a:pt x="2387" y="2735"/>
                    </a:lnTo>
                    <a:close/>
                  </a:path>
                </a:pathLst>
              </a:custGeom>
              <a:solidFill>
                <a:srgbClr val="4257e5"/>
              </a:solidFill>
              <a:ln w="3334" cap="flat" cmpd="sng" algn="ctr">
                <a:solidFill>
                  <a:srgbClr val="4257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0" name="Surface mesh patch"/>
              <p:cNvSpPr/>
              <p:nvPr/>
            </p:nvSpPr>
            <p:spPr>
              <a:xfrm>
                <a:off x="5686199" y="2064135"/>
                <a:ext cx="50120" cy="12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3">
                    <a:moveTo>
                      <a:pt x="0" y="279"/>
                    </a:moveTo>
                    <a:lnTo>
                      <a:pt x="2875" y="0"/>
                    </a:lnTo>
                    <a:lnTo>
                      <a:pt x="5262" y="906"/>
                    </a:lnTo>
                    <a:lnTo>
                      <a:pt x="2387" y="1293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1" name="Surface mesh patch"/>
              <p:cNvSpPr/>
              <p:nvPr/>
            </p:nvSpPr>
            <p:spPr>
              <a:xfrm>
                <a:off x="5736319" y="2046243"/>
                <a:ext cx="50120" cy="265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84">
                    <a:moveTo>
                      <a:pt x="0" y="2784"/>
                    </a:moveTo>
                    <a:lnTo>
                      <a:pt x="2875" y="1164"/>
                    </a:lnTo>
                    <a:lnTo>
                      <a:pt x="5262" y="0"/>
                    </a:lnTo>
                    <a:lnTo>
                      <a:pt x="2387" y="1661"/>
                    </a:lnTo>
                    <a:close/>
                  </a:path>
                </a:pathLst>
              </a:custGeom>
              <a:solidFill>
                <a:srgbClr val="3c51e3"/>
              </a:solidFill>
              <a:ln w="3334" cap="flat" cmpd="sng" algn="ctr">
                <a:solidFill>
                  <a:srgbClr val="3c51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2" name="Surface mesh patch"/>
              <p:cNvSpPr/>
              <p:nvPr/>
            </p:nvSpPr>
            <p:spPr>
              <a:xfrm>
                <a:off x="5786439" y="1991704"/>
                <a:ext cx="50120" cy="54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6">
                    <a:moveTo>
                      <a:pt x="0" y="5726"/>
                    </a:moveTo>
                    <a:lnTo>
                      <a:pt x="2875" y="3087"/>
                    </a:lnTo>
                    <a:lnTo>
                      <a:pt x="5262" y="0"/>
                    </a:lnTo>
                    <a:lnTo>
                      <a:pt x="2387" y="2484"/>
                    </a:lnTo>
                    <a:close/>
                  </a:path>
                </a:pathLst>
              </a:custGeom>
              <a:solidFill>
                <a:srgbClr val="4c63e9"/>
              </a:solidFill>
              <a:ln w="3334" cap="flat" cmpd="sng" algn="ctr">
                <a:solidFill>
                  <a:srgbClr val="4c63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3" name="Surface mesh patch"/>
              <p:cNvSpPr/>
              <p:nvPr/>
            </p:nvSpPr>
            <p:spPr>
              <a:xfrm>
                <a:off x="5836558" y="1919680"/>
                <a:ext cx="50120" cy="72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62">
                    <a:moveTo>
                      <a:pt x="0" y="7562"/>
                    </a:moveTo>
                    <a:lnTo>
                      <a:pt x="2875" y="4470"/>
                    </a:lnTo>
                    <a:lnTo>
                      <a:pt x="5262" y="0"/>
                    </a:lnTo>
                    <a:lnTo>
                      <a:pt x="2387" y="2657"/>
                    </a:lnTo>
                    <a:close/>
                  </a:path>
                </a:pathLst>
              </a:custGeom>
              <a:solidFill>
                <a:srgbClr val="657ff3"/>
              </a:solidFill>
              <a:ln w="3334" cap="flat" cmpd="sng" algn="ctr">
                <a:solidFill>
                  <a:srgbClr val="657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4" name="Surface mesh patch"/>
              <p:cNvSpPr/>
              <p:nvPr/>
            </p:nvSpPr>
            <p:spPr>
              <a:xfrm>
                <a:off x="5886678" y="1843683"/>
                <a:ext cx="50120" cy="759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79">
                    <a:moveTo>
                      <a:pt x="0" y="7979"/>
                    </a:moveTo>
                    <a:lnTo>
                      <a:pt x="2875" y="5098"/>
                    </a:lnTo>
                    <a:lnTo>
                      <a:pt x="5262" y="0"/>
                    </a:lnTo>
                    <a:lnTo>
                      <a:pt x="2387" y="2162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5" name="Surface mesh patch"/>
              <p:cNvSpPr/>
              <p:nvPr/>
            </p:nvSpPr>
            <p:spPr>
              <a:xfrm>
                <a:off x="5936798" y="1776244"/>
                <a:ext cx="50120" cy="67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0">
                    <a:moveTo>
                      <a:pt x="0" y="7080"/>
                    </a:moveTo>
                    <a:lnTo>
                      <a:pt x="2875" y="4984"/>
                    </a:lnTo>
                    <a:lnTo>
                      <a:pt x="5262" y="0"/>
                    </a:lnTo>
                    <a:lnTo>
                      <a:pt x="2387" y="1173"/>
                    </a:lnTo>
                    <a:close/>
                  </a:path>
                </a:pathLst>
              </a:custGeom>
              <a:solidFill>
                <a:srgbClr val="95b2fd"/>
              </a:solidFill>
              <a:ln w="3334" cap="flat" cmpd="sng" algn="ctr">
                <a:solidFill>
                  <a:srgbClr val="95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6" name="Surface mesh patch"/>
              <p:cNvSpPr/>
              <p:nvPr/>
            </p:nvSpPr>
            <p:spPr>
              <a:xfrm>
                <a:off x="5986917" y="1725570"/>
                <a:ext cx="50120" cy="506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20">
                    <a:moveTo>
                      <a:pt x="0" y="5320"/>
                    </a:moveTo>
                    <a:lnTo>
                      <a:pt x="2875" y="4337"/>
                    </a:lnTo>
                    <a:lnTo>
                      <a:pt x="5262" y="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7" name="Surface mesh patch"/>
              <p:cNvSpPr/>
              <p:nvPr/>
            </p:nvSpPr>
            <p:spPr>
              <a:xfrm>
                <a:off x="6037037" y="1684339"/>
                <a:ext cx="50120" cy="427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3">
                    <a:moveTo>
                      <a:pt x="0" y="4338"/>
                    </a:moveTo>
                    <a:lnTo>
                      <a:pt x="2875" y="4493"/>
                    </a:lnTo>
                    <a:lnTo>
                      <a:pt x="5262" y="10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8" name="Surface mesh patch"/>
              <p:cNvSpPr/>
              <p:nvPr/>
            </p:nvSpPr>
            <p:spPr>
              <a:xfrm>
                <a:off x="6087157" y="1663412"/>
                <a:ext cx="50120" cy="412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7">
                    <a:moveTo>
                      <a:pt x="0" y="3267"/>
                    </a:moveTo>
                    <a:lnTo>
                      <a:pt x="2875" y="4327"/>
                    </a:lnTo>
                    <a:lnTo>
                      <a:pt x="5262" y="17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9" name="Surface mesh patch"/>
              <p:cNvSpPr/>
              <p:nvPr/>
            </p:nvSpPr>
            <p:spPr>
              <a:xfrm>
                <a:off x="6137276" y="1658019"/>
                <a:ext cx="50120" cy="37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38">
                    <a:moveTo>
                      <a:pt x="0" y="2351"/>
                    </a:moveTo>
                    <a:lnTo>
                      <a:pt x="2875" y="3938"/>
                    </a:lnTo>
                    <a:lnTo>
                      <a:pt x="5262" y="20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0" name="Surface mesh patch"/>
              <p:cNvSpPr/>
              <p:nvPr/>
            </p:nvSpPr>
            <p:spPr>
              <a:xfrm>
                <a:off x="6187396" y="1661339"/>
                <a:ext cx="50120" cy="327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8">
                    <a:moveTo>
                      <a:pt x="0" y="1721"/>
                    </a:moveTo>
                    <a:lnTo>
                      <a:pt x="2875" y="3438"/>
                    </a:lnTo>
                    <a:lnTo>
                      <a:pt x="5262" y="19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1" name="Surface mesh patch"/>
              <p:cNvSpPr/>
              <p:nvPr/>
            </p:nvSpPr>
            <p:spPr>
              <a:xfrm>
                <a:off x="6237516" y="1666778"/>
                <a:ext cx="50120" cy="27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5">
                    <a:moveTo>
                      <a:pt x="0" y="1395"/>
                    </a:moveTo>
                    <a:lnTo>
                      <a:pt x="2875" y="2925"/>
                    </a:lnTo>
                    <a:lnTo>
                      <a:pt x="5262" y="1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2" name="Surface mesh patch"/>
              <p:cNvSpPr/>
              <p:nvPr/>
            </p:nvSpPr>
            <p:spPr>
              <a:xfrm>
                <a:off x="6287635" y="1669435"/>
                <a:ext cx="50120" cy="23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2">
                    <a:moveTo>
                      <a:pt x="0" y="1316"/>
                    </a:moveTo>
                    <a:lnTo>
                      <a:pt x="2875" y="2462"/>
                    </a:lnTo>
                    <a:lnTo>
                      <a:pt x="5262" y="10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3" name="Surface mesh patch"/>
              <p:cNvSpPr/>
              <p:nvPr/>
            </p:nvSpPr>
            <p:spPr>
              <a:xfrm>
                <a:off x="6337755" y="1666635"/>
                <a:ext cx="50120" cy="19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6">
                    <a:moveTo>
                      <a:pt x="0" y="1392"/>
                    </a:moveTo>
                    <a:lnTo>
                      <a:pt x="2875" y="2086"/>
                    </a:lnTo>
                    <a:lnTo>
                      <a:pt x="5262" y="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4" name="Surface mesh patch"/>
              <p:cNvSpPr/>
              <p:nvPr/>
            </p:nvSpPr>
            <p:spPr>
              <a:xfrm>
                <a:off x="6387874" y="1657805"/>
                <a:ext cx="50120" cy="17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3">
                    <a:moveTo>
                      <a:pt x="0" y="1527"/>
                    </a:moveTo>
                    <a:lnTo>
                      <a:pt x="2875" y="1813"/>
                    </a:lnTo>
                    <a:lnTo>
                      <a:pt x="5262" y="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5" name="Surface mesh patch"/>
              <p:cNvSpPr/>
              <p:nvPr/>
            </p:nvSpPr>
            <p:spPr>
              <a:xfrm>
                <a:off x="6437994" y="1643656"/>
                <a:ext cx="50120" cy="16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0">
                    <a:moveTo>
                      <a:pt x="0" y="1684"/>
                    </a:moveTo>
                    <a:lnTo>
                      <a:pt x="2875" y="1690"/>
                    </a:lnTo>
                    <a:lnTo>
                      <a:pt x="5262" y="0"/>
                    </a:lnTo>
                    <a:lnTo>
                      <a:pt x="2387" y="3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6" name="Surface mesh patch"/>
              <p:cNvSpPr/>
              <p:nvPr/>
            </p:nvSpPr>
            <p:spPr>
              <a:xfrm>
                <a:off x="6488114" y="1626743"/>
                <a:ext cx="50120" cy="169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6">
                    <a:moveTo>
                      <a:pt x="0" y="1776"/>
                    </a:moveTo>
                    <a:lnTo>
                      <a:pt x="2875" y="1683"/>
                    </a:lnTo>
                    <a:lnTo>
                      <a:pt x="5262" y="0"/>
                    </a:lnTo>
                    <a:lnTo>
                      <a:pt x="2387" y="79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7" name="Surface mesh patch"/>
              <p:cNvSpPr/>
              <p:nvPr/>
            </p:nvSpPr>
            <p:spPr>
              <a:xfrm>
                <a:off x="5312630" y="1682178"/>
                <a:ext cx="50120" cy="29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49">
                    <a:moveTo>
                      <a:pt x="0" y="0"/>
                    </a:moveTo>
                    <a:lnTo>
                      <a:pt x="2875" y="2278"/>
                    </a:lnTo>
                    <a:lnTo>
                      <a:pt x="5262" y="3049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8" name="Surface mesh patch"/>
              <p:cNvSpPr/>
              <p:nvPr/>
            </p:nvSpPr>
            <p:spPr>
              <a:xfrm>
                <a:off x="5362750" y="1711218"/>
                <a:ext cx="50120" cy="41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6">
                    <a:moveTo>
                      <a:pt x="0" y="0"/>
                    </a:moveTo>
                    <a:lnTo>
                      <a:pt x="2875" y="2694"/>
                    </a:lnTo>
                    <a:lnTo>
                      <a:pt x="5262" y="4326"/>
                    </a:lnTo>
                    <a:lnTo>
                      <a:pt x="2387" y="1303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9" name="Surface mesh patch"/>
              <p:cNvSpPr/>
              <p:nvPr/>
            </p:nvSpPr>
            <p:spPr>
              <a:xfrm>
                <a:off x="5412869" y="1752425"/>
                <a:ext cx="50120" cy="528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6">
                    <a:moveTo>
                      <a:pt x="0" y="0"/>
                    </a:moveTo>
                    <a:lnTo>
                      <a:pt x="2875" y="2955"/>
                    </a:lnTo>
                    <a:lnTo>
                      <a:pt x="5262" y="5546"/>
                    </a:lnTo>
                    <a:lnTo>
                      <a:pt x="2387" y="2249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0" name="Surface mesh patch"/>
              <p:cNvSpPr/>
              <p:nvPr/>
            </p:nvSpPr>
            <p:spPr>
              <a:xfrm>
                <a:off x="5462989" y="1805254"/>
                <a:ext cx="50120" cy="619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4">
                    <a:moveTo>
                      <a:pt x="0" y="0"/>
                    </a:moveTo>
                    <a:lnTo>
                      <a:pt x="2875" y="2993"/>
                    </a:lnTo>
                    <a:lnTo>
                      <a:pt x="5262" y="6504"/>
                    </a:lnTo>
                    <a:lnTo>
                      <a:pt x="2387" y="3196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1" name="Surface mesh patch"/>
              <p:cNvSpPr/>
              <p:nvPr/>
            </p:nvSpPr>
            <p:spPr>
              <a:xfrm>
                <a:off x="5513109" y="1867208"/>
                <a:ext cx="50120" cy="65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6">
                    <a:moveTo>
                      <a:pt x="0" y="0"/>
                    </a:moveTo>
                    <a:lnTo>
                      <a:pt x="2875" y="2732"/>
                    </a:lnTo>
                    <a:lnTo>
                      <a:pt x="5262" y="6906"/>
                    </a:lnTo>
                    <a:lnTo>
                      <a:pt x="2387" y="3941"/>
                    </a:lnTo>
                    <a:close/>
                  </a:path>
                </a:pathLst>
              </a:custGeom>
              <a:solidFill>
                <a:srgbClr val="829ffd"/>
              </a:solidFill>
              <a:ln w="3334" cap="flat" cmpd="sng" algn="ctr">
                <a:solidFill>
                  <a:srgbClr val="82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2" name="Surface mesh patch"/>
              <p:cNvSpPr/>
              <p:nvPr/>
            </p:nvSpPr>
            <p:spPr>
              <a:xfrm>
                <a:off x="5563228" y="1932991"/>
                <a:ext cx="50120" cy="61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3">
                    <a:moveTo>
                      <a:pt x="0" y="0"/>
                    </a:moveTo>
                    <a:lnTo>
                      <a:pt x="2875" y="2111"/>
                    </a:lnTo>
                    <a:lnTo>
                      <a:pt x="5262" y="6443"/>
                    </a:lnTo>
                    <a:lnTo>
                      <a:pt x="2387" y="4228"/>
                    </a:lnTo>
                    <a:close/>
                  </a:path>
                </a:pathLst>
              </a:custGeom>
              <a:solidFill>
                <a:srgbClr val="6983f4"/>
              </a:solidFill>
              <a:ln w="3334" cap="flat" cmpd="sng" algn="ctr">
                <a:solidFill>
                  <a:srgbClr val="6983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3" name="Surface mesh patch"/>
              <p:cNvSpPr/>
              <p:nvPr/>
            </p:nvSpPr>
            <p:spPr>
              <a:xfrm>
                <a:off x="5613348" y="1994356"/>
                <a:ext cx="50120" cy="468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0">
                    <a:moveTo>
                      <a:pt x="0" y="0"/>
                    </a:moveTo>
                    <a:lnTo>
                      <a:pt x="2875" y="1123"/>
                    </a:lnTo>
                    <a:lnTo>
                      <a:pt x="5262" y="4920"/>
                    </a:lnTo>
                    <a:lnTo>
                      <a:pt x="2387" y="3836"/>
                    </a:lnTo>
                    <a:close/>
                  </a:path>
                </a:pathLst>
              </a:custGeom>
              <a:solidFill>
                <a:srgbClr val="526aeb"/>
              </a:solidFill>
              <a:ln w="3334" cap="flat" cmpd="sng" algn="ctr">
                <a:solidFill>
                  <a:srgbClr val="526a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4" name="Surface mesh patch"/>
              <p:cNvSpPr/>
              <p:nvPr/>
            </p:nvSpPr>
            <p:spPr>
              <a:xfrm>
                <a:off x="5663468" y="2039859"/>
                <a:ext cx="50120" cy="269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7">
                    <a:moveTo>
                      <a:pt x="0" y="143"/>
                    </a:moveTo>
                    <a:lnTo>
                      <a:pt x="2875" y="0"/>
                    </a:lnTo>
                    <a:lnTo>
                      <a:pt x="5262" y="2549"/>
                    </a:lnTo>
                    <a:lnTo>
                      <a:pt x="2387" y="2827"/>
                    </a:lnTo>
                    <a:close/>
                  </a:path>
                </a:pathLst>
              </a:custGeom>
              <a:solidFill>
                <a:srgbClr val="445ae6"/>
              </a:solidFill>
              <a:ln w="3334" cap="flat" cmpd="sng" algn="ctr">
                <a:solidFill>
                  <a:srgbClr val="44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5" name="Surface mesh patch"/>
              <p:cNvSpPr/>
              <p:nvPr/>
            </p:nvSpPr>
            <p:spPr>
              <a:xfrm>
                <a:off x="5713587" y="2049961"/>
                <a:ext cx="50120" cy="22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4">
                    <a:moveTo>
                      <a:pt x="0" y="1488"/>
                    </a:moveTo>
                    <a:lnTo>
                      <a:pt x="2875" y="0"/>
                    </a:lnTo>
                    <a:lnTo>
                      <a:pt x="5262" y="774"/>
                    </a:lnTo>
                    <a:lnTo>
                      <a:pt x="2387" y="2394"/>
                    </a:lnTo>
                    <a:close/>
                  </a:path>
                </a:pathLst>
              </a:custGeom>
              <a:solidFill>
                <a:srgbClr val="4055e4"/>
              </a:solidFill>
              <a:ln w="3334" cap="flat" cmpd="sng" algn="ctr">
                <a:solidFill>
                  <a:srgbClr val="4055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6" name="Surface mesh patch"/>
              <p:cNvSpPr/>
              <p:nvPr/>
            </p:nvSpPr>
            <p:spPr>
              <a:xfrm>
                <a:off x="5763707" y="2021107"/>
                <a:ext cx="50120" cy="36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03">
                    <a:moveTo>
                      <a:pt x="0" y="3803"/>
                    </a:moveTo>
                    <a:lnTo>
                      <a:pt x="2875" y="1163"/>
                    </a:lnTo>
                    <a:lnTo>
                      <a:pt x="5262" y="0"/>
                    </a:lnTo>
                    <a:lnTo>
                      <a:pt x="2387" y="2639"/>
                    </a:lnTo>
                    <a:close/>
                  </a:path>
                </a:pathLst>
              </a:custGeom>
              <a:solidFill>
                <a:srgbClr val="485ee7"/>
              </a:solidFill>
              <a:ln w="3334" cap="flat" cmpd="sng" algn="ctr">
                <a:solidFill>
                  <a:srgbClr val="485e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7" name="Surface mesh patch"/>
              <p:cNvSpPr/>
              <p:nvPr/>
            </p:nvSpPr>
            <p:spPr>
              <a:xfrm>
                <a:off x="5813827" y="1962259"/>
                <a:ext cx="50120" cy="58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78">
                    <a:moveTo>
                      <a:pt x="0" y="6178"/>
                    </a:moveTo>
                    <a:lnTo>
                      <a:pt x="2875" y="2846"/>
                    </a:lnTo>
                    <a:lnTo>
                      <a:pt x="5262" y="0"/>
                    </a:lnTo>
                    <a:lnTo>
                      <a:pt x="2387" y="3091"/>
                    </a:lnTo>
                    <a:close/>
                  </a:path>
                </a:pathLst>
              </a:custGeom>
              <a:solidFill>
                <a:srgbClr val="5b73ef"/>
              </a:solidFill>
              <a:ln w="3334" cap="flat" cmpd="sng" algn="ctr">
                <a:solidFill>
                  <a:srgbClr val="5b73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8" name="Surface mesh patch"/>
              <p:cNvSpPr/>
              <p:nvPr/>
            </p:nvSpPr>
            <p:spPr>
              <a:xfrm>
                <a:off x="5863946" y="1892246"/>
                <a:ext cx="50120" cy="700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0">
                    <a:moveTo>
                      <a:pt x="0" y="7350"/>
                    </a:moveTo>
                    <a:lnTo>
                      <a:pt x="2875" y="3947"/>
                    </a:lnTo>
                    <a:lnTo>
                      <a:pt x="5262" y="0"/>
                    </a:lnTo>
                    <a:lnTo>
                      <a:pt x="2387" y="2880"/>
                    </a:lnTo>
                    <a:close/>
                  </a:path>
                </a:pathLst>
              </a:custGeom>
              <a:solidFill>
                <a:srgbClr val="7490f9"/>
              </a:solidFill>
              <a:ln w="3334" cap="flat" cmpd="sng" algn="ctr">
                <a:solidFill>
                  <a:srgbClr val="7490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9" name="Surface mesh patch"/>
              <p:cNvSpPr/>
              <p:nvPr/>
            </p:nvSpPr>
            <p:spPr>
              <a:xfrm>
                <a:off x="5914066" y="1823715"/>
                <a:ext cx="50120" cy="685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95">
                    <a:moveTo>
                      <a:pt x="0" y="7195"/>
                    </a:moveTo>
                    <a:lnTo>
                      <a:pt x="2875" y="4336"/>
                    </a:lnTo>
                    <a:lnTo>
                      <a:pt x="5262" y="0"/>
                    </a:lnTo>
                    <a:lnTo>
                      <a:pt x="2387" y="209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0" name="Surface mesh patch"/>
              <p:cNvSpPr/>
              <p:nvPr/>
            </p:nvSpPr>
            <p:spPr>
              <a:xfrm>
                <a:off x="5964185" y="1766878"/>
                <a:ext cx="50120" cy="56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7">
                    <a:moveTo>
                      <a:pt x="0" y="5967"/>
                    </a:moveTo>
                    <a:lnTo>
                      <a:pt x="2875" y="4094"/>
                    </a:lnTo>
                    <a:lnTo>
                      <a:pt x="5262" y="0"/>
                    </a:lnTo>
                    <a:lnTo>
                      <a:pt x="2387" y="983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1" name="Surface mesh patch"/>
              <p:cNvSpPr/>
              <p:nvPr/>
            </p:nvSpPr>
            <p:spPr>
              <a:xfrm>
                <a:off x="6014305" y="1725654"/>
                <a:ext cx="50120" cy="412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8">
                    <a:moveTo>
                      <a:pt x="0" y="4328"/>
                    </a:moveTo>
                    <a:lnTo>
                      <a:pt x="2875" y="3608"/>
                    </a:lnTo>
                    <a:lnTo>
                      <a:pt x="5262" y="1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2" name="Surface mesh patch"/>
              <p:cNvSpPr/>
              <p:nvPr/>
            </p:nvSpPr>
            <p:spPr>
              <a:xfrm>
                <a:off x="6064425" y="1694531"/>
                <a:ext cx="50120" cy="35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47">
                    <a:moveTo>
                      <a:pt x="0" y="3423"/>
                    </a:moveTo>
                    <a:lnTo>
                      <a:pt x="2875" y="3747"/>
                    </a:lnTo>
                    <a:lnTo>
                      <a:pt x="5262" y="10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3" name="Surface mesh patch"/>
              <p:cNvSpPr/>
              <p:nvPr/>
            </p:nvSpPr>
            <p:spPr>
              <a:xfrm>
                <a:off x="6114544" y="1680415"/>
                <a:ext cx="50120" cy="34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06">
                    <a:moveTo>
                      <a:pt x="0" y="2542"/>
                    </a:moveTo>
                    <a:lnTo>
                      <a:pt x="2875" y="3606"/>
                    </a:lnTo>
                    <a:lnTo>
                      <a:pt x="5262" y="15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4" name="Surface mesh patch"/>
              <p:cNvSpPr/>
              <p:nvPr/>
            </p:nvSpPr>
            <p:spPr>
              <a:xfrm>
                <a:off x="6164664" y="1677729"/>
                <a:ext cx="50120" cy="313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9">
                    <a:moveTo>
                      <a:pt x="0" y="1869"/>
                    </a:moveTo>
                    <a:lnTo>
                      <a:pt x="2875" y="3289"/>
                    </a:lnTo>
                    <a:lnTo>
                      <a:pt x="5262" y="17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5" name="Surface mesh patch"/>
              <p:cNvSpPr/>
              <p:nvPr/>
            </p:nvSpPr>
            <p:spPr>
              <a:xfrm>
                <a:off x="6214784" y="1680066"/>
                <a:ext cx="50120" cy="27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5">
                    <a:moveTo>
                      <a:pt x="0" y="1472"/>
                    </a:moveTo>
                    <a:lnTo>
                      <a:pt x="2875" y="2895"/>
                    </a:lnTo>
                    <a:lnTo>
                      <a:pt x="5262" y="15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6" name="Surface mesh patch"/>
              <p:cNvSpPr/>
              <p:nvPr/>
            </p:nvSpPr>
            <p:spPr>
              <a:xfrm>
                <a:off x="6264903" y="1681974"/>
                <a:ext cx="50120" cy="23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98">
                    <a:moveTo>
                      <a:pt x="0" y="1329"/>
                    </a:moveTo>
                    <a:lnTo>
                      <a:pt x="2875" y="2498"/>
                    </a:lnTo>
                    <a:lnTo>
                      <a:pt x="5262" y="11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7" name="Surface mesh patch"/>
              <p:cNvSpPr/>
              <p:nvPr/>
            </p:nvSpPr>
            <p:spPr>
              <a:xfrm>
                <a:off x="6315023" y="1679891"/>
                <a:ext cx="50120" cy="20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45">
                    <a:moveTo>
                      <a:pt x="0" y="1364"/>
                    </a:moveTo>
                    <a:lnTo>
                      <a:pt x="2875" y="2145"/>
                    </a:lnTo>
                    <a:lnTo>
                      <a:pt x="5262" y="6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8" name="Surface mesh patch"/>
              <p:cNvSpPr/>
              <p:nvPr/>
            </p:nvSpPr>
            <p:spPr>
              <a:xfrm>
                <a:off x="6365143" y="1672345"/>
                <a:ext cx="50120" cy="17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7">
                    <a:moveTo>
                      <a:pt x="0" y="1486"/>
                    </a:moveTo>
                    <a:lnTo>
                      <a:pt x="2875" y="1867"/>
                    </a:lnTo>
                    <a:lnTo>
                      <a:pt x="5262" y="2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9" name="Surface mesh patch"/>
              <p:cNvSpPr/>
              <p:nvPr/>
            </p:nvSpPr>
            <p:spPr>
              <a:xfrm>
                <a:off x="6415262" y="1659695"/>
                <a:ext cx="50120" cy="16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2">
                    <a:moveTo>
                      <a:pt x="0" y="1614"/>
                    </a:moveTo>
                    <a:lnTo>
                      <a:pt x="2875" y="1682"/>
                    </a:lnTo>
                    <a:lnTo>
                      <a:pt x="5262" y="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0" name="Surface mesh patch"/>
              <p:cNvSpPr/>
              <p:nvPr/>
            </p:nvSpPr>
            <p:spPr>
              <a:xfrm>
                <a:off x="6465382" y="1642769"/>
                <a:ext cx="50120" cy="16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">
                    <a:moveTo>
                      <a:pt x="0" y="1783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9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1" name="Surface mesh patch"/>
              <p:cNvSpPr/>
              <p:nvPr/>
            </p:nvSpPr>
            <p:spPr>
              <a:xfrm>
                <a:off x="5340018" y="1703873"/>
                <a:ext cx="50120" cy="330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5">
                    <a:moveTo>
                      <a:pt x="0" y="0"/>
                    </a:moveTo>
                    <a:lnTo>
                      <a:pt x="2875" y="2428"/>
                    </a:lnTo>
                    <a:lnTo>
                      <a:pt x="5262" y="3465"/>
                    </a:lnTo>
                    <a:lnTo>
                      <a:pt x="2387" y="771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2" name="Surface mesh patch"/>
              <p:cNvSpPr/>
              <p:nvPr/>
            </p:nvSpPr>
            <p:spPr>
              <a:xfrm>
                <a:off x="5390138" y="1736877"/>
                <a:ext cx="50120" cy="43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8">
                    <a:moveTo>
                      <a:pt x="0" y="0"/>
                    </a:moveTo>
                    <a:lnTo>
                      <a:pt x="2875" y="2679"/>
                    </a:lnTo>
                    <a:lnTo>
                      <a:pt x="5262" y="4588"/>
                    </a:lnTo>
                    <a:lnTo>
                      <a:pt x="2387" y="1632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3" name="Surface mesh patch"/>
              <p:cNvSpPr/>
              <p:nvPr/>
            </p:nvSpPr>
            <p:spPr>
              <a:xfrm>
                <a:off x="5440257" y="1780576"/>
                <a:ext cx="50120" cy="53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84">
                    <a:moveTo>
                      <a:pt x="0" y="0"/>
                    </a:moveTo>
                    <a:lnTo>
                      <a:pt x="2875" y="2732"/>
                    </a:lnTo>
                    <a:lnTo>
                      <a:pt x="5262" y="5584"/>
                    </a:lnTo>
                    <a:lnTo>
                      <a:pt x="2387" y="2591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4" name="Surface mesh patch"/>
              <p:cNvSpPr/>
              <p:nvPr/>
            </p:nvSpPr>
            <p:spPr>
              <a:xfrm>
                <a:off x="5490377" y="1833767"/>
                <a:ext cx="50120" cy="59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3">
                    <a:moveTo>
                      <a:pt x="0" y="0"/>
                    </a:moveTo>
                    <a:lnTo>
                      <a:pt x="2875" y="2527"/>
                    </a:lnTo>
                    <a:lnTo>
                      <a:pt x="5262" y="6243"/>
                    </a:lnTo>
                    <a:lnTo>
                      <a:pt x="2387" y="3511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5" name="Surface mesh patch"/>
              <p:cNvSpPr/>
              <p:nvPr/>
            </p:nvSpPr>
            <p:spPr>
              <a:xfrm>
                <a:off x="5540496" y="1893232"/>
                <a:ext cx="50120" cy="59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5">
                    <a:moveTo>
                      <a:pt x="0" y="0"/>
                    </a:moveTo>
                    <a:lnTo>
                      <a:pt x="2875" y="2011"/>
                    </a:lnTo>
                    <a:lnTo>
                      <a:pt x="5262" y="6285"/>
                    </a:lnTo>
                    <a:lnTo>
                      <a:pt x="2387" y="4174"/>
                    </a:lnTo>
                    <a:close/>
                  </a:path>
                </a:pathLst>
              </a:custGeom>
              <a:solidFill>
                <a:srgbClr val="7d9bfc"/>
              </a:solidFill>
              <a:ln w="3334" cap="flat" cmpd="sng" algn="ctr">
                <a:solidFill>
                  <a:srgbClr val="7d9b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6" name="Surface mesh patch"/>
              <p:cNvSpPr/>
              <p:nvPr/>
            </p:nvSpPr>
            <p:spPr>
              <a:xfrm>
                <a:off x="5590616" y="1953096"/>
                <a:ext cx="50120" cy="519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4">
                    <a:moveTo>
                      <a:pt x="0" y="0"/>
                    </a:moveTo>
                    <a:lnTo>
                      <a:pt x="2875" y="1159"/>
                    </a:lnTo>
                    <a:lnTo>
                      <a:pt x="5262" y="5454"/>
                    </a:lnTo>
                    <a:lnTo>
                      <a:pt x="2387" y="4332"/>
                    </a:lnTo>
                    <a:close/>
                  </a:path>
                </a:pathLst>
              </a:custGeom>
              <a:solidFill>
                <a:srgbClr val="6681f3"/>
              </a:solidFill>
              <a:ln w="3334" cap="flat" cmpd="sng" algn="ctr">
                <a:solidFill>
                  <a:srgbClr val="6681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7" name="Surface mesh patch"/>
              <p:cNvSpPr/>
              <p:nvPr/>
            </p:nvSpPr>
            <p:spPr>
              <a:xfrm>
                <a:off x="5640736" y="2005050"/>
                <a:ext cx="50120" cy="361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98">
                    <a:moveTo>
                      <a:pt x="0" y="0"/>
                    </a:moveTo>
                    <a:lnTo>
                      <a:pt x="2875" y="15"/>
                    </a:lnTo>
                    <a:lnTo>
                      <a:pt x="5262" y="3655"/>
                    </a:lnTo>
                    <a:lnTo>
                      <a:pt x="2387" y="3798"/>
                    </a:lnTo>
                    <a:close/>
                  </a:path>
                </a:pathLst>
              </a:custGeom>
              <a:solidFill>
                <a:srgbClr val="546cec"/>
              </a:solidFill>
              <a:ln w="3334" cap="flat" cmpd="sng" algn="ctr">
                <a:solidFill>
                  <a:srgbClr val="546c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8" name="Surface mesh patch"/>
              <p:cNvSpPr/>
              <p:nvPr/>
            </p:nvSpPr>
            <p:spPr>
              <a:xfrm>
                <a:off x="5690855" y="2027670"/>
                <a:ext cx="50120" cy="36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8">
                    <a:moveTo>
                      <a:pt x="0" y="1280"/>
                    </a:moveTo>
                    <a:lnTo>
                      <a:pt x="2875" y="0"/>
                    </a:lnTo>
                    <a:lnTo>
                      <a:pt x="5262" y="2340"/>
                    </a:lnTo>
                    <a:lnTo>
                      <a:pt x="2387" y="3828"/>
                    </a:lnTo>
                    <a:close/>
                  </a:path>
                </a:pathLst>
              </a:custGeom>
              <a:solidFill>
                <a:srgbClr val="4b61e8"/>
              </a:solidFill>
              <a:ln w="3334" cap="flat" cmpd="sng" algn="ctr">
                <a:solidFill>
                  <a:srgbClr val="4b61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9" name="Surface mesh patch"/>
              <p:cNvSpPr/>
              <p:nvPr/>
            </p:nvSpPr>
            <p:spPr>
              <a:xfrm>
                <a:off x="5740975" y="2026187"/>
                <a:ext cx="50120" cy="311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70">
                    <a:moveTo>
                      <a:pt x="0" y="2496"/>
                    </a:moveTo>
                    <a:lnTo>
                      <a:pt x="2875" y="0"/>
                    </a:lnTo>
                    <a:lnTo>
                      <a:pt x="5262" y="630"/>
                    </a:lnTo>
                    <a:lnTo>
                      <a:pt x="2387" y="3270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0" name="Surface mesh patch"/>
              <p:cNvSpPr/>
              <p:nvPr/>
            </p:nvSpPr>
            <p:spPr>
              <a:xfrm>
                <a:off x="5791095" y="1989367"/>
                <a:ext cx="50120" cy="42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6">
                    <a:moveTo>
                      <a:pt x="0" y="4496"/>
                    </a:moveTo>
                    <a:lnTo>
                      <a:pt x="2875" y="1123"/>
                    </a:lnTo>
                    <a:lnTo>
                      <a:pt x="5262" y="0"/>
                    </a:lnTo>
                    <a:lnTo>
                      <a:pt x="2387" y="3332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1" name="Surface mesh patch"/>
              <p:cNvSpPr/>
              <p:nvPr/>
            </p:nvSpPr>
            <p:spPr>
              <a:xfrm>
                <a:off x="5841214" y="1929841"/>
                <a:ext cx="50120" cy="595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9">
                    <a:moveTo>
                      <a:pt x="0" y="6249"/>
                    </a:moveTo>
                    <a:lnTo>
                      <a:pt x="2875" y="2544"/>
                    </a:lnTo>
                    <a:lnTo>
                      <a:pt x="5262" y="0"/>
                    </a:lnTo>
                    <a:lnTo>
                      <a:pt x="2387" y="3403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2" name="Surface mesh patch"/>
              <p:cNvSpPr/>
              <p:nvPr/>
            </p:nvSpPr>
            <p:spPr>
              <a:xfrm>
                <a:off x="5891334" y="1865012"/>
                <a:ext cx="50120" cy="64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06">
                    <a:moveTo>
                      <a:pt x="0" y="6806"/>
                    </a:moveTo>
                    <a:lnTo>
                      <a:pt x="2875" y="3385"/>
                    </a:lnTo>
                    <a:lnTo>
                      <a:pt x="5262" y="0"/>
                    </a:lnTo>
                    <a:lnTo>
                      <a:pt x="2387" y="2859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3" name="Surface mesh patch"/>
              <p:cNvSpPr/>
              <p:nvPr/>
            </p:nvSpPr>
            <p:spPr>
              <a:xfrm>
                <a:off x="5941454" y="1805874"/>
                <a:ext cx="50120" cy="591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09">
                    <a:moveTo>
                      <a:pt x="0" y="6209"/>
                    </a:moveTo>
                    <a:lnTo>
                      <a:pt x="2875" y="3591"/>
                    </a:lnTo>
                    <a:lnTo>
                      <a:pt x="5262" y="0"/>
                    </a:lnTo>
                    <a:lnTo>
                      <a:pt x="2387" y="1873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4" name="Surface mesh patch"/>
              <p:cNvSpPr/>
              <p:nvPr/>
            </p:nvSpPr>
            <p:spPr>
              <a:xfrm>
                <a:off x="5991573" y="1760025"/>
                <a:ext cx="50120" cy="45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4">
                    <a:moveTo>
                      <a:pt x="0" y="4814"/>
                    </a:moveTo>
                    <a:lnTo>
                      <a:pt x="2875" y="3295"/>
                    </a:lnTo>
                    <a:lnTo>
                      <a:pt x="5262" y="0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5" name="Surface mesh patch"/>
              <p:cNvSpPr/>
              <p:nvPr/>
            </p:nvSpPr>
            <p:spPr>
              <a:xfrm>
                <a:off x="6041693" y="1727132"/>
                <a:ext cx="50120" cy="328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53">
                    <a:moveTo>
                      <a:pt x="0" y="3453"/>
                    </a:moveTo>
                    <a:lnTo>
                      <a:pt x="2875" y="3055"/>
                    </a:lnTo>
                    <a:lnTo>
                      <a:pt x="5262" y="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6" name="Surface mesh patch"/>
              <p:cNvSpPr/>
              <p:nvPr/>
            </p:nvSpPr>
            <p:spPr>
              <a:xfrm>
                <a:off x="6091813" y="1704628"/>
                <a:ext cx="50120" cy="3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98">
                    <a:moveTo>
                      <a:pt x="0" y="2687"/>
                    </a:moveTo>
                    <a:lnTo>
                      <a:pt x="2875" y="3198"/>
                    </a:lnTo>
                    <a:lnTo>
                      <a:pt x="5262" y="10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7" name="Surface mesh patch"/>
              <p:cNvSpPr/>
              <p:nvPr/>
            </p:nvSpPr>
            <p:spPr>
              <a:xfrm>
                <a:off x="6141932" y="1695528"/>
                <a:ext cx="50120" cy="294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93">
                    <a:moveTo>
                      <a:pt x="0" y="2019"/>
                    </a:moveTo>
                    <a:lnTo>
                      <a:pt x="2875" y="3093"/>
                    </a:lnTo>
                    <a:lnTo>
                      <a:pt x="5262" y="1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8" name="Surface mesh patch"/>
              <p:cNvSpPr/>
              <p:nvPr/>
            </p:nvSpPr>
            <p:spPr>
              <a:xfrm>
                <a:off x="6192052" y="1694089"/>
                <a:ext cx="50120" cy="27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9">
                    <a:moveTo>
                      <a:pt x="0" y="1571"/>
                    </a:moveTo>
                    <a:lnTo>
                      <a:pt x="2875" y="2839"/>
                    </a:lnTo>
                    <a:lnTo>
                      <a:pt x="5262" y="1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9" name="Surface mesh patch"/>
              <p:cNvSpPr/>
              <p:nvPr/>
            </p:nvSpPr>
            <p:spPr>
              <a:xfrm>
                <a:off x="6242171" y="1694637"/>
                <a:ext cx="50120" cy="24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2">
                    <a:moveTo>
                      <a:pt x="0" y="1365"/>
                    </a:moveTo>
                    <a:lnTo>
                      <a:pt x="2875" y="2522"/>
                    </a:lnTo>
                    <a:lnTo>
                      <a:pt x="5262" y="11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0" name="Surface mesh patch"/>
              <p:cNvSpPr/>
              <p:nvPr/>
            </p:nvSpPr>
            <p:spPr>
              <a:xfrm>
                <a:off x="6292291" y="1692888"/>
                <a:ext cx="50120" cy="209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3">
                    <a:moveTo>
                      <a:pt x="0" y="1352"/>
                    </a:moveTo>
                    <a:lnTo>
                      <a:pt x="2875" y="2203"/>
                    </a:lnTo>
                    <a:lnTo>
                      <a:pt x="5262" y="7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1" name="Surface mesh patch"/>
              <p:cNvSpPr/>
              <p:nvPr/>
            </p:nvSpPr>
            <p:spPr>
              <a:xfrm>
                <a:off x="6342411" y="1686503"/>
                <a:ext cx="50120" cy="18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6">
                    <a:moveTo>
                      <a:pt x="0" y="1451"/>
                    </a:moveTo>
                    <a:lnTo>
                      <a:pt x="2875" y="1926"/>
                    </a:lnTo>
                    <a:lnTo>
                      <a:pt x="5262" y="3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2" name="Surface mesh patch"/>
              <p:cNvSpPr/>
              <p:nvPr/>
            </p:nvSpPr>
            <p:spPr>
              <a:xfrm>
                <a:off x="6392530" y="1675072"/>
                <a:ext cx="50120" cy="164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3">
                    <a:moveTo>
                      <a:pt x="0" y="1581"/>
                    </a:moveTo>
                    <a:lnTo>
                      <a:pt x="2875" y="1723"/>
                    </a:lnTo>
                    <a:lnTo>
                      <a:pt x="5262" y="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3" name="Surface mesh patch"/>
              <p:cNvSpPr/>
              <p:nvPr/>
            </p:nvSpPr>
            <p:spPr>
              <a:xfrm>
                <a:off x="6442650" y="1658928"/>
                <a:ext cx="50120" cy="167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3">
                    <a:moveTo>
                      <a:pt x="0" y="1763"/>
                    </a:moveTo>
                    <a:lnTo>
                      <a:pt x="2875" y="1701"/>
                    </a:lnTo>
                    <a:lnTo>
                      <a:pt x="5262" y="0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4" name="Surface mesh patch"/>
              <p:cNvSpPr/>
              <p:nvPr/>
            </p:nvSpPr>
            <p:spPr>
              <a:xfrm>
                <a:off x="5367406" y="1726997"/>
                <a:ext cx="50120" cy="35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6">
                    <a:moveTo>
                      <a:pt x="0" y="0"/>
                    </a:moveTo>
                    <a:lnTo>
                      <a:pt x="2875" y="2463"/>
                    </a:lnTo>
                    <a:lnTo>
                      <a:pt x="5262" y="3716"/>
                    </a:lnTo>
                    <a:lnTo>
                      <a:pt x="2387" y="1037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5" name="Surface mesh patch"/>
              <p:cNvSpPr/>
              <p:nvPr/>
            </p:nvSpPr>
            <p:spPr>
              <a:xfrm>
                <a:off x="5417525" y="1762395"/>
                <a:ext cx="50120" cy="442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1">
                    <a:moveTo>
                      <a:pt x="0" y="0"/>
                    </a:moveTo>
                    <a:lnTo>
                      <a:pt x="2875" y="2529"/>
                    </a:lnTo>
                    <a:lnTo>
                      <a:pt x="5262" y="4641"/>
                    </a:lnTo>
                    <a:lnTo>
                      <a:pt x="2387" y="1909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6" name="Surface mesh patch"/>
              <p:cNvSpPr/>
              <p:nvPr/>
            </p:nvSpPr>
            <p:spPr>
              <a:xfrm>
                <a:off x="5467645" y="1806597"/>
                <a:ext cx="50120" cy="512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80">
                    <a:moveTo>
                      <a:pt x="0" y="0"/>
                    </a:moveTo>
                    <a:lnTo>
                      <a:pt x="2875" y="2367"/>
                    </a:lnTo>
                    <a:lnTo>
                      <a:pt x="5262" y="5380"/>
                    </a:lnTo>
                    <a:lnTo>
                      <a:pt x="2387" y="2853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7" name="Surface mesh patch"/>
              <p:cNvSpPr/>
              <p:nvPr/>
            </p:nvSpPr>
            <p:spPr>
              <a:xfrm>
                <a:off x="5517765" y="1857841"/>
                <a:ext cx="50120" cy="545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7">
                    <a:moveTo>
                      <a:pt x="0" y="0"/>
                    </a:moveTo>
                    <a:lnTo>
                      <a:pt x="2875" y="1934"/>
                    </a:lnTo>
                    <a:lnTo>
                      <a:pt x="5262" y="5727"/>
                    </a:lnTo>
                    <a:lnTo>
                      <a:pt x="2387" y="3716"/>
                    </a:lnTo>
                    <a:close/>
                  </a:path>
                </a:pathLst>
              </a:custGeom>
              <a:solidFill>
                <a:srgbClr val="8ba9fd"/>
              </a:solidFill>
              <a:ln w="3334" cap="flat" cmpd="sng" algn="ctr">
                <a:solidFill>
                  <a:srgbClr val="8b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8" name="Surface mesh patch"/>
              <p:cNvSpPr/>
              <p:nvPr/>
            </p:nvSpPr>
            <p:spPr>
              <a:xfrm>
                <a:off x="5567884" y="1912388"/>
                <a:ext cx="50120" cy="517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33">
                    <a:moveTo>
                      <a:pt x="0" y="0"/>
                    </a:moveTo>
                    <a:lnTo>
                      <a:pt x="2875" y="1202"/>
                    </a:lnTo>
                    <a:lnTo>
                      <a:pt x="5262" y="5433"/>
                    </a:lnTo>
                    <a:lnTo>
                      <a:pt x="2387" y="4274"/>
                    </a:lnTo>
                    <a:close/>
                  </a:path>
                </a:pathLst>
              </a:custGeom>
              <a:solidFill>
                <a:srgbClr val="7b98fb"/>
              </a:solidFill>
              <a:ln w="3334" cap="flat" cmpd="sng" algn="ctr">
                <a:solidFill>
                  <a:srgbClr val="7b98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9" name="Surface mesh patch"/>
              <p:cNvSpPr/>
              <p:nvPr/>
            </p:nvSpPr>
            <p:spPr>
              <a:xfrm>
                <a:off x="5618004" y="1964134"/>
                <a:ext cx="50120" cy="41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1">
                    <a:moveTo>
                      <a:pt x="0" y="0"/>
                    </a:moveTo>
                    <a:lnTo>
                      <a:pt x="2875" y="189"/>
                    </a:lnTo>
                    <a:lnTo>
                      <a:pt x="5262" y="4311"/>
                    </a:lnTo>
                    <a:lnTo>
                      <a:pt x="2387" y="4296"/>
                    </a:lnTo>
                    <a:close/>
                  </a:path>
                </a:pathLst>
              </a:custGeom>
              <a:solidFill>
                <a:srgbClr val="6882f4"/>
              </a:solidFill>
              <a:ln w="3334" cap="flat" cmpd="sng" algn="ctr">
                <a:solidFill>
                  <a:srgbClr val="6882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0" name="Surface mesh patch"/>
              <p:cNvSpPr/>
              <p:nvPr/>
            </p:nvSpPr>
            <p:spPr>
              <a:xfrm>
                <a:off x="5668124" y="1995526"/>
                <a:ext cx="50120" cy="443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4">
                    <a:moveTo>
                      <a:pt x="0" y="1015"/>
                    </a:moveTo>
                    <a:lnTo>
                      <a:pt x="2875" y="0"/>
                    </a:lnTo>
                    <a:lnTo>
                      <a:pt x="5262" y="3375"/>
                    </a:lnTo>
                    <a:lnTo>
                      <a:pt x="2387" y="4654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1" name="Surface mesh patch"/>
              <p:cNvSpPr/>
              <p:nvPr/>
            </p:nvSpPr>
            <p:spPr>
              <a:xfrm>
                <a:off x="5718243" y="2006414"/>
                <a:ext cx="50120" cy="435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72">
                    <a:moveTo>
                      <a:pt x="0" y="2232"/>
                    </a:moveTo>
                    <a:lnTo>
                      <a:pt x="2875" y="0"/>
                    </a:lnTo>
                    <a:lnTo>
                      <a:pt x="5262" y="2076"/>
                    </a:lnTo>
                    <a:lnTo>
                      <a:pt x="2387" y="4572"/>
                    </a:lnTo>
                    <a:close/>
                  </a:path>
                </a:pathLst>
              </a:custGeom>
              <a:solidFill>
                <a:srgbClr val="556eec"/>
              </a:solidFill>
              <a:ln w="3334" cap="flat" cmpd="sng" algn="ctr">
                <a:solidFill>
                  <a:srgbClr val="556e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2" name="Surface mesh patch"/>
              <p:cNvSpPr/>
              <p:nvPr/>
            </p:nvSpPr>
            <p:spPr>
              <a:xfrm>
                <a:off x="5768363" y="1995449"/>
                <a:ext cx="50120" cy="367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57">
                    <a:moveTo>
                      <a:pt x="0" y="3227"/>
                    </a:moveTo>
                    <a:lnTo>
                      <a:pt x="2875" y="0"/>
                    </a:lnTo>
                    <a:lnTo>
                      <a:pt x="5262" y="484"/>
                    </a:lnTo>
                    <a:lnTo>
                      <a:pt x="2387" y="3857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3" name="Surface mesh patch"/>
              <p:cNvSpPr/>
              <p:nvPr/>
            </p:nvSpPr>
            <p:spPr>
              <a:xfrm>
                <a:off x="5818482" y="1954076"/>
                <a:ext cx="50120" cy="459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28">
                    <a:moveTo>
                      <a:pt x="0" y="4828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3705"/>
                    </a:lnTo>
                    <a:close/>
                  </a:path>
                </a:pathLst>
              </a:custGeom>
              <a:solidFill>
                <a:srgbClr val="6883f4"/>
              </a:solidFill>
              <a:ln w="3334" cap="flat" cmpd="sng" algn="ctr">
                <a:solidFill>
                  <a:srgbClr val="6883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4" name="Surface mesh patch"/>
              <p:cNvSpPr/>
              <p:nvPr/>
            </p:nvSpPr>
            <p:spPr>
              <a:xfrm>
                <a:off x="5868602" y="1897251"/>
                <a:ext cx="50120" cy="568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6">
                    <a:moveTo>
                      <a:pt x="0" y="5966"/>
                    </a:moveTo>
                    <a:lnTo>
                      <a:pt x="2875" y="2212"/>
                    </a:lnTo>
                    <a:lnTo>
                      <a:pt x="5262" y="0"/>
                    </a:lnTo>
                    <a:lnTo>
                      <a:pt x="2387" y="3422"/>
                    </a:lnTo>
                    <a:close/>
                  </a:path>
                </a:pathLst>
              </a:custGeom>
              <a:solidFill>
                <a:srgbClr val="7c9afc"/>
              </a:solidFill>
              <a:ln w="3334" cap="flat" cmpd="sng" algn="ctr">
                <a:solidFill>
                  <a:srgbClr val="7c9a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5" name="Surface mesh patch"/>
              <p:cNvSpPr/>
              <p:nvPr/>
            </p:nvSpPr>
            <p:spPr>
              <a:xfrm>
                <a:off x="5918722" y="1840081"/>
                <a:ext cx="50120" cy="57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02">
                    <a:moveTo>
                      <a:pt x="0" y="6002"/>
                    </a:moveTo>
                    <a:lnTo>
                      <a:pt x="2875" y="2829"/>
                    </a:lnTo>
                    <a:lnTo>
                      <a:pt x="5262" y="0"/>
                    </a:lnTo>
                    <a:lnTo>
                      <a:pt x="2387" y="2617"/>
                    </a:lnTo>
                    <a:close/>
                  </a:path>
                </a:pathLst>
              </a:custGeom>
              <a:solidFill>
                <a:srgbClr val="8daafd"/>
              </a:solidFill>
              <a:ln w="3334" cap="flat" cmpd="sng" algn="ctr">
                <a:solidFill>
                  <a:srgbClr val="8d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6" name="Surface mesh patch"/>
              <p:cNvSpPr/>
              <p:nvPr/>
            </p:nvSpPr>
            <p:spPr>
              <a:xfrm>
                <a:off x="5968841" y="1791411"/>
                <a:ext cx="50120" cy="48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0">
                    <a:moveTo>
                      <a:pt x="0" y="5110"/>
                    </a:moveTo>
                    <a:lnTo>
                      <a:pt x="2875" y="2913"/>
                    </a:lnTo>
                    <a:lnTo>
                      <a:pt x="5262" y="0"/>
                    </a:lnTo>
                    <a:lnTo>
                      <a:pt x="2387" y="1518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7" name="Surface mesh patch"/>
              <p:cNvSpPr/>
              <p:nvPr/>
            </p:nvSpPr>
            <p:spPr>
              <a:xfrm>
                <a:off x="6018961" y="1756231"/>
                <a:ext cx="50120" cy="35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3">
                    <a:moveTo>
                      <a:pt x="0" y="3693"/>
                    </a:moveTo>
                    <a:lnTo>
                      <a:pt x="2875" y="2621"/>
                    </a:lnTo>
                    <a:lnTo>
                      <a:pt x="5262" y="0"/>
                    </a:lnTo>
                    <a:lnTo>
                      <a:pt x="2387" y="398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8" name="Surface mesh patch"/>
              <p:cNvSpPr/>
              <p:nvPr/>
            </p:nvSpPr>
            <p:spPr>
              <a:xfrm>
                <a:off x="6069081" y="1730225"/>
                <a:ext cx="50120" cy="260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0">
                    <a:moveTo>
                      <a:pt x="0" y="2730"/>
                    </a:moveTo>
                    <a:lnTo>
                      <a:pt x="2875" y="2678"/>
                    </a:lnTo>
                    <a:lnTo>
                      <a:pt x="5262" y="5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9" name="Surface mesh patch"/>
              <p:cNvSpPr/>
              <p:nvPr/>
            </p:nvSpPr>
            <p:spPr>
              <a:xfrm>
                <a:off x="6119200" y="1714761"/>
                <a:ext cx="50120" cy="268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19">
                    <a:moveTo>
                      <a:pt x="0" y="2134"/>
                    </a:moveTo>
                    <a:lnTo>
                      <a:pt x="2875" y="2819"/>
                    </a:lnTo>
                    <a:lnTo>
                      <a:pt x="5262" y="10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0" name="Surface mesh patch"/>
              <p:cNvSpPr/>
              <p:nvPr/>
            </p:nvSpPr>
            <p:spPr>
              <a:xfrm>
                <a:off x="6169320" y="1709056"/>
                <a:ext cx="50120" cy="26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6">
                    <a:moveTo>
                      <a:pt x="0" y="1672"/>
                    </a:moveTo>
                    <a:lnTo>
                      <a:pt x="2875" y="2736"/>
                    </a:lnTo>
                    <a:lnTo>
                      <a:pt x="5262" y="12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1" name="Surface mesh patch"/>
              <p:cNvSpPr/>
              <p:nvPr/>
            </p:nvSpPr>
            <p:spPr>
              <a:xfrm>
                <a:off x="6219440" y="1707640"/>
                <a:ext cx="50120" cy="24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1">
                    <a:moveTo>
                      <a:pt x="0" y="1416"/>
                    </a:moveTo>
                    <a:lnTo>
                      <a:pt x="2875" y="2521"/>
                    </a:lnTo>
                    <a:lnTo>
                      <a:pt x="5262" y="11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2" name="Surface mesh patch"/>
              <p:cNvSpPr/>
              <p:nvPr/>
            </p:nvSpPr>
            <p:spPr>
              <a:xfrm>
                <a:off x="6269559" y="1705764"/>
                <a:ext cx="50120" cy="214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2">
                    <a:moveTo>
                      <a:pt x="0" y="1353"/>
                    </a:moveTo>
                    <a:lnTo>
                      <a:pt x="2875" y="2252"/>
                    </a:lnTo>
                    <a:lnTo>
                      <a:pt x="5262" y="8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3" name="Surface mesh patch"/>
              <p:cNvSpPr/>
              <p:nvPr/>
            </p:nvSpPr>
            <p:spPr>
              <a:xfrm>
                <a:off x="6319679" y="1700322"/>
                <a:ext cx="50120" cy="18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7">
                    <a:moveTo>
                      <a:pt x="0" y="1422"/>
                    </a:moveTo>
                    <a:lnTo>
                      <a:pt x="2875" y="1987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4" name="Surface mesh patch"/>
              <p:cNvSpPr/>
              <p:nvPr/>
            </p:nvSpPr>
            <p:spPr>
              <a:xfrm>
                <a:off x="6369799" y="1690126"/>
                <a:ext cx="50120" cy="16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1">
                    <a:moveTo>
                      <a:pt x="0" y="1546"/>
                    </a:moveTo>
                    <a:lnTo>
                      <a:pt x="2875" y="1771"/>
                    </a:lnTo>
                    <a:lnTo>
                      <a:pt x="5262" y="1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5" name="Surface mesh patch"/>
              <p:cNvSpPr/>
              <p:nvPr/>
            </p:nvSpPr>
            <p:spPr>
              <a:xfrm>
                <a:off x="6419918" y="1675133"/>
                <a:ext cx="50120" cy="163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7">
                    <a:moveTo>
                      <a:pt x="0" y="1717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62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6" name="Surface mesh patch"/>
              <p:cNvSpPr/>
              <p:nvPr/>
            </p:nvSpPr>
            <p:spPr>
              <a:xfrm>
                <a:off x="5394793" y="1750460"/>
                <a:ext cx="50120" cy="36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2">
                    <a:moveTo>
                      <a:pt x="0" y="0"/>
                    </a:moveTo>
                    <a:lnTo>
                      <a:pt x="2875" y="2380"/>
                    </a:lnTo>
                    <a:lnTo>
                      <a:pt x="5262" y="3782"/>
                    </a:lnTo>
                    <a:lnTo>
                      <a:pt x="2387" y="1253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7" name="Surface mesh patch"/>
              <p:cNvSpPr/>
              <p:nvPr/>
            </p:nvSpPr>
            <p:spPr>
              <a:xfrm>
                <a:off x="5444913" y="1786484"/>
                <a:ext cx="50120" cy="426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8">
                    <a:moveTo>
                      <a:pt x="0" y="0"/>
                    </a:moveTo>
                    <a:lnTo>
                      <a:pt x="2875" y="2254"/>
                    </a:lnTo>
                    <a:lnTo>
                      <a:pt x="5262" y="4478"/>
                    </a:lnTo>
                    <a:lnTo>
                      <a:pt x="2387" y="211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8" name="Surface mesh patch"/>
              <p:cNvSpPr/>
              <p:nvPr/>
            </p:nvSpPr>
            <p:spPr>
              <a:xfrm>
                <a:off x="5495033" y="1829139"/>
                <a:ext cx="50120" cy="4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7">
                    <a:moveTo>
                      <a:pt x="0" y="0"/>
                    </a:moveTo>
                    <a:lnTo>
                      <a:pt x="2875" y="1887"/>
                    </a:lnTo>
                    <a:lnTo>
                      <a:pt x="5262" y="4947"/>
                    </a:lnTo>
                    <a:lnTo>
                      <a:pt x="2387" y="3013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9" name="Surface mesh patch"/>
              <p:cNvSpPr/>
              <p:nvPr/>
            </p:nvSpPr>
            <p:spPr>
              <a:xfrm>
                <a:off x="5545152" y="1876259"/>
                <a:ext cx="50120" cy="47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96">
                    <a:moveTo>
                      <a:pt x="0" y="0"/>
                    </a:moveTo>
                    <a:lnTo>
                      <a:pt x="2875" y="1260"/>
                    </a:lnTo>
                    <a:lnTo>
                      <a:pt x="5262" y="4996"/>
                    </a:lnTo>
                    <a:lnTo>
                      <a:pt x="2387" y="3793"/>
                    </a:lnTo>
                    <a:close/>
                  </a:path>
                </a:pathLst>
              </a:custGeom>
              <a:solidFill>
                <a:srgbClr val="8aa7fd"/>
              </a:solidFill>
              <a:ln w="3334" cap="flat" cmpd="sng" algn="ctr">
                <a:solidFill>
                  <a:srgbClr val="8a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0" name="Surface mesh patch"/>
              <p:cNvSpPr/>
              <p:nvPr/>
            </p:nvSpPr>
            <p:spPr>
              <a:xfrm>
                <a:off x="5595272" y="1923842"/>
                <a:ext cx="50120" cy="420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9">
                    <a:moveTo>
                      <a:pt x="0" y="0"/>
                    </a:moveTo>
                    <a:lnTo>
                      <a:pt x="2875" y="373"/>
                    </a:lnTo>
                    <a:lnTo>
                      <a:pt x="5262" y="4419"/>
                    </a:lnTo>
                    <a:lnTo>
                      <a:pt x="2387" y="4230"/>
                    </a:lnTo>
                    <a:close/>
                  </a:path>
                </a:pathLst>
              </a:custGeom>
              <a:solidFill>
                <a:srgbClr val="7c99fc"/>
              </a:solidFill>
              <a:ln w="3334" cap="flat" cmpd="sng" algn="ctr">
                <a:solidFill>
                  <a:srgbClr val="7c99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1" name="Surface mesh patch"/>
              <p:cNvSpPr/>
              <p:nvPr/>
            </p:nvSpPr>
            <p:spPr>
              <a:xfrm>
                <a:off x="5645392" y="1959110"/>
                <a:ext cx="50120" cy="46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8">
                    <a:moveTo>
                      <a:pt x="0" y="717"/>
                    </a:moveTo>
                    <a:lnTo>
                      <a:pt x="2875" y="0"/>
                    </a:lnTo>
                    <a:lnTo>
                      <a:pt x="5262" y="3823"/>
                    </a:lnTo>
                    <a:lnTo>
                      <a:pt x="2387" y="4838"/>
                    </a:lnTo>
                    <a:close/>
                  </a:path>
                </a:pathLst>
              </a:custGeom>
              <a:solidFill>
                <a:srgbClr val="6d88f6"/>
              </a:solidFill>
              <a:ln w="3334" cap="flat" cmpd="sng" algn="ctr">
                <a:solidFill>
                  <a:srgbClr val="6d88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2" name="Surface mesh patch"/>
              <p:cNvSpPr/>
              <p:nvPr/>
            </p:nvSpPr>
            <p:spPr>
              <a:xfrm>
                <a:off x="5695511" y="1977605"/>
                <a:ext cx="50120" cy="500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56">
                    <a:moveTo>
                      <a:pt x="0" y="1881"/>
                    </a:moveTo>
                    <a:lnTo>
                      <a:pt x="2875" y="0"/>
                    </a:lnTo>
                    <a:lnTo>
                      <a:pt x="5262" y="3025"/>
                    </a:lnTo>
                    <a:lnTo>
                      <a:pt x="2387" y="5256"/>
                    </a:lnTo>
                    <a:close/>
                  </a:path>
                </a:pathLst>
              </a:custGeom>
              <a:solidFill>
                <a:srgbClr val="647ef2"/>
              </a:solidFill>
              <a:ln w="3334" cap="flat" cmpd="sng" algn="ctr">
                <a:solidFill>
                  <a:srgbClr val="647e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3" name="Surface mesh patch"/>
              <p:cNvSpPr/>
              <p:nvPr/>
            </p:nvSpPr>
            <p:spPr>
              <a:xfrm>
                <a:off x="5745631" y="1978533"/>
                <a:ext cx="50120" cy="476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03">
                    <a:moveTo>
                      <a:pt x="0" y="2927"/>
                    </a:moveTo>
                    <a:lnTo>
                      <a:pt x="2875" y="0"/>
                    </a:lnTo>
                    <a:lnTo>
                      <a:pt x="5262" y="1776"/>
                    </a:lnTo>
                    <a:lnTo>
                      <a:pt x="2387" y="5003"/>
                    </a:lnTo>
                    <a:close/>
                  </a:path>
                </a:pathLst>
              </a:custGeom>
              <a:solidFill>
                <a:srgbClr val="637ef2"/>
              </a:solidFill>
              <a:ln w="3334" cap="flat" cmpd="sng" algn="ctr">
                <a:solidFill>
                  <a:srgbClr val="637e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4" name="Surface mesh patch"/>
              <p:cNvSpPr/>
              <p:nvPr/>
            </p:nvSpPr>
            <p:spPr>
              <a:xfrm>
                <a:off x="5795751" y="1960798"/>
                <a:ext cx="50120" cy="392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2">
                    <a:moveTo>
                      <a:pt x="0" y="3638"/>
                    </a:moveTo>
                    <a:lnTo>
                      <a:pt x="2875" y="0"/>
                    </a:lnTo>
                    <a:lnTo>
                      <a:pt x="5262" y="344"/>
                    </a:lnTo>
                    <a:lnTo>
                      <a:pt x="2387" y="4122"/>
                    </a:lnTo>
                    <a:close/>
                  </a:path>
                </a:pathLst>
              </a:custGeom>
              <a:solidFill>
                <a:srgbClr val="6b87f5"/>
              </a:solidFill>
              <a:ln w="3334" cap="flat" cmpd="sng" algn="ctr">
                <a:solidFill>
                  <a:srgbClr val="6b87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5" name="Surface mesh patch"/>
              <p:cNvSpPr/>
              <p:nvPr/>
            </p:nvSpPr>
            <p:spPr>
              <a:xfrm>
                <a:off x="5845870" y="1918317"/>
                <a:ext cx="50120" cy="457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4">
                    <a:moveTo>
                      <a:pt x="0" y="4804"/>
                    </a:moveTo>
                    <a:lnTo>
                      <a:pt x="2875" y="956"/>
                    </a:lnTo>
                    <a:lnTo>
                      <a:pt x="5262" y="0"/>
                    </a:lnTo>
                    <a:lnTo>
                      <a:pt x="2387" y="3754"/>
                    </a:lnTo>
                    <a:close/>
                  </a:path>
                </a:pathLst>
              </a:custGeom>
              <a:solidFill>
                <a:srgbClr val="7a98fb"/>
              </a:solidFill>
              <a:ln w="3334" cap="flat" cmpd="sng" algn="ctr">
                <a:solidFill>
                  <a:srgbClr val="7a98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6" name="Surface mesh patch"/>
              <p:cNvSpPr/>
              <p:nvPr/>
            </p:nvSpPr>
            <p:spPr>
              <a:xfrm>
                <a:off x="5895990" y="1867026"/>
                <a:ext cx="50120" cy="51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85">
                    <a:moveTo>
                      <a:pt x="0" y="5385"/>
                    </a:moveTo>
                    <a:lnTo>
                      <a:pt x="2875" y="1876"/>
                    </a:lnTo>
                    <a:lnTo>
                      <a:pt x="5262" y="0"/>
                    </a:lnTo>
                    <a:lnTo>
                      <a:pt x="2387" y="3173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7" name="Surface mesh patch"/>
              <p:cNvSpPr/>
              <p:nvPr/>
            </p:nvSpPr>
            <p:spPr>
              <a:xfrm>
                <a:off x="5946110" y="1819159"/>
                <a:ext cx="50120" cy="47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5">
                    <a:moveTo>
                      <a:pt x="0" y="5025"/>
                    </a:moveTo>
                    <a:lnTo>
                      <a:pt x="2875" y="2316"/>
                    </a:lnTo>
                    <a:lnTo>
                      <a:pt x="5262" y="0"/>
                    </a:lnTo>
                    <a:lnTo>
                      <a:pt x="2387" y="2197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8" name="Surface mesh patch"/>
              <p:cNvSpPr/>
              <p:nvPr/>
            </p:nvSpPr>
            <p:spPr>
              <a:xfrm>
                <a:off x="5996229" y="1781194"/>
                <a:ext cx="50120" cy="379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6">
                    <a:moveTo>
                      <a:pt x="0" y="3986"/>
                    </a:moveTo>
                    <a:lnTo>
                      <a:pt x="2875" y="2332"/>
                    </a:lnTo>
                    <a:lnTo>
                      <a:pt x="5262" y="0"/>
                    </a:lnTo>
                    <a:lnTo>
                      <a:pt x="2387" y="1073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9" name="Surface mesh patch"/>
              <p:cNvSpPr/>
              <p:nvPr/>
            </p:nvSpPr>
            <p:spPr>
              <a:xfrm>
                <a:off x="6046349" y="1755736"/>
                <a:ext cx="50120" cy="25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73">
                    <a:moveTo>
                      <a:pt x="0" y="2673"/>
                    </a:moveTo>
                    <a:lnTo>
                      <a:pt x="2875" y="2084"/>
                    </a:lnTo>
                    <a:lnTo>
                      <a:pt x="5262" y="0"/>
                    </a:lnTo>
                    <a:lnTo>
                      <a:pt x="2387" y="52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0" name="Surface mesh patch"/>
              <p:cNvSpPr/>
              <p:nvPr/>
            </p:nvSpPr>
            <p:spPr>
              <a:xfrm>
                <a:off x="6096468" y="1735085"/>
                <a:ext cx="50120" cy="23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5">
                    <a:moveTo>
                      <a:pt x="0" y="2168"/>
                    </a:moveTo>
                    <a:lnTo>
                      <a:pt x="2875" y="2445"/>
                    </a:lnTo>
                    <a:lnTo>
                      <a:pt x="5262" y="6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1" name="Surface mesh patch"/>
              <p:cNvSpPr/>
              <p:nvPr/>
            </p:nvSpPr>
            <p:spPr>
              <a:xfrm>
                <a:off x="6146588" y="1724984"/>
                <a:ext cx="50120" cy="24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64">
                    <a:moveTo>
                      <a:pt x="0" y="1746"/>
                    </a:moveTo>
                    <a:lnTo>
                      <a:pt x="2875" y="2564"/>
                    </a:lnTo>
                    <a:lnTo>
                      <a:pt x="5262" y="10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2" name="Surface mesh patch"/>
              <p:cNvSpPr/>
              <p:nvPr/>
            </p:nvSpPr>
            <p:spPr>
              <a:xfrm>
                <a:off x="6196708" y="1721130"/>
                <a:ext cx="50120" cy="23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0">
                    <a:moveTo>
                      <a:pt x="0" y="1468"/>
                    </a:moveTo>
                    <a:lnTo>
                      <a:pt x="2875" y="2480"/>
                    </a:lnTo>
                    <a:lnTo>
                      <a:pt x="5262" y="1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3" name="Surface mesh patch"/>
              <p:cNvSpPr/>
              <p:nvPr/>
            </p:nvSpPr>
            <p:spPr>
              <a:xfrm>
                <a:off x="6246827" y="1718655"/>
                <a:ext cx="50120" cy="21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2">
                    <a:moveTo>
                      <a:pt x="0" y="1365"/>
                    </a:moveTo>
                    <a:lnTo>
                      <a:pt x="2875" y="2282"/>
                    </a:lnTo>
                    <a:lnTo>
                      <a:pt x="5262" y="8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4" name="Surface mesh patch"/>
              <p:cNvSpPr/>
              <p:nvPr/>
            </p:nvSpPr>
            <p:spPr>
              <a:xfrm>
                <a:off x="6296947" y="1713868"/>
                <a:ext cx="50120" cy="194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3">
                    <a:moveTo>
                      <a:pt x="0" y="1401"/>
                    </a:moveTo>
                    <a:lnTo>
                      <a:pt x="2875" y="2043"/>
                    </a:lnTo>
                    <a:lnTo>
                      <a:pt x="5262" y="5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5" name="Surface mesh patch"/>
              <p:cNvSpPr/>
              <p:nvPr/>
            </p:nvSpPr>
            <p:spPr>
              <a:xfrm>
                <a:off x="6347067" y="1704849"/>
                <a:ext cx="50120" cy="173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4">
                    <a:moveTo>
                      <a:pt x="0" y="1512"/>
                    </a:moveTo>
                    <a:lnTo>
                      <a:pt x="2875" y="1824"/>
                    </a:lnTo>
                    <a:lnTo>
                      <a:pt x="5262" y="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6" name="Surface mesh patch"/>
              <p:cNvSpPr/>
              <p:nvPr/>
            </p:nvSpPr>
            <p:spPr>
              <a:xfrm>
                <a:off x="6397186" y="1691300"/>
                <a:ext cx="50120" cy="16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5">
                    <a:moveTo>
                      <a:pt x="0" y="1648"/>
                    </a:moveTo>
                    <a:lnTo>
                      <a:pt x="2875" y="1685"/>
                    </a:lnTo>
                    <a:lnTo>
                      <a:pt x="5262" y="0"/>
                    </a:lnTo>
                    <a:lnTo>
                      <a:pt x="2387" y="19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7" name="Surface mesh patch"/>
              <p:cNvSpPr/>
              <p:nvPr/>
            </p:nvSpPr>
            <p:spPr>
              <a:xfrm>
                <a:off x="5422181" y="1773129"/>
                <a:ext cx="50120" cy="348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6">
                    <a:moveTo>
                      <a:pt x="0" y="0"/>
                    </a:moveTo>
                    <a:lnTo>
                      <a:pt x="2875" y="2183"/>
                    </a:lnTo>
                    <a:lnTo>
                      <a:pt x="5262" y="3656"/>
                    </a:lnTo>
                    <a:lnTo>
                      <a:pt x="2387" y="1402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8" name="Surface mesh patch"/>
              <p:cNvSpPr/>
              <p:nvPr/>
            </p:nvSpPr>
            <p:spPr>
              <a:xfrm>
                <a:off x="5472301" y="1807950"/>
                <a:ext cx="50120" cy="391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12">
                    <a:moveTo>
                      <a:pt x="0" y="0"/>
                    </a:moveTo>
                    <a:lnTo>
                      <a:pt x="2875" y="1874"/>
                    </a:lnTo>
                    <a:lnTo>
                      <a:pt x="5262" y="4112"/>
                    </a:lnTo>
                    <a:lnTo>
                      <a:pt x="2387" y="2225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9" name="Surface mesh patch"/>
              <p:cNvSpPr/>
              <p:nvPr/>
            </p:nvSpPr>
            <p:spPr>
              <a:xfrm>
                <a:off x="5522421" y="1847116"/>
                <a:ext cx="50120" cy="41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9">
                    <a:moveTo>
                      <a:pt x="0" y="0"/>
                    </a:moveTo>
                    <a:lnTo>
                      <a:pt x="2875" y="1332"/>
                    </a:lnTo>
                    <a:lnTo>
                      <a:pt x="5262" y="4319"/>
                    </a:lnTo>
                    <a:lnTo>
                      <a:pt x="2387" y="3060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0" name="Surface mesh patch"/>
              <p:cNvSpPr/>
              <p:nvPr/>
            </p:nvSpPr>
            <p:spPr>
              <a:xfrm>
                <a:off x="5572540" y="1888256"/>
                <a:ext cx="50120" cy="39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9">
                    <a:moveTo>
                      <a:pt x="0" y="0"/>
                    </a:moveTo>
                    <a:lnTo>
                      <a:pt x="2875" y="561"/>
                    </a:lnTo>
                    <a:lnTo>
                      <a:pt x="5262" y="4109"/>
                    </a:lnTo>
                    <a:lnTo>
                      <a:pt x="2387" y="373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1" name="Surface mesh patch"/>
              <p:cNvSpPr/>
              <p:nvPr/>
            </p:nvSpPr>
            <p:spPr>
              <a:xfrm>
                <a:off x="5622660" y="1923518"/>
                <a:ext cx="50120" cy="424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53">
                    <a:moveTo>
                      <a:pt x="0" y="407"/>
                    </a:moveTo>
                    <a:lnTo>
                      <a:pt x="2875" y="0"/>
                    </a:lnTo>
                    <a:lnTo>
                      <a:pt x="5262" y="3737"/>
                    </a:lnTo>
                    <a:lnTo>
                      <a:pt x="2387" y="4453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2" name="Surface mesh patch"/>
              <p:cNvSpPr/>
              <p:nvPr/>
            </p:nvSpPr>
            <p:spPr>
              <a:xfrm>
                <a:off x="5672779" y="1944978"/>
                <a:ext cx="50120" cy="505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7">
                    <a:moveTo>
                      <a:pt x="0" y="1484"/>
                    </a:moveTo>
                    <a:lnTo>
                      <a:pt x="2875" y="0"/>
                    </a:lnTo>
                    <a:lnTo>
                      <a:pt x="5262" y="3425"/>
                    </a:lnTo>
                    <a:lnTo>
                      <a:pt x="2387" y="5307"/>
                    </a:lnTo>
                    <a:close/>
                  </a:path>
                </a:pathLst>
              </a:custGeom>
              <a:solidFill>
                <a:srgbClr val="7592f9"/>
              </a:solidFill>
              <a:ln w="3334" cap="flat" cmpd="sng" algn="ctr">
                <a:solidFill>
                  <a:srgbClr val="7592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3" name="Surface mesh patch"/>
              <p:cNvSpPr/>
              <p:nvPr/>
            </p:nvSpPr>
            <p:spPr>
              <a:xfrm>
                <a:off x="5722899" y="1953612"/>
                <a:ext cx="50120" cy="528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4">
                    <a:moveTo>
                      <a:pt x="0" y="2519"/>
                    </a:moveTo>
                    <a:lnTo>
                      <a:pt x="2875" y="0"/>
                    </a:lnTo>
                    <a:lnTo>
                      <a:pt x="5262" y="2616"/>
                    </a:lnTo>
                    <a:lnTo>
                      <a:pt x="2387" y="5544"/>
                    </a:lnTo>
                    <a:close/>
                  </a:path>
                </a:pathLst>
              </a:custGeom>
              <a:solidFill>
                <a:srgbClr val="718df7"/>
              </a:solidFill>
              <a:ln w="3334" cap="flat" cmpd="sng" algn="ctr">
                <a:solidFill>
                  <a:srgbClr val="718d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4" name="Surface mesh patch"/>
              <p:cNvSpPr/>
              <p:nvPr/>
            </p:nvSpPr>
            <p:spPr>
              <a:xfrm>
                <a:off x="5773019" y="1946878"/>
                <a:ext cx="50120" cy="48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9">
                    <a:moveTo>
                      <a:pt x="0" y="3323"/>
                    </a:moveTo>
                    <a:lnTo>
                      <a:pt x="2875" y="0"/>
                    </a:lnTo>
                    <a:lnTo>
                      <a:pt x="5262" y="1461"/>
                    </a:lnTo>
                    <a:lnTo>
                      <a:pt x="2387" y="5099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5" name="Surface mesh patch"/>
              <p:cNvSpPr/>
              <p:nvPr/>
            </p:nvSpPr>
            <p:spPr>
              <a:xfrm>
                <a:off x="5823138" y="1925359"/>
                <a:ext cx="50120" cy="38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5">
                    <a:moveTo>
                      <a:pt x="0" y="3721"/>
                    </a:moveTo>
                    <a:lnTo>
                      <a:pt x="2875" y="0"/>
                    </a:lnTo>
                    <a:lnTo>
                      <a:pt x="5262" y="216"/>
                    </a:lnTo>
                    <a:lnTo>
                      <a:pt x="2387" y="4065"/>
                    </a:lnTo>
                    <a:close/>
                  </a:path>
                </a:pathLst>
              </a:custGeom>
              <a:solidFill>
                <a:srgbClr val="7d9bfc"/>
              </a:solidFill>
              <a:ln w="3334" cap="flat" cmpd="sng" algn="ctr">
                <a:solidFill>
                  <a:srgbClr val="7d9b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6" name="Surface mesh patch"/>
              <p:cNvSpPr/>
              <p:nvPr/>
            </p:nvSpPr>
            <p:spPr>
              <a:xfrm>
                <a:off x="5873258" y="1884898"/>
                <a:ext cx="50120" cy="425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64">
                    <a:moveTo>
                      <a:pt x="0" y="4464"/>
                    </a:moveTo>
                    <a:lnTo>
                      <a:pt x="2875" y="852"/>
                    </a:lnTo>
                    <a:lnTo>
                      <a:pt x="5262" y="0"/>
                    </a:lnTo>
                    <a:lnTo>
                      <a:pt x="2387" y="3509"/>
                    </a:lnTo>
                    <a:close/>
                  </a:path>
                </a:pathLst>
              </a:custGeom>
              <a:solidFill>
                <a:srgbClr val="88a6fd"/>
              </a:solidFill>
              <a:ln w="3334" cap="flat" cmpd="sng" algn="ctr">
                <a:solidFill>
                  <a:srgbClr val="88a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7" name="Surface mesh patch"/>
              <p:cNvSpPr/>
              <p:nvPr/>
            </p:nvSpPr>
            <p:spPr>
              <a:xfrm>
                <a:off x="5923378" y="1841220"/>
                <a:ext cx="50120" cy="436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6">
                    <a:moveTo>
                      <a:pt x="0" y="4586"/>
                    </a:moveTo>
                    <a:lnTo>
                      <a:pt x="2875" y="1562"/>
                    </a:lnTo>
                    <a:lnTo>
                      <a:pt x="5262" y="0"/>
                    </a:lnTo>
                    <a:lnTo>
                      <a:pt x="2387" y="2709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8" name="Surface mesh patch"/>
              <p:cNvSpPr/>
              <p:nvPr/>
            </p:nvSpPr>
            <p:spPr>
              <a:xfrm>
                <a:off x="5973497" y="1803403"/>
                <a:ext cx="50120" cy="378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0">
                    <a:moveTo>
                      <a:pt x="0" y="3970"/>
                    </a:moveTo>
                    <a:lnTo>
                      <a:pt x="2875" y="1871"/>
                    </a:lnTo>
                    <a:lnTo>
                      <a:pt x="5262" y="0"/>
                    </a:lnTo>
                    <a:lnTo>
                      <a:pt x="2387" y="1654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9" name="Surface mesh patch"/>
              <p:cNvSpPr/>
              <p:nvPr/>
            </p:nvSpPr>
            <p:spPr>
              <a:xfrm>
                <a:off x="6023617" y="1775590"/>
                <a:ext cx="50120" cy="27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0">
                    <a:moveTo>
                      <a:pt x="0" y="2920"/>
                    </a:moveTo>
                    <a:lnTo>
                      <a:pt x="2875" y="1862"/>
                    </a:lnTo>
                    <a:lnTo>
                      <a:pt x="5262" y="0"/>
                    </a:lnTo>
                    <a:lnTo>
                      <a:pt x="2387" y="588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0" name="Surface mesh patch"/>
              <p:cNvSpPr/>
              <p:nvPr/>
            </p:nvSpPr>
            <p:spPr>
              <a:xfrm>
                <a:off x="6073737" y="1755736"/>
                <a:ext cx="50120" cy="19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4">
                    <a:moveTo>
                      <a:pt x="0" y="2084"/>
                    </a:moveTo>
                    <a:lnTo>
                      <a:pt x="2875" y="1963"/>
                    </a:lnTo>
                    <a:lnTo>
                      <a:pt x="5262" y="2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1" name="Surface mesh patch"/>
              <p:cNvSpPr/>
              <p:nvPr/>
            </p:nvSpPr>
            <p:spPr>
              <a:xfrm>
                <a:off x="6123856" y="1741615"/>
                <a:ext cx="50120" cy="21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8">
                    <a:moveTo>
                      <a:pt x="0" y="1760"/>
                    </a:moveTo>
                    <a:lnTo>
                      <a:pt x="2875" y="2308"/>
                    </a:lnTo>
                    <a:lnTo>
                      <a:pt x="5262" y="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2" name="Surface mesh patch"/>
              <p:cNvSpPr/>
              <p:nvPr/>
            </p:nvSpPr>
            <p:spPr>
              <a:xfrm>
                <a:off x="6173976" y="1735117"/>
                <a:ext cx="50120" cy="22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83">
                    <a:moveTo>
                      <a:pt x="0" y="1501"/>
                    </a:moveTo>
                    <a:lnTo>
                      <a:pt x="2875" y="2383"/>
                    </a:lnTo>
                    <a:lnTo>
                      <a:pt x="5262" y="10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3" name="Surface mesh patch"/>
              <p:cNvSpPr/>
              <p:nvPr/>
            </p:nvSpPr>
            <p:spPr>
              <a:xfrm>
                <a:off x="6224096" y="1731653"/>
                <a:ext cx="50120" cy="21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1">
                    <a:moveTo>
                      <a:pt x="0" y="1375"/>
                    </a:moveTo>
                    <a:lnTo>
                      <a:pt x="2875" y="2281"/>
                    </a:lnTo>
                    <a:lnTo>
                      <a:pt x="5262" y="9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4" name="Surface mesh patch"/>
              <p:cNvSpPr/>
              <p:nvPr/>
            </p:nvSpPr>
            <p:spPr>
              <a:xfrm>
                <a:off x="6274215" y="1727210"/>
                <a:ext cx="50120" cy="198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7">
                    <a:moveTo>
                      <a:pt x="0" y="1383"/>
                    </a:moveTo>
                    <a:lnTo>
                      <a:pt x="2875" y="2087"/>
                    </a:lnTo>
                    <a:lnTo>
                      <a:pt x="5262" y="6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5" name="Surface mesh patch"/>
              <p:cNvSpPr/>
              <p:nvPr/>
            </p:nvSpPr>
            <p:spPr>
              <a:xfrm>
                <a:off x="6324335" y="1719247"/>
                <a:ext cx="50120" cy="17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1478"/>
                    </a:moveTo>
                    <a:lnTo>
                      <a:pt x="2875" y="1876"/>
                    </a:lnTo>
                    <a:lnTo>
                      <a:pt x="5262" y="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6" name="Surface mesh patch"/>
              <p:cNvSpPr/>
              <p:nvPr/>
            </p:nvSpPr>
            <p:spPr>
              <a:xfrm>
                <a:off x="6374454" y="1706996"/>
                <a:ext cx="50120" cy="162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4">
                    <a:moveTo>
                      <a:pt x="0" y="1598"/>
                    </a:moveTo>
                    <a:lnTo>
                      <a:pt x="2875" y="1704"/>
                    </a:lnTo>
                    <a:lnTo>
                      <a:pt x="5262" y="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7" name="Surface mesh patch"/>
              <p:cNvSpPr/>
              <p:nvPr/>
            </p:nvSpPr>
            <p:spPr>
              <a:xfrm>
                <a:off x="5449569" y="1793921"/>
                <a:ext cx="50120" cy="31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6">
                    <a:moveTo>
                      <a:pt x="0" y="0"/>
                    </a:moveTo>
                    <a:lnTo>
                      <a:pt x="2875" y="1887"/>
                    </a:lnTo>
                    <a:lnTo>
                      <a:pt x="5262" y="3346"/>
                    </a:lnTo>
                    <a:lnTo>
                      <a:pt x="2387" y="1473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8" name="Surface mesh patch"/>
              <p:cNvSpPr/>
              <p:nvPr/>
            </p:nvSpPr>
            <p:spPr>
              <a:xfrm>
                <a:off x="5499689" y="1825796"/>
                <a:ext cx="50120" cy="340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1">
                    <a:moveTo>
                      <a:pt x="0" y="0"/>
                    </a:moveTo>
                    <a:lnTo>
                      <a:pt x="2875" y="1420"/>
                    </a:lnTo>
                    <a:lnTo>
                      <a:pt x="5262" y="3571"/>
                    </a:lnTo>
                    <a:lnTo>
                      <a:pt x="2387" y="2238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9" name="Surface mesh patch"/>
              <p:cNvSpPr/>
              <p:nvPr/>
            </p:nvSpPr>
            <p:spPr>
              <a:xfrm>
                <a:off x="5549808" y="1859807"/>
                <a:ext cx="50120" cy="337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8">
                    <a:moveTo>
                      <a:pt x="0" y="0"/>
                    </a:moveTo>
                    <a:lnTo>
                      <a:pt x="2875" y="747"/>
                    </a:lnTo>
                    <a:lnTo>
                      <a:pt x="5262" y="3548"/>
                    </a:lnTo>
                    <a:lnTo>
                      <a:pt x="2387" y="2987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0" name="Surface mesh patch"/>
              <p:cNvSpPr/>
              <p:nvPr/>
            </p:nvSpPr>
            <p:spPr>
              <a:xfrm>
                <a:off x="5599928" y="1892609"/>
                <a:ext cx="50120" cy="347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2">
                    <a:moveTo>
                      <a:pt x="0" y="104"/>
                    </a:moveTo>
                    <a:lnTo>
                      <a:pt x="2875" y="0"/>
                    </a:lnTo>
                    <a:lnTo>
                      <a:pt x="5262" y="3245"/>
                    </a:lnTo>
                    <a:lnTo>
                      <a:pt x="2387" y="3652"/>
                    </a:lnTo>
                    <a:close/>
                  </a:path>
                </a:pathLst>
              </a:custGeom>
              <a:solidFill>
                <a:srgbClr val="8caafd"/>
              </a:solidFill>
              <a:ln w="3334" cap="flat" cmpd="sng" algn="ctr">
                <a:solidFill>
                  <a:srgbClr val="8c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1" name="Surface mesh patch"/>
              <p:cNvSpPr/>
              <p:nvPr/>
            </p:nvSpPr>
            <p:spPr>
              <a:xfrm>
                <a:off x="5650048" y="1913288"/>
                <a:ext cx="50120" cy="45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1">
                    <a:moveTo>
                      <a:pt x="0" y="1074"/>
                    </a:moveTo>
                    <a:lnTo>
                      <a:pt x="2875" y="0"/>
                    </a:lnTo>
                    <a:lnTo>
                      <a:pt x="5262" y="3327"/>
                    </a:lnTo>
                    <a:lnTo>
                      <a:pt x="2387" y="4811"/>
                    </a:lnTo>
                    <a:close/>
                  </a:path>
                </a:pathLst>
              </a:custGeom>
              <a:solidFill>
                <a:srgbClr val="85a2fd"/>
              </a:solidFill>
              <a:ln w="3334" cap="flat" cmpd="sng" algn="ctr">
                <a:solidFill>
                  <a:srgbClr val="85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2" name="Surface mesh patch"/>
              <p:cNvSpPr/>
              <p:nvPr/>
            </p:nvSpPr>
            <p:spPr>
              <a:xfrm>
                <a:off x="5700167" y="1925421"/>
                <a:ext cx="50120" cy="52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79">
                    <a:moveTo>
                      <a:pt x="0" y="2053"/>
                    </a:moveTo>
                    <a:lnTo>
                      <a:pt x="2875" y="0"/>
                    </a:lnTo>
                    <a:lnTo>
                      <a:pt x="5262" y="2960"/>
                    </a:lnTo>
                    <a:lnTo>
                      <a:pt x="2387" y="5479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3" name="Surface mesh patch"/>
              <p:cNvSpPr/>
              <p:nvPr/>
            </p:nvSpPr>
            <p:spPr>
              <a:xfrm>
                <a:off x="5750287" y="1926110"/>
                <a:ext cx="50120" cy="52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04">
                    <a:moveTo>
                      <a:pt x="0" y="2887"/>
                    </a:moveTo>
                    <a:lnTo>
                      <a:pt x="2875" y="0"/>
                    </a:lnTo>
                    <a:lnTo>
                      <a:pt x="5262" y="2180"/>
                    </a:lnTo>
                    <a:lnTo>
                      <a:pt x="2387" y="5504"/>
                    </a:lnTo>
                    <a:close/>
                  </a:path>
                </a:pathLst>
              </a:custGeom>
              <a:solidFill>
                <a:srgbClr val="7f9dfd"/>
              </a:solidFill>
              <a:ln w="3334" cap="flat" cmpd="sng" algn="ctr">
                <a:solidFill>
                  <a:srgbClr val="7f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4" name="Surface mesh patch"/>
              <p:cNvSpPr/>
              <p:nvPr/>
            </p:nvSpPr>
            <p:spPr>
              <a:xfrm>
                <a:off x="5800407" y="1914389"/>
                <a:ext cx="50120" cy="464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72">
                    <a:moveTo>
                      <a:pt x="0" y="3411"/>
                    </a:moveTo>
                    <a:lnTo>
                      <a:pt x="2875" y="0"/>
                    </a:lnTo>
                    <a:lnTo>
                      <a:pt x="5262" y="1152"/>
                    </a:lnTo>
                    <a:lnTo>
                      <a:pt x="2387" y="4872"/>
                    </a:lnTo>
                    <a:close/>
                  </a:path>
                </a:pathLst>
              </a:custGeom>
              <a:solidFill>
                <a:srgbClr val="83a1fd"/>
              </a:solidFill>
              <a:ln w="3334" cap="flat" cmpd="sng" algn="ctr">
                <a:solidFill>
                  <a:srgbClr val="83a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5" name="Surface mesh patch"/>
              <p:cNvSpPr/>
              <p:nvPr/>
            </p:nvSpPr>
            <p:spPr>
              <a:xfrm>
                <a:off x="5850526" y="1892015"/>
                <a:ext cx="50120" cy="35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7">
                    <a:moveTo>
                      <a:pt x="0" y="3501"/>
                    </a:moveTo>
                    <a:lnTo>
                      <a:pt x="2875" y="0"/>
                    </a:lnTo>
                    <a:lnTo>
                      <a:pt x="5262" y="104"/>
                    </a:lnTo>
                    <a:lnTo>
                      <a:pt x="2387" y="3717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6" name="Surface mesh patch"/>
              <p:cNvSpPr/>
              <p:nvPr/>
            </p:nvSpPr>
            <p:spPr>
              <a:xfrm>
                <a:off x="5900646" y="1856098"/>
                <a:ext cx="50120" cy="36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5">
                    <a:moveTo>
                      <a:pt x="0" y="3875"/>
                    </a:moveTo>
                    <a:lnTo>
                      <a:pt x="2875" y="748"/>
                    </a:lnTo>
                    <a:lnTo>
                      <a:pt x="5262" y="0"/>
                    </a:lnTo>
                    <a:lnTo>
                      <a:pt x="2387" y="3024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7" name="Surface mesh patch"/>
              <p:cNvSpPr/>
              <p:nvPr/>
            </p:nvSpPr>
            <p:spPr>
              <a:xfrm>
                <a:off x="5950765" y="1821228"/>
                <a:ext cx="50120" cy="34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1">
                    <a:moveTo>
                      <a:pt x="0" y="3661"/>
                    </a:moveTo>
                    <a:lnTo>
                      <a:pt x="2875" y="1287"/>
                    </a:lnTo>
                    <a:lnTo>
                      <a:pt x="5262" y="0"/>
                    </a:lnTo>
                    <a:lnTo>
                      <a:pt x="2387" y="2099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8" name="Surface mesh patch"/>
              <p:cNvSpPr/>
              <p:nvPr/>
            </p:nvSpPr>
            <p:spPr>
              <a:xfrm>
                <a:off x="6000885" y="1793330"/>
                <a:ext cx="50120" cy="2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9">
                    <a:moveTo>
                      <a:pt x="0" y="2929"/>
                    </a:moveTo>
                    <a:lnTo>
                      <a:pt x="2875" y="1509"/>
                    </a:lnTo>
                    <a:lnTo>
                      <a:pt x="5262" y="0"/>
                    </a:lnTo>
                    <a:lnTo>
                      <a:pt x="2387" y="1058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9" name="Surface mesh patch"/>
              <p:cNvSpPr/>
              <p:nvPr/>
            </p:nvSpPr>
            <p:spPr>
              <a:xfrm>
                <a:off x="6051005" y="1774433"/>
                <a:ext cx="50120" cy="18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4">
                    <a:moveTo>
                      <a:pt x="0" y="1984"/>
                    </a:moveTo>
                    <a:lnTo>
                      <a:pt x="2875" y="1509"/>
                    </a:lnTo>
                    <a:lnTo>
                      <a:pt x="5262" y="0"/>
                    </a:lnTo>
                    <a:lnTo>
                      <a:pt x="2387" y="121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0" name="Surface mesh patch"/>
              <p:cNvSpPr/>
              <p:nvPr/>
            </p:nvSpPr>
            <p:spPr>
              <a:xfrm>
                <a:off x="6101124" y="1758377"/>
                <a:ext cx="50120" cy="18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3">
                    <a:moveTo>
                      <a:pt x="0" y="1686"/>
                    </a:moveTo>
                    <a:lnTo>
                      <a:pt x="2875" y="1963"/>
                    </a:lnTo>
                    <a:lnTo>
                      <a:pt x="5262" y="5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1" name="Surface mesh patch"/>
              <p:cNvSpPr/>
              <p:nvPr/>
            </p:nvSpPr>
            <p:spPr>
              <a:xfrm>
                <a:off x="6151244" y="1749410"/>
                <a:ext cx="50120" cy="211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20">
                    <a:moveTo>
                      <a:pt x="0" y="1489"/>
                    </a:moveTo>
                    <a:lnTo>
                      <a:pt x="2875" y="2220"/>
                    </a:lnTo>
                    <a:lnTo>
                      <a:pt x="5262" y="8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2" name="Surface mesh patch"/>
              <p:cNvSpPr/>
              <p:nvPr/>
            </p:nvSpPr>
            <p:spPr>
              <a:xfrm>
                <a:off x="6201364" y="1744754"/>
                <a:ext cx="50120" cy="21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38">
                    <a:moveTo>
                      <a:pt x="0" y="1371"/>
                    </a:moveTo>
                    <a:lnTo>
                      <a:pt x="2875" y="2238"/>
                    </a:lnTo>
                    <a:lnTo>
                      <a:pt x="5262" y="9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3" name="Surface mesh patch"/>
              <p:cNvSpPr/>
              <p:nvPr/>
            </p:nvSpPr>
            <p:spPr>
              <a:xfrm>
                <a:off x="6251483" y="1740387"/>
                <a:ext cx="50120" cy="201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1">
                    <a:moveTo>
                      <a:pt x="0" y="1364"/>
                    </a:moveTo>
                    <a:lnTo>
                      <a:pt x="2875" y="2111"/>
                    </a:lnTo>
                    <a:lnTo>
                      <a:pt x="5262" y="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4" name="Surface mesh patch"/>
              <p:cNvSpPr/>
              <p:nvPr/>
            </p:nvSpPr>
            <p:spPr>
              <a:xfrm>
                <a:off x="6301603" y="1733330"/>
                <a:ext cx="50120" cy="183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45"/>
                    </a:moveTo>
                    <a:lnTo>
                      <a:pt x="2875" y="1923"/>
                    </a:lnTo>
                    <a:lnTo>
                      <a:pt x="5262" y="3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5" name="Surface mesh patch"/>
              <p:cNvSpPr/>
              <p:nvPr/>
            </p:nvSpPr>
            <p:spPr>
              <a:xfrm>
                <a:off x="6351723" y="1722220"/>
                <a:ext cx="50120" cy="166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5">
                    <a:moveTo>
                      <a:pt x="0" y="1564"/>
                    </a:moveTo>
                    <a:lnTo>
                      <a:pt x="2875" y="1745"/>
                    </a:lnTo>
                    <a:lnTo>
                      <a:pt x="5262" y="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6" name="Surface mesh patch"/>
              <p:cNvSpPr/>
              <p:nvPr/>
            </p:nvSpPr>
            <p:spPr>
              <a:xfrm>
                <a:off x="5476957" y="1811899"/>
                <a:ext cx="50120" cy="274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9">
                    <a:moveTo>
                      <a:pt x="0" y="0"/>
                    </a:moveTo>
                    <a:lnTo>
                      <a:pt x="2875" y="1518"/>
                    </a:lnTo>
                    <a:lnTo>
                      <a:pt x="5262" y="2879"/>
                    </a:lnTo>
                    <a:lnTo>
                      <a:pt x="2387" y="1459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7" name="Surface mesh patch"/>
              <p:cNvSpPr/>
              <p:nvPr/>
            </p:nvSpPr>
            <p:spPr>
              <a:xfrm>
                <a:off x="5527076" y="1839318"/>
                <a:ext cx="50120" cy="27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9">
                    <a:moveTo>
                      <a:pt x="0" y="0"/>
                    </a:moveTo>
                    <a:lnTo>
                      <a:pt x="2875" y="929"/>
                    </a:lnTo>
                    <a:lnTo>
                      <a:pt x="5262" y="2899"/>
                    </a:lnTo>
                    <a:lnTo>
                      <a:pt x="2387" y="2151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8" name="Surface mesh patch"/>
              <p:cNvSpPr/>
              <p:nvPr/>
            </p:nvSpPr>
            <p:spPr>
              <a:xfrm>
                <a:off x="5577196" y="1866927"/>
                <a:ext cx="50120" cy="26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00">
                    <a:moveTo>
                      <a:pt x="0" y="0"/>
                    </a:moveTo>
                    <a:lnTo>
                      <a:pt x="2875" y="182"/>
                    </a:lnTo>
                    <a:lnTo>
                      <a:pt x="5262" y="2696"/>
                    </a:lnTo>
                    <a:lnTo>
                      <a:pt x="2387" y="280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9" name="Surface mesh patch"/>
              <p:cNvSpPr/>
              <p:nvPr/>
            </p:nvSpPr>
            <p:spPr>
              <a:xfrm>
                <a:off x="5627316" y="1886133"/>
                <a:ext cx="50120" cy="373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25">
                    <a:moveTo>
                      <a:pt x="0" y="680"/>
                    </a:moveTo>
                    <a:lnTo>
                      <a:pt x="2875" y="0"/>
                    </a:lnTo>
                    <a:lnTo>
                      <a:pt x="5262" y="2851"/>
                    </a:lnTo>
                    <a:lnTo>
                      <a:pt x="2387" y="3925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0" name="Surface mesh patch"/>
              <p:cNvSpPr/>
              <p:nvPr/>
            </p:nvSpPr>
            <p:spPr>
              <a:xfrm>
                <a:off x="5677435" y="1898278"/>
                <a:ext cx="50120" cy="46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3">
                    <a:moveTo>
                      <a:pt x="0" y="1576"/>
                    </a:moveTo>
                    <a:lnTo>
                      <a:pt x="2875" y="0"/>
                    </a:lnTo>
                    <a:lnTo>
                      <a:pt x="5262" y="2850"/>
                    </a:lnTo>
                    <a:lnTo>
                      <a:pt x="2387" y="4903"/>
                    </a:lnTo>
                    <a:close/>
                  </a:path>
                </a:pathLst>
              </a:custGeom>
              <a:solidFill>
                <a:srgbClr val="8ca9fd"/>
              </a:solidFill>
              <a:ln w="3334" cap="flat" cmpd="sng" algn="ctr">
                <a:solidFill>
                  <a:srgbClr val="8c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1" name="Surface mesh patch"/>
              <p:cNvSpPr/>
              <p:nvPr/>
            </p:nvSpPr>
            <p:spPr>
              <a:xfrm>
                <a:off x="5727555" y="1902674"/>
                <a:ext cx="50120" cy="50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48">
                    <a:moveTo>
                      <a:pt x="0" y="2388"/>
                    </a:moveTo>
                    <a:lnTo>
                      <a:pt x="2875" y="0"/>
                    </a:lnTo>
                    <a:lnTo>
                      <a:pt x="5262" y="2460"/>
                    </a:lnTo>
                    <a:lnTo>
                      <a:pt x="2387" y="5348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2" name="Surface mesh patch"/>
              <p:cNvSpPr/>
              <p:nvPr/>
            </p:nvSpPr>
            <p:spPr>
              <a:xfrm>
                <a:off x="5777675" y="1897766"/>
                <a:ext cx="50120" cy="49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56">
                    <a:moveTo>
                      <a:pt x="0" y="2976"/>
                    </a:moveTo>
                    <a:lnTo>
                      <a:pt x="2875" y="0"/>
                    </a:lnTo>
                    <a:lnTo>
                      <a:pt x="5262" y="1745"/>
                    </a:lnTo>
                    <a:lnTo>
                      <a:pt x="2387" y="515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3" name="Surface mesh patch"/>
              <p:cNvSpPr/>
              <p:nvPr/>
            </p:nvSpPr>
            <p:spPr>
              <a:xfrm>
                <a:off x="5827794" y="1883796"/>
                <a:ext cx="50120" cy="41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64">
                    <a:moveTo>
                      <a:pt x="0" y="3212"/>
                    </a:moveTo>
                    <a:lnTo>
                      <a:pt x="2875" y="0"/>
                    </a:lnTo>
                    <a:lnTo>
                      <a:pt x="5262" y="863"/>
                    </a:lnTo>
                    <a:lnTo>
                      <a:pt x="2387" y="4364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4" name="Surface mesh patch"/>
              <p:cNvSpPr/>
              <p:nvPr/>
            </p:nvSpPr>
            <p:spPr>
              <a:xfrm>
                <a:off x="5877914" y="1863135"/>
                <a:ext cx="50120" cy="298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37">
                    <a:moveTo>
                      <a:pt x="0" y="3032"/>
                    </a:moveTo>
                    <a:lnTo>
                      <a:pt x="2875" y="0"/>
                    </a:lnTo>
                    <a:lnTo>
                      <a:pt x="5262" y="10"/>
                    </a:lnTo>
                    <a:lnTo>
                      <a:pt x="2387" y="3137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5" name="Surface mesh patch"/>
              <p:cNvSpPr/>
              <p:nvPr/>
            </p:nvSpPr>
            <p:spPr>
              <a:xfrm>
                <a:off x="5928034" y="1833483"/>
                <a:ext cx="50120" cy="297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23">
                    <a:moveTo>
                      <a:pt x="0" y="3123"/>
                    </a:moveTo>
                    <a:lnTo>
                      <a:pt x="2875" y="655"/>
                    </a:lnTo>
                    <a:lnTo>
                      <a:pt x="5262" y="0"/>
                    </a:lnTo>
                    <a:lnTo>
                      <a:pt x="2387" y="2374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6" name="Surface mesh patch"/>
              <p:cNvSpPr/>
              <p:nvPr/>
            </p:nvSpPr>
            <p:spPr>
              <a:xfrm>
                <a:off x="5978153" y="1807708"/>
                <a:ext cx="50120" cy="25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6">
                    <a:moveTo>
                      <a:pt x="0" y="2706"/>
                    </a:moveTo>
                    <a:lnTo>
                      <a:pt x="2875" y="1062"/>
                    </a:lnTo>
                    <a:lnTo>
                      <a:pt x="5262" y="0"/>
                    </a:lnTo>
                    <a:lnTo>
                      <a:pt x="2387" y="1419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7" name="Surface mesh patch"/>
              <p:cNvSpPr/>
              <p:nvPr/>
            </p:nvSpPr>
            <p:spPr>
              <a:xfrm>
                <a:off x="6028273" y="1788810"/>
                <a:ext cx="50120" cy="18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4">
                    <a:moveTo>
                      <a:pt x="0" y="1984"/>
                    </a:moveTo>
                    <a:lnTo>
                      <a:pt x="2875" y="1237"/>
                    </a:lnTo>
                    <a:lnTo>
                      <a:pt x="5262" y="0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8" name="Surface mesh patch"/>
              <p:cNvSpPr/>
              <p:nvPr/>
            </p:nvSpPr>
            <p:spPr>
              <a:xfrm>
                <a:off x="6078393" y="1774433"/>
                <a:ext cx="50120" cy="147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46">
                    <a:moveTo>
                      <a:pt x="0" y="1509"/>
                    </a:moveTo>
                    <a:lnTo>
                      <a:pt x="2875" y="1546"/>
                    </a:lnTo>
                    <a:lnTo>
                      <a:pt x="5262" y="2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9" name="Surface mesh patch"/>
              <p:cNvSpPr/>
              <p:nvPr/>
            </p:nvSpPr>
            <p:spPr>
              <a:xfrm>
                <a:off x="6128512" y="1763597"/>
                <a:ext cx="50120" cy="18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8">
                    <a:moveTo>
                      <a:pt x="0" y="1415"/>
                    </a:moveTo>
                    <a:lnTo>
                      <a:pt x="2875" y="1988"/>
                    </a:lnTo>
                    <a:lnTo>
                      <a:pt x="5262" y="7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0" name="Surface mesh patch"/>
              <p:cNvSpPr/>
              <p:nvPr/>
            </p:nvSpPr>
            <p:spPr>
              <a:xfrm>
                <a:off x="6178632" y="1757817"/>
                <a:ext cx="50120" cy="20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46">
                    <a:moveTo>
                      <a:pt x="0" y="1337"/>
                    </a:moveTo>
                    <a:lnTo>
                      <a:pt x="2875" y="2146"/>
                    </a:lnTo>
                    <a:lnTo>
                      <a:pt x="5262" y="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1" name="Surface mesh patch"/>
              <p:cNvSpPr/>
              <p:nvPr/>
            </p:nvSpPr>
            <p:spPr>
              <a:xfrm>
                <a:off x="6228751" y="1753377"/>
                <a:ext cx="50120" cy="20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5">
                    <a:moveTo>
                      <a:pt x="0" y="1333"/>
                    </a:moveTo>
                    <a:lnTo>
                      <a:pt x="2875" y="2105"/>
                    </a:lnTo>
                    <a:lnTo>
                      <a:pt x="5262" y="7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2" name="Surface mesh patch"/>
              <p:cNvSpPr/>
              <p:nvPr/>
            </p:nvSpPr>
            <p:spPr>
              <a:xfrm>
                <a:off x="6278871" y="1747092"/>
                <a:ext cx="50120" cy="18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9">
                    <a:moveTo>
                      <a:pt x="0" y="1407"/>
                    </a:moveTo>
                    <a:lnTo>
                      <a:pt x="2875" y="1959"/>
                    </a:lnTo>
                    <a:lnTo>
                      <a:pt x="5262" y="4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3" name="Surface mesh patch"/>
              <p:cNvSpPr/>
              <p:nvPr/>
            </p:nvSpPr>
            <p:spPr>
              <a:xfrm>
                <a:off x="6328991" y="1737119"/>
                <a:ext cx="50120" cy="17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7">
                    <a:moveTo>
                      <a:pt x="0" y="1526"/>
                    </a:moveTo>
                    <a:lnTo>
                      <a:pt x="2875" y="1787"/>
                    </a:lnTo>
                    <a:lnTo>
                      <a:pt x="5262" y="1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4" name="Surface mesh patch"/>
              <p:cNvSpPr/>
              <p:nvPr/>
            </p:nvSpPr>
            <p:spPr>
              <a:xfrm>
                <a:off x="5504345" y="1826354"/>
                <a:ext cx="50120" cy="218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0">
                    <a:moveTo>
                      <a:pt x="0" y="0"/>
                    </a:moveTo>
                    <a:lnTo>
                      <a:pt x="2875" y="1104"/>
                    </a:lnTo>
                    <a:lnTo>
                      <a:pt x="5262" y="2290"/>
                    </a:lnTo>
                    <a:lnTo>
                      <a:pt x="2387" y="1361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5" name="Surface mesh patch"/>
              <p:cNvSpPr/>
              <p:nvPr/>
            </p:nvSpPr>
            <p:spPr>
              <a:xfrm>
                <a:off x="5554464" y="1848170"/>
                <a:ext cx="50120" cy="20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1">
                    <a:moveTo>
                      <a:pt x="0" y="0"/>
                    </a:moveTo>
                    <a:lnTo>
                      <a:pt x="2875" y="443"/>
                    </a:lnTo>
                    <a:lnTo>
                      <a:pt x="5262" y="2151"/>
                    </a:lnTo>
                    <a:lnTo>
                      <a:pt x="2387" y="1969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6" name="Surface mesh patch"/>
              <p:cNvSpPr/>
              <p:nvPr/>
            </p:nvSpPr>
            <p:spPr>
              <a:xfrm>
                <a:off x="5604584" y="1865617"/>
                <a:ext cx="50120" cy="269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4">
                    <a:moveTo>
                      <a:pt x="0" y="319"/>
                    </a:moveTo>
                    <a:lnTo>
                      <a:pt x="2875" y="0"/>
                    </a:lnTo>
                    <a:lnTo>
                      <a:pt x="5262" y="2154"/>
                    </a:lnTo>
                    <a:lnTo>
                      <a:pt x="2387" y="2834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7" name="Surface mesh patch"/>
              <p:cNvSpPr/>
              <p:nvPr/>
            </p:nvSpPr>
            <p:spPr>
              <a:xfrm>
                <a:off x="5654704" y="1875441"/>
                <a:ext cx="50120" cy="378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3">
                    <a:moveTo>
                      <a:pt x="0" y="1122"/>
                    </a:moveTo>
                    <a:lnTo>
                      <a:pt x="2875" y="0"/>
                    </a:lnTo>
                    <a:lnTo>
                      <a:pt x="5262" y="2398"/>
                    </a:lnTo>
                    <a:lnTo>
                      <a:pt x="2387" y="3973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8" name="Surface mesh patch"/>
              <p:cNvSpPr/>
              <p:nvPr/>
            </p:nvSpPr>
            <p:spPr>
              <a:xfrm>
                <a:off x="5704823" y="1880380"/>
                <a:ext cx="50120" cy="45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9">
                    <a:moveTo>
                      <a:pt x="0" y="1879"/>
                    </a:moveTo>
                    <a:lnTo>
                      <a:pt x="2875" y="0"/>
                    </a:lnTo>
                    <a:lnTo>
                      <a:pt x="5262" y="2341"/>
                    </a:lnTo>
                    <a:lnTo>
                      <a:pt x="2387" y="4729"/>
                    </a:lnTo>
                    <a:close/>
                  </a:path>
                </a:pathLst>
              </a:custGeom>
              <a:solidFill>
                <a:srgbClr val="93b1fd"/>
              </a:solidFill>
              <a:ln w="3334" cap="flat" cmpd="sng" algn="ctr">
                <a:solidFill>
                  <a:srgbClr val="93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9" name="Surface mesh patch"/>
              <p:cNvSpPr/>
              <p:nvPr/>
            </p:nvSpPr>
            <p:spPr>
              <a:xfrm>
                <a:off x="5754943" y="1879080"/>
                <a:ext cx="50120" cy="470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7">
                    <a:moveTo>
                      <a:pt x="0" y="2477"/>
                    </a:moveTo>
                    <a:lnTo>
                      <a:pt x="2875" y="0"/>
                    </a:lnTo>
                    <a:lnTo>
                      <a:pt x="5262" y="1962"/>
                    </a:lnTo>
                    <a:lnTo>
                      <a:pt x="2387" y="4937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0" name="Surface mesh patch"/>
              <p:cNvSpPr/>
              <p:nvPr/>
            </p:nvSpPr>
            <p:spPr>
              <a:xfrm>
                <a:off x="5805062" y="1871074"/>
                <a:ext cx="50120" cy="43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8">
                    <a:moveTo>
                      <a:pt x="0" y="2802"/>
                    </a:moveTo>
                    <a:lnTo>
                      <a:pt x="2875" y="0"/>
                    </a:lnTo>
                    <a:lnTo>
                      <a:pt x="5262" y="1336"/>
                    </a:lnTo>
                    <a:lnTo>
                      <a:pt x="2387" y="4548"/>
                    </a:lnTo>
                    <a:close/>
                  </a:path>
                </a:pathLst>
              </a:custGeom>
              <a:solidFill>
                <a:srgbClr val="95b3fd"/>
              </a:solidFill>
              <a:ln w="3334" cap="flat" cmpd="sng" algn="ctr">
                <a:solidFill>
                  <a:srgbClr val="95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1" name="Surface mesh patch"/>
              <p:cNvSpPr/>
              <p:nvPr/>
            </p:nvSpPr>
            <p:spPr>
              <a:xfrm>
                <a:off x="5855182" y="1857361"/>
                <a:ext cx="50120" cy="3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775"/>
                    </a:moveTo>
                    <a:lnTo>
                      <a:pt x="2875" y="0"/>
                    </a:lnTo>
                    <a:lnTo>
                      <a:pt x="5262" y="606"/>
                    </a:lnTo>
                    <a:lnTo>
                      <a:pt x="2387" y="3638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2" name="Surface mesh patch"/>
              <p:cNvSpPr/>
              <p:nvPr/>
            </p:nvSpPr>
            <p:spPr>
              <a:xfrm>
                <a:off x="5905302" y="1839726"/>
                <a:ext cx="50120" cy="235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7">
                    <a:moveTo>
                      <a:pt x="0" y="2458"/>
                    </a:moveTo>
                    <a:lnTo>
                      <a:pt x="2875" y="70"/>
                    </a:lnTo>
                    <a:lnTo>
                      <a:pt x="5262" y="0"/>
                    </a:lnTo>
                    <a:lnTo>
                      <a:pt x="2387" y="2467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3" name="Surface mesh patch"/>
              <p:cNvSpPr/>
              <p:nvPr/>
            </p:nvSpPr>
            <p:spPr>
              <a:xfrm>
                <a:off x="5955421" y="1817825"/>
                <a:ext cx="50120" cy="219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9">
                    <a:moveTo>
                      <a:pt x="0" y="2299"/>
                    </a:moveTo>
                    <a:lnTo>
                      <a:pt x="2875" y="581"/>
                    </a:lnTo>
                    <a:lnTo>
                      <a:pt x="5262" y="0"/>
                    </a:lnTo>
                    <a:lnTo>
                      <a:pt x="2387" y="1644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4" name="Surface mesh patch"/>
              <p:cNvSpPr/>
              <p:nvPr/>
            </p:nvSpPr>
            <p:spPr>
              <a:xfrm>
                <a:off x="6005541" y="1800592"/>
                <a:ext cx="50120" cy="172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9">
                    <a:moveTo>
                      <a:pt x="0" y="1809"/>
                    </a:moveTo>
                    <a:lnTo>
                      <a:pt x="2875" y="896"/>
                    </a:lnTo>
                    <a:lnTo>
                      <a:pt x="5262" y="0"/>
                    </a:lnTo>
                    <a:lnTo>
                      <a:pt x="2387" y="747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5" name="Surface mesh patch"/>
              <p:cNvSpPr/>
              <p:nvPr/>
            </p:nvSpPr>
            <p:spPr>
              <a:xfrm>
                <a:off x="6055661" y="1788810"/>
                <a:ext cx="50120" cy="11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7">
                    <a:moveTo>
                      <a:pt x="0" y="1237"/>
                    </a:moveTo>
                    <a:lnTo>
                      <a:pt x="2875" y="1090"/>
                    </a:lnTo>
                    <a:lnTo>
                      <a:pt x="5262" y="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6" name="Surface mesh patch"/>
              <p:cNvSpPr/>
              <p:nvPr/>
            </p:nvSpPr>
            <p:spPr>
              <a:xfrm>
                <a:off x="6105780" y="1777078"/>
                <a:ext cx="50120" cy="162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2">
                    <a:moveTo>
                      <a:pt x="0" y="1268"/>
                    </a:moveTo>
                    <a:lnTo>
                      <a:pt x="2875" y="1702"/>
                    </a:lnTo>
                    <a:lnTo>
                      <a:pt x="5262" y="5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7" name="Surface mesh patch"/>
              <p:cNvSpPr/>
              <p:nvPr/>
            </p:nvSpPr>
            <p:spPr>
              <a:xfrm>
                <a:off x="6155900" y="1770551"/>
                <a:ext cx="50120" cy="19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5">
                    <a:moveTo>
                      <a:pt x="0" y="1258"/>
                    </a:moveTo>
                    <a:lnTo>
                      <a:pt x="2875" y="2005"/>
                    </a:lnTo>
                    <a:lnTo>
                      <a:pt x="5262" y="8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8" name="Surface mesh patch"/>
              <p:cNvSpPr/>
              <p:nvPr/>
            </p:nvSpPr>
            <p:spPr>
              <a:xfrm>
                <a:off x="6206020" y="1766069"/>
                <a:ext cx="50120" cy="196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7">
                    <a:moveTo>
                      <a:pt x="0" y="1279"/>
                    </a:moveTo>
                    <a:lnTo>
                      <a:pt x="2875" y="2067"/>
                    </a:lnTo>
                    <a:lnTo>
                      <a:pt x="5262" y="7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9" name="Surface mesh patch"/>
              <p:cNvSpPr/>
              <p:nvPr/>
            </p:nvSpPr>
            <p:spPr>
              <a:xfrm>
                <a:off x="6256139" y="1760491"/>
                <a:ext cx="50120" cy="18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8">
                    <a:moveTo>
                      <a:pt x="0" y="1359"/>
                    </a:moveTo>
                    <a:lnTo>
                      <a:pt x="2875" y="1978"/>
                    </a:lnTo>
                    <a:lnTo>
                      <a:pt x="5262" y="5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0" name="Surface mesh patch"/>
              <p:cNvSpPr/>
              <p:nvPr/>
            </p:nvSpPr>
            <p:spPr>
              <a:xfrm>
                <a:off x="6306259" y="1751651"/>
                <a:ext cx="50120" cy="173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5">
                    <a:moveTo>
                      <a:pt x="0" y="1480"/>
                    </a:moveTo>
                    <a:lnTo>
                      <a:pt x="2875" y="1825"/>
                    </a:lnTo>
                    <a:lnTo>
                      <a:pt x="5262" y="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1" name="Surface mesh patch"/>
              <p:cNvSpPr/>
              <p:nvPr/>
            </p:nvSpPr>
            <p:spPr>
              <a:xfrm>
                <a:off x="5531732" y="1836866"/>
                <a:ext cx="50120" cy="155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0">
                    <a:moveTo>
                      <a:pt x="0" y="0"/>
                    </a:moveTo>
                    <a:lnTo>
                      <a:pt x="2875" y="680"/>
                    </a:lnTo>
                    <a:lnTo>
                      <a:pt x="5262" y="1630"/>
                    </a:lnTo>
                    <a:lnTo>
                      <a:pt x="2387" y="1187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2" name="Surface mesh patch"/>
              <p:cNvSpPr/>
              <p:nvPr/>
            </p:nvSpPr>
            <p:spPr>
              <a:xfrm>
                <a:off x="5581852" y="1852391"/>
                <a:ext cx="50120" cy="16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8">
                    <a:moveTo>
                      <a:pt x="0" y="0"/>
                    </a:moveTo>
                    <a:lnTo>
                      <a:pt x="2875" y="1"/>
                    </a:lnTo>
                    <a:lnTo>
                      <a:pt x="5262" y="1389"/>
                    </a:lnTo>
                    <a:lnTo>
                      <a:pt x="2387" y="1708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3" name="Surface mesh patch"/>
              <p:cNvSpPr/>
              <p:nvPr/>
            </p:nvSpPr>
            <p:spPr>
              <a:xfrm>
                <a:off x="5631972" y="1858807"/>
                <a:ext cx="50120" cy="273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9">
                    <a:moveTo>
                      <a:pt x="0" y="715"/>
                    </a:moveTo>
                    <a:lnTo>
                      <a:pt x="2875" y="0"/>
                    </a:lnTo>
                    <a:lnTo>
                      <a:pt x="5262" y="1746"/>
                    </a:lnTo>
                    <a:lnTo>
                      <a:pt x="2387" y="2869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4" name="Surface mesh patch"/>
              <p:cNvSpPr/>
              <p:nvPr/>
            </p:nvSpPr>
            <p:spPr>
              <a:xfrm>
                <a:off x="5682091" y="1862100"/>
                <a:ext cx="50120" cy="361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98">
                    <a:moveTo>
                      <a:pt x="0" y="1401"/>
                    </a:moveTo>
                    <a:lnTo>
                      <a:pt x="2875" y="0"/>
                    </a:lnTo>
                    <a:lnTo>
                      <a:pt x="5262" y="1919"/>
                    </a:lnTo>
                    <a:lnTo>
                      <a:pt x="2387" y="3798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5" name="Surface mesh patch"/>
              <p:cNvSpPr/>
              <p:nvPr/>
            </p:nvSpPr>
            <p:spPr>
              <a:xfrm>
                <a:off x="5732211" y="1861605"/>
                <a:ext cx="50120" cy="41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2">
                    <a:moveTo>
                      <a:pt x="0" y="1971"/>
                    </a:moveTo>
                    <a:lnTo>
                      <a:pt x="2875" y="0"/>
                    </a:lnTo>
                    <a:lnTo>
                      <a:pt x="5262" y="1835"/>
                    </a:lnTo>
                    <a:lnTo>
                      <a:pt x="2387" y="4312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6" name="Surface mesh patch"/>
              <p:cNvSpPr/>
              <p:nvPr/>
            </p:nvSpPr>
            <p:spPr>
              <a:xfrm>
                <a:off x="5782331" y="1856857"/>
                <a:ext cx="50120" cy="40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95">
                    <a:moveTo>
                      <a:pt x="0" y="2333"/>
                    </a:moveTo>
                    <a:lnTo>
                      <a:pt x="2875" y="0"/>
                    </a:lnTo>
                    <a:lnTo>
                      <a:pt x="5262" y="1493"/>
                    </a:lnTo>
                    <a:lnTo>
                      <a:pt x="2387" y="4295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7" name="Surface mesh patch"/>
              <p:cNvSpPr/>
              <p:nvPr/>
            </p:nvSpPr>
            <p:spPr>
              <a:xfrm>
                <a:off x="5832450" y="1848128"/>
                <a:ext cx="50120" cy="356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45">
                    <a:moveTo>
                      <a:pt x="0" y="2409"/>
                    </a:moveTo>
                    <a:lnTo>
                      <a:pt x="2875" y="0"/>
                    </a:lnTo>
                    <a:lnTo>
                      <a:pt x="5262" y="969"/>
                    </a:lnTo>
                    <a:lnTo>
                      <a:pt x="2387" y="3745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8" name="Surface mesh patch"/>
              <p:cNvSpPr/>
              <p:nvPr/>
            </p:nvSpPr>
            <p:spPr>
              <a:xfrm>
                <a:off x="5882570" y="1836707"/>
                <a:ext cx="50120" cy="264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5">
                    <a:moveTo>
                      <a:pt x="0" y="2168"/>
                    </a:moveTo>
                    <a:lnTo>
                      <a:pt x="2875" y="0"/>
                    </a:lnTo>
                    <a:lnTo>
                      <a:pt x="5262" y="387"/>
                    </a:lnTo>
                    <a:lnTo>
                      <a:pt x="2387" y="2775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9" name="Surface mesh patch"/>
              <p:cNvSpPr/>
              <p:nvPr/>
            </p:nvSpPr>
            <p:spPr>
              <a:xfrm>
                <a:off x="5932690" y="1823362"/>
                <a:ext cx="50120" cy="170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8">
                    <a:moveTo>
                      <a:pt x="0" y="1788"/>
                    </a:moveTo>
                    <a:lnTo>
                      <a:pt x="2875" y="138"/>
                    </a:lnTo>
                    <a:lnTo>
                      <a:pt x="5262" y="0"/>
                    </a:lnTo>
                    <a:lnTo>
                      <a:pt x="2387" y="1718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0" name="Surface mesh patch"/>
              <p:cNvSpPr/>
              <p:nvPr/>
            </p:nvSpPr>
            <p:spPr>
              <a:xfrm>
                <a:off x="5982809" y="1809128"/>
                <a:ext cx="50120" cy="14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4">
                    <a:moveTo>
                      <a:pt x="0" y="1494"/>
                    </a:moveTo>
                    <a:lnTo>
                      <a:pt x="2875" y="533"/>
                    </a:lnTo>
                    <a:lnTo>
                      <a:pt x="5262" y="0"/>
                    </a:lnTo>
                    <a:lnTo>
                      <a:pt x="2387" y="913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1" name="Surface mesh patch"/>
              <p:cNvSpPr/>
              <p:nvPr/>
            </p:nvSpPr>
            <p:spPr>
              <a:xfrm>
                <a:off x="6032929" y="1799194"/>
                <a:ext cx="50120" cy="9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3">
                    <a:moveTo>
                      <a:pt x="0" y="1043"/>
                    </a:moveTo>
                    <a:lnTo>
                      <a:pt x="2875" y="792"/>
                    </a:lnTo>
                    <a:lnTo>
                      <a:pt x="5262" y="0"/>
                    </a:lnTo>
                    <a:lnTo>
                      <a:pt x="2387" y="147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2" name="Surface mesh patch"/>
              <p:cNvSpPr/>
              <p:nvPr/>
            </p:nvSpPr>
            <p:spPr>
              <a:xfrm>
                <a:off x="6083048" y="1789159"/>
                <a:ext cx="50120" cy="13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8">
                    <a:moveTo>
                      <a:pt x="0" y="1053"/>
                    </a:moveTo>
                    <a:lnTo>
                      <a:pt x="2875" y="1388"/>
                    </a:lnTo>
                    <a:lnTo>
                      <a:pt x="5262" y="4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3" name="Surface mesh patch"/>
              <p:cNvSpPr/>
              <p:nvPr/>
            </p:nvSpPr>
            <p:spPr>
              <a:xfrm>
                <a:off x="6133168" y="1782536"/>
                <a:ext cx="50120" cy="17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5">
                    <a:moveTo>
                      <a:pt x="0" y="1129"/>
                    </a:moveTo>
                    <a:lnTo>
                      <a:pt x="2875" y="1825"/>
                    </a:lnTo>
                    <a:lnTo>
                      <a:pt x="5262" y="7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4" name="Surface mesh patch"/>
              <p:cNvSpPr/>
              <p:nvPr/>
            </p:nvSpPr>
            <p:spPr>
              <a:xfrm>
                <a:off x="6183288" y="1778256"/>
                <a:ext cx="50120" cy="19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5">
                    <a:moveTo>
                      <a:pt x="0" y="1196"/>
                    </a:moveTo>
                    <a:lnTo>
                      <a:pt x="2875" y="1995"/>
                    </a:lnTo>
                    <a:lnTo>
                      <a:pt x="5262" y="7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5" name="Surface mesh patch"/>
              <p:cNvSpPr/>
              <p:nvPr/>
            </p:nvSpPr>
            <p:spPr>
              <a:xfrm>
                <a:off x="6233407" y="1773431"/>
                <a:ext cx="50120" cy="188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6">
                    <a:moveTo>
                      <a:pt x="0" y="1294"/>
                    </a:moveTo>
                    <a:lnTo>
                      <a:pt x="2875" y="1976"/>
                    </a:lnTo>
                    <a:lnTo>
                      <a:pt x="5262" y="6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6" name="Surface mesh patch"/>
              <p:cNvSpPr/>
              <p:nvPr/>
            </p:nvSpPr>
            <p:spPr>
              <a:xfrm>
                <a:off x="6283527" y="1765752"/>
                <a:ext cx="50120" cy="176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5">
                    <a:moveTo>
                      <a:pt x="0" y="1425"/>
                    </a:moveTo>
                    <a:lnTo>
                      <a:pt x="2875" y="1855"/>
                    </a:lnTo>
                    <a:lnTo>
                      <a:pt x="5262" y="3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7" name="Surface mesh patch"/>
              <p:cNvSpPr/>
              <p:nvPr/>
            </p:nvSpPr>
            <p:spPr>
              <a:xfrm>
                <a:off x="5559120" y="1843343"/>
                <a:ext cx="50120" cy="90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1">
                    <a:moveTo>
                      <a:pt x="0" y="0"/>
                    </a:moveTo>
                    <a:lnTo>
                      <a:pt x="2875" y="281"/>
                    </a:lnTo>
                    <a:lnTo>
                      <a:pt x="5262" y="951"/>
                    </a:lnTo>
                    <a:lnTo>
                      <a:pt x="2387" y="95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8" name="Surface mesh patch"/>
              <p:cNvSpPr/>
              <p:nvPr/>
            </p:nvSpPr>
            <p:spPr>
              <a:xfrm>
                <a:off x="5609240" y="1848956"/>
                <a:ext cx="50120" cy="16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9">
                    <a:moveTo>
                      <a:pt x="0" y="362"/>
                    </a:moveTo>
                    <a:lnTo>
                      <a:pt x="2875" y="0"/>
                    </a:lnTo>
                    <a:lnTo>
                      <a:pt x="5262" y="1034"/>
                    </a:lnTo>
                    <a:lnTo>
                      <a:pt x="2387" y="1749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9" name="Surface mesh patch"/>
              <p:cNvSpPr/>
              <p:nvPr/>
            </p:nvSpPr>
            <p:spPr>
              <a:xfrm>
                <a:off x="5659359" y="1849497"/>
                <a:ext cx="50120" cy="25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24">
                    <a:moveTo>
                      <a:pt x="0" y="977"/>
                    </a:moveTo>
                    <a:lnTo>
                      <a:pt x="2875" y="0"/>
                    </a:lnTo>
                    <a:lnTo>
                      <a:pt x="5262" y="1323"/>
                    </a:lnTo>
                    <a:lnTo>
                      <a:pt x="2387" y="2724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0" name="Surface mesh patch"/>
              <p:cNvSpPr/>
              <p:nvPr/>
            </p:nvSpPr>
            <p:spPr>
              <a:xfrm>
                <a:off x="5709479" y="1847804"/>
                <a:ext cx="50120" cy="325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0">
                    <a:moveTo>
                      <a:pt x="0" y="1501"/>
                    </a:moveTo>
                    <a:lnTo>
                      <a:pt x="2875" y="0"/>
                    </a:lnTo>
                    <a:lnTo>
                      <a:pt x="5262" y="1449"/>
                    </a:lnTo>
                    <a:lnTo>
                      <a:pt x="2387" y="342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1" name="Surface mesh patch"/>
              <p:cNvSpPr/>
              <p:nvPr/>
            </p:nvSpPr>
            <p:spPr>
              <a:xfrm>
                <a:off x="5759599" y="1843884"/>
                <a:ext cx="50120" cy="351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5">
                    <a:moveTo>
                      <a:pt x="0" y="1861"/>
                    </a:moveTo>
                    <a:lnTo>
                      <a:pt x="2875" y="0"/>
                    </a:lnTo>
                    <a:lnTo>
                      <a:pt x="5262" y="1362"/>
                    </a:lnTo>
                    <a:lnTo>
                      <a:pt x="2387" y="3695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2" name="Surface mesh patch"/>
              <p:cNvSpPr/>
              <p:nvPr/>
            </p:nvSpPr>
            <p:spPr>
              <a:xfrm>
                <a:off x="5809718" y="1837892"/>
                <a:ext cx="50120" cy="331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84">
                    <a:moveTo>
                      <a:pt x="0" y="1991"/>
                    </a:moveTo>
                    <a:lnTo>
                      <a:pt x="2875" y="0"/>
                    </a:lnTo>
                    <a:lnTo>
                      <a:pt x="5262" y="1075"/>
                    </a:lnTo>
                    <a:lnTo>
                      <a:pt x="2387" y="3484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3" name="Surface mesh patch"/>
              <p:cNvSpPr/>
              <p:nvPr/>
            </p:nvSpPr>
            <p:spPr>
              <a:xfrm>
                <a:off x="5859838" y="1830456"/>
                <a:ext cx="50120" cy="269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5">
                    <a:moveTo>
                      <a:pt x="0" y="1855"/>
                    </a:moveTo>
                    <a:lnTo>
                      <a:pt x="2875" y="0"/>
                    </a:lnTo>
                    <a:lnTo>
                      <a:pt x="5262" y="656"/>
                    </a:lnTo>
                    <a:lnTo>
                      <a:pt x="2387" y="2825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4" name="Surface mesh patch"/>
              <p:cNvSpPr/>
              <p:nvPr/>
            </p:nvSpPr>
            <p:spPr>
              <a:xfrm>
                <a:off x="5909958" y="1822736"/>
                <a:ext cx="50120" cy="17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3">
                    <a:moveTo>
                      <a:pt x="0" y="1467"/>
                    </a:moveTo>
                    <a:lnTo>
                      <a:pt x="2875" y="0"/>
                    </a:lnTo>
                    <a:lnTo>
                      <a:pt x="5262" y="203"/>
                    </a:lnTo>
                    <a:lnTo>
                      <a:pt x="2387" y="185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5" name="Surface mesh patch"/>
              <p:cNvSpPr/>
              <p:nvPr/>
            </p:nvSpPr>
            <p:spPr>
              <a:xfrm>
                <a:off x="5960077" y="1814206"/>
                <a:ext cx="50120" cy="10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9">
                    <a:moveTo>
                      <a:pt x="0" y="1099"/>
                    </a:moveTo>
                    <a:lnTo>
                      <a:pt x="2875" y="201"/>
                    </a:lnTo>
                    <a:lnTo>
                      <a:pt x="5262" y="0"/>
                    </a:lnTo>
                    <a:lnTo>
                      <a:pt x="2387" y="961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6" name="Surface mesh patch"/>
              <p:cNvSpPr/>
              <p:nvPr/>
            </p:nvSpPr>
            <p:spPr>
              <a:xfrm>
                <a:off x="6010197" y="1806735"/>
                <a:ext cx="50120" cy="7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4">
                    <a:moveTo>
                      <a:pt x="0" y="784"/>
                    </a:moveTo>
                    <a:lnTo>
                      <a:pt x="2875" y="517"/>
                    </a:lnTo>
                    <a:lnTo>
                      <a:pt x="5262" y="0"/>
                    </a:lnTo>
                    <a:lnTo>
                      <a:pt x="2387" y="251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7" name="Surface mesh patch"/>
              <p:cNvSpPr/>
              <p:nvPr/>
            </p:nvSpPr>
            <p:spPr>
              <a:xfrm>
                <a:off x="6060317" y="1799194"/>
                <a:ext cx="50120" cy="10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3">
                    <a:moveTo>
                      <a:pt x="0" y="792"/>
                    </a:moveTo>
                    <a:lnTo>
                      <a:pt x="2875" y="1083"/>
                    </a:lnTo>
                    <a:lnTo>
                      <a:pt x="5262" y="3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8" name="Surface mesh patch"/>
              <p:cNvSpPr/>
              <p:nvPr/>
            </p:nvSpPr>
            <p:spPr>
              <a:xfrm>
                <a:off x="6110436" y="1793293"/>
                <a:ext cx="50120" cy="154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5">
                    <a:moveTo>
                      <a:pt x="0" y="954"/>
                    </a:moveTo>
                    <a:lnTo>
                      <a:pt x="2875" y="1625"/>
                    </a:lnTo>
                    <a:lnTo>
                      <a:pt x="5262" y="6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9" name="Surface mesh patch"/>
              <p:cNvSpPr/>
              <p:nvPr/>
            </p:nvSpPr>
            <p:spPr>
              <a:xfrm>
                <a:off x="6160556" y="1789646"/>
                <a:ext cx="50120" cy="18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7">
                    <a:moveTo>
                      <a:pt x="0" y="1078"/>
                    </a:moveTo>
                    <a:lnTo>
                      <a:pt x="2875" y="1897"/>
                    </a:lnTo>
                    <a:lnTo>
                      <a:pt x="5262" y="7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0" name="Surface mesh patch"/>
              <p:cNvSpPr/>
              <p:nvPr/>
            </p:nvSpPr>
            <p:spPr>
              <a:xfrm>
                <a:off x="6210675" y="1785754"/>
                <a:ext cx="50120" cy="186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3">
                    <a:moveTo>
                      <a:pt x="0" y="1208"/>
                    </a:moveTo>
                    <a:lnTo>
                      <a:pt x="2875" y="1953"/>
                    </a:lnTo>
                    <a:lnTo>
                      <a:pt x="5262" y="6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1" name="Surface mesh patch"/>
              <p:cNvSpPr/>
              <p:nvPr/>
            </p:nvSpPr>
            <p:spPr>
              <a:xfrm>
                <a:off x="6260795" y="1779328"/>
                <a:ext cx="50120" cy="17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5">
                    <a:moveTo>
                      <a:pt x="0" y="1357"/>
                    </a:moveTo>
                    <a:lnTo>
                      <a:pt x="2875" y="1875"/>
                    </a:lnTo>
                    <a:lnTo>
                      <a:pt x="5262" y="4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2" name="Surface mesh patch"/>
              <p:cNvSpPr/>
              <p:nvPr/>
            </p:nvSpPr>
            <p:spPr>
              <a:xfrm>
                <a:off x="5586508" y="1845437"/>
                <a:ext cx="50120" cy="69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1">
                    <a:moveTo>
                      <a:pt x="0" y="61"/>
                    </a:moveTo>
                    <a:lnTo>
                      <a:pt x="2875" y="0"/>
                    </a:lnTo>
                    <a:lnTo>
                      <a:pt x="5262" y="370"/>
                    </a:lnTo>
                    <a:lnTo>
                      <a:pt x="2387" y="731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3" name="Surface mesh patch"/>
              <p:cNvSpPr/>
              <p:nvPr/>
            </p:nvSpPr>
            <p:spPr>
              <a:xfrm>
                <a:off x="5636628" y="1843065"/>
                <a:ext cx="50120" cy="157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3">
                    <a:moveTo>
                      <a:pt x="0" y="618"/>
                    </a:moveTo>
                    <a:lnTo>
                      <a:pt x="2875" y="0"/>
                    </a:lnTo>
                    <a:lnTo>
                      <a:pt x="5262" y="675"/>
                    </a:lnTo>
                    <a:lnTo>
                      <a:pt x="2387" y="165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4" name="Surface mesh patch"/>
              <p:cNvSpPr/>
              <p:nvPr/>
            </p:nvSpPr>
            <p:spPr>
              <a:xfrm>
                <a:off x="5686747" y="1839097"/>
                <a:ext cx="50120" cy="230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15">
                    <a:moveTo>
                      <a:pt x="0" y="1092"/>
                    </a:moveTo>
                    <a:lnTo>
                      <a:pt x="2875" y="0"/>
                    </a:lnTo>
                    <a:lnTo>
                      <a:pt x="5262" y="914"/>
                    </a:lnTo>
                    <a:lnTo>
                      <a:pt x="2387" y="2415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5" name="Surface mesh patch"/>
              <p:cNvSpPr/>
              <p:nvPr/>
            </p:nvSpPr>
            <p:spPr>
              <a:xfrm>
                <a:off x="5736867" y="1834213"/>
                <a:ext cx="50120" cy="273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6">
                    <a:moveTo>
                      <a:pt x="0" y="1427"/>
                    </a:moveTo>
                    <a:lnTo>
                      <a:pt x="2875" y="0"/>
                    </a:lnTo>
                    <a:lnTo>
                      <a:pt x="5262" y="1015"/>
                    </a:lnTo>
                    <a:lnTo>
                      <a:pt x="2387" y="2876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6" name="Surface mesh patch"/>
              <p:cNvSpPr/>
              <p:nvPr/>
            </p:nvSpPr>
            <p:spPr>
              <a:xfrm>
                <a:off x="5786986" y="1828891"/>
                <a:ext cx="50120" cy="27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36">
                    <a:moveTo>
                      <a:pt x="0" y="1574"/>
                    </a:moveTo>
                    <a:lnTo>
                      <a:pt x="2875" y="0"/>
                    </a:lnTo>
                    <a:lnTo>
                      <a:pt x="5262" y="945"/>
                    </a:lnTo>
                    <a:lnTo>
                      <a:pt x="2387" y="2936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7" name="Surface mesh patch"/>
              <p:cNvSpPr/>
              <p:nvPr/>
            </p:nvSpPr>
            <p:spPr>
              <a:xfrm>
                <a:off x="5837106" y="1823596"/>
                <a:ext cx="50120" cy="245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6">
                    <a:moveTo>
                      <a:pt x="0" y="1501"/>
                    </a:moveTo>
                    <a:lnTo>
                      <a:pt x="2875" y="0"/>
                    </a:lnTo>
                    <a:lnTo>
                      <a:pt x="5262" y="720"/>
                    </a:lnTo>
                    <a:lnTo>
                      <a:pt x="2387" y="2576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8" name="Surface mesh patch"/>
              <p:cNvSpPr/>
              <p:nvPr/>
            </p:nvSpPr>
            <p:spPr>
              <a:xfrm>
                <a:off x="5887226" y="1818941"/>
                <a:ext cx="50120" cy="177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5">
                    <a:moveTo>
                      <a:pt x="0" y="1209"/>
                    </a:moveTo>
                    <a:lnTo>
                      <a:pt x="2875" y="0"/>
                    </a:lnTo>
                    <a:lnTo>
                      <a:pt x="5262" y="398"/>
                    </a:lnTo>
                    <a:lnTo>
                      <a:pt x="2387" y="1865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9" name="Surface mesh patch"/>
              <p:cNvSpPr/>
              <p:nvPr/>
            </p:nvSpPr>
            <p:spPr>
              <a:xfrm>
                <a:off x="5937345" y="1815637"/>
                <a:ext cx="50120" cy="90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">
                    <a:moveTo>
                      <a:pt x="0" y="745"/>
                    </a:moveTo>
                    <a:lnTo>
                      <a:pt x="2875" y="0"/>
                    </a:lnTo>
                    <a:lnTo>
                      <a:pt x="5262" y="51"/>
                    </a:lnTo>
                    <a:lnTo>
                      <a:pt x="2387" y="949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0" name="Surface mesh patch"/>
              <p:cNvSpPr/>
              <p:nvPr/>
            </p:nvSpPr>
            <p:spPr>
              <a:xfrm>
                <a:off x="5987465" y="1811656"/>
                <a:ext cx="50120" cy="44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">
                    <a:moveTo>
                      <a:pt x="0" y="469"/>
                    </a:moveTo>
                    <a:lnTo>
                      <a:pt x="2875" y="268"/>
                    </a:lnTo>
                    <a:lnTo>
                      <a:pt x="5262" y="0"/>
                    </a:lnTo>
                    <a:lnTo>
                      <a:pt x="2387" y="268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1" name="Surface mesh patch"/>
              <p:cNvSpPr/>
              <p:nvPr/>
            </p:nvSpPr>
            <p:spPr>
              <a:xfrm>
                <a:off x="6037585" y="1806735"/>
                <a:ext cx="50120" cy="78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7">
                    <a:moveTo>
                      <a:pt x="0" y="517"/>
                    </a:moveTo>
                    <a:lnTo>
                      <a:pt x="2875" y="827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2" name="Surface mesh patch"/>
              <p:cNvSpPr/>
              <p:nvPr/>
            </p:nvSpPr>
            <p:spPr>
              <a:xfrm>
                <a:off x="6087704" y="1802382"/>
                <a:ext cx="50120" cy="1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3">
                    <a:moveTo>
                      <a:pt x="0" y="748"/>
                    </a:moveTo>
                    <a:lnTo>
                      <a:pt x="2875" y="1433"/>
                    </a:lnTo>
                    <a:lnTo>
                      <a:pt x="5262" y="6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3" name="Surface mesh patch"/>
              <p:cNvSpPr/>
              <p:nvPr/>
            </p:nvSpPr>
            <p:spPr>
              <a:xfrm>
                <a:off x="6137824" y="1799916"/>
                <a:ext cx="50120" cy="170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6">
                    <a:moveTo>
                      <a:pt x="0" y="930"/>
                    </a:moveTo>
                    <a:lnTo>
                      <a:pt x="2875" y="1786"/>
                    </a:lnTo>
                    <a:lnTo>
                      <a:pt x="5262" y="8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4" name="Surface mesh patch"/>
              <p:cNvSpPr/>
              <p:nvPr/>
            </p:nvSpPr>
            <p:spPr>
              <a:xfrm>
                <a:off x="6187944" y="1797256"/>
                <a:ext cx="50120" cy="18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5">
                    <a:moveTo>
                      <a:pt x="0" y="1098"/>
                    </a:moveTo>
                    <a:lnTo>
                      <a:pt x="2875" y="1915"/>
                    </a:lnTo>
                    <a:lnTo>
                      <a:pt x="5262" y="7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5" name="Surface mesh patch"/>
              <p:cNvSpPr/>
              <p:nvPr/>
            </p:nvSpPr>
            <p:spPr>
              <a:xfrm>
                <a:off x="6238063" y="1792249"/>
                <a:ext cx="50120" cy="17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5">
                    <a:moveTo>
                      <a:pt x="0" y="1272"/>
                    </a:moveTo>
                    <a:lnTo>
                      <a:pt x="2875" y="1885"/>
                    </a:lnTo>
                    <a:lnTo>
                      <a:pt x="5262" y="5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6" name="Surface mesh patch"/>
              <p:cNvSpPr/>
              <p:nvPr/>
            </p:nvSpPr>
            <p:spPr>
              <a:xfrm>
                <a:off x="5613896" y="1842384"/>
                <a:ext cx="50120" cy="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">
                    <a:moveTo>
                      <a:pt x="0" y="321"/>
                    </a:moveTo>
                    <a:lnTo>
                      <a:pt x="2875" y="0"/>
                    </a:lnTo>
                    <a:lnTo>
                      <a:pt x="5262" y="72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7" name="Surface mesh patch"/>
              <p:cNvSpPr/>
              <p:nvPr/>
            </p:nvSpPr>
            <p:spPr>
              <a:xfrm>
                <a:off x="5664015" y="1835898"/>
                <a:ext cx="50120" cy="135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8">
                    <a:moveTo>
                      <a:pt x="0" y="753"/>
                    </a:moveTo>
                    <a:lnTo>
                      <a:pt x="2875" y="0"/>
                    </a:lnTo>
                    <a:lnTo>
                      <a:pt x="5262" y="336"/>
                    </a:lnTo>
                    <a:lnTo>
                      <a:pt x="2387" y="1428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8" name="Surface mesh patch"/>
              <p:cNvSpPr/>
              <p:nvPr/>
            </p:nvSpPr>
            <p:spPr>
              <a:xfrm>
                <a:off x="5714135" y="1829030"/>
                <a:ext cx="50120" cy="18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1">
                    <a:moveTo>
                      <a:pt x="0" y="1057"/>
                    </a:moveTo>
                    <a:lnTo>
                      <a:pt x="2875" y="0"/>
                    </a:lnTo>
                    <a:lnTo>
                      <a:pt x="5262" y="544"/>
                    </a:lnTo>
                    <a:lnTo>
                      <a:pt x="2387" y="1971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9" name="Surface mesh patch"/>
              <p:cNvSpPr/>
              <p:nvPr/>
            </p:nvSpPr>
            <p:spPr>
              <a:xfrm>
                <a:off x="5764255" y="1822804"/>
                <a:ext cx="50120" cy="210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3">
                    <a:moveTo>
                      <a:pt x="0" y="1198"/>
                    </a:moveTo>
                    <a:lnTo>
                      <a:pt x="2875" y="0"/>
                    </a:lnTo>
                    <a:lnTo>
                      <a:pt x="5262" y="639"/>
                    </a:lnTo>
                    <a:lnTo>
                      <a:pt x="2387" y="2213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0" name="Surface mesh patch"/>
              <p:cNvSpPr/>
              <p:nvPr/>
            </p:nvSpPr>
            <p:spPr>
              <a:xfrm>
                <a:off x="5814374" y="1817915"/>
                <a:ext cx="50120" cy="199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7">
                    <a:moveTo>
                      <a:pt x="0" y="1152"/>
                    </a:moveTo>
                    <a:lnTo>
                      <a:pt x="2875" y="0"/>
                    </a:lnTo>
                    <a:lnTo>
                      <a:pt x="5262" y="596"/>
                    </a:lnTo>
                    <a:lnTo>
                      <a:pt x="2387" y="2097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1" name="Surface mesh patch"/>
              <p:cNvSpPr/>
              <p:nvPr/>
            </p:nvSpPr>
            <p:spPr>
              <a:xfrm>
                <a:off x="5864494" y="1814824"/>
                <a:ext cx="50120" cy="156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41">
                    <a:moveTo>
                      <a:pt x="0" y="921"/>
                    </a:moveTo>
                    <a:lnTo>
                      <a:pt x="2875" y="0"/>
                    </a:lnTo>
                    <a:lnTo>
                      <a:pt x="5262" y="432"/>
                    </a:lnTo>
                    <a:lnTo>
                      <a:pt x="2387" y="1641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2" name="Surface mesh patch"/>
              <p:cNvSpPr/>
              <p:nvPr/>
            </p:nvSpPr>
            <p:spPr>
              <a:xfrm>
                <a:off x="5914614" y="1813825"/>
                <a:ext cx="50120" cy="8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6">
                    <a:moveTo>
                      <a:pt x="0" y="537"/>
                    </a:moveTo>
                    <a:lnTo>
                      <a:pt x="2875" y="0"/>
                    </a:lnTo>
                    <a:lnTo>
                      <a:pt x="5262" y="190"/>
                    </a:lnTo>
                    <a:lnTo>
                      <a:pt x="2387" y="936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3" name="Surface mesh patch"/>
              <p:cNvSpPr/>
              <p:nvPr/>
            </p:nvSpPr>
            <p:spPr>
              <a:xfrm>
                <a:off x="5964733" y="1814206"/>
                <a:ext cx="50120" cy="19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">
                    <a:moveTo>
                      <a:pt x="0" y="150"/>
                    </a:moveTo>
                    <a:lnTo>
                      <a:pt x="2875" y="80"/>
                    </a:lnTo>
                    <a:lnTo>
                      <a:pt x="5262" y="0"/>
                    </a:lnTo>
                    <a:lnTo>
                      <a:pt x="2387" y="201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4" name="Surface mesh patch"/>
              <p:cNvSpPr/>
              <p:nvPr/>
            </p:nvSpPr>
            <p:spPr>
              <a:xfrm>
                <a:off x="6014853" y="1811656"/>
                <a:ext cx="50120" cy="6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5">
                    <a:moveTo>
                      <a:pt x="0" y="268"/>
                    </a:moveTo>
                    <a:lnTo>
                      <a:pt x="2875" y="655"/>
                    </a:lnTo>
                    <a:lnTo>
                      <a:pt x="5262" y="3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5" name="Surface mesh patch"/>
              <p:cNvSpPr/>
              <p:nvPr/>
            </p:nvSpPr>
            <p:spPr>
              <a:xfrm>
                <a:off x="6064972" y="1809509"/>
                <a:ext cx="50120" cy="12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">
                    <a:moveTo>
                      <a:pt x="0" y="536"/>
                    </a:moveTo>
                    <a:lnTo>
                      <a:pt x="2875" y="1276"/>
                    </a:lnTo>
                    <a:lnTo>
                      <a:pt x="5262" y="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6" name="Surface mesh patch"/>
              <p:cNvSpPr/>
              <p:nvPr/>
            </p:nvSpPr>
            <p:spPr>
              <a:xfrm>
                <a:off x="6115092" y="1808773"/>
                <a:ext cx="50120" cy="160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2">
                    <a:moveTo>
                      <a:pt x="0" y="762"/>
                    </a:moveTo>
                    <a:lnTo>
                      <a:pt x="2875" y="1682"/>
                    </a:lnTo>
                    <a:lnTo>
                      <a:pt x="5262" y="8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7" name="Surface mesh patch"/>
              <p:cNvSpPr/>
              <p:nvPr/>
            </p:nvSpPr>
            <p:spPr>
              <a:xfrm>
                <a:off x="6165212" y="1807714"/>
                <a:ext cx="50120" cy="178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1">
                    <a:moveTo>
                      <a:pt x="0" y="968"/>
                    </a:moveTo>
                    <a:lnTo>
                      <a:pt x="2875" y="1871"/>
                    </a:lnTo>
                    <a:lnTo>
                      <a:pt x="5262" y="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8" name="Surface mesh patch"/>
              <p:cNvSpPr/>
              <p:nvPr/>
            </p:nvSpPr>
            <p:spPr>
              <a:xfrm>
                <a:off x="6215331" y="1804360"/>
                <a:ext cx="50120" cy="17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170"/>
                    </a:moveTo>
                    <a:lnTo>
                      <a:pt x="2875" y="1888"/>
                    </a:lnTo>
                    <a:lnTo>
                      <a:pt x="5262" y="6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9" name="Surface mesh patch"/>
              <p:cNvSpPr/>
              <p:nvPr/>
            </p:nvSpPr>
            <p:spPr>
              <a:xfrm>
                <a:off x="5641283" y="1835898"/>
                <a:ext cx="50120" cy="71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3">
                    <a:moveTo>
                      <a:pt x="0" y="681"/>
                    </a:moveTo>
                    <a:lnTo>
                      <a:pt x="2875" y="202"/>
                    </a:lnTo>
                    <a:lnTo>
                      <a:pt x="5262" y="0"/>
                    </a:lnTo>
                    <a:lnTo>
                      <a:pt x="2387" y="753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0" name="Surface mesh patch"/>
              <p:cNvSpPr/>
              <p:nvPr/>
            </p:nvSpPr>
            <p:spPr>
              <a:xfrm>
                <a:off x="5691403" y="1828673"/>
                <a:ext cx="50120" cy="10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4">
                    <a:moveTo>
                      <a:pt x="0" y="758"/>
                    </a:moveTo>
                    <a:lnTo>
                      <a:pt x="2875" y="0"/>
                    </a:lnTo>
                    <a:lnTo>
                      <a:pt x="5262" y="37"/>
                    </a:lnTo>
                    <a:lnTo>
                      <a:pt x="2387" y="1094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1" name="Surface mesh patch"/>
              <p:cNvSpPr/>
              <p:nvPr/>
            </p:nvSpPr>
            <p:spPr>
              <a:xfrm>
                <a:off x="5741523" y="1820602"/>
                <a:ext cx="50120" cy="136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9">
                    <a:moveTo>
                      <a:pt x="0" y="885"/>
                    </a:moveTo>
                    <a:lnTo>
                      <a:pt x="2875" y="0"/>
                    </a:lnTo>
                    <a:lnTo>
                      <a:pt x="5262" y="231"/>
                    </a:lnTo>
                    <a:lnTo>
                      <a:pt x="2387" y="142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2" name="Surface mesh patch"/>
              <p:cNvSpPr/>
              <p:nvPr/>
            </p:nvSpPr>
            <p:spPr>
              <a:xfrm>
                <a:off x="5791642" y="1814757"/>
                <a:ext cx="50120" cy="14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84">
                    <a:moveTo>
                      <a:pt x="0" y="845"/>
                    </a:moveTo>
                    <a:lnTo>
                      <a:pt x="2875" y="0"/>
                    </a:lnTo>
                    <a:lnTo>
                      <a:pt x="5262" y="332"/>
                    </a:lnTo>
                    <a:lnTo>
                      <a:pt x="2387" y="1484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3" name="Surface mesh patch"/>
              <p:cNvSpPr/>
              <p:nvPr/>
            </p:nvSpPr>
            <p:spPr>
              <a:xfrm>
                <a:off x="5841762" y="1811783"/>
                <a:ext cx="50120" cy="11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0">
                    <a:moveTo>
                      <a:pt x="0" y="644"/>
                    </a:moveTo>
                    <a:lnTo>
                      <a:pt x="2875" y="0"/>
                    </a:lnTo>
                    <a:lnTo>
                      <a:pt x="5262" y="319"/>
                    </a:lnTo>
                    <a:lnTo>
                      <a:pt x="2387" y="124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4" name="Surface mesh patch"/>
              <p:cNvSpPr/>
              <p:nvPr/>
            </p:nvSpPr>
            <p:spPr>
              <a:xfrm>
                <a:off x="5891882" y="1811866"/>
                <a:ext cx="50120" cy="7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3">
                    <a:moveTo>
                      <a:pt x="0" y="311"/>
                    </a:moveTo>
                    <a:lnTo>
                      <a:pt x="2875" y="0"/>
                    </a:lnTo>
                    <a:lnTo>
                      <a:pt x="5262" y="206"/>
                    </a:lnTo>
                    <a:lnTo>
                      <a:pt x="2387" y="743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5" name="Surface mesh patch"/>
              <p:cNvSpPr/>
              <p:nvPr/>
            </p:nvSpPr>
            <p:spPr>
              <a:xfrm>
                <a:off x="5942001" y="1813825"/>
                <a:ext cx="50120" cy="1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">
                    <a:moveTo>
                      <a:pt x="0" y="0"/>
                    </a:moveTo>
                    <a:lnTo>
                      <a:pt x="2875" y="99"/>
                    </a:lnTo>
                    <a:lnTo>
                      <a:pt x="5262" y="120"/>
                    </a:lnTo>
                    <a:lnTo>
                      <a:pt x="2387" y="19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6" name="Surface mesh patch"/>
              <p:cNvSpPr/>
              <p:nvPr/>
            </p:nvSpPr>
            <p:spPr>
              <a:xfrm>
                <a:off x="5992121" y="1814206"/>
                <a:ext cx="50120" cy="5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9">
                    <a:moveTo>
                      <a:pt x="0" y="80"/>
                    </a:moveTo>
                    <a:lnTo>
                      <a:pt x="2875" y="589"/>
                    </a:lnTo>
                    <a:lnTo>
                      <a:pt x="5262" y="3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7" name="Surface mesh patch"/>
              <p:cNvSpPr/>
              <p:nvPr/>
            </p:nvSpPr>
            <p:spPr>
              <a:xfrm>
                <a:off x="6042241" y="1814613"/>
                <a:ext cx="50120" cy="112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0">
                    <a:moveTo>
                      <a:pt x="0" y="345"/>
                    </a:moveTo>
                    <a:lnTo>
                      <a:pt x="2875" y="1180"/>
                    </a:lnTo>
                    <a:lnTo>
                      <a:pt x="5262" y="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8" name="Surface mesh patch"/>
              <p:cNvSpPr/>
              <p:nvPr/>
            </p:nvSpPr>
            <p:spPr>
              <a:xfrm>
                <a:off x="6092360" y="1816030"/>
                <a:ext cx="50120" cy="15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3">
                    <a:moveTo>
                      <a:pt x="0" y="592"/>
                    </a:moveTo>
                    <a:lnTo>
                      <a:pt x="2875" y="1603"/>
                    </a:lnTo>
                    <a:lnTo>
                      <a:pt x="5262" y="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9" name="Surface mesh patch"/>
              <p:cNvSpPr/>
              <p:nvPr/>
            </p:nvSpPr>
            <p:spPr>
              <a:xfrm>
                <a:off x="6142480" y="1816932"/>
                <a:ext cx="50120" cy="174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2">
                    <a:moveTo>
                      <a:pt x="0" y="825"/>
                    </a:moveTo>
                    <a:lnTo>
                      <a:pt x="2875" y="1832"/>
                    </a:lnTo>
                    <a:lnTo>
                      <a:pt x="5262" y="9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0" name="Surface mesh patch"/>
              <p:cNvSpPr/>
              <p:nvPr/>
            </p:nvSpPr>
            <p:spPr>
              <a:xfrm>
                <a:off x="6192600" y="1815501"/>
                <a:ext cx="50120" cy="179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053"/>
                    </a:moveTo>
                    <a:lnTo>
                      <a:pt x="2875" y="1888"/>
                    </a:lnTo>
                    <a:lnTo>
                      <a:pt x="5262" y="7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1" name="Surface mesh patch"/>
              <p:cNvSpPr/>
              <p:nvPr/>
            </p:nvSpPr>
            <p:spPr>
              <a:xfrm>
                <a:off x="5668671" y="1828673"/>
                <a:ext cx="50120" cy="9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1">
                    <a:moveTo>
                      <a:pt x="0" y="961"/>
                    </a:moveTo>
                    <a:lnTo>
                      <a:pt x="2875" y="435"/>
                    </a:lnTo>
                    <a:lnTo>
                      <a:pt x="5262" y="0"/>
                    </a:lnTo>
                    <a:lnTo>
                      <a:pt x="2387" y="758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2" name="Surface mesh patch"/>
              <p:cNvSpPr/>
              <p:nvPr/>
            </p:nvSpPr>
            <p:spPr>
              <a:xfrm>
                <a:off x="5718791" y="1820602"/>
                <a:ext cx="50120" cy="84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5">
                    <a:moveTo>
                      <a:pt x="0" y="847"/>
                    </a:moveTo>
                    <a:lnTo>
                      <a:pt x="2875" y="205"/>
                    </a:lnTo>
                    <a:lnTo>
                      <a:pt x="5262" y="0"/>
                    </a:lnTo>
                    <a:lnTo>
                      <a:pt x="2387" y="885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3" name="Surface mesh patch"/>
              <p:cNvSpPr/>
              <p:nvPr/>
            </p:nvSpPr>
            <p:spPr>
              <a:xfrm>
                <a:off x="5768911" y="1814757"/>
                <a:ext cx="50120" cy="80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">
                    <a:moveTo>
                      <a:pt x="0" y="614"/>
                    </a:moveTo>
                    <a:lnTo>
                      <a:pt x="2875" y="15"/>
                    </a:lnTo>
                    <a:lnTo>
                      <a:pt x="5262" y="0"/>
                    </a:lnTo>
                    <a:lnTo>
                      <a:pt x="2387" y="845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4" name="Surface mesh patch"/>
              <p:cNvSpPr/>
              <p:nvPr/>
            </p:nvSpPr>
            <p:spPr>
              <a:xfrm>
                <a:off x="5819030" y="1810875"/>
                <a:ext cx="50120" cy="7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9">
                    <a:moveTo>
                      <a:pt x="0" y="408"/>
                    </a:moveTo>
                    <a:lnTo>
                      <a:pt x="2875" y="0"/>
                    </a:lnTo>
                    <a:lnTo>
                      <a:pt x="5262" y="95"/>
                    </a:lnTo>
                    <a:lnTo>
                      <a:pt x="2387" y="73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5" name="Surface mesh patch"/>
              <p:cNvSpPr/>
              <p:nvPr/>
            </p:nvSpPr>
            <p:spPr>
              <a:xfrm>
                <a:off x="5869150" y="1810837"/>
                <a:ext cx="50120" cy="3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">
                    <a:moveTo>
                      <a:pt x="0" y="99"/>
                    </a:moveTo>
                    <a:lnTo>
                      <a:pt x="2875" y="0"/>
                    </a:lnTo>
                    <a:lnTo>
                      <a:pt x="5262" y="108"/>
                    </a:lnTo>
                    <a:lnTo>
                      <a:pt x="2387" y="41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6" name="Surface mesh patch"/>
              <p:cNvSpPr/>
              <p:nvPr/>
            </p:nvSpPr>
            <p:spPr>
              <a:xfrm>
                <a:off x="5919269" y="1811866"/>
                <a:ext cx="50120" cy="29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5">
                    <a:moveTo>
                      <a:pt x="0" y="0"/>
                    </a:moveTo>
                    <a:lnTo>
                      <a:pt x="2875" y="276"/>
                    </a:lnTo>
                    <a:lnTo>
                      <a:pt x="5262" y="305"/>
                    </a:lnTo>
                    <a:lnTo>
                      <a:pt x="2387" y="206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7" name="Surface mesh patch"/>
              <p:cNvSpPr/>
              <p:nvPr/>
            </p:nvSpPr>
            <p:spPr>
              <a:xfrm>
                <a:off x="5969389" y="1814769"/>
                <a:ext cx="50120" cy="6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">
                    <a:moveTo>
                      <a:pt x="0" y="0"/>
                    </a:moveTo>
                    <a:lnTo>
                      <a:pt x="2875" y="652"/>
                    </a:lnTo>
                    <a:lnTo>
                      <a:pt x="5262" y="530"/>
                    </a:lnTo>
                    <a:lnTo>
                      <a:pt x="2387" y="21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8" name="Surface mesh patch"/>
              <p:cNvSpPr/>
              <p:nvPr/>
            </p:nvSpPr>
            <p:spPr>
              <a:xfrm>
                <a:off x="6019509" y="1817898"/>
                <a:ext cx="50120" cy="11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7">
                    <a:moveTo>
                      <a:pt x="0" y="201"/>
                    </a:moveTo>
                    <a:lnTo>
                      <a:pt x="2875" y="1157"/>
                    </a:lnTo>
                    <a:lnTo>
                      <a:pt x="5262" y="8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9" name="Surface mesh patch"/>
              <p:cNvSpPr/>
              <p:nvPr/>
            </p:nvSpPr>
            <p:spPr>
              <a:xfrm>
                <a:off x="6069628" y="1821667"/>
                <a:ext cx="50120" cy="149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65">
                    <a:moveTo>
                      <a:pt x="0" y="439"/>
                    </a:moveTo>
                    <a:lnTo>
                      <a:pt x="2875" y="1565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0" name="Surface mesh patch"/>
              <p:cNvSpPr/>
              <p:nvPr/>
            </p:nvSpPr>
            <p:spPr>
              <a:xfrm>
                <a:off x="6119748" y="1824794"/>
                <a:ext cx="50120" cy="17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0">
                    <a:moveTo>
                      <a:pt x="0" y="683"/>
                    </a:moveTo>
                    <a:lnTo>
                      <a:pt x="2875" y="1810"/>
                    </a:lnTo>
                    <a:lnTo>
                      <a:pt x="5262" y="10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1" name="Surface mesh patch"/>
              <p:cNvSpPr/>
              <p:nvPr/>
            </p:nvSpPr>
            <p:spPr>
              <a:xfrm>
                <a:off x="6169868" y="1825534"/>
                <a:ext cx="50120" cy="18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4">
                    <a:moveTo>
                      <a:pt x="0" y="929"/>
                    </a:moveTo>
                    <a:lnTo>
                      <a:pt x="2875" y="1894"/>
                    </a:lnTo>
                    <a:lnTo>
                      <a:pt x="5262" y="8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2" name="Surface mesh patch"/>
              <p:cNvSpPr/>
              <p:nvPr/>
            </p:nvSpPr>
            <p:spPr>
              <a:xfrm>
                <a:off x="5696059" y="1822557"/>
                <a:ext cx="50120" cy="102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">
                    <a:moveTo>
                      <a:pt x="0" y="1077"/>
                    </a:moveTo>
                    <a:lnTo>
                      <a:pt x="2875" y="613"/>
                    </a:lnTo>
                    <a:lnTo>
                      <a:pt x="5262" y="0"/>
                    </a:lnTo>
                    <a:lnTo>
                      <a:pt x="2387" y="642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3" name="Surface mesh patch"/>
              <p:cNvSpPr/>
              <p:nvPr/>
            </p:nvSpPr>
            <p:spPr>
              <a:xfrm>
                <a:off x="5746179" y="1814899"/>
                <a:ext cx="50120" cy="76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4">
                    <a:moveTo>
                      <a:pt x="0" y="804"/>
                    </a:moveTo>
                    <a:lnTo>
                      <a:pt x="2875" y="385"/>
                    </a:lnTo>
                    <a:lnTo>
                      <a:pt x="5262" y="0"/>
                    </a:lnTo>
                    <a:lnTo>
                      <a:pt x="2387" y="599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4" name="Surface mesh patch"/>
              <p:cNvSpPr/>
              <p:nvPr/>
            </p:nvSpPr>
            <p:spPr>
              <a:xfrm>
                <a:off x="5796298" y="1810875"/>
                <a:ext cx="50120" cy="4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">
                    <a:moveTo>
                      <a:pt x="0" y="422"/>
                    </a:moveTo>
                    <a:lnTo>
                      <a:pt x="2875" y="193"/>
                    </a:lnTo>
                    <a:lnTo>
                      <a:pt x="5262" y="0"/>
                    </a:lnTo>
                    <a:lnTo>
                      <a:pt x="2387" y="408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5" name="Surface mesh patch"/>
              <p:cNvSpPr/>
              <p:nvPr/>
            </p:nvSpPr>
            <p:spPr>
              <a:xfrm>
                <a:off x="5846418" y="1810837"/>
                <a:ext cx="50120" cy="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">
                    <a:moveTo>
                      <a:pt x="0" y="4"/>
                    </a:moveTo>
                    <a:lnTo>
                      <a:pt x="2875" y="76"/>
                    </a:lnTo>
                    <a:lnTo>
                      <a:pt x="5262" y="0"/>
                    </a:lnTo>
                    <a:lnTo>
                      <a:pt x="2387" y="99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6" name="Surface mesh patch"/>
              <p:cNvSpPr/>
              <p:nvPr/>
            </p:nvSpPr>
            <p:spPr>
              <a:xfrm>
                <a:off x="5896538" y="1810837"/>
                <a:ext cx="50120" cy="41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">
                    <a:moveTo>
                      <a:pt x="0" y="0"/>
                    </a:moveTo>
                    <a:lnTo>
                      <a:pt x="2875" y="433"/>
                    </a:lnTo>
                    <a:lnTo>
                      <a:pt x="5262" y="384"/>
                    </a:lnTo>
                    <a:lnTo>
                      <a:pt x="2387" y="108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7" name="Surface mesh patch"/>
              <p:cNvSpPr/>
              <p:nvPr/>
            </p:nvSpPr>
            <p:spPr>
              <a:xfrm>
                <a:off x="5946657" y="1814494"/>
                <a:ext cx="50120" cy="75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3">
                    <a:moveTo>
                      <a:pt x="0" y="0"/>
                    </a:moveTo>
                    <a:lnTo>
                      <a:pt x="2875" y="793"/>
                    </a:lnTo>
                    <a:lnTo>
                      <a:pt x="5262" y="681"/>
                    </a:lnTo>
                    <a:lnTo>
                      <a:pt x="2387" y="29"/>
                    </a:lnTo>
                    <a:close/>
                  </a:path>
                </a:pathLst>
              </a:custGeom>
              <a:solidFill>
                <a:srgbClr val="bfd5fa"/>
              </a:solidFill>
              <a:ln w="3334" cap="flat" cmpd="sng" algn="ctr">
                <a:solidFill>
                  <a:srgbClr val="bf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8" name="Surface mesh patch"/>
              <p:cNvSpPr/>
              <p:nvPr/>
            </p:nvSpPr>
            <p:spPr>
              <a:xfrm>
                <a:off x="5996777" y="1819815"/>
                <a:ext cx="50120" cy="115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8">
                    <a:moveTo>
                      <a:pt x="0" y="122"/>
                    </a:moveTo>
                    <a:lnTo>
                      <a:pt x="2875" y="1208"/>
                    </a:lnTo>
                    <a:lnTo>
                      <a:pt x="5262" y="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9" name="Surface mesh patch"/>
              <p:cNvSpPr/>
              <p:nvPr/>
            </p:nvSpPr>
            <p:spPr>
              <a:xfrm>
                <a:off x="6046897" y="1825850"/>
                <a:ext cx="50120" cy="150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6">
                    <a:moveTo>
                      <a:pt x="0" y="322"/>
                    </a:moveTo>
                    <a:lnTo>
                      <a:pt x="2875" y="1576"/>
                    </a:lnTo>
                    <a:lnTo>
                      <a:pt x="5262" y="11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0" name="Surface mesh patch"/>
              <p:cNvSpPr/>
              <p:nvPr/>
            </p:nvSpPr>
            <p:spPr>
              <a:xfrm>
                <a:off x="6097016" y="1831297"/>
                <a:ext cx="50120" cy="17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6">
                    <a:moveTo>
                      <a:pt x="0" y="554"/>
                    </a:moveTo>
                    <a:lnTo>
                      <a:pt x="2875" y="1816"/>
                    </a:lnTo>
                    <a:lnTo>
                      <a:pt x="5262" y="11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1" name="Surface mesh patch"/>
              <p:cNvSpPr/>
              <p:nvPr/>
            </p:nvSpPr>
            <p:spPr>
              <a:xfrm>
                <a:off x="6147136" y="1834378"/>
                <a:ext cx="50120" cy="18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3">
                    <a:moveTo>
                      <a:pt x="0" y="804"/>
                    </a:moveTo>
                    <a:lnTo>
                      <a:pt x="2875" y="1913"/>
                    </a:lnTo>
                    <a:lnTo>
                      <a:pt x="5262" y="9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2" name="Surface mesh patch"/>
              <p:cNvSpPr/>
              <p:nvPr/>
            </p:nvSpPr>
            <p:spPr>
              <a:xfrm>
                <a:off x="5723447" y="1818567"/>
                <a:ext cx="50120" cy="9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2">
                    <a:moveTo>
                      <a:pt x="0" y="1032"/>
                    </a:moveTo>
                    <a:lnTo>
                      <a:pt x="2875" y="733"/>
                    </a:lnTo>
                    <a:lnTo>
                      <a:pt x="5262" y="0"/>
                    </a:lnTo>
                    <a:lnTo>
                      <a:pt x="2387" y="419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3" name="Surface mesh patch"/>
              <p:cNvSpPr/>
              <p:nvPr/>
            </p:nvSpPr>
            <p:spPr>
              <a:xfrm>
                <a:off x="5773566" y="1812718"/>
                <a:ext cx="50120" cy="5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4">
                    <a:moveTo>
                      <a:pt x="0" y="614"/>
                    </a:moveTo>
                    <a:lnTo>
                      <a:pt x="2875" y="502"/>
                    </a:lnTo>
                    <a:lnTo>
                      <a:pt x="5262" y="0"/>
                    </a:lnTo>
                    <a:lnTo>
                      <a:pt x="2387" y="229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4" name="Surface mesh patch"/>
              <p:cNvSpPr/>
              <p:nvPr/>
            </p:nvSpPr>
            <p:spPr>
              <a:xfrm>
                <a:off x="5823686" y="1810875"/>
                <a:ext cx="50120" cy="36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">
                    <a:moveTo>
                      <a:pt x="0" y="193"/>
                    </a:moveTo>
                    <a:lnTo>
                      <a:pt x="2875" y="383"/>
                    </a:lnTo>
                    <a:lnTo>
                      <a:pt x="5262" y="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5" name="Surface mesh patch"/>
              <p:cNvSpPr/>
              <p:nvPr/>
            </p:nvSpPr>
            <p:spPr>
              <a:xfrm>
                <a:off x="5873806" y="1810837"/>
                <a:ext cx="50120" cy="5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">
                    <a:moveTo>
                      <a:pt x="0" y="76"/>
                    </a:moveTo>
                    <a:lnTo>
                      <a:pt x="2875" y="627"/>
                    </a:lnTo>
                    <a:lnTo>
                      <a:pt x="5262" y="4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6" name="Surface mesh patch"/>
              <p:cNvSpPr/>
              <p:nvPr/>
            </p:nvSpPr>
            <p:spPr>
              <a:xfrm>
                <a:off x="5923925" y="1814494"/>
                <a:ext cx="50120" cy="91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2">
                    <a:moveTo>
                      <a:pt x="0" y="49"/>
                    </a:moveTo>
                    <a:lnTo>
                      <a:pt x="2875" y="962"/>
                    </a:lnTo>
                    <a:lnTo>
                      <a:pt x="5262" y="7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7" name="Surface mesh patch"/>
              <p:cNvSpPr/>
              <p:nvPr/>
            </p:nvSpPr>
            <p:spPr>
              <a:xfrm>
                <a:off x="5974045" y="1820976"/>
                <a:ext cx="50120" cy="12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113"/>
                    </a:moveTo>
                    <a:lnTo>
                      <a:pt x="2875" y="1322"/>
                    </a:lnTo>
                    <a:lnTo>
                      <a:pt x="5262" y="10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8" name="Surface mesh patch"/>
              <p:cNvSpPr/>
              <p:nvPr/>
            </p:nvSpPr>
            <p:spPr>
              <a:xfrm>
                <a:off x="6024165" y="1828917"/>
                <a:ext cx="50120" cy="155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">
                    <a:moveTo>
                      <a:pt x="0" y="253"/>
                    </a:moveTo>
                    <a:lnTo>
                      <a:pt x="2875" y="1637"/>
                    </a:lnTo>
                    <a:lnTo>
                      <a:pt x="5262" y="12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9" name="Surface mesh patch"/>
              <p:cNvSpPr/>
              <p:nvPr/>
            </p:nvSpPr>
            <p:spPr>
              <a:xfrm>
                <a:off x="6074284" y="1836571"/>
                <a:ext cx="50120" cy="17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5">
                    <a:moveTo>
                      <a:pt x="0" y="451"/>
                    </a:moveTo>
                    <a:lnTo>
                      <a:pt x="2875" y="1855"/>
                    </a:lnTo>
                    <a:lnTo>
                      <a:pt x="5262" y="1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0" name="Surface mesh patch"/>
              <p:cNvSpPr/>
              <p:nvPr/>
            </p:nvSpPr>
            <p:spPr>
              <a:xfrm>
                <a:off x="6124404" y="1842036"/>
                <a:ext cx="50120" cy="185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1">
                    <a:moveTo>
                      <a:pt x="0" y="689"/>
                    </a:moveTo>
                    <a:lnTo>
                      <a:pt x="2875" y="1951"/>
                    </a:lnTo>
                    <a:lnTo>
                      <a:pt x="5262" y="11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1" name="Surface mesh patch"/>
              <p:cNvSpPr/>
              <p:nvPr/>
            </p:nvSpPr>
            <p:spPr>
              <a:xfrm>
                <a:off x="5750835" y="1817500"/>
                <a:ext cx="50120" cy="8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">
                    <a:moveTo>
                      <a:pt x="0" y="845"/>
                    </a:moveTo>
                    <a:lnTo>
                      <a:pt x="2875" y="795"/>
                    </a:lnTo>
                    <a:lnTo>
                      <a:pt x="5262" y="0"/>
                    </a:lnTo>
                    <a:lnTo>
                      <a:pt x="2387" y="112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2" name="Surface mesh patch"/>
              <p:cNvSpPr/>
              <p:nvPr/>
            </p:nvSpPr>
            <p:spPr>
              <a:xfrm>
                <a:off x="5800954" y="1812718"/>
                <a:ext cx="50120" cy="71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2">
                    <a:moveTo>
                      <a:pt x="0" y="502"/>
                    </a:moveTo>
                    <a:lnTo>
                      <a:pt x="2875" y="752"/>
                    </a:lnTo>
                    <a:lnTo>
                      <a:pt x="5262" y="1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3" name="Surface mesh patch"/>
              <p:cNvSpPr/>
              <p:nvPr/>
            </p:nvSpPr>
            <p:spPr>
              <a:xfrm>
                <a:off x="5851074" y="1811559"/>
                <a:ext cx="50120" cy="88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">
                    <a:moveTo>
                      <a:pt x="0" y="311"/>
                    </a:moveTo>
                    <a:lnTo>
                      <a:pt x="2875" y="931"/>
                    </a:lnTo>
                    <a:lnTo>
                      <a:pt x="5262" y="5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4" name="Surface mesh patch"/>
              <p:cNvSpPr/>
              <p:nvPr/>
            </p:nvSpPr>
            <p:spPr>
              <a:xfrm>
                <a:off x="5901194" y="1814965"/>
                <a:ext cx="50120" cy="11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8">
                    <a:moveTo>
                      <a:pt x="0" y="194"/>
                    </a:moveTo>
                    <a:lnTo>
                      <a:pt x="2875" y="1188"/>
                    </a:lnTo>
                    <a:lnTo>
                      <a:pt x="5262" y="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5" name="Surface mesh patch"/>
              <p:cNvSpPr/>
              <p:nvPr/>
            </p:nvSpPr>
            <p:spPr>
              <a:xfrm>
                <a:off x="5951313" y="1822051"/>
                <a:ext cx="50120" cy="140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6">
                    <a:moveTo>
                      <a:pt x="0" y="169"/>
                    </a:moveTo>
                    <a:lnTo>
                      <a:pt x="2875" y="1476"/>
                    </a:lnTo>
                    <a:lnTo>
                      <a:pt x="5262" y="1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6" name="Surface mesh patch"/>
              <p:cNvSpPr/>
              <p:nvPr/>
            </p:nvSpPr>
            <p:spPr>
              <a:xfrm>
                <a:off x="6001433" y="1831323"/>
                <a:ext cx="50120" cy="16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8">
                    <a:moveTo>
                      <a:pt x="0" y="235"/>
                    </a:moveTo>
                    <a:lnTo>
                      <a:pt x="2875" y="1738"/>
                    </a:lnTo>
                    <a:lnTo>
                      <a:pt x="5262" y="13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7" name="Surface mesh patch"/>
              <p:cNvSpPr/>
              <p:nvPr/>
            </p:nvSpPr>
            <p:spPr>
              <a:xfrm>
                <a:off x="6051552" y="1840865"/>
                <a:ext cx="50120" cy="183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5">
                    <a:moveTo>
                      <a:pt x="0" y="383"/>
                    </a:moveTo>
                    <a:lnTo>
                      <a:pt x="2875" y="1925"/>
                    </a:lnTo>
                    <a:lnTo>
                      <a:pt x="5262" y="14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8" name="Surface mesh patch"/>
              <p:cNvSpPr/>
              <p:nvPr/>
            </p:nvSpPr>
            <p:spPr>
              <a:xfrm>
                <a:off x="6101672" y="1848598"/>
                <a:ext cx="50120" cy="19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9">
                    <a:moveTo>
                      <a:pt x="0" y="592"/>
                    </a:moveTo>
                    <a:lnTo>
                      <a:pt x="2875" y="2009"/>
                    </a:lnTo>
                    <a:lnTo>
                      <a:pt x="5262" y="1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9" name="Surface mesh patch"/>
              <p:cNvSpPr/>
              <p:nvPr/>
            </p:nvSpPr>
            <p:spPr>
              <a:xfrm>
                <a:off x="5778222" y="1817500"/>
                <a:ext cx="50120" cy="100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6">
                    <a:moveTo>
                      <a:pt x="0" y="795"/>
                    </a:moveTo>
                    <a:lnTo>
                      <a:pt x="2875" y="1056"/>
                    </a:lnTo>
                    <a:lnTo>
                      <a:pt x="5262" y="2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0" name="Surface mesh patch"/>
              <p:cNvSpPr/>
              <p:nvPr/>
            </p:nvSpPr>
            <p:spPr>
              <a:xfrm>
                <a:off x="5828342" y="1814520"/>
                <a:ext cx="50120" cy="114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1">
                    <a:moveTo>
                      <a:pt x="0" y="563"/>
                    </a:moveTo>
                    <a:lnTo>
                      <a:pt x="2875" y="1201"/>
                    </a:lnTo>
                    <a:lnTo>
                      <a:pt x="5262" y="6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1" name="Surface mesh patch"/>
              <p:cNvSpPr/>
              <p:nvPr/>
            </p:nvSpPr>
            <p:spPr>
              <a:xfrm>
                <a:off x="5878462" y="1816813"/>
                <a:ext cx="50120" cy="134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09">
                    <a:moveTo>
                      <a:pt x="0" y="379"/>
                    </a:moveTo>
                    <a:lnTo>
                      <a:pt x="2875" y="1409"/>
                    </a:lnTo>
                    <a:lnTo>
                      <a:pt x="5262" y="9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2" name="Surface mesh patch"/>
              <p:cNvSpPr/>
              <p:nvPr/>
            </p:nvSpPr>
            <p:spPr>
              <a:xfrm>
                <a:off x="5928581" y="1823658"/>
                <a:ext cx="50120" cy="156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44">
                    <a:moveTo>
                      <a:pt x="0" y="275"/>
                    </a:moveTo>
                    <a:lnTo>
                      <a:pt x="2875" y="1644"/>
                    </a:lnTo>
                    <a:lnTo>
                      <a:pt x="5262" y="13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3" name="Surface mesh patch"/>
              <p:cNvSpPr/>
              <p:nvPr/>
            </p:nvSpPr>
            <p:spPr>
              <a:xfrm>
                <a:off x="5978701" y="1833566"/>
                <a:ext cx="50120" cy="177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267"/>
                    </a:moveTo>
                    <a:lnTo>
                      <a:pt x="2875" y="1861"/>
                    </a:lnTo>
                    <a:lnTo>
                      <a:pt x="5262" y="15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4" name="Surface mesh patch"/>
              <p:cNvSpPr/>
              <p:nvPr/>
            </p:nvSpPr>
            <p:spPr>
              <a:xfrm>
                <a:off x="6028821" y="1844511"/>
                <a:ext cx="50120" cy="19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8">
                    <a:moveTo>
                      <a:pt x="0" y="353"/>
                    </a:moveTo>
                    <a:lnTo>
                      <a:pt x="2875" y="2018"/>
                    </a:lnTo>
                    <a:lnTo>
                      <a:pt x="5262" y="15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5" name="Surface mesh patch"/>
              <p:cNvSpPr/>
              <p:nvPr/>
            </p:nvSpPr>
            <p:spPr>
              <a:xfrm>
                <a:off x="6078940" y="1854241"/>
                <a:ext cx="50120" cy="198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7">
                    <a:moveTo>
                      <a:pt x="0" y="521"/>
                    </a:moveTo>
                    <a:lnTo>
                      <a:pt x="2875" y="2087"/>
                    </a:lnTo>
                    <a:lnTo>
                      <a:pt x="5262" y="14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6" name="Surface mesh patch"/>
              <p:cNvSpPr/>
              <p:nvPr/>
            </p:nvSpPr>
            <p:spPr>
              <a:xfrm>
                <a:off x="5805610" y="1819884"/>
                <a:ext cx="50120" cy="134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5">
                    <a:moveTo>
                      <a:pt x="0" y="806"/>
                    </a:moveTo>
                    <a:lnTo>
                      <a:pt x="2875" y="1415"/>
                    </a:lnTo>
                    <a:lnTo>
                      <a:pt x="5262" y="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7" name="Surface mesh patch"/>
              <p:cNvSpPr/>
              <p:nvPr/>
            </p:nvSpPr>
            <p:spPr>
              <a:xfrm>
                <a:off x="5855730" y="1820426"/>
                <a:ext cx="50120" cy="152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">
                    <a:moveTo>
                      <a:pt x="0" y="581"/>
                    </a:moveTo>
                    <a:lnTo>
                      <a:pt x="2875" y="1600"/>
                    </a:lnTo>
                    <a:lnTo>
                      <a:pt x="5262" y="1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8" name="Surface mesh patch"/>
              <p:cNvSpPr/>
              <p:nvPr/>
            </p:nvSpPr>
            <p:spPr>
              <a:xfrm>
                <a:off x="5905849" y="1826282"/>
                <a:ext cx="50120" cy="17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4">
                    <a:moveTo>
                      <a:pt x="0" y="415"/>
                    </a:moveTo>
                    <a:lnTo>
                      <a:pt x="2875" y="1804"/>
                    </a:lnTo>
                    <a:lnTo>
                      <a:pt x="5262" y="13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9" name="Surface mesh patch"/>
              <p:cNvSpPr/>
              <p:nvPr/>
            </p:nvSpPr>
            <p:spPr>
              <a:xfrm>
                <a:off x="5955969" y="1836107"/>
                <a:ext cx="50120" cy="18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0">
                    <a:moveTo>
                      <a:pt x="0" y="337"/>
                    </a:moveTo>
                    <a:lnTo>
                      <a:pt x="2875" y="1990"/>
                    </a:lnTo>
                    <a:lnTo>
                      <a:pt x="5262" y="1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0" name="Surface mesh patch"/>
              <p:cNvSpPr/>
              <p:nvPr/>
            </p:nvSpPr>
            <p:spPr>
              <a:xfrm>
                <a:off x="6006089" y="1847873"/>
                <a:ext cx="50120" cy="202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24">
                    <a:moveTo>
                      <a:pt x="0" y="359"/>
                    </a:moveTo>
                    <a:lnTo>
                      <a:pt x="2875" y="2124"/>
                    </a:lnTo>
                    <a:lnTo>
                      <a:pt x="5262" y="16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1" name="Surface mesh patch"/>
              <p:cNvSpPr/>
              <p:nvPr/>
            </p:nvSpPr>
            <p:spPr>
              <a:xfrm>
                <a:off x="6056208" y="1859200"/>
                <a:ext cx="50120" cy="207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9">
                    <a:moveTo>
                      <a:pt x="0" y="476"/>
                    </a:moveTo>
                    <a:lnTo>
                      <a:pt x="2875" y="2179"/>
                    </a:lnTo>
                    <a:lnTo>
                      <a:pt x="5262" y="15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2" name="Surface mesh patch"/>
              <p:cNvSpPr/>
              <p:nvPr/>
            </p:nvSpPr>
            <p:spPr>
              <a:xfrm>
                <a:off x="5832998" y="1825957"/>
                <a:ext cx="50120" cy="166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4">
                    <a:moveTo>
                      <a:pt x="0" y="778"/>
                    </a:moveTo>
                    <a:lnTo>
                      <a:pt x="2875" y="1744"/>
                    </a:lnTo>
                    <a:lnTo>
                      <a:pt x="5262" y="10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3" name="Surface mesh patch"/>
              <p:cNvSpPr/>
              <p:nvPr/>
            </p:nvSpPr>
            <p:spPr>
              <a:xfrm>
                <a:off x="5883118" y="1830235"/>
                <a:ext cx="50120" cy="184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6">
                    <a:moveTo>
                      <a:pt x="0" y="570"/>
                    </a:moveTo>
                    <a:lnTo>
                      <a:pt x="2875" y="1936"/>
                    </a:lnTo>
                    <a:lnTo>
                      <a:pt x="5262" y="13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4" name="Surface mesh patch"/>
              <p:cNvSpPr/>
              <p:nvPr/>
            </p:nvSpPr>
            <p:spPr>
              <a:xfrm>
                <a:off x="5933237" y="1839320"/>
                <a:ext cx="50120" cy="200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8">
                    <a:moveTo>
                      <a:pt x="0" y="435"/>
                    </a:moveTo>
                    <a:lnTo>
                      <a:pt x="2875" y="2108"/>
                    </a:lnTo>
                    <a:lnTo>
                      <a:pt x="5262" y="16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5" name="Surface mesh patch"/>
              <p:cNvSpPr/>
              <p:nvPr/>
            </p:nvSpPr>
            <p:spPr>
              <a:xfrm>
                <a:off x="5983357" y="1851295"/>
                <a:ext cx="50120" cy="21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29">
                    <a:moveTo>
                      <a:pt x="0" y="396"/>
                    </a:moveTo>
                    <a:lnTo>
                      <a:pt x="2875" y="2229"/>
                    </a:lnTo>
                    <a:lnTo>
                      <a:pt x="5262" y="17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6" name="Surface mesh patch"/>
              <p:cNvSpPr/>
              <p:nvPr/>
            </p:nvSpPr>
            <p:spPr>
              <a:xfrm>
                <a:off x="6033477" y="1863736"/>
                <a:ext cx="50120" cy="21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75">
                    <a:moveTo>
                      <a:pt x="0" y="459"/>
                    </a:moveTo>
                    <a:lnTo>
                      <a:pt x="2875" y="2275"/>
                    </a:lnTo>
                    <a:lnTo>
                      <a:pt x="5262" y="17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7" name="Surface mesh patch"/>
              <p:cNvSpPr/>
              <p:nvPr/>
            </p:nvSpPr>
            <p:spPr>
              <a:xfrm>
                <a:off x="5860386" y="1835662"/>
                <a:ext cx="50120" cy="19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9">
                    <a:moveTo>
                      <a:pt x="0" y="725"/>
                    </a:moveTo>
                    <a:lnTo>
                      <a:pt x="2875" y="2029"/>
                    </a:lnTo>
                    <a:lnTo>
                      <a:pt x="5262" y="13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8" name="Surface mesh patch"/>
              <p:cNvSpPr/>
              <p:nvPr/>
            </p:nvSpPr>
            <p:spPr>
              <a:xfrm>
                <a:off x="5910505" y="1843462"/>
                <a:ext cx="50120" cy="209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1">
                    <a:moveTo>
                      <a:pt x="0" y="547"/>
                    </a:moveTo>
                    <a:lnTo>
                      <a:pt x="2875" y="2201"/>
                    </a:lnTo>
                    <a:lnTo>
                      <a:pt x="5262" y="16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9" name="Surface mesh patch"/>
              <p:cNvSpPr/>
              <p:nvPr/>
            </p:nvSpPr>
            <p:spPr>
              <a:xfrm>
                <a:off x="5960625" y="1855066"/>
                <a:ext cx="50120" cy="221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1">
                    <a:moveTo>
                      <a:pt x="0" y="455"/>
                    </a:moveTo>
                    <a:lnTo>
                      <a:pt x="2875" y="2321"/>
                    </a:lnTo>
                    <a:lnTo>
                      <a:pt x="5262" y="18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0" name="Surface mesh patch"/>
              <p:cNvSpPr/>
              <p:nvPr/>
            </p:nvSpPr>
            <p:spPr>
              <a:xfrm>
                <a:off x="6010745" y="1868104"/>
                <a:ext cx="50120" cy="22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67">
                    <a:moveTo>
                      <a:pt x="0" y="464"/>
                    </a:moveTo>
                    <a:lnTo>
                      <a:pt x="2875" y="2367"/>
                    </a:lnTo>
                    <a:lnTo>
                      <a:pt x="5262" y="18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1" name="Surface mesh patch"/>
              <p:cNvSpPr/>
              <p:nvPr/>
            </p:nvSpPr>
            <p:spPr>
              <a:xfrm>
                <a:off x="5887774" y="1848672"/>
                <a:ext cx="50120" cy="21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2">
                    <a:moveTo>
                      <a:pt x="0" y="664"/>
                    </a:moveTo>
                    <a:lnTo>
                      <a:pt x="2875" y="2262"/>
                    </a:lnTo>
                    <a:lnTo>
                      <a:pt x="5262" y="1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2" name="Surface mesh patch"/>
              <p:cNvSpPr/>
              <p:nvPr/>
            </p:nvSpPr>
            <p:spPr>
              <a:xfrm>
                <a:off x="5937893" y="1859398"/>
                <a:ext cx="50120" cy="227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2">
                    <a:moveTo>
                      <a:pt x="0" y="528"/>
                    </a:moveTo>
                    <a:lnTo>
                      <a:pt x="2875" y="2392"/>
                    </a:lnTo>
                    <a:lnTo>
                      <a:pt x="5262" y="1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3" name="Surface mesh patch"/>
              <p:cNvSpPr/>
              <p:nvPr/>
            </p:nvSpPr>
            <p:spPr>
              <a:xfrm>
                <a:off x="5988013" y="1872525"/>
                <a:ext cx="50120" cy="233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8">
                    <a:moveTo>
                      <a:pt x="0" y="488"/>
                    </a:moveTo>
                    <a:lnTo>
                      <a:pt x="2875" y="2448"/>
                    </a:lnTo>
                    <a:lnTo>
                      <a:pt x="5262" y="19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4" name="Surface mesh patch"/>
              <p:cNvSpPr/>
              <p:nvPr/>
            </p:nvSpPr>
            <p:spPr>
              <a:xfrm>
                <a:off x="5915161" y="1864425"/>
                <a:ext cx="50120" cy="23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7">
                    <a:moveTo>
                      <a:pt x="0" y="608"/>
                    </a:moveTo>
                    <a:lnTo>
                      <a:pt x="2875" y="2437"/>
                    </a:lnTo>
                    <a:lnTo>
                      <a:pt x="5262" y="1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5" name="Surface mesh patch"/>
              <p:cNvSpPr/>
              <p:nvPr/>
            </p:nvSpPr>
            <p:spPr>
              <a:xfrm>
                <a:off x="5965281" y="1877174"/>
                <a:ext cx="50120" cy="23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9">
                    <a:moveTo>
                      <a:pt x="0" y="526"/>
                    </a:moveTo>
                    <a:lnTo>
                      <a:pt x="2875" y="2509"/>
                    </a:lnTo>
                    <a:lnTo>
                      <a:pt x="5262" y="19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6" name="Surface mesh patch"/>
              <p:cNvSpPr/>
              <p:nvPr/>
            </p:nvSpPr>
            <p:spPr>
              <a:xfrm>
                <a:off x="5942549" y="1882180"/>
                <a:ext cx="50120" cy="24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49">
                    <a:moveTo>
                      <a:pt x="0" y="573"/>
                    </a:moveTo>
                    <a:lnTo>
                      <a:pt x="2875" y="2549"/>
                    </a:lnTo>
                    <a:lnTo>
                      <a:pt x="5262" y="19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7" name="Surface grid line"/>
              <p:cNvSpPr/>
              <p:nvPr/>
            </p:nvSpPr>
            <p:spPr>
              <a:xfrm>
                <a:off x="4819650" y="1534371"/>
                <a:ext cx="1150287" cy="372092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65">
                    <a:moveTo>
                      <a:pt x="0" y="0"/>
                    </a:moveTo>
                    <a:lnTo>
                      <a:pt x="2875" y="2034"/>
                    </a:lnTo>
                    <a:lnTo>
                      <a:pt x="5751" y="3896"/>
                    </a:lnTo>
                    <a:lnTo>
                      <a:pt x="8626" y="5522"/>
                    </a:lnTo>
                    <a:lnTo>
                      <a:pt x="11501" y="6859"/>
                    </a:lnTo>
                    <a:lnTo>
                      <a:pt x="14377" y="7877"/>
                    </a:lnTo>
                    <a:lnTo>
                      <a:pt x="17252" y="8567"/>
                    </a:lnTo>
                    <a:lnTo>
                      <a:pt x="20128" y="8950"/>
                    </a:lnTo>
                    <a:lnTo>
                      <a:pt x="23003" y="9073"/>
                    </a:lnTo>
                    <a:lnTo>
                      <a:pt x="25878" y="9010"/>
                    </a:lnTo>
                    <a:lnTo>
                      <a:pt x="28754" y="8860"/>
                    </a:lnTo>
                    <a:lnTo>
                      <a:pt x="31629" y="8731"/>
                    </a:lnTo>
                    <a:lnTo>
                      <a:pt x="34504" y="8736"/>
                    </a:lnTo>
                    <a:lnTo>
                      <a:pt x="37380" y="8977"/>
                    </a:lnTo>
                    <a:lnTo>
                      <a:pt x="40255" y="9536"/>
                    </a:lnTo>
                    <a:lnTo>
                      <a:pt x="43130" y="10468"/>
                    </a:lnTo>
                    <a:lnTo>
                      <a:pt x="46006" y="11791"/>
                    </a:lnTo>
                    <a:lnTo>
                      <a:pt x="48881" y="13490"/>
                    </a:lnTo>
                    <a:lnTo>
                      <a:pt x="51756" y="15518"/>
                    </a:lnTo>
                    <a:lnTo>
                      <a:pt x="54632" y="17795"/>
                    </a:lnTo>
                    <a:lnTo>
                      <a:pt x="57507" y="20223"/>
                    </a:lnTo>
                    <a:lnTo>
                      <a:pt x="60383" y="22686"/>
                    </a:lnTo>
                    <a:lnTo>
                      <a:pt x="63258" y="25066"/>
                    </a:lnTo>
                    <a:lnTo>
                      <a:pt x="66133" y="27249"/>
                    </a:lnTo>
                    <a:lnTo>
                      <a:pt x="69009" y="29137"/>
                    </a:lnTo>
                    <a:lnTo>
                      <a:pt x="71884" y="30654"/>
                    </a:lnTo>
                    <a:lnTo>
                      <a:pt x="74759" y="31758"/>
                    </a:lnTo>
                    <a:lnTo>
                      <a:pt x="77635" y="32438"/>
                    </a:lnTo>
                    <a:lnTo>
                      <a:pt x="80510" y="32719"/>
                    </a:lnTo>
                    <a:lnTo>
                      <a:pt x="83385" y="32658"/>
                    </a:lnTo>
                    <a:lnTo>
                      <a:pt x="86261" y="32337"/>
                    </a:lnTo>
                    <a:lnTo>
                      <a:pt x="89136" y="31859"/>
                    </a:lnTo>
                    <a:lnTo>
                      <a:pt x="92011" y="31332"/>
                    </a:lnTo>
                    <a:lnTo>
                      <a:pt x="94887" y="30869"/>
                    </a:lnTo>
                    <a:lnTo>
                      <a:pt x="97762" y="30570"/>
                    </a:lnTo>
                    <a:lnTo>
                      <a:pt x="100638" y="30520"/>
                    </a:lnTo>
                    <a:lnTo>
                      <a:pt x="103513" y="30781"/>
                    </a:lnTo>
                    <a:lnTo>
                      <a:pt x="106388" y="31390"/>
                    </a:lnTo>
                    <a:lnTo>
                      <a:pt x="109264" y="32357"/>
                    </a:lnTo>
                    <a:lnTo>
                      <a:pt x="112139" y="33661"/>
                    </a:lnTo>
                    <a:lnTo>
                      <a:pt x="115014" y="35260"/>
                    </a:lnTo>
                    <a:lnTo>
                      <a:pt x="117890" y="37088"/>
                    </a:lnTo>
                    <a:lnTo>
                      <a:pt x="120765" y="3906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8" name="Surface grid line"/>
              <p:cNvSpPr/>
              <p:nvPr/>
            </p:nvSpPr>
            <p:spPr>
              <a:xfrm>
                <a:off x="4842382" y="1529145"/>
                <a:ext cx="1150287" cy="3719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48">
                    <a:moveTo>
                      <a:pt x="0" y="0"/>
                    </a:moveTo>
                    <a:lnTo>
                      <a:pt x="2875" y="1997"/>
                    </a:lnTo>
                    <a:lnTo>
                      <a:pt x="5751" y="3804"/>
                    </a:lnTo>
                    <a:lnTo>
                      <a:pt x="8626" y="5361"/>
                    </a:lnTo>
                    <a:lnTo>
                      <a:pt x="11501" y="6623"/>
                    </a:lnTo>
                    <a:lnTo>
                      <a:pt x="14377" y="7565"/>
                    </a:lnTo>
                    <a:lnTo>
                      <a:pt x="17252" y="8183"/>
                    </a:lnTo>
                    <a:lnTo>
                      <a:pt x="20128" y="8500"/>
                    </a:lnTo>
                    <a:lnTo>
                      <a:pt x="23003" y="8570"/>
                    </a:lnTo>
                    <a:lnTo>
                      <a:pt x="25878" y="8476"/>
                    </a:lnTo>
                    <a:lnTo>
                      <a:pt x="28754" y="8323"/>
                    </a:lnTo>
                    <a:lnTo>
                      <a:pt x="31629" y="8230"/>
                    </a:lnTo>
                    <a:lnTo>
                      <a:pt x="34504" y="8317"/>
                    </a:lnTo>
                    <a:lnTo>
                      <a:pt x="37380" y="8692"/>
                    </a:lnTo>
                    <a:lnTo>
                      <a:pt x="40255" y="9439"/>
                    </a:lnTo>
                    <a:lnTo>
                      <a:pt x="43130" y="10606"/>
                    </a:lnTo>
                    <a:lnTo>
                      <a:pt x="46006" y="12204"/>
                    </a:lnTo>
                    <a:lnTo>
                      <a:pt x="48881" y="14204"/>
                    </a:lnTo>
                    <a:lnTo>
                      <a:pt x="51756" y="16540"/>
                    </a:lnTo>
                    <a:lnTo>
                      <a:pt x="54632" y="19115"/>
                    </a:lnTo>
                    <a:lnTo>
                      <a:pt x="57507" y="21809"/>
                    </a:lnTo>
                    <a:lnTo>
                      <a:pt x="60383" y="24488"/>
                    </a:lnTo>
                    <a:lnTo>
                      <a:pt x="63258" y="27017"/>
                    </a:lnTo>
                    <a:lnTo>
                      <a:pt x="66133" y="29271"/>
                    </a:lnTo>
                    <a:lnTo>
                      <a:pt x="69009" y="31144"/>
                    </a:lnTo>
                    <a:lnTo>
                      <a:pt x="71884" y="32564"/>
                    </a:lnTo>
                    <a:lnTo>
                      <a:pt x="74759" y="33493"/>
                    </a:lnTo>
                    <a:lnTo>
                      <a:pt x="77635" y="33937"/>
                    </a:lnTo>
                    <a:lnTo>
                      <a:pt x="80510" y="33938"/>
                    </a:lnTo>
                    <a:lnTo>
                      <a:pt x="83385" y="33576"/>
                    </a:lnTo>
                    <a:lnTo>
                      <a:pt x="86261" y="32958"/>
                    </a:lnTo>
                    <a:lnTo>
                      <a:pt x="89136" y="32205"/>
                    </a:lnTo>
                    <a:lnTo>
                      <a:pt x="92011" y="31447"/>
                    </a:lnTo>
                    <a:lnTo>
                      <a:pt x="94887" y="30804"/>
                    </a:lnTo>
                    <a:lnTo>
                      <a:pt x="97762" y="30386"/>
                    </a:lnTo>
                    <a:lnTo>
                      <a:pt x="100638" y="30274"/>
                    </a:lnTo>
                    <a:lnTo>
                      <a:pt x="103513" y="30524"/>
                    </a:lnTo>
                    <a:lnTo>
                      <a:pt x="106388" y="31161"/>
                    </a:lnTo>
                    <a:lnTo>
                      <a:pt x="109264" y="32180"/>
                    </a:lnTo>
                    <a:lnTo>
                      <a:pt x="112139" y="33546"/>
                    </a:lnTo>
                    <a:lnTo>
                      <a:pt x="115014" y="35200"/>
                    </a:lnTo>
                    <a:lnTo>
                      <a:pt x="117890" y="37064"/>
                    </a:lnTo>
                    <a:lnTo>
                      <a:pt x="120765" y="390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9" name="Surface grid line"/>
              <p:cNvSpPr/>
              <p:nvPr/>
            </p:nvSpPr>
            <p:spPr>
              <a:xfrm>
                <a:off x="4865114" y="1523865"/>
                <a:ext cx="1150287" cy="37197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52">
                    <a:moveTo>
                      <a:pt x="0" y="0"/>
                    </a:moveTo>
                    <a:lnTo>
                      <a:pt x="2875" y="1960"/>
                    </a:lnTo>
                    <a:lnTo>
                      <a:pt x="5751" y="3718"/>
                    </a:lnTo>
                    <a:lnTo>
                      <a:pt x="8626" y="5223"/>
                    </a:lnTo>
                    <a:lnTo>
                      <a:pt x="11501" y="6433"/>
                    </a:lnTo>
                    <a:lnTo>
                      <a:pt x="14377" y="7327"/>
                    </a:lnTo>
                    <a:lnTo>
                      <a:pt x="17252" y="7901"/>
                    </a:lnTo>
                    <a:lnTo>
                      <a:pt x="20128" y="8183"/>
                    </a:lnTo>
                    <a:lnTo>
                      <a:pt x="23003" y="8228"/>
                    </a:lnTo>
                    <a:lnTo>
                      <a:pt x="25878" y="8126"/>
                    </a:lnTo>
                    <a:lnTo>
                      <a:pt x="28754" y="7991"/>
                    </a:lnTo>
                    <a:lnTo>
                      <a:pt x="31629" y="7952"/>
                    </a:lnTo>
                    <a:lnTo>
                      <a:pt x="34504" y="8140"/>
                    </a:lnTo>
                    <a:lnTo>
                      <a:pt x="37380" y="8671"/>
                    </a:lnTo>
                    <a:lnTo>
                      <a:pt x="40255" y="9631"/>
                    </a:lnTo>
                    <a:lnTo>
                      <a:pt x="43130" y="11068"/>
                    </a:lnTo>
                    <a:lnTo>
                      <a:pt x="46006" y="12984"/>
                    </a:lnTo>
                    <a:lnTo>
                      <a:pt x="48881" y="15335"/>
                    </a:lnTo>
                    <a:lnTo>
                      <a:pt x="51756" y="18038"/>
                    </a:lnTo>
                    <a:lnTo>
                      <a:pt x="54632" y="20973"/>
                    </a:lnTo>
                    <a:lnTo>
                      <a:pt x="57507" y="23996"/>
                    </a:lnTo>
                    <a:lnTo>
                      <a:pt x="60383" y="26951"/>
                    </a:lnTo>
                    <a:lnTo>
                      <a:pt x="63258" y="29683"/>
                    </a:lnTo>
                    <a:lnTo>
                      <a:pt x="66133" y="32050"/>
                    </a:lnTo>
                    <a:lnTo>
                      <a:pt x="69009" y="33937"/>
                    </a:lnTo>
                    <a:lnTo>
                      <a:pt x="71884" y="35270"/>
                    </a:lnTo>
                    <a:lnTo>
                      <a:pt x="74759" y="36017"/>
                    </a:lnTo>
                    <a:lnTo>
                      <a:pt x="77635" y="36199"/>
                    </a:lnTo>
                    <a:lnTo>
                      <a:pt x="80510" y="35879"/>
                    </a:lnTo>
                    <a:lnTo>
                      <a:pt x="83385" y="35165"/>
                    </a:lnTo>
                    <a:lnTo>
                      <a:pt x="86261" y="34187"/>
                    </a:lnTo>
                    <a:lnTo>
                      <a:pt x="89136" y="33095"/>
                    </a:lnTo>
                    <a:lnTo>
                      <a:pt x="92011" y="32038"/>
                    </a:lnTo>
                    <a:lnTo>
                      <a:pt x="94887" y="31153"/>
                    </a:lnTo>
                    <a:lnTo>
                      <a:pt x="97762" y="30555"/>
                    </a:lnTo>
                    <a:lnTo>
                      <a:pt x="100638" y="30326"/>
                    </a:lnTo>
                    <a:lnTo>
                      <a:pt x="103513" y="30515"/>
                    </a:lnTo>
                    <a:lnTo>
                      <a:pt x="106388" y="31135"/>
                    </a:lnTo>
                    <a:lnTo>
                      <a:pt x="109264" y="32165"/>
                    </a:lnTo>
                    <a:lnTo>
                      <a:pt x="112139" y="33554"/>
                    </a:lnTo>
                    <a:lnTo>
                      <a:pt x="115014" y="35227"/>
                    </a:lnTo>
                    <a:lnTo>
                      <a:pt x="117890" y="37093"/>
                    </a:lnTo>
                    <a:lnTo>
                      <a:pt x="120765" y="3905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0" name="Surface grid line"/>
              <p:cNvSpPr/>
              <p:nvPr/>
            </p:nvSpPr>
            <p:spPr>
              <a:xfrm>
                <a:off x="4887846" y="1518490"/>
                <a:ext cx="1150287" cy="37510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382">
                    <a:moveTo>
                      <a:pt x="0" y="0"/>
                    </a:moveTo>
                    <a:lnTo>
                      <a:pt x="2875" y="1926"/>
                    </a:lnTo>
                    <a:lnTo>
                      <a:pt x="5751" y="3649"/>
                    </a:lnTo>
                    <a:lnTo>
                      <a:pt x="8626" y="5122"/>
                    </a:lnTo>
                    <a:lnTo>
                      <a:pt x="11501" y="6309"/>
                    </a:lnTo>
                    <a:lnTo>
                      <a:pt x="14377" y="7188"/>
                    </a:lnTo>
                    <a:lnTo>
                      <a:pt x="17252" y="7755"/>
                    </a:lnTo>
                    <a:lnTo>
                      <a:pt x="20128" y="8034"/>
                    </a:lnTo>
                    <a:lnTo>
                      <a:pt x="23003" y="8083"/>
                    </a:lnTo>
                    <a:lnTo>
                      <a:pt x="25878" y="7997"/>
                    </a:lnTo>
                    <a:lnTo>
                      <a:pt x="28754" y="7898"/>
                    </a:lnTo>
                    <a:lnTo>
                      <a:pt x="31629" y="7928"/>
                    </a:lnTo>
                    <a:lnTo>
                      <a:pt x="34504" y="8233"/>
                    </a:lnTo>
                    <a:lnTo>
                      <a:pt x="37380" y="8937"/>
                    </a:lnTo>
                    <a:lnTo>
                      <a:pt x="40255" y="10135"/>
                    </a:lnTo>
                    <a:lnTo>
                      <a:pt x="43130" y="11874"/>
                    </a:lnTo>
                    <a:lnTo>
                      <a:pt x="46006" y="14148"/>
                    </a:lnTo>
                    <a:lnTo>
                      <a:pt x="48881" y="16902"/>
                    </a:lnTo>
                    <a:lnTo>
                      <a:pt x="51756" y="20030"/>
                    </a:lnTo>
                    <a:lnTo>
                      <a:pt x="54632" y="23389"/>
                    </a:lnTo>
                    <a:lnTo>
                      <a:pt x="57507" y="26809"/>
                    </a:lnTo>
                    <a:lnTo>
                      <a:pt x="60383" y="30107"/>
                    </a:lnTo>
                    <a:lnTo>
                      <a:pt x="63258" y="33100"/>
                    </a:lnTo>
                    <a:lnTo>
                      <a:pt x="66133" y="35627"/>
                    </a:lnTo>
                    <a:lnTo>
                      <a:pt x="69009" y="37561"/>
                    </a:lnTo>
                    <a:lnTo>
                      <a:pt x="71884" y="38821"/>
                    </a:lnTo>
                    <a:lnTo>
                      <a:pt x="74759" y="39382"/>
                    </a:lnTo>
                    <a:lnTo>
                      <a:pt x="77635" y="39278"/>
                    </a:lnTo>
                    <a:lnTo>
                      <a:pt x="80510" y="38598"/>
                    </a:lnTo>
                    <a:lnTo>
                      <a:pt x="83385" y="37475"/>
                    </a:lnTo>
                    <a:lnTo>
                      <a:pt x="86261" y="36075"/>
                    </a:lnTo>
                    <a:lnTo>
                      <a:pt x="89136" y="34574"/>
                    </a:lnTo>
                    <a:lnTo>
                      <a:pt x="92011" y="33147"/>
                    </a:lnTo>
                    <a:lnTo>
                      <a:pt x="94887" y="31949"/>
                    </a:lnTo>
                    <a:lnTo>
                      <a:pt x="97762" y="31104"/>
                    </a:lnTo>
                    <a:lnTo>
                      <a:pt x="100638" y="30697"/>
                    </a:lnTo>
                    <a:lnTo>
                      <a:pt x="103513" y="30768"/>
                    </a:lnTo>
                    <a:lnTo>
                      <a:pt x="106388" y="31320"/>
                    </a:lnTo>
                    <a:lnTo>
                      <a:pt x="109264" y="32314"/>
                    </a:lnTo>
                    <a:lnTo>
                      <a:pt x="112139" y="33683"/>
                    </a:lnTo>
                    <a:lnTo>
                      <a:pt x="115014" y="35336"/>
                    </a:lnTo>
                    <a:lnTo>
                      <a:pt x="117890" y="37169"/>
                    </a:lnTo>
                    <a:lnTo>
                      <a:pt x="120765" y="390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1" name="Surface grid line"/>
              <p:cNvSpPr/>
              <p:nvPr/>
            </p:nvSpPr>
            <p:spPr>
              <a:xfrm>
                <a:off x="4910577" y="1512968"/>
                <a:ext cx="1150287" cy="41442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3510">
                    <a:moveTo>
                      <a:pt x="0" y="0"/>
                    </a:moveTo>
                    <a:lnTo>
                      <a:pt x="2875" y="1899"/>
                    </a:lnTo>
                    <a:lnTo>
                      <a:pt x="5751" y="3603"/>
                    </a:lnTo>
                    <a:lnTo>
                      <a:pt x="8626" y="5071"/>
                    </a:lnTo>
                    <a:lnTo>
                      <a:pt x="11501" y="6269"/>
                    </a:lnTo>
                    <a:lnTo>
                      <a:pt x="14377" y="7170"/>
                    </a:lnTo>
                    <a:lnTo>
                      <a:pt x="17252" y="7767"/>
                    </a:lnTo>
                    <a:lnTo>
                      <a:pt x="20128" y="8078"/>
                    </a:lnTo>
                    <a:lnTo>
                      <a:pt x="23003" y="8161"/>
                    </a:lnTo>
                    <a:lnTo>
                      <a:pt x="25878" y="8113"/>
                    </a:lnTo>
                    <a:lnTo>
                      <a:pt x="28754" y="8066"/>
                    </a:lnTo>
                    <a:lnTo>
                      <a:pt x="31629" y="8177"/>
                    </a:lnTo>
                    <a:lnTo>
                      <a:pt x="34504" y="8606"/>
                    </a:lnTo>
                    <a:lnTo>
                      <a:pt x="37380" y="9494"/>
                    </a:lnTo>
                    <a:lnTo>
                      <a:pt x="40255" y="10944"/>
                    </a:lnTo>
                    <a:lnTo>
                      <a:pt x="43130" y="13007"/>
                    </a:lnTo>
                    <a:lnTo>
                      <a:pt x="46006" y="15671"/>
                    </a:lnTo>
                    <a:lnTo>
                      <a:pt x="48881" y="18867"/>
                    </a:lnTo>
                    <a:lnTo>
                      <a:pt x="51756" y="22470"/>
                    </a:lnTo>
                    <a:lnTo>
                      <a:pt x="54632" y="26309"/>
                    </a:lnTo>
                    <a:lnTo>
                      <a:pt x="57507" y="30185"/>
                    </a:lnTo>
                    <a:lnTo>
                      <a:pt x="60383" y="33882"/>
                    </a:lnTo>
                    <a:lnTo>
                      <a:pt x="63258" y="37191"/>
                    </a:lnTo>
                    <a:lnTo>
                      <a:pt x="66133" y="39923"/>
                    </a:lnTo>
                    <a:lnTo>
                      <a:pt x="69009" y="41934"/>
                    </a:lnTo>
                    <a:lnTo>
                      <a:pt x="71884" y="43136"/>
                    </a:lnTo>
                    <a:lnTo>
                      <a:pt x="74759" y="43510"/>
                    </a:lnTo>
                    <a:lnTo>
                      <a:pt x="77635" y="43102"/>
                    </a:lnTo>
                    <a:lnTo>
                      <a:pt x="80510" y="42028"/>
                    </a:lnTo>
                    <a:lnTo>
                      <a:pt x="83385" y="40453"/>
                    </a:lnTo>
                    <a:lnTo>
                      <a:pt x="86261" y="38574"/>
                    </a:lnTo>
                    <a:lnTo>
                      <a:pt x="89136" y="36602"/>
                    </a:lnTo>
                    <a:lnTo>
                      <a:pt x="92011" y="34742"/>
                    </a:lnTo>
                    <a:lnTo>
                      <a:pt x="94887" y="33168"/>
                    </a:lnTo>
                    <a:lnTo>
                      <a:pt x="97762" y="32015"/>
                    </a:lnTo>
                    <a:lnTo>
                      <a:pt x="100638" y="31372"/>
                    </a:lnTo>
                    <a:lnTo>
                      <a:pt x="103513" y="31272"/>
                    </a:lnTo>
                    <a:lnTo>
                      <a:pt x="106388" y="31706"/>
                    </a:lnTo>
                    <a:lnTo>
                      <a:pt x="109264" y="32618"/>
                    </a:lnTo>
                    <a:lnTo>
                      <a:pt x="112139" y="33925"/>
                    </a:lnTo>
                    <a:lnTo>
                      <a:pt x="115014" y="35520"/>
                    </a:lnTo>
                    <a:lnTo>
                      <a:pt x="117890" y="37285"/>
                    </a:lnTo>
                    <a:lnTo>
                      <a:pt x="120765" y="391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2" name="Surface grid line"/>
              <p:cNvSpPr/>
              <p:nvPr/>
            </p:nvSpPr>
            <p:spPr>
              <a:xfrm>
                <a:off x="4933309" y="1507234"/>
                <a:ext cx="1150287" cy="45870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8158">
                    <a:moveTo>
                      <a:pt x="0" y="0"/>
                    </a:moveTo>
                    <a:lnTo>
                      <a:pt x="2875" y="1882"/>
                    </a:lnTo>
                    <a:lnTo>
                      <a:pt x="5751" y="3587"/>
                    </a:lnTo>
                    <a:lnTo>
                      <a:pt x="8626" y="5079"/>
                    </a:lnTo>
                    <a:lnTo>
                      <a:pt x="11501" y="6322"/>
                    </a:lnTo>
                    <a:lnTo>
                      <a:pt x="14377" y="7286"/>
                    </a:lnTo>
                    <a:lnTo>
                      <a:pt x="17252" y="7952"/>
                    </a:lnTo>
                    <a:lnTo>
                      <a:pt x="20128" y="8331"/>
                    </a:lnTo>
                    <a:lnTo>
                      <a:pt x="23003" y="8476"/>
                    </a:lnTo>
                    <a:lnTo>
                      <a:pt x="25878" y="8485"/>
                    </a:lnTo>
                    <a:lnTo>
                      <a:pt x="28754" y="8500"/>
                    </a:lnTo>
                    <a:lnTo>
                      <a:pt x="31629" y="8695"/>
                    </a:lnTo>
                    <a:lnTo>
                      <a:pt x="34504" y="9248"/>
                    </a:lnTo>
                    <a:lnTo>
                      <a:pt x="37380" y="10318"/>
                    </a:lnTo>
                    <a:lnTo>
                      <a:pt x="40255" y="12020"/>
                    </a:lnTo>
                    <a:lnTo>
                      <a:pt x="43130" y="14411"/>
                    </a:lnTo>
                    <a:lnTo>
                      <a:pt x="46006" y="17476"/>
                    </a:lnTo>
                    <a:lnTo>
                      <a:pt x="48881" y="21131"/>
                    </a:lnTo>
                    <a:lnTo>
                      <a:pt x="51756" y="25232"/>
                    </a:lnTo>
                    <a:lnTo>
                      <a:pt x="54632" y="29581"/>
                    </a:lnTo>
                    <a:lnTo>
                      <a:pt x="57507" y="33945"/>
                    </a:lnTo>
                    <a:lnTo>
                      <a:pt x="60383" y="38077"/>
                    </a:lnTo>
                    <a:lnTo>
                      <a:pt x="63258" y="41733"/>
                    </a:lnTo>
                    <a:lnTo>
                      <a:pt x="66133" y="44699"/>
                    </a:lnTo>
                    <a:lnTo>
                      <a:pt x="69009" y="46810"/>
                    </a:lnTo>
                    <a:lnTo>
                      <a:pt x="71884" y="47968"/>
                    </a:lnTo>
                    <a:lnTo>
                      <a:pt x="74759" y="48158"/>
                    </a:lnTo>
                    <a:lnTo>
                      <a:pt x="77635" y="47441"/>
                    </a:lnTo>
                    <a:lnTo>
                      <a:pt x="80510" y="45957"/>
                    </a:lnTo>
                    <a:lnTo>
                      <a:pt x="83385" y="43904"/>
                    </a:lnTo>
                    <a:lnTo>
                      <a:pt x="86261" y="41516"/>
                    </a:lnTo>
                    <a:lnTo>
                      <a:pt x="89136" y="39039"/>
                    </a:lnTo>
                    <a:lnTo>
                      <a:pt x="92011" y="36706"/>
                    </a:lnTo>
                    <a:lnTo>
                      <a:pt x="94887" y="34715"/>
                    </a:lnTo>
                    <a:lnTo>
                      <a:pt x="97762" y="33214"/>
                    </a:lnTo>
                    <a:lnTo>
                      <a:pt x="100638" y="32293"/>
                    </a:lnTo>
                    <a:lnTo>
                      <a:pt x="103513" y="31982"/>
                    </a:lnTo>
                    <a:lnTo>
                      <a:pt x="106388" y="32258"/>
                    </a:lnTo>
                    <a:lnTo>
                      <a:pt x="109264" y="33052"/>
                    </a:lnTo>
                    <a:lnTo>
                      <a:pt x="112139" y="34261"/>
                    </a:lnTo>
                    <a:lnTo>
                      <a:pt x="115014" y="35763"/>
                    </a:lnTo>
                    <a:lnTo>
                      <a:pt x="117890" y="37428"/>
                    </a:lnTo>
                    <a:lnTo>
                      <a:pt x="120765" y="391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3" name="Surface grid line"/>
              <p:cNvSpPr/>
              <p:nvPr/>
            </p:nvSpPr>
            <p:spPr>
              <a:xfrm>
                <a:off x="4956041" y="1501204"/>
                <a:ext cx="1150287" cy="50398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2912">
                    <a:moveTo>
                      <a:pt x="0" y="0"/>
                    </a:moveTo>
                    <a:lnTo>
                      <a:pt x="2875" y="1876"/>
                    </a:lnTo>
                    <a:lnTo>
                      <a:pt x="5751" y="3602"/>
                    </a:lnTo>
                    <a:lnTo>
                      <a:pt x="8626" y="5148"/>
                    </a:lnTo>
                    <a:lnTo>
                      <a:pt x="11501" y="6474"/>
                    </a:lnTo>
                    <a:lnTo>
                      <a:pt x="14377" y="7538"/>
                    </a:lnTo>
                    <a:lnTo>
                      <a:pt x="17252" y="8312"/>
                    </a:lnTo>
                    <a:lnTo>
                      <a:pt x="20128" y="8793"/>
                    </a:lnTo>
                    <a:lnTo>
                      <a:pt x="23003" y="9024"/>
                    </a:lnTo>
                    <a:lnTo>
                      <a:pt x="25878" y="9105"/>
                    </a:lnTo>
                    <a:lnTo>
                      <a:pt x="28754" y="9187"/>
                    </a:lnTo>
                    <a:lnTo>
                      <a:pt x="31629" y="9461"/>
                    </a:lnTo>
                    <a:lnTo>
                      <a:pt x="34504" y="10124"/>
                    </a:lnTo>
                    <a:lnTo>
                      <a:pt x="37380" y="11357"/>
                    </a:lnTo>
                    <a:lnTo>
                      <a:pt x="40255" y="13289"/>
                    </a:lnTo>
                    <a:lnTo>
                      <a:pt x="43130" y="15985"/>
                    </a:lnTo>
                    <a:lnTo>
                      <a:pt x="46006" y="19428"/>
                    </a:lnTo>
                    <a:lnTo>
                      <a:pt x="48881" y="23524"/>
                    </a:lnTo>
                    <a:lnTo>
                      <a:pt x="51756" y="28107"/>
                    </a:lnTo>
                    <a:lnTo>
                      <a:pt x="54632" y="32952"/>
                    </a:lnTo>
                    <a:lnTo>
                      <a:pt x="57507" y="37796"/>
                    </a:lnTo>
                    <a:lnTo>
                      <a:pt x="60383" y="42357"/>
                    </a:lnTo>
                    <a:lnTo>
                      <a:pt x="63258" y="46359"/>
                    </a:lnTo>
                    <a:lnTo>
                      <a:pt x="66133" y="49560"/>
                    </a:lnTo>
                    <a:lnTo>
                      <a:pt x="69009" y="51775"/>
                    </a:lnTo>
                    <a:lnTo>
                      <a:pt x="71884" y="52897"/>
                    </a:lnTo>
                    <a:lnTo>
                      <a:pt x="74759" y="52912"/>
                    </a:lnTo>
                    <a:lnTo>
                      <a:pt x="77635" y="51897"/>
                    </a:lnTo>
                    <a:lnTo>
                      <a:pt x="80510" y="50016"/>
                    </a:lnTo>
                    <a:lnTo>
                      <a:pt x="83385" y="47497"/>
                    </a:lnTo>
                    <a:lnTo>
                      <a:pt x="86261" y="44610"/>
                    </a:lnTo>
                    <a:lnTo>
                      <a:pt x="89136" y="41634"/>
                    </a:lnTo>
                    <a:lnTo>
                      <a:pt x="92011" y="38832"/>
                    </a:lnTo>
                    <a:lnTo>
                      <a:pt x="94887" y="36422"/>
                    </a:lnTo>
                    <a:lnTo>
                      <a:pt x="97762" y="34567"/>
                    </a:lnTo>
                    <a:lnTo>
                      <a:pt x="100638" y="33358"/>
                    </a:lnTo>
                    <a:lnTo>
                      <a:pt x="103513" y="32821"/>
                    </a:lnTo>
                    <a:lnTo>
                      <a:pt x="106388" y="32920"/>
                    </a:lnTo>
                    <a:lnTo>
                      <a:pt x="109264" y="33572"/>
                    </a:lnTo>
                    <a:lnTo>
                      <a:pt x="112139" y="34658"/>
                    </a:lnTo>
                    <a:lnTo>
                      <a:pt x="115014" y="36043"/>
                    </a:lnTo>
                    <a:lnTo>
                      <a:pt x="117890" y="37585"/>
                    </a:lnTo>
                    <a:lnTo>
                      <a:pt x="120765" y="3915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4" name="Surface grid line"/>
              <p:cNvSpPr/>
              <p:nvPr/>
            </p:nvSpPr>
            <p:spPr>
              <a:xfrm>
                <a:off x="4978773" y="1494766"/>
                <a:ext cx="1150287" cy="54645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7371">
                    <a:moveTo>
                      <a:pt x="0" y="0"/>
                    </a:moveTo>
                    <a:lnTo>
                      <a:pt x="2875" y="1881"/>
                    </a:lnTo>
                    <a:lnTo>
                      <a:pt x="5751" y="3649"/>
                    </a:lnTo>
                    <a:lnTo>
                      <a:pt x="8626" y="5275"/>
                    </a:lnTo>
                    <a:lnTo>
                      <a:pt x="11501" y="6717"/>
                    </a:lnTo>
                    <a:lnTo>
                      <a:pt x="14377" y="7919"/>
                    </a:lnTo>
                    <a:lnTo>
                      <a:pt x="17252" y="8834"/>
                    </a:lnTo>
                    <a:lnTo>
                      <a:pt x="20128" y="9445"/>
                    </a:lnTo>
                    <a:lnTo>
                      <a:pt x="23003" y="9783"/>
                    </a:lnTo>
                    <a:lnTo>
                      <a:pt x="25878" y="9946"/>
                    </a:lnTo>
                    <a:lnTo>
                      <a:pt x="28754" y="10093"/>
                    </a:lnTo>
                    <a:lnTo>
                      <a:pt x="31629" y="10429"/>
                    </a:lnTo>
                    <a:lnTo>
                      <a:pt x="34504" y="11176"/>
                    </a:lnTo>
                    <a:lnTo>
                      <a:pt x="37380" y="12533"/>
                    </a:lnTo>
                    <a:lnTo>
                      <a:pt x="40255" y="14649"/>
                    </a:lnTo>
                    <a:lnTo>
                      <a:pt x="43130" y="17596"/>
                    </a:lnTo>
                    <a:lnTo>
                      <a:pt x="46006" y="21356"/>
                    </a:lnTo>
                    <a:lnTo>
                      <a:pt x="48881" y="25827"/>
                    </a:lnTo>
                    <a:lnTo>
                      <a:pt x="51756" y="30823"/>
                    </a:lnTo>
                    <a:lnTo>
                      <a:pt x="54632" y="36096"/>
                    </a:lnTo>
                    <a:lnTo>
                      <a:pt x="57507" y="41355"/>
                    </a:lnTo>
                    <a:lnTo>
                      <a:pt x="60383" y="46286"/>
                    </a:lnTo>
                    <a:lnTo>
                      <a:pt x="63258" y="50585"/>
                    </a:lnTo>
                    <a:lnTo>
                      <a:pt x="66133" y="53986"/>
                    </a:lnTo>
                    <a:lnTo>
                      <a:pt x="69009" y="56286"/>
                    </a:lnTo>
                    <a:lnTo>
                      <a:pt x="71884" y="57371"/>
                    </a:lnTo>
                    <a:lnTo>
                      <a:pt x="74759" y="57228"/>
                    </a:lnTo>
                    <a:lnTo>
                      <a:pt x="77635" y="55948"/>
                    </a:lnTo>
                    <a:lnTo>
                      <a:pt x="80510" y="53716"/>
                    </a:lnTo>
                    <a:lnTo>
                      <a:pt x="83385" y="50789"/>
                    </a:lnTo>
                    <a:lnTo>
                      <a:pt x="86261" y="47466"/>
                    </a:lnTo>
                    <a:lnTo>
                      <a:pt x="89136" y="44055"/>
                    </a:lnTo>
                    <a:lnTo>
                      <a:pt x="92011" y="40843"/>
                    </a:lnTo>
                    <a:lnTo>
                      <a:pt x="94887" y="38068"/>
                    </a:lnTo>
                    <a:lnTo>
                      <a:pt x="97762" y="35899"/>
                    </a:lnTo>
                    <a:lnTo>
                      <a:pt x="100638" y="34433"/>
                    </a:lnTo>
                    <a:lnTo>
                      <a:pt x="103513" y="33687"/>
                    </a:lnTo>
                    <a:lnTo>
                      <a:pt x="106388" y="33617"/>
                    </a:lnTo>
                    <a:lnTo>
                      <a:pt x="109264" y="34126"/>
                    </a:lnTo>
                    <a:lnTo>
                      <a:pt x="112139" y="35081"/>
                    </a:lnTo>
                    <a:lnTo>
                      <a:pt x="115014" y="36336"/>
                    </a:lnTo>
                    <a:lnTo>
                      <a:pt x="117890" y="37740"/>
                    </a:lnTo>
                    <a:lnTo>
                      <a:pt x="120765" y="3915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5" name="Surface grid line"/>
              <p:cNvSpPr/>
              <p:nvPr/>
            </p:nvSpPr>
            <p:spPr>
              <a:xfrm>
                <a:off x="5001505" y="1487785"/>
                <a:ext cx="1150287" cy="57900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0788">
                    <a:moveTo>
                      <a:pt x="0" y="0"/>
                    </a:moveTo>
                    <a:lnTo>
                      <a:pt x="2875" y="1894"/>
                    </a:lnTo>
                    <a:lnTo>
                      <a:pt x="5751" y="3719"/>
                    </a:lnTo>
                    <a:lnTo>
                      <a:pt x="8626" y="5450"/>
                    </a:lnTo>
                    <a:lnTo>
                      <a:pt x="11501" y="7035"/>
                    </a:lnTo>
                    <a:lnTo>
                      <a:pt x="14377" y="8404"/>
                    </a:lnTo>
                    <a:lnTo>
                      <a:pt x="17252" y="9490"/>
                    </a:lnTo>
                    <a:lnTo>
                      <a:pt x="20128" y="10254"/>
                    </a:lnTo>
                    <a:lnTo>
                      <a:pt x="23003" y="10715"/>
                    </a:lnTo>
                    <a:lnTo>
                      <a:pt x="25878" y="10963"/>
                    </a:lnTo>
                    <a:lnTo>
                      <a:pt x="28754" y="11165"/>
                    </a:lnTo>
                    <a:lnTo>
                      <a:pt x="31629" y="11541"/>
                    </a:lnTo>
                    <a:lnTo>
                      <a:pt x="34504" y="12331"/>
                    </a:lnTo>
                    <a:lnTo>
                      <a:pt x="37380" y="13757"/>
                    </a:lnTo>
                    <a:lnTo>
                      <a:pt x="40255" y="15984"/>
                    </a:lnTo>
                    <a:lnTo>
                      <a:pt x="43130" y="19093"/>
                    </a:lnTo>
                    <a:lnTo>
                      <a:pt x="46006" y="23068"/>
                    </a:lnTo>
                    <a:lnTo>
                      <a:pt x="48881" y="27799"/>
                    </a:lnTo>
                    <a:lnTo>
                      <a:pt x="51756" y="33086"/>
                    </a:lnTo>
                    <a:lnTo>
                      <a:pt x="54632" y="38660"/>
                    </a:lnTo>
                    <a:lnTo>
                      <a:pt x="57507" y="44209"/>
                    </a:lnTo>
                    <a:lnTo>
                      <a:pt x="60383" y="49394"/>
                    </a:lnTo>
                    <a:lnTo>
                      <a:pt x="63258" y="53892"/>
                    </a:lnTo>
                    <a:lnTo>
                      <a:pt x="66133" y="57416"/>
                    </a:lnTo>
                    <a:lnTo>
                      <a:pt x="69009" y="59754"/>
                    </a:lnTo>
                    <a:lnTo>
                      <a:pt x="71884" y="60788"/>
                    </a:lnTo>
                    <a:lnTo>
                      <a:pt x="74759" y="60509"/>
                    </a:lnTo>
                    <a:lnTo>
                      <a:pt x="77635" y="59021"/>
                    </a:lnTo>
                    <a:lnTo>
                      <a:pt x="80510" y="56525"/>
                    </a:lnTo>
                    <a:lnTo>
                      <a:pt x="83385" y="53298"/>
                    </a:lnTo>
                    <a:lnTo>
                      <a:pt x="86261" y="49660"/>
                    </a:lnTo>
                    <a:lnTo>
                      <a:pt x="89136" y="45940"/>
                    </a:lnTo>
                    <a:lnTo>
                      <a:pt x="92011" y="42439"/>
                    </a:lnTo>
                    <a:lnTo>
                      <a:pt x="94887" y="39407"/>
                    </a:lnTo>
                    <a:lnTo>
                      <a:pt x="97762" y="37019"/>
                    </a:lnTo>
                    <a:lnTo>
                      <a:pt x="100638" y="35369"/>
                    </a:lnTo>
                    <a:lnTo>
                      <a:pt x="103513" y="34471"/>
                    </a:lnTo>
                    <a:lnTo>
                      <a:pt x="106388" y="34270"/>
                    </a:lnTo>
                    <a:lnTo>
                      <a:pt x="109264" y="34658"/>
                    </a:lnTo>
                    <a:lnTo>
                      <a:pt x="112139" y="35492"/>
                    </a:lnTo>
                    <a:lnTo>
                      <a:pt x="115014" y="36618"/>
                    </a:lnTo>
                    <a:lnTo>
                      <a:pt x="117890" y="37881"/>
                    </a:lnTo>
                    <a:lnTo>
                      <a:pt x="120765" y="3914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6" name="Surface grid line"/>
              <p:cNvSpPr/>
              <p:nvPr/>
            </p:nvSpPr>
            <p:spPr>
              <a:xfrm>
                <a:off x="5024237" y="1480101"/>
                <a:ext cx="1150287" cy="59634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2609">
                    <a:moveTo>
                      <a:pt x="0" y="0"/>
                    </a:moveTo>
                    <a:lnTo>
                      <a:pt x="2875" y="1911"/>
                    </a:lnTo>
                    <a:lnTo>
                      <a:pt x="5751" y="3806"/>
                    </a:lnTo>
                    <a:lnTo>
                      <a:pt x="8626" y="5657"/>
                    </a:lnTo>
                    <a:lnTo>
                      <a:pt x="11501" y="7405"/>
                    </a:lnTo>
                    <a:lnTo>
                      <a:pt x="14377" y="8962"/>
                    </a:lnTo>
                    <a:lnTo>
                      <a:pt x="17252" y="10238"/>
                    </a:lnTo>
                    <a:lnTo>
                      <a:pt x="20128" y="11171"/>
                    </a:lnTo>
                    <a:lnTo>
                      <a:pt x="23003" y="11763"/>
                    </a:lnTo>
                    <a:lnTo>
                      <a:pt x="25878" y="12096"/>
                    </a:lnTo>
                    <a:lnTo>
                      <a:pt x="28754" y="12339"/>
                    </a:lnTo>
                    <a:lnTo>
                      <a:pt x="31629" y="12724"/>
                    </a:lnTo>
                    <a:lnTo>
                      <a:pt x="34504" y="13510"/>
                    </a:lnTo>
                    <a:lnTo>
                      <a:pt x="37380" y="14936"/>
                    </a:lnTo>
                    <a:lnTo>
                      <a:pt x="40255" y="17182"/>
                    </a:lnTo>
                    <a:lnTo>
                      <a:pt x="43130" y="20339"/>
                    </a:lnTo>
                    <a:lnTo>
                      <a:pt x="46006" y="24393"/>
                    </a:lnTo>
                    <a:lnTo>
                      <a:pt x="48881" y="29227"/>
                    </a:lnTo>
                    <a:lnTo>
                      <a:pt x="51756" y="34633"/>
                    </a:lnTo>
                    <a:lnTo>
                      <a:pt x="54632" y="40331"/>
                    </a:lnTo>
                    <a:lnTo>
                      <a:pt x="57507" y="45990"/>
                    </a:lnTo>
                    <a:lnTo>
                      <a:pt x="60383" y="51263"/>
                    </a:lnTo>
                    <a:lnTo>
                      <a:pt x="63258" y="55813"/>
                    </a:lnTo>
                    <a:lnTo>
                      <a:pt x="66133" y="59347"/>
                    </a:lnTo>
                    <a:lnTo>
                      <a:pt x="69009" y="61650"/>
                    </a:lnTo>
                    <a:lnTo>
                      <a:pt x="71884" y="62609"/>
                    </a:lnTo>
                    <a:lnTo>
                      <a:pt x="74759" y="62222"/>
                    </a:lnTo>
                    <a:lnTo>
                      <a:pt x="77635" y="60602"/>
                    </a:lnTo>
                    <a:lnTo>
                      <a:pt x="80510" y="57962"/>
                    </a:lnTo>
                    <a:lnTo>
                      <a:pt x="83385" y="54589"/>
                    </a:lnTo>
                    <a:lnTo>
                      <a:pt x="86261" y="50811"/>
                    </a:lnTo>
                    <a:lnTo>
                      <a:pt x="89136" y="46963"/>
                    </a:lnTo>
                    <a:lnTo>
                      <a:pt x="92011" y="43350"/>
                    </a:lnTo>
                    <a:lnTo>
                      <a:pt x="94887" y="40223"/>
                    </a:lnTo>
                    <a:lnTo>
                      <a:pt x="97762" y="37756"/>
                    </a:lnTo>
                    <a:lnTo>
                      <a:pt x="100638" y="36038"/>
                    </a:lnTo>
                    <a:lnTo>
                      <a:pt x="103513" y="35077"/>
                    </a:lnTo>
                    <a:lnTo>
                      <a:pt x="106388" y="34809"/>
                    </a:lnTo>
                    <a:lnTo>
                      <a:pt x="109264" y="35119"/>
                    </a:lnTo>
                    <a:lnTo>
                      <a:pt x="112139" y="35860"/>
                    </a:lnTo>
                    <a:lnTo>
                      <a:pt x="115014" y="36871"/>
                    </a:lnTo>
                    <a:lnTo>
                      <a:pt x="117890" y="37998"/>
                    </a:lnTo>
                    <a:lnTo>
                      <a:pt x="120765" y="3910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7" name="Surface grid line"/>
              <p:cNvSpPr/>
              <p:nvPr/>
            </p:nvSpPr>
            <p:spPr>
              <a:xfrm>
                <a:off x="5046969" y="1471542"/>
                <a:ext cx="1150287" cy="59497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2465">
                    <a:moveTo>
                      <a:pt x="0" y="0"/>
                    </a:moveTo>
                    <a:lnTo>
                      <a:pt x="2875" y="1928"/>
                    </a:lnTo>
                    <a:lnTo>
                      <a:pt x="5751" y="3894"/>
                    </a:lnTo>
                    <a:lnTo>
                      <a:pt x="8626" y="5872"/>
                    </a:lnTo>
                    <a:lnTo>
                      <a:pt x="11501" y="7792"/>
                    </a:lnTo>
                    <a:lnTo>
                      <a:pt x="14377" y="9547"/>
                    </a:lnTo>
                    <a:lnTo>
                      <a:pt x="17252" y="11024"/>
                    </a:lnTo>
                    <a:lnTo>
                      <a:pt x="20128" y="12135"/>
                    </a:lnTo>
                    <a:lnTo>
                      <a:pt x="23003" y="12862"/>
                    </a:lnTo>
                    <a:lnTo>
                      <a:pt x="25878" y="13277"/>
                    </a:lnTo>
                    <a:lnTo>
                      <a:pt x="28754" y="13546"/>
                    </a:lnTo>
                    <a:lnTo>
                      <a:pt x="31629" y="13910"/>
                    </a:lnTo>
                    <a:lnTo>
                      <a:pt x="34504" y="14641"/>
                    </a:lnTo>
                    <a:lnTo>
                      <a:pt x="37380" y="15993"/>
                    </a:lnTo>
                    <a:lnTo>
                      <a:pt x="40255" y="18158"/>
                    </a:lnTo>
                    <a:lnTo>
                      <a:pt x="43130" y="21234"/>
                    </a:lnTo>
                    <a:lnTo>
                      <a:pt x="46006" y="25210"/>
                    </a:lnTo>
                    <a:lnTo>
                      <a:pt x="48881" y="29967"/>
                    </a:lnTo>
                    <a:lnTo>
                      <a:pt x="51756" y="35291"/>
                    </a:lnTo>
                    <a:lnTo>
                      <a:pt x="54632" y="40899"/>
                    </a:lnTo>
                    <a:lnTo>
                      <a:pt x="57507" y="46456"/>
                    </a:lnTo>
                    <a:lnTo>
                      <a:pt x="60383" y="51613"/>
                    </a:lnTo>
                    <a:lnTo>
                      <a:pt x="63258" y="56036"/>
                    </a:lnTo>
                    <a:lnTo>
                      <a:pt x="66133" y="59439"/>
                    </a:lnTo>
                    <a:lnTo>
                      <a:pt x="69009" y="61616"/>
                    </a:lnTo>
                    <a:lnTo>
                      <a:pt x="71884" y="62465"/>
                    </a:lnTo>
                    <a:lnTo>
                      <a:pt x="74759" y="61997"/>
                    </a:lnTo>
                    <a:lnTo>
                      <a:pt x="77635" y="60336"/>
                    </a:lnTo>
                    <a:lnTo>
                      <a:pt x="80510" y="57697"/>
                    </a:lnTo>
                    <a:lnTo>
                      <a:pt x="83385" y="54365"/>
                    </a:lnTo>
                    <a:lnTo>
                      <a:pt x="86261" y="50660"/>
                    </a:lnTo>
                    <a:lnTo>
                      <a:pt x="89136" y="46905"/>
                    </a:lnTo>
                    <a:lnTo>
                      <a:pt x="92011" y="43397"/>
                    </a:lnTo>
                    <a:lnTo>
                      <a:pt x="94887" y="40373"/>
                    </a:lnTo>
                    <a:lnTo>
                      <a:pt x="97762" y="37999"/>
                    </a:lnTo>
                    <a:lnTo>
                      <a:pt x="100638" y="36355"/>
                    </a:lnTo>
                    <a:lnTo>
                      <a:pt x="103513" y="35442"/>
                    </a:lnTo>
                    <a:lnTo>
                      <a:pt x="106388" y="35191"/>
                    </a:lnTo>
                    <a:lnTo>
                      <a:pt x="109264" y="35482"/>
                    </a:lnTo>
                    <a:lnTo>
                      <a:pt x="112139" y="36167"/>
                    </a:lnTo>
                    <a:lnTo>
                      <a:pt x="115014" y="37087"/>
                    </a:lnTo>
                    <a:lnTo>
                      <a:pt x="117890" y="38093"/>
                    </a:lnTo>
                    <a:lnTo>
                      <a:pt x="120765" y="3905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8" name="Surface grid line"/>
              <p:cNvSpPr/>
              <p:nvPr/>
            </p:nvSpPr>
            <p:spPr>
              <a:xfrm>
                <a:off x="5069700" y="1461937"/>
                <a:ext cx="1150287" cy="57372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0234">
                    <a:moveTo>
                      <a:pt x="0" y="0"/>
                    </a:moveTo>
                    <a:lnTo>
                      <a:pt x="2875" y="1938"/>
                    </a:lnTo>
                    <a:lnTo>
                      <a:pt x="5751" y="3971"/>
                    </a:lnTo>
                    <a:lnTo>
                      <a:pt x="8626" y="6072"/>
                    </a:lnTo>
                    <a:lnTo>
                      <a:pt x="11501" y="8160"/>
                    </a:lnTo>
                    <a:lnTo>
                      <a:pt x="14377" y="10113"/>
                    </a:lnTo>
                    <a:lnTo>
                      <a:pt x="17252" y="11789"/>
                    </a:lnTo>
                    <a:lnTo>
                      <a:pt x="20128" y="13079"/>
                    </a:lnTo>
                    <a:lnTo>
                      <a:pt x="23003" y="13940"/>
                    </a:lnTo>
                    <a:lnTo>
                      <a:pt x="25878" y="14432"/>
                    </a:lnTo>
                    <a:lnTo>
                      <a:pt x="28754" y="14716"/>
                    </a:lnTo>
                    <a:lnTo>
                      <a:pt x="31629" y="15034"/>
                    </a:lnTo>
                    <a:lnTo>
                      <a:pt x="34504" y="15666"/>
                    </a:lnTo>
                    <a:lnTo>
                      <a:pt x="37380" y="16877"/>
                    </a:lnTo>
                    <a:lnTo>
                      <a:pt x="40255" y="18866"/>
                    </a:lnTo>
                    <a:lnTo>
                      <a:pt x="43130" y="21735"/>
                    </a:lnTo>
                    <a:lnTo>
                      <a:pt x="46006" y="25476"/>
                    </a:lnTo>
                    <a:lnTo>
                      <a:pt x="48881" y="29971"/>
                    </a:lnTo>
                    <a:lnTo>
                      <a:pt x="51756" y="35008"/>
                    </a:lnTo>
                    <a:lnTo>
                      <a:pt x="54632" y="40306"/>
                    </a:lnTo>
                    <a:lnTo>
                      <a:pt x="57507" y="45538"/>
                    </a:lnTo>
                    <a:lnTo>
                      <a:pt x="60383" y="50366"/>
                    </a:lnTo>
                    <a:lnTo>
                      <a:pt x="63258" y="54472"/>
                    </a:lnTo>
                    <a:lnTo>
                      <a:pt x="66133" y="57589"/>
                    </a:lnTo>
                    <a:lnTo>
                      <a:pt x="69009" y="59536"/>
                    </a:lnTo>
                    <a:lnTo>
                      <a:pt x="71884" y="60234"/>
                    </a:lnTo>
                    <a:lnTo>
                      <a:pt x="74759" y="59712"/>
                    </a:lnTo>
                    <a:lnTo>
                      <a:pt x="77635" y="58103"/>
                    </a:lnTo>
                    <a:lnTo>
                      <a:pt x="80510" y="55619"/>
                    </a:lnTo>
                    <a:lnTo>
                      <a:pt x="83385" y="52527"/>
                    </a:lnTo>
                    <a:lnTo>
                      <a:pt x="86261" y="49124"/>
                    </a:lnTo>
                    <a:lnTo>
                      <a:pt x="89136" y="45702"/>
                    </a:lnTo>
                    <a:lnTo>
                      <a:pt x="92011" y="42529"/>
                    </a:lnTo>
                    <a:lnTo>
                      <a:pt x="94887" y="39820"/>
                    </a:lnTo>
                    <a:lnTo>
                      <a:pt x="97762" y="37721"/>
                    </a:lnTo>
                    <a:lnTo>
                      <a:pt x="100638" y="36301"/>
                    </a:lnTo>
                    <a:lnTo>
                      <a:pt x="103513" y="35554"/>
                    </a:lnTo>
                    <a:lnTo>
                      <a:pt x="106388" y="35408"/>
                    </a:lnTo>
                    <a:lnTo>
                      <a:pt x="109264" y="35742"/>
                    </a:lnTo>
                    <a:lnTo>
                      <a:pt x="112139" y="36413"/>
                    </a:lnTo>
                    <a:lnTo>
                      <a:pt x="115014" y="37270"/>
                    </a:lnTo>
                    <a:lnTo>
                      <a:pt x="117890" y="38173"/>
                    </a:lnTo>
                    <a:lnTo>
                      <a:pt x="120765" y="3900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9" name="Surface grid line"/>
              <p:cNvSpPr/>
              <p:nvPr/>
            </p:nvSpPr>
            <p:spPr>
              <a:xfrm>
                <a:off x="5092432" y="1451127"/>
                <a:ext cx="1150287" cy="53396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6060">
                    <a:moveTo>
                      <a:pt x="0" y="0"/>
                    </a:moveTo>
                    <a:lnTo>
                      <a:pt x="2875" y="1935"/>
                    </a:lnTo>
                    <a:lnTo>
                      <a:pt x="5751" y="4020"/>
                    </a:lnTo>
                    <a:lnTo>
                      <a:pt x="8626" y="6229"/>
                    </a:lnTo>
                    <a:lnTo>
                      <a:pt x="11501" y="8473"/>
                    </a:lnTo>
                    <a:lnTo>
                      <a:pt x="14377" y="10608"/>
                    </a:lnTo>
                    <a:lnTo>
                      <a:pt x="17252" y="12474"/>
                    </a:lnTo>
                    <a:lnTo>
                      <a:pt x="20128" y="13935"/>
                    </a:lnTo>
                    <a:lnTo>
                      <a:pt x="23003" y="14927"/>
                    </a:lnTo>
                    <a:lnTo>
                      <a:pt x="25878" y="15493"/>
                    </a:lnTo>
                    <a:lnTo>
                      <a:pt x="28754" y="15785"/>
                    </a:lnTo>
                    <a:lnTo>
                      <a:pt x="31629" y="16043"/>
                    </a:lnTo>
                    <a:lnTo>
                      <a:pt x="34504" y="16548"/>
                    </a:lnTo>
                    <a:lnTo>
                      <a:pt x="37380" y="17567"/>
                    </a:lnTo>
                    <a:lnTo>
                      <a:pt x="40255" y="19303"/>
                    </a:lnTo>
                    <a:lnTo>
                      <a:pt x="43130" y="21860"/>
                    </a:lnTo>
                    <a:lnTo>
                      <a:pt x="46006" y="25231"/>
                    </a:lnTo>
                    <a:lnTo>
                      <a:pt x="48881" y="29302"/>
                    </a:lnTo>
                    <a:lnTo>
                      <a:pt x="51756" y="33868"/>
                    </a:lnTo>
                    <a:lnTo>
                      <a:pt x="54632" y="38656"/>
                    </a:lnTo>
                    <a:lnTo>
                      <a:pt x="57507" y="43359"/>
                    </a:lnTo>
                    <a:lnTo>
                      <a:pt x="60383" y="47660"/>
                    </a:lnTo>
                    <a:lnTo>
                      <a:pt x="63258" y="51267"/>
                    </a:lnTo>
                    <a:lnTo>
                      <a:pt x="66133" y="53949"/>
                    </a:lnTo>
                    <a:lnTo>
                      <a:pt x="69009" y="55561"/>
                    </a:lnTo>
                    <a:lnTo>
                      <a:pt x="71884" y="56060"/>
                    </a:lnTo>
                    <a:lnTo>
                      <a:pt x="74759" y="55502"/>
                    </a:lnTo>
                    <a:lnTo>
                      <a:pt x="77635" y="54031"/>
                    </a:lnTo>
                    <a:lnTo>
                      <a:pt x="80510" y="51849"/>
                    </a:lnTo>
                    <a:lnTo>
                      <a:pt x="83385" y="49192"/>
                    </a:lnTo>
                    <a:lnTo>
                      <a:pt x="86261" y="46312"/>
                    </a:lnTo>
                    <a:lnTo>
                      <a:pt x="89136" y="43452"/>
                    </a:lnTo>
                    <a:lnTo>
                      <a:pt x="92011" y="40835"/>
                    </a:lnTo>
                    <a:lnTo>
                      <a:pt x="94887" y="38638"/>
                    </a:lnTo>
                    <a:lnTo>
                      <a:pt x="97762" y="36984"/>
                    </a:lnTo>
                    <a:lnTo>
                      <a:pt x="100638" y="35927"/>
                    </a:lnTo>
                    <a:lnTo>
                      <a:pt x="103513" y="35452"/>
                    </a:lnTo>
                    <a:lnTo>
                      <a:pt x="106388" y="35489"/>
                    </a:lnTo>
                    <a:lnTo>
                      <a:pt x="109264" y="35923"/>
                    </a:lnTo>
                    <a:lnTo>
                      <a:pt x="112139" y="36618"/>
                    </a:lnTo>
                    <a:lnTo>
                      <a:pt x="115014" y="37437"/>
                    </a:lnTo>
                    <a:lnTo>
                      <a:pt x="117890" y="38254"/>
                    </a:lnTo>
                    <a:lnTo>
                      <a:pt x="120765" y="389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0" name="Surface grid line"/>
              <p:cNvSpPr/>
              <p:nvPr/>
            </p:nvSpPr>
            <p:spPr>
              <a:xfrm>
                <a:off x="5115164" y="1438993"/>
                <a:ext cx="1150287" cy="479170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0307">
                    <a:moveTo>
                      <a:pt x="0" y="0"/>
                    </a:moveTo>
                    <a:lnTo>
                      <a:pt x="2875" y="1913"/>
                    </a:lnTo>
                    <a:lnTo>
                      <a:pt x="5751" y="4029"/>
                    </a:lnTo>
                    <a:lnTo>
                      <a:pt x="8626" y="6322"/>
                    </a:lnTo>
                    <a:lnTo>
                      <a:pt x="11501" y="8694"/>
                    </a:lnTo>
                    <a:lnTo>
                      <a:pt x="14377" y="10989"/>
                    </a:lnTo>
                    <a:lnTo>
                      <a:pt x="17252" y="13024"/>
                    </a:lnTo>
                    <a:lnTo>
                      <a:pt x="20128" y="14642"/>
                    </a:lnTo>
                    <a:lnTo>
                      <a:pt x="23003" y="15760"/>
                    </a:lnTo>
                    <a:lnTo>
                      <a:pt x="25878" y="16400"/>
                    </a:lnTo>
                    <a:lnTo>
                      <a:pt x="28754" y="16704"/>
                    </a:lnTo>
                    <a:lnTo>
                      <a:pt x="31629" y="16901"/>
                    </a:lnTo>
                    <a:lnTo>
                      <a:pt x="34504" y="17269"/>
                    </a:lnTo>
                    <a:lnTo>
                      <a:pt x="37380" y="18071"/>
                    </a:lnTo>
                    <a:lnTo>
                      <a:pt x="40255" y="19506"/>
                    </a:lnTo>
                    <a:lnTo>
                      <a:pt x="43130" y="21680"/>
                    </a:lnTo>
                    <a:lnTo>
                      <a:pt x="46006" y="24586"/>
                    </a:lnTo>
                    <a:lnTo>
                      <a:pt x="48881" y="28113"/>
                    </a:lnTo>
                    <a:lnTo>
                      <a:pt x="51756" y="32068"/>
                    </a:lnTo>
                    <a:lnTo>
                      <a:pt x="54632" y="36194"/>
                    </a:lnTo>
                    <a:lnTo>
                      <a:pt x="57507" y="40205"/>
                    </a:lnTo>
                    <a:lnTo>
                      <a:pt x="60383" y="43813"/>
                    </a:lnTo>
                    <a:lnTo>
                      <a:pt x="63258" y="46768"/>
                    </a:lnTo>
                    <a:lnTo>
                      <a:pt x="66133" y="48881"/>
                    </a:lnTo>
                    <a:lnTo>
                      <a:pt x="69009" y="50058"/>
                    </a:lnTo>
                    <a:lnTo>
                      <a:pt x="71884" y="50307"/>
                    </a:lnTo>
                    <a:lnTo>
                      <a:pt x="74759" y="49720"/>
                    </a:lnTo>
                    <a:lnTo>
                      <a:pt x="77635" y="48455"/>
                    </a:lnTo>
                    <a:lnTo>
                      <a:pt x="80510" y="46700"/>
                    </a:lnTo>
                    <a:lnTo>
                      <a:pt x="83385" y="44649"/>
                    </a:lnTo>
                    <a:lnTo>
                      <a:pt x="86261" y="42487"/>
                    </a:lnTo>
                    <a:lnTo>
                      <a:pt x="89136" y="40391"/>
                    </a:lnTo>
                    <a:lnTo>
                      <a:pt x="92011" y="38518"/>
                    </a:lnTo>
                    <a:lnTo>
                      <a:pt x="94887" y="36999"/>
                    </a:lnTo>
                    <a:lnTo>
                      <a:pt x="97762" y="35927"/>
                    </a:lnTo>
                    <a:lnTo>
                      <a:pt x="100638" y="35338"/>
                    </a:lnTo>
                    <a:lnTo>
                      <a:pt x="103513" y="35217"/>
                    </a:lnTo>
                    <a:lnTo>
                      <a:pt x="106388" y="35494"/>
                    </a:lnTo>
                    <a:lnTo>
                      <a:pt x="109264" y="36067"/>
                    </a:lnTo>
                    <a:lnTo>
                      <a:pt x="112139" y="36814"/>
                    </a:lnTo>
                    <a:lnTo>
                      <a:pt x="115014" y="37613"/>
                    </a:lnTo>
                    <a:lnTo>
                      <a:pt x="117890" y="38359"/>
                    </a:lnTo>
                    <a:lnTo>
                      <a:pt x="120765" y="389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1" name="Surface grid line"/>
              <p:cNvSpPr/>
              <p:nvPr/>
            </p:nvSpPr>
            <p:spPr>
              <a:xfrm>
                <a:off x="5137896" y="1425463"/>
                <a:ext cx="1150287" cy="414540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3521">
                    <a:moveTo>
                      <a:pt x="0" y="0"/>
                    </a:moveTo>
                    <a:lnTo>
                      <a:pt x="2875" y="1868"/>
                    </a:lnTo>
                    <a:lnTo>
                      <a:pt x="5751" y="3988"/>
                    </a:lnTo>
                    <a:lnTo>
                      <a:pt x="8626" y="6332"/>
                    </a:lnTo>
                    <a:lnTo>
                      <a:pt x="11501" y="8798"/>
                    </a:lnTo>
                    <a:lnTo>
                      <a:pt x="14377" y="11218"/>
                    </a:lnTo>
                    <a:lnTo>
                      <a:pt x="17252" y="13394"/>
                    </a:lnTo>
                    <a:lnTo>
                      <a:pt x="20128" y="15151"/>
                    </a:lnTo>
                    <a:lnTo>
                      <a:pt x="23003" y="16386"/>
                    </a:lnTo>
                    <a:lnTo>
                      <a:pt x="25878" y="17104"/>
                    </a:lnTo>
                    <a:lnTo>
                      <a:pt x="28754" y="17431"/>
                    </a:lnTo>
                    <a:lnTo>
                      <a:pt x="31629" y="17583"/>
                    </a:lnTo>
                    <a:lnTo>
                      <a:pt x="34504" y="17826"/>
                    </a:lnTo>
                    <a:lnTo>
                      <a:pt x="37380" y="18413"/>
                    </a:lnTo>
                    <a:lnTo>
                      <a:pt x="40255" y="19538"/>
                    </a:lnTo>
                    <a:lnTo>
                      <a:pt x="43130" y="21300"/>
                    </a:lnTo>
                    <a:lnTo>
                      <a:pt x="46006" y="23693"/>
                    </a:lnTo>
                    <a:lnTo>
                      <a:pt x="48881" y="26612"/>
                    </a:lnTo>
                    <a:lnTo>
                      <a:pt x="51756" y="29874"/>
                    </a:lnTo>
                    <a:lnTo>
                      <a:pt x="54632" y="33241"/>
                    </a:lnTo>
                    <a:lnTo>
                      <a:pt x="57507" y="36453"/>
                    </a:lnTo>
                    <a:lnTo>
                      <a:pt x="60383" y="39255"/>
                    </a:lnTo>
                    <a:lnTo>
                      <a:pt x="63258" y="41438"/>
                    </a:lnTo>
                    <a:lnTo>
                      <a:pt x="66133" y="42871"/>
                    </a:lnTo>
                    <a:lnTo>
                      <a:pt x="69009" y="43521"/>
                    </a:lnTo>
                    <a:lnTo>
                      <a:pt x="71884" y="43460"/>
                    </a:lnTo>
                    <a:lnTo>
                      <a:pt x="74759" y="42834"/>
                    </a:lnTo>
                    <a:lnTo>
                      <a:pt x="77635" y="41821"/>
                    </a:lnTo>
                    <a:lnTo>
                      <a:pt x="80510" y="40592"/>
                    </a:lnTo>
                    <a:lnTo>
                      <a:pt x="83385" y="39284"/>
                    </a:lnTo>
                    <a:lnTo>
                      <a:pt x="86261" y="38001"/>
                    </a:lnTo>
                    <a:lnTo>
                      <a:pt x="89136" y="36827"/>
                    </a:lnTo>
                    <a:lnTo>
                      <a:pt x="92011" y="35844"/>
                    </a:lnTo>
                    <a:lnTo>
                      <a:pt x="94887" y="35125"/>
                    </a:lnTo>
                    <a:lnTo>
                      <a:pt x="97762" y="34726"/>
                    </a:lnTo>
                    <a:lnTo>
                      <a:pt x="100638" y="34674"/>
                    </a:lnTo>
                    <a:lnTo>
                      <a:pt x="103513" y="34952"/>
                    </a:lnTo>
                    <a:lnTo>
                      <a:pt x="106388" y="35500"/>
                    </a:lnTo>
                    <a:lnTo>
                      <a:pt x="109264" y="36230"/>
                    </a:lnTo>
                    <a:lnTo>
                      <a:pt x="112139" y="37039"/>
                    </a:lnTo>
                    <a:lnTo>
                      <a:pt x="115014" y="37826"/>
                    </a:lnTo>
                    <a:lnTo>
                      <a:pt x="117890" y="38508"/>
                    </a:lnTo>
                    <a:lnTo>
                      <a:pt x="120765" y="3902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2" name="Surface grid line"/>
              <p:cNvSpPr/>
              <p:nvPr/>
            </p:nvSpPr>
            <p:spPr>
              <a:xfrm>
                <a:off x="5160628" y="1410529"/>
                <a:ext cx="1150287" cy="37289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149">
                    <a:moveTo>
                      <a:pt x="0" y="0"/>
                    </a:moveTo>
                    <a:lnTo>
                      <a:pt x="2875" y="1799"/>
                    </a:lnTo>
                    <a:lnTo>
                      <a:pt x="5751" y="3890"/>
                    </a:lnTo>
                    <a:lnTo>
                      <a:pt x="8626" y="6247"/>
                    </a:lnTo>
                    <a:lnTo>
                      <a:pt x="11501" y="8766"/>
                    </a:lnTo>
                    <a:lnTo>
                      <a:pt x="14377" y="11271"/>
                    </a:lnTo>
                    <a:lnTo>
                      <a:pt x="17252" y="13553"/>
                    </a:lnTo>
                    <a:lnTo>
                      <a:pt x="20128" y="15425"/>
                    </a:lnTo>
                    <a:lnTo>
                      <a:pt x="23003" y="16767"/>
                    </a:lnTo>
                    <a:lnTo>
                      <a:pt x="25878" y="17569"/>
                    </a:lnTo>
                    <a:lnTo>
                      <a:pt x="28754" y="17938"/>
                    </a:lnTo>
                    <a:lnTo>
                      <a:pt x="31629" y="18073"/>
                    </a:lnTo>
                    <a:lnTo>
                      <a:pt x="34504" y="18222"/>
                    </a:lnTo>
                    <a:lnTo>
                      <a:pt x="37380" y="18625"/>
                    </a:lnTo>
                    <a:lnTo>
                      <a:pt x="40255" y="19463"/>
                    </a:lnTo>
                    <a:lnTo>
                      <a:pt x="43130" y="20828"/>
                    </a:lnTo>
                    <a:lnTo>
                      <a:pt x="46006" y="22711"/>
                    </a:lnTo>
                    <a:lnTo>
                      <a:pt x="48881" y="25012"/>
                    </a:lnTo>
                    <a:lnTo>
                      <a:pt x="51756" y="27561"/>
                    </a:lnTo>
                    <a:lnTo>
                      <a:pt x="54632" y="30135"/>
                    </a:lnTo>
                    <a:lnTo>
                      <a:pt x="57507" y="32498"/>
                    </a:lnTo>
                    <a:lnTo>
                      <a:pt x="60383" y="34427"/>
                    </a:lnTo>
                    <a:lnTo>
                      <a:pt x="63258" y="35757"/>
                    </a:lnTo>
                    <a:lnTo>
                      <a:pt x="66133" y="36416"/>
                    </a:lnTo>
                    <a:lnTo>
                      <a:pt x="69009" y="36451"/>
                    </a:lnTo>
                    <a:lnTo>
                      <a:pt x="71884" y="36013"/>
                    </a:lnTo>
                    <a:lnTo>
                      <a:pt x="74759" y="35317"/>
                    </a:lnTo>
                    <a:lnTo>
                      <a:pt x="77635" y="34577"/>
                    </a:lnTo>
                    <a:lnTo>
                      <a:pt x="80510" y="33943"/>
                    </a:lnTo>
                    <a:lnTo>
                      <a:pt x="83385" y="33484"/>
                    </a:lnTo>
                    <a:lnTo>
                      <a:pt x="86261" y="33204"/>
                    </a:lnTo>
                    <a:lnTo>
                      <a:pt x="89136" y="33075"/>
                    </a:lnTo>
                    <a:lnTo>
                      <a:pt x="92011" y="33084"/>
                    </a:lnTo>
                    <a:lnTo>
                      <a:pt x="94887" y="33239"/>
                    </a:lnTo>
                    <a:lnTo>
                      <a:pt x="97762" y="33564"/>
                    </a:lnTo>
                    <a:lnTo>
                      <a:pt x="100638" y="34074"/>
                    </a:lnTo>
                    <a:lnTo>
                      <a:pt x="103513" y="34760"/>
                    </a:lnTo>
                    <a:lnTo>
                      <a:pt x="106388" y="35578"/>
                    </a:lnTo>
                    <a:lnTo>
                      <a:pt x="109264" y="36461"/>
                    </a:lnTo>
                    <a:lnTo>
                      <a:pt x="112139" y="37327"/>
                    </a:lnTo>
                    <a:lnTo>
                      <a:pt x="115014" y="38100"/>
                    </a:lnTo>
                    <a:lnTo>
                      <a:pt x="117890" y="38719"/>
                    </a:lnTo>
                    <a:lnTo>
                      <a:pt x="120765" y="3914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3" name="Surface grid line"/>
              <p:cNvSpPr/>
              <p:nvPr/>
            </p:nvSpPr>
            <p:spPr>
              <a:xfrm>
                <a:off x="5183360" y="1394254"/>
                <a:ext cx="1150287" cy="374782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347">
                    <a:moveTo>
                      <a:pt x="0" y="0"/>
                    </a:moveTo>
                    <a:lnTo>
                      <a:pt x="2875" y="1705"/>
                    </a:lnTo>
                    <a:lnTo>
                      <a:pt x="5751" y="3735"/>
                    </a:lnTo>
                    <a:lnTo>
                      <a:pt x="8626" y="6066"/>
                    </a:lnTo>
                    <a:lnTo>
                      <a:pt x="11501" y="8592"/>
                    </a:lnTo>
                    <a:lnTo>
                      <a:pt x="14377" y="11136"/>
                    </a:lnTo>
                    <a:lnTo>
                      <a:pt x="17252" y="13486"/>
                    </a:lnTo>
                    <a:lnTo>
                      <a:pt x="20128" y="15443"/>
                    </a:lnTo>
                    <a:lnTo>
                      <a:pt x="23003" y="16880"/>
                    </a:lnTo>
                    <a:lnTo>
                      <a:pt x="25878" y="17770"/>
                    </a:lnTo>
                    <a:lnTo>
                      <a:pt x="28754" y="18202"/>
                    </a:lnTo>
                    <a:lnTo>
                      <a:pt x="31629" y="18355"/>
                    </a:lnTo>
                    <a:lnTo>
                      <a:pt x="34504" y="18458"/>
                    </a:lnTo>
                    <a:lnTo>
                      <a:pt x="37380" y="18728"/>
                    </a:lnTo>
                    <a:lnTo>
                      <a:pt x="40255" y="19332"/>
                    </a:lnTo>
                    <a:lnTo>
                      <a:pt x="43130" y="20349"/>
                    </a:lnTo>
                    <a:lnTo>
                      <a:pt x="46006" y="21769"/>
                    </a:lnTo>
                    <a:lnTo>
                      <a:pt x="48881" y="23495"/>
                    </a:lnTo>
                    <a:lnTo>
                      <a:pt x="51756" y="25361"/>
                    </a:lnTo>
                    <a:lnTo>
                      <a:pt x="54632" y="27162"/>
                    </a:lnTo>
                    <a:lnTo>
                      <a:pt x="57507" y="28675"/>
                    </a:lnTo>
                    <a:lnTo>
                      <a:pt x="60383" y="29704"/>
                    </a:lnTo>
                    <a:lnTo>
                      <a:pt x="63258" y="30124"/>
                    </a:lnTo>
                    <a:lnTo>
                      <a:pt x="66133" y="29930"/>
                    </a:lnTo>
                    <a:lnTo>
                      <a:pt x="69009" y="29257"/>
                    </a:lnTo>
                    <a:lnTo>
                      <a:pt x="71884" y="28360"/>
                    </a:lnTo>
                    <a:lnTo>
                      <a:pt x="74759" y="27545"/>
                    </a:lnTo>
                    <a:lnTo>
                      <a:pt x="77635" y="27073"/>
                    </a:lnTo>
                    <a:lnTo>
                      <a:pt x="80510" y="27080"/>
                    </a:lnTo>
                    <a:lnTo>
                      <a:pt x="83385" y="27554"/>
                    </a:lnTo>
                    <a:lnTo>
                      <a:pt x="86261" y="28375"/>
                    </a:lnTo>
                    <a:lnTo>
                      <a:pt x="89136" y="29384"/>
                    </a:lnTo>
                    <a:lnTo>
                      <a:pt x="92011" y="30455"/>
                    </a:lnTo>
                    <a:lnTo>
                      <a:pt x="94887" y="31525"/>
                    </a:lnTo>
                    <a:lnTo>
                      <a:pt x="97762" y="32585"/>
                    </a:lnTo>
                    <a:lnTo>
                      <a:pt x="100638" y="33649"/>
                    </a:lnTo>
                    <a:lnTo>
                      <a:pt x="103513" y="34722"/>
                    </a:lnTo>
                    <a:lnTo>
                      <a:pt x="106388" y="35786"/>
                    </a:lnTo>
                    <a:lnTo>
                      <a:pt x="109264" y="36798"/>
                    </a:lnTo>
                    <a:lnTo>
                      <a:pt x="112139" y="37703"/>
                    </a:lnTo>
                    <a:lnTo>
                      <a:pt x="115014" y="38450"/>
                    </a:lnTo>
                    <a:lnTo>
                      <a:pt x="117890" y="39002"/>
                    </a:lnTo>
                    <a:lnTo>
                      <a:pt x="120765" y="3934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4" name="Surface grid line"/>
              <p:cNvSpPr/>
              <p:nvPr/>
            </p:nvSpPr>
            <p:spPr>
              <a:xfrm>
                <a:off x="5206092" y="1376769"/>
                <a:ext cx="1150287" cy="37737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619">
                    <a:moveTo>
                      <a:pt x="0" y="0"/>
                    </a:moveTo>
                    <a:lnTo>
                      <a:pt x="2875" y="1590"/>
                    </a:lnTo>
                    <a:lnTo>
                      <a:pt x="5751" y="3527"/>
                    </a:lnTo>
                    <a:lnTo>
                      <a:pt x="8626" y="5792"/>
                    </a:lnTo>
                    <a:lnTo>
                      <a:pt x="11501" y="8280"/>
                    </a:lnTo>
                    <a:lnTo>
                      <a:pt x="14377" y="10816"/>
                    </a:lnTo>
                    <a:lnTo>
                      <a:pt x="17252" y="13189"/>
                    </a:lnTo>
                    <a:lnTo>
                      <a:pt x="20128" y="15199"/>
                    </a:lnTo>
                    <a:lnTo>
                      <a:pt x="23003" y="16712"/>
                    </a:lnTo>
                    <a:lnTo>
                      <a:pt x="25878" y="17690"/>
                    </a:lnTo>
                    <a:lnTo>
                      <a:pt x="28754" y="18205"/>
                    </a:lnTo>
                    <a:lnTo>
                      <a:pt x="31629" y="18414"/>
                    </a:lnTo>
                    <a:lnTo>
                      <a:pt x="34504" y="18522"/>
                    </a:lnTo>
                    <a:lnTo>
                      <a:pt x="37380" y="18723"/>
                    </a:lnTo>
                    <a:lnTo>
                      <a:pt x="40255" y="19164"/>
                    </a:lnTo>
                    <a:lnTo>
                      <a:pt x="43130" y="19911"/>
                    </a:lnTo>
                    <a:lnTo>
                      <a:pt x="46006" y="20947"/>
                    </a:lnTo>
                    <a:lnTo>
                      <a:pt x="48881" y="22174"/>
                    </a:lnTo>
                    <a:lnTo>
                      <a:pt x="51756" y="23431"/>
                    </a:lnTo>
                    <a:lnTo>
                      <a:pt x="54632" y="24514"/>
                    </a:lnTo>
                    <a:lnTo>
                      <a:pt x="57507" y="25209"/>
                    </a:lnTo>
                    <a:lnTo>
                      <a:pt x="60383" y="25336"/>
                    </a:lnTo>
                    <a:lnTo>
                      <a:pt x="63258" y="24805"/>
                    </a:lnTo>
                    <a:lnTo>
                      <a:pt x="66133" y="23679"/>
                    </a:lnTo>
                    <a:lnTo>
                      <a:pt x="69009" y="22196"/>
                    </a:lnTo>
                    <a:lnTo>
                      <a:pt x="71884" y="20741"/>
                    </a:lnTo>
                    <a:lnTo>
                      <a:pt x="74759" y="19736"/>
                    </a:lnTo>
                    <a:lnTo>
                      <a:pt x="77635" y="19510"/>
                    </a:lnTo>
                    <a:lnTo>
                      <a:pt x="80510" y="20189"/>
                    </a:lnTo>
                    <a:lnTo>
                      <a:pt x="83385" y="21668"/>
                    </a:lnTo>
                    <a:lnTo>
                      <a:pt x="86261" y="23678"/>
                    </a:lnTo>
                    <a:lnTo>
                      <a:pt x="89136" y="25903"/>
                    </a:lnTo>
                    <a:lnTo>
                      <a:pt x="92011" y="28089"/>
                    </a:lnTo>
                    <a:lnTo>
                      <a:pt x="94887" y="30094"/>
                    </a:lnTo>
                    <a:lnTo>
                      <a:pt x="97762" y="31879"/>
                    </a:lnTo>
                    <a:lnTo>
                      <a:pt x="100638" y="33465"/>
                    </a:lnTo>
                    <a:lnTo>
                      <a:pt x="103513" y="34886"/>
                    </a:lnTo>
                    <a:lnTo>
                      <a:pt x="106388" y="36153"/>
                    </a:lnTo>
                    <a:lnTo>
                      <a:pt x="109264" y="37258"/>
                    </a:lnTo>
                    <a:lnTo>
                      <a:pt x="112139" y="38175"/>
                    </a:lnTo>
                    <a:lnTo>
                      <a:pt x="115014" y="38879"/>
                    </a:lnTo>
                    <a:lnTo>
                      <a:pt x="117890" y="39358"/>
                    </a:lnTo>
                    <a:lnTo>
                      <a:pt x="120765" y="3961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5" name="Surface grid line"/>
              <p:cNvSpPr/>
              <p:nvPr/>
            </p:nvSpPr>
            <p:spPr>
              <a:xfrm>
                <a:off x="5228823" y="1358265"/>
                <a:ext cx="1150287" cy="38057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956">
                    <a:moveTo>
                      <a:pt x="0" y="0"/>
                    </a:moveTo>
                    <a:lnTo>
                      <a:pt x="2875" y="1456"/>
                    </a:lnTo>
                    <a:lnTo>
                      <a:pt x="5751" y="3275"/>
                    </a:lnTo>
                    <a:lnTo>
                      <a:pt x="8626" y="5437"/>
                    </a:lnTo>
                    <a:lnTo>
                      <a:pt x="11501" y="7843"/>
                    </a:lnTo>
                    <a:lnTo>
                      <a:pt x="14377" y="10323"/>
                    </a:lnTo>
                    <a:lnTo>
                      <a:pt x="17252" y="12672"/>
                    </a:lnTo>
                    <a:lnTo>
                      <a:pt x="20128" y="14696"/>
                    </a:lnTo>
                    <a:lnTo>
                      <a:pt x="23003" y="16259"/>
                    </a:lnTo>
                    <a:lnTo>
                      <a:pt x="25878" y="17317"/>
                    </a:lnTo>
                    <a:lnTo>
                      <a:pt x="28754" y="17926"/>
                    </a:lnTo>
                    <a:lnTo>
                      <a:pt x="31629" y="18224"/>
                    </a:lnTo>
                    <a:lnTo>
                      <a:pt x="34504" y="18387"/>
                    </a:lnTo>
                    <a:lnTo>
                      <a:pt x="37380" y="18586"/>
                    </a:lnTo>
                    <a:lnTo>
                      <a:pt x="40255" y="18945"/>
                    </a:lnTo>
                    <a:lnTo>
                      <a:pt x="43130" y="19514"/>
                    </a:lnTo>
                    <a:lnTo>
                      <a:pt x="46006" y="20264"/>
                    </a:lnTo>
                    <a:lnTo>
                      <a:pt x="48881" y="21092"/>
                    </a:lnTo>
                    <a:lnTo>
                      <a:pt x="51756" y="21833"/>
                    </a:lnTo>
                    <a:lnTo>
                      <a:pt x="54632" y="22277"/>
                    </a:lnTo>
                    <a:lnTo>
                      <a:pt x="57507" y="22205"/>
                    </a:lnTo>
                    <a:lnTo>
                      <a:pt x="60383" y="21438"/>
                    </a:lnTo>
                    <a:lnTo>
                      <a:pt x="63258" y="19915"/>
                    </a:lnTo>
                    <a:lnTo>
                      <a:pt x="66133" y="17769"/>
                    </a:lnTo>
                    <a:lnTo>
                      <a:pt x="69009" y="15361"/>
                    </a:lnTo>
                    <a:lnTo>
                      <a:pt x="71884" y="13229"/>
                    </a:lnTo>
                    <a:lnTo>
                      <a:pt x="74759" y="11948"/>
                    </a:lnTo>
                    <a:lnTo>
                      <a:pt x="77635" y="11935"/>
                    </a:lnTo>
                    <a:lnTo>
                      <a:pt x="80510" y="13311"/>
                    </a:lnTo>
                    <a:lnTo>
                      <a:pt x="83385" y="15864"/>
                    </a:lnTo>
                    <a:lnTo>
                      <a:pt x="86261" y="19153"/>
                    </a:lnTo>
                    <a:lnTo>
                      <a:pt x="89136" y="22674"/>
                    </a:lnTo>
                    <a:lnTo>
                      <a:pt x="92011" y="26026"/>
                    </a:lnTo>
                    <a:lnTo>
                      <a:pt x="94887" y="28979"/>
                    </a:lnTo>
                    <a:lnTo>
                      <a:pt x="97762" y="31470"/>
                    </a:lnTo>
                    <a:lnTo>
                      <a:pt x="100638" y="33539"/>
                    </a:lnTo>
                    <a:lnTo>
                      <a:pt x="103513" y="35257"/>
                    </a:lnTo>
                    <a:lnTo>
                      <a:pt x="106388" y="36680"/>
                    </a:lnTo>
                    <a:lnTo>
                      <a:pt x="109264" y="37836"/>
                    </a:lnTo>
                    <a:lnTo>
                      <a:pt x="112139" y="38734"/>
                    </a:lnTo>
                    <a:lnTo>
                      <a:pt x="115014" y="39377"/>
                    </a:lnTo>
                    <a:lnTo>
                      <a:pt x="117890" y="39775"/>
                    </a:lnTo>
                    <a:lnTo>
                      <a:pt x="120765" y="3995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6" name="Surface grid line"/>
              <p:cNvSpPr/>
              <p:nvPr/>
            </p:nvSpPr>
            <p:spPr>
              <a:xfrm>
                <a:off x="5251555" y="1338978"/>
                <a:ext cx="1150287" cy="38424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0341">
                    <a:moveTo>
                      <a:pt x="0" y="0"/>
                    </a:moveTo>
                    <a:lnTo>
                      <a:pt x="2875" y="1312"/>
                    </a:lnTo>
                    <a:lnTo>
                      <a:pt x="5751" y="2990"/>
                    </a:lnTo>
                    <a:lnTo>
                      <a:pt x="8626" y="5017"/>
                    </a:lnTo>
                    <a:lnTo>
                      <a:pt x="11501" y="7298"/>
                    </a:lnTo>
                    <a:lnTo>
                      <a:pt x="14377" y="9675"/>
                    </a:lnTo>
                    <a:lnTo>
                      <a:pt x="17252" y="11951"/>
                    </a:lnTo>
                    <a:lnTo>
                      <a:pt x="20128" y="13943"/>
                    </a:lnTo>
                    <a:lnTo>
                      <a:pt x="23003" y="15520"/>
                    </a:lnTo>
                    <a:lnTo>
                      <a:pt x="25878" y="16637"/>
                    </a:lnTo>
                    <a:lnTo>
                      <a:pt x="28754" y="17340"/>
                    </a:lnTo>
                    <a:lnTo>
                      <a:pt x="31629" y="17746"/>
                    </a:lnTo>
                    <a:lnTo>
                      <a:pt x="34504" y="18008"/>
                    </a:lnTo>
                    <a:lnTo>
                      <a:pt x="37380" y="18268"/>
                    </a:lnTo>
                    <a:lnTo>
                      <a:pt x="40255" y="18626"/>
                    </a:lnTo>
                    <a:lnTo>
                      <a:pt x="43130" y="19111"/>
                    </a:lnTo>
                    <a:lnTo>
                      <a:pt x="46006" y="19681"/>
                    </a:lnTo>
                    <a:lnTo>
                      <a:pt x="48881" y="20219"/>
                    </a:lnTo>
                    <a:lnTo>
                      <a:pt x="51756" y="20548"/>
                    </a:lnTo>
                    <a:lnTo>
                      <a:pt x="54632" y="20441"/>
                    </a:lnTo>
                    <a:lnTo>
                      <a:pt x="57507" y="19657"/>
                    </a:lnTo>
                    <a:lnTo>
                      <a:pt x="60383" y="18004"/>
                    </a:lnTo>
                    <a:lnTo>
                      <a:pt x="63258" y="15442"/>
                    </a:lnTo>
                    <a:lnTo>
                      <a:pt x="66133" y="12179"/>
                    </a:lnTo>
                    <a:lnTo>
                      <a:pt x="69009" y="8716"/>
                    </a:lnTo>
                    <a:lnTo>
                      <a:pt x="71884" y="5777"/>
                    </a:lnTo>
                    <a:lnTo>
                      <a:pt x="74759" y="4120"/>
                    </a:lnTo>
                    <a:lnTo>
                      <a:pt x="77635" y="4281"/>
                    </a:lnTo>
                    <a:lnTo>
                      <a:pt x="80510" y="6380"/>
                    </a:lnTo>
                    <a:lnTo>
                      <a:pt x="83385" y="10084"/>
                    </a:lnTo>
                    <a:lnTo>
                      <a:pt x="86261" y="14748"/>
                    </a:lnTo>
                    <a:lnTo>
                      <a:pt x="89136" y="19654"/>
                    </a:lnTo>
                    <a:lnTo>
                      <a:pt x="92011" y="24229"/>
                    </a:lnTo>
                    <a:lnTo>
                      <a:pt x="94887" y="28149"/>
                    </a:lnTo>
                    <a:lnTo>
                      <a:pt x="97762" y="31331"/>
                    </a:lnTo>
                    <a:lnTo>
                      <a:pt x="100638" y="33844"/>
                    </a:lnTo>
                    <a:lnTo>
                      <a:pt x="103513" y="35810"/>
                    </a:lnTo>
                    <a:lnTo>
                      <a:pt x="106388" y="37340"/>
                    </a:lnTo>
                    <a:lnTo>
                      <a:pt x="109264" y="38508"/>
                    </a:lnTo>
                    <a:lnTo>
                      <a:pt x="112139" y="39359"/>
                    </a:lnTo>
                    <a:lnTo>
                      <a:pt x="115014" y="39923"/>
                    </a:lnTo>
                    <a:lnTo>
                      <a:pt x="117890" y="40235"/>
                    </a:lnTo>
                    <a:lnTo>
                      <a:pt x="120765" y="4034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7" name="Surface grid line"/>
              <p:cNvSpPr/>
              <p:nvPr/>
            </p:nvSpPr>
            <p:spPr>
              <a:xfrm>
                <a:off x="5274287" y="1282529"/>
                <a:ext cx="1150287" cy="42482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4601">
                    <a:moveTo>
                      <a:pt x="0" y="3847"/>
                    </a:moveTo>
                    <a:lnTo>
                      <a:pt x="2875" y="5008"/>
                    </a:lnTo>
                    <a:lnTo>
                      <a:pt x="5751" y="6530"/>
                    </a:lnTo>
                    <a:lnTo>
                      <a:pt x="8626" y="8395"/>
                    </a:lnTo>
                    <a:lnTo>
                      <a:pt x="11501" y="10514"/>
                    </a:lnTo>
                    <a:lnTo>
                      <a:pt x="14377" y="12738"/>
                    </a:lnTo>
                    <a:lnTo>
                      <a:pt x="17252" y="14887"/>
                    </a:lnTo>
                    <a:lnTo>
                      <a:pt x="20128" y="16792"/>
                    </a:lnTo>
                    <a:lnTo>
                      <a:pt x="23003" y="18336"/>
                    </a:lnTo>
                    <a:lnTo>
                      <a:pt x="25878" y="19478"/>
                    </a:lnTo>
                    <a:lnTo>
                      <a:pt x="28754" y="20257"/>
                    </a:lnTo>
                    <a:lnTo>
                      <a:pt x="31629" y="20776"/>
                    </a:lnTo>
                    <a:lnTo>
                      <a:pt x="34504" y="21165"/>
                    </a:lnTo>
                    <a:lnTo>
                      <a:pt x="37380" y="21541"/>
                    </a:lnTo>
                    <a:lnTo>
                      <a:pt x="40255" y="21973"/>
                    </a:lnTo>
                    <a:lnTo>
                      <a:pt x="43130" y="22468"/>
                    </a:lnTo>
                    <a:lnTo>
                      <a:pt x="46006" y="22964"/>
                    </a:lnTo>
                    <a:lnTo>
                      <a:pt x="48881" y="23324"/>
                    </a:lnTo>
                    <a:lnTo>
                      <a:pt x="51756" y="23347"/>
                    </a:lnTo>
                    <a:lnTo>
                      <a:pt x="54632" y="22775"/>
                    </a:lnTo>
                    <a:lnTo>
                      <a:pt x="57507" y="21331"/>
                    </a:lnTo>
                    <a:lnTo>
                      <a:pt x="60383" y="18798"/>
                    </a:lnTo>
                    <a:lnTo>
                      <a:pt x="63258" y="15148"/>
                    </a:lnTo>
                    <a:lnTo>
                      <a:pt x="66133" y="10666"/>
                    </a:lnTo>
                    <a:lnTo>
                      <a:pt x="69009" y="6012"/>
                    </a:lnTo>
                    <a:lnTo>
                      <a:pt x="71884" y="2132"/>
                    </a:lnTo>
                    <a:lnTo>
                      <a:pt x="74759" y="0"/>
                    </a:lnTo>
                    <a:lnTo>
                      <a:pt x="77635" y="295"/>
                    </a:lnTo>
                    <a:lnTo>
                      <a:pt x="80510" y="3144"/>
                    </a:lnTo>
                    <a:lnTo>
                      <a:pt x="83385" y="8077"/>
                    </a:lnTo>
                    <a:lnTo>
                      <a:pt x="86261" y="14220"/>
                    </a:lnTo>
                    <a:lnTo>
                      <a:pt x="89136" y="20606"/>
                    </a:lnTo>
                    <a:lnTo>
                      <a:pt x="92011" y="26467"/>
                    </a:lnTo>
                    <a:lnTo>
                      <a:pt x="94887" y="31380"/>
                    </a:lnTo>
                    <a:lnTo>
                      <a:pt x="97762" y="35244"/>
                    </a:lnTo>
                    <a:lnTo>
                      <a:pt x="100638" y="38169"/>
                    </a:lnTo>
                    <a:lnTo>
                      <a:pt x="103513" y="40341"/>
                    </a:lnTo>
                    <a:lnTo>
                      <a:pt x="106388" y="41937"/>
                    </a:lnTo>
                    <a:lnTo>
                      <a:pt x="109264" y="43082"/>
                    </a:lnTo>
                    <a:lnTo>
                      <a:pt x="112139" y="43863"/>
                    </a:lnTo>
                    <a:lnTo>
                      <a:pt x="115014" y="44338"/>
                    </a:lnTo>
                    <a:lnTo>
                      <a:pt x="117890" y="44564"/>
                    </a:lnTo>
                    <a:lnTo>
                      <a:pt x="120765" y="446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8" name="Surface grid line"/>
              <p:cNvSpPr/>
              <p:nvPr/>
            </p:nvSpPr>
            <p:spPr>
              <a:xfrm>
                <a:off x="5297019" y="1184663"/>
                <a:ext cx="1150287" cy="50682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3210">
                    <a:moveTo>
                      <a:pt x="0" y="12014"/>
                    </a:moveTo>
                    <a:lnTo>
                      <a:pt x="2875" y="13026"/>
                    </a:lnTo>
                    <a:lnTo>
                      <a:pt x="5751" y="14381"/>
                    </a:lnTo>
                    <a:lnTo>
                      <a:pt x="8626" y="16061"/>
                    </a:lnTo>
                    <a:lnTo>
                      <a:pt x="11501" y="17981"/>
                    </a:lnTo>
                    <a:lnTo>
                      <a:pt x="14377" y="20003"/>
                    </a:lnTo>
                    <a:lnTo>
                      <a:pt x="17252" y="21966"/>
                    </a:lnTo>
                    <a:lnTo>
                      <a:pt x="20128" y="23721"/>
                    </a:lnTo>
                    <a:lnTo>
                      <a:pt x="23003" y="25170"/>
                    </a:lnTo>
                    <a:lnTo>
                      <a:pt x="25878" y="26282"/>
                    </a:lnTo>
                    <a:lnTo>
                      <a:pt x="28754" y="27102"/>
                    </a:lnTo>
                    <a:lnTo>
                      <a:pt x="31629" y="27723"/>
                    </a:lnTo>
                    <a:lnTo>
                      <a:pt x="34504" y="28255"/>
                    </a:lnTo>
                    <a:lnTo>
                      <a:pt x="37380" y="28787"/>
                    </a:lnTo>
                    <a:lnTo>
                      <a:pt x="40255" y="29362"/>
                    </a:lnTo>
                    <a:lnTo>
                      <a:pt x="43130" y="29957"/>
                    </a:lnTo>
                    <a:lnTo>
                      <a:pt x="46006" y="30481"/>
                    </a:lnTo>
                    <a:lnTo>
                      <a:pt x="48881" y="30772"/>
                    </a:lnTo>
                    <a:lnTo>
                      <a:pt x="51756" y="30593"/>
                    </a:lnTo>
                    <a:lnTo>
                      <a:pt x="54632" y="29642"/>
                    </a:lnTo>
                    <a:lnTo>
                      <a:pt x="57507" y="27591"/>
                    </a:lnTo>
                    <a:lnTo>
                      <a:pt x="60383" y="24186"/>
                    </a:lnTo>
                    <a:lnTo>
                      <a:pt x="63258" y="19402"/>
                    </a:lnTo>
                    <a:lnTo>
                      <a:pt x="66133" y="13609"/>
                    </a:lnTo>
                    <a:lnTo>
                      <a:pt x="69009" y="7643"/>
                    </a:lnTo>
                    <a:lnTo>
                      <a:pt x="71884" y="2698"/>
                    </a:lnTo>
                    <a:lnTo>
                      <a:pt x="74759" y="0"/>
                    </a:lnTo>
                    <a:lnTo>
                      <a:pt x="77635" y="393"/>
                    </a:lnTo>
                    <a:lnTo>
                      <a:pt x="80510" y="4017"/>
                    </a:lnTo>
                    <a:lnTo>
                      <a:pt x="83385" y="10254"/>
                    </a:lnTo>
                    <a:lnTo>
                      <a:pt x="86261" y="17970"/>
                    </a:lnTo>
                    <a:lnTo>
                      <a:pt x="89136" y="25923"/>
                    </a:lnTo>
                    <a:lnTo>
                      <a:pt x="92011" y="33134"/>
                    </a:lnTo>
                    <a:lnTo>
                      <a:pt x="94887" y="39066"/>
                    </a:lnTo>
                    <a:lnTo>
                      <a:pt x="97762" y="43608"/>
                    </a:lnTo>
                    <a:lnTo>
                      <a:pt x="100638" y="46920"/>
                    </a:lnTo>
                    <a:lnTo>
                      <a:pt x="103513" y="49266"/>
                    </a:lnTo>
                    <a:lnTo>
                      <a:pt x="106388" y="50895"/>
                    </a:lnTo>
                    <a:lnTo>
                      <a:pt x="109264" y="51992"/>
                    </a:lnTo>
                    <a:lnTo>
                      <a:pt x="112139" y="52687"/>
                    </a:lnTo>
                    <a:lnTo>
                      <a:pt x="115014" y="53067"/>
                    </a:lnTo>
                    <a:lnTo>
                      <a:pt x="117890" y="53210"/>
                    </a:lnTo>
                    <a:lnTo>
                      <a:pt x="120765" y="5319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9" name="Surface grid line"/>
              <p:cNvSpPr/>
              <p:nvPr/>
            </p:nvSpPr>
            <p:spPr>
              <a:xfrm>
                <a:off x="5319751" y="1085335"/>
                <a:ext cx="1150287" cy="59038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1983">
                    <a:moveTo>
                      <a:pt x="0" y="20335"/>
                    </a:moveTo>
                    <a:lnTo>
                      <a:pt x="2875" y="21201"/>
                    </a:lnTo>
                    <a:lnTo>
                      <a:pt x="5751" y="22385"/>
                    </a:lnTo>
                    <a:lnTo>
                      <a:pt x="8626" y="23860"/>
                    </a:lnTo>
                    <a:lnTo>
                      <a:pt x="11501" y="25546"/>
                    </a:lnTo>
                    <a:lnTo>
                      <a:pt x="14377" y="27315"/>
                    </a:lnTo>
                    <a:lnTo>
                      <a:pt x="17252" y="29025"/>
                    </a:lnTo>
                    <a:lnTo>
                      <a:pt x="20128" y="30555"/>
                    </a:lnTo>
                    <a:lnTo>
                      <a:pt x="23003" y="31830"/>
                    </a:lnTo>
                    <a:lnTo>
                      <a:pt x="25878" y="32845"/>
                    </a:lnTo>
                    <a:lnTo>
                      <a:pt x="28754" y="33652"/>
                    </a:lnTo>
                    <a:lnTo>
                      <a:pt x="31629" y="34345"/>
                    </a:lnTo>
                    <a:lnTo>
                      <a:pt x="34504" y="35019"/>
                    </a:lnTo>
                    <a:lnTo>
                      <a:pt x="37380" y="35740"/>
                    </a:lnTo>
                    <a:lnTo>
                      <a:pt x="40255" y="36518"/>
                    </a:lnTo>
                    <a:lnTo>
                      <a:pt x="43130" y="37297"/>
                    </a:lnTo>
                    <a:lnTo>
                      <a:pt x="46006" y="37951"/>
                    </a:lnTo>
                    <a:lnTo>
                      <a:pt x="48881" y="38280"/>
                    </a:lnTo>
                    <a:lnTo>
                      <a:pt x="51756" y="38002"/>
                    </a:lnTo>
                    <a:lnTo>
                      <a:pt x="54632" y="36760"/>
                    </a:lnTo>
                    <a:lnTo>
                      <a:pt x="57507" y="34162"/>
                    </a:lnTo>
                    <a:lnTo>
                      <a:pt x="60383" y="29907"/>
                    </a:lnTo>
                    <a:lnTo>
                      <a:pt x="63258" y="23967"/>
                    </a:lnTo>
                    <a:lnTo>
                      <a:pt x="66133" y="16800"/>
                    </a:lnTo>
                    <a:lnTo>
                      <a:pt x="69009" y="9434"/>
                    </a:lnTo>
                    <a:lnTo>
                      <a:pt x="71884" y="3333"/>
                    </a:lnTo>
                    <a:lnTo>
                      <a:pt x="74759" y="0"/>
                    </a:lnTo>
                    <a:lnTo>
                      <a:pt x="77635" y="463"/>
                    </a:lnTo>
                    <a:lnTo>
                      <a:pt x="80510" y="4878"/>
                    </a:lnTo>
                    <a:lnTo>
                      <a:pt x="83385" y="12469"/>
                    </a:lnTo>
                    <a:lnTo>
                      <a:pt x="86261" y="21824"/>
                    </a:lnTo>
                    <a:lnTo>
                      <a:pt x="89136" y="31406"/>
                    </a:lnTo>
                    <a:lnTo>
                      <a:pt x="92011" y="40007"/>
                    </a:lnTo>
                    <a:lnTo>
                      <a:pt x="94887" y="46974"/>
                    </a:lnTo>
                    <a:lnTo>
                      <a:pt x="97762" y="52187"/>
                    </a:lnTo>
                    <a:lnTo>
                      <a:pt x="100638" y="55866"/>
                    </a:lnTo>
                    <a:lnTo>
                      <a:pt x="103513" y="58359"/>
                    </a:lnTo>
                    <a:lnTo>
                      <a:pt x="106388" y="59996"/>
                    </a:lnTo>
                    <a:lnTo>
                      <a:pt x="109264" y="61029"/>
                    </a:lnTo>
                    <a:lnTo>
                      <a:pt x="112139" y="61628"/>
                    </a:lnTo>
                    <a:lnTo>
                      <a:pt x="115014" y="61915"/>
                    </a:lnTo>
                    <a:lnTo>
                      <a:pt x="117890" y="61983"/>
                    </a:lnTo>
                    <a:lnTo>
                      <a:pt x="120765" y="6192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0" name="Surface grid line"/>
              <p:cNvSpPr/>
              <p:nvPr/>
            </p:nvSpPr>
            <p:spPr>
              <a:xfrm>
                <a:off x="5342483" y="986625"/>
                <a:ext cx="1150287" cy="6731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0670">
                    <a:moveTo>
                      <a:pt x="0" y="28615"/>
                    </a:moveTo>
                    <a:lnTo>
                      <a:pt x="2875" y="29344"/>
                    </a:lnTo>
                    <a:lnTo>
                      <a:pt x="5751" y="30352"/>
                    </a:lnTo>
                    <a:lnTo>
                      <a:pt x="8626" y="31605"/>
                    </a:lnTo>
                    <a:lnTo>
                      <a:pt x="11501" y="33020"/>
                    </a:lnTo>
                    <a:lnTo>
                      <a:pt x="14377" y="34480"/>
                    </a:lnTo>
                    <a:lnTo>
                      <a:pt x="17252" y="35866"/>
                    </a:lnTo>
                    <a:lnTo>
                      <a:pt x="20128" y="37084"/>
                    </a:lnTo>
                    <a:lnTo>
                      <a:pt x="23003" y="38095"/>
                    </a:lnTo>
                    <a:lnTo>
                      <a:pt x="25878" y="38925"/>
                    </a:lnTo>
                    <a:lnTo>
                      <a:pt x="28754" y="39649"/>
                    </a:lnTo>
                    <a:lnTo>
                      <a:pt x="31629" y="40370"/>
                    </a:lnTo>
                    <a:lnTo>
                      <a:pt x="34504" y="41175"/>
                    </a:lnTo>
                    <a:lnTo>
                      <a:pt x="37380" y="42107"/>
                    </a:lnTo>
                    <a:lnTo>
                      <a:pt x="40255" y="43144"/>
                    </a:lnTo>
                    <a:lnTo>
                      <a:pt x="43130" y="44189"/>
                    </a:lnTo>
                    <a:lnTo>
                      <a:pt x="46006" y="45074"/>
                    </a:lnTo>
                    <a:lnTo>
                      <a:pt x="48881" y="45549"/>
                    </a:lnTo>
                    <a:lnTo>
                      <a:pt x="51756" y="45279"/>
                    </a:lnTo>
                    <a:lnTo>
                      <a:pt x="54632" y="43840"/>
                    </a:lnTo>
                    <a:lnTo>
                      <a:pt x="57507" y="40772"/>
                    </a:lnTo>
                    <a:lnTo>
                      <a:pt x="60383" y="35716"/>
                    </a:lnTo>
                    <a:lnTo>
                      <a:pt x="63258" y="28641"/>
                    </a:lnTo>
                    <a:lnTo>
                      <a:pt x="66133" y="20093"/>
                    </a:lnTo>
                    <a:lnTo>
                      <a:pt x="69009" y="11298"/>
                    </a:lnTo>
                    <a:lnTo>
                      <a:pt x="71884" y="4003"/>
                    </a:lnTo>
                    <a:lnTo>
                      <a:pt x="74759" y="0"/>
                    </a:lnTo>
                    <a:lnTo>
                      <a:pt x="77635" y="511"/>
                    </a:lnTo>
                    <a:lnTo>
                      <a:pt x="80510" y="5713"/>
                    </a:lnTo>
                    <a:lnTo>
                      <a:pt x="83385" y="14667"/>
                    </a:lnTo>
                    <a:lnTo>
                      <a:pt x="86261" y="25676"/>
                    </a:lnTo>
                    <a:lnTo>
                      <a:pt x="89136" y="36897"/>
                    </a:lnTo>
                    <a:lnTo>
                      <a:pt x="92011" y="46886"/>
                    </a:lnTo>
                    <a:lnTo>
                      <a:pt x="94887" y="54876"/>
                    </a:lnTo>
                    <a:lnTo>
                      <a:pt x="97762" y="60739"/>
                    </a:lnTo>
                    <a:lnTo>
                      <a:pt x="100638" y="64759"/>
                    </a:lnTo>
                    <a:lnTo>
                      <a:pt x="103513" y="67376"/>
                    </a:lnTo>
                    <a:lnTo>
                      <a:pt x="106388" y="69004"/>
                    </a:lnTo>
                    <a:lnTo>
                      <a:pt x="109264" y="69962"/>
                    </a:lnTo>
                    <a:lnTo>
                      <a:pt x="112139" y="70465"/>
                    </a:lnTo>
                    <a:lnTo>
                      <a:pt x="115014" y="70663"/>
                    </a:lnTo>
                    <a:lnTo>
                      <a:pt x="117890" y="70670"/>
                    </a:lnTo>
                    <a:lnTo>
                      <a:pt x="120765" y="7058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1" name="Surface grid line"/>
              <p:cNvSpPr/>
              <p:nvPr/>
            </p:nvSpPr>
            <p:spPr>
              <a:xfrm>
                <a:off x="5365215" y="891994"/>
                <a:ext cx="1150287" cy="75203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954">
                    <a:moveTo>
                      <a:pt x="0" y="36509"/>
                    </a:moveTo>
                    <a:lnTo>
                      <a:pt x="2875" y="37112"/>
                    </a:lnTo>
                    <a:lnTo>
                      <a:pt x="5751" y="37944"/>
                    </a:lnTo>
                    <a:lnTo>
                      <a:pt x="8626" y="38957"/>
                    </a:lnTo>
                    <a:lnTo>
                      <a:pt x="11501" y="40063"/>
                    </a:lnTo>
                    <a:lnTo>
                      <a:pt x="14377" y="41156"/>
                    </a:lnTo>
                    <a:lnTo>
                      <a:pt x="17252" y="42137"/>
                    </a:lnTo>
                    <a:lnTo>
                      <a:pt x="20128" y="42948"/>
                    </a:lnTo>
                    <a:lnTo>
                      <a:pt x="23003" y="43593"/>
                    </a:lnTo>
                    <a:lnTo>
                      <a:pt x="25878" y="44138"/>
                    </a:lnTo>
                    <a:lnTo>
                      <a:pt x="28754" y="44696"/>
                    </a:lnTo>
                    <a:lnTo>
                      <a:pt x="31629" y="45388"/>
                    </a:lnTo>
                    <a:lnTo>
                      <a:pt x="34504" y="46303"/>
                    </a:lnTo>
                    <a:lnTo>
                      <a:pt x="37380" y="47463"/>
                    </a:lnTo>
                    <a:lnTo>
                      <a:pt x="40255" y="48812"/>
                    </a:lnTo>
                    <a:lnTo>
                      <a:pt x="43130" y="50205"/>
                    </a:lnTo>
                    <a:lnTo>
                      <a:pt x="46006" y="51421"/>
                    </a:lnTo>
                    <a:lnTo>
                      <a:pt x="48881" y="52154"/>
                    </a:lnTo>
                    <a:lnTo>
                      <a:pt x="51756" y="52006"/>
                    </a:lnTo>
                    <a:lnTo>
                      <a:pt x="54632" y="50481"/>
                    </a:lnTo>
                    <a:lnTo>
                      <a:pt x="57507" y="47044"/>
                    </a:lnTo>
                    <a:lnTo>
                      <a:pt x="60383" y="41279"/>
                    </a:lnTo>
                    <a:lnTo>
                      <a:pt x="63258" y="33150"/>
                    </a:lnTo>
                    <a:lnTo>
                      <a:pt x="66133" y="23288"/>
                    </a:lnTo>
                    <a:lnTo>
                      <a:pt x="69009" y="13117"/>
                    </a:lnTo>
                    <a:lnTo>
                      <a:pt x="71884" y="4661"/>
                    </a:lnTo>
                    <a:lnTo>
                      <a:pt x="74759" y="0"/>
                    </a:lnTo>
                    <a:lnTo>
                      <a:pt x="77635" y="547"/>
                    </a:lnTo>
                    <a:lnTo>
                      <a:pt x="80510" y="6503"/>
                    </a:lnTo>
                    <a:lnTo>
                      <a:pt x="83385" y="16769"/>
                    </a:lnTo>
                    <a:lnTo>
                      <a:pt x="86261" y="29369"/>
                    </a:lnTo>
                    <a:lnTo>
                      <a:pt x="89136" y="42161"/>
                    </a:lnTo>
                    <a:lnTo>
                      <a:pt x="92011" y="53475"/>
                    </a:lnTo>
                    <a:lnTo>
                      <a:pt x="94887" y="62431"/>
                    </a:lnTo>
                    <a:lnTo>
                      <a:pt x="97762" y="68897"/>
                    </a:lnTo>
                    <a:lnTo>
                      <a:pt x="100638" y="73223"/>
                    </a:lnTo>
                    <a:lnTo>
                      <a:pt x="103513" y="75938"/>
                    </a:lnTo>
                    <a:lnTo>
                      <a:pt x="106388" y="77543"/>
                    </a:lnTo>
                    <a:lnTo>
                      <a:pt x="109264" y="78421"/>
                    </a:lnTo>
                    <a:lnTo>
                      <a:pt x="112139" y="78832"/>
                    </a:lnTo>
                    <a:lnTo>
                      <a:pt x="115014" y="78954"/>
                    </a:lnTo>
                    <a:lnTo>
                      <a:pt x="117890" y="78915"/>
                    </a:lnTo>
                    <a:lnTo>
                      <a:pt x="120765" y="7882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2" name="Surface grid line"/>
              <p:cNvSpPr/>
              <p:nvPr/>
            </p:nvSpPr>
            <p:spPr>
              <a:xfrm>
                <a:off x="5387946" y="805949"/>
                <a:ext cx="1150287" cy="82217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6318">
                    <a:moveTo>
                      <a:pt x="0" y="43562"/>
                    </a:moveTo>
                    <a:lnTo>
                      <a:pt x="2875" y="44050"/>
                    </a:lnTo>
                    <a:lnTo>
                      <a:pt x="5751" y="44704"/>
                    </a:lnTo>
                    <a:lnTo>
                      <a:pt x="8626" y="45459"/>
                    </a:lnTo>
                    <a:lnTo>
                      <a:pt x="11501" y="46219"/>
                    </a:lnTo>
                    <a:lnTo>
                      <a:pt x="14377" y="46883"/>
                    </a:lnTo>
                    <a:lnTo>
                      <a:pt x="17252" y="47377"/>
                    </a:lnTo>
                    <a:lnTo>
                      <a:pt x="20128" y="47680"/>
                    </a:lnTo>
                    <a:lnTo>
                      <a:pt x="23003" y="47848"/>
                    </a:lnTo>
                    <a:lnTo>
                      <a:pt x="25878" y="48002"/>
                    </a:lnTo>
                    <a:lnTo>
                      <a:pt x="28754" y="48303"/>
                    </a:lnTo>
                    <a:lnTo>
                      <a:pt x="31629" y="48904"/>
                    </a:lnTo>
                    <a:lnTo>
                      <a:pt x="34504" y="49901"/>
                    </a:lnTo>
                    <a:lnTo>
                      <a:pt x="37380" y="51303"/>
                    </a:lnTo>
                    <a:lnTo>
                      <a:pt x="40255" y="53013"/>
                    </a:lnTo>
                    <a:lnTo>
                      <a:pt x="43130" y="54834"/>
                    </a:lnTo>
                    <a:lnTo>
                      <a:pt x="46006" y="56483"/>
                    </a:lnTo>
                    <a:lnTo>
                      <a:pt x="48881" y="57590"/>
                    </a:lnTo>
                    <a:lnTo>
                      <a:pt x="51756" y="57685"/>
                    </a:lnTo>
                    <a:lnTo>
                      <a:pt x="54632" y="56201"/>
                    </a:lnTo>
                    <a:lnTo>
                      <a:pt x="57507" y="52529"/>
                    </a:lnTo>
                    <a:lnTo>
                      <a:pt x="60383" y="46198"/>
                    </a:lnTo>
                    <a:lnTo>
                      <a:pt x="63258" y="37170"/>
                    </a:lnTo>
                    <a:lnTo>
                      <a:pt x="66133" y="26153"/>
                    </a:lnTo>
                    <a:lnTo>
                      <a:pt x="69009" y="14754"/>
                    </a:lnTo>
                    <a:lnTo>
                      <a:pt x="71884" y="5255"/>
                    </a:lnTo>
                    <a:lnTo>
                      <a:pt x="74759" y="0"/>
                    </a:lnTo>
                    <a:lnTo>
                      <a:pt x="77635" y="580"/>
                    </a:lnTo>
                    <a:lnTo>
                      <a:pt x="80510" y="7219"/>
                    </a:lnTo>
                    <a:lnTo>
                      <a:pt x="83385" y="18671"/>
                    </a:lnTo>
                    <a:lnTo>
                      <a:pt x="86261" y="32708"/>
                    </a:lnTo>
                    <a:lnTo>
                      <a:pt x="89136" y="46914"/>
                    </a:lnTo>
                    <a:lnTo>
                      <a:pt x="92011" y="59411"/>
                    </a:lnTo>
                    <a:lnTo>
                      <a:pt x="94887" y="69220"/>
                    </a:lnTo>
                    <a:lnTo>
                      <a:pt x="97762" y="76207"/>
                    </a:lnTo>
                    <a:lnTo>
                      <a:pt x="100638" y="80784"/>
                    </a:lnTo>
                    <a:lnTo>
                      <a:pt x="103513" y="83566"/>
                    </a:lnTo>
                    <a:lnTo>
                      <a:pt x="106388" y="85134"/>
                    </a:lnTo>
                    <a:lnTo>
                      <a:pt x="109264" y="85931"/>
                    </a:lnTo>
                    <a:lnTo>
                      <a:pt x="112139" y="86258"/>
                    </a:lnTo>
                    <a:lnTo>
                      <a:pt x="115014" y="86318"/>
                    </a:lnTo>
                    <a:lnTo>
                      <a:pt x="117890" y="86252"/>
                    </a:lnTo>
                    <a:lnTo>
                      <a:pt x="120765" y="8617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3" name="Surface grid line"/>
              <p:cNvSpPr/>
              <p:nvPr/>
            </p:nvSpPr>
            <p:spPr>
              <a:xfrm>
                <a:off x="5410678" y="733452"/>
                <a:ext cx="1150287" cy="87860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2242">
                    <a:moveTo>
                      <a:pt x="0" y="49266"/>
                    </a:moveTo>
                    <a:lnTo>
                      <a:pt x="2875" y="49649"/>
                    </a:lnTo>
                    <a:lnTo>
                      <a:pt x="5751" y="50125"/>
                    </a:lnTo>
                    <a:lnTo>
                      <a:pt x="8626" y="50604"/>
                    </a:lnTo>
                    <a:lnTo>
                      <a:pt x="11501" y="50981"/>
                    </a:lnTo>
                    <a:lnTo>
                      <a:pt x="14377" y="51157"/>
                    </a:lnTo>
                    <a:lnTo>
                      <a:pt x="17252" y="51081"/>
                    </a:lnTo>
                    <a:lnTo>
                      <a:pt x="20128" y="50777"/>
                    </a:lnTo>
                    <a:lnTo>
                      <a:pt x="23003" y="50360"/>
                    </a:lnTo>
                    <a:lnTo>
                      <a:pt x="25878" y="50016"/>
                    </a:lnTo>
                    <a:lnTo>
                      <a:pt x="28754" y="49969"/>
                    </a:lnTo>
                    <a:lnTo>
                      <a:pt x="31629" y="50413"/>
                    </a:lnTo>
                    <a:lnTo>
                      <a:pt x="34504" y="51464"/>
                    </a:lnTo>
                    <a:lnTo>
                      <a:pt x="37380" y="53117"/>
                    </a:lnTo>
                    <a:lnTo>
                      <a:pt x="40255" y="55234"/>
                    </a:lnTo>
                    <a:lnTo>
                      <a:pt x="43130" y="57561"/>
                    </a:lnTo>
                    <a:lnTo>
                      <a:pt x="46006" y="59743"/>
                    </a:lnTo>
                    <a:lnTo>
                      <a:pt x="48881" y="61337"/>
                    </a:lnTo>
                    <a:lnTo>
                      <a:pt x="51756" y="61803"/>
                    </a:lnTo>
                    <a:lnTo>
                      <a:pt x="54632" y="60502"/>
                    </a:lnTo>
                    <a:lnTo>
                      <a:pt x="57507" y="56761"/>
                    </a:lnTo>
                    <a:lnTo>
                      <a:pt x="60383" y="50062"/>
                    </a:lnTo>
                    <a:lnTo>
                      <a:pt x="63258" y="40364"/>
                    </a:lnTo>
                    <a:lnTo>
                      <a:pt x="66133" y="28445"/>
                    </a:lnTo>
                    <a:lnTo>
                      <a:pt x="69009" y="16067"/>
                    </a:lnTo>
                    <a:lnTo>
                      <a:pt x="71884" y="5730"/>
                    </a:lnTo>
                    <a:lnTo>
                      <a:pt x="74759" y="0"/>
                    </a:lnTo>
                    <a:lnTo>
                      <a:pt x="77635" y="619"/>
                    </a:lnTo>
                    <a:lnTo>
                      <a:pt x="80510" y="7829"/>
                    </a:lnTo>
                    <a:lnTo>
                      <a:pt x="83385" y="20265"/>
                    </a:lnTo>
                    <a:lnTo>
                      <a:pt x="86261" y="35486"/>
                    </a:lnTo>
                    <a:lnTo>
                      <a:pt x="89136" y="50848"/>
                    </a:lnTo>
                    <a:lnTo>
                      <a:pt x="92011" y="64304"/>
                    </a:lnTo>
                    <a:lnTo>
                      <a:pt x="94887" y="74791"/>
                    </a:lnTo>
                    <a:lnTo>
                      <a:pt x="97762" y="82177"/>
                    </a:lnTo>
                    <a:lnTo>
                      <a:pt x="100638" y="86931"/>
                    </a:lnTo>
                    <a:lnTo>
                      <a:pt x="103513" y="89741"/>
                    </a:lnTo>
                    <a:lnTo>
                      <a:pt x="106388" y="91257"/>
                    </a:lnTo>
                    <a:lnTo>
                      <a:pt x="109264" y="91974"/>
                    </a:lnTo>
                    <a:lnTo>
                      <a:pt x="112139" y="92228"/>
                    </a:lnTo>
                    <a:lnTo>
                      <a:pt x="115014" y="92242"/>
                    </a:lnTo>
                    <a:lnTo>
                      <a:pt x="117890" y="92169"/>
                    </a:lnTo>
                    <a:lnTo>
                      <a:pt x="120765" y="9212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4" name="Surface grid line"/>
              <p:cNvSpPr/>
              <p:nvPr/>
            </p:nvSpPr>
            <p:spPr>
              <a:xfrm>
                <a:off x="5433410" y="679173"/>
                <a:ext cx="1150287" cy="91687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6259">
                    <a:moveTo>
                      <a:pt x="0" y="53142"/>
                    </a:moveTo>
                    <a:lnTo>
                      <a:pt x="2875" y="53432"/>
                    </a:lnTo>
                    <a:lnTo>
                      <a:pt x="5751" y="53729"/>
                    </a:lnTo>
                    <a:lnTo>
                      <a:pt x="8626" y="53919"/>
                    </a:lnTo>
                    <a:lnTo>
                      <a:pt x="11501" y="53879"/>
                    </a:lnTo>
                    <a:lnTo>
                      <a:pt x="14377" y="53514"/>
                    </a:lnTo>
                    <a:lnTo>
                      <a:pt x="17252" y="52794"/>
                    </a:lnTo>
                    <a:lnTo>
                      <a:pt x="20128" y="51794"/>
                    </a:lnTo>
                    <a:lnTo>
                      <a:pt x="23003" y="50692"/>
                    </a:lnTo>
                    <a:lnTo>
                      <a:pt x="25878" y="49754"/>
                    </a:lnTo>
                    <a:lnTo>
                      <a:pt x="28754" y="49272"/>
                    </a:lnTo>
                    <a:lnTo>
                      <a:pt x="31629" y="49500"/>
                    </a:lnTo>
                    <a:lnTo>
                      <a:pt x="34504" y="50576"/>
                    </a:lnTo>
                    <a:lnTo>
                      <a:pt x="37380" y="52486"/>
                    </a:lnTo>
                    <a:lnTo>
                      <a:pt x="40255" y="55051"/>
                    </a:lnTo>
                    <a:lnTo>
                      <a:pt x="43130" y="57950"/>
                    </a:lnTo>
                    <a:lnTo>
                      <a:pt x="46006" y="60754"/>
                    </a:lnTo>
                    <a:lnTo>
                      <a:pt x="48881" y="62944"/>
                    </a:lnTo>
                    <a:lnTo>
                      <a:pt x="51756" y="63908"/>
                    </a:lnTo>
                    <a:lnTo>
                      <a:pt x="54632" y="62943"/>
                    </a:lnTo>
                    <a:lnTo>
                      <a:pt x="57507" y="59324"/>
                    </a:lnTo>
                    <a:lnTo>
                      <a:pt x="60383" y="52500"/>
                    </a:lnTo>
                    <a:lnTo>
                      <a:pt x="63258" y="42429"/>
                    </a:lnTo>
                    <a:lnTo>
                      <a:pt x="66133" y="29947"/>
                    </a:lnTo>
                    <a:lnTo>
                      <a:pt x="69009" y="16929"/>
                    </a:lnTo>
                    <a:lnTo>
                      <a:pt x="71884" y="6037"/>
                    </a:lnTo>
                    <a:lnTo>
                      <a:pt x="74759" y="0"/>
                    </a:lnTo>
                    <a:lnTo>
                      <a:pt x="77635" y="670"/>
                    </a:lnTo>
                    <a:lnTo>
                      <a:pt x="80510" y="8303"/>
                    </a:lnTo>
                    <a:lnTo>
                      <a:pt x="83385" y="21447"/>
                    </a:lnTo>
                    <a:lnTo>
                      <a:pt x="86261" y="37508"/>
                    </a:lnTo>
                    <a:lnTo>
                      <a:pt x="89136" y="53679"/>
                    </a:lnTo>
                    <a:lnTo>
                      <a:pt x="92011" y="67791"/>
                    </a:lnTo>
                    <a:lnTo>
                      <a:pt x="94887" y="78724"/>
                    </a:lnTo>
                    <a:lnTo>
                      <a:pt x="97762" y="86354"/>
                    </a:lnTo>
                    <a:lnTo>
                      <a:pt x="100638" y="91190"/>
                    </a:lnTo>
                    <a:lnTo>
                      <a:pt x="103513" y="93980"/>
                    </a:lnTo>
                    <a:lnTo>
                      <a:pt x="106388" y="95427"/>
                    </a:lnTo>
                    <a:lnTo>
                      <a:pt x="109264" y="96065"/>
                    </a:lnTo>
                    <a:lnTo>
                      <a:pt x="112139" y="96259"/>
                    </a:lnTo>
                    <a:lnTo>
                      <a:pt x="115014" y="96246"/>
                    </a:lnTo>
                    <a:lnTo>
                      <a:pt x="117890" y="96187"/>
                    </a:lnTo>
                    <a:lnTo>
                      <a:pt x="120765" y="9619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5" name="Surface grid line"/>
              <p:cNvSpPr/>
              <p:nvPr/>
            </p:nvSpPr>
            <p:spPr>
              <a:xfrm>
                <a:off x="5456142" y="646749"/>
                <a:ext cx="1150287" cy="9336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8019">
                    <a:moveTo>
                      <a:pt x="0" y="54818"/>
                    </a:moveTo>
                    <a:lnTo>
                      <a:pt x="2875" y="55027"/>
                    </a:lnTo>
                    <a:lnTo>
                      <a:pt x="5751" y="55148"/>
                    </a:lnTo>
                    <a:lnTo>
                      <a:pt x="8626" y="55040"/>
                    </a:lnTo>
                    <a:lnTo>
                      <a:pt x="11501" y="54560"/>
                    </a:lnTo>
                    <a:lnTo>
                      <a:pt x="14377" y="53613"/>
                    </a:lnTo>
                    <a:lnTo>
                      <a:pt x="17252" y="52195"/>
                    </a:lnTo>
                    <a:lnTo>
                      <a:pt x="20128" y="50428"/>
                    </a:lnTo>
                    <a:lnTo>
                      <a:pt x="23003" y="48564"/>
                    </a:lnTo>
                    <a:lnTo>
                      <a:pt x="25878" y="46952"/>
                    </a:lnTo>
                    <a:lnTo>
                      <a:pt x="28754" y="45969"/>
                    </a:lnTo>
                    <a:lnTo>
                      <a:pt x="31629" y="45928"/>
                    </a:lnTo>
                    <a:lnTo>
                      <a:pt x="34504" y="47003"/>
                    </a:lnTo>
                    <a:lnTo>
                      <a:pt x="37380" y="49170"/>
                    </a:lnTo>
                    <a:lnTo>
                      <a:pt x="40255" y="52209"/>
                    </a:lnTo>
                    <a:lnTo>
                      <a:pt x="43130" y="55733"/>
                    </a:lnTo>
                    <a:lnTo>
                      <a:pt x="46006" y="59231"/>
                    </a:lnTo>
                    <a:lnTo>
                      <a:pt x="48881" y="62108"/>
                    </a:lnTo>
                    <a:lnTo>
                      <a:pt x="51756" y="63684"/>
                    </a:lnTo>
                    <a:lnTo>
                      <a:pt x="54632" y="63207"/>
                    </a:lnTo>
                    <a:lnTo>
                      <a:pt x="57507" y="59914"/>
                    </a:lnTo>
                    <a:lnTo>
                      <a:pt x="60383" y="53237"/>
                    </a:lnTo>
                    <a:lnTo>
                      <a:pt x="63258" y="43140"/>
                    </a:lnTo>
                    <a:lnTo>
                      <a:pt x="66133" y="30495"/>
                    </a:lnTo>
                    <a:lnTo>
                      <a:pt x="69009" y="17244"/>
                    </a:lnTo>
                    <a:lnTo>
                      <a:pt x="71884" y="6139"/>
                    </a:lnTo>
                    <a:lnTo>
                      <a:pt x="74759" y="0"/>
                    </a:lnTo>
                    <a:lnTo>
                      <a:pt x="77635" y="737"/>
                    </a:lnTo>
                    <a:lnTo>
                      <a:pt x="80510" y="8615"/>
                    </a:lnTo>
                    <a:lnTo>
                      <a:pt x="83385" y="22136"/>
                    </a:lnTo>
                    <a:lnTo>
                      <a:pt x="86261" y="38623"/>
                    </a:lnTo>
                    <a:lnTo>
                      <a:pt x="89136" y="55186"/>
                    </a:lnTo>
                    <a:lnTo>
                      <a:pt x="92011" y="69592"/>
                    </a:lnTo>
                    <a:lnTo>
                      <a:pt x="94887" y="80697"/>
                    </a:lnTo>
                    <a:lnTo>
                      <a:pt x="97762" y="88384"/>
                    </a:lnTo>
                    <a:lnTo>
                      <a:pt x="100638" y="93194"/>
                    </a:lnTo>
                    <a:lnTo>
                      <a:pt x="103513" y="95910"/>
                    </a:lnTo>
                    <a:lnTo>
                      <a:pt x="106388" y="97269"/>
                    </a:lnTo>
                    <a:lnTo>
                      <a:pt x="109264" y="97832"/>
                    </a:lnTo>
                    <a:lnTo>
                      <a:pt x="112139" y="97979"/>
                    </a:lnTo>
                    <a:lnTo>
                      <a:pt x="115014" y="97958"/>
                    </a:lnTo>
                    <a:lnTo>
                      <a:pt x="117890" y="97933"/>
                    </a:lnTo>
                    <a:lnTo>
                      <a:pt x="120765" y="9801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6" name="Surface grid line"/>
              <p:cNvSpPr/>
              <p:nvPr/>
            </p:nvSpPr>
            <p:spPr>
              <a:xfrm>
                <a:off x="5478874" y="638175"/>
                <a:ext cx="1150287" cy="92761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7387">
                    <a:moveTo>
                      <a:pt x="0" y="54094"/>
                    </a:moveTo>
                    <a:lnTo>
                      <a:pt x="2875" y="54235"/>
                    </a:lnTo>
                    <a:lnTo>
                      <a:pt x="5751" y="54189"/>
                    </a:lnTo>
                    <a:lnTo>
                      <a:pt x="8626" y="53783"/>
                    </a:lnTo>
                    <a:lnTo>
                      <a:pt x="11501" y="52856"/>
                    </a:lnTo>
                    <a:lnTo>
                      <a:pt x="14377" y="51309"/>
                    </a:lnTo>
                    <a:lnTo>
                      <a:pt x="17252" y="49162"/>
                    </a:lnTo>
                    <a:lnTo>
                      <a:pt x="20128" y="46590"/>
                    </a:lnTo>
                    <a:lnTo>
                      <a:pt x="23003" y="43917"/>
                    </a:lnTo>
                    <a:lnTo>
                      <a:pt x="25878" y="41583"/>
                    </a:lnTo>
                    <a:lnTo>
                      <a:pt x="28754" y="40052"/>
                    </a:lnTo>
                    <a:lnTo>
                      <a:pt x="31629" y="39707"/>
                    </a:lnTo>
                    <a:lnTo>
                      <a:pt x="34504" y="40755"/>
                    </a:lnTo>
                    <a:lnTo>
                      <a:pt x="37380" y="43172"/>
                    </a:lnTo>
                    <a:lnTo>
                      <a:pt x="40255" y="46696"/>
                    </a:lnTo>
                    <a:lnTo>
                      <a:pt x="43130" y="50870"/>
                    </a:lnTo>
                    <a:lnTo>
                      <a:pt x="46006" y="55105"/>
                    </a:lnTo>
                    <a:lnTo>
                      <a:pt x="48881" y="58732"/>
                    </a:lnTo>
                    <a:lnTo>
                      <a:pt x="51756" y="61013"/>
                    </a:lnTo>
                    <a:lnTo>
                      <a:pt x="54632" y="61157"/>
                    </a:lnTo>
                    <a:lnTo>
                      <a:pt x="57507" y="58389"/>
                    </a:lnTo>
                    <a:lnTo>
                      <a:pt x="60383" y="52140"/>
                    </a:lnTo>
                    <a:lnTo>
                      <a:pt x="63258" y="42384"/>
                    </a:lnTo>
                    <a:lnTo>
                      <a:pt x="66133" y="30006"/>
                    </a:lnTo>
                    <a:lnTo>
                      <a:pt x="69009" y="16963"/>
                    </a:lnTo>
                    <a:lnTo>
                      <a:pt x="71884" y="6019"/>
                    </a:lnTo>
                    <a:lnTo>
                      <a:pt x="74759" y="0"/>
                    </a:lnTo>
                    <a:lnTo>
                      <a:pt x="77635" y="823"/>
                    </a:lnTo>
                    <a:lnTo>
                      <a:pt x="80510" y="8751"/>
                    </a:lnTo>
                    <a:lnTo>
                      <a:pt x="83385" y="22285"/>
                    </a:lnTo>
                    <a:lnTo>
                      <a:pt x="86261" y="38746"/>
                    </a:lnTo>
                    <a:lnTo>
                      <a:pt x="89136" y="55245"/>
                    </a:lnTo>
                    <a:lnTo>
                      <a:pt x="92011" y="69551"/>
                    </a:lnTo>
                    <a:lnTo>
                      <a:pt x="94887" y="80531"/>
                    </a:lnTo>
                    <a:lnTo>
                      <a:pt x="97762" y="88077"/>
                    </a:lnTo>
                    <a:lnTo>
                      <a:pt x="100638" y="92744"/>
                    </a:lnTo>
                    <a:lnTo>
                      <a:pt x="103513" y="95330"/>
                    </a:lnTo>
                    <a:lnTo>
                      <a:pt x="106388" y="96582"/>
                    </a:lnTo>
                    <a:lnTo>
                      <a:pt x="109264" y="97072"/>
                    </a:lnTo>
                    <a:lnTo>
                      <a:pt x="112139" y="97188"/>
                    </a:lnTo>
                    <a:lnTo>
                      <a:pt x="115014" y="97179"/>
                    </a:lnTo>
                    <a:lnTo>
                      <a:pt x="117890" y="97208"/>
                    </a:lnTo>
                    <a:lnTo>
                      <a:pt x="120765" y="9738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7" name="Surface grid line"/>
              <p:cNvSpPr/>
              <p:nvPr/>
            </p:nvSpPr>
            <p:spPr>
              <a:xfrm>
                <a:off x="5501606" y="653443"/>
                <a:ext cx="1150287" cy="89831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4311">
                    <a:moveTo>
                      <a:pt x="0" y="50980"/>
                    </a:moveTo>
                    <a:lnTo>
                      <a:pt x="2875" y="51071"/>
                    </a:lnTo>
                    <a:lnTo>
                      <a:pt x="5751" y="50874"/>
                    </a:lnTo>
                    <a:lnTo>
                      <a:pt x="8626" y="50184"/>
                    </a:lnTo>
                    <a:lnTo>
                      <a:pt x="11501" y="48820"/>
                    </a:lnTo>
                    <a:lnTo>
                      <a:pt x="14377" y="46683"/>
                    </a:lnTo>
                    <a:lnTo>
                      <a:pt x="17252" y="43814"/>
                    </a:lnTo>
                    <a:lnTo>
                      <a:pt x="20128" y="40436"/>
                    </a:lnTo>
                    <a:lnTo>
                      <a:pt x="23003" y="36950"/>
                    </a:lnTo>
                    <a:lnTo>
                      <a:pt x="25878" y="33884"/>
                    </a:lnTo>
                    <a:lnTo>
                      <a:pt x="28754" y="31789"/>
                    </a:lnTo>
                    <a:lnTo>
                      <a:pt x="31629" y="31120"/>
                    </a:lnTo>
                    <a:lnTo>
                      <a:pt x="34504" y="32122"/>
                    </a:lnTo>
                    <a:lnTo>
                      <a:pt x="37380" y="34770"/>
                    </a:lnTo>
                    <a:lnTo>
                      <a:pt x="40255" y="38763"/>
                    </a:lnTo>
                    <a:lnTo>
                      <a:pt x="43130" y="43580"/>
                    </a:lnTo>
                    <a:lnTo>
                      <a:pt x="46006" y="48558"/>
                    </a:lnTo>
                    <a:lnTo>
                      <a:pt x="48881" y="52959"/>
                    </a:lnTo>
                    <a:lnTo>
                      <a:pt x="51756" y="56000"/>
                    </a:lnTo>
                    <a:lnTo>
                      <a:pt x="54632" y="56871"/>
                    </a:lnTo>
                    <a:lnTo>
                      <a:pt x="57507" y="54802"/>
                    </a:lnTo>
                    <a:lnTo>
                      <a:pt x="60383" y="49242"/>
                    </a:lnTo>
                    <a:lnTo>
                      <a:pt x="63258" y="40180"/>
                    </a:lnTo>
                    <a:lnTo>
                      <a:pt x="66133" y="28491"/>
                    </a:lnTo>
                    <a:lnTo>
                      <a:pt x="69009" y="16091"/>
                    </a:lnTo>
                    <a:lnTo>
                      <a:pt x="71884" y="5677"/>
                    </a:lnTo>
                    <a:lnTo>
                      <a:pt x="74759" y="0"/>
                    </a:lnTo>
                    <a:lnTo>
                      <a:pt x="77635" y="924"/>
                    </a:lnTo>
                    <a:lnTo>
                      <a:pt x="80510" y="8706"/>
                    </a:lnTo>
                    <a:lnTo>
                      <a:pt x="83385" y="21890"/>
                    </a:lnTo>
                    <a:lnTo>
                      <a:pt x="86261" y="37873"/>
                    </a:lnTo>
                    <a:lnTo>
                      <a:pt x="89136" y="53851"/>
                    </a:lnTo>
                    <a:lnTo>
                      <a:pt x="92011" y="67666"/>
                    </a:lnTo>
                    <a:lnTo>
                      <a:pt x="94887" y="78223"/>
                    </a:lnTo>
                    <a:lnTo>
                      <a:pt x="97762" y="85432"/>
                    </a:lnTo>
                    <a:lnTo>
                      <a:pt x="100638" y="89844"/>
                    </a:lnTo>
                    <a:lnTo>
                      <a:pt x="103513" y="92245"/>
                    </a:lnTo>
                    <a:lnTo>
                      <a:pt x="106388" y="93375"/>
                    </a:lnTo>
                    <a:lnTo>
                      <a:pt x="109264" y="93798"/>
                    </a:lnTo>
                    <a:lnTo>
                      <a:pt x="112139" y="93898"/>
                    </a:lnTo>
                    <a:lnTo>
                      <a:pt x="115014" y="93920"/>
                    </a:lnTo>
                    <a:lnTo>
                      <a:pt x="117890" y="94023"/>
                    </a:lnTo>
                    <a:lnTo>
                      <a:pt x="120765" y="9431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8" name="Surface grid line"/>
              <p:cNvSpPr/>
              <p:nvPr/>
            </p:nvSpPr>
            <p:spPr>
              <a:xfrm>
                <a:off x="5524338" y="690499"/>
                <a:ext cx="1150287" cy="84784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9013">
                    <a:moveTo>
                      <a:pt x="0" y="45700"/>
                    </a:moveTo>
                    <a:lnTo>
                      <a:pt x="2875" y="45764"/>
                    </a:lnTo>
                    <a:lnTo>
                      <a:pt x="5751" y="45440"/>
                    </a:lnTo>
                    <a:lnTo>
                      <a:pt x="8626" y="44496"/>
                    </a:lnTo>
                    <a:lnTo>
                      <a:pt x="11501" y="42732"/>
                    </a:lnTo>
                    <a:lnTo>
                      <a:pt x="14377" y="40046"/>
                    </a:lnTo>
                    <a:lnTo>
                      <a:pt x="17252" y="36500"/>
                    </a:lnTo>
                    <a:lnTo>
                      <a:pt x="20128" y="32363"/>
                    </a:lnTo>
                    <a:lnTo>
                      <a:pt x="23003" y="28107"/>
                    </a:lnTo>
                    <a:lnTo>
                      <a:pt x="25878" y="24341"/>
                    </a:lnTo>
                    <a:lnTo>
                      <a:pt x="28754" y="21701"/>
                    </a:lnTo>
                    <a:lnTo>
                      <a:pt x="31629" y="20709"/>
                    </a:lnTo>
                    <a:lnTo>
                      <a:pt x="34504" y="21649"/>
                    </a:lnTo>
                    <a:lnTo>
                      <a:pt x="37380" y="24496"/>
                    </a:lnTo>
                    <a:lnTo>
                      <a:pt x="40255" y="28915"/>
                    </a:lnTo>
                    <a:lnTo>
                      <a:pt x="43130" y="34330"/>
                    </a:lnTo>
                    <a:lnTo>
                      <a:pt x="46006" y="40010"/>
                    </a:lnTo>
                    <a:lnTo>
                      <a:pt x="48881" y="45163"/>
                    </a:lnTo>
                    <a:lnTo>
                      <a:pt x="51756" y="48974"/>
                    </a:lnTo>
                    <a:lnTo>
                      <a:pt x="54632" y="50633"/>
                    </a:lnTo>
                    <a:lnTo>
                      <a:pt x="57507" y="49394"/>
                    </a:lnTo>
                    <a:lnTo>
                      <a:pt x="60383" y="44741"/>
                    </a:lnTo>
                    <a:lnTo>
                      <a:pt x="63258" y="36681"/>
                    </a:lnTo>
                    <a:lnTo>
                      <a:pt x="66133" y="26055"/>
                    </a:lnTo>
                    <a:lnTo>
                      <a:pt x="69009" y="14690"/>
                    </a:lnTo>
                    <a:lnTo>
                      <a:pt x="71884" y="5137"/>
                    </a:lnTo>
                    <a:lnTo>
                      <a:pt x="74759" y="0"/>
                    </a:lnTo>
                    <a:lnTo>
                      <a:pt x="77635" y="1037"/>
                    </a:lnTo>
                    <a:lnTo>
                      <a:pt x="80510" y="8491"/>
                    </a:lnTo>
                    <a:lnTo>
                      <a:pt x="83385" y="20988"/>
                    </a:lnTo>
                    <a:lnTo>
                      <a:pt x="86261" y="36078"/>
                    </a:lnTo>
                    <a:lnTo>
                      <a:pt x="89136" y="51120"/>
                    </a:lnTo>
                    <a:lnTo>
                      <a:pt x="92011" y="64085"/>
                    </a:lnTo>
                    <a:lnTo>
                      <a:pt x="94887" y="73952"/>
                    </a:lnTo>
                    <a:lnTo>
                      <a:pt x="97762" y="80647"/>
                    </a:lnTo>
                    <a:lnTo>
                      <a:pt x="100638" y="84703"/>
                    </a:lnTo>
                    <a:lnTo>
                      <a:pt x="103513" y="86875"/>
                    </a:lnTo>
                    <a:lnTo>
                      <a:pt x="106388" y="87871"/>
                    </a:lnTo>
                    <a:lnTo>
                      <a:pt x="109264" y="88235"/>
                    </a:lnTo>
                    <a:lnTo>
                      <a:pt x="112139" y="88335"/>
                    </a:lnTo>
                    <a:lnTo>
                      <a:pt x="115014" y="88407"/>
                    </a:lnTo>
                    <a:lnTo>
                      <a:pt x="117890" y="88601"/>
                    </a:lnTo>
                    <a:lnTo>
                      <a:pt x="120765" y="8901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9" name="Surface grid line"/>
              <p:cNvSpPr/>
              <p:nvPr/>
            </p:nvSpPr>
            <p:spPr>
              <a:xfrm>
                <a:off x="5547070" y="745513"/>
                <a:ext cx="1150287" cy="78009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1900">
                    <a:moveTo>
                      <a:pt x="0" y="38665"/>
                    </a:moveTo>
                    <a:lnTo>
                      <a:pt x="2875" y="38727"/>
                    </a:lnTo>
                    <a:lnTo>
                      <a:pt x="5751" y="38311"/>
                    </a:lnTo>
                    <a:lnTo>
                      <a:pt x="8626" y="37160"/>
                    </a:lnTo>
                    <a:lnTo>
                      <a:pt x="11501" y="35057"/>
                    </a:lnTo>
                    <a:lnTo>
                      <a:pt x="14377" y="31897"/>
                    </a:lnTo>
                    <a:lnTo>
                      <a:pt x="17252" y="27762"/>
                    </a:lnTo>
                    <a:lnTo>
                      <a:pt x="20128" y="22962"/>
                    </a:lnTo>
                    <a:lnTo>
                      <a:pt x="23003" y="18026"/>
                    </a:lnTo>
                    <a:lnTo>
                      <a:pt x="25878" y="13639"/>
                    </a:lnTo>
                    <a:lnTo>
                      <a:pt x="28754" y="10508"/>
                    </a:lnTo>
                    <a:lnTo>
                      <a:pt x="31629" y="9215"/>
                    </a:lnTo>
                    <a:lnTo>
                      <a:pt x="34504" y="10079"/>
                    </a:lnTo>
                    <a:lnTo>
                      <a:pt x="37380" y="13078"/>
                    </a:lnTo>
                    <a:lnTo>
                      <a:pt x="40255" y="17852"/>
                    </a:lnTo>
                    <a:lnTo>
                      <a:pt x="43130" y="23777"/>
                    </a:lnTo>
                    <a:lnTo>
                      <a:pt x="46006" y="30074"/>
                    </a:lnTo>
                    <a:lnTo>
                      <a:pt x="48881" y="35907"/>
                    </a:lnTo>
                    <a:lnTo>
                      <a:pt x="51756" y="40447"/>
                    </a:lnTo>
                    <a:lnTo>
                      <a:pt x="54632" y="42902"/>
                    </a:lnTo>
                    <a:lnTo>
                      <a:pt x="57507" y="42568"/>
                    </a:lnTo>
                    <a:lnTo>
                      <a:pt x="60383" y="38978"/>
                    </a:lnTo>
                    <a:lnTo>
                      <a:pt x="63258" y="32153"/>
                    </a:lnTo>
                    <a:lnTo>
                      <a:pt x="66133" y="22886"/>
                    </a:lnTo>
                    <a:lnTo>
                      <a:pt x="69009" y="12866"/>
                    </a:lnTo>
                    <a:lnTo>
                      <a:pt x="71884" y="4441"/>
                    </a:lnTo>
                    <a:lnTo>
                      <a:pt x="74759" y="0"/>
                    </a:lnTo>
                    <a:lnTo>
                      <a:pt x="77635" y="1154"/>
                    </a:lnTo>
                    <a:lnTo>
                      <a:pt x="80510" y="8125"/>
                    </a:lnTo>
                    <a:lnTo>
                      <a:pt x="83385" y="19657"/>
                    </a:lnTo>
                    <a:lnTo>
                      <a:pt x="86261" y="33510"/>
                    </a:lnTo>
                    <a:lnTo>
                      <a:pt x="89136" y="47271"/>
                    </a:lnTo>
                    <a:lnTo>
                      <a:pt x="92011" y="59092"/>
                    </a:lnTo>
                    <a:lnTo>
                      <a:pt x="94887" y="68050"/>
                    </a:lnTo>
                    <a:lnTo>
                      <a:pt x="97762" y="74089"/>
                    </a:lnTo>
                    <a:lnTo>
                      <a:pt x="100638" y="77711"/>
                    </a:lnTo>
                    <a:lnTo>
                      <a:pt x="103513" y="79620"/>
                    </a:lnTo>
                    <a:lnTo>
                      <a:pt x="106388" y="80478"/>
                    </a:lnTo>
                    <a:lnTo>
                      <a:pt x="109264" y="80793"/>
                    </a:lnTo>
                    <a:lnTo>
                      <a:pt x="112139" y="80911"/>
                    </a:lnTo>
                    <a:lnTo>
                      <a:pt x="115014" y="81052"/>
                    </a:lnTo>
                    <a:lnTo>
                      <a:pt x="117890" y="81353"/>
                    </a:lnTo>
                    <a:lnTo>
                      <a:pt x="120765" y="8190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0" name="Surface grid line"/>
              <p:cNvSpPr/>
              <p:nvPr/>
            </p:nvSpPr>
            <p:spPr>
              <a:xfrm>
                <a:off x="5569801" y="789386"/>
                <a:ext cx="1150287" cy="72418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6030">
                    <a:moveTo>
                      <a:pt x="0" y="32935"/>
                    </a:moveTo>
                    <a:lnTo>
                      <a:pt x="2875" y="33025"/>
                    </a:lnTo>
                    <a:lnTo>
                      <a:pt x="5751" y="32561"/>
                    </a:lnTo>
                    <a:lnTo>
                      <a:pt x="8626" y="31265"/>
                    </a:lnTo>
                    <a:lnTo>
                      <a:pt x="11501" y="28906"/>
                    </a:lnTo>
                    <a:lnTo>
                      <a:pt x="14377" y="25381"/>
                    </a:lnTo>
                    <a:lnTo>
                      <a:pt x="17252" y="20784"/>
                    </a:lnTo>
                    <a:lnTo>
                      <a:pt x="20128" y="15457"/>
                    </a:lnTo>
                    <a:lnTo>
                      <a:pt x="23003" y="9979"/>
                    </a:lnTo>
                    <a:lnTo>
                      <a:pt x="25878" y="5089"/>
                    </a:lnTo>
                    <a:lnTo>
                      <a:pt x="28754" y="1553"/>
                    </a:lnTo>
                    <a:lnTo>
                      <a:pt x="31629" y="0"/>
                    </a:lnTo>
                    <a:lnTo>
                      <a:pt x="34504" y="778"/>
                    </a:lnTo>
                    <a:lnTo>
                      <a:pt x="37380" y="3871"/>
                    </a:lnTo>
                    <a:lnTo>
                      <a:pt x="40255" y="8901"/>
                    </a:lnTo>
                    <a:lnTo>
                      <a:pt x="43130" y="15213"/>
                    </a:lnTo>
                    <a:lnTo>
                      <a:pt x="46006" y="21994"/>
                    </a:lnTo>
                    <a:lnTo>
                      <a:pt x="48881" y="28387"/>
                    </a:lnTo>
                    <a:lnTo>
                      <a:pt x="51756" y="33566"/>
                    </a:lnTo>
                    <a:lnTo>
                      <a:pt x="54632" y="36770"/>
                    </a:lnTo>
                    <a:lnTo>
                      <a:pt x="57507" y="37354"/>
                    </a:lnTo>
                    <a:lnTo>
                      <a:pt x="60383" y="34905"/>
                    </a:lnTo>
                    <a:lnTo>
                      <a:pt x="63258" y="29459"/>
                    </a:lnTo>
                    <a:lnTo>
                      <a:pt x="66133" y="21745"/>
                    </a:lnTo>
                    <a:lnTo>
                      <a:pt x="69009" y="13280"/>
                    </a:lnTo>
                    <a:lnTo>
                      <a:pt x="71884" y="6163"/>
                    </a:lnTo>
                    <a:lnTo>
                      <a:pt x="74759" y="2521"/>
                    </a:lnTo>
                    <a:lnTo>
                      <a:pt x="77635" y="3787"/>
                    </a:lnTo>
                    <a:lnTo>
                      <a:pt x="80510" y="10158"/>
                    </a:lnTo>
                    <a:lnTo>
                      <a:pt x="83385" y="20520"/>
                    </a:lnTo>
                    <a:lnTo>
                      <a:pt x="86261" y="32885"/>
                    </a:lnTo>
                    <a:lnTo>
                      <a:pt x="89136" y="45118"/>
                    </a:lnTo>
                    <a:lnTo>
                      <a:pt x="92011" y="55586"/>
                    </a:lnTo>
                    <a:lnTo>
                      <a:pt x="94887" y="63481"/>
                    </a:lnTo>
                    <a:lnTo>
                      <a:pt x="97762" y="68767"/>
                    </a:lnTo>
                    <a:lnTo>
                      <a:pt x="100638" y="71904"/>
                    </a:lnTo>
                    <a:lnTo>
                      <a:pt x="103513" y="73533"/>
                    </a:lnTo>
                    <a:lnTo>
                      <a:pt x="106388" y="74257"/>
                    </a:lnTo>
                    <a:lnTo>
                      <a:pt x="109264" y="74538"/>
                    </a:lnTo>
                    <a:lnTo>
                      <a:pt x="112139" y="74691"/>
                    </a:lnTo>
                    <a:lnTo>
                      <a:pt x="115014" y="74917"/>
                    </a:lnTo>
                    <a:lnTo>
                      <a:pt x="117890" y="75340"/>
                    </a:lnTo>
                    <a:lnTo>
                      <a:pt x="120765" y="760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1" name="Surface grid line"/>
              <p:cNvSpPr/>
              <p:nvPr/>
            </p:nvSpPr>
            <p:spPr>
              <a:xfrm>
                <a:off x="5592533" y="758348"/>
                <a:ext cx="1150287" cy="74392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103">
                    <a:moveTo>
                      <a:pt x="0" y="35207"/>
                    </a:moveTo>
                    <a:lnTo>
                      <a:pt x="2875" y="35358"/>
                    </a:lnTo>
                    <a:lnTo>
                      <a:pt x="5751" y="34896"/>
                    </a:lnTo>
                    <a:lnTo>
                      <a:pt x="8626" y="33528"/>
                    </a:lnTo>
                    <a:lnTo>
                      <a:pt x="11501" y="31016"/>
                    </a:lnTo>
                    <a:lnTo>
                      <a:pt x="14377" y="27256"/>
                    </a:lnTo>
                    <a:lnTo>
                      <a:pt x="17252" y="22355"/>
                    </a:lnTo>
                    <a:lnTo>
                      <a:pt x="20128" y="16674"/>
                    </a:lnTo>
                    <a:lnTo>
                      <a:pt x="23003" y="10825"/>
                    </a:lnTo>
                    <a:lnTo>
                      <a:pt x="25878" y="5584"/>
                    </a:lnTo>
                    <a:lnTo>
                      <a:pt x="28754" y="1756"/>
                    </a:lnTo>
                    <a:lnTo>
                      <a:pt x="31629" y="0"/>
                    </a:lnTo>
                    <a:lnTo>
                      <a:pt x="34504" y="686"/>
                    </a:lnTo>
                    <a:lnTo>
                      <a:pt x="37380" y="3803"/>
                    </a:lnTo>
                    <a:lnTo>
                      <a:pt x="40255" y="8969"/>
                    </a:lnTo>
                    <a:lnTo>
                      <a:pt x="43130" y="15516"/>
                    </a:lnTo>
                    <a:lnTo>
                      <a:pt x="46006" y="22615"/>
                    </a:lnTo>
                    <a:lnTo>
                      <a:pt x="48881" y="29410"/>
                    </a:lnTo>
                    <a:lnTo>
                      <a:pt x="51756" y="35093"/>
                    </a:lnTo>
                    <a:lnTo>
                      <a:pt x="54632" y="38950"/>
                    </a:lnTo>
                    <a:lnTo>
                      <a:pt x="57507" y="40401"/>
                    </a:lnTo>
                    <a:lnTo>
                      <a:pt x="60383" y="39093"/>
                    </a:lnTo>
                    <a:lnTo>
                      <a:pt x="63258" y="35076"/>
                    </a:lnTo>
                    <a:lnTo>
                      <a:pt x="66133" y="28998"/>
                    </a:lnTo>
                    <a:lnTo>
                      <a:pt x="69009" y="22185"/>
                    </a:lnTo>
                    <a:lnTo>
                      <a:pt x="71884" y="16461"/>
                    </a:lnTo>
                    <a:lnTo>
                      <a:pt x="74759" y="13662"/>
                    </a:lnTo>
                    <a:lnTo>
                      <a:pt x="77635" y="15026"/>
                    </a:lnTo>
                    <a:lnTo>
                      <a:pt x="80510" y="20723"/>
                    </a:lnTo>
                    <a:lnTo>
                      <a:pt x="83385" y="29793"/>
                    </a:lnTo>
                    <a:lnTo>
                      <a:pt x="86261" y="40527"/>
                    </a:lnTo>
                    <a:lnTo>
                      <a:pt x="89136" y="51091"/>
                    </a:lnTo>
                    <a:lnTo>
                      <a:pt x="92011" y="60090"/>
                    </a:lnTo>
                    <a:lnTo>
                      <a:pt x="94887" y="66840"/>
                    </a:lnTo>
                    <a:lnTo>
                      <a:pt x="97762" y="71324"/>
                    </a:lnTo>
                    <a:lnTo>
                      <a:pt x="100638" y="73957"/>
                    </a:lnTo>
                    <a:lnTo>
                      <a:pt x="103513" y="75307"/>
                    </a:lnTo>
                    <a:lnTo>
                      <a:pt x="106388" y="75908"/>
                    </a:lnTo>
                    <a:lnTo>
                      <a:pt x="109264" y="76171"/>
                    </a:lnTo>
                    <a:lnTo>
                      <a:pt x="112139" y="76378"/>
                    </a:lnTo>
                    <a:lnTo>
                      <a:pt x="115014" y="76706"/>
                    </a:lnTo>
                    <a:lnTo>
                      <a:pt x="117890" y="77262"/>
                    </a:lnTo>
                    <a:lnTo>
                      <a:pt x="120765" y="7810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2" name="Surface grid line"/>
              <p:cNvSpPr/>
              <p:nvPr/>
            </p:nvSpPr>
            <p:spPr>
              <a:xfrm>
                <a:off x="5615265" y="741484"/>
                <a:ext cx="1150287" cy="75022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764">
                    <a:moveTo>
                      <a:pt x="0" y="36124"/>
                    </a:moveTo>
                    <a:lnTo>
                      <a:pt x="2875" y="36370"/>
                    </a:lnTo>
                    <a:lnTo>
                      <a:pt x="5751" y="35962"/>
                    </a:lnTo>
                    <a:lnTo>
                      <a:pt x="8626" y="34602"/>
                    </a:lnTo>
                    <a:lnTo>
                      <a:pt x="11501" y="32048"/>
                    </a:lnTo>
                    <a:lnTo>
                      <a:pt x="14377" y="28200"/>
                    </a:lnTo>
                    <a:lnTo>
                      <a:pt x="17252" y="23168"/>
                    </a:lnTo>
                    <a:lnTo>
                      <a:pt x="20128" y="17328"/>
                    </a:lnTo>
                    <a:lnTo>
                      <a:pt x="23003" y="11303"/>
                    </a:lnTo>
                    <a:lnTo>
                      <a:pt x="25878" y="5884"/>
                    </a:lnTo>
                    <a:lnTo>
                      <a:pt x="28754" y="1891"/>
                    </a:lnTo>
                    <a:lnTo>
                      <a:pt x="31629" y="0"/>
                    </a:lnTo>
                    <a:lnTo>
                      <a:pt x="34504" y="590"/>
                    </a:lnTo>
                    <a:lnTo>
                      <a:pt x="37380" y="3659"/>
                    </a:lnTo>
                    <a:lnTo>
                      <a:pt x="40255" y="8831"/>
                    </a:lnTo>
                    <a:lnTo>
                      <a:pt x="43130" y="15441"/>
                    </a:lnTo>
                    <a:lnTo>
                      <a:pt x="46006" y="22672"/>
                    </a:lnTo>
                    <a:lnTo>
                      <a:pt x="48881" y="29684"/>
                    </a:lnTo>
                    <a:lnTo>
                      <a:pt x="51756" y="35705"/>
                    </a:lnTo>
                    <a:lnTo>
                      <a:pt x="54632" y="40079"/>
                    </a:lnTo>
                    <a:lnTo>
                      <a:pt x="57507" y="42295"/>
                    </a:lnTo>
                    <a:lnTo>
                      <a:pt x="60383" y="42057"/>
                    </a:lnTo>
                    <a:lnTo>
                      <a:pt x="63258" y="39425"/>
                    </a:lnTo>
                    <a:lnTo>
                      <a:pt x="66133" y="34961"/>
                    </a:lnTo>
                    <a:lnTo>
                      <a:pt x="69009" y="29792"/>
                    </a:lnTo>
                    <a:lnTo>
                      <a:pt x="71884" y="25453"/>
                    </a:lnTo>
                    <a:lnTo>
                      <a:pt x="74759" y="23485"/>
                    </a:lnTo>
                    <a:lnTo>
                      <a:pt x="77635" y="24925"/>
                    </a:lnTo>
                    <a:lnTo>
                      <a:pt x="80510" y="29915"/>
                    </a:lnTo>
                    <a:lnTo>
                      <a:pt x="83385" y="37653"/>
                    </a:lnTo>
                    <a:lnTo>
                      <a:pt x="86261" y="46716"/>
                    </a:lnTo>
                    <a:lnTo>
                      <a:pt x="89136" y="55578"/>
                    </a:lnTo>
                    <a:lnTo>
                      <a:pt x="92011" y="63083"/>
                    </a:lnTo>
                    <a:lnTo>
                      <a:pt x="94887" y="68676"/>
                    </a:lnTo>
                    <a:lnTo>
                      <a:pt x="97762" y="72360"/>
                    </a:lnTo>
                    <a:lnTo>
                      <a:pt x="100638" y="74499"/>
                    </a:lnTo>
                    <a:lnTo>
                      <a:pt x="103513" y="75586"/>
                    </a:lnTo>
                    <a:lnTo>
                      <a:pt x="106388" y="76084"/>
                    </a:lnTo>
                    <a:lnTo>
                      <a:pt x="109264" y="76350"/>
                    </a:lnTo>
                    <a:lnTo>
                      <a:pt x="112139" y="76628"/>
                    </a:lnTo>
                    <a:lnTo>
                      <a:pt x="115014" y="77073"/>
                    </a:lnTo>
                    <a:lnTo>
                      <a:pt x="117890" y="77771"/>
                    </a:lnTo>
                    <a:lnTo>
                      <a:pt x="120765" y="7876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3" name="Surface grid line"/>
              <p:cNvSpPr/>
              <p:nvPr/>
            </p:nvSpPr>
            <p:spPr>
              <a:xfrm>
                <a:off x="5637997" y="738953"/>
                <a:ext cx="1150287" cy="74291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7997">
                    <a:moveTo>
                      <a:pt x="0" y="35662"/>
                    </a:moveTo>
                    <a:lnTo>
                      <a:pt x="2875" y="36033"/>
                    </a:lnTo>
                    <a:lnTo>
                      <a:pt x="5751" y="35730"/>
                    </a:lnTo>
                    <a:lnTo>
                      <a:pt x="8626" y="34455"/>
                    </a:lnTo>
                    <a:lnTo>
                      <a:pt x="11501" y="31972"/>
                    </a:lnTo>
                    <a:lnTo>
                      <a:pt x="14377" y="28182"/>
                    </a:lnTo>
                    <a:lnTo>
                      <a:pt x="17252" y="23199"/>
                    </a:lnTo>
                    <a:lnTo>
                      <a:pt x="20128" y="17397"/>
                    </a:lnTo>
                    <a:lnTo>
                      <a:pt x="23003" y="11394"/>
                    </a:lnTo>
                    <a:lnTo>
                      <a:pt x="25878" y="5976"/>
                    </a:lnTo>
                    <a:lnTo>
                      <a:pt x="28754" y="1954"/>
                    </a:lnTo>
                    <a:lnTo>
                      <a:pt x="31629" y="0"/>
                    </a:lnTo>
                    <a:lnTo>
                      <a:pt x="34504" y="494"/>
                    </a:lnTo>
                    <a:lnTo>
                      <a:pt x="37380" y="3445"/>
                    </a:lnTo>
                    <a:lnTo>
                      <a:pt x="40255" y="8492"/>
                    </a:lnTo>
                    <a:lnTo>
                      <a:pt x="43130" y="14994"/>
                    </a:lnTo>
                    <a:lnTo>
                      <a:pt x="46006" y="22163"/>
                    </a:lnTo>
                    <a:lnTo>
                      <a:pt x="48881" y="29198"/>
                    </a:lnTo>
                    <a:lnTo>
                      <a:pt x="51756" y="35378"/>
                    </a:lnTo>
                    <a:lnTo>
                      <a:pt x="54632" y="40108"/>
                    </a:lnTo>
                    <a:lnTo>
                      <a:pt x="57507" y="42946"/>
                    </a:lnTo>
                    <a:lnTo>
                      <a:pt x="60383" y="43652"/>
                    </a:lnTo>
                    <a:lnTo>
                      <a:pt x="63258" y="42287"/>
                    </a:lnTo>
                    <a:lnTo>
                      <a:pt x="66133" y="39325"/>
                    </a:lnTo>
                    <a:lnTo>
                      <a:pt x="69009" y="35697"/>
                    </a:lnTo>
                    <a:lnTo>
                      <a:pt x="71884" y="32657"/>
                    </a:lnTo>
                    <a:lnTo>
                      <a:pt x="74759" y="31460"/>
                    </a:lnTo>
                    <a:lnTo>
                      <a:pt x="77635" y="32948"/>
                    </a:lnTo>
                    <a:lnTo>
                      <a:pt x="80510" y="37235"/>
                    </a:lnTo>
                    <a:lnTo>
                      <a:pt x="83385" y="43675"/>
                    </a:lnTo>
                    <a:lnTo>
                      <a:pt x="86261" y="51117"/>
                    </a:lnTo>
                    <a:lnTo>
                      <a:pt x="89136" y="58335"/>
                    </a:lnTo>
                    <a:lnTo>
                      <a:pt x="92011" y="64404"/>
                    </a:lnTo>
                    <a:lnTo>
                      <a:pt x="94887" y="68891"/>
                    </a:lnTo>
                    <a:lnTo>
                      <a:pt x="97762" y="71817"/>
                    </a:lnTo>
                    <a:lnTo>
                      <a:pt x="100638" y="73498"/>
                    </a:lnTo>
                    <a:lnTo>
                      <a:pt x="103513" y="74353"/>
                    </a:lnTo>
                    <a:lnTo>
                      <a:pt x="106388" y="74774"/>
                    </a:lnTo>
                    <a:lnTo>
                      <a:pt x="109264" y="75065"/>
                    </a:lnTo>
                    <a:lnTo>
                      <a:pt x="112139" y="75432"/>
                    </a:lnTo>
                    <a:lnTo>
                      <a:pt x="115014" y="76004"/>
                    </a:lnTo>
                    <a:lnTo>
                      <a:pt x="117890" y="76851"/>
                    </a:lnTo>
                    <a:lnTo>
                      <a:pt x="120765" y="7799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4" name="Surface grid line"/>
              <p:cNvSpPr/>
              <p:nvPr/>
            </p:nvSpPr>
            <p:spPr>
              <a:xfrm>
                <a:off x="5660729" y="749723"/>
                <a:ext cx="1150287" cy="72301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5907">
                    <a:moveTo>
                      <a:pt x="0" y="33915"/>
                    </a:moveTo>
                    <a:lnTo>
                      <a:pt x="2875" y="34435"/>
                    </a:lnTo>
                    <a:lnTo>
                      <a:pt x="5751" y="34280"/>
                    </a:lnTo>
                    <a:lnTo>
                      <a:pt x="8626" y="33161"/>
                    </a:lnTo>
                    <a:lnTo>
                      <a:pt x="11501" y="30851"/>
                    </a:lnTo>
                    <a:lnTo>
                      <a:pt x="14377" y="27255"/>
                    </a:lnTo>
                    <a:lnTo>
                      <a:pt x="17252" y="22487"/>
                    </a:lnTo>
                    <a:lnTo>
                      <a:pt x="20128" y="16909"/>
                    </a:lnTo>
                    <a:lnTo>
                      <a:pt x="23003" y="11116"/>
                    </a:lnTo>
                    <a:lnTo>
                      <a:pt x="25878" y="5868"/>
                    </a:lnTo>
                    <a:lnTo>
                      <a:pt x="28754" y="1946"/>
                    </a:lnTo>
                    <a:lnTo>
                      <a:pt x="31629" y="0"/>
                    </a:lnTo>
                    <a:lnTo>
                      <a:pt x="34504" y="403"/>
                    </a:lnTo>
                    <a:lnTo>
                      <a:pt x="37380" y="3173"/>
                    </a:lnTo>
                    <a:lnTo>
                      <a:pt x="40255" y="7976"/>
                    </a:lnTo>
                    <a:lnTo>
                      <a:pt x="43130" y="14210"/>
                    </a:lnTo>
                    <a:lnTo>
                      <a:pt x="46006" y="21138"/>
                    </a:lnTo>
                    <a:lnTo>
                      <a:pt x="48881" y="28012"/>
                    </a:lnTo>
                    <a:lnTo>
                      <a:pt x="51756" y="34172"/>
                    </a:lnTo>
                    <a:lnTo>
                      <a:pt x="54632" y="39090"/>
                    </a:lnTo>
                    <a:lnTo>
                      <a:pt x="57507" y="42388"/>
                    </a:lnTo>
                    <a:lnTo>
                      <a:pt x="60383" y="43873"/>
                    </a:lnTo>
                    <a:lnTo>
                      <a:pt x="63258" y="43603"/>
                    </a:lnTo>
                    <a:lnTo>
                      <a:pt x="66133" y="41966"/>
                    </a:lnTo>
                    <a:lnTo>
                      <a:pt x="69009" y="39706"/>
                    </a:lnTo>
                    <a:lnTo>
                      <a:pt x="71884" y="37819"/>
                    </a:lnTo>
                    <a:lnTo>
                      <a:pt x="74759" y="37296"/>
                    </a:lnTo>
                    <a:lnTo>
                      <a:pt x="77635" y="38798"/>
                    </a:lnTo>
                    <a:lnTo>
                      <a:pt x="80510" y="42418"/>
                    </a:lnTo>
                    <a:lnTo>
                      <a:pt x="83385" y="47650"/>
                    </a:lnTo>
                    <a:lnTo>
                      <a:pt x="86261" y="53594"/>
                    </a:lnTo>
                    <a:lnTo>
                      <a:pt x="89136" y="59299"/>
                    </a:lnTo>
                    <a:lnTo>
                      <a:pt x="92011" y="64052"/>
                    </a:lnTo>
                    <a:lnTo>
                      <a:pt x="94887" y="67532"/>
                    </a:lnTo>
                    <a:lnTo>
                      <a:pt x="97762" y="69776"/>
                    </a:lnTo>
                    <a:lnTo>
                      <a:pt x="100638" y="71055"/>
                    </a:lnTo>
                    <a:lnTo>
                      <a:pt x="103513" y="71718"/>
                    </a:lnTo>
                    <a:lnTo>
                      <a:pt x="106388" y="72093"/>
                    </a:lnTo>
                    <a:lnTo>
                      <a:pt x="109264" y="72431"/>
                    </a:lnTo>
                    <a:lnTo>
                      <a:pt x="112139" y="72904"/>
                    </a:lnTo>
                    <a:lnTo>
                      <a:pt x="115014" y="73614"/>
                    </a:lnTo>
                    <a:lnTo>
                      <a:pt x="117890" y="74611"/>
                    </a:lnTo>
                    <a:lnTo>
                      <a:pt x="120765" y="7590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5" name="Surface grid line"/>
              <p:cNvSpPr/>
              <p:nvPr/>
            </p:nvSpPr>
            <p:spPr>
              <a:xfrm>
                <a:off x="5683461" y="771711"/>
                <a:ext cx="1150287" cy="69256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2711">
                    <a:moveTo>
                      <a:pt x="0" y="31082"/>
                    </a:moveTo>
                    <a:lnTo>
                      <a:pt x="2875" y="31767"/>
                    </a:lnTo>
                    <a:lnTo>
                      <a:pt x="5751" y="31793"/>
                    </a:lnTo>
                    <a:lnTo>
                      <a:pt x="8626" y="30886"/>
                    </a:lnTo>
                    <a:lnTo>
                      <a:pt x="11501" y="28831"/>
                    </a:lnTo>
                    <a:lnTo>
                      <a:pt x="14377" y="25543"/>
                    </a:lnTo>
                    <a:lnTo>
                      <a:pt x="17252" y="21130"/>
                    </a:lnTo>
                    <a:lnTo>
                      <a:pt x="20128" y="15933"/>
                    </a:lnTo>
                    <a:lnTo>
                      <a:pt x="23003" y="10513"/>
                    </a:lnTo>
                    <a:lnTo>
                      <a:pt x="25878" y="5581"/>
                    </a:lnTo>
                    <a:lnTo>
                      <a:pt x="28754" y="1872"/>
                    </a:lnTo>
                    <a:lnTo>
                      <a:pt x="31629" y="0"/>
                    </a:lnTo>
                    <a:lnTo>
                      <a:pt x="34504" y="321"/>
                    </a:lnTo>
                    <a:lnTo>
                      <a:pt x="37380" y="2861"/>
                    </a:lnTo>
                    <a:lnTo>
                      <a:pt x="40255" y="7322"/>
                    </a:lnTo>
                    <a:lnTo>
                      <a:pt x="43130" y="13157"/>
                    </a:lnTo>
                    <a:lnTo>
                      <a:pt x="46006" y="19690"/>
                    </a:lnTo>
                    <a:lnTo>
                      <a:pt x="48881" y="26244"/>
                    </a:lnTo>
                    <a:lnTo>
                      <a:pt x="51756" y="32226"/>
                    </a:lnTo>
                    <a:lnTo>
                      <a:pt x="54632" y="37172"/>
                    </a:lnTo>
                    <a:lnTo>
                      <a:pt x="57507" y="40763"/>
                    </a:lnTo>
                    <a:lnTo>
                      <a:pt x="60383" y="42846"/>
                    </a:lnTo>
                    <a:lnTo>
                      <a:pt x="63258" y="43470"/>
                    </a:lnTo>
                    <a:lnTo>
                      <a:pt x="66133" y="42940"/>
                    </a:lnTo>
                    <a:lnTo>
                      <a:pt x="69009" y="41835"/>
                    </a:lnTo>
                    <a:lnTo>
                      <a:pt x="71884" y="40918"/>
                    </a:lnTo>
                    <a:lnTo>
                      <a:pt x="74759" y="40948"/>
                    </a:lnTo>
                    <a:lnTo>
                      <a:pt x="77635" y="42431"/>
                    </a:lnTo>
                    <a:lnTo>
                      <a:pt x="80510" y="45439"/>
                    </a:lnTo>
                    <a:lnTo>
                      <a:pt x="83385" y="49590"/>
                    </a:lnTo>
                    <a:lnTo>
                      <a:pt x="86261" y="54208"/>
                    </a:lnTo>
                    <a:lnTo>
                      <a:pt x="89136" y="58579"/>
                    </a:lnTo>
                    <a:lnTo>
                      <a:pt x="92011" y="62178"/>
                    </a:lnTo>
                    <a:lnTo>
                      <a:pt x="94887" y="64781"/>
                    </a:lnTo>
                    <a:lnTo>
                      <a:pt x="97762" y="66441"/>
                    </a:lnTo>
                    <a:lnTo>
                      <a:pt x="100638" y="67386"/>
                    </a:lnTo>
                    <a:lnTo>
                      <a:pt x="103513" y="67906"/>
                    </a:lnTo>
                    <a:lnTo>
                      <a:pt x="106388" y="68267"/>
                    </a:lnTo>
                    <a:lnTo>
                      <a:pt x="109264" y="68675"/>
                    </a:lnTo>
                    <a:lnTo>
                      <a:pt x="112139" y="69267"/>
                    </a:lnTo>
                    <a:lnTo>
                      <a:pt x="115014" y="70121"/>
                    </a:lnTo>
                    <a:lnTo>
                      <a:pt x="117890" y="71271"/>
                    </a:lnTo>
                    <a:lnTo>
                      <a:pt x="120765" y="7271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6" name="Surface grid line"/>
              <p:cNvSpPr/>
              <p:nvPr/>
            </p:nvSpPr>
            <p:spPr>
              <a:xfrm>
                <a:off x="5706193" y="802060"/>
                <a:ext cx="1150287" cy="65437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8701">
                    <a:moveTo>
                      <a:pt x="0" y="27441"/>
                    </a:moveTo>
                    <a:lnTo>
                      <a:pt x="2875" y="28296"/>
                    </a:lnTo>
                    <a:lnTo>
                      <a:pt x="5751" y="28521"/>
                    </a:lnTo>
                    <a:lnTo>
                      <a:pt x="8626" y="27862"/>
                    </a:lnTo>
                    <a:lnTo>
                      <a:pt x="11501" y="26122"/>
                    </a:lnTo>
                    <a:lnTo>
                      <a:pt x="14377" y="23225"/>
                    </a:lnTo>
                    <a:lnTo>
                      <a:pt x="17252" y="19271"/>
                    </a:lnTo>
                    <a:lnTo>
                      <a:pt x="20128" y="14575"/>
                    </a:lnTo>
                    <a:lnTo>
                      <a:pt x="23003" y="9650"/>
                    </a:lnTo>
                    <a:lnTo>
                      <a:pt x="25878" y="5148"/>
                    </a:lnTo>
                    <a:lnTo>
                      <a:pt x="28754" y="1744"/>
                    </a:lnTo>
                    <a:lnTo>
                      <a:pt x="31629" y="0"/>
                    </a:lnTo>
                    <a:lnTo>
                      <a:pt x="34504" y="251"/>
                    </a:lnTo>
                    <a:lnTo>
                      <a:pt x="37380" y="2532"/>
                    </a:lnTo>
                    <a:lnTo>
                      <a:pt x="40255" y="6584"/>
                    </a:lnTo>
                    <a:lnTo>
                      <a:pt x="43130" y="11923"/>
                    </a:lnTo>
                    <a:lnTo>
                      <a:pt x="46006" y="17948"/>
                    </a:lnTo>
                    <a:lnTo>
                      <a:pt x="48881" y="24060"/>
                    </a:lnTo>
                    <a:lnTo>
                      <a:pt x="51756" y="29734"/>
                    </a:lnTo>
                    <a:lnTo>
                      <a:pt x="54632" y="34571"/>
                    </a:lnTo>
                    <a:lnTo>
                      <a:pt x="57507" y="38304"/>
                    </a:lnTo>
                    <a:lnTo>
                      <a:pt x="60383" y="40806"/>
                    </a:lnTo>
                    <a:lnTo>
                      <a:pt x="63258" y="42114"/>
                    </a:lnTo>
                    <a:lnTo>
                      <a:pt x="66133" y="42460"/>
                    </a:lnTo>
                    <a:lnTo>
                      <a:pt x="69009" y="42276"/>
                    </a:lnTo>
                    <a:lnTo>
                      <a:pt x="71884" y="42131"/>
                    </a:lnTo>
                    <a:lnTo>
                      <a:pt x="74759" y="42586"/>
                    </a:lnTo>
                    <a:lnTo>
                      <a:pt x="77635" y="44017"/>
                    </a:lnTo>
                    <a:lnTo>
                      <a:pt x="80510" y="46480"/>
                    </a:lnTo>
                    <a:lnTo>
                      <a:pt x="83385" y="49699"/>
                    </a:lnTo>
                    <a:lnTo>
                      <a:pt x="86261" y="53185"/>
                    </a:lnTo>
                    <a:lnTo>
                      <a:pt x="89136" y="56425"/>
                    </a:lnTo>
                    <a:lnTo>
                      <a:pt x="92011" y="59053"/>
                    </a:lnTo>
                    <a:lnTo>
                      <a:pt x="94887" y="60927"/>
                    </a:lnTo>
                    <a:lnTo>
                      <a:pt x="97762" y="62110"/>
                    </a:lnTo>
                    <a:lnTo>
                      <a:pt x="100638" y="62796"/>
                    </a:lnTo>
                    <a:lnTo>
                      <a:pt x="103513" y="63223"/>
                    </a:lnTo>
                    <a:lnTo>
                      <a:pt x="106388" y="63603"/>
                    </a:lnTo>
                    <a:lnTo>
                      <a:pt x="109264" y="64102"/>
                    </a:lnTo>
                    <a:lnTo>
                      <a:pt x="112139" y="64825"/>
                    </a:lnTo>
                    <a:lnTo>
                      <a:pt x="115014" y="65828"/>
                    </a:lnTo>
                    <a:lnTo>
                      <a:pt x="117890" y="67126"/>
                    </a:lnTo>
                    <a:lnTo>
                      <a:pt x="120765" y="687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7" name="Surface grid line"/>
              <p:cNvSpPr/>
              <p:nvPr/>
            </p:nvSpPr>
            <p:spPr>
              <a:xfrm>
                <a:off x="5728924" y="837505"/>
                <a:ext cx="1150287" cy="61163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4214">
                    <a:moveTo>
                      <a:pt x="0" y="23310"/>
                    </a:moveTo>
                    <a:lnTo>
                      <a:pt x="2875" y="24330"/>
                    </a:lnTo>
                    <a:lnTo>
                      <a:pt x="5751" y="24757"/>
                    </a:lnTo>
                    <a:lnTo>
                      <a:pt x="8626" y="24361"/>
                    </a:lnTo>
                    <a:lnTo>
                      <a:pt x="11501" y="22966"/>
                    </a:lnTo>
                    <a:lnTo>
                      <a:pt x="14377" y="20507"/>
                    </a:lnTo>
                    <a:lnTo>
                      <a:pt x="17252" y="17075"/>
                    </a:lnTo>
                    <a:lnTo>
                      <a:pt x="20128" y="12955"/>
                    </a:lnTo>
                    <a:lnTo>
                      <a:pt x="23003" y="8606"/>
                    </a:lnTo>
                    <a:lnTo>
                      <a:pt x="25878" y="4610"/>
                    </a:lnTo>
                    <a:lnTo>
                      <a:pt x="28754" y="1573"/>
                    </a:lnTo>
                    <a:lnTo>
                      <a:pt x="31629" y="0"/>
                    </a:lnTo>
                    <a:lnTo>
                      <a:pt x="34504" y="198"/>
                    </a:lnTo>
                    <a:lnTo>
                      <a:pt x="37380" y="2209"/>
                    </a:lnTo>
                    <a:lnTo>
                      <a:pt x="40255" y="5817"/>
                    </a:lnTo>
                    <a:lnTo>
                      <a:pt x="43130" y="10606"/>
                    </a:lnTo>
                    <a:lnTo>
                      <a:pt x="46006" y="16056"/>
                    </a:lnTo>
                    <a:lnTo>
                      <a:pt x="48881" y="21645"/>
                    </a:lnTo>
                    <a:lnTo>
                      <a:pt x="51756" y="26923"/>
                    </a:lnTo>
                    <a:lnTo>
                      <a:pt x="54632" y="31547"/>
                    </a:lnTo>
                    <a:lnTo>
                      <a:pt x="57507" y="35291"/>
                    </a:lnTo>
                    <a:lnTo>
                      <a:pt x="60383" y="38050"/>
                    </a:lnTo>
                    <a:lnTo>
                      <a:pt x="63258" y="39844"/>
                    </a:lnTo>
                    <a:lnTo>
                      <a:pt x="66133" y="40841"/>
                    </a:lnTo>
                    <a:lnTo>
                      <a:pt x="69009" y="41351"/>
                    </a:lnTo>
                    <a:lnTo>
                      <a:pt x="71884" y="41782"/>
                    </a:lnTo>
                    <a:lnTo>
                      <a:pt x="74759" y="42538"/>
                    </a:lnTo>
                    <a:lnTo>
                      <a:pt x="77635" y="43887"/>
                    </a:lnTo>
                    <a:lnTo>
                      <a:pt x="80510" y="45876"/>
                    </a:lnTo>
                    <a:lnTo>
                      <a:pt x="83385" y="48315"/>
                    </a:lnTo>
                    <a:lnTo>
                      <a:pt x="86261" y="50867"/>
                    </a:lnTo>
                    <a:lnTo>
                      <a:pt x="89136" y="53185"/>
                    </a:lnTo>
                    <a:lnTo>
                      <a:pt x="92011" y="55028"/>
                    </a:lnTo>
                    <a:lnTo>
                      <a:pt x="94887" y="56321"/>
                    </a:lnTo>
                    <a:lnTo>
                      <a:pt x="97762" y="57137"/>
                    </a:lnTo>
                    <a:lnTo>
                      <a:pt x="100638" y="57640"/>
                    </a:lnTo>
                    <a:lnTo>
                      <a:pt x="103513" y="58021"/>
                    </a:lnTo>
                    <a:lnTo>
                      <a:pt x="106388" y="58452"/>
                    </a:lnTo>
                    <a:lnTo>
                      <a:pt x="109264" y="59060"/>
                    </a:lnTo>
                    <a:lnTo>
                      <a:pt x="112139" y="59923"/>
                    </a:lnTo>
                    <a:lnTo>
                      <a:pt x="115014" y="61076"/>
                    </a:lnTo>
                    <a:lnTo>
                      <a:pt x="117890" y="62517"/>
                    </a:lnTo>
                    <a:lnTo>
                      <a:pt x="120765" y="6421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8" name="Surface grid line"/>
              <p:cNvSpPr/>
              <p:nvPr/>
            </p:nvSpPr>
            <p:spPr>
              <a:xfrm>
                <a:off x="5751656" y="874764"/>
                <a:ext cx="1150287" cy="56756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9587">
                    <a:moveTo>
                      <a:pt x="0" y="19008"/>
                    </a:moveTo>
                    <a:lnTo>
                      <a:pt x="2875" y="20176"/>
                    </a:lnTo>
                    <a:lnTo>
                      <a:pt x="5751" y="20793"/>
                    </a:lnTo>
                    <a:lnTo>
                      <a:pt x="8626" y="20654"/>
                    </a:lnTo>
                    <a:lnTo>
                      <a:pt x="11501" y="19608"/>
                    </a:lnTo>
                    <a:lnTo>
                      <a:pt x="14377" y="17599"/>
                    </a:lnTo>
                    <a:lnTo>
                      <a:pt x="17252" y="14712"/>
                    </a:lnTo>
                    <a:lnTo>
                      <a:pt x="20128" y="11197"/>
                    </a:lnTo>
                    <a:lnTo>
                      <a:pt x="23003" y="7459"/>
                    </a:lnTo>
                    <a:lnTo>
                      <a:pt x="25878" y="4008"/>
                    </a:lnTo>
                    <a:lnTo>
                      <a:pt x="28754" y="1373"/>
                    </a:lnTo>
                    <a:lnTo>
                      <a:pt x="31629" y="0"/>
                    </a:lnTo>
                    <a:lnTo>
                      <a:pt x="34504" y="165"/>
                    </a:lnTo>
                    <a:lnTo>
                      <a:pt x="37380" y="1915"/>
                    </a:lnTo>
                    <a:lnTo>
                      <a:pt x="40255" y="5078"/>
                    </a:lnTo>
                    <a:lnTo>
                      <a:pt x="43130" y="9304"/>
                    </a:lnTo>
                    <a:lnTo>
                      <a:pt x="46006" y="14156"/>
                    </a:lnTo>
                    <a:lnTo>
                      <a:pt x="48881" y="19190"/>
                    </a:lnTo>
                    <a:lnTo>
                      <a:pt x="51756" y="24023"/>
                    </a:lnTo>
                    <a:lnTo>
                      <a:pt x="54632" y="28363"/>
                    </a:lnTo>
                    <a:lnTo>
                      <a:pt x="57507" y="32020"/>
                    </a:lnTo>
                    <a:lnTo>
                      <a:pt x="60383" y="34899"/>
                    </a:lnTo>
                    <a:lnTo>
                      <a:pt x="63258" y="37007"/>
                    </a:lnTo>
                    <a:lnTo>
                      <a:pt x="66133" y="38452"/>
                    </a:lnTo>
                    <a:lnTo>
                      <a:pt x="69009" y="39449"/>
                    </a:lnTo>
                    <a:lnTo>
                      <a:pt x="71884" y="40277"/>
                    </a:lnTo>
                    <a:lnTo>
                      <a:pt x="74759" y="41218"/>
                    </a:lnTo>
                    <a:lnTo>
                      <a:pt x="77635" y="42462"/>
                    </a:lnTo>
                    <a:lnTo>
                      <a:pt x="80510" y="44045"/>
                    </a:lnTo>
                    <a:lnTo>
                      <a:pt x="83385" y="45849"/>
                    </a:lnTo>
                    <a:lnTo>
                      <a:pt x="86261" y="47656"/>
                    </a:lnTo>
                    <a:lnTo>
                      <a:pt x="89136" y="49247"/>
                    </a:lnTo>
                    <a:lnTo>
                      <a:pt x="92011" y="50481"/>
                    </a:lnTo>
                    <a:lnTo>
                      <a:pt x="94887" y="51334"/>
                    </a:lnTo>
                    <a:lnTo>
                      <a:pt x="97762" y="51885"/>
                    </a:lnTo>
                    <a:lnTo>
                      <a:pt x="100638" y="52274"/>
                    </a:lnTo>
                    <a:lnTo>
                      <a:pt x="103513" y="52657"/>
                    </a:lnTo>
                    <a:lnTo>
                      <a:pt x="106388" y="53166"/>
                    </a:lnTo>
                    <a:lnTo>
                      <a:pt x="109264" y="53898"/>
                    </a:lnTo>
                    <a:lnTo>
                      <a:pt x="112139" y="54906"/>
                    </a:lnTo>
                    <a:lnTo>
                      <a:pt x="115014" y="56207"/>
                    </a:lnTo>
                    <a:lnTo>
                      <a:pt x="117890" y="57782"/>
                    </a:lnTo>
                    <a:lnTo>
                      <a:pt x="120765" y="5958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9" name="Surface grid line"/>
              <p:cNvSpPr/>
              <p:nvPr/>
            </p:nvSpPr>
            <p:spPr>
              <a:xfrm>
                <a:off x="5774388" y="910888"/>
                <a:ext cx="1150287" cy="52502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5121">
                    <a:moveTo>
                      <a:pt x="0" y="14820"/>
                    </a:moveTo>
                    <a:lnTo>
                      <a:pt x="2875" y="16113"/>
                    </a:lnTo>
                    <a:lnTo>
                      <a:pt x="5751" y="16894"/>
                    </a:lnTo>
                    <a:lnTo>
                      <a:pt x="8626" y="16989"/>
                    </a:lnTo>
                    <a:lnTo>
                      <a:pt x="11501" y="16269"/>
                    </a:lnTo>
                    <a:lnTo>
                      <a:pt x="14377" y="14691"/>
                    </a:lnTo>
                    <a:lnTo>
                      <a:pt x="17252" y="12334"/>
                    </a:lnTo>
                    <a:lnTo>
                      <a:pt x="20128" y="9415"/>
                    </a:lnTo>
                    <a:lnTo>
                      <a:pt x="23003" y="6284"/>
                    </a:lnTo>
                    <a:lnTo>
                      <a:pt x="25878" y="3380"/>
                    </a:lnTo>
                    <a:lnTo>
                      <a:pt x="28754" y="1156"/>
                    </a:lnTo>
                    <a:lnTo>
                      <a:pt x="31629" y="0"/>
                    </a:lnTo>
                    <a:lnTo>
                      <a:pt x="34504" y="154"/>
                    </a:lnTo>
                    <a:lnTo>
                      <a:pt x="37380" y="1671"/>
                    </a:lnTo>
                    <a:lnTo>
                      <a:pt x="40255" y="4415"/>
                    </a:lnTo>
                    <a:lnTo>
                      <a:pt x="43130" y="8104"/>
                    </a:lnTo>
                    <a:lnTo>
                      <a:pt x="46006" y="12376"/>
                    </a:lnTo>
                    <a:lnTo>
                      <a:pt x="48881" y="16861"/>
                    </a:lnTo>
                    <a:lnTo>
                      <a:pt x="51756" y="21238"/>
                    </a:lnTo>
                    <a:lnTo>
                      <a:pt x="54632" y="25260"/>
                    </a:lnTo>
                    <a:lnTo>
                      <a:pt x="57507" y="28762"/>
                    </a:lnTo>
                    <a:lnTo>
                      <a:pt x="60383" y="31657"/>
                    </a:lnTo>
                    <a:lnTo>
                      <a:pt x="63258" y="33933"/>
                    </a:lnTo>
                    <a:lnTo>
                      <a:pt x="66133" y="35656"/>
                    </a:lnTo>
                    <a:lnTo>
                      <a:pt x="69009" y="36961"/>
                    </a:lnTo>
                    <a:lnTo>
                      <a:pt x="71884" y="38035"/>
                    </a:lnTo>
                    <a:lnTo>
                      <a:pt x="74759" y="39064"/>
                    </a:lnTo>
                    <a:lnTo>
                      <a:pt x="77635" y="40183"/>
                    </a:lnTo>
                    <a:lnTo>
                      <a:pt x="80510" y="41423"/>
                    </a:lnTo>
                    <a:lnTo>
                      <a:pt x="83385" y="42721"/>
                    </a:lnTo>
                    <a:lnTo>
                      <a:pt x="86261" y="43950"/>
                    </a:lnTo>
                    <a:lnTo>
                      <a:pt x="89136" y="44988"/>
                    </a:lnTo>
                    <a:lnTo>
                      <a:pt x="92011" y="45770"/>
                    </a:lnTo>
                    <a:lnTo>
                      <a:pt x="94887" y="46309"/>
                    </a:lnTo>
                    <a:lnTo>
                      <a:pt x="97762" y="46688"/>
                    </a:lnTo>
                    <a:lnTo>
                      <a:pt x="100638" y="47027"/>
                    </a:lnTo>
                    <a:lnTo>
                      <a:pt x="103513" y="47450"/>
                    </a:lnTo>
                    <a:lnTo>
                      <a:pt x="106388" y="48061"/>
                    </a:lnTo>
                    <a:lnTo>
                      <a:pt x="109264" y="48928"/>
                    </a:lnTo>
                    <a:lnTo>
                      <a:pt x="112139" y="50084"/>
                    </a:lnTo>
                    <a:lnTo>
                      <a:pt x="115014" y="51526"/>
                    </a:lnTo>
                    <a:lnTo>
                      <a:pt x="117890" y="53224"/>
                    </a:lnTo>
                    <a:lnTo>
                      <a:pt x="120765" y="5512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0" name="Surface grid line"/>
              <p:cNvSpPr/>
              <p:nvPr/>
            </p:nvSpPr>
            <p:spPr>
              <a:xfrm>
                <a:off x="4819650" y="1052054"/>
                <a:ext cx="954738" cy="48231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0637">
                    <a:moveTo>
                      <a:pt x="0" y="50637"/>
                    </a:moveTo>
                    <a:lnTo>
                      <a:pt x="2387" y="50088"/>
                    </a:lnTo>
                    <a:lnTo>
                      <a:pt x="4773" y="49534"/>
                    </a:lnTo>
                    <a:lnTo>
                      <a:pt x="7160" y="48970"/>
                    </a:lnTo>
                    <a:lnTo>
                      <a:pt x="9546" y="48390"/>
                    </a:lnTo>
                    <a:lnTo>
                      <a:pt x="11933" y="47788"/>
                    </a:lnTo>
                    <a:lnTo>
                      <a:pt x="14319" y="47155"/>
                    </a:lnTo>
                    <a:lnTo>
                      <a:pt x="16706" y="46479"/>
                    </a:lnTo>
                    <a:lnTo>
                      <a:pt x="19092" y="45746"/>
                    </a:lnTo>
                    <a:lnTo>
                      <a:pt x="21479" y="44939"/>
                    </a:lnTo>
                    <a:lnTo>
                      <a:pt x="23865" y="44041"/>
                    </a:lnTo>
                    <a:lnTo>
                      <a:pt x="26252" y="43032"/>
                    </a:lnTo>
                    <a:lnTo>
                      <a:pt x="28639" y="41898"/>
                    </a:lnTo>
                    <a:lnTo>
                      <a:pt x="31025" y="40624"/>
                    </a:lnTo>
                    <a:lnTo>
                      <a:pt x="33412" y="39203"/>
                    </a:lnTo>
                    <a:lnTo>
                      <a:pt x="35798" y="37635"/>
                    </a:lnTo>
                    <a:lnTo>
                      <a:pt x="38185" y="35927"/>
                    </a:lnTo>
                    <a:lnTo>
                      <a:pt x="40571" y="34091"/>
                    </a:lnTo>
                    <a:lnTo>
                      <a:pt x="42958" y="32148"/>
                    </a:lnTo>
                    <a:lnTo>
                      <a:pt x="45344" y="30123"/>
                    </a:lnTo>
                    <a:lnTo>
                      <a:pt x="47731" y="28043"/>
                    </a:lnTo>
                    <a:lnTo>
                      <a:pt x="50117" y="25937"/>
                    </a:lnTo>
                    <a:lnTo>
                      <a:pt x="52504" y="23829"/>
                    </a:lnTo>
                    <a:lnTo>
                      <a:pt x="54891" y="21745"/>
                    </a:lnTo>
                    <a:lnTo>
                      <a:pt x="57277" y="19705"/>
                    </a:lnTo>
                    <a:lnTo>
                      <a:pt x="59664" y="17725"/>
                    </a:lnTo>
                    <a:lnTo>
                      <a:pt x="62050" y="15817"/>
                    </a:lnTo>
                    <a:lnTo>
                      <a:pt x="64437" y="13995"/>
                    </a:lnTo>
                    <a:lnTo>
                      <a:pt x="66823" y="12267"/>
                    </a:lnTo>
                    <a:lnTo>
                      <a:pt x="69210" y="10642"/>
                    </a:lnTo>
                    <a:lnTo>
                      <a:pt x="71596" y="9131"/>
                    </a:lnTo>
                    <a:lnTo>
                      <a:pt x="73983" y="7742"/>
                    </a:lnTo>
                    <a:lnTo>
                      <a:pt x="76370" y="6483"/>
                    </a:lnTo>
                    <a:lnTo>
                      <a:pt x="78756" y="5359"/>
                    </a:lnTo>
                    <a:lnTo>
                      <a:pt x="81143" y="4372"/>
                    </a:lnTo>
                    <a:lnTo>
                      <a:pt x="83529" y="3518"/>
                    </a:lnTo>
                    <a:lnTo>
                      <a:pt x="85916" y="2791"/>
                    </a:lnTo>
                    <a:lnTo>
                      <a:pt x="88302" y="2174"/>
                    </a:lnTo>
                    <a:lnTo>
                      <a:pt x="90689" y="1650"/>
                    </a:lnTo>
                    <a:lnTo>
                      <a:pt x="93075" y="1195"/>
                    </a:lnTo>
                    <a:lnTo>
                      <a:pt x="95462" y="785"/>
                    </a:lnTo>
                    <a:lnTo>
                      <a:pt x="97848" y="39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1" name="Surface grid line"/>
              <p:cNvSpPr/>
              <p:nvPr/>
            </p:nvSpPr>
            <p:spPr>
              <a:xfrm>
                <a:off x="4847038" y="1064363"/>
                <a:ext cx="954738" cy="48937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1378">
                    <a:moveTo>
                      <a:pt x="0" y="51378"/>
                    </a:moveTo>
                    <a:lnTo>
                      <a:pt x="2387" y="50793"/>
                    </a:lnTo>
                    <a:lnTo>
                      <a:pt x="4773" y="50202"/>
                    </a:lnTo>
                    <a:lnTo>
                      <a:pt x="7160" y="49603"/>
                    </a:lnTo>
                    <a:lnTo>
                      <a:pt x="9546" y="48997"/>
                    </a:lnTo>
                    <a:lnTo>
                      <a:pt x="11933" y="48378"/>
                    </a:lnTo>
                    <a:lnTo>
                      <a:pt x="14319" y="47739"/>
                    </a:lnTo>
                    <a:lnTo>
                      <a:pt x="16706" y="47068"/>
                    </a:lnTo>
                    <a:lnTo>
                      <a:pt x="19092" y="46348"/>
                    </a:lnTo>
                    <a:lnTo>
                      <a:pt x="21479" y="45558"/>
                    </a:lnTo>
                    <a:lnTo>
                      <a:pt x="23865" y="44677"/>
                    </a:lnTo>
                    <a:lnTo>
                      <a:pt x="26252" y="43678"/>
                    </a:lnTo>
                    <a:lnTo>
                      <a:pt x="28639" y="42540"/>
                    </a:lnTo>
                    <a:lnTo>
                      <a:pt x="31025" y="41244"/>
                    </a:lnTo>
                    <a:lnTo>
                      <a:pt x="33412" y="39779"/>
                    </a:lnTo>
                    <a:lnTo>
                      <a:pt x="35798" y="38142"/>
                    </a:lnTo>
                    <a:lnTo>
                      <a:pt x="38185" y="36339"/>
                    </a:lnTo>
                    <a:lnTo>
                      <a:pt x="40571" y="34388"/>
                    </a:lnTo>
                    <a:lnTo>
                      <a:pt x="42958" y="32312"/>
                    </a:lnTo>
                    <a:lnTo>
                      <a:pt x="45344" y="30143"/>
                    </a:lnTo>
                    <a:lnTo>
                      <a:pt x="47731" y="27912"/>
                    </a:lnTo>
                    <a:lnTo>
                      <a:pt x="50117" y="25655"/>
                    </a:lnTo>
                    <a:lnTo>
                      <a:pt x="52504" y="23403"/>
                    </a:lnTo>
                    <a:lnTo>
                      <a:pt x="54891" y="21182"/>
                    </a:lnTo>
                    <a:lnTo>
                      <a:pt x="57277" y="19016"/>
                    </a:lnTo>
                    <a:lnTo>
                      <a:pt x="59664" y="16920"/>
                    </a:lnTo>
                    <a:lnTo>
                      <a:pt x="62050" y="14908"/>
                    </a:lnTo>
                    <a:lnTo>
                      <a:pt x="64437" y="12992"/>
                    </a:lnTo>
                    <a:lnTo>
                      <a:pt x="66823" y="11183"/>
                    </a:lnTo>
                    <a:lnTo>
                      <a:pt x="69210" y="9491"/>
                    </a:lnTo>
                    <a:lnTo>
                      <a:pt x="71596" y="7930"/>
                    </a:lnTo>
                    <a:lnTo>
                      <a:pt x="73983" y="6513"/>
                    </a:lnTo>
                    <a:lnTo>
                      <a:pt x="76370" y="5252"/>
                    </a:lnTo>
                    <a:lnTo>
                      <a:pt x="78756" y="4156"/>
                    </a:lnTo>
                    <a:lnTo>
                      <a:pt x="81143" y="3231"/>
                    </a:lnTo>
                    <a:lnTo>
                      <a:pt x="83529" y="2472"/>
                    </a:lnTo>
                    <a:lnTo>
                      <a:pt x="85916" y="1869"/>
                    </a:lnTo>
                    <a:lnTo>
                      <a:pt x="88302" y="1402"/>
                    </a:lnTo>
                    <a:lnTo>
                      <a:pt x="90689" y="1042"/>
                    </a:lnTo>
                    <a:lnTo>
                      <a:pt x="93075" y="758"/>
                    </a:lnTo>
                    <a:lnTo>
                      <a:pt x="95462" y="513"/>
                    </a:lnTo>
                    <a:lnTo>
                      <a:pt x="97848" y="271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2" name="Surface grid line"/>
              <p:cNvSpPr/>
              <p:nvPr/>
            </p:nvSpPr>
            <p:spPr>
              <a:xfrm>
                <a:off x="4874426" y="1071805"/>
                <a:ext cx="954738" cy="49967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2460">
                    <a:moveTo>
                      <a:pt x="0" y="52460"/>
                    </a:moveTo>
                    <a:lnTo>
                      <a:pt x="2387" y="51818"/>
                    </a:lnTo>
                    <a:lnTo>
                      <a:pt x="4773" y="51179"/>
                    </a:lnTo>
                    <a:lnTo>
                      <a:pt x="7160" y="50545"/>
                    </a:lnTo>
                    <a:lnTo>
                      <a:pt x="9546" y="49919"/>
                    </a:lnTo>
                    <a:lnTo>
                      <a:pt x="11933" y="49301"/>
                    </a:lnTo>
                    <a:lnTo>
                      <a:pt x="14319" y="48684"/>
                    </a:lnTo>
                    <a:lnTo>
                      <a:pt x="16706" y="48054"/>
                    </a:lnTo>
                    <a:lnTo>
                      <a:pt x="19092" y="47392"/>
                    </a:lnTo>
                    <a:lnTo>
                      <a:pt x="21479" y="46671"/>
                    </a:lnTo>
                    <a:lnTo>
                      <a:pt x="23865" y="45861"/>
                    </a:lnTo>
                    <a:lnTo>
                      <a:pt x="26252" y="44929"/>
                    </a:lnTo>
                    <a:lnTo>
                      <a:pt x="28639" y="43844"/>
                    </a:lnTo>
                    <a:lnTo>
                      <a:pt x="31025" y="42579"/>
                    </a:lnTo>
                    <a:lnTo>
                      <a:pt x="33412" y="41117"/>
                    </a:lnTo>
                    <a:lnTo>
                      <a:pt x="35798" y="39451"/>
                    </a:lnTo>
                    <a:lnTo>
                      <a:pt x="38185" y="37588"/>
                    </a:lnTo>
                    <a:lnTo>
                      <a:pt x="40571" y="35544"/>
                    </a:lnTo>
                    <a:lnTo>
                      <a:pt x="42958" y="33350"/>
                    </a:lnTo>
                    <a:lnTo>
                      <a:pt x="45344" y="31039"/>
                    </a:lnTo>
                    <a:lnTo>
                      <a:pt x="47731" y="28653"/>
                    </a:lnTo>
                    <a:lnTo>
                      <a:pt x="50117" y="26229"/>
                    </a:lnTo>
                    <a:lnTo>
                      <a:pt x="52504" y="23805"/>
                    </a:lnTo>
                    <a:lnTo>
                      <a:pt x="54891" y="21409"/>
                    </a:lnTo>
                    <a:lnTo>
                      <a:pt x="57277" y="19066"/>
                    </a:lnTo>
                    <a:lnTo>
                      <a:pt x="59664" y="16792"/>
                    </a:lnTo>
                    <a:lnTo>
                      <a:pt x="62050" y="14602"/>
                    </a:lnTo>
                    <a:lnTo>
                      <a:pt x="64437" y="12508"/>
                    </a:lnTo>
                    <a:lnTo>
                      <a:pt x="66823" y="10523"/>
                    </a:lnTo>
                    <a:lnTo>
                      <a:pt x="69210" y="8664"/>
                    </a:lnTo>
                    <a:lnTo>
                      <a:pt x="71596" y="6951"/>
                    </a:lnTo>
                    <a:lnTo>
                      <a:pt x="73983" y="5408"/>
                    </a:lnTo>
                    <a:lnTo>
                      <a:pt x="76370" y="4055"/>
                    </a:lnTo>
                    <a:lnTo>
                      <a:pt x="78756" y="2911"/>
                    </a:lnTo>
                    <a:lnTo>
                      <a:pt x="81143" y="1987"/>
                    </a:lnTo>
                    <a:lnTo>
                      <a:pt x="83529" y="1283"/>
                    </a:lnTo>
                    <a:lnTo>
                      <a:pt x="85916" y="785"/>
                    </a:lnTo>
                    <a:lnTo>
                      <a:pt x="88302" y="466"/>
                    </a:lnTo>
                    <a:lnTo>
                      <a:pt x="90689" y="287"/>
                    </a:lnTo>
                    <a:lnTo>
                      <a:pt x="93075" y="201"/>
                    </a:lnTo>
                    <a:lnTo>
                      <a:pt x="95462" y="158"/>
                    </a:lnTo>
                    <a:lnTo>
                      <a:pt x="97848" y="106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3" name="Surface grid line"/>
              <p:cNvSpPr/>
              <p:nvPr/>
            </p:nvSpPr>
            <p:spPr>
              <a:xfrm>
                <a:off x="4901813" y="1065586"/>
                <a:ext cx="954738" cy="52137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4738">
                    <a:moveTo>
                      <a:pt x="0" y="54738"/>
                    </a:moveTo>
                    <a:lnTo>
                      <a:pt x="2387" y="54028"/>
                    </a:lnTo>
                    <a:lnTo>
                      <a:pt x="4773" y="53336"/>
                    </a:lnTo>
                    <a:lnTo>
                      <a:pt x="7160" y="52671"/>
                    </a:lnTo>
                    <a:lnTo>
                      <a:pt x="9546" y="52040"/>
                    </a:lnTo>
                    <a:lnTo>
                      <a:pt x="11933" y="51446"/>
                    </a:lnTo>
                    <a:lnTo>
                      <a:pt x="14319" y="50882"/>
                    </a:lnTo>
                    <a:lnTo>
                      <a:pt x="16706" y="50334"/>
                    </a:lnTo>
                    <a:lnTo>
                      <a:pt x="19092" y="49776"/>
                    </a:lnTo>
                    <a:lnTo>
                      <a:pt x="21479" y="49175"/>
                    </a:lnTo>
                    <a:lnTo>
                      <a:pt x="23865" y="48492"/>
                    </a:lnTo>
                    <a:lnTo>
                      <a:pt x="26252" y="47683"/>
                    </a:lnTo>
                    <a:lnTo>
                      <a:pt x="28639" y="46706"/>
                    </a:lnTo>
                    <a:lnTo>
                      <a:pt x="31025" y="45525"/>
                    </a:lnTo>
                    <a:lnTo>
                      <a:pt x="33412" y="44114"/>
                    </a:lnTo>
                    <a:lnTo>
                      <a:pt x="35798" y="42462"/>
                    </a:lnTo>
                    <a:lnTo>
                      <a:pt x="38185" y="40572"/>
                    </a:lnTo>
                    <a:lnTo>
                      <a:pt x="40571" y="38462"/>
                    </a:lnTo>
                    <a:lnTo>
                      <a:pt x="42958" y="36165"/>
                    </a:lnTo>
                    <a:lnTo>
                      <a:pt x="45344" y="33719"/>
                    </a:lnTo>
                    <a:lnTo>
                      <a:pt x="47731" y="31171"/>
                    </a:lnTo>
                    <a:lnTo>
                      <a:pt x="50117" y="28563"/>
                    </a:lnTo>
                    <a:lnTo>
                      <a:pt x="52504" y="25934"/>
                    </a:lnTo>
                    <a:lnTo>
                      <a:pt x="54891" y="23316"/>
                    </a:lnTo>
                    <a:lnTo>
                      <a:pt x="57277" y="20732"/>
                    </a:lnTo>
                    <a:lnTo>
                      <a:pt x="59664" y="18200"/>
                    </a:lnTo>
                    <a:lnTo>
                      <a:pt x="62050" y="15735"/>
                    </a:lnTo>
                    <a:lnTo>
                      <a:pt x="64437" y="13351"/>
                    </a:lnTo>
                    <a:lnTo>
                      <a:pt x="66823" y="11067"/>
                    </a:lnTo>
                    <a:lnTo>
                      <a:pt x="69210" y="8911"/>
                    </a:lnTo>
                    <a:lnTo>
                      <a:pt x="71596" y="6915"/>
                    </a:lnTo>
                    <a:lnTo>
                      <a:pt x="73983" y="5117"/>
                    </a:lnTo>
                    <a:lnTo>
                      <a:pt x="76370" y="3557"/>
                    </a:lnTo>
                    <a:lnTo>
                      <a:pt x="78756" y="2268"/>
                    </a:lnTo>
                    <a:lnTo>
                      <a:pt x="81143" y="1272"/>
                    </a:lnTo>
                    <a:lnTo>
                      <a:pt x="83529" y="575"/>
                    </a:lnTo>
                    <a:lnTo>
                      <a:pt x="85916" y="163"/>
                    </a:lnTo>
                    <a:lnTo>
                      <a:pt x="88302" y="0"/>
                    </a:lnTo>
                    <a:lnTo>
                      <a:pt x="90689" y="33"/>
                    </a:lnTo>
                    <a:lnTo>
                      <a:pt x="93075" y="195"/>
                    </a:lnTo>
                    <a:lnTo>
                      <a:pt x="95462" y="415"/>
                    </a:lnTo>
                    <a:lnTo>
                      <a:pt x="97848" y="621"/>
                    </a:lnTo>
                    <a:lnTo>
                      <a:pt x="100235" y="7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4" name="Surface grid line"/>
              <p:cNvSpPr/>
              <p:nvPr/>
            </p:nvSpPr>
            <p:spPr>
              <a:xfrm>
                <a:off x="4929201" y="1043487"/>
                <a:ext cx="954738" cy="556215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8395">
                    <a:moveTo>
                      <a:pt x="0" y="58395"/>
                    </a:moveTo>
                    <a:lnTo>
                      <a:pt x="2387" y="57611"/>
                    </a:lnTo>
                    <a:lnTo>
                      <a:pt x="4773" y="56867"/>
                    </a:lnTo>
                    <a:lnTo>
                      <a:pt x="7160" y="56178"/>
                    </a:lnTo>
                    <a:lnTo>
                      <a:pt x="9546" y="55558"/>
                    </a:lnTo>
                    <a:lnTo>
                      <a:pt x="11933" y="55010"/>
                    </a:lnTo>
                    <a:lnTo>
                      <a:pt x="14319" y="54528"/>
                    </a:lnTo>
                    <a:lnTo>
                      <a:pt x="16706" y="54095"/>
                    </a:lnTo>
                    <a:lnTo>
                      <a:pt x="19092" y="53681"/>
                    </a:lnTo>
                    <a:lnTo>
                      <a:pt x="21479" y="53243"/>
                    </a:lnTo>
                    <a:lnTo>
                      <a:pt x="23865" y="52732"/>
                    </a:lnTo>
                    <a:lnTo>
                      <a:pt x="26252" y="52092"/>
                    </a:lnTo>
                    <a:lnTo>
                      <a:pt x="28639" y="51269"/>
                    </a:lnTo>
                    <a:lnTo>
                      <a:pt x="31025" y="50217"/>
                    </a:lnTo>
                    <a:lnTo>
                      <a:pt x="33412" y="48900"/>
                    </a:lnTo>
                    <a:lnTo>
                      <a:pt x="35798" y="47301"/>
                    </a:lnTo>
                    <a:lnTo>
                      <a:pt x="38185" y="45418"/>
                    </a:lnTo>
                    <a:lnTo>
                      <a:pt x="40571" y="43270"/>
                    </a:lnTo>
                    <a:lnTo>
                      <a:pt x="42958" y="40890"/>
                    </a:lnTo>
                    <a:lnTo>
                      <a:pt x="45344" y="38321"/>
                    </a:lnTo>
                    <a:lnTo>
                      <a:pt x="47731" y="35610"/>
                    </a:lnTo>
                    <a:lnTo>
                      <a:pt x="50117" y="32803"/>
                    </a:lnTo>
                    <a:lnTo>
                      <a:pt x="52504" y="29939"/>
                    </a:lnTo>
                    <a:lnTo>
                      <a:pt x="54891" y="27050"/>
                    </a:lnTo>
                    <a:lnTo>
                      <a:pt x="57277" y="24159"/>
                    </a:lnTo>
                    <a:lnTo>
                      <a:pt x="59664" y="21281"/>
                    </a:lnTo>
                    <a:lnTo>
                      <a:pt x="62050" y="18432"/>
                    </a:lnTo>
                    <a:lnTo>
                      <a:pt x="64437" y="15631"/>
                    </a:lnTo>
                    <a:lnTo>
                      <a:pt x="66823" y="12908"/>
                    </a:lnTo>
                    <a:lnTo>
                      <a:pt x="69210" y="10303"/>
                    </a:lnTo>
                    <a:lnTo>
                      <a:pt x="71596" y="7871"/>
                    </a:lnTo>
                    <a:lnTo>
                      <a:pt x="73983" y="5673"/>
                    </a:lnTo>
                    <a:lnTo>
                      <a:pt x="76370" y="3773"/>
                    </a:lnTo>
                    <a:lnTo>
                      <a:pt x="78756" y="2229"/>
                    </a:lnTo>
                    <a:lnTo>
                      <a:pt x="81143" y="1080"/>
                    </a:lnTo>
                    <a:lnTo>
                      <a:pt x="83529" y="342"/>
                    </a:lnTo>
                    <a:lnTo>
                      <a:pt x="85916" y="0"/>
                    </a:lnTo>
                    <a:lnTo>
                      <a:pt x="88302" y="9"/>
                    </a:lnTo>
                    <a:lnTo>
                      <a:pt x="90689" y="298"/>
                    </a:lnTo>
                    <a:lnTo>
                      <a:pt x="93075" y="775"/>
                    </a:lnTo>
                    <a:lnTo>
                      <a:pt x="95462" y="1341"/>
                    </a:lnTo>
                    <a:lnTo>
                      <a:pt x="97848" y="1894"/>
                    </a:lnTo>
                    <a:lnTo>
                      <a:pt x="100235" y="23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5" name="Surface grid line"/>
              <p:cNvSpPr/>
              <p:nvPr/>
            </p:nvSpPr>
            <p:spPr>
              <a:xfrm>
                <a:off x="4956589" y="1007385"/>
                <a:ext cx="954738" cy="60201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3203">
                    <a:moveTo>
                      <a:pt x="0" y="63203"/>
                    </a:moveTo>
                    <a:lnTo>
                      <a:pt x="2387" y="62343"/>
                    </a:lnTo>
                    <a:lnTo>
                      <a:pt x="4773" y="61550"/>
                    </a:lnTo>
                    <a:lnTo>
                      <a:pt x="7160" y="60847"/>
                    </a:lnTo>
                    <a:lnTo>
                      <a:pt x="9546" y="60249"/>
                    </a:lnTo>
                    <a:lnTo>
                      <a:pt x="11933" y="59763"/>
                    </a:lnTo>
                    <a:lnTo>
                      <a:pt x="14319" y="59383"/>
                    </a:lnTo>
                    <a:lnTo>
                      <a:pt x="16706" y="59087"/>
                    </a:lnTo>
                    <a:lnTo>
                      <a:pt x="19092" y="58840"/>
                    </a:lnTo>
                    <a:lnTo>
                      <a:pt x="21479" y="58591"/>
                    </a:lnTo>
                    <a:lnTo>
                      <a:pt x="23865" y="58278"/>
                    </a:lnTo>
                    <a:lnTo>
                      <a:pt x="26252" y="57835"/>
                    </a:lnTo>
                    <a:lnTo>
                      <a:pt x="28639" y="57195"/>
                    </a:lnTo>
                    <a:lnTo>
                      <a:pt x="31025" y="56302"/>
                    </a:lnTo>
                    <a:lnTo>
                      <a:pt x="33412" y="55110"/>
                    </a:lnTo>
                    <a:lnTo>
                      <a:pt x="35798" y="53595"/>
                    </a:lnTo>
                    <a:lnTo>
                      <a:pt x="38185" y="51752"/>
                    </a:lnTo>
                    <a:lnTo>
                      <a:pt x="40571" y="49597"/>
                    </a:lnTo>
                    <a:lnTo>
                      <a:pt x="42958" y="47161"/>
                    </a:lnTo>
                    <a:lnTo>
                      <a:pt x="45344" y="44487"/>
                    </a:lnTo>
                    <a:lnTo>
                      <a:pt x="47731" y="41624"/>
                    </a:lnTo>
                    <a:lnTo>
                      <a:pt x="50117" y="38615"/>
                    </a:lnTo>
                    <a:lnTo>
                      <a:pt x="52504" y="35498"/>
                    </a:lnTo>
                    <a:lnTo>
                      <a:pt x="54891" y="32301"/>
                    </a:lnTo>
                    <a:lnTo>
                      <a:pt x="57277" y="29042"/>
                    </a:lnTo>
                    <a:lnTo>
                      <a:pt x="59664" y="25735"/>
                    </a:lnTo>
                    <a:lnTo>
                      <a:pt x="62050" y="22398"/>
                    </a:lnTo>
                    <a:lnTo>
                      <a:pt x="64437" y="19056"/>
                    </a:lnTo>
                    <a:lnTo>
                      <a:pt x="66823" y="15751"/>
                    </a:lnTo>
                    <a:lnTo>
                      <a:pt x="69210" y="12547"/>
                    </a:lnTo>
                    <a:lnTo>
                      <a:pt x="71596" y="9523"/>
                    </a:lnTo>
                    <a:lnTo>
                      <a:pt x="73983" y="6777"/>
                    </a:lnTo>
                    <a:lnTo>
                      <a:pt x="76370" y="4404"/>
                    </a:lnTo>
                    <a:lnTo>
                      <a:pt x="78756" y="2494"/>
                    </a:lnTo>
                    <a:lnTo>
                      <a:pt x="81143" y="1110"/>
                    </a:lnTo>
                    <a:lnTo>
                      <a:pt x="83529" y="283"/>
                    </a:lnTo>
                    <a:lnTo>
                      <a:pt x="85916" y="0"/>
                    </a:lnTo>
                    <a:lnTo>
                      <a:pt x="88302" y="204"/>
                    </a:lnTo>
                    <a:lnTo>
                      <a:pt x="90689" y="801"/>
                    </a:lnTo>
                    <a:lnTo>
                      <a:pt x="93075" y="1668"/>
                    </a:lnTo>
                    <a:lnTo>
                      <a:pt x="95462" y="2671"/>
                    </a:lnTo>
                    <a:lnTo>
                      <a:pt x="97848" y="3675"/>
                    </a:lnTo>
                    <a:lnTo>
                      <a:pt x="100235" y="456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6" name="Surface grid line"/>
              <p:cNvSpPr/>
              <p:nvPr/>
            </p:nvSpPr>
            <p:spPr>
              <a:xfrm>
                <a:off x="4983977" y="959927"/>
                <a:ext cx="954738" cy="65604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8877">
                    <a:moveTo>
                      <a:pt x="0" y="68877"/>
                    </a:moveTo>
                    <a:lnTo>
                      <a:pt x="2387" y="67943"/>
                    </a:lnTo>
                    <a:lnTo>
                      <a:pt x="4773" y="67108"/>
                    </a:lnTo>
                    <a:lnTo>
                      <a:pt x="7160" y="66396"/>
                    </a:lnTo>
                    <a:lnTo>
                      <a:pt x="9546" y="65829"/>
                    </a:lnTo>
                    <a:lnTo>
                      <a:pt x="11933" y="65412"/>
                    </a:lnTo>
                    <a:lnTo>
                      <a:pt x="14319" y="65139"/>
                    </a:lnTo>
                    <a:lnTo>
                      <a:pt x="16706" y="64985"/>
                    </a:lnTo>
                    <a:lnTo>
                      <a:pt x="19092" y="64908"/>
                    </a:lnTo>
                    <a:lnTo>
                      <a:pt x="21479" y="64849"/>
                    </a:lnTo>
                    <a:lnTo>
                      <a:pt x="23865" y="64737"/>
                    </a:lnTo>
                    <a:lnTo>
                      <a:pt x="26252" y="64493"/>
                    </a:lnTo>
                    <a:lnTo>
                      <a:pt x="28639" y="64044"/>
                    </a:lnTo>
                    <a:lnTo>
                      <a:pt x="31025" y="63320"/>
                    </a:lnTo>
                    <a:lnTo>
                      <a:pt x="33412" y="62269"/>
                    </a:lnTo>
                    <a:lnTo>
                      <a:pt x="35798" y="60861"/>
                    </a:lnTo>
                    <a:lnTo>
                      <a:pt x="38185" y="59084"/>
                    </a:lnTo>
                    <a:lnTo>
                      <a:pt x="40571" y="56952"/>
                    </a:lnTo>
                    <a:lnTo>
                      <a:pt x="42958" y="54493"/>
                    </a:lnTo>
                    <a:lnTo>
                      <a:pt x="45344" y="51746"/>
                    </a:lnTo>
                    <a:lnTo>
                      <a:pt x="47731" y="48756"/>
                    </a:lnTo>
                    <a:lnTo>
                      <a:pt x="50117" y="45560"/>
                    </a:lnTo>
                    <a:lnTo>
                      <a:pt x="52504" y="42191"/>
                    </a:lnTo>
                    <a:lnTo>
                      <a:pt x="54891" y="38669"/>
                    </a:lnTo>
                    <a:lnTo>
                      <a:pt x="57277" y="35005"/>
                    </a:lnTo>
                    <a:lnTo>
                      <a:pt x="59664" y="31211"/>
                    </a:lnTo>
                    <a:lnTo>
                      <a:pt x="62050" y="27304"/>
                    </a:lnTo>
                    <a:lnTo>
                      <a:pt x="64437" y="23319"/>
                    </a:lnTo>
                    <a:lnTo>
                      <a:pt x="66823" y="19315"/>
                    </a:lnTo>
                    <a:lnTo>
                      <a:pt x="69210" y="15383"/>
                    </a:lnTo>
                    <a:lnTo>
                      <a:pt x="71596" y="11637"/>
                    </a:lnTo>
                    <a:lnTo>
                      <a:pt x="73983" y="8213"/>
                    </a:lnTo>
                    <a:lnTo>
                      <a:pt x="76370" y="5252"/>
                    </a:lnTo>
                    <a:lnTo>
                      <a:pt x="78756" y="2879"/>
                    </a:lnTo>
                    <a:lnTo>
                      <a:pt x="81143" y="1191"/>
                    </a:lnTo>
                    <a:lnTo>
                      <a:pt x="83529" y="235"/>
                    </a:lnTo>
                    <a:lnTo>
                      <a:pt x="85916" y="0"/>
                    </a:lnTo>
                    <a:lnTo>
                      <a:pt x="88302" y="419"/>
                    </a:lnTo>
                    <a:lnTo>
                      <a:pt x="90689" y="1370"/>
                    </a:lnTo>
                    <a:lnTo>
                      <a:pt x="93075" y="2697"/>
                    </a:lnTo>
                    <a:lnTo>
                      <a:pt x="95462" y="4223"/>
                    </a:lnTo>
                    <a:lnTo>
                      <a:pt x="97848" y="5771"/>
                    </a:lnTo>
                    <a:lnTo>
                      <a:pt x="100235" y="718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7" name="Surface grid line"/>
              <p:cNvSpPr/>
              <p:nvPr/>
            </p:nvSpPr>
            <p:spPr>
              <a:xfrm>
                <a:off x="5011364" y="904662"/>
                <a:ext cx="954738" cy="71495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5061">
                    <a:moveTo>
                      <a:pt x="0" y="75061"/>
                    </a:moveTo>
                    <a:lnTo>
                      <a:pt x="2387" y="74062"/>
                    </a:lnTo>
                    <a:lnTo>
                      <a:pt x="4773" y="73191"/>
                    </a:lnTo>
                    <a:lnTo>
                      <a:pt x="7160" y="72478"/>
                    </a:lnTo>
                    <a:lnTo>
                      <a:pt x="9546" y="71942"/>
                    </a:lnTo>
                    <a:lnTo>
                      <a:pt x="11933" y="71593"/>
                    </a:lnTo>
                    <a:lnTo>
                      <a:pt x="14319" y="71422"/>
                    </a:lnTo>
                    <a:lnTo>
                      <a:pt x="16706" y="71398"/>
                    </a:lnTo>
                    <a:lnTo>
                      <a:pt x="19092" y="71474"/>
                    </a:lnTo>
                    <a:lnTo>
                      <a:pt x="21479" y="71585"/>
                    </a:lnTo>
                    <a:lnTo>
                      <a:pt x="23865" y="71650"/>
                    </a:lnTo>
                    <a:lnTo>
                      <a:pt x="26252" y="71585"/>
                    </a:lnTo>
                    <a:lnTo>
                      <a:pt x="28639" y="71306"/>
                    </a:lnTo>
                    <a:lnTo>
                      <a:pt x="31025" y="70740"/>
                    </a:lnTo>
                    <a:lnTo>
                      <a:pt x="33412" y="69828"/>
                    </a:lnTo>
                    <a:lnTo>
                      <a:pt x="35798" y="68534"/>
                    </a:lnTo>
                    <a:lnTo>
                      <a:pt x="38185" y="66844"/>
                    </a:lnTo>
                    <a:lnTo>
                      <a:pt x="40571" y="64764"/>
                    </a:lnTo>
                    <a:lnTo>
                      <a:pt x="42958" y="62319"/>
                    </a:lnTo>
                    <a:lnTo>
                      <a:pt x="45344" y="59540"/>
                    </a:lnTo>
                    <a:lnTo>
                      <a:pt x="47731" y="56463"/>
                    </a:lnTo>
                    <a:lnTo>
                      <a:pt x="50117" y="53118"/>
                    </a:lnTo>
                    <a:lnTo>
                      <a:pt x="52504" y="49523"/>
                    </a:lnTo>
                    <a:lnTo>
                      <a:pt x="54891" y="45689"/>
                    </a:lnTo>
                    <a:lnTo>
                      <a:pt x="57277" y="41618"/>
                    </a:lnTo>
                    <a:lnTo>
                      <a:pt x="59664" y="37316"/>
                    </a:lnTo>
                    <a:lnTo>
                      <a:pt x="62050" y="32802"/>
                    </a:lnTo>
                    <a:lnTo>
                      <a:pt x="64437" y="28120"/>
                    </a:lnTo>
                    <a:lnTo>
                      <a:pt x="66823" y="23350"/>
                    </a:lnTo>
                    <a:lnTo>
                      <a:pt x="69210" y="18612"/>
                    </a:lnTo>
                    <a:lnTo>
                      <a:pt x="71596" y="14061"/>
                    </a:lnTo>
                    <a:lnTo>
                      <a:pt x="73983" y="9879"/>
                    </a:lnTo>
                    <a:lnTo>
                      <a:pt x="76370" y="6253"/>
                    </a:lnTo>
                    <a:lnTo>
                      <a:pt x="78756" y="3355"/>
                    </a:lnTo>
                    <a:lnTo>
                      <a:pt x="81143" y="1313"/>
                    </a:lnTo>
                    <a:lnTo>
                      <a:pt x="83529" y="197"/>
                    </a:lnTo>
                    <a:lnTo>
                      <a:pt x="85916" y="0"/>
                    </a:lnTo>
                    <a:lnTo>
                      <a:pt x="88302" y="642"/>
                    </a:lnTo>
                    <a:lnTo>
                      <a:pt x="90689" y="1975"/>
                    </a:lnTo>
                    <a:lnTo>
                      <a:pt x="93075" y="3803"/>
                    </a:lnTo>
                    <a:lnTo>
                      <a:pt x="95462" y="5904"/>
                    </a:lnTo>
                    <a:lnTo>
                      <a:pt x="97848" y="8058"/>
                    </a:lnTo>
                    <a:lnTo>
                      <a:pt x="100235" y="1006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8" name="Surface grid line"/>
              <p:cNvSpPr/>
              <p:nvPr/>
            </p:nvSpPr>
            <p:spPr>
              <a:xfrm>
                <a:off x="5038752" y="847485"/>
                <a:ext cx="954738" cy="773304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1187">
                    <a:moveTo>
                      <a:pt x="0" y="81187"/>
                    </a:moveTo>
                    <a:lnTo>
                      <a:pt x="2387" y="80136"/>
                    </a:lnTo>
                    <a:lnTo>
                      <a:pt x="4773" y="79239"/>
                    </a:lnTo>
                    <a:lnTo>
                      <a:pt x="7160" y="78530"/>
                    </a:lnTo>
                    <a:lnTo>
                      <a:pt x="9546" y="78028"/>
                    </a:lnTo>
                    <a:lnTo>
                      <a:pt x="11933" y="77741"/>
                    </a:lnTo>
                    <a:lnTo>
                      <a:pt x="14319" y="77656"/>
                    </a:lnTo>
                    <a:lnTo>
                      <a:pt x="16706" y="77739"/>
                    </a:lnTo>
                    <a:lnTo>
                      <a:pt x="19092" y="77938"/>
                    </a:lnTo>
                    <a:lnTo>
                      <a:pt x="21479" y="78179"/>
                    </a:lnTo>
                    <a:lnTo>
                      <a:pt x="23865" y="78380"/>
                    </a:lnTo>
                    <a:lnTo>
                      <a:pt x="26252" y="78450"/>
                    </a:lnTo>
                    <a:lnTo>
                      <a:pt x="28639" y="78302"/>
                    </a:lnTo>
                    <a:lnTo>
                      <a:pt x="31025" y="77860"/>
                    </a:lnTo>
                    <a:lnTo>
                      <a:pt x="33412" y="77066"/>
                    </a:lnTo>
                    <a:lnTo>
                      <a:pt x="35798" y="75879"/>
                    </a:lnTo>
                    <a:lnTo>
                      <a:pt x="38185" y="74283"/>
                    </a:lnTo>
                    <a:lnTo>
                      <a:pt x="40571" y="72280"/>
                    </a:lnTo>
                    <a:lnTo>
                      <a:pt x="42958" y="69884"/>
                    </a:lnTo>
                    <a:lnTo>
                      <a:pt x="45344" y="67120"/>
                    </a:lnTo>
                    <a:lnTo>
                      <a:pt x="47731" y="64010"/>
                    </a:lnTo>
                    <a:lnTo>
                      <a:pt x="50117" y="60569"/>
                    </a:lnTo>
                    <a:lnTo>
                      <a:pt x="52504" y="56801"/>
                    </a:lnTo>
                    <a:lnTo>
                      <a:pt x="54891" y="52703"/>
                    </a:lnTo>
                    <a:lnTo>
                      <a:pt x="57277" y="48266"/>
                    </a:lnTo>
                    <a:lnTo>
                      <a:pt x="59664" y="43487"/>
                    </a:lnTo>
                    <a:lnTo>
                      <a:pt x="62050" y="38388"/>
                    </a:lnTo>
                    <a:lnTo>
                      <a:pt x="64437" y="33021"/>
                    </a:lnTo>
                    <a:lnTo>
                      <a:pt x="66823" y="27489"/>
                    </a:lnTo>
                    <a:lnTo>
                      <a:pt x="69210" y="21942"/>
                    </a:lnTo>
                    <a:lnTo>
                      <a:pt x="71596" y="16578"/>
                    </a:lnTo>
                    <a:lnTo>
                      <a:pt x="73983" y="11625"/>
                    </a:lnTo>
                    <a:lnTo>
                      <a:pt x="76370" y="7320"/>
                    </a:lnTo>
                    <a:lnTo>
                      <a:pt x="78756" y="3879"/>
                    </a:lnTo>
                    <a:lnTo>
                      <a:pt x="81143" y="1467"/>
                    </a:lnTo>
                    <a:lnTo>
                      <a:pt x="83529" y="174"/>
                    </a:lnTo>
                    <a:lnTo>
                      <a:pt x="85916" y="0"/>
                    </a:lnTo>
                    <a:lnTo>
                      <a:pt x="88302" y="853"/>
                    </a:lnTo>
                    <a:lnTo>
                      <a:pt x="90689" y="2558"/>
                    </a:lnTo>
                    <a:lnTo>
                      <a:pt x="93075" y="4881"/>
                    </a:lnTo>
                    <a:lnTo>
                      <a:pt x="95462" y="7558"/>
                    </a:lnTo>
                    <a:lnTo>
                      <a:pt x="97848" y="10323"/>
                    </a:lnTo>
                    <a:lnTo>
                      <a:pt x="100235" y="1294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9" name="Surface grid line"/>
              <p:cNvSpPr/>
              <p:nvPr/>
            </p:nvSpPr>
            <p:spPr>
              <a:xfrm>
                <a:off x="5066140" y="795876"/>
                <a:ext cx="954738" cy="82431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6543">
                    <a:moveTo>
                      <a:pt x="0" y="86543"/>
                    </a:moveTo>
                    <a:lnTo>
                      <a:pt x="2387" y="85460"/>
                    </a:lnTo>
                    <a:lnTo>
                      <a:pt x="4773" y="84555"/>
                    </a:lnTo>
                    <a:lnTo>
                      <a:pt x="7160" y="83862"/>
                    </a:lnTo>
                    <a:lnTo>
                      <a:pt x="9546" y="83398"/>
                    </a:lnTo>
                    <a:lnTo>
                      <a:pt x="11933" y="83168"/>
                    </a:lnTo>
                    <a:lnTo>
                      <a:pt x="14319" y="83155"/>
                    </a:lnTo>
                    <a:lnTo>
                      <a:pt x="16706" y="83320"/>
                    </a:lnTo>
                    <a:lnTo>
                      <a:pt x="19092" y="83604"/>
                    </a:lnTo>
                    <a:lnTo>
                      <a:pt x="21479" y="83931"/>
                    </a:lnTo>
                    <a:lnTo>
                      <a:pt x="23865" y="84213"/>
                    </a:lnTo>
                    <a:lnTo>
                      <a:pt x="26252" y="84360"/>
                    </a:lnTo>
                    <a:lnTo>
                      <a:pt x="28639" y="84286"/>
                    </a:lnTo>
                    <a:lnTo>
                      <a:pt x="31025" y="83919"/>
                    </a:lnTo>
                    <a:lnTo>
                      <a:pt x="33412" y="83203"/>
                    </a:lnTo>
                    <a:lnTo>
                      <a:pt x="35798" y="82100"/>
                    </a:lnTo>
                    <a:lnTo>
                      <a:pt x="38185" y="80592"/>
                    </a:lnTo>
                    <a:lnTo>
                      <a:pt x="40571" y="78676"/>
                    </a:lnTo>
                    <a:lnTo>
                      <a:pt x="42958" y="76361"/>
                    </a:lnTo>
                    <a:lnTo>
                      <a:pt x="45344" y="73656"/>
                    </a:lnTo>
                    <a:lnTo>
                      <a:pt x="47731" y="70570"/>
                    </a:lnTo>
                    <a:lnTo>
                      <a:pt x="50117" y="67100"/>
                    </a:lnTo>
                    <a:lnTo>
                      <a:pt x="52504" y="63234"/>
                    </a:lnTo>
                    <a:lnTo>
                      <a:pt x="54891" y="58951"/>
                    </a:lnTo>
                    <a:lnTo>
                      <a:pt x="57277" y="54229"/>
                    </a:lnTo>
                    <a:lnTo>
                      <a:pt x="59664" y="49060"/>
                    </a:lnTo>
                    <a:lnTo>
                      <a:pt x="62050" y="43463"/>
                    </a:lnTo>
                    <a:lnTo>
                      <a:pt x="64437" y="37501"/>
                    </a:lnTo>
                    <a:lnTo>
                      <a:pt x="66823" y="31296"/>
                    </a:lnTo>
                    <a:lnTo>
                      <a:pt x="69210" y="25027"/>
                    </a:lnTo>
                    <a:lnTo>
                      <a:pt x="71596" y="18930"/>
                    </a:lnTo>
                    <a:lnTo>
                      <a:pt x="73983" y="13278"/>
                    </a:lnTo>
                    <a:lnTo>
                      <a:pt x="76370" y="8351"/>
                    </a:lnTo>
                    <a:lnTo>
                      <a:pt x="78756" y="4407"/>
                    </a:lnTo>
                    <a:lnTo>
                      <a:pt x="81143" y="1644"/>
                    </a:lnTo>
                    <a:lnTo>
                      <a:pt x="83529" y="173"/>
                    </a:lnTo>
                    <a:lnTo>
                      <a:pt x="85916" y="0"/>
                    </a:lnTo>
                    <a:lnTo>
                      <a:pt x="88302" y="1022"/>
                    </a:lnTo>
                    <a:lnTo>
                      <a:pt x="90689" y="3044"/>
                    </a:lnTo>
                    <a:lnTo>
                      <a:pt x="93075" y="5797"/>
                    </a:lnTo>
                    <a:lnTo>
                      <a:pt x="95462" y="8981"/>
                    </a:lnTo>
                    <a:lnTo>
                      <a:pt x="97848" y="12290"/>
                    </a:lnTo>
                    <a:lnTo>
                      <a:pt x="100235" y="1545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0" name="Surface grid line"/>
              <p:cNvSpPr/>
              <p:nvPr/>
            </p:nvSpPr>
            <p:spPr>
              <a:xfrm>
                <a:off x="5093528" y="757569"/>
                <a:ext cx="954738" cy="86119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0414">
                    <a:moveTo>
                      <a:pt x="0" y="90414"/>
                    </a:moveTo>
                    <a:lnTo>
                      <a:pt x="2387" y="89328"/>
                    </a:lnTo>
                    <a:lnTo>
                      <a:pt x="4773" y="88442"/>
                    </a:lnTo>
                    <a:lnTo>
                      <a:pt x="7160" y="87784"/>
                    </a:lnTo>
                    <a:lnTo>
                      <a:pt x="9546" y="87373"/>
                    </a:lnTo>
                    <a:lnTo>
                      <a:pt x="11933" y="87206"/>
                    </a:lnTo>
                    <a:lnTo>
                      <a:pt x="14319" y="87259"/>
                    </a:lnTo>
                    <a:lnTo>
                      <a:pt x="16706" y="87489"/>
                    </a:lnTo>
                    <a:lnTo>
                      <a:pt x="19092" y="87828"/>
                    </a:lnTo>
                    <a:lnTo>
                      <a:pt x="21479" y="88196"/>
                    </a:lnTo>
                    <a:lnTo>
                      <a:pt x="23865" y="88504"/>
                    </a:lnTo>
                    <a:lnTo>
                      <a:pt x="26252" y="88665"/>
                    </a:lnTo>
                    <a:lnTo>
                      <a:pt x="28639" y="88600"/>
                    </a:lnTo>
                    <a:lnTo>
                      <a:pt x="31025" y="88245"/>
                    </a:lnTo>
                    <a:lnTo>
                      <a:pt x="33412" y="87551"/>
                    </a:lnTo>
                    <a:lnTo>
                      <a:pt x="35798" y="86490"/>
                    </a:lnTo>
                    <a:lnTo>
                      <a:pt x="38185" y="85045"/>
                    </a:lnTo>
                    <a:lnTo>
                      <a:pt x="40571" y="83212"/>
                    </a:lnTo>
                    <a:lnTo>
                      <a:pt x="42958" y="80992"/>
                    </a:lnTo>
                    <a:lnTo>
                      <a:pt x="45344" y="78381"/>
                    </a:lnTo>
                    <a:lnTo>
                      <a:pt x="47731" y="75371"/>
                    </a:lnTo>
                    <a:lnTo>
                      <a:pt x="50117" y="71942"/>
                    </a:lnTo>
                    <a:lnTo>
                      <a:pt x="52504" y="68063"/>
                    </a:lnTo>
                    <a:lnTo>
                      <a:pt x="54891" y="63697"/>
                    </a:lnTo>
                    <a:lnTo>
                      <a:pt x="57277" y="58809"/>
                    </a:lnTo>
                    <a:lnTo>
                      <a:pt x="59664" y="53383"/>
                    </a:lnTo>
                    <a:lnTo>
                      <a:pt x="62050" y="47437"/>
                    </a:lnTo>
                    <a:lnTo>
                      <a:pt x="64437" y="41042"/>
                    </a:lnTo>
                    <a:lnTo>
                      <a:pt x="66823" y="34334"/>
                    </a:lnTo>
                    <a:lnTo>
                      <a:pt x="69210" y="27517"/>
                    </a:lnTo>
                    <a:lnTo>
                      <a:pt x="71596" y="20857"/>
                    </a:lnTo>
                    <a:lnTo>
                      <a:pt x="73983" y="14660"/>
                    </a:lnTo>
                    <a:lnTo>
                      <a:pt x="76370" y="9242"/>
                    </a:lnTo>
                    <a:lnTo>
                      <a:pt x="78756" y="4893"/>
                    </a:lnTo>
                    <a:lnTo>
                      <a:pt x="81143" y="1838"/>
                    </a:lnTo>
                    <a:lnTo>
                      <a:pt x="83529" y="203"/>
                    </a:lnTo>
                    <a:lnTo>
                      <a:pt x="85916" y="0"/>
                    </a:lnTo>
                    <a:lnTo>
                      <a:pt x="88302" y="1122"/>
                    </a:lnTo>
                    <a:lnTo>
                      <a:pt x="90689" y="3357"/>
                    </a:lnTo>
                    <a:lnTo>
                      <a:pt x="93075" y="6415"/>
                    </a:lnTo>
                    <a:lnTo>
                      <a:pt x="95462" y="9965"/>
                    </a:lnTo>
                    <a:lnTo>
                      <a:pt x="97848" y="13677"/>
                    </a:lnTo>
                    <a:lnTo>
                      <a:pt x="100235" y="1725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1" name="Surface grid line"/>
              <p:cNvSpPr/>
              <p:nvPr/>
            </p:nvSpPr>
            <p:spPr>
              <a:xfrm>
                <a:off x="5120916" y="738953"/>
                <a:ext cx="954738" cy="87857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2239">
                    <a:moveTo>
                      <a:pt x="0" y="92239"/>
                    </a:moveTo>
                    <a:lnTo>
                      <a:pt x="2387" y="91189"/>
                    </a:lnTo>
                    <a:lnTo>
                      <a:pt x="4773" y="90357"/>
                    </a:lnTo>
                    <a:lnTo>
                      <a:pt x="7160" y="89770"/>
                    </a:lnTo>
                    <a:lnTo>
                      <a:pt x="9546" y="89438"/>
                    </a:lnTo>
                    <a:lnTo>
                      <a:pt x="11933" y="89355"/>
                    </a:lnTo>
                    <a:lnTo>
                      <a:pt x="14319" y="89487"/>
                    </a:lnTo>
                    <a:lnTo>
                      <a:pt x="16706" y="89780"/>
                    </a:lnTo>
                    <a:lnTo>
                      <a:pt x="19092" y="90158"/>
                    </a:lnTo>
                    <a:lnTo>
                      <a:pt x="21479" y="90535"/>
                    </a:lnTo>
                    <a:lnTo>
                      <a:pt x="23865" y="90822"/>
                    </a:lnTo>
                    <a:lnTo>
                      <a:pt x="26252" y="90937"/>
                    </a:lnTo>
                    <a:lnTo>
                      <a:pt x="28639" y="90812"/>
                    </a:lnTo>
                    <a:lnTo>
                      <a:pt x="31025" y="90396"/>
                    </a:lnTo>
                    <a:lnTo>
                      <a:pt x="33412" y="89658"/>
                    </a:lnTo>
                    <a:lnTo>
                      <a:pt x="35798" y="88579"/>
                    </a:lnTo>
                    <a:lnTo>
                      <a:pt x="38185" y="87153"/>
                    </a:lnTo>
                    <a:lnTo>
                      <a:pt x="40571" y="85377"/>
                    </a:lnTo>
                    <a:lnTo>
                      <a:pt x="42958" y="83243"/>
                    </a:lnTo>
                    <a:lnTo>
                      <a:pt x="45344" y="80741"/>
                    </a:lnTo>
                    <a:lnTo>
                      <a:pt x="47731" y="77845"/>
                    </a:lnTo>
                    <a:lnTo>
                      <a:pt x="50117" y="74517"/>
                    </a:lnTo>
                    <a:lnTo>
                      <a:pt x="52504" y="70710"/>
                    </a:lnTo>
                    <a:lnTo>
                      <a:pt x="54891" y="66372"/>
                    </a:lnTo>
                    <a:lnTo>
                      <a:pt x="57277" y="61455"/>
                    </a:lnTo>
                    <a:lnTo>
                      <a:pt x="59664" y="55937"/>
                    </a:lnTo>
                    <a:lnTo>
                      <a:pt x="62050" y="49835"/>
                    </a:lnTo>
                    <a:lnTo>
                      <a:pt x="64437" y="43224"/>
                    </a:lnTo>
                    <a:lnTo>
                      <a:pt x="66823" y="36248"/>
                    </a:lnTo>
                    <a:lnTo>
                      <a:pt x="69210" y="29126"/>
                    </a:lnTo>
                    <a:lnTo>
                      <a:pt x="71596" y="22142"/>
                    </a:lnTo>
                    <a:lnTo>
                      <a:pt x="73983" y="15622"/>
                    </a:lnTo>
                    <a:lnTo>
                      <a:pt x="76370" y="9903"/>
                    </a:lnTo>
                    <a:lnTo>
                      <a:pt x="78756" y="5295"/>
                    </a:lnTo>
                    <a:lnTo>
                      <a:pt x="81143" y="2036"/>
                    </a:lnTo>
                    <a:lnTo>
                      <a:pt x="83529" y="266"/>
                    </a:lnTo>
                    <a:lnTo>
                      <a:pt x="85916" y="0"/>
                    </a:lnTo>
                    <a:lnTo>
                      <a:pt x="88302" y="1131"/>
                    </a:lnTo>
                    <a:lnTo>
                      <a:pt x="90689" y="3439"/>
                    </a:lnTo>
                    <a:lnTo>
                      <a:pt x="93075" y="6625"/>
                    </a:lnTo>
                    <a:lnTo>
                      <a:pt x="95462" y="10347"/>
                    </a:lnTo>
                    <a:lnTo>
                      <a:pt x="97848" y="14258"/>
                    </a:lnTo>
                    <a:lnTo>
                      <a:pt x="100235" y="1805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2" name="Surface grid line"/>
              <p:cNvSpPr/>
              <p:nvPr/>
            </p:nvSpPr>
            <p:spPr>
              <a:xfrm>
                <a:off x="5148303" y="743661"/>
                <a:ext cx="954738" cy="87391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1750">
                    <a:moveTo>
                      <a:pt x="0" y="91750"/>
                    </a:moveTo>
                    <a:lnTo>
                      <a:pt x="2387" y="90782"/>
                    </a:lnTo>
                    <a:lnTo>
                      <a:pt x="4773" y="90051"/>
                    </a:lnTo>
                    <a:lnTo>
                      <a:pt x="7160" y="89579"/>
                    </a:lnTo>
                    <a:lnTo>
                      <a:pt x="9546" y="89373"/>
                    </a:lnTo>
                    <a:lnTo>
                      <a:pt x="11933" y="89413"/>
                    </a:lnTo>
                    <a:lnTo>
                      <a:pt x="14319" y="89656"/>
                    </a:lnTo>
                    <a:lnTo>
                      <a:pt x="16706" y="90032"/>
                    </a:lnTo>
                    <a:lnTo>
                      <a:pt x="19092" y="90454"/>
                    </a:lnTo>
                    <a:lnTo>
                      <a:pt x="21479" y="90827"/>
                    </a:lnTo>
                    <a:lnTo>
                      <a:pt x="23865" y="91059"/>
                    </a:lnTo>
                    <a:lnTo>
                      <a:pt x="26252" y="91076"/>
                    </a:lnTo>
                    <a:lnTo>
                      <a:pt x="28639" y="90823"/>
                    </a:lnTo>
                    <a:lnTo>
                      <a:pt x="31025" y="90270"/>
                    </a:lnTo>
                    <a:lnTo>
                      <a:pt x="33412" y="89406"/>
                    </a:lnTo>
                    <a:lnTo>
                      <a:pt x="35798" y="88235"/>
                    </a:lnTo>
                    <a:lnTo>
                      <a:pt x="38185" y="86761"/>
                    </a:lnTo>
                    <a:lnTo>
                      <a:pt x="40571" y="84990"/>
                    </a:lnTo>
                    <a:lnTo>
                      <a:pt x="42958" y="82912"/>
                    </a:lnTo>
                    <a:lnTo>
                      <a:pt x="45344" y="80508"/>
                    </a:lnTo>
                    <a:lnTo>
                      <a:pt x="47731" y="77739"/>
                    </a:lnTo>
                    <a:lnTo>
                      <a:pt x="50117" y="74555"/>
                    </a:lnTo>
                    <a:lnTo>
                      <a:pt x="52504" y="70891"/>
                    </a:lnTo>
                    <a:lnTo>
                      <a:pt x="54891" y="66683"/>
                    </a:lnTo>
                    <a:lnTo>
                      <a:pt x="57277" y="61876"/>
                    </a:lnTo>
                    <a:lnTo>
                      <a:pt x="59664" y="56441"/>
                    </a:lnTo>
                    <a:lnTo>
                      <a:pt x="62050" y="50392"/>
                    </a:lnTo>
                    <a:lnTo>
                      <a:pt x="64437" y="43806"/>
                    </a:lnTo>
                    <a:lnTo>
                      <a:pt x="66823" y="36828"/>
                    </a:lnTo>
                    <a:lnTo>
                      <a:pt x="69210" y="29681"/>
                    </a:lnTo>
                    <a:lnTo>
                      <a:pt x="71596" y="22650"/>
                    </a:lnTo>
                    <a:lnTo>
                      <a:pt x="73983" y="16068"/>
                    </a:lnTo>
                    <a:lnTo>
                      <a:pt x="76370" y="10273"/>
                    </a:lnTo>
                    <a:lnTo>
                      <a:pt x="78756" y="5579"/>
                    </a:lnTo>
                    <a:lnTo>
                      <a:pt x="81143" y="2227"/>
                    </a:lnTo>
                    <a:lnTo>
                      <a:pt x="83529" y="361"/>
                    </a:lnTo>
                    <a:lnTo>
                      <a:pt x="85916" y="0"/>
                    </a:lnTo>
                    <a:lnTo>
                      <a:pt x="88302" y="1040"/>
                    </a:lnTo>
                    <a:lnTo>
                      <a:pt x="90689" y="3266"/>
                    </a:lnTo>
                    <a:lnTo>
                      <a:pt x="93075" y="6382"/>
                    </a:lnTo>
                    <a:lnTo>
                      <a:pt x="95462" y="10050"/>
                    </a:lnTo>
                    <a:lnTo>
                      <a:pt x="97848" y="13929"/>
                    </a:lnTo>
                    <a:lnTo>
                      <a:pt x="100235" y="1771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3" name="Surface grid line"/>
              <p:cNvSpPr/>
              <p:nvPr/>
            </p:nvSpPr>
            <p:spPr>
              <a:xfrm>
                <a:off x="5175691" y="771767"/>
                <a:ext cx="954738" cy="852110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9460">
                    <a:moveTo>
                      <a:pt x="0" y="89040"/>
                    </a:moveTo>
                    <a:lnTo>
                      <a:pt x="2387" y="88207"/>
                    </a:lnTo>
                    <a:lnTo>
                      <a:pt x="4773" y="87631"/>
                    </a:lnTo>
                    <a:lnTo>
                      <a:pt x="7160" y="87333"/>
                    </a:lnTo>
                    <a:lnTo>
                      <a:pt x="9546" y="87310"/>
                    </a:lnTo>
                    <a:lnTo>
                      <a:pt x="11933" y="87532"/>
                    </a:lnTo>
                    <a:lnTo>
                      <a:pt x="14319" y="87938"/>
                    </a:lnTo>
                    <a:lnTo>
                      <a:pt x="16706" y="88439"/>
                    </a:lnTo>
                    <a:lnTo>
                      <a:pt x="19092" y="88930"/>
                    </a:lnTo>
                    <a:lnTo>
                      <a:pt x="21479" y="89302"/>
                    </a:lnTo>
                    <a:lnTo>
                      <a:pt x="23865" y="89460"/>
                    </a:lnTo>
                    <a:lnTo>
                      <a:pt x="26252" y="89336"/>
                    </a:lnTo>
                    <a:lnTo>
                      <a:pt x="28639" y="88891"/>
                    </a:lnTo>
                    <a:lnTo>
                      <a:pt x="31025" y="88121"/>
                    </a:lnTo>
                    <a:lnTo>
                      <a:pt x="33412" y="87043"/>
                    </a:lnTo>
                    <a:lnTo>
                      <a:pt x="35798" y="85687"/>
                    </a:lnTo>
                    <a:lnTo>
                      <a:pt x="38185" y="84081"/>
                    </a:lnTo>
                    <a:lnTo>
                      <a:pt x="40571" y="82240"/>
                    </a:lnTo>
                    <a:lnTo>
                      <a:pt x="42958" y="80161"/>
                    </a:lnTo>
                    <a:lnTo>
                      <a:pt x="45344" y="77818"/>
                    </a:lnTo>
                    <a:lnTo>
                      <a:pt x="47731" y="75164"/>
                    </a:lnTo>
                    <a:lnTo>
                      <a:pt x="50117" y="72136"/>
                    </a:lnTo>
                    <a:lnTo>
                      <a:pt x="52504" y="68661"/>
                    </a:lnTo>
                    <a:lnTo>
                      <a:pt x="54891" y="64664"/>
                    </a:lnTo>
                    <a:lnTo>
                      <a:pt x="57277" y="60086"/>
                    </a:lnTo>
                    <a:lnTo>
                      <a:pt x="59664" y="54892"/>
                    </a:lnTo>
                    <a:lnTo>
                      <a:pt x="62050" y="49094"/>
                    </a:lnTo>
                    <a:lnTo>
                      <a:pt x="64437" y="42765"/>
                    </a:lnTo>
                    <a:lnTo>
                      <a:pt x="66823" y="36045"/>
                    </a:lnTo>
                    <a:lnTo>
                      <a:pt x="69210" y="29147"/>
                    </a:lnTo>
                    <a:lnTo>
                      <a:pt x="71596" y="22348"/>
                    </a:lnTo>
                    <a:lnTo>
                      <a:pt x="73983" y="15964"/>
                    </a:lnTo>
                    <a:lnTo>
                      <a:pt x="76370" y="10321"/>
                    </a:lnTo>
                    <a:lnTo>
                      <a:pt x="78756" y="5720"/>
                    </a:lnTo>
                    <a:lnTo>
                      <a:pt x="81143" y="2394"/>
                    </a:lnTo>
                    <a:lnTo>
                      <a:pt x="83529" y="480"/>
                    </a:lnTo>
                    <a:lnTo>
                      <a:pt x="85916" y="0"/>
                    </a:lnTo>
                    <a:lnTo>
                      <a:pt x="88302" y="859"/>
                    </a:lnTo>
                    <a:lnTo>
                      <a:pt x="90689" y="2855"/>
                    </a:lnTo>
                    <a:lnTo>
                      <a:pt x="93075" y="5712"/>
                    </a:lnTo>
                    <a:lnTo>
                      <a:pt x="95462" y="9111"/>
                    </a:lnTo>
                    <a:lnTo>
                      <a:pt x="97848" y="12729"/>
                    </a:lnTo>
                    <a:lnTo>
                      <a:pt x="100235" y="1627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4" name="Surface grid line"/>
              <p:cNvSpPr/>
              <p:nvPr/>
            </p:nvSpPr>
            <p:spPr>
              <a:xfrm>
                <a:off x="5203079" y="819839"/>
                <a:ext cx="954738" cy="82466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6579">
                    <a:moveTo>
                      <a:pt x="0" y="84553"/>
                    </a:moveTo>
                    <a:lnTo>
                      <a:pt x="2387" y="83906"/>
                    </a:lnTo>
                    <a:lnTo>
                      <a:pt x="4773" y="83545"/>
                    </a:lnTo>
                    <a:lnTo>
                      <a:pt x="7160" y="83484"/>
                    </a:lnTo>
                    <a:lnTo>
                      <a:pt x="9546" y="83714"/>
                    </a:lnTo>
                    <a:lnTo>
                      <a:pt x="11933" y="84188"/>
                    </a:lnTo>
                    <a:lnTo>
                      <a:pt x="14319" y="84824"/>
                    </a:lnTo>
                    <a:lnTo>
                      <a:pt x="16706" y="85508"/>
                    </a:lnTo>
                    <a:lnTo>
                      <a:pt x="19092" y="86110"/>
                    </a:lnTo>
                    <a:lnTo>
                      <a:pt x="21479" y="86501"/>
                    </a:lnTo>
                    <a:lnTo>
                      <a:pt x="23865" y="86579"/>
                    </a:lnTo>
                    <a:lnTo>
                      <a:pt x="26252" y="86277"/>
                    </a:lnTo>
                    <a:lnTo>
                      <a:pt x="28639" y="85580"/>
                    </a:lnTo>
                    <a:lnTo>
                      <a:pt x="31025" y="84510"/>
                    </a:lnTo>
                    <a:lnTo>
                      <a:pt x="33412" y="83121"/>
                    </a:lnTo>
                    <a:lnTo>
                      <a:pt x="35798" y="81478"/>
                    </a:lnTo>
                    <a:lnTo>
                      <a:pt x="38185" y="79638"/>
                    </a:lnTo>
                    <a:lnTo>
                      <a:pt x="40571" y="77634"/>
                    </a:lnTo>
                    <a:lnTo>
                      <a:pt x="42958" y="75473"/>
                    </a:lnTo>
                    <a:lnTo>
                      <a:pt x="45344" y="73128"/>
                    </a:lnTo>
                    <a:lnTo>
                      <a:pt x="47731" y="70549"/>
                    </a:lnTo>
                    <a:lnTo>
                      <a:pt x="50117" y="67664"/>
                    </a:lnTo>
                    <a:lnTo>
                      <a:pt x="52504" y="64392"/>
                    </a:lnTo>
                    <a:lnTo>
                      <a:pt x="54891" y="60654"/>
                    </a:lnTo>
                    <a:lnTo>
                      <a:pt x="57277" y="56387"/>
                    </a:lnTo>
                    <a:lnTo>
                      <a:pt x="59664" y="51555"/>
                    </a:lnTo>
                    <a:lnTo>
                      <a:pt x="62050" y="46165"/>
                    </a:lnTo>
                    <a:lnTo>
                      <a:pt x="64437" y="40282"/>
                    </a:lnTo>
                    <a:lnTo>
                      <a:pt x="66823" y="34037"/>
                    </a:lnTo>
                    <a:lnTo>
                      <a:pt x="69210" y="27624"/>
                    </a:lnTo>
                    <a:lnTo>
                      <a:pt x="71596" y="21294"/>
                    </a:lnTo>
                    <a:lnTo>
                      <a:pt x="73983" y="15336"/>
                    </a:lnTo>
                    <a:lnTo>
                      <a:pt x="76370" y="10049"/>
                    </a:lnTo>
                    <a:lnTo>
                      <a:pt x="78756" y="5704"/>
                    </a:lnTo>
                    <a:lnTo>
                      <a:pt x="81143" y="2514"/>
                    </a:lnTo>
                    <a:lnTo>
                      <a:pt x="83529" y="605"/>
                    </a:lnTo>
                    <a:lnTo>
                      <a:pt x="85916" y="0"/>
                    </a:lnTo>
                    <a:lnTo>
                      <a:pt x="88302" y="614"/>
                    </a:lnTo>
                    <a:lnTo>
                      <a:pt x="90689" y="2270"/>
                    </a:lnTo>
                    <a:lnTo>
                      <a:pt x="93075" y="4717"/>
                    </a:lnTo>
                    <a:lnTo>
                      <a:pt x="95462" y="7672"/>
                    </a:lnTo>
                    <a:lnTo>
                      <a:pt x="97848" y="10844"/>
                    </a:lnTo>
                    <a:lnTo>
                      <a:pt x="100235" y="1397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5" name="Surface grid line"/>
              <p:cNvSpPr/>
              <p:nvPr/>
            </p:nvSpPr>
            <p:spPr>
              <a:xfrm>
                <a:off x="5230467" y="881770"/>
                <a:ext cx="954738" cy="79206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3156">
                    <a:moveTo>
                      <a:pt x="0" y="78982"/>
                    </a:moveTo>
                    <a:lnTo>
                      <a:pt x="2387" y="78571"/>
                    </a:lnTo>
                    <a:lnTo>
                      <a:pt x="4773" y="78480"/>
                    </a:lnTo>
                    <a:lnTo>
                      <a:pt x="7160" y="78721"/>
                    </a:lnTo>
                    <a:lnTo>
                      <a:pt x="9546" y="79274"/>
                    </a:lnTo>
                    <a:lnTo>
                      <a:pt x="11933" y="80076"/>
                    </a:lnTo>
                    <a:lnTo>
                      <a:pt x="14319" y="81018"/>
                    </a:lnTo>
                    <a:lnTo>
                      <a:pt x="16706" y="81952"/>
                    </a:lnTo>
                    <a:lnTo>
                      <a:pt x="19092" y="82717"/>
                    </a:lnTo>
                    <a:lnTo>
                      <a:pt x="21479" y="83156"/>
                    </a:lnTo>
                    <a:lnTo>
                      <a:pt x="23865" y="83153"/>
                    </a:lnTo>
                    <a:lnTo>
                      <a:pt x="26252" y="82645"/>
                    </a:lnTo>
                    <a:lnTo>
                      <a:pt x="28639" y="81635"/>
                    </a:lnTo>
                    <a:lnTo>
                      <a:pt x="31025" y="80181"/>
                    </a:lnTo>
                    <a:lnTo>
                      <a:pt x="33412" y="78381"/>
                    </a:lnTo>
                    <a:lnTo>
                      <a:pt x="35798" y="76341"/>
                    </a:lnTo>
                    <a:lnTo>
                      <a:pt x="38185" y="74153"/>
                    </a:lnTo>
                    <a:lnTo>
                      <a:pt x="40571" y="71880"/>
                    </a:lnTo>
                    <a:lnTo>
                      <a:pt x="42958" y="69539"/>
                    </a:lnTo>
                    <a:lnTo>
                      <a:pt x="45344" y="67112"/>
                    </a:lnTo>
                    <a:lnTo>
                      <a:pt x="47731" y="64543"/>
                    </a:lnTo>
                    <a:lnTo>
                      <a:pt x="50117" y="61757"/>
                    </a:lnTo>
                    <a:lnTo>
                      <a:pt x="52504" y="58669"/>
                    </a:lnTo>
                    <a:lnTo>
                      <a:pt x="54891" y="55198"/>
                    </a:lnTo>
                    <a:lnTo>
                      <a:pt x="57277" y="51278"/>
                    </a:lnTo>
                    <a:lnTo>
                      <a:pt x="59664" y="46874"/>
                    </a:lnTo>
                    <a:lnTo>
                      <a:pt x="62050" y="41989"/>
                    </a:lnTo>
                    <a:lnTo>
                      <a:pt x="64437" y="36680"/>
                    </a:lnTo>
                    <a:lnTo>
                      <a:pt x="66823" y="31059"/>
                    </a:lnTo>
                    <a:lnTo>
                      <a:pt x="69210" y="25295"/>
                    </a:lnTo>
                    <a:lnTo>
                      <a:pt x="71596" y="19609"/>
                    </a:lnTo>
                    <a:lnTo>
                      <a:pt x="73983" y="14249"/>
                    </a:lnTo>
                    <a:lnTo>
                      <a:pt x="76370" y="9472"/>
                    </a:lnTo>
                    <a:lnTo>
                      <a:pt x="78756" y="5514"/>
                    </a:lnTo>
                    <a:lnTo>
                      <a:pt x="81143" y="2558"/>
                    </a:lnTo>
                    <a:lnTo>
                      <a:pt x="83529" y="713"/>
                    </a:lnTo>
                    <a:lnTo>
                      <a:pt x="85916" y="0"/>
                    </a:lnTo>
                    <a:lnTo>
                      <a:pt x="88302" y="347"/>
                    </a:lnTo>
                    <a:lnTo>
                      <a:pt x="90689" y="1602"/>
                    </a:lnTo>
                    <a:lnTo>
                      <a:pt x="93075" y="3554"/>
                    </a:lnTo>
                    <a:lnTo>
                      <a:pt x="95462" y="5958"/>
                    </a:lnTo>
                    <a:lnTo>
                      <a:pt x="97848" y="8568"/>
                    </a:lnTo>
                    <a:lnTo>
                      <a:pt x="100235" y="1116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6" name="Surface grid line"/>
              <p:cNvSpPr/>
              <p:nvPr/>
            </p:nvSpPr>
            <p:spPr>
              <a:xfrm>
                <a:off x="5257855" y="950056"/>
                <a:ext cx="954738" cy="76238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0041">
                    <a:moveTo>
                      <a:pt x="0" y="73136"/>
                    </a:moveTo>
                    <a:lnTo>
                      <a:pt x="2387" y="73000"/>
                    </a:lnTo>
                    <a:lnTo>
                      <a:pt x="4773" y="73226"/>
                    </a:lnTo>
                    <a:lnTo>
                      <a:pt x="7160" y="73826"/>
                    </a:lnTo>
                    <a:lnTo>
                      <a:pt x="9546" y="74770"/>
                    </a:lnTo>
                    <a:lnTo>
                      <a:pt x="11933" y="75972"/>
                    </a:lnTo>
                    <a:lnTo>
                      <a:pt x="14319" y="77292"/>
                    </a:lnTo>
                    <a:lnTo>
                      <a:pt x="16706" y="78544"/>
                    </a:lnTo>
                    <a:lnTo>
                      <a:pt x="19092" y="79523"/>
                    </a:lnTo>
                    <a:lnTo>
                      <a:pt x="21479" y="80041"/>
                    </a:lnTo>
                    <a:lnTo>
                      <a:pt x="23865" y="79959"/>
                    </a:lnTo>
                    <a:lnTo>
                      <a:pt x="26252" y="79217"/>
                    </a:lnTo>
                    <a:lnTo>
                      <a:pt x="28639" y="77837"/>
                    </a:lnTo>
                    <a:lnTo>
                      <a:pt x="31025" y="75918"/>
                    </a:lnTo>
                    <a:lnTo>
                      <a:pt x="33412" y="73605"/>
                    </a:lnTo>
                    <a:lnTo>
                      <a:pt x="35798" y="71054"/>
                    </a:lnTo>
                    <a:lnTo>
                      <a:pt x="38185" y="68404"/>
                    </a:lnTo>
                    <a:lnTo>
                      <a:pt x="40571" y="65747"/>
                    </a:lnTo>
                    <a:lnTo>
                      <a:pt x="42958" y="63120"/>
                    </a:lnTo>
                    <a:lnTo>
                      <a:pt x="45344" y="60512"/>
                    </a:lnTo>
                    <a:lnTo>
                      <a:pt x="47731" y="57869"/>
                    </a:lnTo>
                    <a:lnTo>
                      <a:pt x="50117" y="55112"/>
                    </a:lnTo>
                    <a:lnTo>
                      <a:pt x="52504" y="52154"/>
                    </a:lnTo>
                    <a:lnTo>
                      <a:pt x="54891" y="48913"/>
                    </a:lnTo>
                    <a:lnTo>
                      <a:pt x="57277" y="45325"/>
                    </a:lnTo>
                    <a:lnTo>
                      <a:pt x="59664" y="41354"/>
                    </a:lnTo>
                    <a:lnTo>
                      <a:pt x="62050" y="37002"/>
                    </a:lnTo>
                    <a:lnTo>
                      <a:pt x="64437" y="32315"/>
                    </a:lnTo>
                    <a:lnTo>
                      <a:pt x="66823" y="27388"/>
                    </a:lnTo>
                    <a:lnTo>
                      <a:pt x="69210" y="22362"/>
                    </a:lnTo>
                    <a:lnTo>
                      <a:pt x="71596" y="17418"/>
                    </a:lnTo>
                    <a:lnTo>
                      <a:pt x="73983" y="12760"/>
                    </a:lnTo>
                    <a:lnTo>
                      <a:pt x="76370" y="8599"/>
                    </a:lnTo>
                    <a:lnTo>
                      <a:pt x="78756" y="5126"/>
                    </a:lnTo>
                    <a:lnTo>
                      <a:pt x="81143" y="2488"/>
                    </a:lnTo>
                    <a:lnTo>
                      <a:pt x="83529" y="775"/>
                    </a:lnTo>
                    <a:lnTo>
                      <a:pt x="85916" y="0"/>
                    </a:lnTo>
                    <a:lnTo>
                      <a:pt x="88302" y="105"/>
                    </a:lnTo>
                    <a:lnTo>
                      <a:pt x="90689" y="967"/>
                    </a:lnTo>
                    <a:lnTo>
                      <a:pt x="93075" y="2411"/>
                    </a:lnTo>
                    <a:lnTo>
                      <a:pt x="95462" y="4239"/>
                    </a:lnTo>
                    <a:lnTo>
                      <a:pt x="97848" y="6251"/>
                    </a:lnTo>
                    <a:lnTo>
                      <a:pt x="100235" y="826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7" name="Surface grid line"/>
              <p:cNvSpPr/>
              <p:nvPr/>
            </p:nvSpPr>
            <p:spPr>
              <a:xfrm>
                <a:off x="5285242" y="1016538"/>
                <a:ext cx="954738" cy="74195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7895">
                    <a:moveTo>
                      <a:pt x="0" y="67856"/>
                    </a:moveTo>
                    <a:lnTo>
                      <a:pt x="2387" y="68021"/>
                    </a:lnTo>
                    <a:lnTo>
                      <a:pt x="4773" y="68598"/>
                    </a:lnTo>
                    <a:lnTo>
                      <a:pt x="7160" y="69600"/>
                    </a:lnTo>
                    <a:lnTo>
                      <a:pt x="9546" y="70986"/>
                    </a:lnTo>
                    <a:lnTo>
                      <a:pt x="11933" y="72648"/>
                    </a:lnTo>
                    <a:lnTo>
                      <a:pt x="14319" y="74408"/>
                    </a:lnTo>
                    <a:lnTo>
                      <a:pt x="16706" y="76034"/>
                    </a:lnTo>
                    <a:lnTo>
                      <a:pt x="19092" y="77274"/>
                    </a:lnTo>
                    <a:lnTo>
                      <a:pt x="21479" y="77895"/>
                    </a:lnTo>
                    <a:lnTo>
                      <a:pt x="23865" y="77736"/>
                    </a:lnTo>
                    <a:lnTo>
                      <a:pt x="26252" y="76732"/>
                    </a:lnTo>
                    <a:lnTo>
                      <a:pt x="28639" y="74928"/>
                    </a:lnTo>
                    <a:lnTo>
                      <a:pt x="31025" y="72466"/>
                    </a:lnTo>
                    <a:lnTo>
                      <a:pt x="33412" y="69544"/>
                    </a:lnTo>
                    <a:lnTo>
                      <a:pt x="35798" y="66376"/>
                    </a:lnTo>
                    <a:lnTo>
                      <a:pt x="38185" y="63150"/>
                    </a:lnTo>
                    <a:lnTo>
                      <a:pt x="40571" y="59994"/>
                    </a:lnTo>
                    <a:lnTo>
                      <a:pt x="42958" y="56969"/>
                    </a:lnTo>
                    <a:lnTo>
                      <a:pt x="45344" y="54071"/>
                    </a:lnTo>
                    <a:lnTo>
                      <a:pt x="47731" y="51249"/>
                    </a:lnTo>
                    <a:lnTo>
                      <a:pt x="50117" y="48423"/>
                    </a:lnTo>
                    <a:lnTo>
                      <a:pt x="52504" y="45503"/>
                    </a:lnTo>
                    <a:lnTo>
                      <a:pt x="54891" y="42409"/>
                    </a:lnTo>
                    <a:lnTo>
                      <a:pt x="57277" y="39079"/>
                    </a:lnTo>
                    <a:lnTo>
                      <a:pt x="59664" y="35481"/>
                    </a:lnTo>
                    <a:lnTo>
                      <a:pt x="62050" y="31617"/>
                    </a:lnTo>
                    <a:lnTo>
                      <a:pt x="64437" y="27525"/>
                    </a:lnTo>
                    <a:lnTo>
                      <a:pt x="66823" y="23285"/>
                    </a:lnTo>
                    <a:lnTo>
                      <a:pt x="69210" y="19009"/>
                    </a:lnTo>
                    <a:lnTo>
                      <a:pt x="71596" y="14839"/>
                    </a:lnTo>
                    <a:lnTo>
                      <a:pt x="73983" y="10933"/>
                    </a:lnTo>
                    <a:lnTo>
                      <a:pt x="76370" y="7453"/>
                    </a:lnTo>
                    <a:lnTo>
                      <a:pt x="78756" y="4539"/>
                    </a:lnTo>
                    <a:lnTo>
                      <a:pt x="81143" y="2303"/>
                    </a:lnTo>
                    <a:lnTo>
                      <a:pt x="83529" y="807"/>
                    </a:lnTo>
                    <a:lnTo>
                      <a:pt x="85916" y="55"/>
                    </a:lnTo>
                    <a:lnTo>
                      <a:pt x="88302" y="0"/>
                    </a:lnTo>
                    <a:lnTo>
                      <a:pt x="90689" y="541"/>
                    </a:lnTo>
                    <a:lnTo>
                      <a:pt x="93075" y="1542"/>
                    </a:lnTo>
                    <a:lnTo>
                      <a:pt x="95462" y="2849"/>
                    </a:lnTo>
                    <a:lnTo>
                      <a:pt x="97848" y="4306"/>
                    </a:lnTo>
                    <a:lnTo>
                      <a:pt x="100235" y="576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8" name="Surface grid line"/>
              <p:cNvSpPr/>
              <p:nvPr/>
            </p:nvSpPr>
            <p:spPr>
              <a:xfrm>
                <a:off x="5312630" y="1075216"/>
                <a:ext cx="954738" cy="73476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7141">
                    <a:moveTo>
                      <a:pt x="0" y="63723"/>
                    </a:moveTo>
                    <a:lnTo>
                      <a:pt x="2387" y="64197"/>
                    </a:lnTo>
                    <a:lnTo>
                      <a:pt x="4773" y="65140"/>
                    </a:lnTo>
                    <a:lnTo>
                      <a:pt x="7160" y="66568"/>
                    </a:lnTo>
                    <a:lnTo>
                      <a:pt x="9546" y="68428"/>
                    </a:lnTo>
                    <a:lnTo>
                      <a:pt x="11933" y="70588"/>
                    </a:lnTo>
                    <a:lnTo>
                      <a:pt x="14319" y="72830"/>
                    </a:lnTo>
                    <a:lnTo>
                      <a:pt x="16706" y="74870"/>
                    </a:lnTo>
                    <a:lnTo>
                      <a:pt x="19092" y="76400"/>
                    </a:lnTo>
                    <a:lnTo>
                      <a:pt x="21479" y="77141"/>
                    </a:lnTo>
                    <a:lnTo>
                      <a:pt x="23865" y="76900"/>
                    </a:lnTo>
                    <a:lnTo>
                      <a:pt x="26252" y="75609"/>
                    </a:lnTo>
                    <a:lnTo>
                      <a:pt x="28639" y="73333"/>
                    </a:lnTo>
                    <a:lnTo>
                      <a:pt x="31025" y="70260"/>
                    </a:lnTo>
                    <a:lnTo>
                      <a:pt x="33412" y="66645"/>
                    </a:lnTo>
                    <a:lnTo>
                      <a:pt x="35798" y="62764"/>
                    </a:lnTo>
                    <a:lnTo>
                      <a:pt x="38185" y="58856"/>
                    </a:lnTo>
                    <a:lnTo>
                      <a:pt x="40571" y="55090"/>
                    </a:lnTo>
                    <a:lnTo>
                      <a:pt x="42958" y="51549"/>
                    </a:lnTo>
                    <a:lnTo>
                      <a:pt x="45344" y="48240"/>
                    </a:lnTo>
                    <a:lnTo>
                      <a:pt x="47731" y="45112"/>
                    </a:lnTo>
                    <a:lnTo>
                      <a:pt x="50117" y="42083"/>
                    </a:lnTo>
                    <a:lnTo>
                      <a:pt x="52504" y="39065"/>
                    </a:lnTo>
                    <a:lnTo>
                      <a:pt x="54891" y="35978"/>
                    </a:lnTo>
                    <a:lnTo>
                      <a:pt x="57277" y="32770"/>
                    </a:lnTo>
                    <a:lnTo>
                      <a:pt x="59664" y="29416"/>
                    </a:lnTo>
                    <a:lnTo>
                      <a:pt x="62050" y="25923"/>
                    </a:lnTo>
                    <a:lnTo>
                      <a:pt x="64437" y="22329"/>
                    </a:lnTo>
                    <a:lnTo>
                      <a:pt x="66823" y="18701"/>
                    </a:lnTo>
                    <a:lnTo>
                      <a:pt x="69210" y="15129"/>
                    </a:lnTo>
                    <a:lnTo>
                      <a:pt x="71596" y="11719"/>
                    </a:lnTo>
                    <a:lnTo>
                      <a:pt x="73983" y="8584"/>
                    </a:lnTo>
                    <a:lnTo>
                      <a:pt x="76370" y="5832"/>
                    </a:lnTo>
                    <a:lnTo>
                      <a:pt x="78756" y="3558"/>
                    </a:lnTo>
                    <a:lnTo>
                      <a:pt x="81143" y="1826"/>
                    </a:lnTo>
                    <a:lnTo>
                      <a:pt x="83529" y="668"/>
                    </a:lnTo>
                    <a:lnTo>
                      <a:pt x="85916" y="75"/>
                    </a:lnTo>
                    <a:lnTo>
                      <a:pt x="88302" y="0"/>
                    </a:lnTo>
                    <a:lnTo>
                      <a:pt x="90689" y="362"/>
                    </a:lnTo>
                    <a:lnTo>
                      <a:pt x="93075" y="1056"/>
                    </a:lnTo>
                    <a:lnTo>
                      <a:pt x="95462" y="1967"/>
                    </a:lnTo>
                    <a:lnTo>
                      <a:pt x="97848" y="2978"/>
                    </a:lnTo>
                    <a:lnTo>
                      <a:pt x="100235" y="398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9" name="Surface grid line"/>
              <p:cNvSpPr/>
              <p:nvPr/>
            </p:nvSpPr>
            <p:spPr>
              <a:xfrm>
                <a:off x="5340018" y="1120983"/>
                <a:ext cx="954738" cy="74326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8033">
                    <a:moveTo>
                      <a:pt x="0" y="61196"/>
                    </a:moveTo>
                    <a:lnTo>
                      <a:pt x="2387" y="61967"/>
                    </a:lnTo>
                    <a:lnTo>
                      <a:pt x="4773" y="63270"/>
                    </a:lnTo>
                    <a:lnTo>
                      <a:pt x="7160" y="65122"/>
                    </a:lnTo>
                    <a:lnTo>
                      <a:pt x="9546" y="67462"/>
                    </a:lnTo>
                    <a:lnTo>
                      <a:pt x="11933" y="70132"/>
                    </a:lnTo>
                    <a:lnTo>
                      <a:pt x="14319" y="72870"/>
                    </a:lnTo>
                    <a:lnTo>
                      <a:pt x="16706" y="75339"/>
                    </a:lnTo>
                    <a:lnTo>
                      <a:pt x="19092" y="77170"/>
                    </a:lnTo>
                    <a:lnTo>
                      <a:pt x="21479" y="78033"/>
                    </a:lnTo>
                    <a:lnTo>
                      <a:pt x="23865" y="77703"/>
                    </a:lnTo>
                    <a:lnTo>
                      <a:pt x="26252" y="76101"/>
                    </a:lnTo>
                    <a:lnTo>
                      <a:pt x="28639" y="73317"/>
                    </a:lnTo>
                    <a:lnTo>
                      <a:pt x="31025" y="69581"/>
                    </a:lnTo>
                    <a:lnTo>
                      <a:pt x="33412" y="65207"/>
                    </a:lnTo>
                    <a:lnTo>
                      <a:pt x="35798" y="60534"/>
                    </a:lnTo>
                    <a:lnTo>
                      <a:pt x="38185" y="55852"/>
                    </a:lnTo>
                    <a:lnTo>
                      <a:pt x="40571" y="51368"/>
                    </a:lnTo>
                    <a:lnTo>
                      <a:pt x="42958" y="47189"/>
                    </a:lnTo>
                    <a:lnTo>
                      <a:pt x="45344" y="43328"/>
                    </a:lnTo>
                    <a:lnTo>
                      <a:pt x="47731" y="39735"/>
                    </a:lnTo>
                    <a:lnTo>
                      <a:pt x="50117" y="36327"/>
                    </a:lnTo>
                    <a:lnTo>
                      <a:pt x="52504" y="33017"/>
                    </a:lnTo>
                    <a:lnTo>
                      <a:pt x="54891" y="29735"/>
                    </a:lnTo>
                    <a:lnTo>
                      <a:pt x="57277" y="26440"/>
                    </a:lnTo>
                    <a:lnTo>
                      <a:pt x="59664" y="23126"/>
                    </a:lnTo>
                    <a:lnTo>
                      <a:pt x="62050" y="19817"/>
                    </a:lnTo>
                    <a:lnTo>
                      <a:pt x="64437" y="16559"/>
                    </a:lnTo>
                    <a:lnTo>
                      <a:pt x="66823" y="13418"/>
                    </a:lnTo>
                    <a:lnTo>
                      <a:pt x="69210" y="10469"/>
                    </a:lnTo>
                    <a:lnTo>
                      <a:pt x="71596" y="7785"/>
                    </a:lnTo>
                    <a:lnTo>
                      <a:pt x="73983" y="5438"/>
                    </a:lnTo>
                    <a:lnTo>
                      <a:pt x="76370" y="3482"/>
                    </a:lnTo>
                    <a:lnTo>
                      <a:pt x="78756" y="1957"/>
                    </a:lnTo>
                    <a:lnTo>
                      <a:pt x="81143" y="878"/>
                    </a:lnTo>
                    <a:lnTo>
                      <a:pt x="83529" y="237"/>
                    </a:lnTo>
                    <a:lnTo>
                      <a:pt x="85916" y="0"/>
                    </a:lnTo>
                    <a:lnTo>
                      <a:pt x="88302" y="112"/>
                    </a:lnTo>
                    <a:lnTo>
                      <a:pt x="90689" y="503"/>
                    </a:lnTo>
                    <a:lnTo>
                      <a:pt x="93075" y="1088"/>
                    </a:lnTo>
                    <a:lnTo>
                      <a:pt x="95462" y="1785"/>
                    </a:lnTo>
                    <a:lnTo>
                      <a:pt x="97848" y="2513"/>
                    </a:lnTo>
                    <a:lnTo>
                      <a:pt x="100235" y="320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0" name="Surface grid line"/>
              <p:cNvSpPr/>
              <p:nvPr/>
            </p:nvSpPr>
            <p:spPr>
              <a:xfrm>
                <a:off x="5367406" y="1143169"/>
                <a:ext cx="954738" cy="774990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1364">
                    <a:moveTo>
                      <a:pt x="0" y="61294"/>
                    </a:moveTo>
                    <a:lnTo>
                      <a:pt x="2387" y="62332"/>
                    </a:lnTo>
                    <a:lnTo>
                      <a:pt x="4773" y="63964"/>
                    </a:lnTo>
                    <a:lnTo>
                      <a:pt x="7160" y="66213"/>
                    </a:lnTo>
                    <a:lnTo>
                      <a:pt x="9546" y="69009"/>
                    </a:lnTo>
                    <a:lnTo>
                      <a:pt x="11933" y="72167"/>
                    </a:lnTo>
                    <a:lnTo>
                      <a:pt x="14319" y="75385"/>
                    </a:lnTo>
                    <a:lnTo>
                      <a:pt x="16706" y="78268"/>
                    </a:lnTo>
                    <a:lnTo>
                      <a:pt x="19092" y="80389"/>
                    </a:lnTo>
                    <a:lnTo>
                      <a:pt x="21479" y="81364"/>
                    </a:lnTo>
                    <a:lnTo>
                      <a:pt x="23865" y="80931"/>
                    </a:lnTo>
                    <a:lnTo>
                      <a:pt x="26252" y="79004"/>
                    </a:lnTo>
                    <a:lnTo>
                      <a:pt x="28639" y="75691"/>
                    </a:lnTo>
                    <a:lnTo>
                      <a:pt x="31025" y="71262"/>
                    </a:lnTo>
                    <a:lnTo>
                      <a:pt x="33412" y="66090"/>
                    </a:lnTo>
                    <a:lnTo>
                      <a:pt x="35798" y="60567"/>
                    </a:lnTo>
                    <a:lnTo>
                      <a:pt x="38185" y="55035"/>
                    </a:lnTo>
                    <a:lnTo>
                      <a:pt x="40571" y="49734"/>
                    </a:lnTo>
                    <a:lnTo>
                      <a:pt x="42958" y="44787"/>
                    </a:lnTo>
                    <a:lnTo>
                      <a:pt x="45344" y="40214"/>
                    </a:lnTo>
                    <a:lnTo>
                      <a:pt x="47731" y="35962"/>
                    </a:lnTo>
                    <a:lnTo>
                      <a:pt x="50117" y="31948"/>
                    </a:lnTo>
                    <a:lnTo>
                      <a:pt x="52504" y="28090"/>
                    </a:lnTo>
                    <a:lnTo>
                      <a:pt x="54891" y="24337"/>
                    </a:lnTo>
                    <a:lnTo>
                      <a:pt x="57277" y="20674"/>
                    </a:lnTo>
                    <a:lnTo>
                      <a:pt x="59664" y="17125"/>
                    </a:lnTo>
                    <a:lnTo>
                      <a:pt x="62050" y="13746"/>
                    </a:lnTo>
                    <a:lnTo>
                      <a:pt x="64437" y="10611"/>
                    </a:lnTo>
                    <a:lnTo>
                      <a:pt x="66823" y="7796"/>
                    </a:lnTo>
                    <a:lnTo>
                      <a:pt x="69210" y="5371"/>
                    </a:lnTo>
                    <a:lnTo>
                      <a:pt x="71596" y="3387"/>
                    </a:lnTo>
                    <a:lnTo>
                      <a:pt x="73983" y="1869"/>
                    </a:lnTo>
                    <a:lnTo>
                      <a:pt x="76370" y="819"/>
                    </a:lnTo>
                    <a:lnTo>
                      <a:pt x="78756" y="211"/>
                    </a:lnTo>
                    <a:lnTo>
                      <a:pt x="81143" y="0"/>
                    </a:lnTo>
                    <a:lnTo>
                      <a:pt x="83529" y="123"/>
                    </a:lnTo>
                    <a:lnTo>
                      <a:pt x="85916" y="509"/>
                    </a:lnTo>
                    <a:lnTo>
                      <a:pt x="88302" y="1081"/>
                    </a:lnTo>
                    <a:lnTo>
                      <a:pt x="90689" y="1765"/>
                    </a:lnTo>
                    <a:lnTo>
                      <a:pt x="93075" y="2492"/>
                    </a:lnTo>
                    <a:lnTo>
                      <a:pt x="95462" y="3200"/>
                    </a:lnTo>
                    <a:lnTo>
                      <a:pt x="97848" y="3841"/>
                    </a:lnTo>
                    <a:lnTo>
                      <a:pt x="100235" y="437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1" name="Surface grid line"/>
              <p:cNvSpPr/>
              <p:nvPr/>
            </p:nvSpPr>
            <p:spPr>
              <a:xfrm>
                <a:off x="5394793" y="1116661"/>
                <a:ext cx="954738" cy="8517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9420">
                    <a:moveTo>
                      <a:pt x="0" y="66541"/>
                    </a:moveTo>
                    <a:lnTo>
                      <a:pt x="2387" y="67794"/>
                    </a:lnTo>
                    <a:lnTo>
                      <a:pt x="4773" y="69702"/>
                    </a:lnTo>
                    <a:lnTo>
                      <a:pt x="7160" y="72293"/>
                    </a:lnTo>
                    <a:lnTo>
                      <a:pt x="9546" y="75489"/>
                    </a:lnTo>
                    <a:lnTo>
                      <a:pt x="11933" y="79082"/>
                    </a:lnTo>
                    <a:lnTo>
                      <a:pt x="14319" y="82729"/>
                    </a:lnTo>
                    <a:lnTo>
                      <a:pt x="16706" y="85982"/>
                    </a:lnTo>
                    <a:lnTo>
                      <a:pt x="19092" y="88357"/>
                    </a:lnTo>
                    <a:lnTo>
                      <a:pt x="21479" y="89420"/>
                    </a:lnTo>
                    <a:lnTo>
                      <a:pt x="23865" y="88871"/>
                    </a:lnTo>
                    <a:lnTo>
                      <a:pt x="26252" y="86616"/>
                    </a:lnTo>
                    <a:lnTo>
                      <a:pt x="28639" y="82774"/>
                    </a:lnTo>
                    <a:lnTo>
                      <a:pt x="31025" y="77654"/>
                    </a:lnTo>
                    <a:lnTo>
                      <a:pt x="33412" y="71675"/>
                    </a:lnTo>
                    <a:lnTo>
                      <a:pt x="35798" y="65279"/>
                    </a:lnTo>
                    <a:lnTo>
                      <a:pt x="38185" y="58847"/>
                    </a:lnTo>
                    <a:lnTo>
                      <a:pt x="40571" y="52644"/>
                    </a:lnTo>
                    <a:lnTo>
                      <a:pt x="42958" y="46803"/>
                    </a:lnTo>
                    <a:lnTo>
                      <a:pt x="45344" y="41344"/>
                    </a:lnTo>
                    <a:lnTo>
                      <a:pt x="47731" y="36212"/>
                    </a:lnTo>
                    <a:lnTo>
                      <a:pt x="50117" y="31326"/>
                    </a:lnTo>
                    <a:lnTo>
                      <a:pt x="52504" y="26618"/>
                    </a:lnTo>
                    <a:lnTo>
                      <a:pt x="54891" y="22064"/>
                    </a:lnTo>
                    <a:lnTo>
                      <a:pt x="57277" y="17692"/>
                    </a:lnTo>
                    <a:lnTo>
                      <a:pt x="59664" y="13578"/>
                    </a:lnTo>
                    <a:lnTo>
                      <a:pt x="62050" y="9830"/>
                    </a:lnTo>
                    <a:lnTo>
                      <a:pt x="64437" y="6569"/>
                    </a:lnTo>
                    <a:lnTo>
                      <a:pt x="66823" y="3902"/>
                    </a:lnTo>
                    <a:lnTo>
                      <a:pt x="69210" y="1905"/>
                    </a:lnTo>
                    <a:lnTo>
                      <a:pt x="71596" y="610"/>
                    </a:lnTo>
                    <a:lnTo>
                      <a:pt x="73983" y="0"/>
                    </a:lnTo>
                    <a:lnTo>
                      <a:pt x="76370" y="12"/>
                    </a:lnTo>
                    <a:lnTo>
                      <a:pt x="78756" y="545"/>
                    </a:lnTo>
                    <a:lnTo>
                      <a:pt x="81143" y="1475"/>
                    </a:lnTo>
                    <a:lnTo>
                      <a:pt x="83529" y="2669"/>
                    </a:lnTo>
                    <a:lnTo>
                      <a:pt x="85916" y="3998"/>
                    </a:lnTo>
                    <a:lnTo>
                      <a:pt x="88302" y="5349"/>
                    </a:lnTo>
                    <a:lnTo>
                      <a:pt x="90689" y="6631"/>
                    </a:lnTo>
                    <a:lnTo>
                      <a:pt x="93075" y="7777"/>
                    </a:lnTo>
                    <a:lnTo>
                      <a:pt x="95462" y="8742"/>
                    </a:lnTo>
                    <a:lnTo>
                      <a:pt x="97848" y="9503"/>
                    </a:lnTo>
                    <a:lnTo>
                      <a:pt x="100235" y="1005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2" name="Surface grid line"/>
              <p:cNvSpPr/>
              <p:nvPr/>
            </p:nvSpPr>
            <p:spPr>
              <a:xfrm>
                <a:off x="5422181" y="1036155"/>
                <a:ext cx="954738" cy="97556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02421">
                    <a:moveTo>
                      <a:pt x="0" y="77373"/>
                    </a:moveTo>
                    <a:lnTo>
                      <a:pt x="2387" y="78775"/>
                    </a:lnTo>
                    <a:lnTo>
                      <a:pt x="4773" y="80886"/>
                    </a:lnTo>
                    <a:lnTo>
                      <a:pt x="7160" y="83739"/>
                    </a:lnTo>
                    <a:lnTo>
                      <a:pt x="9546" y="87250"/>
                    </a:lnTo>
                    <a:lnTo>
                      <a:pt x="11933" y="91190"/>
                    </a:lnTo>
                    <a:lnTo>
                      <a:pt x="14319" y="95183"/>
                    </a:lnTo>
                    <a:lnTo>
                      <a:pt x="16706" y="98734"/>
                    </a:lnTo>
                    <a:lnTo>
                      <a:pt x="19092" y="101307"/>
                    </a:lnTo>
                    <a:lnTo>
                      <a:pt x="21479" y="102421"/>
                    </a:lnTo>
                    <a:lnTo>
                      <a:pt x="23865" y="101746"/>
                    </a:lnTo>
                    <a:lnTo>
                      <a:pt x="26252" y="99173"/>
                    </a:lnTo>
                    <a:lnTo>
                      <a:pt x="28639" y="94833"/>
                    </a:lnTo>
                    <a:lnTo>
                      <a:pt x="31025" y="89060"/>
                    </a:lnTo>
                    <a:lnTo>
                      <a:pt x="33412" y="82311"/>
                    </a:lnTo>
                    <a:lnTo>
                      <a:pt x="35798" y="75061"/>
                    </a:lnTo>
                    <a:lnTo>
                      <a:pt x="38185" y="67720"/>
                    </a:lnTo>
                    <a:lnTo>
                      <a:pt x="40571" y="60565"/>
                    </a:lnTo>
                    <a:lnTo>
                      <a:pt x="42958" y="53732"/>
                    </a:lnTo>
                    <a:lnTo>
                      <a:pt x="45344" y="47235"/>
                    </a:lnTo>
                    <a:lnTo>
                      <a:pt x="47731" y="41014"/>
                    </a:lnTo>
                    <a:lnTo>
                      <a:pt x="50117" y="34994"/>
                    </a:lnTo>
                    <a:lnTo>
                      <a:pt x="52504" y="29131"/>
                    </a:lnTo>
                    <a:lnTo>
                      <a:pt x="54891" y="23441"/>
                    </a:lnTo>
                    <a:lnTo>
                      <a:pt x="57277" y="18015"/>
                    </a:lnTo>
                    <a:lnTo>
                      <a:pt x="59664" y="13001"/>
                    </a:lnTo>
                    <a:lnTo>
                      <a:pt x="62050" y="8584"/>
                    </a:lnTo>
                    <a:lnTo>
                      <a:pt x="64437" y="4951"/>
                    </a:lnTo>
                    <a:lnTo>
                      <a:pt x="66823" y="2258"/>
                    </a:lnTo>
                    <a:lnTo>
                      <a:pt x="69210" y="601"/>
                    </a:lnTo>
                    <a:lnTo>
                      <a:pt x="71596" y="0"/>
                    </a:lnTo>
                    <a:lnTo>
                      <a:pt x="73983" y="391"/>
                    </a:lnTo>
                    <a:lnTo>
                      <a:pt x="76370" y="1639"/>
                    </a:lnTo>
                    <a:lnTo>
                      <a:pt x="78756" y="3552"/>
                    </a:lnTo>
                    <a:lnTo>
                      <a:pt x="81143" y="5910"/>
                    </a:lnTo>
                    <a:lnTo>
                      <a:pt x="83529" y="8488"/>
                    </a:lnTo>
                    <a:lnTo>
                      <a:pt x="85916" y="11085"/>
                    </a:lnTo>
                    <a:lnTo>
                      <a:pt x="88302" y="13531"/>
                    </a:lnTo>
                    <a:lnTo>
                      <a:pt x="90689" y="15707"/>
                    </a:lnTo>
                    <a:lnTo>
                      <a:pt x="93075" y="17537"/>
                    </a:lnTo>
                    <a:lnTo>
                      <a:pt x="95462" y="18989"/>
                    </a:lnTo>
                    <a:lnTo>
                      <a:pt x="97848" y="20063"/>
                    </a:lnTo>
                    <a:lnTo>
                      <a:pt x="100235" y="2078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3" name="Surface grid line"/>
              <p:cNvSpPr/>
              <p:nvPr/>
            </p:nvSpPr>
            <p:spPr>
              <a:xfrm>
                <a:off x="5449569" y="923982"/>
                <a:ext cx="954738" cy="112139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17732">
                    <a:moveTo>
                      <a:pt x="0" y="91332"/>
                    </a:moveTo>
                    <a:lnTo>
                      <a:pt x="2387" y="92805"/>
                    </a:lnTo>
                    <a:lnTo>
                      <a:pt x="4773" y="95030"/>
                    </a:lnTo>
                    <a:lnTo>
                      <a:pt x="7160" y="98043"/>
                    </a:lnTo>
                    <a:lnTo>
                      <a:pt x="9546" y="101758"/>
                    </a:lnTo>
                    <a:lnTo>
                      <a:pt x="11933" y="105933"/>
                    </a:lnTo>
                    <a:lnTo>
                      <a:pt x="14319" y="110160"/>
                    </a:lnTo>
                    <a:lnTo>
                      <a:pt x="16706" y="113911"/>
                    </a:lnTo>
                    <a:lnTo>
                      <a:pt x="19092" y="116608"/>
                    </a:lnTo>
                    <a:lnTo>
                      <a:pt x="21479" y="117732"/>
                    </a:lnTo>
                    <a:lnTo>
                      <a:pt x="23865" y="116925"/>
                    </a:lnTo>
                    <a:lnTo>
                      <a:pt x="26252" y="114067"/>
                    </a:lnTo>
                    <a:lnTo>
                      <a:pt x="28639" y="109292"/>
                    </a:lnTo>
                    <a:lnTo>
                      <a:pt x="31025" y="102950"/>
                    </a:lnTo>
                    <a:lnTo>
                      <a:pt x="33412" y="95520"/>
                    </a:lnTo>
                    <a:lnTo>
                      <a:pt x="35798" y="87497"/>
                    </a:lnTo>
                    <a:lnTo>
                      <a:pt x="38185" y="79303"/>
                    </a:lnTo>
                    <a:lnTo>
                      <a:pt x="40571" y="71215"/>
                    </a:lnTo>
                    <a:lnTo>
                      <a:pt x="42958" y="63363"/>
                    </a:lnTo>
                    <a:lnTo>
                      <a:pt x="45344" y="55748"/>
                    </a:lnTo>
                    <a:lnTo>
                      <a:pt x="47731" y="48308"/>
                    </a:lnTo>
                    <a:lnTo>
                      <a:pt x="50117" y="40977"/>
                    </a:lnTo>
                    <a:lnTo>
                      <a:pt x="52504" y="33740"/>
                    </a:lnTo>
                    <a:lnTo>
                      <a:pt x="54891" y="26670"/>
                    </a:lnTo>
                    <a:lnTo>
                      <a:pt x="57277" y="19930"/>
                    </a:lnTo>
                    <a:lnTo>
                      <a:pt x="59664" y="13761"/>
                    </a:lnTo>
                    <a:lnTo>
                      <a:pt x="62050" y="8442"/>
                    </a:lnTo>
                    <a:lnTo>
                      <a:pt x="64437" y="4245"/>
                    </a:lnTo>
                    <a:lnTo>
                      <a:pt x="66823" y="1389"/>
                    </a:lnTo>
                    <a:lnTo>
                      <a:pt x="69210" y="0"/>
                    </a:lnTo>
                    <a:lnTo>
                      <a:pt x="71596" y="88"/>
                    </a:lnTo>
                    <a:lnTo>
                      <a:pt x="73983" y="1543"/>
                    </a:lnTo>
                    <a:lnTo>
                      <a:pt x="76370" y="4149"/>
                    </a:lnTo>
                    <a:lnTo>
                      <a:pt x="78756" y="7615"/>
                    </a:lnTo>
                    <a:lnTo>
                      <a:pt x="81143" y="11608"/>
                    </a:lnTo>
                    <a:lnTo>
                      <a:pt x="83529" y="15801"/>
                    </a:lnTo>
                    <a:lnTo>
                      <a:pt x="85916" y="19900"/>
                    </a:lnTo>
                    <a:lnTo>
                      <a:pt x="88302" y="23671"/>
                    </a:lnTo>
                    <a:lnTo>
                      <a:pt x="90689" y="26954"/>
                    </a:lnTo>
                    <a:lnTo>
                      <a:pt x="93075" y="29660"/>
                    </a:lnTo>
                    <a:lnTo>
                      <a:pt x="95462" y="31762"/>
                    </a:lnTo>
                    <a:lnTo>
                      <a:pt x="97848" y="33285"/>
                    </a:lnTo>
                    <a:lnTo>
                      <a:pt x="100235" y="3428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4" name="Surface grid line"/>
              <p:cNvSpPr/>
              <p:nvPr/>
            </p:nvSpPr>
            <p:spPr>
              <a:xfrm>
                <a:off x="5476957" y="799745"/>
                <a:ext cx="954738" cy="126757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33079">
                    <a:moveTo>
                      <a:pt x="0" y="106263"/>
                    </a:moveTo>
                    <a:lnTo>
                      <a:pt x="2387" y="107722"/>
                    </a:lnTo>
                    <a:lnTo>
                      <a:pt x="4773" y="109960"/>
                    </a:lnTo>
                    <a:lnTo>
                      <a:pt x="7160" y="113020"/>
                    </a:lnTo>
                    <a:lnTo>
                      <a:pt x="9546" y="116813"/>
                    </a:lnTo>
                    <a:lnTo>
                      <a:pt x="11933" y="121087"/>
                    </a:lnTo>
                    <a:lnTo>
                      <a:pt x="14319" y="125419"/>
                    </a:lnTo>
                    <a:lnTo>
                      <a:pt x="16706" y="129254"/>
                    </a:lnTo>
                    <a:lnTo>
                      <a:pt x="19092" y="131989"/>
                    </a:lnTo>
                    <a:lnTo>
                      <a:pt x="21479" y="133079"/>
                    </a:lnTo>
                    <a:lnTo>
                      <a:pt x="23865" y="132146"/>
                    </a:lnTo>
                    <a:lnTo>
                      <a:pt x="26252" y="129057"/>
                    </a:lnTo>
                    <a:lnTo>
                      <a:pt x="28639" y="123948"/>
                    </a:lnTo>
                    <a:lnTo>
                      <a:pt x="31025" y="117171"/>
                    </a:lnTo>
                    <a:lnTo>
                      <a:pt x="33412" y="109213"/>
                    </a:lnTo>
                    <a:lnTo>
                      <a:pt x="35798" y="100575"/>
                    </a:lnTo>
                    <a:lnTo>
                      <a:pt x="38185" y="91673"/>
                    </a:lnTo>
                    <a:lnTo>
                      <a:pt x="40571" y="82776"/>
                    </a:lnTo>
                    <a:lnTo>
                      <a:pt x="42958" y="73998"/>
                    </a:lnTo>
                    <a:lnTo>
                      <a:pt x="45344" y="65328"/>
                    </a:lnTo>
                    <a:lnTo>
                      <a:pt x="47731" y="56698"/>
                    </a:lnTo>
                    <a:lnTo>
                      <a:pt x="50117" y="48054"/>
                    </a:lnTo>
                    <a:lnTo>
                      <a:pt x="52504" y="39417"/>
                    </a:lnTo>
                    <a:lnTo>
                      <a:pt x="54891" y="30918"/>
                    </a:lnTo>
                    <a:lnTo>
                      <a:pt x="57277" y="22802"/>
                    </a:lnTo>
                    <a:lnTo>
                      <a:pt x="59664" y="15405"/>
                    </a:lnTo>
                    <a:lnTo>
                      <a:pt x="62050" y="9107"/>
                    </a:lnTo>
                    <a:lnTo>
                      <a:pt x="64437" y="4270"/>
                    </a:lnTo>
                    <a:lnTo>
                      <a:pt x="66823" y="1181"/>
                    </a:lnTo>
                    <a:lnTo>
                      <a:pt x="69210" y="0"/>
                    </a:lnTo>
                    <a:lnTo>
                      <a:pt x="71596" y="731"/>
                    </a:lnTo>
                    <a:lnTo>
                      <a:pt x="73983" y="3220"/>
                    </a:lnTo>
                    <a:lnTo>
                      <a:pt x="76370" y="7172"/>
                    </a:lnTo>
                    <a:lnTo>
                      <a:pt x="78756" y="12193"/>
                    </a:lnTo>
                    <a:lnTo>
                      <a:pt x="81143" y="17839"/>
                    </a:lnTo>
                    <a:lnTo>
                      <a:pt x="83529" y="23675"/>
                    </a:lnTo>
                    <a:lnTo>
                      <a:pt x="85916" y="29314"/>
                    </a:lnTo>
                    <a:lnTo>
                      <a:pt x="88302" y="34455"/>
                    </a:lnTo>
                    <a:lnTo>
                      <a:pt x="90689" y="38891"/>
                    </a:lnTo>
                    <a:lnTo>
                      <a:pt x="93075" y="42519"/>
                    </a:lnTo>
                    <a:lnTo>
                      <a:pt x="95462" y="45316"/>
                    </a:lnTo>
                    <a:lnTo>
                      <a:pt x="97848" y="47325"/>
                    </a:lnTo>
                    <a:lnTo>
                      <a:pt x="100235" y="486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5" name="Surface grid line"/>
              <p:cNvSpPr/>
              <p:nvPr/>
            </p:nvSpPr>
            <p:spPr>
              <a:xfrm>
                <a:off x="5504345" y="695502"/>
                <a:ext cx="954738" cy="138094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44981">
                    <a:moveTo>
                      <a:pt x="0" y="118725"/>
                    </a:moveTo>
                    <a:lnTo>
                      <a:pt x="2387" y="120086"/>
                    </a:lnTo>
                    <a:lnTo>
                      <a:pt x="4773" y="122237"/>
                    </a:lnTo>
                    <a:lnTo>
                      <a:pt x="7160" y="125224"/>
                    </a:lnTo>
                    <a:lnTo>
                      <a:pt x="9546" y="128960"/>
                    </a:lnTo>
                    <a:lnTo>
                      <a:pt x="11933" y="133190"/>
                    </a:lnTo>
                    <a:lnTo>
                      <a:pt x="14319" y="137485"/>
                    </a:lnTo>
                    <a:lnTo>
                      <a:pt x="16706" y="141283"/>
                    </a:lnTo>
                    <a:lnTo>
                      <a:pt x="19092" y="143967"/>
                    </a:lnTo>
                    <a:lnTo>
                      <a:pt x="21479" y="144981"/>
                    </a:lnTo>
                    <a:lnTo>
                      <a:pt x="23865" y="143939"/>
                    </a:lnTo>
                    <a:lnTo>
                      <a:pt x="26252" y="140699"/>
                    </a:lnTo>
                    <a:lnTo>
                      <a:pt x="28639" y="135391"/>
                    </a:lnTo>
                    <a:lnTo>
                      <a:pt x="31025" y="128363"/>
                    </a:lnTo>
                    <a:lnTo>
                      <a:pt x="33412" y="120097"/>
                    </a:lnTo>
                    <a:lnTo>
                      <a:pt x="35798" y="111081"/>
                    </a:lnTo>
                    <a:lnTo>
                      <a:pt x="38185" y="101720"/>
                    </a:lnTo>
                    <a:lnTo>
                      <a:pt x="40571" y="92265"/>
                    </a:lnTo>
                    <a:lnTo>
                      <a:pt x="42958" y="82811"/>
                    </a:lnTo>
                    <a:lnTo>
                      <a:pt x="45344" y="73334"/>
                    </a:lnTo>
                    <a:lnTo>
                      <a:pt x="47731" y="63762"/>
                    </a:lnTo>
                    <a:lnTo>
                      <a:pt x="50117" y="54053"/>
                    </a:lnTo>
                    <a:lnTo>
                      <a:pt x="52504" y="44260"/>
                    </a:lnTo>
                    <a:lnTo>
                      <a:pt x="54891" y="34567"/>
                    </a:lnTo>
                    <a:lnTo>
                      <a:pt x="57277" y="25290"/>
                    </a:lnTo>
                    <a:lnTo>
                      <a:pt x="59664" y="16851"/>
                    </a:lnTo>
                    <a:lnTo>
                      <a:pt x="62050" y="9714"/>
                    </a:lnTo>
                    <a:lnTo>
                      <a:pt x="64437" y="4323"/>
                    </a:lnTo>
                    <a:lnTo>
                      <a:pt x="66823" y="1021"/>
                    </a:lnTo>
                    <a:lnTo>
                      <a:pt x="69210" y="0"/>
                    </a:lnTo>
                    <a:lnTo>
                      <a:pt x="71596" y="1261"/>
                    </a:lnTo>
                    <a:lnTo>
                      <a:pt x="73983" y="4612"/>
                    </a:lnTo>
                    <a:lnTo>
                      <a:pt x="76370" y="9692"/>
                    </a:lnTo>
                    <a:lnTo>
                      <a:pt x="78756" y="16020"/>
                    </a:lnTo>
                    <a:lnTo>
                      <a:pt x="81143" y="23059"/>
                    </a:lnTo>
                    <a:lnTo>
                      <a:pt x="83529" y="30280"/>
                    </a:lnTo>
                    <a:lnTo>
                      <a:pt x="85916" y="37218"/>
                    </a:lnTo>
                    <a:lnTo>
                      <a:pt x="88302" y="43512"/>
                    </a:lnTo>
                    <a:lnTo>
                      <a:pt x="90689" y="48919"/>
                    </a:lnTo>
                    <a:lnTo>
                      <a:pt x="93075" y="53318"/>
                    </a:lnTo>
                    <a:lnTo>
                      <a:pt x="95462" y="56691"/>
                    </a:lnTo>
                    <a:lnTo>
                      <a:pt x="97848" y="59098"/>
                    </a:lnTo>
                    <a:lnTo>
                      <a:pt x="100235" y="6064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6" name="Surface grid line"/>
              <p:cNvSpPr/>
              <p:nvPr/>
            </p:nvSpPr>
            <p:spPr>
              <a:xfrm>
                <a:off x="5531732" y="638175"/>
                <a:ext cx="954738" cy="143458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50613">
                    <a:moveTo>
                      <a:pt x="0" y="125847"/>
                    </a:moveTo>
                    <a:lnTo>
                      <a:pt x="2387" y="127034"/>
                    </a:lnTo>
                    <a:lnTo>
                      <a:pt x="4773" y="129003"/>
                    </a:lnTo>
                    <a:lnTo>
                      <a:pt x="7160" y="131803"/>
                    </a:lnTo>
                    <a:lnTo>
                      <a:pt x="9546" y="135351"/>
                    </a:lnTo>
                    <a:lnTo>
                      <a:pt x="11933" y="139397"/>
                    </a:lnTo>
                    <a:lnTo>
                      <a:pt x="14319" y="143519"/>
                    </a:lnTo>
                    <a:lnTo>
                      <a:pt x="16706" y="147158"/>
                    </a:lnTo>
                    <a:lnTo>
                      <a:pt x="19092" y="149707"/>
                    </a:lnTo>
                    <a:lnTo>
                      <a:pt x="21479" y="150613"/>
                    </a:lnTo>
                    <a:lnTo>
                      <a:pt x="23865" y="149490"/>
                    </a:lnTo>
                    <a:lnTo>
                      <a:pt x="26252" y="146196"/>
                    </a:lnTo>
                    <a:lnTo>
                      <a:pt x="28639" y="140852"/>
                    </a:lnTo>
                    <a:lnTo>
                      <a:pt x="31025" y="133795"/>
                    </a:lnTo>
                    <a:lnTo>
                      <a:pt x="33412" y="125489"/>
                    </a:lnTo>
                    <a:lnTo>
                      <a:pt x="35798" y="116404"/>
                    </a:lnTo>
                    <a:lnTo>
                      <a:pt x="38185" y="106924"/>
                    </a:lnTo>
                    <a:lnTo>
                      <a:pt x="40571" y="97279"/>
                    </a:lnTo>
                    <a:lnTo>
                      <a:pt x="42958" y="87548"/>
                    </a:lnTo>
                    <a:lnTo>
                      <a:pt x="45344" y="77696"/>
                    </a:lnTo>
                    <a:lnTo>
                      <a:pt x="47731" y="67649"/>
                    </a:lnTo>
                    <a:lnTo>
                      <a:pt x="50117" y="57374"/>
                    </a:lnTo>
                    <a:lnTo>
                      <a:pt x="52504" y="46946"/>
                    </a:lnTo>
                    <a:lnTo>
                      <a:pt x="54891" y="36583"/>
                    </a:lnTo>
                    <a:lnTo>
                      <a:pt x="57277" y="26648"/>
                    </a:lnTo>
                    <a:lnTo>
                      <a:pt x="59664" y="17614"/>
                    </a:lnTo>
                    <a:lnTo>
                      <a:pt x="62050" y="10003"/>
                    </a:lnTo>
                    <a:lnTo>
                      <a:pt x="64437" y="4304"/>
                    </a:lnTo>
                    <a:lnTo>
                      <a:pt x="66823" y="900"/>
                    </a:lnTo>
                    <a:lnTo>
                      <a:pt x="69210" y="0"/>
                    </a:lnTo>
                    <a:lnTo>
                      <a:pt x="71596" y="1603"/>
                    </a:lnTo>
                    <a:lnTo>
                      <a:pt x="73983" y="5493"/>
                    </a:lnTo>
                    <a:lnTo>
                      <a:pt x="76370" y="11269"/>
                    </a:lnTo>
                    <a:lnTo>
                      <a:pt x="78756" y="18396"/>
                    </a:lnTo>
                    <a:lnTo>
                      <a:pt x="81143" y="26279"/>
                    </a:lnTo>
                    <a:lnTo>
                      <a:pt x="83529" y="34331"/>
                    </a:lnTo>
                    <a:lnTo>
                      <a:pt x="85916" y="42040"/>
                    </a:lnTo>
                    <a:lnTo>
                      <a:pt x="88302" y="49007"/>
                    </a:lnTo>
                    <a:lnTo>
                      <a:pt x="90689" y="54968"/>
                    </a:lnTo>
                    <a:lnTo>
                      <a:pt x="93075" y="59792"/>
                    </a:lnTo>
                    <a:lnTo>
                      <a:pt x="95462" y="63465"/>
                    </a:lnTo>
                    <a:lnTo>
                      <a:pt x="97848" y="66057"/>
                    </a:lnTo>
                    <a:lnTo>
                      <a:pt x="100235" y="6769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7" name="Surface grid line"/>
              <p:cNvSpPr/>
              <p:nvPr/>
            </p:nvSpPr>
            <p:spPr>
              <a:xfrm>
                <a:off x="5559120" y="646011"/>
                <a:ext cx="954738" cy="14113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48170">
                    <a:moveTo>
                      <a:pt x="0" y="125704"/>
                    </a:moveTo>
                    <a:lnTo>
                      <a:pt x="2387" y="126654"/>
                    </a:lnTo>
                    <a:lnTo>
                      <a:pt x="4773" y="128362"/>
                    </a:lnTo>
                    <a:lnTo>
                      <a:pt x="7160" y="130877"/>
                    </a:lnTo>
                    <a:lnTo>
                      <a:pt x="9546" y="134122"/>
                    </a:lnTo>
                    <a:lnTo>
                      <a:pt x="11933" y="137858"/>
                    </a:lnTo>
                    <a:lnTo>
                      <a:pt x="14319" y="141681"/>
                    </a:lnTo>
                    <a:lnTo>
                      <a:pt x="16706" y="145056"/>
                    </a:lnTo>
                    <a:lnTo>
                      <a:pt x="19092" y="147396"/>
                    </a:lnTo>
                    <a:lnTo>
                      <a:pt x="21479" y="148170"/>
                    </a:lnTo>
                    <a:lnTo>
                      <a:pt x="23865" y="147006"/>
                    </a:lnTo>
                    <a:lnTo>
                      <a:pt x="26252" y="143764"/>
                    </a:lnTo>
                    <a:lnTo>
                      <a:pt x="28639" y="138558"/>
                    </a:lnTo>
                    <a:lnTo>
                      <a:pt x="31025" y="131708"/>
                    </a:lnTo>
                    <a:lnTo>
                      <a:pt x="33412" y="123654"/>
                    </a:lnTo>
                    <a:lnTo>
                      <a:pt x="35798" y="114841"/>
                    </a:lnTo>
                    <a:lnTo>
                      <a:pt x="38185" y="105629"/>
                    </a:lnTo>
                    <a:lnTo>
                      <a:pt x="40571" y="96230"/>
                    </a:lnTo>
                    <a:lnTo>
                      <a:pt x="42958" y="86712"/>
                    </a:lnTo>
                    <a:lnTo>
                      <a:pt x="45344" y="77034"/>
                    </a:lnTo>
                    <a:lnTo>
                      <a:pt x="47731" y="67121"/>
                    </a:lnTo>
                    <a:lnTo>
                      <a:pt x="50117" y="56945"/>
                    </a:lnTo>
                    <a:lnTo>
                      <a:pt x="52504" y="46586"/>
                    </a:lnTo>
                    <a:lnTo>
                      <a:pt x="54891" y="36271"/>
                    </a:lnTo>
                    <a:lnTo>
                      <a:pt x="57277" y="26372"/>
                    </a:lnTo>
                    <a:lnTo>
                      <a:pt x="59664" y="17372"/>
                    </a:lnTo>
                    <a:lnTo>
                      <a:pt x="62050" y="9799"/>
                    </a:lnTo>
                    <a:lnTo>
                      <a:pt x="64437" y="4152"/>
                    </a:lnTo>
                    <a:lnTo>
                      <a:pt x="66823" y="815"/>
                    </a:lnTo>
                    <a:lnTo>
                      <a:pt x="69210" y="0"/>
                    </a:lnTo>
                    <a:lnTo>
                      <a:pt x="71596" y="1704"/>
                    </a:lnTo>
                    <a:lnTo>
                      <a:pt x="73983" y="5708"/>
                    </a:lnTo>
                    <a:lnTo>
                      <a:pt x="76370" y="11600"/>
                    </a:lnTo>
                    <a:lnTo>
                      <a:pt x="78756" y="18839"/>
                    </a:lnTo>
                    <a:lnTo>
                      <a:pt x="81143" y="26820"/>
                    </a:lnTo>
                    <a:lnTo>
                      <a:pt x="83529" y="34949"/>
                    </a:lnTo>
                    <a:lnTo>
                      <a:pt x="85916" y="42705"/>
                    </a:lnTo>
                    <a:lnTo>
                      <a:pt x="88302" y="49687"/>
                    </a:lnTo>
                    <a:lnTo>
                      <a:pt x="90689" y="55628"/>
                    </a:lnTo>
                    <a:lnTo>
                      <a:pt x="93075" y="60400"/>
                    </a:lnTo>
                    <a:lnTo>
                      <a:pt x="95462" y="63992"/>
                    </a:lnTo>
                    <a:lnTo>
                      <a:pt x="97848" y="66478"/>
                    </a:lnTo>
                    <a:lnTo>
                      <a:pt x="100235" y="6799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8" name="Surface grid line"/>
              <p:cNvSpPr/>
              <p:nvPr/>
            </p:nvSpPr>
            <p:spPr>
              <a:xfrm>
                <a:off x="5586508" y="721525"/>
                <a:ext cx="954738" cy="1310664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37603">
                    <a:moveTo>
                      <a:pt x="0" y="118057"/>
                    </a:moveTo>
                    <a:lnTo>
                      <a:pt x="2387" y="118727"/>
                    </a:lnTo>
                    <a:lnTo>
                      <a:pt x="4773" y="120115"/>
                    </a:lnTo>
                    <a:lnTo>
                      <a:pt x="7160" y="122269"/>
                    </a:lnTo>
                    <a:lnTo>
                      <a:pt x="9546" y="125119"/>
                    </a:lnTo>
                    <a:lnTo>
                      <a:pt x="11933" y="128446"/>
                    </a:lnTo>
                    <a:lnTo>
                      <a:pt x="14319" y="131872"/>
                    </a:lnTo>
                    <a:lnTo>
                      <a:pt x="16706" y="134896"/>
                    </a:lnTo>
                    <a:lnTo>
                      <a:pt x="19092" y="136972"/>
                    </a:lnTo>
                    <a:lnTo>
                      <a:pt x="21479" y="137603"/>
                    </a:lnTo>
                    <a:lnTo>
                      <a:pt x="23865" y="136439"/>
                    </a:lnTo>
                    <a:lnTo>
                      <a:pt x="26252" y="133352"/>
                    </a:lnTo>
                    <a:lnTo>
                      <a:pt x="28639" y="128447"/>
                    </a:lnTo>
                    <a:lnTo>
                      <a:pt x="31025" y="122025"/>
                    </a:lnTo>
                    <a:lnTo>
                      <a:pt x="33412" y="114496"/>
                    </a:lnTo>
                    <a:lnTo>
                      <a:pt x="35798" y="106279"/>
                    </a:lnTo>
                    <a:lnTo>
                      <a:pt x="38185" y="97708"/>
                    </a:lnTo>
                    <a:lnTo>
                      <a:pt x="40571" y="88981"/>
                    </a:lnTo>
                    <a:lnTo>
                      <a:pt x="42958" y="80160"/>
                    </a:lnTo>
                    <a:lnTo>
                      <a:pt x="45344" y="71204"/>
                    </a:lnTo>
                    <a:lnTo>
                      <a:pt x="47731" y="62042"/>
                    </a:lnTo>
                    <a:lnTo>
                      <a:pt x="50117" y="52641"/>
                    </a:lnTo>
                    <a:lnTo>
                      <a:pt x="52504" y="43073"/>
                    </a:lnTo>
                    <a:lnTo>
                      <a:pt x="54891" y="33545"/>
                    </a:lnTo>
                    <a:lnTo>
                      <a:pt x="57277" y="24400"/>
                    </a:lnTo>
                    <a:lnTo>
                      <a:pt x="59664" y="16082"/>
                    </a:lnTo>
                    <a:lnTo>
                      <a:pt x="62050" y="9081"/>
                    </a:lnTo>
                    <a:lnTo>
                      <a:pt x="64437" y="3856"/>
                    </a:lnTo>
                    <a:lnTo>
                      <a:pt x="66823" y="765"/>
                    </a:lnTo>
                    <a:lnTo>
                      <a:pt x="69210" y="0"/>
                    </a:lnTo>
                    <a:lnTo>
                      <a:pt x="71596" y="1558"/>
                    </a:lnTo>
                    <a:lnTo>
                      <a:pt x="73983" y="5234"/>
                    </a:lnTo>
                    <a:lnTo>
                      <a:pt x="76370" y="10643"/>
                    </a:lnTo>
                    <a:lnTo>
                      <a:pt x="78756" y="17283"/>
                    </a:lnTo>
                    <a:lnTo>
                      <a:pt x="81143" y="24589"/>
                    </a:lnTo>
                    <a:lnTo>
                      <a:pt x="83529" y="32011"/>
                    </a:lnTo>
                    <a:lnTo>
                      <a:pt x="85916" y="39065"/>
                    </a:lnTo>
                    <a:lnTo>
                      <a:pt x="88302" y="45379"/>
                    </a:lnTo>
                    <a:lnTo>
                      <a:pt x="90689" y="50708"/>
                    </a:lnTo>
                    <a:lnTo>
                      <a:pt x="93075" y="54935"/>
                    </a:lnTo>
                    <a:lnTo>
                      <a:pt x="95462" y="58052"/>
                    </a:lnTo>
                    <a:lnTo>
                      <a:pt x="97848" y="60133"/>
                    </a:lnTo>
                    <a:lnTo>
                      <a:pt x="100235" y="6130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9" name="Surface grid line"/>
              <p:cNvSpPr/>
              <p:nvPr/>
            </p:nvSpPr>
            <p:spPr>
              <a:xfrm>
                <a:off x="5613896" y="850439"/>
                <a:ext cx="954738" cy="11496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20695">
                    <a:moveTo>
                      <a:pt x="0" y="104462"/>
                    </a:moveTo>
                    <a:lnTo>
                      <a:pt x="2387" y="104831"/>
                    </a:lnTo>
                    <a:lnTo>
                      <a:pt x="4773" y="105865"/>
                    </a:lnTo>
                    <a:lnTo>
                      <a:pt x="7160" y="107612"/>
                    </a:lnTo>
                    <a:lnTo>
                      <a:pt x="9546" y="110009"/>
                    </a:lnTo>
                    <a:lnTo>
                      <a:pt x="11933" y="112859"/>
                    </a:lnTo>
                    <a:lnTo>
                      <a:pt x="14319" y="115819"/>
                    </a:lnTo>
                    <a:lnTo>
                      <a:pt x="16706" y="118435"/>
                    </a:lnTo>
                    <a:lnTo>
                      <a:pt x="19092" y="120211"/>
                    </a:lnTo>
                    <a:lnTo>
                      <a:pt x="21479" y="120695"/>
                    </a:lnTo>
                    <a:lnTo>
                      <a:pt x="23865" y="119573"/>
                    </a:lnTo>
                    <a:lnTo>
                      <a:pt x="26252" y="116727"/>
                    </a:lnTo>
                    <a:lnTo>
                      <a:pt x="28639" y="112256"/>
                    </a:lnTo>
                    <a:lnTo>
                      <a:pt x="31025" y="106439"/>
                    </a:lnTo>
                    <a:lnTo>
                      <a:pt x="33412" y="99654"/>
                    </a:lnTo>
                    <a:lnTo>
                      <a:pt x="35798" y="92287"/>
                    </a:lnTo>
                    <a:lnTo>
                      <a:pt x="38185" y="84648"/>
                    </a:lnTo>
                    <a:lnTo>
                      <a:pt x="40571" y="76926"/>
                    </a:lnTo>
                    <a:lnTo>
                      <a:pt x="42958" y="69179"/>
                    </a:lnTo>
                    <a:lnTo>
                      <a:pt x="45344" y="61374"/>
                    </a:lnTo>
                    <a:lnTo>
                      <a:pt x="47731" y="53441"/>
                    </a:lnTo>
                    <a:lnTo>
                      <a:pt x="50117" y="45343"/>
                    </a:lnTo>
                    <a:lnTo>
                      <a:pt x="52504" y="37130"/>
                    </a:lnTo>
                    <a:lnTo>
                      <a:pt x="54891" y="28965"/>
                    </a:lnTo>
                    <a:lnTo>
                      <a:pt x="57277" y="21131"/>
                    </a:lnTo>
                    <a:lnTo>
                      <a:pt x="59664" y="14001"/>
                    </a:lnTo>
                    <a:lnTo>
                      <a:pt x="62050" y="7983"/>
                    </a:lnTo>
                    <a:lnTo>
                      <a:pt x="64437" y="3466"/>
                    </a:lnTo>
                    <a:lnTo>
                      <a:pt x="66823" y="751"/>
                    </a:lnTo>
                    <a:lnTo>
                      <a:pt x="69210" y="0"/>
                    </a:lnTo>
                    <a:lnTo>
                      <a:pt x="71596" y="1208"/>
                    </a:lnTo>
                    <a:lnTo>
                      <a:pt x="73983" y="4197"/>
                    </a:lnTo>
                    <a:lnTo>
                      <a:pt x="76370" y="8641"/>
                    </a:lnTo>
                    <a:lnTo>
                      <a:pt x="78756" y="14110"/>
                    </a:lnTo>
                    <a:lnTo>
                      <a:pt x="81143" y="20125"/>
                    </a:lnTo>
                    <a:lnTo>
                      <a:pt x="83529" y="26215"/>
                    </a:lnTo>
                    <a:lnTo>
                      <a:pt x="85916" y="31970"/>
                    </a:lnTo>
                    <a:lnTo>
                      <a:pt x="88302" y="37076"/>
                    </a:lnTo>
                    <a:lnTo>
                      <a:pt x="90689" y="41325"/>
                    </a:lnTo>
                    <a:lnTo>
                      <a:pt x="93075" y="44620"/>
                    </a:lnTo>
                    <a:lnTo>
                      <a:pt x="95462" y="46957"/>
                    </a:lnTo>
                    <a:lnTo>
                      <a:pt x="97848" y="48403"/>
                    </a:lnTo>
                    <a:lnTo>
                      <a:pt x="100235" y="4906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0" name="Surface grid line"/>
              <p:cNvSpPr/>
              <p:nvPr/>
            </p:nvSpPr>
            <p:spPr>
              <a:xfrm>
                <a:off x="5641283" y="1007235"/>
                <a:ext cx="954738" cy="95684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00456">
                    <a:moveTo>
                      <a:pt x="0" y="87680"/>
                    </a:moveTo>
                    <a:lnTo>
                      <a:pt x="2387" y="87751"/>
                    </a:lnTo>
                    <a:lnTo>
                      <a:pt x="4773" y="88426"/>
                    </a:lnTo>
                    <a:lnTo>
                      <a:pt x="7160" y="89750"/>
                    </a:lnTo>
                    <a:lnTo>
                      <a:pt x="9546" y="91669"/>
                    </a:lnTo>
                    <a:lnTo>
                      <a:pt x="11933" y="94009"/>
                    </a:lnTo>
                    <a:lnTo>
                      <a:pt x="14319" y="96470"/>
                    </a:lnTo>
                    <a:lnTo>
                      <a:pt x="16706" y="98650"/>
                    </a:lnTo>
                    <a:lnTo>
                      <a:pt x="19092" y="100112"/>
                    </a:lnTo>
                    <a:lnTo>
                      <a:pt x="21479" y="100456"/>
                    </a:lnTo>
                    <a:lnTo>
                      <a:pt x="23865" y="99406"/>
                    </a:lnTo>
                    <a:lnTo>
                      <a:pt x="26252" y="96862"/>
                    </a:lnTo>
                    <a:lnTo>
                      <a:pt x="28639" y="92914"/>
                    </a:lnTo>
                    <a:lnTo>
                      <a:pt x="31025" y="87816"/>
                    </a:lnTo>
                    <a:lnTo>
                      <a:pt x="33412" y="81909"/>
                    </a:lnTo>
                    <a:lnTo>
                      <a:pt x="35798" y="75544"/>
                    </a:lnTo>
                    <a:lnTo>
                      <a:pt x="38185" y="69007"/>
                    </a:lnTo>
                    <a:lnTo>
                      <a:pt x="40571" y="62474"/>
                    </a:lnTo>
                    <a:lnTo>
                      <a:pt x="42958" y="56006"/>
                    </a:lnTo>
                    <a:lnTo>
                      <a:pt x="45344" y="49576"/>
                    </a:lnTo>
                    <a:lnTo>
                      <a:pt x="47731" y="43122"/>
                    </a:lnTo>
                    <a:lnTo>
                      <a:pt x="50117" y="36598"/>
                    </a:lnTo>
                    <a:lnTo>
                      <a:pt x="52504" y="30024"/>
                    </a:lnTo>
                    <a:lnTo>
                      <a:pt x="54891" y="23513"/>
                    </a:lnTo>
                    <a:lnTo>
                      <a:pt x="57277" y="17270"/>
                    </a:lnTo>
                    <a:lnTo>
                      <a:pt x="59664" y="11576"/>
                    </a:lnTo>
                    <a:lnTo>
                      <a:pt x="62050" y="6742"/>
                    </a:lnTo>
                    <a:lnTo>
                      <a:pt x="64437" y="3066"/>
                    </a:lnTo>
                    <a:lnTo>
                      <a:pt x="66823" y="777"/>
                    </a:lnTo>
                    <a:lnTo>
                      <a:pt x="69210" y="0"/>
                    </a:lnTo>
                    <a:lnTo>
                      <a:pt x="71596" y="729"/>
                    </a:lnTo>
                    <a:lnTo>
                      <a:pt x="73983" y="2825"/>
                    </a:lnTo>
                    <a:lnTo>
                      <a:pt x="76370" y="6032"/>
                    </a:lnTo>
                    <a:lnTo>
                      <a:pt x="78756" y="10014"/>
                    </a:lnTo>
                    <a:lnTo>
                      <a:pt x="81143" y="14397"/>
                    </a:lnTo>
                    <a:lnTo>
                      <a:pt x="83529" y="18815"/>
                    </a:lnTo>
                    <a:lnTo>
                      <a:pt x="85916" y="22951"/>
                    </a:lnTo>
                    <a:lnTo>
                      <a:pt x="88302" y="26559"/>
                    </a:lnTo>
                    <a:lnTo>
                      <a:pt x="90689" y="29481"/>
                    </a:lnTo>
                    <a:lnTo>
                      <a:pt x="93075" y="31644"/>
                    </a:lnTo>
                    <a:lnTo>
                      <a:pt x="95462" y="33048"/>
                    </a:lnTo>
                    <a:lnTo>
                      <a:pt x="97848" y="33748"/>
                    </a:lnTo>
                    <a:lnTo>
                      <a:pt x="100235" y="3383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1" name="Surface grid line"/>
              <p:cNvSpPr/>
              <p:nvPr/>
            </p:nvSpPr>
            <p:spPr>
              <a:xfrm>
                <a:off x="5668671" y="1164381"/>
                <a:ext cx="954738" cy="76303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0109">
                    <a:moveTo>
                      <a:pt x="0" y="70703"/>
                    </a:moveTo>
                    <a:lnTo>
                      <a:pt x="2387" y="70500"/>
                    </a:lnTo>
                    <a:lnTo>
                      <a:pt x="4773" y="70836"/>
                    </a:lnTo>
                    <a:lnTo>
                      <a:pt x="7160" y="71750"/>
                    </a:lnTo>
                    <a:lnTo>
                      <a:pt x="9546" y="73199"/>
                    </a:lnTo>
                    <a:lnTo>
                      <a:pt x="11933" y="75034"/>
                    </a:lnTo>
                    <a:lnTo>
                      <a:pt x="14319" y="76996"/>
                    </a:lnTo>
                    <a:lnTo>
                      <a:pt x="16706" y="78741"/>
                    </a:lnTo>
                    <a:lnTo>
                      <a:pt x="19092" y="79893"/>
                    </a:lnTo>
                    <a:lnTo>
                      <a:pt x="21479" y="80109"/>
                    </a:lnTo>
                    <a:lnTo>
                      <a:pt x="23865" y="79153"/>
                    </a:lnTo>
                    <a:lnTo>
                      <a:pt x="26252" y="76942"/>
                    </a:lnTo>
                    <a:lnTo>
                      <a:pt x="28639" y="73557"/>
                    </a:lnTo>
                    <a:lnTo>
                      <a:pt x="31025" y="69221"/>
                    </a:lnTo>
                    <a:lnTo>
                      <a:pt x="33412" y="64238"/>
                    </a:lnTo>
                    <a:lnTo>
                      <a:pt x="35798" y="58917"/>
                    </a:lnTo>
                    <a:lnTo>
                      <a:pt x="38185" y="53518"/>
                    </a:lnTo>
                    <a:lnTo>
                      <a:pt x="40571" y="48201"/>
                    </a:lnTo>
                    <a:lnTo>
                      <a:pt x="42958" y="43030"/>
                    </a:lnTo>
                    <a:lnTo>
                      <a:pt x="45344" y="37985"/>
                    </a:lnTo>
                    <a:lnTo>
                      <a:pt x="47731" y="33009"/>
                    </a:lnTo>
                    <a:lnTo>
                      <a:pt x="50117" y="28053"/>
                    </a:lnTo>
                    <a:lnTo>
                      <a:pt x="52504" y="23108"/>
                    </a:lnTo>
                    <a:lnTo>
                      <a:pt x="54891" y="18235"/>
                    </a:lnTo>
                    <a:lnTo>
                      <a:pt x="57277" y="13564"/>
                    </a:lnTo>
                    <a:lnTo>
                      <a:pt x="59664" y="9284"/>
                    </a:lnTo>
                    <a:lnTo>
                      <a:pt x="62050" y="5606"/>
                    </a:lnTo>
                    <a:lnTo>
                      <a:pt x="64437" y="2739"/>
                    </a:lnTo>
                    <a:lnTo>
                      <a:pt x="66823" y="841"/>
                    </a:lnTo>
                    <a:lnTo>
                      <a:pt x="69210" y="0"/>
                    </a:lnTo>
                    <a:lnTo>
                      <a:pt x="71596" y="209"/>
                    </a:lnTo>
                    <a:lnTo>
                      <a:pt x="73983" y="1368"/>
                    </a:lnTo>
                    <a:lnTo>
                      <a:pt x="76370" y="3295"/>
                    </a:lnTo>
                    <a:lnTo>
                      <a:pt x="78756" y="5749"/>
                    </a:lnTo>
                    <a:lnTo>
                      <a:pt x="81143" y="8463"/>
                    </a:lnTo>
                    <a:lnTo>
                      <a:pt x="83529" y="11179"/>
                    </a:lnTo>
                    <a:lnTo>
                      <a:pt x="85916" y="13670"/>
                    </a:lnTo>
                    <a:lnTo>
                      <a:pt x="88302" y="15765"/>
                    </a:lnTo>
                    <a:lnTo>
                      <a:pt x="90689" y="17353"/>
                    </a:lnTo>
                    <a:lnTo>
                      <a:pt x="93075" y="18386"/>
                    </a:lnTo>
                    <a:lnTo>
                      <a:pt x="95462" y="18867"/>
                    </a:lnTo>
                    <a:lnTo>
                      <a:pt x="97848" y="18841"/>
                    </a:lnTo>
                    <a:lnTo>
                      <a:pt x="100235" y="1837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2" name="Surface grid line"/>
              <p:cNvSpPr/>
              <p:nvPr/>
            </p:nvSpPr>
            <p:spPr>
              <a:xfrm>
                <a:off x="5696059" y="1297959"/>
                <a:ext cx="954738" cy="59505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2473">
                    <a:moveTo>
                      <a:pt x="0" y="56153"/>
                    </a:moveTo>
                    <a:lnTo>
                      <a:pt x="2387" y="55718"/>
                    </a:lnTo>
                    <a:lnTo>
                      <a:pt x="4773" y="55755"/>
                    </a:lnTo>
                    <a:lnTo>
                      <a:pt x="7160" y="56300"/>
                    </a:lnTo>
                    <a:lnTo>
                      <a:pt x="9546" y="57315"/>
                    </a:lnTo>
                    <a:lnTo>
                      <a:pt x="11933" y="58677"/>
                    </a:lnTo>
                    <a:lnTo>
                      <a:pt x="14319" y="60170"/>
                    </a:lnTo>
                    <a:lnTo>
                      <a:pt x="16706" y="61505"/>
                    </a:lnTo>
                    <a:lnTo>
                      <a:pt x="19092" y="62368"/>
                    </a:lnTo>
                    <a:lnTo>
                      <a:pt x="21479" y="62473"/>
                    </a:lnTo>
                    <a:lnTo>
                      <a:pt x="23865" y="61621"/>
                    </a:lnTo>
                    <a:lnTo>
                      <a:pt x="26252" y="59745"/>
                    </a:lnTo>
                    <a:lnTo>
                      <a:pt x="28639" y="56916"/>
                    </a:lnTo>
                    <a:lnTo>
                      <a:pt x="31025" y="53324"/>
                    </a:lnTo>
                    <a:lnTo>
                      <a:pt x="33412" y="49230"/>
                    </a:lnTo>
                    <a:lnTo>
                      <a:pt x="35798" y="44902"/>
                    </a:lnTo>
                    <a:lnTo>
                      <a:pt x="38185" y="40565"/>
                    </a:lnTo>
                    <a:lnTo>
                      <a:pt x="40571" y="36363"/>
                    </a:lnTo>
                    <a:lnTo>
                      <a:pt x="42958" y="32357"/>
                    </a:lnTo>
                    <a:lnTo>
                      <a:pt x="45344" y="28535"/>
                    </a:lnTo>
                    <a:lnTo>
                      <a:pt x="47731" y="24847"/>
                    </a:lnTo>
                    <a:lnTo>
                      <a:pt x="50117" y="21239"/>
                    </a:lnTo>
                    <a:lnTo>
                      <a:pt x="52504" y="17684"/>
                    </a:lnTo>
                    <a:lnTo>
                      <a:pt x="54891" y="14200"/>
                    </a:lnTo>
                    <a:lnTo>
                      <a:pt x="57277" y="10854"/>
                    </a:lnTo>
                    <a:lnTo>
                      <a:pt x="59664" y="7757"/>
                    </a:lnTo>
                    <a:lnTo>
                      <a:pt x="62050" y="5038"/>
                    </a:lnTo>
                    <a:lnTo>
                      <a:pt x="64437" y="2826"/>
                    </a:lnTo>
                    <a:lnTo>
                      <a:pt x="66823" y="1223"/>
                    </a:lnTo>
                    <a:lnTo>
                      <a:pt x="69210" y="283"/>
                    </a:lnTo>
                    <a:lnTo>
                      <a:pt x="71596" y="0"/>
                    </a:lnTo>
                    <a:lnTo>
                      <a:pt x="73983" y="310"/>
                    </a:lnTo>
                    <a:lnTo>
                      <a:pt x="76370" y="1093"/>
                    </a:lnTo>
                    <a:lnTo>
                      <a:pt x="78756" y="2193"/>
                    </a:lnTo>
                    <a:lnTo>
                      <a:pt x="81143" y="3438"/>
                    </a:lnTo>
                    <a:lnTo>
                      <a:pt x="83529" y="4661"/>
                    </a:lnTo>
                    <a:lnTo>
                      <a:pt x="85916" y="5716"/>
                    </a:lnTo>
                    <a:lnTo>
                      <a:pt x="88302" y="6495"/>
                    </a:lnTo>
                    <a:lnTo>
                      <a:pt x="90689" y="6929"/>
                    </a:lnTo>
                    <a:lnTo>
                      <a:pt x="93075" y="6990"/>
                    </a:lnTo>
                    <a:lnTo>
                      <a:pt x="95462" y="6687"/>
                    </a:lnTo>
                    <a:lnTo>
                      <a:pt x="97848" y="6051"/>
                    </a:lnTo>
                    <a:lnTo>
                      <a:pt x="100235" y="513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3" name="Surface grid line"/>
              <p:cNvSpPr/>
              <p:nvPr/>
            </p:nvSpPr>
            <p:spPr>
              <a:xfrm>
                <a:off x="5723447" y="1351981"/>
                <a:ext cx="954738" cy="511245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3674">
                    <a:moveTo>
                      <a:pt x="0" y="50018"/>
                    </a:moveTo>
                    <a:lnTo>
                      <a:pt x="2387" y="49404"/>
                    </a:lnTo>
                    <a:lnTo>
                      <a:pt x="4773" y="49199"/>
                    </a:lnTo>
                    <a:lnTo>
                      <a:pt x="7160" y="49430"/>
                    </a:lnTo>
                    <a:lnTo>
                      <a:pt x="9546" y="50069"/>
                    </a:lnTo>
                    <a:lnTo>
                      <a:pt x="11933" y="51014"/>
                    </a:lnTo>
                    <a:lnTo>
                      <a:pt x="14319" y="52089"/>
                    </a:lnTo>
                    <a:lnTo>
                      <a:pt x="16706" y="53058"/>
                    </a:lnTo>
                    <a:lnTo>
                      <a:pt x="19092" y="53664"/>
                    </a:lnTo>
                    <a:lnTo>
                      <a:pt x="21479" y="53674"/>
                    </a:lnTo>
                    <a:lnTo>
                      <a:pt x="23865" y="52926"/>
                    </a:lnTo>
                    <a:lnTo>
                      <a:pt x="26252" y="51364"/>
                    </a:lnTo>
                    <a:lnTo>
                      <a:pt x="28639" y="49048"/>
                    </a:lnTo>
                    <a:lnTo>
                      <a:pt x="31025" y="46134"/>
                    </a:lnTo>
                    <a:lnTo>
                      <a:pt x="33412" y="42839"/>
                    </a:lnTo>
                    <a:lnTo>
                      <a:pt x="35798" y="39386"/>
                    </a:lnTo>
                    <a:lnTo>
                      <a:pt x="38185" y="35963"/>
                    </a:lnTo>
                    <a:lnTo>
                      <a:pt x="40571" y="32696"/>
                    </a:lnTo>
                    <a:lnTo>
                      <a:pt x="42958" y="29638"/>
                    </a:lnTo>
                    <a:lnTo>
                      <a:pt x="45344" y="26783"/>
                    </a:lnTo>
                    <a:lnTo>
                      <a:pt x="47731" y="24088"/>
                    </a:lnTo>
                    <a:lnTo>
                      <a:pt x="50117" y="21500"/>
                    </a:lnTo>
                    <a:lnTo>
                      <a:pt x="52504" y="18980"/>
                    </a:lnTo>
                    <a:lnTo>
                      <a:pt x="54891" y="16518"/>
                    </a:lnTo>
                    <a:lnTo>
                      <a:pt x="57277" y="14139"/>
                    </a:lnTo>
                    <a:lnTo>
                      <a:pt x="59664" y="11894"/>
                    </a:lnTo>
                    <a:lnTo>
                      <a:pt x="62050" y="9853"/>
                    </a:lnTo>
                    <a:lnTo>
                      <a:pt x="64437" y="8088"/>
                    </a:lnTo>
                    <a:lnTo>
                      <a:pt x="66823" y="6657"/>
                    </a:lnTo>
                    <a:lnTo>
                      <a:pt x="69210" y="5590"/>
                    </a:lnTo>
                    <a:lnTo>
                      <a:pt x="71596" y="4886"/>
                    </a:lnTo>
                    <a:lnTo>
                      <a:pt x="73983" y="4505"/>
                    </a:lnTo>
                    <a:lnTo>
                      <a:pt x="76370" y="4379"/>
                    </a:lnTo>
                    <a:lnTo>
                      <a:pt x="78756" y="4416"/>
                    </a:lnTo>
                    <a:lnTo>
                      <a:pt x="81143" y="4516"/>
                    </a:lnTo>
                    <a:lnTo>
                      <a:pt x="83529" y="4582"/>
                    </a:lnTo>
                    <a:lnTo>
                      <a:pt x="85916" y="4531"/>
                    </a:lnTo>
                    <a:lnTo>
                      <a:pt x="88302" y="4303"/>
                    </a:lnTo>
                    <a:lnTo>
                      <a:pt x="90689" y="3860"/>
                    </a:lnTo>
                    <a:lnTo>
                      <a:pt x="93075" y="3192"/>
                    </a:lnTo>
                    <a:lnTo>
                      <a:pt x="95462" y="2308"/>
                    </a:lnTo>
                    <a:lnTo>
                      <a:pt x="97848" y="1232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4" name="Surface grid line"/>
              <p:cNvSpPr/>
              <p:nvPr/>
            </p:nvSpPr>
            <p:spPr>
              <a:xfrm>
                <a:off x="5750835" y="1355589"/>
                <a:ext cx="954738" cy="48480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0898">
                    <a:moveTo>
                      <a:pt x="0" y="49340"/>
                    </a:moveTo>
                    <a:lnTo>
                      <a:pt x="2387" y="48607"/>
                    </a:lnTo>
                    <a:lnTo>
                      <a:pt x="4773" y="48222"/>
                    </a:lnTo>
                    <a:lnTo>
                      <a:pt x="7160" y="48207"/>
                    </a:lnTo>
                    <a:lnTo>
                      <a:pt x="9546" y="48538"/>
                    </a:lnTo>
                    <a:lnTo>
                      <a:pt x="11933" y="49135"/>
                    </a:lnTo>
                    <a:lnTo>
                      <a:pt x="14319" y="49855"/>
                    </a:lnTo>
                    <a:lnTo>
                      <a:pt x="16706" y="50511"/>
                    </a:lnTo>
                    <a:lnTo>
                      <a:pt x="19092" y="50898"/>
                    </a:lnTo>
                    <a:lnTo>
                      <a:pt x="21479" y="50828"/>
                    </a:lnTo>
                    <a:lnTo>
                      <a:pt x="23865" y="50173"/>
                    </a:lnTo>
                    <a:lnTo>
                      <a:pt x="26252" y="48886"/>
                    </a:lnTo>
                    <a:lnTo>
                      <a:pt x="28639" y="47015"/>
                    </a:lnTo>
                    <a:lnTo>
                      <a:pt x="31025" y="44683"/>
                    </a:lnTo>
                    <a:lnTo>
                      <a:pt x="33412" y="42062"/>
                    </a:lnTo>
                    <a:lnTo>
                      <a:pt x="35798" y="39332"/>
                    </a:lnTo>
                    <a:lnTo>
                      <a:pt x="38185" y="36644"/>
                    </a:lnTo>
                    <a:lnTo>
                      <a:pt x="40571" y="34102"/>
                    </a:lnTo>
                    <a:lnTo>
                      <a:pt x="42958" y="31751"/>
                    </a:lnTo>
                    <a:lnTo>
                      <a:pt x="45344" y="29587"/>
                    </a:lnTo>
                    <a:lnTo>
                      <a:pt x="47731" y="27573"/>
                    </a:lnTo>
                    <a:lnTo>
                      <a:pt x="50117" y="25663"/>
                    </a:lnTo>
                    <a:lnTo>
                      <a:pt x="52504" y="23814"/>
                    </a:lnTo>
                    <a:lnTo>
                      <a:pt x="54891" y="22003"/>
                    </a:lnTo>
                    <a:lnTo>
                      <a:pt x="57277" y="20226"/>
                    </a:lnTo>
                    <a:lnTo>
                      <a:pt x="59664" y="18502"/>
                    </a:lnTo>
                    <a:lnTo>
                      <a:pt x="62050" y="16861"/>
                    </a:lnTo>
                    <a:lnTo>
                      <a:pt x="64437" y="15339"/>
                    </a:lnTo>
                    <a:lnTo>
                      <a:pt x="66823" y="13965"/>
                    </a:lnTo>
                    <a:lnTo>
                      <a:pt x="69210" y="12758"/>
                    </a:lnTo>
                    <a:lnTo>
                      <a:pt x="71596" y="11716"/>
                    </a:lnTo>
                    <a:lnTo>
                      <a:pt x="73983" y="10822"/>
                    </a:lnTo>
                    <a:lnTo>
                      <a:pt x="76370" y="10039"/>
                    </a:lnTo>
                    <a:lnTo>
                      <a:pt x="78756" y="9323"/>
                    </a:lnTo>
                    <a:lnTo>
                      <a:pt x="81143" y="8622"/>
                    </a:lnTo>
                    <a:lnTo>
                      <a:pt x="83529" y="7887"/>
                    </a:lnTo>
                    <a:lnTo>
                      <a:pt x="85916" y="7079"/>
                    </a:lnTo>
                    <a:lnTo>
                      <a:pt x="88302" y="6168"/>
                    </a:lnTo>
                    <a:lnTo>
                      <a:pt x="90689" y="5141"/>
                    </a:lnTo>
                    <a:lnTo>
                      <a:pt x="93075" y="3996"/>
                    </a:lnTo>
                    <a:lnTo>
                      <a:pt x="95462" y="2745"/>
                    </a:lnTo>
                    <a:lnTo>
                      <a:pt x="97848" y="140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5" name="Surface grid line"/>
              <p:cNvSpPr/>
              <p:nvPr/>
            </p:nvSpPr>
            <p:spPr>
              <a:xfrm>
                <a:off x="5778222" y="1358819"/>
                <a:ext cx="954738" cy="46625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950">
                    <a:moveTo>
                      <a:pt x="0" y="48950"/>
                    </a:moveTo>
                    <a:lnTo>
                      <a:pt x="2387" y="48156"/>
                    </a:lnTo>
                    <a:lnTo>
                      <a:pt x="4773" y="47653"/>
                    </a:lnTo>
                    <a:lnTo>
                      <a:pt x="7160" y="47460"/>
                    </a:lnTo>
                    <a:lnTo>
                      <a:pt x="9546" y="47555"/>
                    </a:lnTo>
                    <a:lnTo>
                      <a:pt x="11933" y="47875"/>
                    </a:lnTo>
                    <a:lnTo>
                      <a:pt x="14319" y="48307"/>
                    </a:lnTo>
                    <a:lnTo>
                      <a:pt x="16706" y="48705"/>
                    </a:lnTo>
                    <a:lnTo>
                      <a:pt x="19092" y="48909"/>
                    </a:lnTo>
                    <a:lnTo>
                      <a:pt x="21479" y="48771"/>
                    </a:lnTo>
                    <a:lnTo>
                      <a:pt x="23865" y="48190"/>
                    </a:lnTo>
                    <a:lnTo>
                      <a:pt x="26252" y="47127"/>
                    </a:lnTo>
                    <a:lnTo>
                      <a:pt x="28639" y="45618"/>
                    </a:lnTo>
                    <a:lnTo>
                      <a:pt x="31025" y="43756"/>
                    </a:lnTo>
                    <a:lnTo>
                      <a:pt x="33412" y="41671"/>
                    </a:lnTo>
                    <a:lnTo>
                      <a:pt x="35798" y="39503"/>
                    </a:lnTo>
                    <a:lnTo>
                      <a:pt x="38185" y="37369"/>
                    </a:lnTo>
                    <a:lnTo>
                      <a:pt x="40571" y="35350"/>
                    </a:lnTo>
                    <a:lnTo>
                      <a:pt x="42958" y="33481"/>
                    </a:lnTo>
                    <a:lnTo>
                      <a:pt x="45344" y="31761"/>
                    </a:lnTo>
                    <a:lnTo>
                      <a:pt x="47731" y="30159"/>
                    </a:lnTo>
                    <a:lnTo>
                      <a:pt x="50117" y="28636"/>
                    </a:lnTo>
                    <a:lnTo>
                      <a:pt x="52504" y="27154"/>
                    </a:lnTo>
                    <a:lnTo>
                      <a:pt x="54891" y="25684"/>
                    </a:lnTo>
                    <a:lnTo>
                      <a:pt x="57277" y="24212"/>
                    </a:lnTo>
                    <a:lnTo>
                      <a:pt x="59664" y="22740"/>
                    </a:lnTo>
                    <a:lnTo>
                      <a:pt x="62050" y="21276"/>
                    </a:lnTo>
                    <a:lnTo>
                      <a:pt x="64437" y="19836"/>
                    </a:lnTo>
                    <a:lnTo>
                      <a:pt x="66823" y="18436"/>
                    </a:lnTo>
                    <a:lnTo>
                      <a:pt x="69210" y="17086"/>
                    </a:lnTo>
                    <a:lnTo>
                      <a:pt x="71596" y="15789"/>
                    </a:lnTo>
                    <a:lnTo>
                      <a:pt x="73983" y="14538"/>
                    </a:lnTo>
                    <a:lnTo>
                      <a:pt x="76370" y="13322"/>
                    </a:lnTo>
                    <a:lnTo>
                      <a:pt x="78756" y="12121"/>
                    </a:lnTo>
                    <a:lnTo>
                      <a:pt x="81143" y="10916"/>
                    </a:lnTo>
                    <a:lnTo>
                      <a:pt x="83529" y="9687"/>
                    </a:lnTo>
                    <a:lnTo>
                      <a:pt x="85916" y="8420"/>
                    </a:lnTo>
                    <a:lnTo>
                      <a:pt x="88302" y="7108"/>
                    </a:lnTo>
                    <a:lnTo>
                      <a:pt x="90689" y="5747"/>
                    </a:lnTo>
                    <a:lnTo>
                      <a:pt x="93075" y="4344"/>
                    </a:lnTo>
                    <a:lnTo>
                      <a:pt x="95462" y="2909"/>
                    </a:lnTo>
                    <a:lnTo>
                      <a:pt x="97848" y="145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6" name="Surface grid line"/>
              <p:cNvSpPr/>
              <p:nvPr/>
            </p:nvSpPr>
            <p:spPr>
              <a:xfrm>
                <a:off x="5805610" y="1362851"/>
                <a:ext cx="954738" cy="46470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788">
                    <a:moveTo>
                      <a:pt x="0" y="48788"/>
                    </a:moveTo>
                    <a:lnTo>
                      <a:pt x="2387" y="47983"/>
                    </a:lnTo>
                    <a:lnTo>
                      <a:pt x="4773" y="47419"/>
                    </a:lnTo>
                    <a:lnTo>
                      <a:pt x="7160" y="47108"/>
                    </a:lnTo>
                    <a:lnTo>
                      <a:pt x="9546" y="47033"/>
                    </a:lnTo>
                    <a:lnTo>
                      <a:pt x="11933" y="47141"/>
                    </a:lnTo>
                    <a:lnTo>
                      <a:pt x="14319" y="47346"/>
                    </a:lnTo>
                    <a:lnTo>
                      <a:pt x="16706" y="47537"/>
                    </a:lnTo>
                    <a:lnTo>
                      <a:pt x="19092" y="47588"/>
                    </a:lnTo>
                    <a:lnTo>
                      <a:pt x="21479" y="47386"/>
                    </a:lnTo>
                    <a:lnTo>
                      <a:pt x="23865" y="46853"/>
                    </a:lnTo>
                    <a:lnTo>
                      <a:pt x="26252" y="45957"/>
                    </a:lnTo>
                    <a:lnTo>
                      <a:pt x="28639" y="44720"/>
                    </a:lnTo>
                    <a:lnTo>
                      <a:pt x="31025" y="43211"/>
                    </a:lnTo>
                    <a:lnTo>
                      <a:pt x="33412" y="41525"/>
                    </a:lnTo>
                    <a:lnTo>
                      <a:pt x="35798" y="39765"/>
                    </a:lnTo>
                    <a:lnTo>
                      <a:pt x="38185" y="38019"/>
                    </a:lnTo>
                    <a:lnTo>
                      <a:pt x="40571" y="36347"/>
                    </a:lnTo>
                    <a:lnTo>
                      <a:pt x="42958" y="34776"/>
                    </a:lnTo>
                    <a:lnTo>
                      <a:pt x="45344" y="33303"/>
                    </a:lnTo>
                    <a:lnTo>
                      <a:pt x="47731" y="31908"/>
                    </a:lnTo>
                    <a:lnTo>
                      <a:pt x="50117" y="30559"/>
                    </a:lnTo>
                    <a:lnTo>
                      <a:pt x="52504" y="29224"/>
                    </a:lnTo>
                    <a:lnTo>
                      <a:pt x="54891" y="27877"/>
                    </a:lnTo>
                    <a:lnTo>
                      <a:pt x="57277" y="26504"/>
                    </a:lnTo>
                    <a:lnTo>
                      <a:pt x="59664" y="25099"/>
                    </a:lnTo>
                    <a:lnTo>
                      <a:pt x="62050" y="23663"/>
                    </a:lnTo>
                    <a:lnTo>
                      <a:pt x="64437" y="22203"/>
                    </a:lnTo>
                    <a:lnTo>
                      <a:pt x="66823" y="20729"/>
                    </a:lnTo>
                    <a:lnTo>
                      <a:pt x="69210" y="19248"/>
                    </a:lnTo>
                    <a:lnTo>
                      <a:pt x="71596" y="17767"/>
                    </a:lnTo>
                    <a:lnTo>
                      <a:pt x="73983" y="16287"/>
                    </a:lnTo>
                    <a:lnTo>
                      <a:pt x="76370" y="14808"/>
                    </a:lnTo>
                    <a:lnTo>
                      <a:pt x="78756" y="13327"/>
                    </a:lnTo>
                    <a:lnTo>
                      <a:pt x="81143" y="11843"/>
                    </a:lnTo>
                    <a:lnTo>
                      <a:pt x="83529" y="10351"/>
                    </a:lnTo>
                    <a:lnTo>
                      <a:pt x="85916" y="8852"/>
                    </a:lnTo>
                    <a:lnTo>
                      <a:pt x="88302" y="7348"/>
                    </a:lnTo>
                    <a:lnTo>
                      <a:pt x="90689" y="5844"/>
                    </a:lnTo>
                    <a:lnTo>
                      <a:pt x="93075" y="4347"/>
                    </a:lnTo>
                    <a:lnTo>
                      <a:pt x="95462" y="2867"/>
                    </a:lnTo>
                    <a:lnTo>
                      <a:pt x="97848" y="1414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7" name="Surface grid line"/>
              <p:cNvSpPr/>
              <p:nvPr/>
            </p:nvSpPr>
            <p:spPr>
              <a:xfrm>
                <a:off x="5832998" y="1368667"/>
                <a:ext cx="954738" cy="46469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787">
                    <a:moveTo>
                      <a:pt x="0" y="48787"/>
                    </a:moveTo>
                    <a:lnTo>
                      <a:pt x="2387" y="48009"/>
                    </a:lnTo>
                    <a:lnTo>
                      <a:pt x="4773" y="47429"/>
                    </a:lnTo>
                    <a:lnTo>
                      <a:pt x="7160" y="47049"/>
                    </a:lnTo>
                    <a:lnTo>
                      <a:pt x="9546" y="46855"/>
                    </a:lnTo>
                    <a:lnTo>
                      <a:pt x="11933" y="46806"/>
                    </a:lnTo>
                    <a:lnTo>
                      <a:pt x="14319" y="46835"/>
                    </a:lnTo>
                    <a:lnTo>
                      <a:pt x="16706" y="46856"/>
                    </a:lnTo>
                    <a:lnTo>
                      <a:pt x="19092" y="46776"/>
                    </a:lnTo>
                    <a:lnTo>
                      <a:pt x="21479" y="46508"/>
                    </a:lnTo>
                    <a:lnTo>
                      <a:pt x="23865" y="45991"/>
                    </a:lnTo>
                    <a:lnTo>
                      <a:pt x="26252" y="45200"/>
                    </a:lnTo>
                    <a:lnTo>
                      <a:pt x="28639" y="44146"/>
                    </a:lnTo>
                    <a:lnTo>
                      <a:pt x="31025" y="42878"/>
                    </a:lnTo>
                    <a:lnTo>
                      <a:pt x="33412" y="41462"/>
                    </a:lnTo>
                    <a:lnTo>
                      <a:pt x="35798" y="39973"/>
                    </a:lnTo>
                    <a:lnTo>
                      <a:pt x="38185" y="38472"/>
                    </a:lnTo>
                    <a:lnTo>
                      <a:pt x="40571" y="37004"/>
                    </a:lnTo>
                    <a:lnTo>
                      <a:pt x="42958" y="35588"/>
                    </a:lnTo>
                    <a:lnTo>
                      <a:pt x="45344" y="34223"/>
                    </a:lnTo>
                    <a:lnTo>
                      <a:pt x="47731" y="32893"/>
                    </a:lnTo>
                    <a:lnTo>
                      <a:pt x="50117" y="31577"/>
                    </a:lnTo>
                    <a:lnTo>
                      <a:pt x="52504" y="30250"/>
                    </a:lnTo>
                    <a:lnTo>
                      <a:pt x="54891" y="28895"/>
                    </a:lnTo>
                    <a:lnTo>
                      <a:pt x="57277" y="27499"/>
                    </a:lnTo>
                    <a:lnTo>
                      <a:pt x="59664" y="26056"/>
                    </a:lnTo>
                    <a:lnTo>
                      <a:pt x="62050" y="24568"/>
                    </a:lnTo>
                    <a:lnTo>
                      <a:pt x="64437" y="23039"/>
                    </a:lnTo>
                    <a:lnTo>
                      <a:pt x="66823" y="21477"/>
                    </a:lnTo>
                    <a:lnTo>
                      <a:pt x="69210" y="19890"/>
                    </a:lnTo>
                    <a:lnTo>
                      <a:pt x="71596" y="18286"/>
                    </a:lnTo>
                    <a:lnTo>
                      <a:pt x="73983" y="16672"/>
                    </a:lnTo>
                    <a:lnTo>
                      <a:pt x="76370" y="15055"/>
                    </a:lnTo>
                    <a:lnTo>
                      <a:pt x="78756" y="13440"/>
                    </a:lnTo>
                    <a:lnTo>
                      <a:pt x="81143" y="11833"/>
                    </a:lnTo>
                    <a:lnTo>
                      <a:pt x="83529" y="10238"/>
                    </a:lnTo>
                    <a:lnTo>
                      <a:pt x="85916" y="8663"/>
                    </a:lnTo>
                    <a:lnTo>
                      <a:pt x="88302" y="7112"/>
                    </a:lnTo>
                    <a:lnTo>
                      <a:pt x="90689" y="5594"/>
                    </a:lnTo>
                    <a:lnTo>
                      <a:pt x="93075" y="4117"/>
                    </a:lnTo>
                    <a:lnTo>
                      <a:pt x="95462" y="2687"/>
                    </a:lnTo>
                    <a:lnTo>
                      <a:pt x="97848" y="1313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8" name="Surface grid line"/>
              <p:cNvSpPr/>
              <p:nvPr/>
            </p:nvSpPr>
            <p:spPr>
              <a:xfrm>
                <a:off x="5860386" y="1376926"/>
                <a:ext cx="954738" cy="46564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886">
                    <a:moveTo>
                      <a:pt x="0" y="48886"/>
                    </a:moveTo>
                    <a:lnTo>
                      <a:pt x="2387" y="48161"/>
                    </a:lnTo>
                    <a:lnTo>
                      <a:pt x="4773" y="47591"/>
                    </a:lnTo>
                    <a:lnTo>
                      <a:pt x="7160" y="47176"/>
                    </a:lnTo>
                    <a:lnTo>
                      <a:pt x="9546" y="46901"/>
                    </a:lnTo>
                    <a:lnTo>
                      <a:pt x="11933" y="46732"/>
                    </a:lnTo>
                    <a:lnTo>
                      <a:pt x="14319" y="46619"/>
                    </a:lnTo>
                    <a:lnTo>
                      <a:pt x="16706" y="46498"/>
                    </a:lnTo>
                    <a:lnTo>
                      <a:pt x="19092" y="46296"/>
                    </a:lnTo>
                    <a:lnTo>
                      <a:pt x="21479" y="45951"/>
                    </a:lnTo>
                    <a:lnTo>
                      <a:pt x="23865" y="45415"/>
                    </a:lnTo>
                    <a:lnTo>
                      <a:pt x="26252" y="44667"/>
                    </a:lnTo>
                    <a:lnTo>
                      <a:pt x="28639" y="43713"/>
                    </a:lnTo>
                    <a:lnTo>
                      <a:pt x="31025" y="42584"/>
                    </a:lnTo>
                    <a:lnTo>
                      <a:pt x="33412" y="41325"/>
                    </a:lnTo>
                    <a:lnTo>
                      <a:pt x="35798" y="39989"/>
                    </a:lnTo>
                    <a:lnTo>
                      <a:pt x="38185" y="38617"/>
                    </a:lnTo>
                    <a:lnTo>
                      <a:pt x="40571" y="37242"/>
                    </a:lnTo>
                    <a:lnTo>
                      <a:pt x="42958" y="35877"/>
                    </a:lnTo>
                    <a:lnTo>
                      <a:pt x="45344" y="34524"/>
                    </a:lnTo>
                    <a:lnTo>
                      <a:pt x="47731" y="33172"/>
                    </a:lnTo>
                    <a:lnTo>
                      <a:pt x="50117" y="31807"/>
                    </a:lnTo>
                    <a:lnTo>
                      <a:pt x="52504" y="30416"/>
                    </a:lnTo>
                    <a:lnTo>
                      <a:pt x="54891" y="28985"/>
                    </a:lnTo>
                    <a:lnTo>
                      <a:pt x="57277" y="27509"/>
                    </a:lnTo>
                    <a:lnTo>
                      <a:pt x="59664" y="25986"/>
                    </a:lnTo>
                    <a:lnTo>
                      <a:pt x="62050" y="24417"/>
                    </a:lnTo>
                    <a:lnTo>
                      <a:pt x="64437" y="22810"/>
                    </a:lnTo>
                    <a:lnTo>
                      <a:pt x="66823" y="21173"/>
                    </a:lnTo>
                    <a:lnTo>
                      <a:pt x="69210" y="19513"/>
                    </a:lnTo>
                    <a:lnTo>
                      <a:pt x="71596" y="17842"/>
                    </a:lnTo>
                    <a:lnTo>
                      <a:pt x="73983" y="16169"/>
                    </a:lnTo>
                    <a:lnTo>
                      <a:pt x="76370" y="14503"/>
                    </a:lnTo>
                    <a:lnTo>
                      <a:pt x="78756" y="12854"/>
                    </a:lnTo>
                    <a:lnTo>
                      <a:pt x="81143" y="11229"/>
                    </a:lnTo>
                    <a:lnTo>
                      <a:pt x="83529" y="9637"/>
                    </a:lnTo>
                    <a:lnTo>
                      <a:pt x="85916" y="8086"/>
                    </a:lnTo>
                    <a:lnTo>
                      <a:pt x="88302" y="6583"/>
                    </a:lnTo>
                    <a:lnTo>
                      <a:pt x="90689" y="5135"/>
                    </a:lnTo>
                    <a:lnTo>
                      <a:pt x="93075" y="3748"/>
                    </a:lnTo>
                    <a:lnTo>
                      <a:pt x="95462" y="2427"/>
                    </a:lnTo>
                    <a:lnTo>
                      <a:pt x="97848" y="1177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9" name="Surface grid line"/>
              <p:cNvSpPr/>
              <p:nvPr/>
            </p:nvSpPr>
            <p:spPr>
              <a:xfrm>
                <a:off x="5887774" y="1387936"/>
                <a:ext cx="954738" cy="46705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035">
                    <a:moveTo>
                      <a:pt x="0" y="49035"/>
                    </a:moveTo>
                    <a:lnTo>
                      <a:pt x="2387" y="48371"/>
                    </a:lnTo>
                    <a:lnTo>
                      <a:pt x="4773" y="47824"/>
                    </a:lnTo>
                    <a:lnTo>
                      <a:pt x="7160" y="47389"/>
                    </a:lnTo>
                    <a:lnTo>
                      <a:pt x="9546" y="47052"/>
                    </a:lnTo>
                    <a:lnTo>
                      <a:pt x="11933" y="46785"/>
                    </a:lnTo>
                    <a:lnTo>
                      <a:pt x="14319" y="46550"/>
                    </a:lnTo>
                    <a:lnTo>
                      <a:pt x="16706" y="46297"/>
                    </a:lnTo>
                    <a:lnTo>
                      <a:pt x="19092" y="45975"/>
                    </a:lnTo>
                    <a:lnTo>
                      <a:pt x="21479" y="45536"/>
                    </a:lnTo>
                    <a:lnTo>
                      <a:pt x="23865" y="44944"/>
                    </a:lnTo>
                    <a:lnTo>
                      <a:pt x="26252" y="44182"/>
                    </a:lnTo>
                    <a:lnTo>
                      <a:pt x="28639" y="43252"/>
                    </a:lnTo>
                    <a:lnTo>
                      <a:pt x="31025" y="42174"/>
                    </a:lnTo>
                    <a:lnTo>
                      <a:pt x="33412" y="40978"/>
                    </a:lnTo>
                    <a:lnTo>
                      <a:pt x="35798" y="39699"/>
                    </a:lnTo>
                    <a:lnTo>
                      <a:pt x="38185" y="38366"/>
                    </a:lnTo>
                    <a:lnTo>
                      <a:pt x="40571" y="37003"/>
                    </a:lnTo>
                    <a:lnTo>
                      <a:pt x="42958" y="35619"/>
                    </a:lnTo>
                    <a:lnTo>
                      <a:pt x="45344" y="34219"/>
                    </a:lnTo>
                    <a:lnTo>
                      <a:pt x="47731" y="32796"/>
                    </a:lnTo>
                    <a:lnTo>
                      <a:pt x="50117" y="31346"/>
                    </a:lnTo>
                    <a:lnTo>
                      <a:pt x="52504" y="29859"/>
                    </a:lnTo>
                    <a:lnTo>
                      <a:pt x="54891" y="28333"/>
                    </a:lnTo>
                    <a:lnTo>
                      <a:pt x="57277" y="26765"/>
                    </a:lnTo>
                    <a:lnTo>
                      <a:pt x="59664" y="25157"/>
                    </a:lnTo>
                    <a:lnTo>
                      <a:pt x="62050" y="23516"/>
                    </a:lnTo>
                    <a:lnTo>
                      <a:pt x="64437" y="21849"/>
                    </a:lnTo>
                    <a:lnTo>
                      <a:pt x="66823" y="20164"/>
                    </a:lnTo>
                    <a:lnTo>
                      <a:pt x="69210" y="18473"/>
                    </a:lnTo>
                    <a:lnTo>
                      <a:pt x="71596" y="16786"/>
                    </a:lnTo>
                    <a:lnTo>
                      <a:pt x="73983" y="15113"/>
                    </a:lnTo>
                    <a:lnTo>
                      <a:pt x="76370" y="13465"/>
                    </a:lnTo>
                    <a:lnTo>
                      <a:pt x="78756" y="11851"/>
                    </a:lnTo>
                    <a:lnTo>
                      <a:pt x="81143" y="10280"/>
                    </a:lnTo>
                    <a:lnTo>
                      <a:pt x="83529" y="8759"/>
                    </a:lnTo>
                    <a:lnTo>
                      <a:pt x="85916" y="7298"/>
                    </a:lnTo>
                    <a:lnTo>
                      <a:pt x="88302" y="5900"/>
                    </a:lnTo>
                    <a:lnTo>
                      <a:pt x="90689" y="4571"/>
                    </a:lnTo>
                    <a:lnTo>
                      <a:pt x="93075" y="3315"/>
                    </a:lnTo>
                    <a:lnTo>
                      <a:pt x="95462" y="2134"/>
                    </a:lnTo>
                    <a:lnTo>
                      <a:pt x="97848" y="1030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0" name="Surface grid line"/>
              <p:cNvSpPr/>
              <p:nvPr/>
            </p:nvSpPr>
            <p:spPr>
              <a:xfrm>
                <a:off x="5915161" y="1401677"/>
                <a:ext cx="954738" cy="46854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191">
                    <a:moveTo>
                      <a:pt x="0" y="49191"/>
                    </a:moveTo>
                    <a:lnTo>
                      <a:pt x="2387" y="48582"/>
                    </a:lnTo>
                    <a:lnTo>
                      <a:pt x="4773" y="48055"/>
                    </a:lnTo>
                    <a:lnTo>
                      <a:pt x="7160" y="47600"/>
                    </a:lnTo>
                    <a:lnTo>
                      <a:pt x="9546" y="47204"/>
                    </a:lnTo>
                    <a:lnTo>
                      <a:pt x="11933" y="46845"/>
                    </a:lnTo>
                    <a:lnTo>
                      <a:pt x="14319" y="46492"/>
                    </a:lnTo>
                    <a:lnTo>
                      <a:pt x="16706" y="46109"/>
                    </a:lnTo>
                    <a:lnTo>
                      <a:pt x="19092" y="45658"/>
                    </a:lnTo>
                    <a:lnTo>
                      <a:pt x="21479" y="45104"/>
                    </a:lnTo>
                    <a:lnTo>
                      <a:pt x="23865" y="44422"/>
                    </a:lnTo>
                    <a:lnTo>
                      <a:pt x="26252" y="43596"/>
                    </a:lnTo>
                    <a:lnTo>
                      <a:pt x="28639" y="42628"/>
                    </a:lnTo>
                    <a:lnTo>
                      <a:pt x="31025" y="41531"/>
                    </a:lnTo>
                    <a:lnTo>
                      <a:pt x="33412" y="40323"/>
                    </a:lnTo>
                    <a:lnTo>
                      <a:pt x="35798" y="39029"/>
                    </a:lnTo>
                    <a:lnTo>
                      <a:pt x="38185" y="37671"/>
                    </a:lnTo>
                    <a:lnTo>
                      <a:pt x="40571" y="36264"/>
                    </a:lnTo>
                    <a:lnTo>
                      <a:pt x="42958" y="34819"/>
                    </a:lnTo>
                    <a:lnTo>
                      <a:pt x="45344" y="33341"/>
                    </a:lnTo>
                    <a:lnTo>
                      <a:pt x="47731" y="31829"/>
                    </a:lnTo>
                    <a:lnTo>
                      <a:pt x="50117" y="30283"/>
                    </a:lnTo>
                    <a:lnTo>
                      <a:pt x="52504" y="28703"/>
                    </a:lnTo>
                    <a:lnTo>
                      <a:pt x="54891" y="27088"/>
                    </a:lnTo>
                    <a:lnTo>
                      <a:pt x="57277" y="25444"/>
                    </a:lnTo>
                    <a:lnTo>
                      <a:pt x="59664" y="23774"/>
                    </a:lnTo>
                    <a:lnTo>
                      <a:pt x="62050" y="22087"/>
                    </a:lnTo>
                    <a:lnTo>
                      <a:pt x="64437" y="20393"/>
                    </a:lnTo>
                    <a:lnTo>
                      <a:pt x="66823" y="18701"/>
                    </a:lnTo>
                    <a:lnTo>
                      <a:pt x="69210" y="17021"/>
                    </a:lnTo>
                    <a:lnTo>
                      <a:pt x="71596" y="15365"/>
                    </a:lnTo>
                    <a:lnTo>
                      <a:pt x="73983" y="13743"/>
                    </a:lnTo>
                    <a:lnTo>
                      <a:pt x="76370" y="12163"/>
                    </a:lnTo>
                    <a:lnTo>
                      <a:pt x="78756" y="10635"/>
                    </a:lnTo>
                    <a:lnTo>
                      <a:pt x="81143" y="9165"/>
                    </a:lnTo>
                    <a:lnTo>
                      <a:pt x="83529" y="7761"/>
                    </a:lnTo>
                    <a:lnTo>
                      <a:pt x="85916" y="6427"/>
                    </a:lnTo>
                    <a:lnTo>
                      <a:pt x="88302" y="5167"/>
                    </a:lnTo>
                    <a:lnTo>
                      <a:pt x="90689" y="3983"/>
                    </a:lnTo>
                    <a:lnTo>
                      <a:pt x="93075" y="2876"/>
                    </a:lnTo>
                    <a:lnTo>
                      <a:pt x="95462" y="1845"/>
                    </a:lnTo>
                    <a:lnTo>
                      <a:pt x="97848" y="888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1" name="Surface grid line"/>
              <p:cNvSpPr/>
              <p:nvPr/>
            </p:nvSpPr>
            <p:spPr>
              <a:xfrm>
                <a:off x="5942549" y="1417847"/>
                <a:ext cx="954738" cy="46978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321">
                    <a:moveTo>
                      <a:pt x="0" y="49321"/>
                    </a:moveTo>
                    <a:lnTo>
                      <a:pt x="2387" y="48749"/>
                    </a:lnTo>
                    <a:lnTo>
                      <a:pt x="4773" y="48223"/>
                    </a:lnTo>
                    <a:lnTo>
                      <a:pt x="7160" y="47735"/>
                    </a:lnTo>
                    <a:lnTo>
                      <a:pt x="9546" y="47271"/>
                    </a:lnTo>
                    <a:lnTo>
                      <a:pt x="11933" y="46812"/>
                    </a:lnTo>
                    <a:lnTo>
                      <a:pt x="14319" y="46336"/>
                    </a:lnTo>
                    <a:lnTo>
                      <a:pt x="16706" y="45816"/>
                    </a:lnTo>
                    <a:lnTo>
                      <a:pt x="19092" y="45223"/>
                    </a:lnTo>
                    <a:lnTo>
                      <a:pt x="21479" y="44534"/>
                    </a:lnTo>
                    <a:lnTo>
                      <a:pt x="23865" y="43730"/>
                    </a:lnTo>
                    <a:lnTo>
                      <a:pt x="26252" y="42802"/>
                    </a:lnTo>
                    <a:lnTo>
                      <a:pt x="28639" y="41748"/>
                    </a:lnTo>
                    <a:lnTo>
                      <a:pt x="31025" y="40579"/>
                    </a:lnTo>
                    <a:lnTo>
                      <a:pt x="33412" y="39307"/>
                    </a:lnTo>
                    <a:lnTo>
                      <a:pt x="35798" y="37951"/>
                    </a:lnTo>
                    <a:lnTo>
                      <a:pt x="38185" y="36525"/>
                    </a:lnTo>
                    <a:lnTo>
                      <a:pt x="40571" y="35045"/>
                    </a:lnTo>
                    <a:lnTo>
                      <a:pt x="42958" y="33519"/>
                    </a:lnTo>
                    <a:lnTo>
                      <a:pt x="45344" y="31955"/>
                    </a:lnTo>
                    <a:lnTo>
                      <a:pt x="47731" y="30357"/>
                    </a:lnTo>
                    <a:lnTo>
                      <a:pt x="50117" y="28728"/>
                    </a:lnTo>
                    <a:lnTo>
                      <a:pt x="52504" y="27073"/>
                    </a:lnTo>
                    <a:lnTo>
                      <a:pt x="54891" y="25397"/>
                    </a:lnTo>
                    <a:lnTo>
                      <a:pt x="57277" y="23707"/>
                    </a:lnTo>
                    <a:lnTo>
                      <a:pt x="59664" y="22010"/>
                    </a:lnTo>
                    <a:lnTo>
                      <a:pt x="62050" y="20317"/>
                    </a:lnTo>
                    <a:lnTo>
                      <a:pt x="64437" y="18636"/>
                    </a:lnTo>
                    <a:lnTo>
                      <a:pt x="66823" y="16978"/>
                    </a:lnTo>
                    <a:lnTo>
                      <a:pt x="69210" y="15353"/>
                    </a:lnTo>
                    <a:lnTo>
                      <a:pt x="71596" y="13771"/>
                    </a:lnTo>
                    <a:lnTo>
                      <a:pt x="73983" y="12239"/>
                    </a:lnTo>
                    <a:lnTo>
                      <a:pt x="76370" y="10767"/>
                    </a:lnTo>
                    <a:lnTo>
                      <a:pt x="78756" y="9360"/>
                    </a:lnTo>
                    <a:lnTo>
                      <a:pt x="81143" y="8024"/>
                    </a:lnTo>
                    <a:lnTo>
                      <a:pt x="83529" y="6761"/>
                    </a:lnTo>
                    <a:lnTo>
                      <a:pt x="85916" y="5576"/>
                    </a:lnTo>
                    <a:lnTo>
                      <a:pt x="88302" y="4467"/>
                    </a:lnTo>
                    <a:lnTo>
                      <a:pt x="90689" y="3435"/>
                    </a:lnTo>
                    <a:lnTo>
                      <a:pt x="93075" y="2477"/>
                    </a:lnTo>
                    <a:lnTo>
                      <a:pt x="95462" y="1589"/>
                    </a:lnTo>
                    <a:lnTo>
                      <a:pt x="97848" y="76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2" name="Surface grid line"/>
              <p:cNvSpPr/>
              <p:nvPr/>
            </p:nvSpPr>
            <p:spPr>
              <a:xfrm>
                <a:off x="5969937" y="1435918"/>
                <a:ext cx="954738" cy="47054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401">
                    <a:moveTo>
                      <a:pt x="0" y="49401"/>
                    </a:moveTo>
                    <a:lnTo>
                      <a:pt x="2387" y="48835"/>
                    </a:lnTo>
                    <a:lnTo>
                      <a:pt x="4773" y="48286"/>
                    </a:lnTo>
                    <a:lnTo>
                      <a:pt x="7160" y="47741"/>
                    </a:lnTo>
                    <a:lnTo>
                      <a:pt x="9546" y="47190"/>
                    </a:lnTo>
                    <a:lnTo>
                      <a:pt x="11933" y="46618"/>
                    </a:lnTo>
                    <a:lnTo>
                      <a:pt x="14319" y="46006"/>
                    </a:lnTo>
                    <a:lnTo>
                      <a:pt x="16706" y="45335"/>
                    </a:lnTo>
                    <a:lnTo>
                      <a:pt x="19092" y="44588"/>
                    </a:lnTo>
                    <a:lnTo>
                      <a:pt x="21479" y="43746"/>
                    </a:lnTo>
                    <a:lnTo>
                      <a:pt x="23865" y="42799"/>
                    </a:lnTo>
                    <a:lnTo>
                      <a:pt x="26252" y="41739"/>
                    </a:lnTo>
                    <a:lnTo>
                      <a:pt x="28639" y="40569"/>
                    </a:lnTo>
                    <a:lnTo>
                      <a:pt x="31025" y="39295"/>
                    </a:lnTo>
                    <a:lnTo>
                      <a:pt x="33412" y="37929"/>
                    </a:lnTo>
                    <a:lnTo>
                      <a:pt x="35798" y="36484"/>
                    </a:lnTo>
                    <a:lnTo>
                      <a:pt x="38185" y="34973"/>
                    </a:lnTo>
                    <a:lnTo>
                      <a:pt x="40571" y="33409"/>
                    </a:lnTo>
                    <a:lnTo>
                      <a:pt x="42958" y="31803"/>
                    </a:lnTo>
                    <a:lnTo>
                      <a:pt x="45344" y="30163"/>
                    </a:lnTo>
                    <a:lnTo>
                      <a:pt x="47731" y="28497"/>
                    </a:lnTo>
                    <a:lnTo>
                      <a:pt x="50117" y="26812"/>
                    </a:lnTo>
                    <a:lnTo>
                      <a:pt x="52504" y="25114"/>
                    </a:lnTo>
                    <a:lnTo>
                      <a:pt x="54891" y="23413"/>
                    </a:lnTo>
                    <a:lnTo>
                      <a:pt x="57277" y="21717"/>
                    </a:lnTo>
                    <a:lnTo>
                      <a:pt x="59664" y="20034"/>
                    </a:lnTo>
                    <a:lnTo>
                      <a:pt x="62050" y="18375"/>
                    </a:lnTo>
                    <a:lnTo>
                      <a:pt x="64437" y="16750"/>
                    </a:lnTo>
                    <a:lnTo>
                      <a:pt x="66823" y="15167"/>
                    </a:lnTo>
                    <a:lnTo>
                      <a:pt x="69210" y="13635"/>
                    </a:lnTo>
                    <a:lnTo>
                      <a:pt x="71596" y="12161"/>
                    </a:lnTo>
                    <a:lnTo>
                      <a:pt x="73983" y="10754"/>
                    </a:lnTo>
                    <a:lnTo>
                      <a:pt x="76370" y="9416"/>
                    </a:lnTo>
                    <a:lnTo>
                      <a:pt x="78756" y="8153"/>
                    </a:lnTo>
                    <a:lnTo>
                      <a:pt x="81143" y="6967"/>
                    </a:lnTo>
                    <a:lnTo>
                      <a:pt x="83529" y="5857"/>
                    </a:lnTo>
                    <a:lnTo>
                      <a:pt x="85916" y="4825"/>
                    </a:lnTo>
                    <a:lnTo>
                      <a:pt x="88302" y="3866"/>
                    </a:lnTo>
                    <a:lnTo>
                      <a:pt x="90689" y="2978"/>
                    </a:lnTo>
                    <a:lnTo>
                      <a:pt x="93075" y="2154"/>
                    </a:lnTo>
                    <a:lnTo>
                      <a:pt x="95462" y="1388"/>
                    </a:lnTo>
                    <a:lnTo>
                      <a:pt x="97848" y="673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743" name="Editable search space mesh 791"/>
            <p:cNvGrpSpPr/>
            <p:nvPr/>
          </p:nvGrpSpPr>
          <p:grpSpPr>
            <a:xfrm>
              <a:off x="7534275" y="638175"/>
              <a:ext cx="2105025" cy="1438275"/>
              <a:chOff x="7534275" y="638175"/>
              <a:chExt cx="2105025" cy="1438275"/>
            </a:xfrm>
          </p:grpSpPr>
          <p:sp>
            <p:nvSpPr>
              <p:cNvPr id="3744" name="Surface mesh patch"/>
              <p:cNvSpPr/>
              <p:nvPr/>
            </p:nvSpPr>
            <p:spPr>
              <a:xfrm>
                <a:off x="8466281" y="1052054"/>
                <a:ext cx="50120" cy="148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63">
                    <a:moveTo>
                      <a:pt x="0" y="395"/>
                    </a:moveTo>
                    <a:lnTo>
                      <a:pt x="2875" y="1563"/>
                    </a:lnTo>
                    <a:lnTo>
                      <a:pt x="5262" y="12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5" name="Surface mesh patch"/>
              <p:cNvSpPr/>
              <p:nvPr/>
            </p:nvSpPr>
            <p:spPr>
              <a:xfrm>
                <a:off x="8443549" y="1055813"/>
                <a:ext cx="50120" cy="134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0">
                    <a:moveTo>
                      <a:pt x="0" y="390"/>
                    </a:moveTo>
                    <a:lnTo>
                      <a:pt x="2875" y="1410"/>
                    </a:lnTo>
                    <a:lnTo>
                      <a:pt x="5262" y="11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6" name="Surface mesh patch"/>
              <p:cNvSpPr/>
              <p:nvPr/>
            </p:nvSpPr>
            <p:spPr>
              <a:xfrm>
                <a:off x="8493669" y="1064363"/>
                <a:ext cx="50120" cy="84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8">
                    <a:moveTo>
                      <a:pt x="0" y="271"/>
                    </a:moveTo>
                    <a:lnTo>
                      <a:pt x="2875" y="888"/>
                    </a:lnTo>
                    <a:lnTo>
                      <a:pt x="5262" y="7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7" name="Surface mesh patch"/>
              <p:cNvSpPr/>
              <p:nvPr/>
            </p:nvSpPr>
            <p:spPr>
              <a:xfrm>
                <a:off x="8420818" y="1059532"/>
                <a:ext cx="50120" cy="120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65">
                    <a:moveTo>
                      <a:pt x="0" y="410"/>
                    </a:moveTo>
                    <a:lnTo>
                      <a:pt x="2875" y="1265"/>
                    </a:lnTo>
                    <a:lnTo>
                      <a:pt x="5262" y="10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8" name="Surface mesh patch"/>
              <p:cNvSpPr/>
              <p:nvPr/>
            </p:nvSpPr>
            <p:spPr>
              <a:xfrm>
                <a:off x="8470937" y="1066944"/>
                <a:ext cx="50120" cy="63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8">
                    <a:moveTo>
                      <a:pt x="0" y="242"/>
                    </a:moveTo>
                    <a:lnTo>
                      <a:pt x="2875" y="668"/>
                    </a:lnTo>
                    <a:lnTo>
                      <a:pt x="5262" y="6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9" name="Surface mesh patch"/>
              <p:cNvSpPr/>
              <p:nvPr/>
            </p:nvSpPr>
            <p:spPr>
              <a:xfrm>
                <a:off x="8521057" y="1071497"/>
                <a:ext cx="50120" cy="13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">
                    <a:moveTo>
                      <a:pt x="0" y="139"/>
                    </a:moveTo>
                    <a:lnTo>
                      <a:pt x="2875" y="0"/>
                    </a:lnTo>
                    <a:lnTo>
                      <a:pt x="5262" y="127"/>
                    </a:lnTo>
                    <a:lnTo>
                      <a:pt x="2387" y="32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0" name="Surface mesh patch"/>
              <p:cNvSpPr/>
              <p:nvPr/>
            </p:nvSpPr>
            <p:spPr>
              <a:xfrm>
                <a:off x="8398086" y="1063437"/>
                <a:ext cx="50120" cy="10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0">
                    <a:moveTo>
                      <a:pt x="0" y="455"/>
                    </a:moveTo>
                    <a:lnTo>
                      <a:pt x="2875" y="1140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1" name="Surface mesh patch"/>
              <p:cNvSpPr/>
              <p:nvPr/>
            </p:nvSpPr>
            <p:spPr>
              <a:xfrm>
                <a:off x="8448205" y="1069246"/>
                <a:ext cx="50120" cy="4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">
                    <a:moveTo>
                      <a:pt x="0" y="245"/>
                    </a:moveTo>
                    <a:lnTo>
                      <a:pt x="2875" y="470"/>
                    </a:lnTo>
                    <a:lnTo>
                      <a:pt x="5262" y="4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2" name="Surface mesh patch"/>
              <p:cNvSpPr/>
              <p:nvPr/>
            </p:nvSpPr>
            <p:spPr>
              <a:xfrm>
                <a:off x="8498325" y="1069539"/>
                <a:ext cx="50120" cy="37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">
                    <a:moveTo>
                      <a:pt x="0" y="396"/>
                    </a:moveTo>
                    <a:lnTo>
                      <a:pt x="2875" y="0"/>
                    </a:lnTo>
                    <a:lnTo>
                      <a:pt x="5262" y="206"/>
                    </a:lnTo>
                    <a:lnTo>
                      <a:pt x="2387" y="344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3" name="Surface mesh patch"/>
              <p:cNvSpPr/>
              <p:nvPr/>
            </p:nvSpPr>
            <p:spPr>
              <a:xfrm>
                <a:off x="8548445" y="1061530"/>
                <a:ext cx="50120" cy="111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4">
                    <a:moveTo>
                      <a:pt x="0" y="1046"/>
                    </a:moveTo>
                    <a:lnTo>
                      <a:pt x="2875" y="0"/>
                    </a:lnTo>
                    <a:lnTo>
                      <a:pt x="5262" y="454"/>
                    </a:lnTo>
                    <a:lnTo>
                      <a:pt x="2387" y="1174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4" name="Surface mesh patch"/>
              <p:cNvSpPr/>
              <p:nvPr/>
            </p:nvSpPr>
            <p:spPr>
              <a:xfrm>
                <a:off x="8375354" y="1067769"/>
                <a:ext cx="50120" cy="9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4">
                    <a:moveTo>
                      <a:pt x="0" y="524"/>
                    </a:moveTo>
                    <a:lnTo>
                      <a:pt x="2875" y="1044"/>
                    </a:lnTo>
                    <a:lnTo>
                      <a:pt x="5262" y="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5" name="Surface mesh patch"/>
              <p:cNvSpPr/>
              <p:nvPr/>
            </p:nvSpPr>
            <p:spPr>
              <a:xfrm>
                <a:off x="8425473" y="1071582"/>
                <a:ext cx="50120" cy="2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0">
                    <a:moveTo>
                      <a:pt x="0" y="284"/>
                    </a:moveTo>
                    <a:lnTo>
                      <a:pt x="2875" y="310"/>
                    </a:lnTo>
                    <a:lnTo>
                      <a:pt x="5262" y="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6" name="Surface mesh patch"/>
              <p:cNvSpPr/>
              <p:nvPr/>
            </p:nvSpPr>
            <p:spPr>
              <a:xfrm>
                <a:off x="8475593" y="1067445"/>
                <a:ext cx="50120" cy="6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">
                    <a:moveTo>
                      <a:pt x="0" y="659"/>
                    </a:moveTo>
                    <a:lnTo>
                      <a:pt x="2875" y="0"/>
                    </a:lnTo>
                    <a:lnTo>
                      <a:pt x="5262" y="220"/>
                    </a:lnTo>
                    <a:lnTo>
                      <a:pt x="2387" y="616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7" name="Surface mesh patch"/>
              <p:cNvSpPr/>
              <p:nvPr/>
            </p:nvSpPr>
            <p:spPr>
              <a:xfrm>
                <a:off x="8525713" y="1056256"/>
                <a:ext cx="50120" cy="1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">
                    <a:moveTo>
                      <a:pt x="0" y="1394"/>
                    </a:moveTo>
                    <a:lnTo>
                      <a:pt x="2875" y="0"/>
                    </a:lnTo>
                    <a:lnTo>
                      <a:pt x="5262" y="554"/>
                    </a:lnTo>
                    <a:lnTo>
                      <a:pt x="2387" y="160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8" name="Surface mesh patch"/>
              <p:cNvSpPr/>
              <p:nvPr/>
            </p:nvSpPr>
            <p:spPr>
              <a:xfrm>
                <a:off x="8575832" y="1042393"/>
                <a:ext cx="50120" cy="23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3">
                    <a:moveTo>
                      <a:pt x="0" y="2009"/>
                    </a:moveTo>
                    <a:lnTo>
                      <a:pt x="2875" y="0"/>
                    </a:lnTo>
                    <a:lnTo>
                      <a:pt x="5262" y="885"/>
                    </a:lnTo>
                    <a:lnTo>
                      <a:pt x="2387" y="2463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9" name="Surface mesh patch"/>
              <p:cNvSpPr/>
              <p:nvPr/>
            </p:nvSpPr>
            <p:spPr>
              <a:xfrm>
                <a:off x="8352622" y="1072763"/>
                <a:ext cx="50120" cy="9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">
                    <a:moveTo>
                      <a:pt x="0" y="617"/>
                    </a:moveTo>
                    <a:lnTo>
                      <a:pt x="2875" y="987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0" name="Surface mesh patch"/>
              <p:cNvSpPr/>
              <p:nvPr/>
            </p:nvSpPr>
            <p:spPr>
              <a:xfrm>
                <a:off x="8402742" y="1074291"/>
                <a:ext cx="50120" cy="3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">
                    <a:moveTo>
                      <a:pt x="0" y="359"/>
                    </a:moveTo>
                    <a:lnTo>
                      <a:pt x="2875" y="205"/>
                    </a:lnTo>
                    <a:lnTo>
                      <a:pt x="5262" y="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1" name="Surface mesh patch"/>
              <p:cNvSpPr/>
              <p:nvPr/>
            </p:nvSpPr>
            <p:spPr>
              <a:xfrm>
                <a:off x="8452861" y="1065898"/>
                <a:ext cx="50120" cy="86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7">
                    <a:moveTo>
                      <a:pt x="0" y="907"/>
                    </a:moveTo>
                    <a:lnTo>
                      <a:pt x="2875" y="0"/>
                    </a:lnTo>
                    <a:lnTo>
                      <a:pt x="5262" y="162"/>
                    </a:lnTo>
                    <a:lnTo>
                      <a:pt x="2387" y="822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2" name="Surface mesh patch"/>
              <p:cNvSpPr/>
              <p:nvPr/>
            </p:nvSpPr>
            <p:spPr>
              <a:xfrm>
                <a:off x="8502981" y="1050873"/>
                <a:ext cx="50120" cy="18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0">
                    <a:moveTo>
                      <a:pt x="0" y="1740"/>
                    </a:moveTo>
                    <a:lnTo>
                      <a:pt x="2875" y="0"/>
                    </a:lnTo>
                    <a:lnTo>
                      <a:pt x="5262" y="565"/>
                    </a:lnTo>
                    <a:lnTo>
                      <a:pt x="2387" y="196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3" name="Surface mesh patch"/>
              <p:cNvSpPr/>
              <p:nvPr/>
            </p:nvSpPr>
            <p:spPr>
              <a:xfrm>
                <a:off x="8553101" y="1032830"/>
                <a:ext cx="50120" cy="28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3">
                    <a:moveTo>
                      <a:pt x="0" y="2459"/>
                    </a:moveTo>
                    <a:lnTo>
                      <a:pt x="2875" y="0"/>
                    </a:lnTo>
                    <a:lnTo>
                      <a:pt x="5262" y="1004"/>
                    </a:lnTo>
                    <a:lnTo>
                      <a:pt x="2387" y="3013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4" name="Surface mesh patch"/>
              <p:cNvSpPr/>
              <p:nvPr/>
            </p:nvSpPr>
            <p:spPr>
              <a:xfrm>
                <a:off x="8603220" y="1014896"/>
                <a:ext cx="50120" cy="35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72">
                    <a:moveTo>
                      <a:pt x="0" y="2887"/>
                    </a:moveTo>
                    <a:lnTo>
                      <a:pt x="2875" y="0"/>
                    </a:lnTo>
                    <a:lnTo>
                      <a:pt x="5262" y="1415"/>
                    </a:lnTo>
                    <a:lnTo>
                      <a:pt x="2387" y="3772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5" name="Surface mesh patch"/>
              <p:cNvSpPr/>
              <p:nvPr/>
            </p:nvSpPr>
            <p:spPr>
              <a:xfrm>
                <a:off x="8329890" y="1078635"/>
                <a:ext cx="50120" cy="92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4">
                    <a:moveTo>
                      <a:pt x="0" y="728"/>
                    </a:moveTo>
                    <a:lnTo>
                      <a:pt x="2875" y="974"/>
                    </a:lnTo>
                    <a:lnTo>
                      <a:pt x="5262" y="3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6" name="Surface mesh patch"/>
              <p:cNvSpPr/>
              <p:nvPr/>
            </p:nvSpPr>
            <p:spPr>
              <a:xfrm>
                <a:off x="8380010" y="1076240"/>
                <a:ext cx="50120" cy="5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">
                    <a:moveTo>
                      <a:pt x="0" y="622"/>
                    </a:moveTo>
                    <a:lnTo>
                      <a:pt x="2875" y="319"/>
                    </a:lnTo>
                    <a:lnTo>
                      <a:pt x="5262" y="0"/>
                    </a:lnTo>
                    <a:lnTo>
                      <a:pt x="2387" y="155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7" name="Surface mesh patch"/>
              <p:cNvSpPr/>
              <p:nvPr/>
            </p:nvSpPr>
            <p:spPr>
              <a:xfrm>
                <a:off x="8430129" y="1065586"/>
                <a:ext cx="50120" cy="10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9">
                    <a:moveTo>
                      <a:pt x="0" y="1119"/>
                    </a:moveTo>
                    <a:lnTo>
                      <a:pt x="2875" y="0"/>
                    </a:lnTo>
                    <a:lnTo>
                      <a:pt x="5262" y="33"/>
                    </a:lnTo>
                    <a:lnTo>
                      <a:pt x="2387" y="94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8" name="Surface mesh patch"/>
              <p:cNvSpPr/>
              <p:nvPr/>
            </p:nvSpPr>
            <p:spPr>
              <a:xfrm>
                <a:off x="8480249" y="1046327"/>
                <a:ext cx="50120" cy="21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7">
                    <a:moveTo>
                      <a:pt x="0" y="2055"/>
                    </a:moveTo>
                    <a:lnTo>
                      <a:pt x="2875" y="0"/>
                    </a:lnTo>
                    <a:lnTo>
                      <a:pt x="5262" y="477"/>
                    </a:lnTo>
                    <a:lnTo>
                      <a:pt x="2387" y="2217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9" name="Surface mesh patch"/>
              <p:cNvSpPr/>
              <p:nvPr/>
            </p:nvSpPr>
            <p:spPr>
              <a:xfrm>
                <a:off x="8530369" y="1023275"/>
                <a:ext cx="50120" cy="329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3">
                    <a:moveTo>
                      <a:pt x="0" y="2897"/>
                    </a:moveTo>
                    <a:lnTo>
                      <a:pt x="2875" y="0"/>
                    </a:lnTo>
                    <a:lnTo>
                      <a:pt x="5262" y="1003"/>
                    </a:lnTo>
                    <a:lnTo>
                      <a:pt x="2387" y="3463"/>
                    </a:lnTo>
                    <a:close/>
                  </a:path>
                </a:pathLst>
              </a:custGeom>
              <a:solidFill>
                <a:srgbClr val="dce2ee"/>
              </a:solidFill>
              <a:ln w="3334" cap="flat" cmpd="sng" algn="ctr">
                <a:solidFill>
                  <a:srgbClr val="dce2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0" name="Surface mesh patch"/>
              <p:cNvSpPr/>
              <p:nvPr/>
            </p:nvSpPr>
            <p:spPr>
              <a:xfrm>
                <a:off x="8580488" y="1000148"/>
                <a:ext cx="50120" cy="42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35">
                    <a:moveTo>
                      <a:pt x="0" y="3431"/>
                    </a:moveTo>
                    <a:lnTo>
                      <a:pt x="2875" y="0"/>
                    </a:lnTo>
                    <a:lnTo>
                      <a:pt x="5262" y="1548"/>
                    </a:lnTo>
                    <a:lnTo>
                      <a:pt x="2387" y="4435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1" name="Surface mesh patch"/>
              <p:cNvSpPr/>
              <p:nvPr/>
            </p:nvSpPr>
            <p:spPr>
              <a:xfrm>
                <a:off x="8630608" y="981418"/>
                <a:ext cx="50120" cy="469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9">
                    <a:moveTo>
                      <a:pt x="0" y="3515"/>
                    </a:moveTo>
                    <a:lnTo>
                      <a:pt x="2875" y="0"/>
                    </a:lnTo>
                    <a:lnTo>
                      <a:pt x="5262" y="2011"/>
                    </a:lnTo>
                    <a:lnTo>
                      <a:pt x="2387" y="4929"/>
                    </a:lnTo>
                    <a:close/>
                  </a:path>
                </a:pathLst>
              </a:custGeom>
              <a:solidFill>
                <a:srgbClr val="e3dee2"/>
              </a:solidFill>
              <a:ln w="3334" cap="flat" cmpd="sng" algn="ctr">
                <a:solidFill>
                  <a:srgbClr val="e3de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2" name="Surface mesh patch"/>
              <p:cNvSpPr/>
              <p:nvPr/>
            </p:nvSpPr>
            <p:spPr>
              <a:xfrm>
                <a:off x="8307158" y="1085567"/>
                <a:ext cx="50120" cy="95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5">
                    <a:moveTo>
                      <a:pt x="0" y="853"/>
                    </a:moveTo>
                    <a:lnTo>
                      <a:pt x="2875" y="1005"/>
                    </a:lnTo>
                    <a:lnTo>
                      <a:pt x="5262" y="2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4"/>
              </a:solidFill>
              <a:ln w="3334" cap="flat" cmpd="sng" algn="ctr">
                <a:solidFill>
                  <a:srgbClr val="d3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3" name="Surface mesh patch"/>
              <p:cNvSpPr/>
              <p:nvPr/>
            </p:nvSpPr>
            <p:spPr>
              <a:xfrm>
                <a:off x="8357278" y="1079280"/>
                <a:ext cx="50120" cy="8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">
                    <a:moveTo>
                      <a:pt x="0" y="906"/>
                    </a:moveTo>
                    <a:lnTo>
                      <a:pt x="2875" y="498"/>
                    </a:lnTo>
                    <a:lnTo>
                      <a:pt x="5262" y="0"/>
                    </a:lnTo>
                    <a:lnTo>
                      <a:pt x="2387" y="303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4" name="Surface mesh patch"/>
              <p:cNvSpPr/>
              <p:nvPr/>
            </p:nvSpPr>
            <p:spPr>
              <a:xfrm>
                <a:off x="8407398" y="1065586"/>
                <a:ext cx="50120" cy="13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8">
                    <a:moveTo>
                      <a:pt x="0" y="1438"/>
                    </a:moveTo>
                    <a:lnTo>
                      <a:pt x="2875" y="163"/>
                    </a:lnTo>
                    <a:lnTo>
                      <a:pt x="5262" y="0"/>
                    </a:lnTo>
                    <a:lnTo>
                      <a:pt x="2387" y="1119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5" name="Surface mesh patch"/>
              <p:cNvSpPr/>
              <p:nvPr/>
            </p:nvSpPr>
            <p:spPr>
              <a:xfrm>
                <a:off x="8457517" y="1043576"/>
                <a:ext cx="50120" cy="223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3">
                    <a:moveTo>
                      <a:pt x="0" y="2311"/>
                    </a:moveTo>
                    <a:lnTo>
                      <a:pt x="2875" y="0"/>
                    </a:lnTo>
                    <a:lnTo>
                      <a:pt x="5262" y="289"/>
                    </a:lnTo>
                    <a:lnTo>
                      <a:pt x="2387" y="2343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6" name="Surface mesh patch"/>
              <p:cNvSpPr/>
              <p:nvPr/>
            </p:nvSpPr>
            <p:spPr>
              <a:xfrm>
                <a:off x="8507637" y="1015010"/>
                <a:ext cx="50120" cy="358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5">
                    <a:moveTo>
                      <a:pt x="0" y="3288"/>
                    </a:moveTo>
                    <a:lnTo>
                      <a:pt x="2875" y="0"/>
                    </a:lnTo>
                    <a:lnTo>
                      <a:pt x="5262" y="868"/>
                    </a:lnTo>
                    <a:lnTo>
                      <a:pt x="2387" y="3765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7" name="Surface mesh patch"/>
              <p:cNvSpPr/>
              <p:nvPr/>
            </p:nvSpPr>
            <p:spPr>
              <a:xfrm>
                <a:off x="8557756" y="985617"/>
                <a:ext cx="50120" cy="472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57">
                    <a:moveTo>
                      <a:pt x="0" y="3954"/>
                    </a:moveTo>
                    <a:lnTo>
                      <a:pt x="2875" y="0"/>
                    </a:lnTo>
                    <a:lnTo>
                      <a:pt x="5262" y="1525"/>
                    </a:lnTo>
                    <a:lnTo>
                      <a:pt x="2387" y="4957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8" name="Surface mesh patch"/>
              <p:cNvSpPr/>
              <p:nvPr/>
            </p:nvSpPr>
            <p:spPr>
              <a:xfrm>
                <a:off x="8607876" y="960898"/>
                <a:ext cx="50120" cy="53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9">
                    <a:moveTo>
                      <a:pt x="0" y="4121"/>
                    </a:moveTo>
                    <a:lnTo>
                      <a:pt x="2875" y="0"/>
                    </a:lnTo>
                    <a:lnTo>
                      <a:pt x="5262" y="2154"/>
                    </a:lnTo>
                    <a:lnTo>
                      <a:pt x="2387" y="5669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9" name="Surface mesh patch"/>
              <p:cNvSpPr/>
              <p:nvPr/>
            </p:nvSpPr>
            <p:spPr>
              <a:xfrm>
                <a:off x="8657996" y="945814"/>
                <a:ext cx="50120" cy="547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49">
                    <a:moveTo>
                      <a:pt x="0" y="3738"/>
                    </a:moveTo>
                    <a:lnTo>
                      <a:pt x="2875" y="0"/>
                    </a:lnTo>
                    <a:lnTo>
                      <a:pt x="5262" y="2618"/>
                    </a:lnTo>
                    <a:lnTo>
                      <a:pt x="2387" y="5749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0" name="Surface mesh patch"/>
              <p:cNvSpPr/>
              <p:nvPr/>
            </p:nvSpPr>
            <p:spPr>
              <a:xfrm>
                <a:off x="8284426" y="1093693"/>
                <a:ext cx="50120" cy="102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">
                    <a:moveTo>
                      <a:pt x="0" y="987"/>
                    </a:moveTo>
                    <a:lnTo>
                      <a:pt x="2875" y="1077"/>
                    </a:lnTo>
                    <a:lnTo>
                      <a:pt x="5262" y="1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1" name="Surface mesh patch"/>
              <p:cNvSpPr/>
              <p:nvPr/>
            </p:nvSpPr>
            <p:spPr>
              <a:xfrm>
                <a:off x="8334546" y="1084025"/>
                <a:ext cx="50120" cy="111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6">
                    <a:moveTo>
                      <a:pt x="0" y="1166"/>
                    </a:moveTo>
                    <a:lnTo>
                      <a:pt x="2875" y="704"/>
                    </a:lnTo>
                    <a:lnTo>
                      <a:pt x="5262" y="0"/>
                    </a:lnTo>
                    <a:lnTo>
                      <a:pt x="2387" y="408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2" name="Surface mesh patch"/>
              <p:cNvSpPr/>
              <p:nvPr/>
            </p:nvSpPr>
            <p:spPr>
              <a:xfrm>
                <a:off x="8384666" y="1067140"/>
                <a:ext cx="50120" cy="168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3">
                    <a:moveTo>
                      <a:pt x="0" y="1773"/>
                    </a:moveTo>
                    <a:lnTo>
                      <a:pt x="2875" y="412"/>
                    </a:lnTo>
                    <a:lnTo>
                      <a:pt x="5262" y="0"/>
                    </a:lnTo>
                    <a:lnTo>
                      <a:pt x="2387" y="1275"/>
                    </a:lnTo>
                    <a:close/>
                  </a:path>
                </a:pathLst>
              </a:custGeom>
              <a:solidFill>
                <a:srgbClr val="dae3f1"/>
              </a:solidFill>
              <a:ln w="3334" cap="flat" cmpd="sng" algn="ctr">
                <a:solidFill>
                  <a:srgbClr val="da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3" name="Surface mesh patch"/>
              <p:cNvSpPr/>
              <p:nvPr/>
            </p:nvSpPr>
            <p:spPr>
              <a:xfrm>
                <a:off x="8434785" y="1043487"/>
                <a:ext cx="50120" cy="23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3">
                    <a:moveTo>
                      <a:pt x="0" y="2483"/>
                    </a:moveTo>
                    <a:lnTo>
                      <a:pt x="2875" y="0"/>
                    </a:lnTo>
                    <a:lnTo>
                      <a:pt x="5262" y="9"/>
                    </a:lnTo>
                    <a:lnTo>
                      <a:pt x="2387" y="2320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4" name="Surface mesh patch"/>
              <p:cNvSpPr/>
              <p:nvPr/>
            </p:nvSpPr>
            <p:spPr>
              <a:xfrm>
                <a:off x="8484905" y="1009326"/>
                <a:ext cx="50120" cy="37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5">
                    <a:moveTo>
                      <a:pt x="0" y="3596"/>
                    </a:moveTo>
                    <a:lnTo>
                      <a:pt x="2875" y="0"/>
                    </a:lnTo>
                    <a:lnTo>
                      <a:pt x="5262" y="597"/>
                    </a:lnTo>
                    <a:lnTo>
                      <a:pt x="2387" y="3885"/>
                    </a:lnTo>
                    <a:close/>
                  </a:path>
                </a:pathLst>
              </a:custGeom>
              <a:solidFill>
                <a:srgbClr val="e4dee1"/>
              </a:solidFill>
              <a:ln w="3334" cap="flat" cmpd="sng" algn="ctr">
                <a:solidFill>
                  <a:srgbClr val="e4de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5" name="Surface mesh patch"/>
              <p:cNvSpPr/>
              <p:nvPr/>
            </p:nvSpPr>
            <p:spPr>
              <a:xfrm>
                <a:off x="8535025" y="972979"/>
                <a:ext cx="50120" cy="502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0">
                    <a:moveTo>
                      <a:pt x="0" y="4413"/>
                    </a:moveTo>
                    <a:lnTo>
                      <a:pt x="2875" y="0"/>
                    </a:lnTo>
                    <a:lnTo>
                      <a:pt x="5262" y="1327"/>
                    </a:lnTo>
                    <a:lnTo>
                      <a:pt x="2387" y="5280"/>
                    </a:lnTo>
                    <a:close/>
                  </a:path>
                </a:pathLst>
              </a:custGeom>
              <a:solidFill>
                <a:srgbClr val="e9dbd5"/>
              </a:solidFill>
              <a:ln w="3334" cap="flat" cmpd="sng" algn="ctr">
                <a:solidFill>
                  <a:srgbClr val="e9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6" name="Surface mesh patch"/>
              <p:cNvSpPr/>
              <p:nvPr/>
            </p:nvSpPr>
            <p:spPr>
              <a:xfrm>
                <a:off x="8585144" y="940884"/>
                <a:ext cx="50120" cy="592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2">
                    <a:moveTo>
                      <a:pt x="0" y="4696"/>
                    </a:moveTo>
                    <a:lnTo>
                      <a:pt x="2875" y="0"/>
                    </a:lnTo>
                    <a:lnTo>
                      <a:pt x="5262" y="2101"/>
                    </a:lnTo>
                    <a:lnTo>
                      <a:pt x="2387" y="6222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7" name="Surface mesh patch"/>
              <p:cNvSpPr/>
              <p:nvPr/>
            </p:nvSpPr>
            <p:spPr>
              <a:xfrm>
                <a:off x="8635264" y="919472"/>
                <a:ext cx="50120" cy="61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4">
                    <a:moveTo>
                      <a:pt x="0" y="4349"/>
                    </a:moveTo>
                    <a:lnTo>
                      <a:pt x="2875" y="0"/>
                    </a:lnTo>
                    <a:lnTo>
                      <a:pt x="5262" y="2766"/>
                    </a:lnTo>
                    <a:lnTo>
                      <a:pt x="2387" y="6504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8" name="Surface mesh patch"/>
              <p:cNvSpPr/>
              <p:nvPr/>
            </p:nvSpPr>
            <p:spPr>
              <a:xfrm>
                <a:off x="8685384" y="912940"/>
                <a:ext cx="50120" cy="57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69">
                    <a:moveTo>
                      <a:pt x="0" y="3451"/>
                    </a:moveTo>
                    <a:lnTo>
                      <a:pt x="2875" y="0"/>
                    </a:lnTo>
                    <a:lnTo>
                      <a:pt x="5262" y="3164"/>
                    </a:lnTo>
                    <a:lnTo>
                      <a:pt x="2387" y="6069"/>
                    </a:lnTo>
                    <a:close/>
                  </a:path>
                </a:pathLst>
              </a:custGeom>
              <a:solidFill>
                <a:srgbClr val="f4d5c1"/>
              </a:solidFill>
              <a:ln w="3334" cap="flat" cmpd="sng" algn="ctr">
                <a:solidFill>
                  <a:srgbClr val="f4d5c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9" name="Surface mesh patch"/>
              <p:cNvSpPr/>
              <p:nvPr/>
            </p:nvSpPr>
            <p:spPr>
              <a:xfrm>
                <a:off x="8261695" y="1103095"/>
                <a:ext cx="50120" cy="11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5">
                    <a:moveTo>
                      <a:pt x="0" y="1124"/>
                    </a:moveTo>
                    <a:lnTo>
                      <a:pt x="2875" y="1185"/>
                    </a:lnTo>
                    <a:lnTo>
                      <a:pt x="5262" y="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0" name="Surface mesh patch"/>
              <p:cNvSpPr/>
              <p:nvPr/>
            </p:nvSpPr>
            <p:spPr>
              <a:xfrm>
                <a:off x="8311814" y="1090732"/>
                <a:ext cx="50120" cy="13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8">
                    <a:moveTo>
                      <a:pt x="0" y="1388"/>
                    </a:moveTo>
                    <a:lnTo>
                      <a:pt x="2875" y="924"/>
                    </a:lnTo>
                    <a:lnTo>
                      <a:pt x="5262" y="0"/>
                    </a:lnTo>
                    <a:lnTo>
                      <a:pt x="2387" y="462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1" name="Surface mesh patch"/>
              <p:cNvSpPr/>
              <p:nvPr/>
            </p:nvSpPr>
            <p:spPr>
              <a:xfrm>
                <a:off x="8361934" y="1071067"/>
                <a:ext cx="50120" cy="19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5">
                    <a:moveTo>
                      <a:pt x="0" y="2065"/>
                    </a:moveTo>
                    <a:lnTo>
                      <a:pt x="2875" y="697"/>
                    </a:lnTo>
                    <a:lnTo>
                      <a:pt x="5262" y="0"/>
                    </a:lnTo>
                    <a:lnTo>
                      <a:pt x="2387" y="1360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2" name="Surface mesh patch"/>
              <p:cNvSpPr/>
              <p:nvPr/>
            </p:nvSpPr>
            <p:spPr>
              <a:xfrm>
                <a:off x="8412053" y="1043487"/>
                <a:ext cx="50120" cy="27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5">
                    <a:moveTo>
                      <a:pt x="0" y="2895"/>
                    </a:moveTo>
                    <a:lnTo>
                      <a:pt x="2875" y="342"/>
                    </a:lnTo>
                    <a:lnTo>
                      <a:pt x="5262" y="0"/>
                    </a:lnTo>
                    <a:lnTo>
                      <a:pt x="2387" y="2483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3" name="Surface mesh patch"/>
              <p:cNvSpPr/>
              <p:nvPr/>
            </p:nvSpPr>
            <p:spPr>
              <a:xfrm>
                <a:off x="8462173" y="1007385"/>
                <a:ext cx="50120" cy="36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00">
                    <a:moveTo>
                      <a:pt x="0" y="3790"/>
                    </a:moveTo>
                    <a:lnTo>
                      <a:pt x="2875" y="0"/>
                    </a:lnTo>
                    <a:lnTo>
                      <a:pt x="5262" y="204"/>
                    </a:lnTo>
                    <a:lnTo>
                      <a:pt x="2387" y="3800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4" name="Surface mesh patch"/>
              <p:cNvSpPr/>
              <p:nvPr/>
            </p:nvSpPr>
            <p:spPr>
              <a:xfrm>
                <a:off x="8512293" y="963914"/>
                <a:ext cx="50120" cy="51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64">
                    <a:moveTo>
                      <a:pt x="0" y="4768"/>
                    </a:moveTo>
                    <a:lnTo>
                      <a:pt x="2875" y="0"/>
                    </a:lnTo>
                    <a:lnTo>
                      <a:pt x="5262" y="952"/>
                    </a:lnTo>
                    <a:lnTo>
                      <a:pt x="2387" y="5364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5" name="Surface mesh patch"/>
              <p:cNvSpPr/>
              <p:nvPr/>
            </p:nvSpPr>
            <p:spPr>
              <a:xfrm>
                <a:off x="8562412" y="923475"/>
                <a:ext cx="50120" cy="62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4">
                    <a:moveTo>
                      <a:pt x="0" y="5197"/>
                    </a:moveTo>
                    <a:lnTo>
                      <a:pt x="2875" y="0"/>
                    </a:lnTo>
                    <a:lnTo>
                      <a:pt x="5262" y="1828"/>
                    </a:lnTo>
                    <a:lnTo>
                      <a:pt x="2387" y="6524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6" name="Surface mesh patch"/>
              <p:cNvSpPr/>
              <p:nvPr/>
            </p:nvSpPr>
            <p:spPr>
              <a:xfrm>
                <a:off x="8612532" y="893977"/>
                <a:ext cx="50120" cy="66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6">
                    <a:moveTo>
                      <a:pt x="0" y="4925"/>
                    </a:moveTo>
                    <a:lnTo>
                      <a:pt x="2875" y="0"/>
                    </a:lnTo>
                    <a:lnTo>
                      <a:pt x="5262" y="2677"/>
                    </a:lnTo>
                    <a:lnTo>
                      <a:pt x="2387" y="7026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7" name="Surface mesh patch"/>
              <p:cNvSpPr/>
              <p:nvPr/>
            </p:nvSpPr>
            <p:spPr>
              <a:xfrm>
                <a:off x="8662652" y="881416"/>
                <a:ext cx="50120" cy="64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61">
                    <a:moveTo>
                      <a:pt x="0" y="3995"/>
                    </a:moveTo>
                    <a:lnTo>
                      <a:pt x="2875" y="0"/>
                    </a:lnTo>
                    <a:lnTo>
                      <a:pt x="5262" y="3310"/>
                    </a:lnTo>
                    <a:lnTo>
                      <a:pt x="2387" y="6761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8" name="Surface mesh patch"/>
              <p:cNvSpPr/>
              <p:nvPr/>
            </p:nvSpPr>
            <p:spPr>
              <a:xfrm>
                <a:off x="8712771" y="887838"/>
                <a:ext cx="50120" cy="5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00">
                    <a:moveTo>
                      <a:pt x="0" y="2635"/>
                    </a:moveTo>
                    <a:lnTo>
                      <a:pt x="2875" y="0"/>
                    </a:lnTo>
                    <a:lnTo>
                      <a:pt x="5262" y="3576"/>
                    </a:lnTo>
                    <a:lnTo>
                      <a:pt x="2387" y="580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9" name="Surface mesh patch"/>
              <p:cNvSpPr/>
              <p:nvPr/>
            </p:nvSpPr>
            <p:spPr>
              <a:xfrm>
                <a:off x="8238963" y="1113801"/>
                <a:ext cx="50120" cy="12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1259"/>
                    </a:moveTo>
                    <a:lnTo>
                      <a:pt x="2875" y="1322"/>
                    </a:lnTo>
                    <a:lnTo>
                      <a:pt x="5262" y="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0" name="Surface mesh patch"/>
              <p:cNvSpPr/>
              <p:nvPr/>
            </p:nvSpPr>
            <p:spPr>
              <a:xfrm>
                <a:off x="8289082" y="1099531"/>
                <a:ext cx="50120" cy="14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">
                    <a:moveTo>
                      <a:pt x="0" y="1559"/>
                    </a:moveTo>
                    <a:lnTo>
                      <a:pt x="2875" y="1144"/>
                    </a:lnTo>
                    <a:lnTo>
                      <a:pt x="5262" y="0"/>
                    </a:lnTo>
                    <a:lnTo>
                      <a:pt x="2387" y="464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1" name="Surface mesh patch"/>
              <p:cNvSpPr/>
              <p:nvPr/>
            </p:nvSpPr>
            <p:spPr>
              <a:xfrm>
                <a:off x="8339202" y="1077702"/>
                <a:ext cx="50120" cy="218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2">
                    <a:moveTo>
                      <a:pt x="0" y="2292"/>
                    </a:moveTo>
                    <a:lnTo>
                      <a:pt x="2875" y="996"/>
                    </a:lnTo>
                    <a:lnTo>
                      <a:pt x="5262" y="0"/>
                    </a:lnTo>
                    <a:lnTo>
                      <a:pt x="2387" y="1368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2" name="Surface mesh patch"/>
              <p:cNvSpPr/>
              <p:nvPr/>
            </p:nvSpPr>
            <p:spPr>
              <a:xfrm>
                <a:off x="8389322" y="1046744"/>
                <a:ext cx="50120" cy="30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50">
                    <a:moveTo>
                      <a:pt x="0" y="3250"/>
                    </a:moveTo>
                    <a:lnTo>
                      <a:pt x="2875" y="738"/>
                    </a:lnTo>
                    <a:lnTo>
                      <a:pt x="5262" y="0"/>
                    </a:lnTo>
                    <a:lnTo>
                      <a:pt x="2387" y="2554"/>
                    </a:lnTo>
                    <a:close/>
                  </a:path>
                </a:pathLst>
              </a:custGeom>
              <a:solidFill>
                <a:srgbClr val="e1dfe5"/>
              </a:solidFill>
              <a:ln w="3334" cap="flat" cmpd="sng" algn="ctr">
                <a:solidFill>
                  <a:srgbClr val="e1df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3" name="Surface mesh patch"/>
              <p:cNvSpPr/>
              <p:nvPr/>
            </p:nvSpPr>
            <p:spPr>
              <a:xfrm>
                <a:off x="8439441" y="1007385"/>
                <a:ext cx="50120" cy="39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32">
                    <a:moveTo>
                      <a:pt x="0" y="4132"/>
                    </a:moveTo>
                    <a:lnTo>
                      <a:pt x="2875" y="283"/>
                    </a:lnTo>
                    <a:lnTo>
                      <a:pt x="5262" y="0"/>
                    </a:lnTo>
                    <a:lnTo>
                      <a:pt x="2387" y="379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4" name="Surface mesh patch"/>
              <p:cNvSpPr/>
              <p:nvPr/>
            </p:nvSpPr>
            <p:spPr>
              <a:xfrm>
                <a:off x="8489561" y="959927"/>
                <a:ext cx="50120" cy="493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86">
                    <a:moveTo>
                      <a:pt x="0" y="4982"/>
                    </a:moveTo>
                    <a:lnTo>
                      <a:pt x="2875" y="0"/>
                    </a:lnTo>
                    <a:lnTo>
                      <a:pt x="5262" y="419"/>
                    </a:lnTo>
                    <a:lnTo>
                      <a:pt x="2387" y="5186"/>
                    </a:lnTo>
                    <a:close/>
                  </a:path>
                </a:pathLst>
              </a:custGeom>
              <a:solidFill>
                <a:srgbClr val="f1d7c7"/>
              </a:solidFill>
              <a:ln w="3334" cap="flat" cmpd="sng" algn="ctr">
                <a:solidFill>
                  <a:srgbClr val="f1d7c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5" name="Surface mesh patch"/>
              <p:cNvSpPr/>
              <p:nvPr/>
            </p:nvSpPr>
            <p:spPr>
              <a:xfrm>
                <a:off x="8539681" y="910778"/>
                <a:ext cx="50120" cy="622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0">
                    <a:moveTo>
                      <a:pt x="0" y="5579"/>
                    </a:moveTo>
                    <a:lnTo>
                      <a:pt x="2875" y="0"/>
                    </a:lnTo>
                    <a:lnTo>
                      <a:pt x="5262" y="1333"/>
                    </a:lnTo>
                    <a:lnTo>
                      <a:pt x="2387" y="6530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6" name="Surface mesh patch"/>
              <p:cNvSpPr/>
              <p:nvPr/>
            </p:nvSpPr>
            <p:spPr>
              <a:xfrm>
                <a:off x="8589800" y="871848"/>
                <a:ext cx="50120" cy="690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8">
                    <a:moveTo>
                      <a:pt x="0" y="5420"/>
                    </a:moveTo>
                    <a:lnTo>
                      <a:pt x="2875" y="0"/>
                    </a:lnTo>
                    <a:lnTo>
                      <a:pt x="5262" y="2323"/>
                    </a:lnTo>
                    <a:lnTo>
                      <a:pt x="2387" y="7248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7" name="Surface mesh patch"/>
              <p:cNvSpPr/>
              <p:nvPr/>
            </p:nvSpPr>
            <p:spPr>
              <a:xfrm>
                <a:off x="8639920" y="851096"/>
                <a:ext cx="50120" cy="68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79">
                    <a:moveTo>
                      <a:pt x="0" y="4502"/>
                    </a:moveTo>
                    <a:lnTo>
                      <a:pt x="2875" y="0"/>
                    </a:lnTo>
                    <a:lnTo>
                      <a:pt x="5262" y="3183"/>
                    </a:lnTo>
                    <a:lnTo>
                      <a:pt x="2387" y="7179"/>
                    </a:lnTo>
                    <a:close/>
                  </a:path>
                </a:pathLst>
              </a:custGeom>
              <a:solidFill>
                <a:srgbClr val="fbc5a9"/>
              </a:solidFill>
              <a:ln w="3334" cap="flat" cmpd="sng" algn="ctr">
                <a:solidFill>
                  <a:srgbClr val="fbc5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8" name="Surface mesh patch"/>
              <p:cNvSpPr/>
              <p:nvPr/>
            </p:nvSpPr>
            <p:spPr>
              <a:xfrm>
                <a:off x="8690039" y="852483"/>
                <a:ext cx="50120" cy="6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7">
                    <a:moveTo>
                      <a:pt x="0" y="3038"/>
                    </a:moveTo>
                    <a:lnTo>
                      <a:pt x="2875" y="0"/>
                    </a:lnTo>
                    <a:lnTo>
                      <a:pt x="5262" y="3712"/>
                    </a:lnTo>
                    <a:lnTo>
                      <a:pt x="2387" y="6347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9" name="Surface mesh patch"/>
              <p:cNvSpPr/>
              <p:nvPr/>
            </p:nvSpPr>
            <p:spPr>
              <a:xfrm>
                <a:off x="8740159" y="874764"/>
                <a:ext cx="50120" cy="47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8">
                    <a:moveTo>
                      <a:pt x="0" y="1373"/>
                    </a:moveTo>
                    <a:lnTo>
                      <a:pt x="2875" y="0"/>
                    </a:lnTo>
                    <a:lnTo>
                      <a:pt x="5262" y="3793"/>
                    </a:lnTo>
                    <a:lnTo>
                      <a:pt x="2387" y="4948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0" name="Surface mesh patch"/>
              <p:cNvSpPr/>
              <p:nvPr/>
            </p:nvSpPr>
            <p:spPr>
              <a:xfrm>
                <a:off x="8216231" y="1125796"/>
                <a:ext cx="50120" cy="14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80">
                    <a:moveTo>
                      <a:pt x="0" y="1389"/>
                    </a:moveTo>
                    <a:lnTo>
                      <a:pt x="2875" y="1480"/>
                    </a:lnTo>
                    <a:lnTo>
                      <a:pt x="5262" y="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1" name="Surface mesh patch"/>
              <p:cNvSpPr/>
              <p:nvPr/>
            </p:nvSpPr>
            <p:spPr>
              <a:xfrm>
                <a:off x="8266350" y="1110425"/>
                <a:ext cx="50120" cy="15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7">
                    <a:moveTo>
                      <a:pt x="0" y="1677"/>
                    </a:moveTo>
                    <a:lnTo>
                      <a:pt x="2875" y="1353"/>
                    </a:lnTo>
                    <a:lnTo>
                      <a:pt x="5262" y="0"/>
                    </a:lnTo>
                    <a:lnTo>
                      <a:pt x="2387" y="416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2" name="Surface mesh patch"/>
              <p:cNvSpPr/>
              <p:nvPr/>
            </p:nvSpPr>
            <p:spPr>
              <a:xfrm>
                <a:off x="8316470" y="1087184"/>
                <a:ext cx="50120" cy="23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0">
                    <a:moveTo>
                      <a:pt x="0" y="2440"/>
                    </a:moveTo>
                    <a:lnTo>
                      <a:pt x="2875" y="1289"/>
                    </a:lnTo>
                    <a:lnTo>
                      <a:pt x="5262" y="0"/>
                    </a:lnTo>
                    <a:lnTo>
                      <a:pt x="2387" y="1296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3" name="Surface mesh patch"/>
              <p:cNvSpPr/>
              <p:nvPr/>
            </p:nvSpPr>
            <p:spPr>
              <a:xfrm>
                <a:off x="8366590" y="1053775"/>
                <a:ext cx="50120" cy="334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07">
                    <a:moveTo>
                      <a:pt x="0" y="3507"/>
                    </a:moveTo>
                    <a:lnTo>
                      <a:pt x="2875" y="1149"/>
                    </a:lnTo>
                    <a:lnTo>
                      <a:pt x="5262" y="0"/>
                    </a:lnTo>
                    <a:lnTo>
                      <a:pt x="2387" y="2512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4" name="Surface mesh patch"/>
              <p:cNvSpPr/>
              <p:nvPr/>
            </p:nvSpPr>
            <p:spPr>
              <a:xfrm>
                <a:off x="8416709" y="1010085"/>
                <a:ext cx="50120" cy="436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7">
                    <a:moveTo>
                      <a:pt x="0" y="4587"/>
                    </a:moveTo>
                    <a:lnTo>
                      <a:pt x="2875" y="827"/>
                    </a:lnTo>
                    <a:lnTo>
                      <a:pt x="5262" y="0"/>
                    </a:lnTo>
                    <a:lnTo>
                      <a:pt x="2387" y="3849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5" name="Surface mesh patch"/>
              <p:cNvSpPr/>
              <p:nvPr/>
            </p:nvSpPr>
            <p:spPr>
              <a:xfrm>
                <a:off x="8466829" y="959927"/>
                <a:ext cx="50120" cy="50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66">
                    <a:moveTo>
                      <a:pt x="0" y="5266"/>
                    </a:moveTo>
                    <a:lnTo>
                      <a:pt x="2875" y="235"/>
                    </a:lnTo>
                    <a:lnTo>
                      <a:pt x="5262" y="0"/>
                    </a:lnTo>
                    <a:lnTo>
                      <a:pt x="2387" y="4982"/>
                    </a:lnTo>
                    <a:close/>
                  </a:path>
                </a:pathLst>
              </a:custGeom>
              <a:solidFill>
                <a:srgbClr val="f3d5c2"/>
              </a:solidFill>
              <a:ln w="3334" cap="flat" cmpd="sng" algn="ctr">
                <a:solidFill>
                  <a:srgbClr val="f3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6" name="Surface mesh patch"/>
              <p:cNvSpPr/>
              <p:nvPr/>
            </p:nvSpPr>
            <p:spPr>
              <a:xfrm>
                <a:off x="8516949" y="904662"/>
                <a:ext cx="50120" cy="592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1">
                    <a:moveTo>
                      <a:pt x="0" y="5802"/>
                    </a:moveTo>
                    <a:lnTo>
                      <a:pt x="2875" y="0"/>
                    </a:lnTo>
                    <a:lnTo>
                      <a:pt x="5262" y="642"/>
                    </a:lnTo>
                    <a:lnTo>
                      <a:pt x="2387" y="6221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7" name="Surface mesh patch"/>
              <p:cNvSpPr/>
              <p:nvPr/>
            </p:nvSpPr>
            <p:spPr>
              <a:xfrm>
                <a:off x="8567068" y="855607"/>
                <a:ext cx="50120" cy="67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25">
                    <a:moveTo>
                      <a:pt x="0" y="5792"/>
                    </a:moveTo>
                    <a:lnTo>
                      <a:pt x="2875" y="0"/>
                    </a:lnTo>
                    <a:lnTo>
                      <a:pt x="5262" y="1705"/>
                    </a:lnTo>
                    <a:lnTo>
                      <a:pt x="2387" y="7125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8" name="Surface mesh patch"/>
              <p:cNvSpPr/>
              <p:nvPr/>
            </p:nvSpPr>
            <p:spPr>
              <a:xfrm>
                <a:off x="8617188" y="824867"/>
                <a:ext cx="50120" cy="691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56">
                    <a:moveTo>
                      <a:pt x="0" y="4932"/>
                    </a:moveTo>
                    <a:lnTo>
                      <a:pt x="2875" y="0"/>
                    </a:lnTo>
                    <a:lnTo>
                      <a:pt x="5262" y="2754"/>
                    </a:lnTo>
                    <a:lnTo>
                      <a:pt x="2387" y="7256"/>
                    </a:lnTo>
                    <a:close/>
                  </a:path>
                </a:pathLst>
              </a:custGeom>
              <a:solidFill>
                <a:srgbClr val="fbbca0"/>
              </a:solidFill>
              <a:ln w="3334" cap="flat" cmpd="sng" algn="ctr">
                <a:solidFill>
                  <a:srgbClr val="fbbc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9" name="Surface mesh patch"/>
              <p:cNvSpPr/>
              <p:nvPr/>
            </p:nvSpPr>
            <p:spPr>
              <a:xfrm>
                <a:off x="8667308" y="818667"/>
                <a:ext cx="50120" cy="62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88">
                    <a:moveTo>
                      <a:pt x="0" y="3405"/>
                    </a:moveTo>
                    <a:lnTo>
                      <a:pt x="2875" y="0"/>
                    </a:lnTo>
                    <a:lnTo>
                      <a:pt x="5262" y="3550"/>
                    </a:lnTo>
                    <a:lnTo>
                      <a:pt x="2387" y="6588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0" name="Surface mesh patch"/>
              <p:cNvSpPr/>
              <p:nvPr/>
            </p:nvSpPr>
            <p:spPr>
              <a:xfrm>
                <a:off x="8717427" y="837505"/>
                <a:ext cx="50120" cy="503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4">
                    <a:moveTo>
                      <a:pt x="0" y="1573"/>
                    </a:moveTo>
                    <a:lnTo>
                      <a:pt x="2875" y="0"/>
                    </a:lnTo>
                    <a:lnTo>
                      <a:pt x="5262" y="3912"/>
                    </a:lnTo>
                    <a:lnTo>
                      <a:pt x="2387" y="5284"/>
                    </a:lnTo>
                    <a:close/>
                  </a:path>
                </a:pathLst>
              </a:custGeom>
              <a:solidFill>
                <a:srgbClr val="fbbea1"/>
              </a:solidFill>
              <a:ln w="3334" cap="flat" cmpd="sng" algn="ctr">
                <a:solidFill>
                  <a:srgbClr val="fbbe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1" name="Surface mesh patch"/>
              <p:cNvSpPr/>
              <p:nvPr/>
            </p:nvSpPr>
            <p:spPr>
              <a:xfrm>
                <a:off x="8767547" y="874764"/>
                <a:ext cx="50120" cy="37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46">
                    <a:moveTo>
                      <a:pt x="0" y="0"/>
                    </a:moveTo>
                    <a:lnTo>
                      <a:pt x="2875" y="165"/>
                    </a:lnTo>
                    <a:lnTo>
                      <a:pt x="5262" y="3946"/>
                    </a:lnTo>
                    <a:lnTo>
                      <a:pt x="2387" y="3793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2" name="Surface mesh patch"/>
              <p:cNvSpPr/>
              <p:nvPr/>
            </p:nvSpPr>
            <p:spPr>
              <a:xfrm>
                <a:off x="8193499" y="1139027"/>
                <a:ext cx="50120" cy="15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2">
                    <a:moveTo>
                      <a:pt x="0" y="1511"/>
                    </a:moveTo>
                    <a:lnTo>
                      <a:pt x="2875" y="1652"/>
                    </a:lnTo>
                    <a:lnTo>
                      <a:pt x="5262" y="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3" name="Surface mesh patch"/>
              <p:cNvSpPr/>
              <p:nvPr/>
            </p:nvSpPr>
            <p:spPr>
              <a:xfrm>
                <a:off x="8243619" y="1123312"/>
                <a:ext cx="50120" cy="16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1">
                    <a:moveTo>
                      <a:pt x="0" y="1741"/>
                    </a:moveTo>
                    <a:lnTo>
                      <a:pt x="2875" y="1544"/>
                    </a:lnTo>
                    <a:lnTo>
                      <a:pt x="5262" y="0"/>
                    </a:lnTo>
                    <a:lnTo>
                      <a:pt x="2387" y="324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4" name="Surface mesh patch"/>
              <p:cNvSpPr/>
              <p:nvPr/>
            </p:nvSpPr>
            <p:spPr>
              <a:xfrm>
                <a:off x="8293738" y="1099463"/>
                <a:ext cx="50120" cy="238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4">
                    <a:moveTo>
                      <a:pt x="0" y="2504"/>
                    </a:moveTo>
                    <a:lnTo>
                      <a:pt x="2875" y="1560"/>
                    </a:lnTo>
                    <a:lnTo>
                      <a:pt x="5262" y="0"/>
                    </a:lnTo>
                    <a:lnTo>
                      <a:pt x="2387" y="1151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5" name="Surface mesh patch"/>
              <p:cNvSpPr/>
              <p:nvPr/>
            </p:nvSpPr>
            <p:spPr>
              <a:xfrm>
                <a:off x="8343858" y="1064718"/>
                <a:ext cx="50120" cy="347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48">
                    <a:moveTo>
                      <a:pt x="0" y="3648"/>
                    </a:moveTo>
                    <a:lnTo>
                      <a:pt x="2875" y="1544"/>
                    </a:lnTo>
                    <a:lnTo>
                      <a:pt x="5262" y="0"/>
                    </a:lnTo>
                    <a:lnTo>
                      <a:pt x="2387" y="2359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6" name="Surface mesh patch"/>
              <p:cNvSpPr/>
              <p:nvPr/>
            </p:nvSpPr>
            <p:spPr>
              <a:xfrm>
                <a:off x="8393978" y="1017962"/>
                <a:ext cx="50120" cy="467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9">
                    <a:moveTo>
                      <a:pt x="0" y="4909"/>
                    </a:moveTo>
                    <a:lnTo>
                      <a:pt x="2875" y="1383"/>
                    </a:lnTo>
                    <a:lnTo>
                      <a:pt x="5262" y="0"/>
                    </a:lnTo>
                    <a:lnTo>
                      <a:pt x="2387" y="3760"/>
                    </a:lnTo>
                    <a:close/>
                  </a:path>
                </a:pathLst>
              </a:custGeom>
              <a:solidFill>
                <a:srgbClr val="eadbd4"/>
              </a:solidFill>
              <a:ln w="3334" cap="flat" cmpd="sng" algn="ctr">
                <a:solidFill>
                  <a:srgbClr val="eadb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7" name="Surface mesh patch"/>
              <p:cNvSpPr/>
              <p:nvPr/>
            </p:nvSpPr>
            <p:spPr>
              <a:xfrm>
                <a:off x="8444097" y="962163"/>
                <a:ext cx="50120" cy="557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8">
                    <a:moveTo>
                      <a:pt x="0" y="5858"/>
                    </a:moveTo>
                    <a:lnTo>
                      <a:pt x="2875" y="957"/>
                    </a:lnTo>
                    <a:lnTo>
                      <a:pt x="5262" y="0"/>
                    </a:lnTo>
                    <a:lnTo>
                      <a:pt x="2387" y="5031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8" name="Surface mesh patch"/>
              <p:cNvSpPr/>
              <p:nvPr/>
            </p:nvSpPr>
            <p:spPr>
              <a:xfrm>
                <a:off x="8494217" y="904662"/>
                <a:ext cx="50120" cy="575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37">
                    <a:moveTo>
                      <a:pt x="0" y="6037"/>
                    </a:moveTo>
                    <a:lnTo>
                      <a:pt x="2875" y="197"/>
                    </a:lnTo>
                    <a:lnTo>
                      <a:pt x="5262" y="0"/>
                    </a:lnTo>
                    <a:lnTo>
                      <a:pt x="2387" y="5802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9" name="Surface mesh patch"/>
              <p:cNvSpPr/>
              <p:nvPr/>
            </p:nvSpPr>
            <p:spPr>
              <a:xfrm>
                <a:off x="8544336" y="847485"/>
                <a:ext cx="50120" cy="63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45">
                    <a:moveTo>
                      <a:pt x="0" y="6003"/>
                    </a:moveTo>
                    <a:lnTo>
                      <a:pt x="2875" y="0"/>
                    </a:lnTo>
                    <a:lnTo>
                      <a:pt x="5262" y="853"/>
                    </a:lnTo>
                    <a:lnTo>
                      <a:pt x="2387" y="6645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0" name="Surface mesh patch"/>
              <p:cNvSpPr/>
              <p:nvPr/>
            </p:nvSpPr>
            <p:spPr>
              <a:xfrm>
                <a:off x="8594456" y="805614"/>
                <a:ext cx="50120" cy="662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54">
                    <a:moveTo>
                      <a:pt x="0" y="5249"/>
                    </a:moveTo>
                    <a:lnTo>
                      <a:pt x="2875" y="0"/>
                    </a:lnTo>
                    <a:lnTo>
                      <a:pt x="5262" y="2021"/>
                    </a:lnTo>
                    <a:lnTo>
                      <a:pt x="2387" y="6954"/>
                    </a:lnTo>
                    <a:close/>
                  </a:path>
                </a:pathLst>
              </a:custGeom>
              <a:solidFill>
                <a:srgbClr val="fbb498"/>
              </a:solidFill>
              <a:ln w="3334" cap="flat" cmpd="sng" algn="ctr">
                <a:solidFill>
                  <a:srgbClr val="fbb49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1" name="Surface mesh patch"/>
              <p:cNvSpPr/>
              <p:nvPr/>
            </p:nvSpPr>
            <p:spPr>
              <a:xfrm>
                <a:off x="8644576" y="789545"/>
                <a:ext cx="50120" cy="61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62">
                    <a:moveTo>
                      <a:pt x="0" y="3708"/>
                    </a:moveTo>
                    <a:lnTo>
                      <a:pt x="2875" y="0"/>
                    </a:lnTo>
                    <a:lnTo>
                      <a:pt x="5262" y="3058"/>
                    </a:lnTo>
                    <a:lnTo>
                      <a:pt x="2387" y="6462"/>
                    </a:lnTo>
                    <a:close/>
                  </a:path>
                </a:pathLst>
              </a:custGeom>
              <a:solidFill>
                <a:srgbClr val="fab094"/>
              </a:solidFill>
              <a:ln w="3334" cap="flat" cmpd="sng" algn="ctr">
                <a:solidFill>
                  <a:srgbClr val="fab09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2" name="Surface mesh patch"/>
              <p:cNvSpPr/>
              <p:nvPr/>
            </p:nvSpPr>
            <p:spPr>
              <a:xfrm>
                <a:off x="8694695" y="802060"/>
                <a:ext cx="50120" cy="50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94">
                    <a:moveTo>
                      <a:pt x="0" y="1744"/>
                    </a:moveTo>
                    <a:lnTo>
                      <a:pt x="2875" y="0"/>
                    </a:lnTo>
                    <a:lnTo>
                      <a:pt x="5262" y="3721"/>
                    </a:lnTo>
                    <a:lnTo>
                      <a:pt x="2387" y="5294"/>
                    </a:lnTo>
                    <a:close/>
                  </a:path>
                </a:pathLst>
              </a:custGeom>
              <a:solidFill>
                <a:srgbClr val="fab296"/>
              </a:solidFill>
              <a:ln w="3334" cap="flat" cmpd="sng" algn="ctr">
                <a:solidFill>
                  <a:srgbClr val="fab2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3" name="Surface mesh patch"/>
              <p:cNvSpPr/>
              <p:nvPr/>
            </p:nvSpPr>
            <p:spPr>
              <a:xfrm>
                <a:off x="8744815" y="837505"/>
                <a:ext cx="50120" cy="388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6">
                    <a:moveTo>
                      <a:pt x="0" y="0"/>
                    </a:moveTo>
                    <a:lnTo>
                      <a:pt x="2875" y="198"/>
                    </a:lnTo>
                    <a:lnTo>
                      <a:pt x="5262" y="4076"/>
                    </a:lnTo>
                    <a:lnTo>
                      <a:pt x="2387" y="3912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4" name="Surface mesh patch"/>
              <p:cNvSpPr/>
              <p:nvPr/>
            </p:nvSpPr>
            <p:spPr>
              <a:xfrm>
                <a:off x="8794935" y="876332"/>
                <a:ext cx="50120" cy="50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99">
                    <a:moveTo>
                      <a:pt x="0" y="0"/>
                    </a:moveTo>
                    <a:lnTo>
                      <a:pt x="2875" y="1751"/>
                    </a:lnTo>
                    <a:lnTo>
                      <a:pt x="5262" y="5299"/>
                    </a:lnTo>
                    <a:lnTo>
                      <a:pt x="2387" y="3782"/>
                    </a:lnTo>
                    <a:close/>
                  </a:path>
                </a:pathLst>
              </a:custGeom>
              <a:solidFill>
                <a:srgbClr val="fbc5a9"/>
              </a:solidFill>
              <a:ln w="3334" cap="flat" cmpd="sng" algn="ctr">
                <a:solidFill>
                  <a:srgbClr val="fbc5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5" name="Surface mesh patch"/>
              <p:cNvSpPr/>
              <p:nvPr/>
            </p:nvSpPr>
            <p:spPr>
              <a:xfrm>
                <a:off x="8170767" y="1153421"/>
                <a:ext cx="50120" cy="17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3">
                    <a:moveTo>
                      <a:pt x="0" y="1624"/>
                    </a:moveTo>
                    <a:lnTo>
                      <a:pt x="2875" y="1833"/>
                    </a:lnTo>
                    <a:lnTo>
                      <a:pt x="5262" y="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6" name="Surface mesh patch"/>
              <p:cNvSpPr/>
              <p:nvPr/>
            </p:nvSpPr>
            <p:spPr>
              <a:xfrm>
                <a:off x="8220887" y="1138017"/>
                <a:ext cx="50120" cy="16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8">
                    <a:moveTo>
                      <a:pt x="0" y="1758"/>
                    </a:moveTo>
                    <a:lnTo>
                      <a:pt x="2875" y="1713"/>
                    </a:lnTo>
                    <a:lnTo>
                      <a:pt x="5262" y="0"/>
                    </a:lnTo>
                    <a:lnTo>
                      <a:pt x="2387" y="19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7" name="Surface mesh patch"/>
              <p:cNvSpPr/>
              <p:nvPr/>
            </p:nvSpPr>
            <p:spPr>
              <a:xfrm>
                <a:off x="8271006" y="1114324"/>
                <a:ext cx="50120" cy="236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7">
                    <a:moveTo>
                      <a:pt x="0" y="2487"/>
                    </a:moveTo>
                    <a:lnTo>
                      <a:pt x="2875" y="1798"/>
                    </a:lnTo>
                    <a:lnTo>
                      <a:pt x="5262" y="0"/>
                    </a:lnTo>
                    <a:lnTo>
                      <a:pt x="2387" y="944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8" name="Surface mesh patch"/>
              <p:cNvSpPr/>
              <p:nvPr/>
            </p:nvSpPr>
            <p:spPr>
              <a:xfrm>
                <a:off x="8321126" y="1079428"/>
                <a:ext cx="50120" cy="34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4">
                    <a:moveTo>
                      <a:pt x="0" y="3664"/>
                    </a:moveTo>
                    <a:lnTo>
                      <a:pt x="2875" y="1900"/>
                    </a:lnTo>
                    <a:lnTo>
                      <a:pt x="5262" y="0"/>
                    </a:lnTo>
                    <a:lnTo>
                      <a:pt x="2387" y="2103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9" name="Surface mesh patch"/>
              <p:cNvSpPr/>
              <p:nvPr/>
            </p:nvSpPr>
            <p:spPr>
              <a:xfrm>
                <a:off x="8371246" y="1031138"/>
                <a:ext cx="50120" cy="48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70">
                    <a:moveTo>
                      <a:pt x="0" y="5070"/>
                    </a:moveTo>
                    <a:lnTo>
                      <a:pt x="2875" y="1910"/>
                    </a:lnTo>
                    <a:lnTo>
                      <a:pt x="5262" y="0"/>
                    </a:lnTo>
                    <a:lnTo>
                      <a:pt x="2387" y="3525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0" name="Surface mesh patch"/>
              <p:cNvSpPr/>
              <p:nvPr/>
            </p:nvSpPr>
            <p:spPr>
              <a:xfrm>
                <a:off x="8421365" y="971274"/>
                <a:ext cx="50120" cy="59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5">
                    <a:moveTo>
                      <a:pt x="0" y="6285"/>
                    </a:moveTo>
                    <a:lnTo>
                      <a:pt x="2875" y="1688"/>
                    </a:lnTo>
                    <a:lnTo>
                      <a:pt x="5262" y="0"/>
                    </a:lnTo>
                    <a:lnTo>
                      <a:pt x="2387" y="4902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1" name="Surface mesh patch"/>
              <p:cNvSpPr/>
              <p:nvPr/>
            </p:nvSpPr>
            <p:spPr>
              <a:xfrm>
                <a:off x="8471485" y="906536"/>
                <a:ext cx="50120" cy="647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97">
                    <a:moveTo>
                      <a:pt x="0" y="6797"/>
                    </a:moveTo>
                    <a:lnTo>
                      <a:pt x="2875" y="1116"/>
                    </a:lnTo>
                    <a:lnTo>
                      <a:pt x="5262" y="0"/>
                    </a:lnTo>
                    <a:lnTo>
                      <a:pt x="2387" y="5840"/>
                    </a:lnTo>
                    <a:close/>
                  </a:path>
                </a:pathLst>
              </a:custGeom>
              <a:solidFill>
                <a:srgbClr val="fbc9ad"/>
              </a:solidFill>
              <a:ln w="3334" cap="flat" cmpd="sng" algn="ctr">
                <a:solidFill>
                  <a:srgbClr val="fbc9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2" name="Surface mesh patch"/>
              <p:cNvSpPr/>
              <p:nvPr/>
            </p:nvSpPr>
            <p:spPr>
              <a:xfrm>
                <a:off x="8521605" y="847485"/>
                <a:ext cx="50120" cy="590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00">
                    <a:moveTo>
                      <a:pt x="0" y="6200"/>
                    </a:moveTo>
                    <a:lnTo>
                      <a:pt x="2875" y="174"/>
                    </a:lnTo>
                    <a:lnTo>
                      <a:pt x="5262" y="0"/>
                    </a:lnTo>
                    <a:lnTo>
                      <a:pt x="2387" y="6003"/>
                    </a:lnTo>
                    <a:close/>
                  </a:path>
                </a:pathLst>
              </a:custGeom>
              <a:solidFill>
                <a:srgbClr val="fbbb9e"/>
              </a:solidFill>
              <a:ln w="3334" cap="flat" cmpd="sng" algn="ctr">
                <a:solidFill>
                  <a:srgbClr val="fbbb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3" name="Surface mesh patch"/>
              <p:cNvSpPr/>
              <p:nvPr/>
            </p:nvSpPr>
            <p:spPr>
              <a:xfrm>
                <a:off x="8571724" y="795876"/>
                <a:ext cx="50120" cy="59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1">
                    <a:moveTo>
                      <a:pt x="0" y="5418"/>
                    </a:moveTo>
                    <a:lnTo>
                      <a:pt x="2875" y="0"/>
                    </a:lnTo>
                    <a:lnTo>
                      <a:pt x="5262" y="1022"/>
                    </a:lnTo>
                    <a:lnTo>
                      <a:pt x="2387" y="6271"/>
                    </a:lnTo>
                    <a:close/>
                  </a:path>
                </a:pathLst>
              </a:custGeom>
              <a:solidFill>
                <a:srgbClr val="faae93"/>
              </a:solidFill>
              <a:ln w="3334" cap="flat" cmpd="sng" algn="ctr">
                <a:solidFill>
                  <a:srgbClr val="faae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4" name="Surface mesh patch"/>
              <p:cNvSpPr/>
              <p:nvPr/>
            </p:nvSpPr>
            <p:spPr>
              <a:xfrm>
                <a:off x="8621844" y="768259"/>
                <a:ext cx="50120" cy="56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43">
                    <a:moveTo>
                      <a:pt x="0" y="3922"/>
                    </a:moveTo>
                    <a:lnTo>
                      <a:pt x="2875" y="0"/>
                    </a:lnTo>
                    <a:lnTo>
                      <a:pt x="5262" y="2235"/>
                    </a:lnTo>
                    <a:lnTo>
                      <a:pt x="2387" y="5943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5" name="Surface mesh patch"/>
              <p:cNvSpPr/>
              <p:nvPr/>
            </p:nvSpPr>
            <p:spPr>
              <a:xfrm>
                <a:off x="8671964" y="771711"/>
                <a:ext cx="50120" cy="46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0">
                    <a:moveTo>
                      <a:pt x="0" y="1872"/>
                    </a:moveTo>
                    <a:lnTo>
                      <a:pt x="2875" y="0"/>
                    </a:lnTo>
                    <a:lnTo>
                      <a:pt x="5262" y="3186"/>
                    </a:lnTo>
                    <a:lnTo>
                      <a:pt x="2387" y="4930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6" name="Surface mesh patch"/>
              <p:cNvSpPr/>
              <p:nvPr/>
            </p:nvSpPr>
            <p:spPr>
              <a:xfrm>
                <a:off x="8722083" y="802060"/>
                <a:ext cx="50120" cy="37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19">
                    <a:moveTo>
                      <a:pt x="0" y="0"/>
                    </a:moveTo>
                    <a:lnTo>
                      <a:pt x="2875" y="251"/>
                    </a:lnTo>
                    <a:lnTo>
                      <a:pt x="5262" y="3919"/>
                    </a:lnTo>
                    <a:lnTo>
                      <a:pt x="2387" y="3721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7" name="Surface mesh patch"/>
              <p:cNvSpPr/>
              <p:nvPr/>
            </p:nvSpPr>
            <p:spPr>
              <a:xfrm>
                <a:off x="8772203" y="839389"/>
                <a:ext cx="50120" cy="536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29">
                    <a:moveTo>
                      <a:pt x="0" y="0"/>
                    </a:moveTo>
                    <a:lnTo>
                      <a:pt x="2875" y="2011"/>
                    </a:lnTo>
                    <a:lnTo>
                      <a:pt x="5262" y="5629"/>
                    </a:lnTo>
                    <a:lnTo>
                      <a:pt x="2387" y="3879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8" name="Surface mesh patch"/>
              <p:cNvSpPr/>
              <p:nvPr/>
            </p:nvSpPr>
            <p:spPr>
              <a:xfrm>
                <a:off x="8822322" y="893008"/>
                <a:ext cx="50120" cy="599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92">
                    <a:moveTo>
                      <a:pt x="0" y="0"/>
                    </a:moveTo>
                    <a:lnTo>
                      <a:pt x="2875" y="3162"/>
                    </a:lnTo>
                    <a:lnTo>
                      <a:pt x="5262" y="6292"/>
                    </a:lnTo>
                    <a:lnTo>
                      <a:pt x="2387" y="3548"/>
                    </a:lnTo>
                    <a:close/>
                  </a:path>
                </a:pathLst>
              </a:custGeom>
              <a:solidFill>
                <a:srgbClr val="fbc8ac"/>
              </a:solidFill>
              <a:ln w="3334" cap="flat" cmpd="sng" algn="ctr">
                <a:solidFill>
                  <a:srgbClr val="fbc8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9" name="Surface mesh patch"/>
              <p:cNvSpPr/>
              <p:nvPr/>
            </p:nvSpPr>
            <p:spPr>
              <a:xfrm>
                <a:off x="8148035" y="1168892"/>
                <a:ext cx="50120" cy="192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8">
                    <a:moveTo>
                      <a:pt x="0" y="1728"/>
                    </a:moveTo>
                    <a:lnTo>
                      <a:pt x="2875" y="2018"/>
                    </a:lnTo>
                    <a:lnTo>
                      <a:pt x="5262" y="2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0" name="Surface mesh patch"/>
              <p:cNvSpPr/>
              <p:nvPr/>
            </p:nvSpPr>
            <p:spPr>
              <a:xfrm>
                <a:off x="8198155" y="1154329"/>
                <a:ext cx="50120" cy="17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9">
                    <a:moveTo>
                      <a:pt x="0" y="1737"/>
                    </a:moveTo>
                    <a:lnTo>
                      <a:pt x="2875" y="1859"/>
                    </a:lnTo>
                    <a:lnTo>
                      <a:pt x="5262" y="0"/>
                    </a:lnTo>
                    <a:lnTo>
                      <a:pt x="2387" y="46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1" name="Surface mesh patch"/>
              <p:cNvSpPr/>
              <p:nvPr/>
            </p:nvSpPr>
            <p:spPr>
              <a:xfrm>
                <a:off x="8248275" y="1131447"/>
                <a:ext cx="50120" cy="228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02">
                    <a:moveTo>
                      <a:pt x="0" y="2402"/>
                    </a:moveTo>
                    <a:lnTo>
                      <a:pt x="2875" y="1996"/>
                    </a:lnTo>
                    <a:lnTo>
                      <a:pt x="5262" y="0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2" name="Surface mesh patch"/>
              <p:cNvSpPr/>
              <p:nvPr/>
            </p:nvSpPr>
            <p:spPr>
              <a:xfrm>
                <a:off x="8298394" y="1097521"/>
                <a:ext cx="50120" cy="33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2">
                    <a:moveTo>
                      <a:pt x="0" y="3562"/>
                    </a:moveTo>
                    <a:lnTo>
                      <a:pt x="2875" y="2198"/>
                    </a:lnTo>
                    <a:lnTo>
                      <a:pt x="5262" y="0"/>
                    </a:lnTo>
                    <a:lnTo>
                      <a:pt x="2387" y="1764"/>
                    </a:lnTo>
                    <a:close/>
                  </a:path>
                </a:pathLst>
              </a:custGeom>
              <a:solidFill>
                <a:srgbClr val="dfe0e9"/>
              </a:solidFill>
              <a:ln w="3334" cap="flat" cmpd="sng" algn="ctr">
                <a:solidFill>
                  <a:srgbClr val="dfe0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3" name="Surface mesh patch"/>
              <p:cNvSpPr/>
              <p:nvPr/>
            </p:nvSpPr>
            <p:spPr>
              <a:xfrm>
                <a:off x="8348514" y="1049333"/>
                <a:ext cx="50120" cy="481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9">
                    <a:moveTo>
                      <a:pt x="0" y="5059"/>
                    </a:moveTo>
                    <a:lnTo>
                      <a:pt x="2875" y="2373"/>
                    </a:lnTo>
                    <a:lnTo>
                      <a:pt x="5262" y="0"/>
                    </a:lnTo>
                    <a:lnTo>
                      <a:pt x="2387" y="316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4" name="Surface mesh patch"/>
              <p:cNvSpPr/>
              <p:nvPr/>
            </p:nvSpPr>
            <p:spPr>
              <a:xfrm>
                <a:off x="8398633" y="987354"/>
                <a:ext cx="50120" cy="61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7">
                    <a:moveTo>
                      <a:pt x="0" y="6507"/>
                    </a:moveTo>
                    <a:lnTo>
                      <a:pt x="2875" y="2372"/>
                    </a:lnTo>
                    <a:lnTo>
                      <a:pt x="5262" y="0"/>
                    </a:lnTo>
                    <a:lnTo>
                      <a:pt x="2387" y="4597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5" name="Surface mesh patch"/>
              <p:cNvSpPr/>
              <p:nvPr/>
            </p:nvSpPr>
            <p:spPr>
              <a:xfrm>
                <a:off x="8448753" y="917170"/>
                <a:ext cx="50120" cy="70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68">
                    <a:moveTo>
                      <a:pt x="0" y="7368"/>
                    </a:moveTo>
                    <a:lnTo>
                      <a:pt x="2875" y="2042"/>
                    </a:lnTo>
                    <a:lnTo>
                      <a:pt x="5262" y="0"/>
                    </a:lnTo>
                    <a:lnTo>
                      <a:pt x="2387" y="5680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6" name="Surface mesh patch"/>
              <p:cNvSpPr/>
              <p:nvPr/>
            </p:nvSpPr>
            <p:spPr>
              <a:xfrm>
                <a:off x="8498873" y="849141"/>
                <a:ext cx="50120" cy="68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42">
                    <a:moveTo>
                      <a:pt x="0" y="7142"/>
                    </a:moveTo>
                    <a:lnTo>
                      <a:pt x="2875" y="1293"/>
                    </a:lnTo>
                    <a:lnTo>
                      <a:pt x="5262" y="0"/>
                    </a:lnTo>
                    <a:lnTo>
                      <a:pt x="2387" y="6026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7" name="Surface mesh patch"/>
              <p:cNvSpPr/>
              <p:nvPr/>
            </p:nvSpPr>
            <p:spPr>
              <a:xfrm>
                <a:off x="8548992" y="795876"/>
                <a:ext cx="50120" cy="53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2">
                    <a:moveTo>
                      <a:pt x="0" y="5592"/>
                    </a:moveTo>
                    <a:lnTo>
                      <a:pt x="2875" y="173"/>
                    </a:lnTo>
                    <a:lnTo>
                      <a:pt x="5262" y="0"/>
                    </a:lnTo>
                    <a:lnTo>
                      <a:pt x="2387" y="5418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8" name="Surface mesh patch"/>
              <p:cNvSpPr/>
              <p:nvPr/>
            </p:nvSpPr>
            <p:spPr>
              <a:xfrm>
                <a:off x="8599112" y="757569"/>
                <a:ext cx="50120" cy="48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4">
                    <a:moveTo>
                      <a:pt x="0" y="4022"/>
                    </a:moveTo>
                    <a:lnTo>
                      <a:pt x="2875" y="0"/>
                    </a:lnTo>
                    <a:lnTo>
                      <a:pt x="5262" y="1122"/>
                    </a:lnTo>
                    <a:lnTo>
                      <a:pt x="2387" y="5044"/>
                    </a:lnTo>
                    <a:close/>
                  </a:path>
                </a:pathLst>
              </a:custGeom>
              <a:solidFill>
                <a:srgbClr val="faa186"/>
              </a:solidFill>
              <a:ln w="3334" cap="flat" cmpd="sng" algn="ctr">
                <a:solidFill>
                  <a:srgbClr val="faa1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9" name="Surface mesh patch"/>
              <p:cNvSpPr/>
              <p:nvPr/>
            </p:nvSpPr>
            <p:spPr>
              <a:xfrm>
                <a:off x="8649232" y="749723"/>
                <a:ext cx="50120" cy="398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81">
                    <a:moveTo>
                      <a:pt x="0" y="1946"/>
                    </a:moveTo>
                    <a:lnTo>
                      <a:pt x="2875" y="0"/>
                    </a:lnTo>
                    <a:lnTo>
                      <a:pt x="5262" y="2308"/>
                    </a:lnTo>
                    <a:lnTo>
                      <a:pt x="2387" y="4181"/>
                    </a:lnTo>
                    <a:close/>
                  </a:path>
                </a:pathLst>
              </a:custGeom>
              <a:solidFill>
                <a:srgbClr val="fa9f83"/>
              </a:solidFill>
              <a:ln w="3334" cap="flat" cmpd="sng" algn="ctr">
                <a:solidFill>
                  <a:srgbClr val="fa9f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0" name="Surface mesh patch"/>
              <p:cNvSpPr/>
              <p:nvPr/>
            </p:nvSpPr>
            <p:spPr>
              <a:xfrm>
                <a:off x="8699351" y="771711"/>
                <a:ext cx="50120" cy="32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7">
                    <a:moveTo>
                      <a:pt x="0" y="0"/>
                    </a:moveTo>
                    <a:lnTo>
                      <a:pt x="2875" y="321"/>
                    </a:lnTo>
                    <a:lnTo>
                      <a:pt x="5262" y="3437"/>
                    </a:lnTo>
                    <a:lnTo>
                      <a:pt x="2387" y="3186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1" name="Surface mesh patch"/>
              <p:cNvSpPr/>
              <p:nvPr/>
            </p:nvSpPr>
            <p:spPr>
              <a:xfrm>
                <a:off x="8749471" y="804450"/>
                <a:ext cx="50120" cy="54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79">
                    <a:moveTo>
                      <a:pt x="0" y="0"/>
                    </a:moveTo>
                    <a:lnTo>
                      <a:pt x="2875" y="2281"/>
                    </a:lnTo>
                    <a:lnTo>
                      <a:pt x="5262" y="5679"/>
                    </a:lnTo>
                    <a:lnTo>
                      <a:pt x="2387" y="3668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2" name="Surface mesh patch"/>
              <p:cNvSpPr/>
              <p:nvPr/>
            </p:nvSpPr>
            <p:spPr>
              <a:xfrm>
                <a:off x="8799591" y="858547"/>
                <a:ext cx="50120" cy="64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0">
                    <a:moveTo>
                      <a:pt x="0" y="0"/>
                    </a:moveTo>
                    <a:lnTo>
                      <a:pt x="2875" y="3608"/>
                    </a:lnTo>
                    <a:lnTo>
                      <a:pt x="5262" y="6780"/>
                    </a:lnTo>
                    <a:lnTo>
                      <a:pt x="2387" y="3618"/>
                    </a:lnTo>
                    <a:close/>
                  </a:path>
                </a:pathLst>
              </a:custGeom>
              <a:solidFill>
                <a:srgbClr val="fbbea1"/>
              </a:solidFill>
              <a:ln w="3334" cap="flat" cmpd="sng" algn="ctr">
                <a:solidFill>
                  <a:srgbClr val="fbbe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3" name="Surface mesh patch"/>
              <p:cNvSpPr/>
              <p:nvPr/>
            </p:nvSpPr>
            <p:spPr>
              <a:xfrm>
                <a:off x="8849710" y="923130"/>
                <a:ext cx="50120" cy="64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8">
                    <a:moveTo>
                      <a:pt x="0" y="0"/>
                    </a:moveTo>
                    <a:lnTo>
                      <a:pt x="2875" y="4226"/>
                    </a:lnTo>
                    <a:lnTo>
                      <a:pt x="5262" y="6818"/>
                    </a:lnTo>
                    <a:lnTo>
                      <a:pt x="2387" y="3129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4" name="Surface mesh patch"/>
              <p:cNvSpPr/>
              <p:nvPr/>
            </p:nvSpPr>
            <p:spPr>
              <a:xfrm>
                <a:off x="8125303" y="1185354"/>
                <a:ext cx="50120" cy="21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6">
                    <a:moveTo>
                      <a:pt x="0" y="1823"/>
                    </a:moveTo>
                    <a:lnTo>
                      <a:pt x="2875" y="2206"/>
                    </a:lnTo>
                    <a:lnTo>
                      <a:pt x="5262" y="2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5" name="Surface mesh patch"/>
              <p:cNvSpPr/>
              <p:nvPr/>
            </p:nvSpPr>
            <p:spPr>
              <a:xfrm>
                <a:off x="8175423" y="1170878"/>
                <a:ext cx="50120" cy="20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6">
                    <a:moveTo>
                      <a:pt x="0" y="1809"/>
                    </a:moveTo>
                    <a:lnTo>
                      <a:pt x="2875" y="2106"/>
                    </a:lnTo>
                    <a:lnTo>
                      <a:pt x="5262" y="1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6" name="Surface mesh patch"/>
              <p:cNvSpPr/>
              <p:nvPr/>
            </p:nvSpPr>
            <p:spPr>
              <a:xfrm>
                <a:off x="8225543" y="1150462"/>
                <a:ext cx="50120" cy="215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5">
                    <a:moveTo>
                      <a:pt x="0" y="2265"/>
                    </a:moveTo>
                    <a:lnTo>
                      <a:pt x="2875" y="2156"/>
                    </a:lnTo>
                    <a:lnTo>
                      <a:pt x="5262" y="0"/>
                    </a:lnTo>
                    <a:lnTo>
                      <a:pt x="2387" y="406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7" name="Surface mesh patch"/>
              <p:cNvSpPr/>
              <p:nvPr/>
            </p:nvSpPr>
            <p:spPr>
              <a:xfrm>
                <a:off x="8275662" y="1118456"/>
                <a:ext cx="50120" cy="320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0">
                    <a:moveTo>
                      <a:pt x="0" y="3360"/>
                    </a:moveTo>
                    <a:lnTo>
                      <a:pt x="2875" y="2432"/>
                    </a:lnTo>
                    <a:lnTo>
                      <a:pt x="5262" y="0"/>
                    </a:lnTo>
                    <a:lnTo>
                      <a:pt x="2387" y="1364"/>
                    </a:lnTo>
                    <a:close/>
                  </a:path>
                </a:pathLst>
              </a:custGeom>
              <a:solidFill>
                <a:srgbClr val="dee2ec"/>
              </a:solidFill>
              <a:ln w="3334" cap="flat" cmpd="sng" algn="ctr">
                <a:solidFill>
                  <a:srgbClr val="dee2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8" name="Surface mesh patch"/>
              <p:cNvSpPr/>
              <p:nvPr/>
            </p:nvSpPr>
            <p:spPr>
              <a:xfrm>
                <a:off x="8325782" y="1071932"/>
                <a:ext cx="50120" cy="465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4">
                    <a:moveTo>
                      <a:pt x="0" y="4884"/>
                    </a:moveTo>
                    <a:lnTo>
                      <a:pt x="2875" y="2747"/>
                    </a:lnTo>
                    <a:lnTo>
                      <a:pt x="5262" y="0"/>
                    </a:lnTo>
                    <a:lnTo>
                      <a:pt x="2387" y="2686"/>
                    </a:lnTo>
                    <a:close/>
                  </a:path>
                </a:pathLst>
              </a:custGeom>
              <a:solidFill>
                <a:srgbClr val="e5dddd"/>
              </a:solidFill>
              <a:ln w="3334" cap="flat" cmpd="sng" algn="ctr">
                <a:solidFill>
                  <a:srgbClr val="e5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9" name="Surface mesh patch"/>
              <p:cNvSpPr/>
              <p:nvPr/>
            </p:nvSpPr>
            <p:spPr>
              <a:xfrm>
                <a:off x="8375902" y="1009950"/>
                <a:ext cx="50120" cy="619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7">
                    <a:moveTo>
                      <a:pt x="0" y="6507"/>
                    </a:moveTo>
                    <a:lnTo>
                      <a:pt x="2875" y="2961"/>
                    </a:lnTo>
                    <a:lnTo>
                      <a:pt x="5262" y="0"/>
                    </a:lnTo>
                    <a:lnTo>
                      <a:pt x="2387" y="4135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0" name="Surface mesh patch"/>
              <p:cNvSpPr/>
              <p:nvPr/>
            </p:nvSpPr>
            <p:spPr>
              <a:xfrm>
                <a:off x="8426021" y="936616"/>
                <a:ext cx="50120" cy="733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99">
                    <a:moveTo>
                      <a:pt x="0" y="7699"/>
                    </a:moveTo>
                    <a:lnTo>
                      <a:pt x="2875" y="2898"/>
                    </a:lnTo>
                    <a:lnTo>
                      <a:pt x="5262" y="0"/>
                    </a:lnTo>
                    <a:lnTo>
                      <a:pt x="2387" y="5327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1" name="Surface mesh patch"/>
              <p:cNvSpPr/>
              <p:nvPr/>
            </p:nvSpPr>
            <p:spPr>
              <a:xfrm>
                <a:off x="8476141" y="861457"/>
                <a:ext cx="50120" cy="7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91">
                    <a:moveTo>
                      <a:pt x="0" y="7891"/>
                    </a:moveTo>
                    <a:lnTo>
                      <a:pt x="2875" y="2412"/>
                    </a:lnTo>
                    <a:lnTo>
                      <a:pt x="5262" y="0"/>
                    </a:lnTo>
                    <a:lnTo>
                      <a:pt x="2387" y="5849"/>
                    </a:lnTo>
                    <a:close/>
                  </a:path>
                </a:pathLst>
              </a:custGeom>
              <a:solidFill>
                <a:srgbClr val="fbbb9f"/>
              </a:solidFill>
              <a:ln w="3334" cap="flat" cmpd="sng" algn="ctr">
                <a:solidFill>
                  <a:srgbClr val="fbbb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2" name="Surface mesh patch"/>
              <p:cNvSpPr/>
              <p:nvPr/>
            </p:nvSpPr>
            <p:spPr>
              <a:xfrm>
                <a:off x="8526260" y="797528"/>
                <a:ext cx="50120" cy="639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12">
                    <a:moveTo>
                      <a:pt x="0" y="6712"/>
                    </a:moveTo>
                    <a:lnTo>
                      <a:pt x="2875" y="1471"/>
                    </a:lnTo>
                    <a:lnTo>
                      <a:pt x="5262" y="0"/>
                    </a:lnTo>
                    <a:lnTo>
                      <a:pt x="2387" y="5419"/>
                    </a:lnTo>
                    <a:close/>
                  </a:path>
                </a:pathLst>
              </a:custGeom>
              <a:solidFill>
                <a:srgbClr val="faaa8e"/>
              </a:solidFill>
              <a:ln w="3334" cap="flat" cmpd="sng" algn="ctr">
                <a:solidFill>
                  <a:srgbClr val="faaa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3" name="Surface mesh patch"/>
              <p:cNvSpPr/>
              <p:nvPr/>
            </p:nvSpPr>
            <p:spPr>
              <a:xfrm>
                <a:off x="8576380" y="757569"/>
                <a:ext cx="50120" cy="39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5">
                    <a:moveTo>
                      <a:pt x="0" y="4195"/>
                    </a:moveTo>
                    <a:lnTo>
                      <a:pt x="2875" y="203"/>
                    </a:lnTo>
                    <a:lnTo>
                      <a:pt x="5262" y="0"/>
                    </a:lnTo>
                    <a:lnTo>
                      <a:pt x="2387" y="4022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4" name="Surface mesh patch"/>
              <p:cNvSpPr/>
              <p:nvPr/>
            </p:nvSpPr>
            <p:spPr>
              <a:xfrm>
                <a:off x="8626500" y="738953"/>
                <a:ext cx="50120" cy="29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77">
                    <a:moveTo>
                      <a:pt x="0" y="1954"/>
                    </a:moveTo>
                    <a:lnTo>
                      <a:pt x="2875" y="0"/>
                    </a:lnTo>
                    <a:lnTo>
                      <a:pt x="5262" y="1131"/>
                    </a:lnTo>
                    <a:lnTo>
                      <a:pt x="2387" y="3077"/>
                    </a:lnTo>
                    <a:close/>
                  </a:path>
                </a:pathLst>
              </a:custGeom>
              <a:solidFill>
                <a:srgbClr val="fa987d"/>
              </a:solidFill>
              <a:ln w="3334" cap="flat" cmpd="sng" algn="ctr">
                <a:solidFill>
                  <a:srgbClr val="fa98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5" name="Surface mesh patch"/>
              <p:cNvSpPr/>
              <p:nvPr/>
            </p:nvSpPr>
            <p:spPr>
              <a:xfrm>
                <a:off x="8676619" y="749723"/>
                <a:ext cx="50120" cy="250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29">
                    <a:moveTo>
                      <a:pt x="0" y="0"/>
                    </a:moveTo>
                    <a:lnTo>
                      <a:pt x="2875" y="403"/>
                    </a:lnTo>
                    <a:lnTo>
                      <a:pt x="5262" y="2629"/>
                    </a:lnTo>
                    <a:lnTo>
                      <a:pt x="2387" y="2308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6" name="Surface mesh patch"/>
              <p:cNvSpPr/>
              <p:nvPr/>
            </p:nvSpPr>
            <p:spPr>
              <a:xfrm>
                <a:off x="8726739" y="774766"/>
                <a:ext cx="50120" cy="514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98">
                    <a:moveTo>
                      <a:pt x="0" y="0"/>
                    </a:moveTo>
                    <a:lnTo>
                      <a:pt x="2875" y="2541"/>
                    </a:lnTo>
                    <a:lnTo>
                      <a:pt x="5262" y="5398"/>
                    </a:lnTo>
                    <a:lnTo>
                      <a:pt x="2387" y="3116"/>
                    </a:lnTo>
                    <a:close/>
                  </a:path>
                </a:pathLst>
              </a:custGeom>
              <a:solidFill>
                <a:srgbClr val="faa489"/>
              </a:solidFill>
              <a:ln w="3334" cap="flat" cmpd="sng" algn="ctr">
                <a:solidFill>
                  <a:srgbClr val="faa4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7" name="Surface mesh patch"/>
              <p:cNvSpPr/>
              <p:nvPr/>
            </p:nvSpPr>
            <p:spPr>
              <a:xfrm>
                <a:off x="8776859" y="826177"/>
                <a:ext cx="50120" cy="66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06">
                    <a:moveTo>
                      <a:pt x="0" y="0"/>
                    </a:moveTo>
                    <a:lnTo>
                      <a:pt x="2875" y="4052"/>
                    </a:lnTo>
                    <a:lnTo>
                      <a:pt x="5262" y="7006"/>
                    </a:lnTo>
                    <a:lnTo>
                      <a:pt x="2387" y="3398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8" name="Surface mesh patch"/>
              <p:cNvSpPr/>
              <p:nvPr/>
            </p:nvSpPr>
            <p:spPr>
              <a:xfrm>
                <a:off x="8826978" y="892913"/>
                <a:ext cx="50120" cy="70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99">
                    <a:moveTo>
                      <a:pt x="0" y="0"/>
                    </a:moveTo>
                    <a:lnTo>
                      <a:pt x="2875" y="4789"/>
                    </a:lnTo>
                    <a:lnTo>
                      <a:pt x="5262" y="7399"/>
                    </a:lnTo>
                    <a:lnTo>
                      <a:pt x="2387" y="3172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9" name="Surface mesh patch"/>
              <p:cNvSpPr/>
              <p:nvPr/>
            </p:nvSpPr>
            <p:spPr>
              <a:xfrm>
                <a:off x="8877098" y="963384"/>
                <a:ext cx="50120" cy="65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64">
                    <a:moveTo>
                      <a:pt x="0" y="0"/>
                    </a:moveTo>
                    <a:lnTo>
                      <a:pt x="2875" y="4852"/>
                    </a:lnTo>
                    <a:lnTo>
                      <a:pt x="5262" y="6864"/>
                    </a:lnTo>
                    <a:lnTo>
                      <a:pt x="2387" y="2592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0" name="Surface mesh patch"/>
              <p:cNvSpPr/>
              <p:nvPr/>
            </p:nvSpPr>
            <p:spPr>
              <a:xfrm>
                <a:off x="8102571" y="1202714"/>
                <a:ext cx="50120" cy="22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5">
                    <a:moveTo>
                      <a:pt x="0" y="1907"/>
                    </a:moveTo>
                    <a:lnTo>
                      <a:pt x="2875" y="2395"/>
                    </a:lnTo>
                    <a:lnTo>
                      <a:pt x="5262" y="3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1" name="Surface mesh patch"/>
              <p:cNvSpPr/>
              <p:nvPr/>
            </p:nvSpPr>
            <p:spPr>
              <a:xfrm>
                <a:off x="8152691" y="1188113"/>
                <a:ext cx="50120" cy="22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1">
                    <a:moveTo>
                      <a:pt x="0" y="1916"/>
                    </a:moveTo>
                    <a:lnTo>
                      <a:pt x="2875" y="2391"/>
                    </a:lnTo>
                    <a:lnTo>
                      <a:pt x="5262" y="2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2" name="Surface mesh patch"/>
              <p:cNvSpPr/>
              <p:nvPr/>
            </p:nvSpPr>
            <p:spPr>
              <a:xfrm>
                <a:off x="8202811" y="1171002"/>
                <a:ext cx="50120" cy="21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3">
                    <a:moveTo>
                      <a:pt x="0" y="2093"/>
                    </a:moveTo>
                    <a:lnTo>
                      <a:pt x="2875" y="2283"/>
                    </a:lnTo>
                    <a:lnTo>
                      <a:pt x="5262" y="0"/>
                    </a:lnTo>
                    <a:lnTo>
                      <a:pt x="2387" y="108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3" name="Surface mesh patch"/>
              <p:cNvSpPr/>
              <p:nvPr/>
            </p:nvSpPr>
            <p:spPr>
              <a:xfrm>
                <a:off x="8252930" y="1141625"/>
                <a:ext cx="50120" cy="293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84">
                    <a:moveTo>
                      <a:pt x="0" y="3084"/>
                    </a:moveTo>
                    <a:lnTo>
                      <a:pt x="2875" y="2605"/>
                    </a:lnTo>
                    <a:lnTo>
                      <a:pt x="5262" y="0"/>
                    </a:lnTo>
                    <a:lnTo>
                      <a:pt x="2387" y="928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4" name="Surface mesh patch"/>
              <p:cNvSpPr/>
              <p:nvPr/>
            </p:nvSpPr>
            <p:spPr>
              <a:xfrm>
                <a:off x="8303050" y="1098096"/>
                <a:ext cx="50120" cy="435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70">
                    <a:moveTo>
                      <a:pt x="0" y="4570"/>
                    </a:moveTo>
                    <a:lnTo>
                      <a:pt x="2875" y="3023"/>
                    </a:lnTo>
                    <a:lnTo>
                      <a:pt x="5262" y="0"/>
                    </a:lnTo>
                    <a:lnTo>
                      <a:pt x="2387" y="2138"/>
                    </a:lnTo>
                    <a:close/>
                  </a:path>
                </a:pathLst>
              </a:custGeom>
              <a:solidFill>
                <a:srgbClr val="e3dfe3"/>
              </a:solidFill>
              <a:ln w="3334" cap="flat" cmpd="sng" algn="ctr">
                <a:solidFill>
                  <a:srgbClr val="e3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5" name="Surface mesh patch"/>
              <p:cNvSpPr/>
              <p:nvPr/>
            </p:nvSpPr>
            <p:spPr>
              <a:xfrm>
                <a:off x="8353170" y="1038157"/>
                <a:ext cx="50120" cy="59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93">
                    <a:moveTo>
                      <a:pt x="0" y="6293"/>
                    </a:moveTo>
                    <a:lnTo>
                      <a:pt x="2875" y="3424"/>
                    </a:lnTo>
                    <a:lnTo>
                      <a:pt x="5262" y="0"/>
                    </a:lnTo>
                    <a:lnTo>
                      <a:pt x="2387" y="3546"/>
                    </a:lnTo>
                    <a:close/>
                  </a:path>
                </a:pathLst>
              </a:custGeom>
              <a:solidFill>
                <a:srgbClr val="edd9ce"/>
              </a:solidFill>
              <a:ln w="3334" cap="flat" cmpd="sng" algn="ctr">
                <a:solidFill>
                  <a:srgbClr val="edd9c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6" name="Surface mesh patch"/>
              <p:cNvSpPr/>
              <p:nvPr/>
            </p:nvSpPr>
            <p:spPr>
              <a:xfrm>
                <a:off x="8403289" y="964223"/>
                <a:ext cx="50120" cy="73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2">
                    <a:moveTo>
                      <a:pt x="0" y="7762"/>
                    </a:moveTo>
                    <a:lnTo>
                      <a:pt x="2875" y="3626"/>
                    </a:lnTo>
                    <a:lnTo>
                      <a:pt x="5262" y="0"/>
                    </a:lnTo>
                    <a:lnTo>
                      <a:pt x="2387" y="4801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7" name="Surface mesh patch"/>
              <p:cNvSpPr/>
              <p:nvPr/>
            </p:nvSpPr>
            <p:spPr>
              <a:xfrm>
                <a:off x="8453409" y="884434"/>
                <a:ext cx="50120" cy="79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77">
                    <a:moveTo>
                      <a:pt x="0" y="8377"/>
                    </a:moveTo>
                    <a:lnTo>
                      <a:pt x="2875" y="3441"/>
                    </a:lnTo>
                    <a:lnTo>
                      <a:pt x="5262" y="0"/>
                    </a:lnTo>
                    <a:lnTo>
                      <a:pt x="2387" y="5478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8" name="Surface mesh patch"/>
              <p:cNvSpPr/>
              <p:nvPr/>
            </p:nvSpPr>
            <p:spPr>
              <a:xfrm>
                <a:off x="8503529" y="811539"/>
                <a:ext cx="50120" cy="728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53">
                    <a:moveTo>
                      <a:pt x="0" y="7653"/>
                    </a:moveTo>
                    <a:lnTo>
                      <a:pt x="2875" y="2763"/>
                    </a:lnTo>
                    <a:lnTo>
                      <a:pt x="5262" y="0"/>
                    </a:lnTo>
                    <a:lnTo>
                      <a:pt x="2387" y="5241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9" name="Surface mesh patch"/>
              <p:cNvSpPr/>
              <p:nvPr/>
            </p:nvSpPr>
            <p:spPr>
              <a:xfrm>
                <a:off x="8553648" y="759499"/>
                <a:ext cx="50120" cy="52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64">
                    <a:moveTo>
                      <a:pt x="0" y="5464"/>
                    </a:moveTo>
                    <a:lnTo>
                      <a:pt x="2875" y="1635"/>
                    </a:lnTo>
                    <a:lnTo>
                      <a:pt x="5262" y="0"/>
                    </a:lnTo>
                    <a:lnTo>
                      <a:pt x="2387" y="3993"/>
                    </a:lnTo>
                    <a:close/>
                  </a:path>
                </a:pathLst>
              </a:custGeom>
              <a:solidFill>
                <a:srgbClr val="fa9d81"/>
              </a:solidFill>
              <a:ln w="3334" cap="flat" cmpd="sng" algn="ctr">
                <a:solidFill>
                  <a:srgbClr val="fa9d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0" name="Surface mesh patch"/>
              <p:cNvSpPr/>
              <p:nvPr/>
            </p:nvSpPr>
            <p:spPr>
              <a:xfrm>
                <a:off x="8603768" y="738953"/>
                <a:ext cx="50120" cy="205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7">
                    <a:moveTo>
                      <a:pt x="0" y="2157"/>
                    </a:moveTo>
                    <a:lnTo>
                      <a:pt x="2875" y="266"/>
                    </a:lnTo>
                    <a:lnTo>
                      <a:pt x="5262" y="0"/>
                    </a:lnTo>
                    <a:lnTo>
                      <a:pt x="2387" y="1954"/>
                    </a:lnTo>
                    <a:close/>
                  </a:path>
                </a:pathLst>
              </a:custGeom>
              <a:solidFill>
                <a:srgbClr val="f99379"/>
              </a:solidFill>
              <a:ln w="3334" cap="flat" cmpd="sng" algn="ctr">
                <a:solidFill>
                  <a:srgbClr val="f993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1" name="Surface mesh patch"/>
              <p:cNvSpPr/>
              <p:nvPr/>
            </p:nvSpPr>
            <p:spPr>
              <a:xfrm>
                <a:off x="8653888" y="738953"/>
                <a:ext cx="50120" cy="146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34">
                    <a:moveTo>
                      <a:pt x="0" y="0"/>
                    </a:moveTo>
                    <a:lnTo>
                      <a:pt x="2875" y="494"/>
                    </a:lnTo>
                    <a:lnTo>
                      <a:pt x="5262" y="1534"/>
                    </a:lnTo>
                    <a:lnTo>
                      <a:pt x="2387" y="1131"/>
                    </a:lnTo>
                    <a:close/>
                  </a:path>
                </a:pathLst>
              </a:custGeom>
              <a:solidFill>
                <a:srgbClr val="f99379"/>
              </a:solidFill>
              <a:ln w="3334" cap="flat" cmpd="sng" algn="ctr">
                <a:solidFill>
                  <a:srgbClr val="f993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2" name="Surface mesh patch"/>
              <p:cNvSpPr/>
              <p:nvPr/>
            </p:nvSpPr>
            <p:spPr>
              <a:xfrm>
                <a:off x="8704007" y="753564"/>
                <a:ext cx="50120" cy="45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67">
                    <a:moveTo>
                      <a:pt x="0" y="0"/>
                    </a:moveTo>
                    <a:lnTo>
                      <a:pt x="2875" y="2770"/>
                    </a:lnTo>
                    <a:lnTo>
                      <a:pt x="5262" y="4767"/>
                    </a:lnTo>
                    <a:lnTo>
                      <a:pt x="2387" y="2226"/>
                    </a:lnTo>
                    <a:close/>
                  </a:path>
                </a:pathLst>
              </a:custGeom>
              <a:solidFill>
                <a:srgbClr val="fa9c80"/>
              </a:solidFill>
              <a:ln w="3334" cap="flat" cmpd="sng" algn="ctr">
                <a:solidFill>
                  <a:srgbClr val="fa9c8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3" name="Surface mesh patch"/>
              <p:cNvSpPr/>
              <p:nvPr/>
            </p:nvSpPr>
            <p:spPr>
              <a:xfrm>
                <a:off x="8754127" y="798965"/>
                <a:ext cx="50120" cy="65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9">
                    <a:moveTo>
                      <a:pt x="0" y="0"/>
                    </a:moveTo>
                    <a:lnTo>
                      <a:pt x="2875" y="4461"/>
                    </a:lnTo>
                    <a:lnTo>
                      <a:pt x="5262" y="6909"/>
                    </a:lnTo>
                    <a:lnTo>
                      <a:pt x="2387" y="2857"/>
                    </a:lnTo>
                    <a:close/>
                  </a:path>
                </a:pathLst>
              </a:custGeom>
              <a:solidFill>
                <a:srgbClr val="faaa8e"/>
              </a:solidFill>
              <a:ln w="3334" cap="flat" cmpd="sng" algn="ctr">
                <a:solidFill>
                  <a:srgbClr val="faaa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4" name="Surface mesh patch"/>
              <p:cNvSpPr/>
              <p:nvPr/>
            </p:nvSpPr>
            <p:spPr>
              <a:xfrm>
                <a:off x="8804246" y="864772"/>
                <a:ext cx="50120" cy="737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43">
                    <a:moveTo>
                      <a:pt x="0" y="0"/>
                    </a:moveTo>
                    <a:lnTo>
                      <a:pt x="2875" y="5339"/>
                    </a:lnTo>
                    <a:lnTo>
                      <a:pt x="5262" y="7743"/>
                    </a:lnTo>
                    <a:lnTo>
                      <a:pt x="2387" y="2954"/>
                    </a:lnTo>
                    <a:close/>
                  </a:path>
                </a:pathLst>
              </a:custGeom>
              <a:solidFill>
                <a:srgbClr val="fbbc9f"/>
              </a:solidFill>
              <a:ln w="3334" cap="flat" cmpd="sng" algn="ctr">
                <a:solidFill>
                  <a:srgbClr val="fbbc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5" name="Surface mesh patch"/>
              <p:cNvSpPr/>
              <p:nvPr/>
            </p:nvSpPr>
            <p:spPr>
              <a:xfrm>
                <a:off x="8854366" y="938523"/>
                <a:ext cx="50120" cy="71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62">
                    <a:moveTo>
                      <a:pt x="0" y="0"/>
                    </a:moveTo>
                    <a:lnTo>
                      <a:pt x="2875" y="5450"/>
                    </a:lnTo>
                    <a:lnTo>
                      <a:pt x="5262" y="7462"/>
                    </a:lnTo>
                    <a:lnTo>
                      <a:pt x="2387" y="261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6" name="Surface mesh patch"/>
              <p:cNvSpPr/>
              <p:nvPr/>
            </p:nvSpPr>
            <p:spPr>
              <a:xfrm>
                <a:off x="8904486" y="1009598"/>
                <a:ext cx="50120" cy="61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8">
                    <a:moveTo>
                      <a:pt x="0" y="0"/>
                    </a:moveTo>
                    <a:lnTo>
                      <a:pt x="2875" y="5034"/>
                    </a:lnTo>
                    <a:lnTo>
                      <a:pt x="5262" y="6498"/>
                    </a:lnTo>
                    <a:lnTo>
                      <a:pt x="2387" y="2012"/>
                    </a:lnTo>
                    <a:close/>
                  </a:path>
                </a:pathLst>
              </a:custGeom>
              <a:solidFill>
                <a:srgbClr val="efd8ca"/>
              </a:solidFill>
              <a:ln w="3334" cap="flat" cmpd="sng" algn="ctr">
                <a:solidFill>
                  <a:srgbClr val="efd8c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7" name="Surface mesh patch"/>
              <p:cNvSpPr/>
              <p:nvPr/>
            </p:nvSpPr>
            <p:spPr>
              <a:xfrm>
                <a:off x="8079840" y="1220879"/>
                <a:ext cx="50120" cy="246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3">
                    <a:moveTo>
                      <a:pt x="0" y="1980"/>
                    </a:moveTo>
                    <a:lnTo>
                      <a:pt x="2875" y="2583"/>
                    </a:lnTo>
                    <a:lnTo>
                      <a:pt x="5262" y="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8" name="Surface mesh patch"/>
              <p:cNvSpPr/>
              <p:nvPr/>
            </p:nvSpPr>
            <p:spPr>
              <a:xfrm>
                <a:off x="8129959" y="1206362"/>
                <a:ext cx="50120" cy="25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5">
                    <a:moveTo>
                      <a:pt x="0" y="2012"/>
                    </a:moveTo>
                    <a:lnTo>
                      <a:pt x="2875" y="2665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9" name="Surface mesh patch"/>
              <p:cNvSpPr/>
              <p:nvPr/>
            </p:nvSpPr>
            <p:spPr>
              <a:xfrm>
                <a:off x="8180079" y="1190939"/>
                <a:ext cx="50120" cy="245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4">
                    <a:moveTo>
                      <a:pt x="0" y="2094"/>
                    </a:moveTo>
                    <a:lnTo>
                      <a:pt x="2875" y="2574"/>
                    </a:lnTo>
                    <a:lnTo>
                      <a:pt x="5262" y="1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0" name="Surface mesh patch"/>
              <p:cNvSpPr/>
              <p:nvPr/>
            </p:nvSpPr>
            <p:spPr>
              <a:xfrm>
                <a:off x="8230199" y="1166433"/>
                <a:ext cx="50120" cy="26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3">
                    <a:moveTo>
                      <a:pt x="0" y="2763"/>
                    </a:moveTo>
                    <a:lnTo>
                      <a:pt x="2875" y="2723"/>
                    </a:lnTo>
                    <a:lnTo>
                      <a:pt x="5262" y="0"/>
                    </a:lnTo>
                    <a:lnTo>
                      <a:pt x="2387" y="48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1" name="Surface mesh patch"/>
              <p:cNvSpPr/>
              <p:nvPr/>
            </p:nvSpPr>
            <p:spPr>
              <a:xfrm>
                <a:off x="8280318" y="1126891"/>
                <a:ext cx="50120" cy="395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51">
                    <a:moveTo>
                      <a:pt x="0" y="4151"/>
                    </a:moveTo>
                    <a:lnTo>
                      <a:pt x="2875" y="3204"/>
                    </a:lnTo>
                    <a:lnTo>
                      <a:pt x="5262" y="0"/>
                    </a:lnTo>
                    <a:lnTo>
                      <a:pt x="2387" y="1547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2" name="Surface mesh patch"/>
              <p:cNvSpPr/>
              <p:nvPr/>
            </p:nvSpPr>
            <p:spPr>
              <a:xfrm>
                <a:off x="8330438" y="1070768"/>
                <a:ext cx="50120" cy="56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92">
                    <a:moveTo>
                      <a:pt x="0" y="5892"/>
                    </a:moveTo>
                    <a:lnTo>
                      <a:pt x="2875" y="3746"/>
                    </a:lnTo>
                    <a:lnTo>
                      <a:pt x="5262" y="0"/>
                    </a:lnTo>
                    <a:lnTo>
                      <a:pt x="2387" y="2869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3" name="Surface mesh patch"/>
              <p:cNvSpPr/>
              <p:nvPr/>
            </p:nvSpPr>
            <p:spPr>
              <a:xfrm>
                <a:off x="8380557" y="998757"/>
                <a:ext cx="50120" cy="720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60">
                    <a:moveTo>
                      <a:pt x="0" y="7560"/>
                    </a:moveTo>
                    <a:lnTo>
                      <a:pt x="2875" y="4182"/>
                    </a:lnTo>
                    <a:lnTo>
                      <a:pt x="5262" y="0"/>
                    </a:lnTo>
                    <a:lnTo>
                      <a:pt x="2387" y="4137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4" name="Surface mesh patch"/>
              <p:cNvSpPr/>
              <p:nvPr/>
            </p:nvSpPr>
            <p:spPr>
              <a:xfrm>
                <a:off x="8430677" y="917211"/>
                <a:ext cx="50120" cy="815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61">
                    <a:moveTo>
                      <a:pt x="0" y="8561"/>
                    </a:moveTo>
                    <a:lnTo>
                      <a:pt x="2875" y="4305"/>
                    </a:lnTo>
                    <a:lnTo>
                      <a:pt x="5262" y="0"/>
                    </a:lnTo>
                    <a:lnTo>
                      <a:pt x="2387" y="4936"/>
                    </a:lnTo>
                    <a:close/>
                  </a:path>
                </a:pathLst>
              </a:custGeom>
              <a:solidFill>
                <a:srgbClr val="fbc4a8"/>
              </a:solidFill>
              <a:ln w="3334" cap="flat" cmpd="sng" algn="ctr">
                <a:solidFill>
                  <a:srgbClr val="fbc4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5" name="Surface mesh patch"/>
              <p:cNvSpPr/>
              <p:nvPr/>
            </p:nvSpPr>
            <p:spPr>
              <a:xfrm>
                <a:off x="8480797" y="837855"/>
                <a:ext cx="50120" cy="793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31">
                    <a:moveTo>
                      <a:pt x="0" y="8331"/>
                    </a:moveTo>
                    <a:lnTo>
                      <a:pt x="2875" y="3944"/>
                    </a:lnTo>
                    <a:lnTo>
                      <a:pt x="5262" y="0"/>
                    </a:lnTo>
                    <a:lnTo>
                      <a:pt x="2387" y="489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6" name="Surface mesh patch"/>
              <p:cNvSpPr/>
              <p:nvPr/>
            </p:nvSpPr>
            <p:spPr>
              <a:xfrm>
                <a:off x="8530916" y="775071"/>
                <a:ext cx="50120" cy="62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2">
                    <a:moveTo>
                      <a:pt x="0" y="6592"/>
                    </a:moveTo>
                    <a:lnTo>
                      <a:pt x="2875" y="3056"/>
                    </a:lnTo>
                    <a:lnTo>
                      <a:pt x="5262" y="0"/>
                    </a:lnTo>
                    <a:lnTo>
                      <a:pt x="2387" y="3829"/>
                    </a:lnTo>
                    <a:close/>
                  </a:path>
                </a:pathLst>
              </a:custGeom>
              <a:solidFill>
                <a:srgbClr val="fa9f84"/>
              </a:solidFill>
              <a:ln w="3334" cap="flat" cmpd="sng" algn="ctr">
                <a:solidFill>
                  <a:srgbClr val="fa9f8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7" name="Surface mesh patch"/>
              <p:cNvSpPr/>
              <p:nvPr/>
            </p:nvSpPr>
            <p:spPr>
              <a:xfrm>
                <a:off x="8581036" y="741484"/>
                <a:ext cx="50120" cy="33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26">
                    <a:moveTo>
                      <a:pt x="0" y="3526"/>
                    </a:moveTo>
                    <a:lnTo>
                      <a:pt x="2875" y="1770"/>
                    </a:lnTo>
                    <a:lnTo>
                      <a:pt x="5262" y="0"/>
                    </a:lnTo>
                    <a:lnTo>
                      <a:pt x="2387" y="1891"/>
                    </a:lnTo>
                    <a:close/>
                  </a:path>
                </a:pathLst>
              </a:custGeom>
              <a:solidFill>
                <a:srgbClr val="f99378"/>
              </a:solidFill>
              <a:ln w="3334" cap="flat" cmpd="sng" algn="ctr">
                <a:solidFill>
                  <a:srgbClr val="f993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8" name="Surface mesh patch"/>
              <p:cNvSpPr/>
              <p:nvPr/>
            </p:nvSpPr>
            <p:spPr>
              <a:xfrm>
                <a:off x="8631156" y="738953"/>
                <a:ext cx="50120" cy="81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5">
                    <a:moveTo>
                      <a:pt x="0" y="266"/>
                    </a:moveTo>
                    <a:lnTo>
                      <a:pt x="2875" y="855"/>
                    </a:lnTo>
                    <a:lnTo>
                      <a:pt x="5262" y="4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8c74"/>
              </a:solidFill>
              <a:ln w="3334" cap="flat" cmpd="sng" algn="ctr">
                <a:solidFill>
                  <a:srgbClr val="f68c7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9" name="Surface mesh patch"/>
              <p:cNvSpPr/>
              <p:nvPr/>
            </p:nvSpPr>
            <p:spPr>
              <a:xfrm>
                <a:off x="8681275" y="743661"/>
                <a:ext cx="50120" cy="362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0">
                    <a:moveTo>
                      <a:pt x="0" y="0"/>
                    </a:moveTo>
                    <a:lnTo>
                      <a:pt x="2875" y="2951"/>
                    </a:lnTo>
                    <a:lnTo>
                      <a:pt x="5262" y="3810"/>
                    </a:lnTo>
                    <a:lnTo>
                      <a:pt x="2387" y="1040"/>
                    </a:lnTo>
                    <a:close/>
                  </a:path>
                </a:pathLst>
              </a:custGeom>
              <a:solidFill>
                <a:srgbClr val="fa957a"/>
              </a:solidFill>
              <a:ln w="3334" cap="flat" cmpd="sng" algn="ctr">
                <a:solidFill>
                  <a:srgbClr val="fa95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0" name="Surface mesh patch"/>
              <p:cNvSpPr/>
              <p:nvPr/>
            </p:nvSpPr>
            <p:spPr>
              <a:xfrm>
                <a:off x="8731395" y="779946"/>
                <a:ext cx="50120" cy="615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8">
                    <a:moveTo>
                      <a:pt x="0" y="0"/>
                    </a:moveTo>
                    <a:lnTo>
                      <a:pt x="2875" y="4803"/>
                    </a:lnTo>
                    <a:lnTo>
                      <a:pt x="5262" y="6458"/>
                    </a:lnTo>
                    <a:lnTo>
                      <a:pt x="2387" y="1997"/>
                    </a:lnTo>
                    <a:close/>
                  </a:path>
                </a:pathLst>
              </a:custGeom>
              <a:solidFill>
                <a:srgbClr val="faa286"/>
              </a:solidFill>
              <a:ln w="3334" cap="flat" cmpd="sng" algn="ctr">
                <a:solidFill>
                  <a:srgbClr val="faa2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1" name="Surface mesh patch"/>
              <p:cNvSpPr/>
              <p:nvPr/>
            </p:nvSpPr>
            <p:spPr>
              <a:xfrm>
                <a:off x="8781515" y="841458"/>
                <a:ext cx="50120" cy="741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6">
                    <a:moveTo>
                      <a:pt x="0" y="0"/>
                    </a:moveTo>
                    <a:lnTo>
                      <a:pt x="2875" y="5834"/>
                    </a:lnTo>
                    <a:lnTo>
                      <a:pt x="5262" y="7786"/>
                    </a:lnTo>
                    <a:lnTo>
                      <a:pt x="2387" y="2448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2" name="Surface mesh patch"/>
              <p:cNvSpPr/>
              <p:nvPr/>
            </p:nvSpPr>
            <p:spPr>
              <a:xfrm>
                <a:off x="8831634" y="915622"/>
                <a:ext cx="50120" cy="748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55">
                    <a:moveTo>
                      <a:pt x="0" y="0"/>
                    </a:moveTo>
                    <a:lnTo>
                      <a:pt x="2875" y="6026"/>
                    </a:lnTo>
                    <a:lnTo>
                      <a:pt x="5262" y="7855"/>
                    </a:lnTo>
                    <a:lnTo>
                      <a:pt x="2387" y="2404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3" name="Surface mesh patch"/>
              <p:cNvSpPr/>
              <p:nvPr/>
            </p:nvSpPr>
            <p:spPr>
              <a:xfrm>
                <a:off x="8881754" y="990437"/>
                <a:ext cx="50120" cy="671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6">
                    <a:moveTo>
                      <a:pt x="0" y="0"/>
                    </a:moveTo>
                    <a:lnTo>
                      <a:pt x="2875" y="5590"/>
                    </a:lnTo>
                    <a:lnTo>
                      <a:pt x="5262" y="7046"/>
                    </a:lnTo>
                    <a:lnTo>
                      <a:pt x="2387" y="2012"/>
                    </a:lnTo>
                    <a:close/>
                  </a:path>
                </a:pathLst>
              </a:custGeom>
              <a:solidFill>
                <a:srgbClr val="f5d4bf"/>
              </a:solidFill>
              <a:ln w="3334" cap="flat" cmpd="sng" algn="ctr">
                <a:solidFill>
                  <a:srgbClr val="f5d4b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4" name="Surface mesh patch"/>
              <p:cNvSpPr/>
              <p:nvPr/>
            </p:nvSpPr>
            <p:spPr>
              <a:xfrm>
                <a:off x="8931874" y="1057549"/>
                <a:ext cx="50120" cy="556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0"/>
                    </a:moveTo>
                    <a:lnTo>
                      <a:pt x="2875" y="4833"/>
                    </a:lnTo>
                    <a:lnTo>
                      <a:pt x="5262" y="5841"/>
                    </a:lnTo>
                    <a:lnTo>
                      <a:pt x="2387" y="1464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5" name="Surface mesh patch"/>
              <p:cNvSpPr/>
              <p:nvPr/>
            </p:nvSpPr>
            <p:spPr>
              <a:xfrm>
                <a:off x="8057108" y="1239744"/>
                <a:ext cx="50120" cy="263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0">
                    <a:moveTo>
                      <a:pt x="0" y="2040"/>
                    </a:moveTo>
                    <a:lnTo>
                      <a:pt x="2875" y="2770"/>
                    </a:lnTo>
                    <a:lnTo>
                      <a:pt x="5262" y="6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6" name="Surface mesh patch"/>
              <p:cNvSpPr/>
              <p:nvPr/>
            </p:nvSpPr>
            <p:spPr>
              <a:xfrm>
                <a:off x="8107227" y="1225522"/>
                <a:ext cx="50120" cy="27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8">
                    <a:moveTo>
                      <a:pt x="0" y="2096"/>
                    </a:moveTo>
                    <a:lnTo>
                      <a:pt x="2875" y="2928"/>
                    </a:lnTo>
                    <a:lnTo>
                      <a:pt x="5262" y="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7" name="Surface mesh patch"/>
              <p:cNvSpPr/>
              <p:nvPr/>
            </p:nvSpPr>
            <p:spPr>
              <a:xfrm>
                <a:off x="8157347" y="1210888"/>
                <a:ext cx="50120" cy="28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5">
                    <a:moveTo>
                      <a:pt x="0" y="2190"/>
                    </a:moveTo>
                    <a:lnTo>
                      <a:pt x="2875" y="2945"/>
                    </a:lnTo>
                    <a:lnTo>
                      <a:pt x="5262" y="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8" name="Surface mesh patch"/>
              <p:cNvSpPr/>
              <p:nvPr/>
            </p:nvSpPr>
            <p:spPr>
              <a:xfrm>
                <a:off x="8207467" y="1192372"/>
                <a:ext cx="50120" cy="26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01">
                    <a:moveTo>
                      <a:pt x="0" y="2424"/>
                    </a:moveTo>
                    <a:lnTo>
                      <a:pt x="2875" y="2801"/>
                    </a:lnTo>
                    <a:lnTo>
                      <a:pt x="5262" y="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9" name="Surface mesh patch"/>
              <p:cNvSpPr/>
              <p:nvPr/>
            </p:nvSpPr>
            <p:spPr>
              <a:xfrm>
                <a:off x="8257586" y="1157414"/>
                <a:ext cx="50120" cy="349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70">
                    <a:moveTo>
                      <a:pt x="0" y="3670"/>
                    </a:moveTo>
                    <a:lnTo>
                      <a:pt x="2875" y="3304"/>
                    </a:lnTo>
                    <a:lnTo>
                      <a:pt x="5262" y="0"/>
                    </a:lnTo>
                    <a:lnTo>
                      <a:pt x="2387" y="947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0" name="Surface mesh patch"/>
              <p:cNvSpPr/>
              <p:nvPr/>
            </p:nvSpPr>
            <p:spPr>
              <a:xfrm>
                <a:off x="8307706" y="1106448"/>
                <a:ext cx="50120" cy="509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1">
                    <a:moveTo>
                      <a:pt x="0" y="5351"/>
                    </a:moveTo>
                    <a:lnTo>
                      <a:pt x="2875" y="3933"/>
                    </a:lnTo>
                    <a:lnTo>
                      <a:pt x="5262" y="0"/>
                    </a:lnTo>
                    <a:lnTo>
                      <a:pt x="2387" y="2146"/>
                    </a:lnTo>
                    <a:close/>
                  </a:path>
                </a:pathLst>
              </a:custGeom>
              <a:solidFill>
                <a:srgbClr val="e4dedf"/>
              </a:solidFill>
              <a:ln w="3334" cap="flat" cmpd="sng" algn="ctr">
                <a:solidFill>
                  <a:srgbClr val="e4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1" name="Surface mesh patch"/>
              <p:cNvSpPr/>
              <p:nvPr/>
            </p:nvSpPr>
            <p:spPr>
              <a:xfrm>
                <a:off x="8357826" y="1038592"/>
                <a:ext cx="50120" cy="678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24">
                    <a:moveTo>
                      <a:pt x="0" y="7124"/>
                    </a:moveTo>
                    <a:lnTo>
                      <a:pt x="2875" y="4551"/>
                    </a:lnTo>
                    <a:lnTo>
                      <a:pt x="5262" y="0"/>
                    </a:lnTo>
                    <a:lnTo>
                      <a:pt x="2387" y="3378"/>
                    </a:lnTo>
                    <a:close/>
                  </a:path>
                </a:pathLst>
              </a:custGeom>
              <a:solidFill>
                <a:srgbClr val="f0d7c8"/>
              </a:solidFill>
              <a:ln w="3334" cap="flat" cmpd="sng" algn="ctr">
                <a:solidFill>
                  <a:srgbClr val="f0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2" name="Surface mesh patch"/>
              <p:cNvSpPr/>
              <p:nvPr/>
            </p:nvSpPr>
            <p:spPr>
              <a:xfrm>
                <a:off x="8407945" y="958216"/>
                <a:ext cx="50120" cy="80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38">
                    <a:moveTo>
                      <a:pt x="0" y="8438"/>
                    </a:moveTo>
                    <a:lnTo>
                      <a:pt x="2875" y="4953"/>
                    </a:lnTo>
                    <a:lnTo>
                      <a:pt x="5262" y="0"/>
                    </a:lnTo>
                    <a:lnTo>
                      <a:pt x="2387" y="4256"/>
                    </a:lnTo>
                    <a:close/>
                  </a:path>
                </a:pathLst>
              </a:custGeom>
              <a:solidFill>
                <a:srgbClr val="fbcbaf"/>
              </a:solidFill>
              <a:ln w="3334" cap="flat" cmpd="sng" algn="ctr">
                <a:solidFill>
                  <a:srgbClr val="fbcb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3" name="Surface mesh patch"/>
              <p:cNvSpPr/>
              <p:nvPr/>
            </p:nvSpPr>
            <p:spPr>
              <a:xfrm>
                <a:off x="8458065" y="875420"/>
                <a:ext cx="50120" cy="827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2">
                    <a:moveTo>
                      <a:pt x="0" y="8692"/>
                    </a:moveTo>
                    <a:lnTo>
                      <a:pt x="2875" y="4927"/>
                    </a:lnTo>
                    <a:lnTo>
                      <a:pt x="5262" y="0"/>
                    </a:lnTo>
                    <a:lnTo>
                      <a:pt x="2387" y="4388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4" name="Surface mesh patch"/>
              <p:cNvSpPr/>
              <p:nvPr/>
            </p:nvSpPr>
            <p:spPr>
              <a:xfrm>
                <a:off x="8508185" y="804175"/>
                <a:ext cx="50120" cy="71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80">
                    <a:moveTo>
                      <a:pt x="0" y="7480"/>
                    </a:moveTo>
                    <a:lnTo>
                      <a:pt x="2875" y="4349"/>
                    </a:lnTo>
                    <a:lnTo>
                      <a:pt x="5262" y="0"/>
                    </a:lnTo>
                    <a:lnTo>
                      <a:pt x="2387" y="3536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5" name="Surface mesh patch"/>
              <p:cNvSpPr/>
              <p:nvPr/>
            </p:nvSpPr>
            <p:spPr>
              <a:xfrm>
                <a:off x="8558304" y="758348"/>
                <a:ext cx="50120" cy="458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1">
                    <a:moveTo>
                      <a:pt x="0" y="4811"/>
                    </a:moveTo>
                    <a:lnTo>
                      <a:pt x="2875" y="3259"/>
                    </a:lnTo>
                    <a:lnTo>
                      <a:pt x="5262" y="0"/>
                    </a:lnTo>
                    <a:lnTo>
                      <a:pt x="2387" y="1756"/>
                    </a:lnTo>
                    <a:close/>
                  </a:path>
                </a:pathLst>
              </a:custGeom>
              <a:solidFill>
                <a:srgbClr val="fa977c"/>
              </a:solidFill>
              <a:ln w="3334" cap="flat" cmpd="sng" algn="ctr">
                <a:solidFill>
                  <a:srgbClr val="fa977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6" name="Surface mesh patch"/>
              <p:cNvSpPr/>
              <p:nvPr/>
            </p:nvSpPr>
            <p:spPr>
              <a:xfrm>
                <a:off x="8608424" y="741484"/>
                <a:ext cx="50120" cy="233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6">
                    <a:moveTo>
                      <a:pt x="0" y="1770"/>
                    </a:moveTo>
                    <a:lnTo>
                      <a:pt x="2875" y="2456"/>
                    </a:lnTo>
                    <a:lnTo>
                      <a:pt x="5262" y="5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8c74"/>
              </a:solidFill>
              <a:ln w="3334" cap="flat" cmpd="sng" algn="ctr">
                <a:solidFill>
                  <a:srgbClr val="f68c7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7" name="Surface mesh patch"/>
              <p:cNvSpPr/>
              <p:nvPr/>
            </p:nvSpPr>
            <p:spPr>
              <a:xfrm>
                <a:off x="8658543" y="743661"/>
                <a:ext cx="50120" cy="32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1">
                    <a:moveTo>
                      <a:pt x="0" y="361"/>
                    </a:moveTo>
                    <a:lnTo>
                      <a:pt x="2875" y="3431"/>
                    </a:lnTo>
                    <a:lnTo>
                      <a:pt x="5262" y="29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6"/>
              </a:solidFill>
              <a:ln w="3334" cap="flat" cmpd="sng" algn="ctr">
                <a:solidFill>
                  <a:srgbClr val="f890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8" name="Surface mesh patch"/>
              <p:cNvSpPr/>
              <p:nvPr/>
            </p:nvSpPr>
            <p:spPr>
              <a:xfrm>
                <a:off x="8708663" y="771767"/>
                <a:ext cx="50120" cy="539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1">
                    <a:moveTo>
                      <a:pt x="0" y="0"/>
                    </a:moveTo>
                    <a:lnTo>
                      <a:pt x="2875" y="5047"/>
                    </a:lnTo>
                    <a:lnTo>
                      <a:pt x="5262" y="5661"/>
                    </a:lnTo>
                    <a:lnTo>
                      <a:pt x="2387" y="859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9" name="Surface mesh patch"/>
              <p:cNvSpPr/>
              <p:nvPr/>
            </p:nvSpPr>
            <p:spPr>
              <a:xfrm>
                <a:off x="8758783" y="825692"/>
                <a:ext cx="50120" cy="713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0">
                    <a:moveTo>
                      <a:pt x="0" y="0"/>
                    </a:moveTo>
                    <a:lnTo>
                      <a:pt x="2875" y="6234"/>
                    </a:lnTo>
                    <a:lnTo>
                      <a:pt x="5262" y="7490"/>
                    </a:lnTo>
                    <a:lnTo>
                      <a:pt x="2387" y="1655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0" name="Surface mesh patch"/>
              <p:cNvSpPr/>
              <p:nvPr/>
            </p:nvSpPr>
            <p:spPr>
              <a:xfrm>
                <a:off x="8808902" y="897031"/>
                <a:ext cx="50120" cy="75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78">
                    <a:moveTo>
                      <a:pt x="0" y="0"/>
                    </a:moveTo>
                    <a:lnTo>
                      <a:pt x="2875" y="6533"/>
                    </a:lnTo>
                    <a:lnTo>
                      <a:pt x="5262" y="7978"/>
                    </a:lnTo>
                    <a:lnTo>
                      <a:pt x="2387" y="1952"/>
                    </a:lnTo>
                    <a:close/>
                  </a:path>
                </a:pathLst>
              </a:custGeom>
              <a:solidFill>
                <a:srgbClr val="fbbfa2"/>
              </a:solidFill>
              <a:ln w="3334" cap="flat" cmpd="sng" algn="ctr">
                <a:solidFill>
                  <a:srgbClr val="fbbf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1" name="Surface mesh patch"/>
              <p:cNvSpPr/>
              <p:nvPr/>
            </p:nvSpPr>
            <p:spPr>
              <a:xfrm>
                <a:off x="8859022" y="973019"/>
                <a:ext cx="50120" cy="706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8">
                    <a:moveTo>
                      <a:pt x="0" y="0"/>
                    </a:moveTo>
                    <a:lnTo>
                      <a:pt x="2875" y="6111"/>
                    </a:lnTo>
                    <a:lnTo>
                      <a:pt x="5262" y="7418"/>
                    </a:lnTo>
                    <a:lnTo>
                      <a:pt x="2387" y="1829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2" name="Surface mesh patch"/>
              <p:cNvSpPr/>
              <p:nvPr/>
            </p:nvSpPr>
            <p:spPr>
              <a:xfrm>
                <a:off x="8909142" y="1043678"/>
                <a:ext cx="50120" cy="59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9">
                    <a:moveTo>
                      <a:pt x="0" y="0"/>
                    </a:moveTo>
                    <a:lnTo>
                      <a:pt x="2875" y="5278"/>
                    </a:lnTo>
                    <a:lnTo>
                      <a:pt x="5262" y="6289"/>
                    </a:lnTo>
                    <a:lnTo>
                      <a:pt x="2387" y="1456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3" name="Surface mesh patch"/>
              <p:cNvSpPr/>
              <p:nvPr/>
            </p:nvSpPr>
            <p:spPr>
              <a:xfrm>
                <a:off x="8959261" y="1103580"/>
                <a:ext cx="50120" cy="47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0">
                    <a:moveTo>
                      <a:pt x="0" y="0"/>
                    </a:moveTo>
                    <a:lnTo>
                      <a:pt x="2875" y="4340"/>
                    </a:lnTo>
                    <a:lnTo>
                      <a:pt x="5262" y="5030"/>
                    </a:lnTo>
                    <a:lnTo>
                      <a:pt x="2387" y="1008"/>
                    </a:lnTo>
                    <a:close/>
                  </a:path>
                </a:pathLst>
              </a:custGeom>
              <a:solidFill>
                <a:srgbClr val="e1e0e5"/>
              </a:solidFill>
              <a:ln w="3334" cap="flat" cmpd="sng" algn="ctr">
                <a:solidFill>
                  <a:srgbClr val="e1e0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4" name="Surface mesh patch"/>
              <p:cNvSpPr/>
              <p:nvPr/>
            </p:nvSpPr>
            <p:spPr>
              <a:xfrm>
                <a:off x="8034376" y="1259179"/>
                <a:ext cx="50120" cy="28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50">
                    <a:moveTo>
                      <a:pt x="0" y="2084"/>
                    </a:moveTo>
                    <a:lnTo>
                      <a:pt x="2875" y="2950"/>
                    </a:lnTo>
                    <a:lnTo>
                      <a:pt x="5262" y="7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5" name="Surface mesh patch"/>
              <p:cNvSpPr/>
              <p:nvPr/>
            </p:nvSpPr>
            <p:spPr>
              <a:xfrm>
                <a:off x="8084496" y="1245486"/>
                <a:ext cx="50120" cy="302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5">
                    <a:moveTo>
                      <a:pt x="0" y="2167"/>
                    </a:moveTo>
                    <a:lnTo>
                      <a:pt x="2875" y="3175"/>
                    </a:lnTo>
                    <a:lnTo>
                      <a:pt x="5262" y="8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6" name="Surface mesh patch"/>
              <p:cNvSpPr/>
              <p:nvPr/>
            </p:nvSpPr>
            <p:spPr>
              <a:xfrm>
                <a:off x="8134615" y="1231750"/>
                <a:ext cx="50120" cy="313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7">
                    <a:moveTo>
                      <a:pt x="0" y="2274"/>
                    </a:moveTo>
                    <a:lnTo>
                      <a:pt x="2875" y="3287"/>
                    </a:lnTo>
                    <a:lnTo>
                      <a:pt x="5262" y="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7" name="Surface mesh patch"/>
              <p:cNvSpPr/>
              <p:nvPr/>
            </p:nvSpPr>
            <p:spPr>
              <a:xfrm>
                <a:off x="8184735" y="1215459"/>
                <a:ext cx="50120" cy="307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6">
                    <a:moveTo>
                      <a:pt x="0" y="2465"/>
                    </a:moveTo>
                    <a:lnTo>
                      <a:pt x="2875" y="3226"/>
                    </a:lnTo>
                    <a:lnTo>
                      <a:pt x="5262" y="3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8" name="Surface mesh patch"/>
              <p:cNvSpPr/>
              <p:nvPr/>
            </p:nvSpPr>
            <p:spPr>
              <a:xfrm>
                <a:off x="8234854" y="1188889"/>
                <a:ext cx="50120" cy="318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2">
                    <a:moveTo>
                      <a:pt x="0" y="3166"/>
                    </a:moveTo>
                    <a:lnTo>
                      <a:pt x="2875" y="3342"/>
                    </a:lnTo>
                    <a:lnTo>
                      <a:pt x="5262" y="0"/>
                    </a:lnTo>
                    <a:lnTo>
                      <a:pt x="2387" y="366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9" name="Surface mesh patch"/>
              <p:cNvSpPr/>
              <p:nvPr/>
            </p:nvSpPr>
            <p:spPr>
              <a:xfrm>
                <a:off x="8284974" y="1143907"/>
                <a:ext cx="50120" cy="44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3">
                    <a:moveTo>
                      <a:pt x="0" y="4723"/>
                    </a:moveTo>
                    <a:lnTo>
                      <a:pt x="2875" y="4003"/>
                    </a:lnTo>
                    <a:lnTo>
                      <a:pt x="5262" y="0"/>
                    </a:lnTo>
                    <a:lnTo>
                      <a:pt x="2387" y="1418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0" name="Surface mesh patch"/>
              <p:cNvSpPr/>
              <p:nvPr/>
            </p:nvSpPr>
            <p:spPr>
              <a:xfrm>
                <a:off x="8335094" y="1081940"/>
                <a:ext cx="50120" cy="61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6">
                    <a:moveTo>
                      <a:pt x="0" y="6506"/>
                    </a:moveTo>
                    <a:lnTo>
                      <a:pt x="2875" y="4739"/>
                    </a:lnTo>
                    <a:lnTo>
                      <a:pt x="5262" y="0"/>
                    </a:lnTo>
                    <a:lnTo>
                      <a:pt x="2387" y="2573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1" name="Surface mesh patch"/>
              <p:cNvSpPr/>
              <p:nvPr/>
            </p:nvSpPr>
            <p:spPr>
              <a:xfrm>
                <a:off x="8385213" y="1005392"/>
                <a:ext cx="50120" cy="765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37">
                    <a:moveTo>
                      <a:pt x="0" y="8037"/>
                    </a:moveTo>
                    <a:lnTo>
                      <a:pt x="2875" y="5364"/>
                    </a:lnTo>
                    <a:lnTo>
                      <a:pt x="5262" y="0"/>
                    </a:lnTo>
                    <a:lnTo>
                      <a:pt x="2387" y="3486"/>
                    </a:lnTo>
                    <a:close/>
                  </a:path>
                </a:pathLst>
              </a:custGeom>
              <a:solidFill>
                <a:srgbClr val="f9d2b9"/>
              </a:solidFill>
              <a:ln w="3334" cap="flat" cmpd="sng" algn="ctr">
                <a:solidFill>
                  <a:srgbClr val="f9d2b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2" name="Surface mesh patch"/>
              <p:cNvSpPr/>
              <p:nvPr/>
            </p:nvSpPr>
            <p:spPr>
              <a:xfrm>
                <a:off x="8435333" y="922346"/>
                <a:ext cx="50120" cy="83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19">
                    <a:moveTo>
                      <a:pt x="0" y="8719"/>
                    </a:moveTo>
                    <a:lnTo>
                      <a:pt x="2875" y="5652"/>
                    </a:lnTo>
                    <a:lnTo>
                      <a:pt x="5262" y="0"/>
                    </a:lnTo>
                    <a:lnTo>
                      <a:pt x="2387" y="3766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3" name="Surface mesh patch"/>
              <p:cNvSpPr/>
              <p:nvPr/>
            </p:nvSpPr>
            <p:spPr>
              <a:xfrm>
                <a:off x="8485453" y="845598"/>
                <a:ext cx="50120" cy="76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58">
                    <a:moveTo>
                      <a:pt x="0" y="8058"/>
                    </a:moveTo>
                    <a:lnTo>
                      <a:pt x="2875" y="5418"/>
                    </a:lnTo>
                    <a:lnTo>
                      <a:pt x="5262" y="0"/>
                    </a:lnTo>
                    <a:lnTo>
                      <a:pt x="2387" y="3131"/>
                    </a:lnTo>
                    <a:close/>
                  </a:path>
                </a:pathLst>
              </a:custGeom>
              <a:solidFill>
                <a:srgbClr val="faad91"/>
              </a:solidFill>
              <a:ln w="3334" cap="flat" cmpd="sng" algn="ctr">
                <a:solidFill>
                  <a:srgbClr val="faad9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4" name="Surface mesh patch"/>
              <p:cNvSpPr/>
              <p:nvPr/>
            </p:nvSpPr>
            <p:spPr>
              <a:xfrm>
                <a:off x="8535572" y="789386"/>
                <a:ext cx="50120" cy="562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01">
                    <a:moveTo>
                      <a:pt x="0" y="5901"/>
                    </a:moveTo>
                    <a:lnTo>
                      <a:pt x="2875" y="4609"/>
                    </a:lnTo>
                    <a:lnTo>
                      <a:pt x="5262" y="0"/>
                    </a:lnTo>
                    <a:lnTo>
                      <a:pt x="2387" y="1553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5" name="Surface mesh patch"/>
              <p:cNvSpPr/>
              <p:nvPr/>
            </p:nvSpPr>
            <p:spPr>
              <a:xfrm>
                <a:off x="8585692" y="758348"/>
                <a:ext cx="50120" cy="384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37">
                    <a:moveTo>
                      <a:pt x="0" y="3259"/>
                    </a:moveTo>
                    <a:lnTo>
                      <a:pt x="2875" y="4037"/>
                    </a:lnTo>
                    <a:lnTo>
                      <a:pt x="5262" y="6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9278"/>
              </a:solidFill>
              <a:ln w="3334" cap="flat" cmpd="sng" algn="ctr">
                <a:solidFill>
                  <a:srgbClr val="f992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6" name="Surface mesh patch"/>
              <p:cNvSpPr/>
              <p:nvPr/>
            </p:nvSpPr>
            <p:spPr>
              <a:xfrm>
                <a:off x="8635812" y="747101"/>
                <a:ext cx="50120" cy="47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4">
                    <a:moveTo>
                      <a:pt x="0" y="1866"/>
                    </a:moveTo>
                    <a:lnTo>
                      <a:pt x="2875" y="4984"/>
                    </a:lnTo>
                    <a:lnTo>
                      <a:pt x="5262" y="30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6"/>
              </a:solidFill>
              <a:ln w="3334" cap="flat" cmpd="sng" algn="ctr">
                <a:solidFill>
                  <a:srgbClr val="f890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7" name="Surface mesh patch"/>
              <p:cNvSpPr/>
              <p:nvPr/>
            </p:nvSpPr>
            <p:spPr>
              <a:xfrm>
                <a:off x="8685931" y="771767"/>
                <a:ext cx="50120" cy="53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52">
                    <a:moveTo>
                      <a:pt x="0" y="480"/>
                    </a:moveTo>
                    <a:lnTo>
                      <a:pt x="2875" y="5652"/>
                    </a:lnTo>
                    <a:lnTo>
                      <a:pt x="5262" y="50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8" name="Surface mesh patch"/>
              <p:cNvSpPr/>
              <p:nvPr/>
            </p:nvSpPr>
            <p:spPr>
              <a:xfrm>
                <a:off x="8736051" y="819839"/>
                <a:ext cx="50120" cy="65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9">
                    <a:moveTo>
                      <a:pt x="0" y="0"/>
                    </a:moveTo>
                    <a:lnTo>
                      <a:pt x="2875" y="6502"/>
                    </a:lnTo>
                    <a:lnTo>
                      <a:pt x="5262" y="6849"/>
                    </a:lnTo>
                    <a:lnTo>
                      <a:pt x="2387" y="614"/>
                    </a:lnTo>
                    <a:close/>
                  </a:path>
                </a:pathLst>
              </a:custGeom>
              <a:solidFill>
                <a:srgbClr val="faa78b"/>
              </a:solidFill>
              <a:ln w="3334" cap="flat" cmpd="sng" algn="ctr">
                <a:solidFill>
                  <a:srgbClr val="faa78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9" name="Surface mesh patch"/>
              <p:cNvSpPr/>
              <p:nvPr/>
            </p:nvSpPr>
            <p:spPr>
              <a:xfrm>
                <a:off x="8786171" y="885074"/>
                <a:ext cx="50120" cy="74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9">
                    <a:moveTo>
                      <a:pt x="0" y="0"/>
                    </a:moveTo>
                    <a:lnTo>
                      <a:pt x="2875" y="6928"/>
                    </a:lnTo>
                    <a:lnTo>
                      <a:pt x="5262" y="7789"/>
                    </a:lnTo>
                    <a:lnTo>
                      <a:pt x="2387" y="1255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0" name="Surface mesh patch"/>
              <p:cNvSpPr/>
              <p:nvPr/>
            </p:nvSpPr>
            <p:spPr>
              <a:xfrm>
                <a:off x="8836290" y="959262"/>
                <a:ext cx="50120" cy="719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56">
                    <a:moveTo>
                      <a:pt x="0" y="0"/>
                    </a:moveTo>
                    <a:lnTo>
                      <a:pt x="2875" y="6554"/>
                    </a:lnTo>
                    <a:lnTo>
                      <a:pt x="5262" y="7556"/>
                    </a:lnTo>
                    <a:lnTo>
                      <a:pt x="2387" y="1444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1" name="Surface mesh patch"/>
              <p:cNvSpPr/>
              <p:nvPr/>
            </p:nvSpPr>
            <p:spPr>
              <a:xfrm>
                <a:off x="8886410" y="1031228"/>
                <a:ext cx="50120" cy="627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85">
                    <a:moveTo>
                      <a:pt x="0" y="0"/>
                    </a:moveTo>
                    <a:lnTo>
                      <a:pt x="2875" y="5674"/>
                    </a:lnTo>
                    <a:lnTo>
                      <a:pt x="5262" y="6585"/>
                    </a:lnTo>
                    <a:lnTo>
                      <a:pt x="2387" y="1307"/>
                    </a:lnTo>
                    <a:close/>
                  </a:path>
                </a:pathLst>
              </a:custGeom>
              <a:solidFill>
                <a:srgbClr val="f1d6c6"/>
              </a:solidFill>
              <a:ln w="3334" cap="flat" cmpd="sng" algn="ctr">
                <a:solidFill>
                  <a:srgbClr val="f1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2" name="Surface mesh patch"/>
              <p:cNvSpPr/>
              <p:nvPr/>
            </p:nvSpPr>
            <p:spPr>
              <a:xfrm>
                <a:off x="8936529" y="1093949"/>
                <a:ext cx="50120" cy="509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1">
                    <a:moveTo>
                      <a:pt x="0" y="0"/>
                    </a:moveTo>
                    <a:lnTo>
                      <a:pt x="2875" y="4623"/>
                    </a:lnTo>
                    <a:lnTo>
                      <a:pt x="5262" y="5351"/>
                    </a:lnTo>
                    <a:lnTo>
                      <a:pt x="2387" y="1011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3" name="Surface mesh patch"/>
              <p:cNvSpPr/>
              <p:nvPr/>
            </p:nvSpPr>
            <p:spPr>
              <a:xfrm>
                <a:off x="8986649" y="1144921"/>
                <a:ext cx="50120" cy="399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1">
                    <a:moveTo>
                      <a:pt x="0" y="0"/>
                    </a:moveTo>
                    <a:lnTo>
                      <a:pt x="2875" y="3657"/>
                    </a:lnTo>
                    <a:lnTo>
                      <a:pt x="5262" y="4191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4" name="Surface mesh patch"/>
              <p:cNvSpPr/>
              <p:nvPr/>
            </p:nvSpPr>
            <p:spPr>
              <a:xfrm>
                <a:off x="8011644" y="1279028"/>
                <a:ext cx="50120" cy="297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8">
                    <a:moveTo>
                      <a:pt x="0" y="2107"/>
                    </a:moveTo>
                    <a:lnTo>
                      <a:pt x="2875" y="3118"/>
                    </a:lnTo>
                    <a:lnTo>
                      <a:pt x="5262" y="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5" name="Surface mesh patch"/>
              <p:cNvSpPr/>
              <p:nvPr/>
            </p:nvSpPr>
            <p:spPr>
              <a:xfrm>
                <a:off x="8061764" y="1266126"/>
                <a:ext cx="50120" cy="324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04">
                    <a:moveTo>
                      <a:pt x="0" y="2221"/>
                    </a:moveTo>
                    <a:lnTo>
                      <a:pt x="2875" y="3404"/>
                    </a:lnTo>
                    <a:lnTo>
                      <a:pt x="5262" y="10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6" name="Surface mesh patch"/>
              <p:cNvSpPr/>
              <p:nvPr/>
            </p:nvSpPr>
            <p:spPr>
              <a:xfrm>
                <a:off x="8111883" y="1253408"/>
                <a:ext cx="50120" cy="34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7">
                    <a:moveTo>
                      <a:pt x="0" y="2343"/>
                    </a:moveTo>
                    <a:lnTo>
                      <a:pt x="2875" y="3597"/>
                    </a:lnTo>
                    <a:lnTo>
                      <a:pt x="5262" y="10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7" name="Surface mesh patch"/>
              <p:cNvSpPr/>
              <p:nvPr/>
            </p:nvSpPr>
            <p:spPr>
              <a:xfrm>
                <a:off x="8162003" y="1238942"/>
                <a:ext cx="50120" cy="346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532"/>
                    </a:moveTo>
                    <a:lnTo>
                      <a:pt x="2875" y="3638"/>
                    </a:lnTo>
                    <a:lnTo>
                      <a:pt x="5262" y="7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8" name="Surface mesh patch"/>
              <p:cNvSpPr/>
              <p:nvPr/>
            </p:nvSpPr>
            <p:spPr>
              <a:xfrm>
                <a:off x="8212123" y="1219048"/>
                <a:ext cx="50120" cy="33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13">
                    <a:moveTo>
                      <a:pt x="0" y="2849"/>
                    </a:moveTo>
                    <a:lnTo>
                      <a:pt x="2875" y="3513"/>
                    </a:lnTo>
                    <a:lnTo>
                      <a:pt x="5262" y="1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ef4"/>
              </a:solidFill>
              <a:ln w="3334" cap="flat" cmpd="sng" algn="ctr">
                <a:solidFill>
                  <a:srgbClr val="d0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9" name="Surface mesh patch"/>
              <p:cNvSpPr/>
              <p:nvPr/>
            </p:nvSpPr>
            <p:spPr>
              <a:xfrm>
                <a:off x="8262242" y="1182039"/>
                <a:ext cx="50120" cy="386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1">
                    <a:moveTo>
                      <a:pt x="0" y="4061"/>
                    </a:moveTo>
                    <a:lnTo>
                      <a:pt x="2875" y="3985"/>
                    </a:lnTo>
                    <a:lnTo>
                      <a:pt x="5262" y="0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0" name="Surface mesh patch"/>
              <p:cNvSpPr/>
              <p:nvPr/>
            </p:nvSpPr>
            <p:spPr>
              <a:xfrm>
                <a:off x="8312362" y="1127075"/>
                <a:ext cx="50120" cy="549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71">
                    <a:moveTo>
                      <a:pt x="0" y="5771"/>
                    </a:moveTo>
                    <a:lnTo>
                      <a:pt x="2875" y="4770"/>
                    </a:lnTo>
                    <a:lnTo>
                      <a:pt x="5262" y="0"/>
                    </a:lnTo>
                    <a:lnTo>
                      <a:pt x="2387" y="176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1" name="Surface mesh patch"/>
              <p:cNvSpPr/>
              <p:nvPr/>
            </p:nvSpPr>
            <p:spPr>
              <a:xfrm>
                <a:off x="8362482" y="1056486"/>
                <a:ext cx="50120" cy="705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1">
                    <a:moveTo>
                      <a:pt x="0" y="7411"/>
                    </a:moveTo>
                    <a:lnTo>
                      <a:pt x="2875" y="5547"/>
                    </a:lnTo>
                    <a:lnTo>
                      <a:pt x="5262" y="0"/>
                    </a:lnTo>
                    <a:lnTo>
                      <a:pt x="2387" y="2672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2" name="Surface mesh patch"/>
              <p:cNvSpPr/>
              <p:nvPr/>
            </p:nvSpPr>
            <p:spPr>
              <a:xfrm>
                <a:off x="8412601" y="976186"/>
                <a:ext cx="50120" cy="803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30">
                    <a:moveTo>
                      <a:pt x="0" y="8430"/>
                    </a:moveTo>
                    <a:lnTo>
                      <a:pt x="2875" y="6097"/>
                    </a:lnTo>
                    <a:lnTo>
                      <a:pt x="5262" y="0"/>
                    </a:lnTo>
                    <a:lnTo>
                      <a:pt x="2387" y="3066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3" name="Surface mesh patch"/>
              <p:cNvSpPr/>
              <p:nvPr/>
            </p:nvSpPr>
            <p:spPr>
              <a:xfrm>
                <a:off x="8462721" y="897202"/>
                <a:ext cx="50120" cy="789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92">
                    <a:moveTo>
                      <a:pt x="0" y="8292"/>
                    </a:moveTo>
                    <a:lnTo>
                      <a:pt x="2875" y="6197"/>
                    </a:lnTo>
                    <a:lnTo>
                      <a:pt x="5262" y="0"/>
                    </a:lnTo>
                    <a:lnTo>
                      <a:pt x="2387" y="2640"/>
                    </a:lnTo>
                    <a:close/>
                  </a:path>
                </a:pathLst>
              </a:custGeom>
              <a:solidFill>
                <a:srgbClr val="fbb79b"/>
              </a:solidFill>
              <a:ln w="3334" cap="flat" cmpd="sng" algn="ctr">
                <a:solidFill>
                  <a:srgbClr val="fbb7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4" name="Surface mesh patch"/>
              <p:cNvSpPr/>
              <p:nvPr/>
            </p:nvSpPr>
            <p:spPr>
              <a:xfrm>
                <a:off x="8512840" y="833283"/>
                <a:ext cx="50120" cy="639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11">
                    <a:moveTo>
                      <a:pt x="0" y="6711"/>
                    </a:moveTo>
                    <a:lnTo>
                      <a:pt x="2875" y="5719"/>
                    </a:lnTo>
                    <a:lnTo>
                      <a:pt x="5262" y="0"/>
                    </a:lnTo>
                    <a:lnTo>
                      <a:pt x="2387" y="1293"/>
                    </a:lnTo>
                    <a:close/>
                  </a:path>
                </a:pathLst>
              </a:custGeom>
              <a:solidFill>
                <a:srgbClr val="faa68a"/>
              </a:solidFill>
              <a:ln w="3334" cap="flat" cmpd="sng" algn="ctr">
                <a:solidFill>
                  <a:srgbClr val="faa68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5" name="Surface mesh patch"/>
              <p:cNvSpPr/>
              <p:nvPr/>
            </p:nvSpPr>
            <p:spPr>
              <a:xfrm>
                <a:off x="8562960" y="789386"/>
                <a:ext cx="50120" cy="521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73">
                    <a:moveTo>
                      <a:pt x="0" y="4609"/>
                    </a:moveTo>
                    <a:lnTo>
                      <a:pt x="2875" y="5473"/>
                    </a:lnTo>
                    <a:lnTo>
                      <a:pt x="5262" y="7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6" name="Surface mesh patch"/>
              <p:cNvSpPr/>
              <p:nvPr/>
            </p:nvSpPr>
            <p:spPr>
              <a:xfrm>
                <a:off x="8613080" y="764877"/>
                <a:ext cx="50120" cy="61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4">
                    <a:moveTo>
                      <a:pt x="0" y="3351"/>
                    </a:moveTo>
                    <a:lnTo>
                      <a:pt x="2875" y="6444"/>
                    </a:lnTo>
                    <a:lnTo>
                      <a:pt x="5262" y="3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57a"/>
              </a:solidFill>
              <a:ln w="3334" cap="flat" cmpd="sng" algn="ctr">
                <a:solidFill>
                  <a:srgbClr val="fa95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7" name="Surface mesh patch"/>
              <p:cNvSpPr/>
              <p:nvPr/>
            </p:nvSpPr>
            <p:spPr>
              <a:xfrm>
                <a:off x="8663199" y="776337"/>
                <a:ext cx="50120" cy="674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1">
                    <a:moveTo>
                      <a:pt x="0" y="1914"/>
                    </a:moveTo>
                    <a:lnTo>
                      <a:pt x="2875" y="7081"/>
                    </a:lnTo>
                    <a:lnTo>
                      <a:pt x="5262" y="51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8" name="Surface mesh patch"/>
              <p:cNvSpPr/>
              <p:nvPr/>
            </p:nvSpPr>
            <p:spPr>
              <a:xfrm>
                <a:off x="8713319" y="819839"/>
                <a:ext cx="50120" cy="687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15">
                    <a:moveTo>
                      <a:pt x="0" y="605"/>
                    </a:moveTo>
                    <a:lnTo>
                      <a:pt x="2875" y="7215"/>
                    </a:lnTo>
                    <a:lnTo>
                      <a:pt x="5262" y="65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9" name="Surface mesh patch"/>
              <p:cNvSpPr/>
              <p:nvPr/>
            </p:nvSpPr>
            <p:spPr>
              <a:xfrm>
                <a:off x="8763439" y="881770"/>
                <a:ext cx="50120" cy="69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75">
                    <a:moveTo>
                      <a:pt x="0" y="0"/>
                    </a:moveTo>
                    <a:lnTo>
                      <a:pt x="2875" y="7169"/>
                    </a:lnTo>
                    <a:lnTo>
                      <a:pt x="5262" y="7275"/>
                    </a:lnTo>
                    <a:lnTo>
                      <a:pt x="2387" y="347"/>
                    </a:lnTo>
                    <a:close/>
                  </a:path>
                </a:pathLst>
              </a:custGeom>
              <a:solidFill>
                <a:srgbClr val="fbb599"/>
              </a:solidFill>
              <a:ln w="3334" cap="flat" cmpd="sng" algn="ctr">
                <a:solidFill>
                  <a:srgbClr val="fbb5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0" name="Surface mesh patch"/>
              <p:cNvSpPr/>
              <p:nvPr/>
            </p:nvSpPr>
            <p:spPr>
              <a:xfrm>
                <a:off x="8813558" y="951059"/>
                <a:ext cx="50120" cy="70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5">
                    <a:moveTo>
                      <a:pt x="0" y="0"/>
                    </a:moveTo>
                    <a:lnTo>
                      <a:pt x="2875" y="6874"/>
                    </a:lnTo>
                    <a:lnTo>
                      <a:pt x="5262" y="7415"/>
                    </a:lnTo>
                    <a:lnTo>
                      <a:pt x="2387" y="861"/>
                    </a:lnTo>
                    <a:close/>
                  </a:path>
                </a:pathLst>
              </a:custGeom>
              <a:solidFill>
                <a:srgbClr val="fbc6aa"/>
              </a:solidFill>
              <a:ln w="3334" cap="flat" cmpd="sng" algn="ctr">
                <a:solidFill>
                  <a:srgbClr val="fbc6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1" name="Surface mesh patch"/>
              <p:cNvSpPr/>
              <p:nvPr/>
            </p:nvSpPr>
            <p:spPr>
              <a:xfrm>
                <a:off x="8863678" y="1021690"/>
                <a:ext cx="50120" cy="63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76">
                    <a:moveTo>
                      <a:pt x="0" y="0"/>
                    </a:moveTo>
                    <a:lnTo>
                      <a:pt x="2875" y="5982"/>
                    </a:lnTo>
                    <a:lnTo>
                      <a:pt x="5262" y="6676"/>
                    </a:lnTo>
                    <a:lnTo>
                      <a:pt x="2387" y="1001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2" name="Surface mesh patch"/>
              <p:cNvSpPr/>
              <p:nvPr/>
            </p:nvSpPr>
            <p:spPr>
              <a:xfrm>
                <a:off x="8913798" y="1085277"/>
                <a:ext cx="50120" cy="527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4">
                    <a:moveTo>
                      <a:pt x="0" y="0"/>
                    </a:moveTo>
                    <a:lnTo>
                      <a:pt x="2875" y="4837"/>
                    </a:lnTo>
                    <a:lnTo>
                      <a:pt x="5262" y="5534"/>
                    </a:lnTo>
                    <a:lnTo>
                      <a:pt x="2387" y="910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3" name="Surface mesh patch"/>
              <p:cNvSpPr/>
              <p:nvPr/>
            </p:nvSpPr>
            <p:spPr>
              <a:xfrm>
                <a:off x="8963917" y="1137988"/>
                <a:ext cx="50120" cy="41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5">
                    <a:moveTo>
                      <a:pt x="0" y="0"/>
                    </a:moveTo>
                    <a:lnTo>
                      <a:pt x="2875" y="3744"/>
                    </a:lnTo>
                    <a:lnTo>
                      <a:pt x="5262" y="4385"/>
                    </a:lnTo>
                    <a:lnTo>
                      <a:pt x="2387" y="728"/>
                    </a:lnTo>
                    <a:close/>
                  </a:path>
                </a:pathLst>
              </a:custGeom>
              <a:solidFill>
                <a:srgbClr val="dfe1ea"/>
              </a:solidFill>
              <a:ln w="3334" cap="flat" cmpd="sng" algn="ctr">
                <a:solidFill>
                  <a:srgbClr val="df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4" name="Surface mesh patch"/>
              <p:cNvSpPr/>
              <p:nvPr/>
            </p:nvSpPr>
            <p:spPr>
              <a:xfrm>
                <a:off x="9014037" y="1179751"/>
                <a:ext cx="50120" cy="32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0">
                    <a:moveTo>
                      <a:pt x="0" y="0"/>
                    </a:moveTo>
                    <a:lnTo>
                      <a:pt x="2875" y="2880"/>
                    </a:lnTo>
                    <a:lnTo>
                      <a:pt x="5262" y="3430"/>
                    </a:lnTo>
                    <a:lnTo>
                      <a:pt x="2387" y="535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5" name="Surface mesh patch"/>
              <p:cNvSpPr/>
              <p:nvPr/>
            </p:nvSpPr>
            <p:spPr>
              <a:xfrm>
                <a:off x="7988912" y="1299100"/>
                <a:ext cx="50120" cy="31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68">
                    <a:moveTo>
                      <a:pt x="0" y="2107"/>
                    </a:moveTo>
                    <a:lnTo>
                      <a:pt x="2875" y="3268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6" name="Surface mesh patch"/>
              <p:cNvSpPr/>
              <p:nvPr/>
            </p:nvSpPr>
            <p:spPr>
              <a:xfrm>
                <a:off x="8039032" y="1287278"/>
                <a:ext cx="50120" cy="343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08">
                    <a:moveTo>
                      <a:pt x="0" y="2252"/>
                    </a:moveTo>
                    <a:lnTo>
                      <a:pt x="2875" y="3608"/>
                    </a:lnTo>
                    <a:lnTo>
                      <a:pt x="5262" y="1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7" name="Surface mesh patch"/>
              <p:cNvSpPr/>
              <p:nvPr/>
            </p:nvSpPr>
            <p:spPr>
              <a:xfrm>
                <a:off x="8089151" y="1275729"/>
                <a:ext cx="50120" cy="36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1">
                    <a:moveTo>
                      <a:pt x="0" y="2396"/>
                    </a:moveTo>
                    <a:lnTo>
                      <a:pt x="2875" y="3871"/>
                    </a:lnTo>
                    <a:lnTo>
                      <a:pt x="5262" y="12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8" name="Surface mesh patch"/>
              <p:cNvSpPr/>
              <p:nvPr/>
            </p:nvSpPr>
            <p:spPr>
              <a:xfrm>
                <a:off x="8139271" y="1263057"/>
                <a:ext cx="50120" cy="38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98">
                    <a:moveTo>
                      <a:pt x="0" y="2584"/>
                    </a:moveTo>
                    <a:lnTo>
                      <a:pt x="2875" y="3998"/>
                    </a:lnTo>
                    <a:lnTo>
                      <a:pt x="5262" y="1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9" name="Surface mesh patch"/>
              <p:cNvSpPr/>
              <p:nvPr/>
            </p:nvSpPr>
            <p:spPr>
              <a:xfrm>
                <a:off x="8189391" y="1246185"/>
                <a:ext cx="50120" cy="37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1">
                    <a:moveTo>
                      <a:pt x="0" y="2878"/>
                    </a:moveTo>
                    <a:lnTo>
                      <a:pt x="2875" y="3971"/>
                    </a:lnTo>
                    <a:lnTo>
                      <a:pt x="5262" y="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0" name="Surface mesh patch"/>
              <p:cNvSpPr/>
              <p:nvPr/>
            </p:nvSpPr>
            <p:spPr>
              <a:xfrm>
                <a:off x="8239510" y="1219997"/>
                <a:ext cx="50120" cy="372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07">
                    <a:moveTo>
                      <a:pt x="0" y="3414"/>
                    </a:moveTo>
                    <a:lnTo>
                      <a:pt x="2875" y="3907"/>
                    </a:lnTo>
                    <a:lnTo>
                      <a:pt x="5262" y="0"/>
                    </a:lnTo>
                    <a:lnTo>
                      <a:pt x="2387" y="76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1" name="Surface mesh patch"/>
              <p:cNvSpPr/>
              <p:nvPr/>
            </p:nvSpPr>
            <p:spPr>
              <a:xfrm>
                <a:off x="8289630" y="1172509"/>
                <a:ext cx="50120" cy="474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6">
                    <a:moveTo>
                      <a:pt x="0" y="4986"/>
                    </a:moveTo>
                    <a:lnTo>
                      <a:pt x="2875" y="4682"/>
                    </a:lnTo>
                    <a:lnTo>
                      <a:pt x="5262" y="0"/>
                    </a:lnTo>
                    <a:lnTo>
                      <a:pt x="2387" y="1001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2" name="Surface mesh patch"/>
              <p:cNvSpPr/>
              <p:nvPr/>
            </p:nvSpPr>
            <p:spPr>
              <a:xfrm>
                <a:off x="8339750" y="1109320"/>
                <a:ext cx="50120" cy="63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34">
                    <a:moveTo>
                      <a:pt x="0" y="6634"/>
                    </a:moveTo>
                    <a:lnTo>
                      <a:pt x="2875" y="5532"/>
                    </a:lnTo>
                    <a:lnTo>
                      <a:pt x="5262" y="0"/>
                    </a:lnTo>
                    <a:lnTo>
                      <a:pt x="2387" y="1864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3" name="Surface mesh patch"/>
              <p:cNvSpPr/>
              <p:nvPr/>
            </p:nvSpPr>
            <p:spPr>
              <a:xfrm>
                <a:off x="8389869" y="1034257"/>
                <a:ext cx="50120" cy="750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81">
                    <a:moveTo>
                      <a:pt x="0" y="7881"/>
                    </a:moveTo>
                    <a:lnTo>
                      <a:pt x="2875" y="6269"/>
                    </a:lnTo>
                    <a:lnTo>
                      <a:pt x="5262" y="0"/>
                    </a:lnTo>
                    <a:lnTo>
                      <a:pt x="2387" y="2334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4" name="Surface mesh patch"/>
              <p:cNvSpPr/>
              <p:nvPr/>
            </p:nvSpPr>
            <p:spPr>
              <a:xfrm>
                <a:off x="8439989" y="956231"/>
                <a:ext cx="50120" cy="78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2">
                    <a:moveTo>
                      <a:pt x="0" y="8192"/>
                    </a:moveTo>
                    <a:lnTo>
                      <a:pt x="2875" y="6660"/>
                    </a:lnTo>
                    <a:lnTo>
                      <a:pt x="5262" y="0"/>
                    </a:lnTo>
                    <a:lnTo>
                      <a:pt x="2387" y="2095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5" name="Surface mesh patch"/>
              <p:cNvSpPr/>
              <p:nvPr/>
            </p:nvSpPr>
            <p:spPr>
              <a:xfrm>
                <a:off x="8490109" y="887752"/>
                <a:ext cx="50120" cy="68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9">
                    <a:moveTo>
                      <a:pt x="0" y="7189"/>
                    </a:moveTo>
                    <a:lnTo>
                      <a:pt x="2875" y="6520"/>
                    </a:lnTo>
                    <a:lnTo>
                      <a:pt x="5262" y="0"/>
                    </a:lnTo>
                    <a:lnTo>
                      <a:pt x="2387" y="992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6" name="Surface mesh patch"/>
              <p:cNvSpPr/>
              <p:nvPr/>
            </p:nvSpPr>
            <p:spPr>
              <a:xfrm>
                <a:off x="8540228" y="833283"/>
                <a:ext cx="50120" cy="634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59">
                    <a:moveTo>
                      <a:pt x="0" y="5719"/>
                    </a:moveTo>
                    <a:lnTo>
                      <a:pt x="2875" y="6659"/>
                    </a:lnTo>
                    <a:lnTo>
                      <a:pt x="5262" y="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7" name="Surface mesh patch"/>
              <p:cNvSpPr/>
              <p:nvPr/>
            </p:nvSpPr>
            <p:spPr>
              <a:xfrm>
                <a:off x="8590348" y="796798"/>
                <a:ext cx="50120" cy="73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94">
                    <a:moveTo>
                      <a:pt x="0" y="4694"/>
                    </a:moveTo>
                    <a:lnTo>
                      <a:pt x="2875" y="7694"/>
                    </a:lnTo>
                    <a:lnTo>
                      <a:pt x="5262" y="30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8" name="Surface mesh patch"/>
              <p:cNvSpPr/>
              <p:nvPr/>
            </p:nvSpPr>
            <p:spPr>
              <a:xfrm>
                <a:off x="8640468" y="794569"/>
                <a:ext cx="50120" cy="79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57">
                    <a:moveTo>
                      <a:pt x="0" y="3326"/>
                    </a:moveTo>
                    <a:lnTo>
                      <a:pt x="2875" y="8357"/>
                    </a:lnTo>
                    <a:lnTo>
                      <a:pt x="5262" y="5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9" name="Surface mesh patch"/>
              <p:cNvSpPr/>
              <p:nvPr/>
            </p:nvSpPr>
            <p:spPr>
              <a:xfrm>
                <a:off x="8690587" y="825601"/>
                <a:ext cx="50120" cy="80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5">
                    <a:moveTo>
                      <a:pt x="0" y="1909"/>
                    </a:moveTo>
                    <a:lnTo>
                      <a:pt x="2875" y="8455"/>
                    </a:lnTo>
                    <a:lnTo>
                      <a:pt x="5262" y="66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0" name="Surface mesh patch"/>
              <p:cNvSpPr/>
              <p:nvPr/>
            </p:nvSpPr>
            <p:spPr>
              <a:xfrm>
                <a:off x="8740707" y="881770"/>
                <a:ext cx="50120" cy="75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44">
                    <a:moveTo>
                      <a:pt x="0" y="713"/>
                    </a:moveTo>
                    <a:lnTo>
                      <a:pt x="2875" y="7944"/>
                    </a:lnTo>
                    <a:lnTo>
                      <a:pt x="5262" y="71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296"/>
              </a:solidFill>
              <a:ln w="3334" cap="flat" cmpd="sng" algn="ctr">
                <a:solidFill>
                  <a:srgbClr val="fab2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1" name="Surface mesh patch"/>
              <p:cNvSpPr/>
              <p:nvPr/>
            </p:nvSpPr>
            <p:spPr>
              <a:xfrm>
                <a:off x="8790826" y="950056"/>
                <a:ext cx="50120" cy="670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35">
                    <a:moveTo>
                      <a:pt x="0" y="0"/>
                    </a:moveTo>
                    <a:lnTo>
                      <a:pt x="2875" y="7035"/>
                    </a:lnTo>
                    <a:lnTo>
                      <a:pt x="5262" y="6980"/>
                    </a:lnTo>
                    <a:lnTo>
                      <a:pt x="2387" y="105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2" name="Surface mesh patch"/>
              <p:cNvSpPr/>
              <p:nvPr/>
            </p:nvSpPr>
            <p:spPr>
              <a:xfrm>
                <a:off x="8840946" y="1016538"/>
                <a:ext cx="50120" cy="621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2">
                    <a:moveTo>
                      <a:pt x="0" y="0"/>
                    </a:moveTo>
                    <a:lnTo>
                      <a:pt x="2875" y="6160"/>
                    </a:lnTo>
                    <a:lnTo>
                      <a:pt x="5262" y="6522"/>
                    </a:lnTo>
                    <a:lnTo>
                      <a:pt x="2387" y="541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3" name="Surface mesh patch"/>
              <p:cNvSpPr/>
              <p:nvPr/>
            </p:nvSpPr>
            <p:spPr>
              <a:xfrm>
                <a:off x="8891066" y="1078663"/>
                <a:ext cx="50120" cy="526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1">
                    <a:moveTo>
                      <a:pt x="0" y="0"/>
                    </a:moveTo>
                    <a:lnTo>
                      <a:pt x="2875" y="4946"/>
                    </a:lnTo>
                    <a:lnTo>
                      <a:pt x="5262" y="5531"/>
                    </a:lnTo>
                    <a:lnTo>
                      <a:pt x="2387" y="694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4" name="Surface mesh patch"/>
              <p:cNvSpPr/>
              <p:nvPr/>
            </p:nvSpPr>
            <p:spPr>
              <a:xfrm>
                <a:off x="8941185" y="1131350"/>
                <a:ext cx="50120" cy="42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41">
                    <a:moveTo>
                      <a:pt x="0" y="0"/>
                    </a:moveTo>
                    <a:lnTo>
                      <a:pt x="2875" y="3733"/>
                    </a:lnTo>
                    <a:lnTo>
                      <a:pt x="5262" y="4441"/>
                    </a:lnTo>
                    <a:lnTo>
                      <a:pt x="2387" y="697"/>
                    </a:lnTo>
                    <a:close/>
                  </a:path>
                </a:pathLst>
              </a:custGeom>
              <a:solidFill>
                <a:srgbClr val="e3dfe3"/>
              </a:solidFill>
              <a:ln w="3334" cap="flat" cmpd="sng" algn="ctr">
                <a:solidFill>
                  <a:srgbClr val="e3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5" name="Surface mesh patch"/>
              <p:cNvSpPr/>
              <p:nvPr/>
            </p:nvSpPr>
            <p:spPr>
              <a:xfrm>
                <a:off x="8991305" y="1173651"/>
                <a:ext cx="50120" cy="335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20">
                    <a:moveTo>
                      <a:pt x="0" y="0"/>
                    </a:moveTo>
                    <a:lnTo>
                      <a:pt x="2875" y="2759"/>
                    </a:lnTo>
                    <a:lnTo>
                      <a:pt x="5262" y="3520"/>
                    </a:lnTo>
                    <a:lnTo>
                      <a:pt x="2387" y="640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6" name="Surface mesh patch"/>
              <p:cNvSpPr/>
              <p:nvPr/>
            </p:nvSpPr>
            <p:spPr>
              <a:xfrm>
                <a:off x="9041425" y="1207179"/>
                <a:ext cx="50120" cy="269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7">
                    <a:moveTo>
                      <a:pt x="0" y="0"/>
                    </a:moveTo>
                    <a:lnTo>
                      <a:pt x="2875" y="2107"/>
                    </a:lnTo>
                    <a:lnTo>
                      <a:pt x="5262" y="2827"/>
                    </a:lnTo>
                    <a:lnTo>
                      <a:pt x="2387" y="55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7" name="Surface mesh patch"/>
              <p:cNvSpPr/>
              <p:nvPr/>
            </p:nvSpPr>
            <p:spPr>
              <a:xfrm>
                <a:off x="7966180" y="1319167"/>
                <a:ext cx="50120" cy="32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92">
                    <a:moveTo>
                      <a:pt x="0" y="2080"/>
                    </a:moveTo>
                    <a:lnTo>
                      <a:pt x="2875" y="3392"/>
                    </a:lnTo>
                    <a:lnTo>
                      <a:pt x="5262" y="1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8" name="Surface mesh patch"/>
              <p:cNvSpPr/>
              <p:nvPr/>
            </p:nvSpPr>
            <p:spPr>
              <a:xfrm>
                <a:off x="8016300" y="1308731"/>
                <a:ext cx="50120" cy="35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79">
                    <a:moveTo>
                      <a:pt x="0" y="2257"/>
                    </a:moveTo>
                    <a:lnTo>
                      <a:pt x="2875" y="3779"/>
                    </a:lnTo>
                    <a:lnTo>
                      <a:pt x="5262" y="13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9" name="Surface mesh patch"/>
              <p:cNvSpPr/>
              <p:nvPr/>
            </p:nvSpPr>
            <p:spPr>
              <a:xfrm>
                <a:off x="8066420" y="1298548"/>
                <a:ext cx="50120" cy="39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5">
                    <a:moveTo>
                      <a:pt x="0" y="2424"/>
                    </a:moveTo>
                    <a:lnTo>
                      <a:pt x="2875" y="4105"/>
                    </a:lnTo>
                    <a:lnTo>
                      <a:pt x="5262" y="14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0" name="Surface mesh patch"/>
              <p:cNvSpPr/>
              <p:nvPr/>
            </p:nvSpPr>
            <p:spPr>
              <a:xfrm>
                <a:off x="8116539" y="1287666"/>
                <a:ext cx="50120" cy="40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04">
                    <a:moveTo>
                      <a:pt x="0" y="2618"/>
                    </a:moveTo>
                    <a:lnTo>
                      <a:pt x="2875" y="4304"/>
                    </a:lnTo>
                    <a:lnTo>
                      <a:pt x="5262" y="14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1" name="Surface mesh patch"/>
              <p:cNvSpPr/>
              <p:nvPr/>
            </p:nvSpPr>
            <p:spPr>
              <a:xfrm>
                <a:off x="8166659" y="1273599"/>
                <a:ext cx="50120" cy="41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52">
                    <a:moveTo>
                      <a:pt x="0" y="2892"/>
                    </a:moveTo>
                    <a:lnTo>
                      <a:pt x="2875" y="4352"/>
                    </a:lnTo>
                    <a:lnTo>
                      <a:pt x="5262" y="10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2" name="Surface mesh patch"/>
              <p:cNvSpPr/>
              <p:nvPr/>
            </p:nvSpPr>
            <p:spPr>
              <a:xfrm>
                <a:off x="8216779" y="1252513"/>
                <a:ext cx="50120" cy="408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7">
                    <a:moveTo>
                      <a:pt x="0" y="3307"/>
                    </a:moveTo>
                    <a:lnTo>
                      <a:pt x="2875" y="4287"/>
                    </a:lnTo>
                    <a:lnTo>
                      <a:pt x="5262" y="4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3" name="Surface mesh patch"/>
              <p:cNvSpPr/>
              <p:nvPr/>
            </p:nvSpPr>
            <p:spPr>
              <a:xfrm>
                <a:off x="8266898" y="1217104"/>
                <a:ext cx="50120" cy="429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14">
                    <a:moveTo>
                      <a:pt x="0" y="4211"/>
                    </a:moveTo>
                    <a:lnTo>
                      <a:pt x="2875" y="4514"/>
                    </a:lnTo>
                    <a:lnTo>
                      <a:pt x="5262" y="0"/>
                    </a:lnTo>
                    <a:lnTo>
                      <a:pt x="2387" y="304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4" name="Surface mesh patch"/>
              <p:cNvSpPr/>
              <p:nvPr/>
            </p:nvSpPr>
            <p:spPr>
              <a:xfrm>
                <a:off x="8317018" y="1162014"/>
                <a:ext cx="50120" cy="550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84">
                    <a:moveTo>
                      <a:pt x="0" y="5784"/>
                    </a:moveTo>
                    <a:lnTo>
                      <a:pt x="2875" y="5366"/>
                    </a:lnTo>
                    <a:lnTo>
                      <a:pt x="5262" y="0"/>
                    </a:lnTo>
                    <a:lnTo>
                      <a:pt x="2387" y="1102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5" name="Surface mesh patch"/>
              <p:cNvSpPr/>
              <p:nvPr/>
            </p:nvSpPr>
            <p:spPr>
              <a:xfrm>
                <a:off x="8367137" y="1093967"/>
                <a:ext cx="50120" cy="68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44">
                    <a:moveTo>
                      <a:pt x="0" y="7144"/>
                    </a:moveTo>
                    <a:lnTo>
                      <a:pt x="2875" y="6206"/>
                    </a:lnTo>
                    <a:lnTo>
                      <a:pt x="5262" y="0"/>
                    </a:lnTo>
                    <a:lnTo>
                      <a:pt x="2387" y="1612"/>
                    </a:lnTo>
                    <a:close/>
                  </a:path>
                </a:pathLst>
              </a:custGeom>
              <a:solidFill>
                <a:srgbClr val="edd9ce"/>
              </a:solidFill>
              <a:ln w="3334" cap="flat" cmpd="sng" algn="ctr">
                <a:solidFill>
                  <a:srgbClr val="edd9c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6" name="Surface mesh patch"/>
              <p:cNvSpPr/>
              <p:nvPr/>
            </p:nvSpPr>
            <p:spPr>
              <a:xfrm>
                <a:off x="8417257" y="1019670"/>
                <a:ext cx="50120" cy="742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00">
                    <a:moveTo>
                      <a:pt x="0" y="7800"/>
                    </a:moveTo>
                    <a:lnTo>
                      <a:pt x="2875" y="6817"/>
                    </a:lnTo>
                    <a:lnTo>
                      <a:pt x="5262" y="0"/>
                    </a:lnTo>
                    <a:lnTo>
                      <a:pt x="2387" y="1531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7" name="Surface mesh patch"/>
              <p:cNvSpPr/>
              <p:nvPr/>
            </p:nvSpPr>
            <p:spPr>
              <a:xfrm>
                <a:off x="8467377" y="949856"/>
                <a:ext cx="50120" cy="69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30">
                    <a:moveTo>
                      <a:pt x="0" y="7330"/>
                    </a:moveTo>
                    <a:lnTo>
                      <a:pt x="2875" y="6984"/>
                    </a:lnTo>
                    <a:lnTo>
                      <a:pt x="5262" y="0"/>
                    </a:lnTo>
                    <a:lnTo>
                      <a:pt x="2387" y="669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8" name="Surface mesh patch"/>
              <p:cNvSpPr/>
              <p:nvPr/>
            </p:nvSpPr>
            <p:spPr>
              <a:xfrm>
                <a:off x="8517496" y="887752"/>
                <a:ext cx="50120" cy="71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23">
                    <a:moveTo>
                      <a:pt x="0" y="6520"/>
                    </a:moveTo>
                    <a:lnTo>
                      <a:pt x="2875" y="7523"/>
                    </a:lnTo>
                    <a:lnTo>
                      <a:pt x="5262" y="9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9" name="Surface mesh patch"/>
              <p:cNvSpPr/>
              <p:nvPr/>
            </p:nvSpPr>
            <p:spPr>
              <a:xfrm>
                <a:off x="8567616" y="841512"/>
                <a:ext cx="50120" cy="823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41">
                    <a:moveTo>
                      <a:pt x="0" y="5795"/>
                    </a:moveTo>
                    <a:lnTo>
                      <a:pt x="2875" y="8641"/>
                    </a:lnTo>
                    <a:lnTo>
                      <a:pt x="5262" y="29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68a"/>
              </a:solidFill>
              <a:ln w="3334" cap="flat" cmpd="sng" algn="ctr">
                <a:solidFill>
                  <a:srgbClr val="faa68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0" name="Surface mesh patch"/>
              <p:cNvSpPr/>
              <p:nvPr/>
            </p:nvSpPr>
            <p:spPr>
              <a:xfrm>
                <a:off x="8617736" y="826253"/>
                <a:ext cx="50120" cy="893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75">
                    <a:moveTo>
                      <a:pt x="0" y="4601"/>
                    </a:moveTo>
                    <a:lnTo>
                      <a:pt x="2875" y="9375"/>
                    </a:lnTo>
                    <a:lnTo>
                      <a:pt x="5262" y="5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1" name="Surface mesh patch"/>
              <p:cNvSpPr/>
              <p:nvPr/>
            </p:nvSpPr>
            <p:spPr>
              <a:xfrm>
                <a:off x="8667855" y="843781"/>
                <a:ext cx="50120" cy="90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02">
                    <a:moveTo>
                      <a:pt x="0" y="3190"/>
                    </a:moveTo>
                    <a:lnTo>
                      <a:pt x="2875" y="9502"/>
                    </a:lnTo>
                    <a:lnTo>
                      <a:pt x="5262" y="6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2" name="Surface mesh patch"/>
              <p:cNvSpPr/>
              <p:nvPr/>
            </p:nvSpPr>
            <p:spPr>
              <a:xfrm>
                <a:off x="8717975" y="888563"/>
                <a:ext cx="50120" cy="851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44">
                    <a:moveTo>
                      <a:pt x="0" y="1845"/>
                    </a:moveTo>
                    <a:lnTo>
                      <a:pt x="2875" y="8944"/>
                    </a:lnTo>
                    <a:lnTo>
                      <a:pt x="5262" y="72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397"/>
              </a:solidFill>
              <a:ln w="3334" cap="flat" cmpd="sng" algn="ctr">
                <a:solidFill>
                  <a:srgbClr val="fa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3" name="Surface mesh patch"/>
              <p:cNvSpPr/>
              <p:nvPr/>
            </p:nvSpPr>
            <p:spPr>
              <a:xfrm>
                <a:off x="8768095" y="950056"/>
                <a:ext cx="50120" cy="741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6">
                    <a:moveTo>
                      <a:pt x="0" y="775"/>
                    </a:moveTo>
                    <a:lnTo>
                      <a:pt x="2875" y="7786"/>
                    </a:lnTo>
                    <a:lnTo>
                      <a:pt x="5262" y="70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4" name="Surface mesh patch"/>
              <p:cNvSpPr/>
              <p:nvPr/>
            </p:nvSpPr>
            <p:spPr>
              <a:xfrm>
                <a:off x="8818214" y="1016538"/>
                <a:ext cx="50120" cy="59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35">
                    <a:moveTo>
                      <a:pt x="0" y="55"/>
                    </a:moveTo>
                    <a:lnTo>
                      <a:pt x="2875" y="6235"/>
                    </a:lnTo>
                    <a:lnTo>
                      <a:pt x="5262" y="61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5" name="Surface mesh patch"/>
              <p:cNvSpPr/>
              <p:nvPr/>
            </p:nvSpPr>
            <p:spPr>
              <a:xfrm>
                <a:off x="8868334" y="1075216"/>
                <a:ext cx="50120" cy="505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8">
                    <a:moveTo>
                      <a:pt x="0" y="0"/>
                    </a:moveTo>
                    <a:lnTo>
                      <a:pt x="2875" y="4917"/>
                    </a:lnTo>
                    <a:lnTo>
                      <a:pt x="5262" y="5308"/>
                    </a:lnTo>
                    <a:lnTo>
                      <a:pt x="2387" y="362"/>
                    </a:lnTo>
                    <a:close/>
                  </a:path>
                </a:pathLst>
              </a:custGeom>
              <a:solidFill>
                <a:srgbClr val="f0d7c9"/>
              </a:solidFill>
              <a:ln w="3334" cap="flat" cmpd="sng" algn="ctr">
                <a:solidFill>
                  <a:srgbClr val="f0d7c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6" name="Surface mesh patch"/>
              <p:cNvSpPr/>
              <p:nvPr/>
            </p:nvSpPr>
            <p:spPr>
              <a:xfrm>
                <a:off x="8918454" y="1125770"/>
                <a:ext cx="50120" cy="411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8">
                    <a:moveTo>
                      <a:pt x="0" y="0"/>
                    </a:moveTo>
                    <a:lnTo>
                      <a:pt x="2875" y="3592"/>
                    </a:lnTo>
                    <a:lnTo>
                      <a:pt x="5262" y="4318"/>
                    </a:lnTo>
                    <a:lnTo>
                      <a:pt x="2387" y="586"/>
                    </a:lnTo>
                    <a:close/>
                  </a:path>
                </a:pathLst>
              </a:custGeom>
              <a:solidFill>
                <a:srgbClr val="e6dddc"/>
              </a:solidFill>
              <a:ln w="3334" cap="flat" cmpd="sng" algn="ctr">
                <a:solidFill>
                  <a:srgbClr val="e6ddd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7" name="Surface mesh patch"/>
              <p:cNvSpPr/>
              <p:nvPr/>
            </p:nvSpPr>
            <p:spPr>
              <a:xfrm>
                <a:off x="8968573" y="1166903"/>
                <a:ext cx="50120" cy="33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7">
                    <a:moveTo>
                      <a:pt x="0" y="0"/>
                    </a:moveTo>
                    <a:lnTo>
                      <a:pt x="2875" y="2502"/>
                    </a:lnTo>
                    <a:lnTo>
                      <a:pt x="5262" y="3467"/>
                    </a:lnTo>
                    <a:lnTo>
                      <a:pt x="2387" y="708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8" name="Surface mesh patch"/>
              <p:cNvSpPr/>
              <p:nvPr/>
            </p:nvSpPr>
            <p:spPr>
              <a:xfrm>
                <a:off x="9018693" y="1199927"/>
                <a:ext cx="50120" cy="273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9">
                    <a:moveTo>
                      <a:pt x="0" y="0"/>
                    </a:moveTo>
                    <a:lnTo>
                      <a:pt x="2875" y="1795"/>
                    </a:lnTo>
                    <a:lnTo>
                      <a:pt x="5262" y="2869"/>
                    </a:lnTo>
                    <a:lnTo>
                      <a:pt x="2387" y="761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9" name="Surface mesh patch"/>
              <p:cNvSpPr/>
              <p:nvPr/>
            </p:nvSpPr>
            <p:spPr>
              <a:xfrm>
                <a:off x="9068812" y="1227252"/>
                <a:ext cx="50120" cy="232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2">
                    <a:moveTo>
                      <a:pt x="0" y="0"/>
                    </a:moveTo>
                    <a:lnTo>
                      <a:pt x="2875" y="1446"/>
                    </a:lnTo>
                    <a:lnTo>
                      <a:pt x="5262" y="2442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0" name="Surface mesh patch"/>
              <p:cNvSpPr/>
              <p:nvPr/>
            </p:nvSpPr>
            <p:spPr>
              <a:xfrm>
                <a:off x="7943448" y="1338978"/>
                <a:ext cx="50120" cy="33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81">
                    <a:moveTo>
                      <a:pt x="0" y="2025"/>
                    </a:moveTo>
                    <a:lnTo>
                      <a:pt x="2875" y="3481"/>
                    </a:lnTo>
                    <a:lnTo>
                      <a:pt x="5262" y="1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1" name="Surface mesh patch"/>
              <p:cNvSpPr/>
              <p:nvPr/>
            </p:nvSpPr>
            <p:spPr>
              <a:xfrm>
                <a:off x="7993568" y="1330229"/>
                <a:ext cx="50120" cy="37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08">
                    <a:moveTo>
                      <a:pt x="0" y="2230"/>
                    </a:moveTo>
                    <a:lnTo>
                      <a:pt x="2875" y="3908"/>
                    </a:lnTo>
                    <a:lnTo>
                      <a:pt x="5262" y="15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2" name="Surface mesh patch"/>
              <p:cNvSpPr/>
              <p:nvPr/>
            </p:nvSpPr>
            <p:spPr>
              <a:xfrm>
                <a:off x="8043688" y="1321641"/>
                <a:ext cx="50120" cy="408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8">
                    <a:moveTo>
                      <a:pt x="0" y="2423"/>
                    </a:moveTo>
                    <a:lnTo>
                      <a:pt x="2875" y="4288"/>
                    </a:lnTo>
                    <a:lnTo>
                      <a:pt x="5262" y="16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3" name="Surface mesh patch"/>
              <p:cNvSpPr/>
              <p:nvPr/>
            </p:nvSpPr>
            <p:spPr>
              <a:xfrm>
                <a:off x="8093807" y="1312604"/>
                <a:ext cx="50120" cy="43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9">
                    <a:moveTo>
                      <a:pt x="0" y="2629"/>
                    </a:moveTo>
                    <a:lnTo>
                      <a:pt x="2875" y="4549"/>
                    </a:lnTo>
                    <a:lnTo>
                      <a:pt x="5262" y="1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4" name="Surface mesh patch"/>
              <p:cNvSpPr/>
              <p:nvPr/>
            </p:nvSpPr>
            <p:spPr>
              <a:xfrm>
                <a:off x="8143927" y="1301142"/>
                <a:ext cx="50120" cy="44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8">
                    <a:moveTo>
                      <a:pt x="0" y="2889"/>
                    </a:moveTo>
                    <a:lnTo>
                      <a:pt x="2875" y="4658"/>
                    </a:lnTo>
                    <a:lnTo>
                      <a:pt x="5262" y="14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5" name="Surface mesh patch"/>
              <p:cNvSpPr/>
              <p:nvPr/>
            </p:nvSpPr>
            <p:spPr>
              <a:xfrm>
                <a:off x="8194047" y="1284008"/>
                <a:ext cx="50120" cy="442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5">
                    <a:moveTo>
                      <a:pt x="0" y="3259"/>
                    </a:moveTo>
                    <a:lnTo>
                      <a:pt x="2875" y="4645"/>
                    </a:lnTo>
                    <a:lnTo>
                      <a:pt x="5262" y="9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6" name="Surface mesh patch"/>
              <p:cNvSpPr/>
              <p:nvPr/>
            </p:nvSpPr>
            <p:spPr>
              <a:xfrm>
                <a:off x="8244166" y="1257211"/>
                <a:ext cx="50120" cy="438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05">
                    <a:moveTo>
                      <a:pt x="0" y="3794"/>
                    </a:moveTo>
                    <a:lnTo>
                      <a:pt x="2875" y="4605"/>
                    </a:lnTo>
                    <a:lnTo>
                      <a:pt x="5262" y="3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7" name="Surface mesh patch"/>
              <p:cNvSpPr/>
              <p:nvPr/>
            </p:nvSpPr>
            <p:spPr>
              <a:xfrm>
                <a:off x="8294286" y="1213128"/>
                <a:ext cx="50120" cy="485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00">
                    <a:moveTo>
                      <a:pt x="0" y="4932"/>
                    </a:moveTo>
                    <a:lnTo>
                      <a:pt x="2875" y="5100"/>
                    </a:lnTo>
                    <a:lnTo>
                      <a:pt x="5262" y="0"/>
                    </a:lnTo>
                    <a:lnTo>
                      <a:pt x="2387" y="417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8" name="Surface mesh patch"/>
              <p:cNvSpPr/>
              <p:nvPr/>
            </p:nvSpPr>
            <p:spPr>
              <a:xfrm>
                <a:off x="8344406" y="1153075"/>
                <a:ext cx="50120" cy="600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05">
                    <a:moveTo>
                      <a:pt x="0" y="6305"/>
                    </a:moveTo>
                    <a:lnTo>
                      <a:pt x="2875" y="5961"/>
                    </a:lnTo>
                    <a:lnTo>
                      <a:pt x="5262" y="0"/>
                    </a:lnTo>
                    <a:lnTo>
                      <a:pt x="2387" y="938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9" name="Surface mesh patch"/>
              <p:cNvSpPr/>
              <p:nvPr/>
            </p:nvSpPr>
            <p:spPr>
              <a:xfrm>
                <a:off x="8394525" y="1084600"/>
                <a:ext cx="50120" cy="684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9">
                    <a:moveTo>
                      <a:pt x="0" y="7189"/>
                    </a:moveTo>
                    <a:lnTo>
                      <a:pt x="2875" y="6708"/>
                    </a:lnTo>
                    <a:lnTo>
                      <a:pt x="5262" y="0"/>
                    </a:lnTo>
                    <a:lnTo>
                      <a:pt x="2387" y="983"/>
                    </a:lnTo>
                    <a:close/>
                  </a:path>
                </a:pathLst>
              </a:custGeom>
              <a:solidFill>
                <a:srgbClr val="f1d6c6"/>
              </a:solidFill>
              <a:ln w="3334" cap="flat" cmpd="sng" algn="ctr">
                <a:solidFill>
                  <a:srgbClr val="f1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0" name="Surface mesh patch"/>
              <p:cNvSpPr/>
              <p:nvPr/>
            </p:nvSpPr>
            <p:spPr>
              <a:xfrm>
                <a:off x="8444645" y="1016381"/>
                <a:ext cx="50120" cy="682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62">
                    <a:moveTo>
                      <a:pt x="0" y="7162"/>
                    </a:moveTo>
                    <a:lnTo>
                      <a:pt x="2875" y="7122"/>
                    </a:lnTo>
                    <a:lnTo>
                      <a:pt x="5262" y="0"/>
                    </a:lnTo>
                    <a:lnTo>
                      <a:pt x="2387" y="345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1" name="Surface mesh patch"/>
              <p:cNvSpPr/>
              <p:nvPr/>
            </p:nvSpPr>
            <p:spPr>
              <a:xfrm>
                <a:off x="8494765" y="949856"/>
                <a:ext cx="50120" cy="76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33">
                    <a:moveTo>
                      <a:pt x="0" y="6984"/>
                    </a:moveTo>
                    <a:lnTo>
                      <a:pt x="2875" y="8033"/>
                    </a:lnTo>
                    <a:lnTo>
                      <a:pt x="5262" y="10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ca0"/>
              </a:solidFill>
              <a:ln w="3334" cap="flat" cmpd="sng" algn="ctr">
                <a:solidFill>
                  <a:srgbClr val="fbbc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2" name="Surface mesh patch"/>
              <p:cNvSpPr/>
              <p:nvPr/>
            </p:nvSpPr>
            <p:spPr>
              <a:xfrm>
                <a:off x="8544884" y="896705"/>
                <a:ext cx="50120" cy="879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31">
                    <a:moveTo>
                      <a:pt x="0" y="6583"/>
                    </a:moveTo>
                    <a:lnTo>
                      <a:pt x="2875" y="9231"/>
                    </a:lnTo>
                    <a:lnTo>
                      <a:pt x="5262" y="28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3" name="Surface mesh patch"/>
              <p:cNvSpPr/>
              <p:nvPr/>
            </p:nvSpPr>
            <p:spPr>
              <a:xfrm>
                <a:off x="8595004" y="870079"/>
                <a:ext cx="50120" cy="958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62">
                    <a:moveTo>
                      <a:pt x="0" y="5642"/>
                    </a:moveTo>
                    <a:lnTo>
                      <a:pt x="2875" y="10062"/>
                    </a:lnTo>
                    <a:lnTo>
                      <a:pt x="5262" y="47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4" name="Surface mesh patch"/>
              <p:cNvSpPr/>
              <p:nvPr/>
            </p:nvSpPr>
            <p:spPr>
              <a:xfrm>
                <a:off x="8645123" y="874166"/>
                <a:ext cx="50120" cy="97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70">
                    <a:moveTo>
                      <a:pt x="0" y="4345"/>
                    </a:moveTo>
                    <a:lnTo>
                      <a:pt x="2875" y="10270"/>
                    </a:lnTo>
                    <a:lnTo>
                      <a:pt x="5262" y="6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5" name="Surface mesh patch"/>
              <p:cNvSpPr/>
              <p:nvPr/>
            </p:nvSpPr>
            <p:spPr>
              <a:xfrm>
                <a:off x="8695243" y="906134"/>
                <a:ext cx="50120" cy="927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37">
                    <a:moveTo>
                      <a:pt x="0" y="2956"/>
                    </a:moveTo>
                    <a:lnTo>
                      <a:pt x="2875" y="9737"/>
                    </a:lnTo>
                    <a:lnTo>
                      <a:pt x="5262" y="7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599"/>
              </a:solidFill>
              <a:ln w="3334" cap="flat" cmpd="sng" algn="ctr">
                <a:solidFill>
                  <a:srgbClr val="fbb5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6" name="Surface mesh patch"/>
              <p:cNvSpPr/>
              <p:nvPr/>
            </p:nvSpPr>
            <p:spPr>
              <a:xfrm>
                <a:off x="8745363" y="957435"/>
                <a:ext cx="50120" cy="810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08">
                    <a:moveTo>
                      <a:pt x="0" y="1714"/>
                    </a:moveTo>
                    <a:lnTo>
                      <a:pt x="2875" y="8508"/>
                    </a:lnTo>
                    <a:lnTo>
                      <a:pt x="5262" y="70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7" name="Surface mesh patch"/>
              <p:cNvSpPr/>
              <p:nvPr/>
            </p:nvSpPr>
            <p:spPr>
              <a:xfrm>
                <a:off x="8795482" y="1017066"/>
                <a:ext cx="50120" cy="645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73">
                    <a:moveTo>
                      <a:pt x="0" y="751"/>
                    </a:moveTo>
                    <a:lnTo>
                      <a:pt x="2875" y="6773"/>
                    </a:lnTo>
                    <a:lnTo>
                      <a:pt x="5262" y="61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8" name="Surface mesh patch"/>
              <p:cNvSpPr/>
              <p:nvPr/>
            </p:nvSpPr>
            <p:spPr>
              <a:xfrm>
                <a:off x="8845602" y="1075216"/>
                <a:ext cx="50120" cy="468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7">
                    <a:moveTo>
                      <a:pt x="0" y="75"/>
                    </a:moveTo>
                    <a:lnTo>
                      <a:pt x="2875" y="4805"/>
                    </a:lnTo>
                    <a:lnTo>
                      <a:pt x="5262" y="49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3"/>
              </a:solidFill>
              <a:ln w="3334" cap="flat" cmpd="sng" algn="ctr">
                <a:solidFill>
                  <a:srgbClr val="f3d6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9" name="Surface mesh patch"/>
              <p:cNvSpPr/>
              <p:nvPr/>
            </p:nvSpPr>
            <p:spPr>
              <a:xfrm>
                <a:off x="8895722" y="1122055"/>
                <a:ext cx="50120" cy="37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2">
                    <a:moveTo>
                      <a:pt x="0" y="0"/>
                    </a:moveTo>
                    <a:lnTo>
                      <a:pt x="2875" y="3298"/>
                    </a:lnTo>
                    <a:lnTo>
                      <a:pt x="5262" y="3982"/>
                    </a:lnTo>
                    <a:lnTo>
                      <a:pt x="2387" y="390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0" name="Surface mesh patch"/>
              <p:cNvSpPr/>
              <p:nvPr/>
            </p:nvSpPr>
            <p:spPr>
              <a:xfrm>
                <a:off x="8945841" y="1159982"/>
                <a:ext cx="50120" cy="307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9">
                    <a:moveTo>
                      <a:pt x="0" y="0"/>
                    </a:moveTo>
                    <a:lnTo>
                      <a:pt x="2875" y="2083"/>
                    </a:lnTo>
                    <a:lnTo>
                      <a:pt x="5262" y="3229"/>
                    </a:lnTo>
                    <a:lnTo>
                      <a:pt x="2387" y="727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1" name="Surface mesh patch"/>
              <p:cNvSpPr/>
              <p:nvPr/>
            </p:nvSpPr>
            <p:spPr>
              <a:xfrm>
                <a:off x="8995961" y="1190733"/>
                <a:ext cx="50120" cy="26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0">
                    <a:moveTo>
                      <a:pt x="0" y="0"/>
                    </a:moveTo>
                    <a:lnTo>
                      <a:pt x="2875" y="1308"/>
                    </a:lnTo>
                    <a:lnTo>
                      <a:pt x="5262" y="2760"/>
                    </a:lnTo>
                    <a:lnTo>
                      <a:pt x="2387" y="965"/>
                    </a:lnTo>
                    <a:close/>
                  </a:path>
                </a:pathLst>
              </a:custGeom>
              <a:solidFill>
                <a:srgbClr val="dce3ef"/>
              </a:solidFill>
              <a:ln w="3334" cap="flat" cmpd="sng" algn="ctr">
                <a:solidFill>
                  <a:srgbClr val="dce3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2" name="Surface mesh patch"/>
              <p:cNvSpPr/>
              <p:nvPr/>
            </p:nvSpPr>
            <p:spPr>
              <a:xfrm>
                <a:off x="9046081" y="1217023"/>
                <a:ext cx="50120" cy="23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0"/>
                    </a:moveTo>
                    <a:lnTo>
                      <a:pt x="2875" y="997"/>
                    </a:lnTo>
                    <a:lnTo>
                      <a:pt x="5262" y="2520"/>
                    </a:lnTo>
                    <a:lnTo>
                      <a:pt x="2387" y="1074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3" name="Surface mesh patch"/>
              <p:cNvSpPr/>
              <p:nvPr/>
            </p:nvSpPr>
            <p:spPr>
              <a:xfrm>
                <a:off x="9096200" y="1241021"/>
                <a:ext cx="50120" cy="21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1">
                    <a:moveTo>
                      <a:pt x="0" y="0"/>
                    </a:moveTo>
                    <a:lnTo>
                      <a:pt x="2875" y="996"/>
                    </a:lnTo>
                    <a:lnTo>
                      <a:pt x="5262" y="2301"/>
                    </a:lnTo>
                    <a:lnTo>
                      <a:pt x="2387" y="996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4" name="Surface mesh patch"/>
              <p:cNvSpPr/>
              <p:nvPr/>
            </p:nvSpPr>
            <p:spPr>
              <a:xfrm>
                <a:off x="7920717" y="1358265"/>
                <a:ext cx="50120" cy="336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32">
                    <a:moveTo>
                      <a:pt x="0" y="1943"/>
                    </a:moveTo>
                    <a:lnTo>
                      <a:pt x="2875" y="3532"/>
                    </a:lnTo>
                    <a:lnTo>
                      <a:pt x="5262" y="14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5" name="Surface mesh patch"/>
              <p:cNvSpPr/>
              <p:nvPr/>
            </p:nvSpPr>
            <p:spPr>
              <a:xfrm>
                <a:off x="7970836" y="1351471"/>
                <a:ext cx="50120" cy="37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8">
                    <a:moveTo>
                      <a:pt x="0" y="2170"/>
                    </a:moveTo>
                    <a:lnTo>
                      <a:pt x="2875" y="3988"/>
                    </a:lnTo>
                    <a:lnTo>
                      <a:pt x="5262" y="16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6" name="Surface mesh patch"/>
              <p:cNvSpPr/>
              <p:nvPr/>
            </p:nvSpPr>
            <p:spPr>
              <a:xfrm>
                <a:off x="8020956" y="1344723"/>
                <a:ext cx="50120" cy="420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4">
                    <a:moveTo>
                      <a:pt x="0" y="2386"/>
                    </a:moveTo>
                    <a:lnTo>
                      <a:pt x="2875" y="4414"/>
                    </a:lnTo>
                    <a:lnTo>
                      <a:pt x="5262" y="18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7" name="Surface mesh patch"/>
              <p:cNvSpPr/>
              <p:nvPr/>
            </p:nvSpPr>
            <p:spPr>
              <a:xfrm>
                <a:off x="8071076" y="1337645"/>
                <a:ext cx="50120" cy="450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7">
                    <a:moveTo>
                      <a:pt x="0" y="2608"/>
                    </a:moveTo>
                    <a:lnTo>
                      <a:pt x="2875" y="4727"/>
                    </a:lnTo>
                    <a:lnTo>
                      <a:pt x="5262" y="1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8" name="Surface mesh patch"/>
              <p:cNvSpPr/>
              <p:nvPr/>
            </p:nvSpPr>
            <p:spPr>
              <a:xfrm>
                <a:off x="8121195" y="1328658"/>
                <a:ext cx="50120" cy="465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6">
                    <a:moveTo>
                      <a:pt x="0" y="2864"/>
                    </a:moveTo>
                    <a:lnTo>
                      <a:pt x="2875" y="4886"/>
                    </a:lnTo>
                    <a:lnTo>
                      <a:pt x="5262" y="17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9" name="Surface mesh patch"/>
              <p:cNvSpPr/>
              <p:nvPr/>
            </p:nvSpPr>
            <p:spPr>
              <a:xfrm>
                <a:off x="8171315" y="1315051"/>
                <a:ext cx="50120" cy="46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8">
                    <a:moveTo>
                      <a:pt x="0" y="3197"/>
                    </a:moveTo>
                    <a:lnTo>
                      <a:pt x="2875" y="4908"/>
                    </a:lnTo>
                    <a:lnTo>
                      <a:pt x="5262" y="13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0" name="Surface mesh patch"/>
              <p:cNvSpPr/>
              <p:nvPr/>
            </p:nvSpPr>
            <p:spPr>
              <a:xfrm>
                <a:off x="8221434" y="1293351"/>
                <a:ext cx="50120" cy="464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2">
                    <a:moveTo>
                      <a:pt x="0" y="3664"/>
                    </a:moveTo>
                    <a:lnTo>
                      <a:pt x="2875" y="4882"/>
                    </a:lnTo>
                    <a:lnTo>
                      <a:pt x="5262" y="8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1" name="Surface mesh patch"/>
              <p:cNvSpPr/>
              <p:nvPr/>
            </p:nvSpPr>
            <p:spPr>
              <a:xfrm>
                <a:off x="8271554" y="1260101"/>
                <a:ext cx="50120" cy="47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6">
                    <a:moveTo>
                      <a:pt x="0" y="4302"/>
                    </a:moveTo>
                    <a:lnTo>
                      <a:pt x="2875" y="4946"/>
                    </a:lnTo>
                    <a:lnTo>
                      <a:pt x="5262" y="1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2" name="Surface mesh patch"/>
              <p:cNvSpPr/>
              <p:nvPr/>
            </p:nvSpPr>
            <p:spPr>
              <a:xfrm>
                <a:off x="8321674" y="1209858"/>
                <a:ext cx="50120" cy="53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7">
                    <a:moveTo>
                      <a:pt x="0" y="5443"/>
                    </a:moveTo>
                    <a:lnTo>
                      <a:pt x="2875" y="5597"/>
                    </a:lnTo>
                    <a:lnTo>
                      <a:pt x="5262" y="0"/>
                    </a:lnTo>
                    <a:lnTo>
                      <a:pt x="2387" y="343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3" name="Surface mesh patch"/>
              <p:cNvSpPr/>
              <p:nvPr/>
            </p:nvSpPr>
            <p:spPr>
              <a:xfrm>
                <a:off x="8371793" y="1148492"/>
                <a:ext cx="50120" cy="613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3">
                    <a:moveTo>
                      <a:pt x="0" y="6443"/>
                    </a:moveTo>
                    <a:lnTo>
                      <a:pt x="2875" y="6395"/>
                    </a:lnTo>
                    <a:lnTo>
                      <a:pt x="5262" y="0"/>
                    </a:lnTo>
                    <a:lnTo>
                      <a:pt x="2387" y="481"/>
                    </a:lnTo>
                    <a:close/>
                  </a:path>
                </a:pathLst>
              </a:custGeom>
              <a:solidFill>
                <a:srgbClr val="e7dcda"/>
              </a:solidFill>
              <a:ln w="3334" cap="flat" cmpd="sng" algn="ctr">
                <a:solidFill>
                  <a:srgbClr val="e7dcd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4" name="Surface mesh patch"/>
              <p:cNvSpPr/>
              <p:nvPr/>
            </p:nvSpPr>
            <p:spPr>
              <a:xfrm>
                <a:off x="8421913" y="1084215"/>
                <a:ext cx="50120" cy="66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76">
                    <a:moveTo>
                      <a:pt x="0" y="6748"/>
                    </a:moveTo>
                    <a:lnTo>
                      <a:pt x="2875" y="6976"/>
                    </a:lnTo>
                    <a:lnTo>
                      <a:pt x="5262" y="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f4d5c1"/>
              </a:solidFill>
              <a:ln w="3334" cap="flat" cmpd="sng" algn="ctr">
                <a:solidFill>
                  <a:srgbClr val="f4d5c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5" name="Surface mesh patch"/>
              <p:cNvSpPr/>
              <p:nvPr/>
            </p:nvSpPr>
            <p:spPr>
              <a:xfrm>
                <a:off x="8472033" y="1016381"/>
                <a:ext cx="50120" cy="78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6">
                    <a:moveTo>
                      <a:pt x="0" y="7122"/>
                    </a:moveTo>
                    <a:lnTo>
                      <a:pt x="2875" y="8196"/>
                    </a:lnTo>
                    <a:lnTo>
                      <a:pt x="5262" y="10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aae"/>
              </a:solidFill>
              <a:ln w="3334" cap="flat" cmpd="sng" algn="ctr">
                <a:solidFill>
                  <a:srgbClr val="fbca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6" name="Surface mesh patch"/>
              <p:cNvSpPr/>
              <p:nvPr/>
            </p:nvSpPr>
            <p:spPr>
              <a:xfrm>
                <a:off x="8522152" y="959406"/>
                <a:ext cx="50120" cy="89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7">
                    <a:moveTo>
                      <a:pt x="0" y="7030"/>
                    </a:moveTo>
                    <a:lnTo>
                      <a:pt x="2875" y="9447"/>
                    </a:lnTo>
                    <a:lnTo>
                      <a:pt x="5262" y="26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7" name="Surface mesh patch"/>
              <p:cNvSpPr/>
              <p:nvPr/>
            </p:nvSpPr>
            <p:spPr>
              <a:xfrm>
                <a:off x="8572272" y="923820"/>
                <a:ext cx="50120" cy="98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77">
                    <a:moveTo>
                      <a:pt x="0" y="6384"/>
                    </a:moveTo>
                    <a:lnTo>
                      <a:pt x="2875" y="10377"/>
                    </a:lnTo>
                    <a:lnTo>
                      <a:pt x="5262" y="4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79b"/>
              </a:solidFill>
              <a:ln w="3334" cap="flat" cmpd="sng" algn="ctr">
                <a:solidFill>
                  <a:srgbClr val="fbb7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8" name="Surface mesh patch"/>
              <p:cNvSpPr/>
              <p:nvPr/>
            </p:nvSpPr>
            <p:spPr>
              <a:xfrm>
                <a:off x="8622392" y="915555"/>
                <a:ext cx="50120" cy="101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02">
                    <a:moveTo>
                      <a:pt x="0" y="5287"/>
                    </a:moveTo>
                    <a:lnTo>
                      <a:pt x="2875" y="10702"/>
                    </a:lnTo>
                    <a:lnTo>
                      <a:pt x="5262" y="59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9" name="Surface mesh patch"/>
              <p:cNvSpPr/>
              <p:nvPr/>
            </p:nvSpPr>
            <p:spPr>
              <a:xfrm>
                <a:off x="8672511" y="934290"/>
                <a:ext cx="50120" cy="976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55">
                    <a:moveTo>
                      <a:pt x="0" y="3958"/>
                    </a:moveTo>
                    <a:lnTo>
                      <a:pt x="2875" y="10255"/>
                    </a:lnTo>
                    <a:lnTo>
                      <a:pt x="5262" y="67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0" name="Surface mesh patch"/>
              <p:cNvSpPr/>
              <p:nvPr/>
            </p:nvSpPr>
            <p:spPr>
              <a:xfrm>
                <a:off x="8722631" y="973758"/>
                <a:ext cx="50120" cy="86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31">
                    <a:moveTo>
                      <a:pt x="0" y="2637"/>
                    </a:moveTo>
                    <a:lnTo>
                      <a:pt x="2875" y="9031"/>
                    </a:lnTo>
                    <a:lnTo>
                      <a:pt x="5262" y="67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1" name="Surface mesh patch"/>
              <p:cNvSpPr/>
              <p:nvPr/>
            </p:nvSpPr>
            <p:spPr>
              <a:xfrm>
                <a:off x="8772751" y="1024221"/>
                <a:ext cx="50120" cy="683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0">
                    <a:moveTo>
                      <a:pt x="0" y="1497"/>
                    </a:moveTo>
                    <a:lnTo>
                      <a:pt x="2875" y="7180"/>
                    </a:lnTo>
                    <a:lnTo>
                      <a:pt x="5262" y="60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2" name="Surface mesh patch"/>
              <p:cNvSpPr/>
              <p:nvPr/>
            </p:nvSpPr>
            <p:spPr>
              <a:xfrm>
                <a:off x="8822870" y="1075930"/>
                <a:ext cx="50120" cy="473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67">
                    <a:moveTo>
                      <a:pt x="0" y="593"/>
                    </a:moveTo>
                    <a:lnTo>
                      <a:pt x="2875" y="4967"/>
                    </a:lnTo>
                    <a:lnTo>
                      <a:pt x="5262" y="47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3" name="Surface mesh patch"/>
              <p:cNvSpPr/>
              <p:nvPr/>
            </p:nvSpPr>
            <p:spPr>
              <a:xfrm>
                <a:off x="8872990" y="1120983"/>
                <a:ext cx="50120" cy="324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10">
                    <a:moveTo>
                      <a:pt x="0" y="0"/>
                    </a:moveTo>
                    <a:lnTo>
                      <a:pt x="2875" y="2838"/>
                    </a:lnTo>
                    <a:lnTo>
                      <a:pt x="5262" y="3410"/>
                    </a:lnTo>
                    <a:lnTo>
                      <a:pt x="2387" y="112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4" name="Surface mesh patch"/>
              <p:cNvSpPr/>
              <p:nvPr/>
            </p:nvSpPr>
            <p:spPr>
              <a:xfrm>
                <a:off x="8923109" y="1153465"/>
                <a:ext cx="50120" cy="263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7">
                    <a:moveTo>
                      <a:pt x="0" y="0"/>
                    </a:moveTo>
                    <a:lnTo>
                      <a:pt x="2875" y="1485"/>
                    </a:lnTo>
                    <a:lnTo>
                      <a:pt x="5262" y="2767"/>
                    </a:lnTo>
                    <a:lnTo>
                      <a:pt x="2387" y="684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5" name="Surface mesh patch"/>
              <p:cNvSpPr/>
              <p:nvPr/>
            </p:nvSpPr>
            <p:spPr>
              <a:xfrm>
                <a:off x="8973229" y="1179822"/>
                <a:ext cx="50120" cy="233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4">
                    <a:moveTo>
                      <a:pt x="0" y="0"/>
                    </a:moveTo>
                    <a:lnTo>
                      <a:pt x="2875" y="624"/>
                    </a:lnTo>
                    <a:lnTo>
                      <a:pt x="5262" y="2454"/>
                    </a:lnTo>
                    <a:lnTo>
                      <a:pt x="2387" y="1146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6" name="Surface mesh patch"/>
              <p:cNvSpPr/>
              <p:nvPr/>
            </p:nvSpPr>
            <p:spPr>
              <a:xfrm>
                <a:off x="9023349" y="1203193"/>
                <a:ext cx="50120" cy="233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9">
                    <a:moveTo>
                      <a:pt x="0" y="0"/>
                    </a:moveTo>
                    <a:lnTo>
                      <a:pt x="2875" y="346"/>
                    </a:lnTo>
                    <a:lnTo>
                      <a:pt x="5262" y="2449"/>
                    </a:lnTo>
                    <a:lnTo>
                      <a:pt x="2387" y="1452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7" name="Surface mesh patch"/>
              <p:cNvSpPr/>
              <p:nvPr/>
            </p:nvSpPr>
            <p:spPr>
              <a:xfrm>
                <a:off x="9073468" y="1226520"/>
                <a:ext cx="50120" cy="239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9">
                    <a:moveTo>
                      <a:pt x="0" y="0"/>
                    </a:moveTo>
                    <a:lnTo>
                      <a:pt x="2875" y="510"/>
                    </a:lnTo>
                    <a:lnTo>
                      <a:pt x="5262" y="2519"/>
                    </a:lnTo>
                    <a:lnTo>
                      <a:pt x="2387" y="1522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8" name="Surface mesh patch"/>
              <p:cNvSpPr/>
              <p:nvPr/>
            </p:nvSpPr>
            <p:spPr>
              <a:xfrm>
                <a:off x="9123588" y="1250512"/>
                <a:ext cx="50120" cy="226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79">
                    <a:moveTo>
                      <a:pt x="0" y="0"/>
                    </a:moveTo>
                    <a:lnTo>
                      <a:pt x="2875" y="829"/>
                    </a:lnTo>
                    <a:lnTo>
                      <a:pt x="5262" y="2379"/>
                    </a:lnTo>
                    <a:lnTo>
                      <a:pt x="2387" y="1305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9" name="Surface mesh patch"/>
              <p:cNvSpPr/>
              <p:nvPr/>
            </p:nvSpPr>
            <p:spPr>
              <a:xfrm>
                <a:off x="7897985" y="1376769"/>
                <a:ext cx="50120" cy="337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1">
                    <a:moveTo>
                      <a:pt x="0" y="1836"/>
                    </a:moveTo>
                    <a:lnTo>
                      <a:pt x="2875" y="3541"/>
                    </a:lnTo>
                    <a:lnTo>
                      <a:pt x="5262" y="15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0" name="Surface mesh patch"/>
              <p:cNvSpPr/>
              <p:nvPr/>
            </p:nvSpPr>
            <p:spPr>
              <a:xfrm>
                <a:off x="7948104" y="1372138"/>
                <a:ext cx="50120" cy="38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13">
                    <a:moveTo>
                      <a:pt x="0" y="2076"/>
                    </a:moveTo>
                    <a:lnTo>
                      <a:pt x="2875" y="4013"/>
                    </a:lnTo>
                    <a:lnTo>
                      <a:pt x="5262" y="1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1" name="Surface mesh patch"/>
              <p:cNvSpPr/>
              <p:nvPr/>
            </p:nvSpPr>
            <p:spPr>
              <a:xfrm>
                <a:off x="7998224" y="1367453"/>
                <a:ext cx="50120" cy="426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2">
                    <a:moveTo>
                      <a:pt x="0" y="2310"/>
                    </a:moveTo>
                    <a:lnTo>
                      <a:pt x="2875" y="4472"/>
                    </a:lnTo>
                    <a:lnTo>
                      <a:pt x="5262" y="20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2" name="Surface mesh patch"/>
              <p:cNvSpPr/>
              <p:nvPr/>
            </p:nvSpPr>
            <p:spPr>
              <a:xfrm>
                <a:off x="8048344" y="1362487"/>
                <a:ext cx="50120" cy="46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0">
                    <a:moveTo>
                      <a:pt x="0" y="2549"/>
                    </a:moveTo>
                    <a:lnTo>
                      <a:pt x="2875" y="4830"/>
                    </a:lnTo>
                    <a:lnTo>
                      <a:pt x="5262" y="21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3" name="Surface mesh patch"/>
              <p:cNvSpPr/>
              <p:nvPr/>
            </p:nvSpPr>
            <p:spPr>
              <a:xfrm>
                <a:off x="8098463" y="1355933"/>
                <a:ext cx="50120" cy="47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1">
                    <a:moveTo>
                      <a:pt x="0" y="2807"/>
                    </a:moveTo>
                    <a:lnTo>
                      <a:pt x="2875" y="5031"/>
                    </a:lnTo>
                    <a:lnTo>
                      <a:pt x="5262" y="20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4" name="Surface mesh patch"/>
              <p:cNvSpPr/>
              <p:nvPr/>
            </p:nvSpPr>
            <p:spPr>
              <a:xfrm>
                <a:off x="8148583" y="1345506"/>
                <a:ext cx="50120" cy="483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0">
                    <a:moveTo>
                      <a:pt x="0" y="3117"/>
                    </a:moveTo>
                    <a:lnTo>
                      <a:pt x="2875" y="5080"/>
                    </a:lnTo>
                    <a:lnTo>
                      <a:pt x="5262" y="17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5" name="Surface mesh patch"/>
              <p:cNvSpPr/>
              <p:nvPr/>
            </p:nvSpPr>
            <p:spPr>
              <a:xfrm>
                <a:off x="8198703" y="1328247"/>
                <a:ext cx="50120" cy="481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2">
                    <a:moveTo>
                      <a:pt x="0" y="3523"/>
                    </a:moveTo>
                    <a:lnTo>
                      <a:pt x="2875" y="5052"/>
                    </a:lnTo>
                    <a:lnTo>
                      <a:pt x="5262" y="12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6" name="Surface mesh patch"/>
              <p:cNvSpPr/>
              <p:nvPr/>
            </p:nvSpPr>
            <p:spPr>
              <a:xfrm>
                <a:off x="8248822" y="1301076"/>
                <a:ext cx="50120" cy="484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2">
                    <a:moveTo>
                      <a:pt x="0" y="4071"/>
                    </a:moveTo>
                    <a:lnTo>
                      <a:pt x="2875" y="5082"/>
                    </a:lnTo>
                    <a:lnTo>
                      <a:pt x="5262" y="6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7" name="Surface mesh patch"/>
              <p:cNvSpPr/>
              <p:nvPr/>
            </p:nvSpPr>
            <p:spPr>
              <a:xfrm>
                <a:off x="8298942" y="1261701"/>
                <a:ext cx="50120" cy="507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24">
                    <a:moveTo>
                      <a:pt x="0" y="4778"/>
                    </a:moveTo>
                    <a:lnTo>
                      <a:pt x="2875" y="5324"/>
                    </a:lnTo>
                    <a:lnTo>
                      <a:pt x="5262" y="1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8" name="Surface mesh patch"/>
              <p:cNvSpPr/>
              <p:nvPr/>
            </p:nvSpPr>
            <p:spPr>
              <a:xfrm>
                <a:off x="8349062" y="1209403"/>
                <a:ext cx="50120" cy="566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46">
                    <a:moveTo>
                      <a:pt x="0" y="5645"/>
                    </a:moveTo>
                    <a:lnTo>
                      <a:pt x="2875" y="5946"/>
                    </a:lnTo>
                    <a:lnTo>
                      <a:pt x="5262" y="0"/>
                    </a:lnTo>
                    <a:lnTo>
                      <a:pt x="2387" y="48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9" name="Surface mesh patch"/>
              <p:cNvSpPr/>
              <p:nvPr/>
            </p:nvSpPr>
            <p:spPr>
              <a:xfrm>
                <a:off x="8399181" y="1148492"/>
                <a:ext cx="50120" cy="65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39">
                    <a:moveTo>
                      <a:pt x="0" y="6395"/>
                    </a:moveTo>
                    <a:lnTo>
                      <a:pt x="2875" y="6839"/>
                    </a:lnTo>
                    <a:lnTo>
                      <a:pt x="5262" y="2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0" name="Surface mesh patch"/>
              <p:cNvSpPr/>
              <p:nvPr/>
            </p:nvSpPr>
            <p:spPr>
              <a:xfrm>
                <a:off x="8449301" y="1084215"/>
                <a:ext cx="50120" cy="76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52">
                    <a:moveTo>
                      <a:pt x="0" y="6976"/>
                    </a:moveTo>
                    <a:lnTo>
                      <a:pt x="2875" y="8052"/>
                    </a:lnTo>
                    <a:lnTo>
                      <a:pt x="5262" y="10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1" name="Surface mesh patch"/>
              <p:cNvSpPr/>
              <p:nvPr/>
            </p:nvSpPr>
            <p:spPr>
              <a:xfrm>
                <a:off x="8499420" y="1026369"/>
                <a:ext cx="50120" cy="88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5">
                    <a:moveTo>
                      <a:pt x="0" y="7147"/>
                    </a:moveTo>
                    <a:lnTo>
                      <a:pt x="2875" y="9315"/>
                    </a:lnTo>
                    <a:lnTo>
                      <a:pt x="5262" y="24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2" name="Surface mesh patch"/>
              <p:cNvSpPr/>
              <p:nvPr/>
            </p:nvSpPr>
            <p:spPr>
              <a:xfrm>
                <a:off x="8549540" y="984629"/>
                <a:ext cx="50120" cy="983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23">
                    <a:moveTo>
                      <a:pt x="0" y="6799"/>
                    </a:moveTo>
                    <a:lnTo>
                      <a:pt x="2875" y="10323"/>
                    </a:lnTo>
                    <a:lnTo>
                      <a:pt x="5262" y="39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3" name="Surface mesh patch"/>
              <p:cNvSpPr/>
              <p:nvPr/>
            </p:nvSpPr>
            <p:spPr>
              <a:xfrm>
                <a:off x="8599660" y="965917"/>
                <a:ext cx="50120" cy="1026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4">
                    <a:moveTo>
                      <a:pt x="0" y="5957"/>
                    </a:moveTo>
                    <a:lnTo>
                      <a:pt x="2875" y="10774"/>
                    </a:lnTo>
                    <a:lnTo>
                      <a:pt x="5262" y="54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0a3"/>
              </a:solidFill>
              <a:ln w="3334" cap="flat" cmpd="sng" algn="ctr">
                <a:solidFill>
                  <a:srgbClr val="fbc0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4" name="Surface mesh patch"/>
              <p:cNvSpPr/>
              <p:nvPr/>
            </p:nvSpPr>
            <p:spPr>
              <a:xfrm>
                <a:off x="8649779" y="971991"/>
                <a:ext cx="50120" cy="996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57">
                    <a:moveTo>
                      <a:pt x="0" y="4777"/>
                    </a:moveTo>
                    <a:lnTo>
                      <a:pt x="2875" y="10457"/>
                    </a:lnTo>
                    <a:lnTo>
                      <a:pt x="5262" y="62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5"/>
              </a:solidFill>
              <a:ln w="3334" cap="flat" cmpd="sng" algn="ctr">
                <a:solidFill>
                  <a:srgbClr val="fbc1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5" name="Surface mesh patch"/>
              <p:cNvSpPr/>
              <p:nvPr/>
            </p:nvSpPr>
            <p:spPr>
              <a:xfrm>
                <a:off x="8699899" y="998879"/>
                <a:ext cx="50120" cy="88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06">
                    <a:moveTo>
                      <a:pt x="0" y="3474"/>
                    </a:moveTo>
                    <a:lnTo>
                      <a:pt x="2875" y="9306"/>
                    </a:lnTo>
                    <a:lnTo>
                      <a:pt x="5262" y="6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6" name="Surface mesh patch"/>
              <p:cNvSpPr/>
              <p:nvPr/>
            </p:nvSpPr>
            <p:spPr>
              <a:xfrm>
                <a:off x="8750019" y="1038478"/>
                <a:ext cx="50120" cy="706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5">
                    <a:moveTo>
                      <a:pt x="0" y="2236"/>
                    </a:moveTo>
                    <a:lnTo>
                      <a:pt x="2875" y="7415"/>
                    </a:lnTo>
                    <a:lnTo>
                      <a:pt x="5262" y="56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7" name="Surface mesh patch"/>
              <p:cNvSpPr/>
              <p:nvPr/>
            </p:nvSpPr>
            <p:spPr>
              <a:xfrm>
                <a:off x="8800138" y="1081577"/>
                <a:ext cx="50120" cy="477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15">
                    <a:moveTo>
                      <a:pt x="0" y="1158"/>
                    </a:moveTo>
                    <a:lnTo>
                      <a:pt x="2875" y="5015"/>
                    </a:lnTo>
                    <a:lnTo>
                      <a:pt x="5262" y="43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8" name="Surface mesh patch"/>
              <p:cNvSpPr/>
              <p:nvPr/>
            </p:nvSpPr>
            <p:spPr>
              <a:xfrm>
                <a:off x="8850258" y="1120983"/>
                <a:ext cx="50120" cy="270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8">
                    <a:moveTo>
                      <a:pt x="0" y="237"/>
                    </a:moveTo>
                    <a:lnTo>
                      <a:pt x="2875" y="2452"/>
                    </a:lnTo>
                    <a:lnTo>
                      <a:pt x="5262" y="28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d7ca"/>
              </a:solidFill>
              <a:ln w="3334" cap="flat" cmpd="sng" algn="ctr">
                <a:solidFill>
                  <a:srgbClr val="f0d7c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9" name="Surface mesh patch"/>
              <p:cNvSpPr/>
              <p:nvPr/>
            </p:nvSpPr>
            <p:spPr>
              <a:xfrm>
                <a:off x="8900378" y="1148014"/>
                <a:ext cx="50120" cy="19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57">
                    <a:moveTo>
                      <a:pt x="0" y="0"/>
                    </a:moveTo>
                    <a:lnTo>
                      <a:pt x="2875" y="706"/>
                    </a:lnTo>
                    <a:lnTo>
                      <a:pt x="5262" y="2057"/>
                    </a:lnTo>
                    <a:lnTo>
                      <a:pt x="2387" y="572"/>
                    </a:lnTo>
                    <a:close/>
                  </a:path>
                </a:pathLst>
              </a:custGeom>
              <a:solidFill>
                <a:srgbClr val="ebdad3"/>
              </a:solidFill>
              <a:ln w="3334" cap="flat" cmpd="sng" algn="ctr">
                <a:solidFill>
                  <a:srgbClr val="eb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0" name="Surface mesh patch"/>
              <p:cNvSpPr/>
              <p:nvPr/>
            </p:nvSpPr>
            <p:spPr>
              <a:xfrm>
                <a:off x="8950497" y="1165038"/>
                <a:ext cx="50120" cy="20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6">
                    <a:moveTo>
                      <a:pt x="0" y="270"/>
                    </a:moveTo>
                    <a:lnTo>
                      <a:pt x="2875" y="0"/>
                    </a:lnTo>
                    <a:lnTo>
                      <a:pt x="5262" y="2176"/>
                    </a:lnTo>
                    <a:lnTo>
                      <a:pt x="2387" y="1552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1" name="Surface mesh patch"/>
              <p:cNvSpPr/>
              <p:nvPr/>
            </p:nvSpPr>
            <p:spPr>
              <a:xfrm>
                <a:off x="9000617" y="1180717"/>
                <a:ext cx="50120" cy="25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6">
                    <a:moveTo>
                      <a:pt x="0" y="530"/>
                    </a:moveTo>
                    <a:lnTo>
                      <a:pt x="2875" y="0"/>
                    </a:lnTo>
                    <a:lnTo>
                      <a:pt x="5262" y="2706"/>
                    </a:lnTo>
                    <a:lnTo>
                      <a:pt x="2387" y="2360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2" name="Surface mesh patch"/>
              <p:cNvSpPr/>
              <p:nvPr/>
            </p:nvSpPr>
            <p:spPr>
              <a:xfrm>
                <a:off x="9050737" y="1204738"/>
                <a:ext cx="50120" cy="266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97">
                    <a:moveTo>
                      <a:pt x="0" y="184"/>
                    </a:moveTo>
                    <a:lnTo>
                      <a:pt x="2875" y="0"/>
                    </a:lnTo>
                    <a:lnTo>
                      <a:pt x="5262" y="2797"/>
                    </a:lnTo>
                    <a:lnTo>
                      <a:pt x="2387" y="2287"/>
                    </a:lnTo>
                    <a:close/>
                  </a:path>
                </a:pathLst>
              </a:custGeom>
              <a:solidFill>
                <a:srgbClr val="dde2ee"/>
              </a:solidFill>
              <a:ln w="3334" cap="flat" cmpd="sng" algn="ctr">
                <a:solidFill>
                  <a:srgbClr val="dde2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3" name="Surface mesh patch"/>
              <p:cNvSpPr/>
              <p:nvPr/>
            </p:nvSpPr>
            <p:spPr>
              <a:xfrm>
                <a:off x="9100856" y="1231378"/>
                <a:ext cx="50120" cy="27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8">
                    <a:moveTo>
                      <a:pt x="0" y="0"/>
                    </a:moveTo>
                    <a:lnTo>
                      <a:pt x="2875" y="431"/>
                    </a:lnTo>
                    <a:lnTo>
                      <a:pt x="5262" y="2838"/>
                    </a:lnTo>
                    <a:lnTo>
                      <a:pt x="2387" y="2009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4" name="Surface mesh patch"/>
              <p:cNvSpPr/>
              <p:nvPr/>
            </p:nvSpPr>
            <p:spPr>
              <a:xfrm>
                <a:off x="9150976" y="1258406"/>
                <a:ext cx="50120" cy="24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0">
                    <a:moveTo>
                      <a:pt x="0" y="0"/>
                    </a:moveTo>
                    <a:lnTo>
                      <a:pt x="2875" y="941"/>
                    </a:lnTo>
                    <a:lnTo>
                      <a:pt x="5262" y="2580"/>
                    </a:lnTo>
                    <a:lnTo>
                      <a:pt x="2387" y="155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5" name="Surface mesh patch"/>
              <p:cNvSpPr/>
              <p:nvPr/>
            </p:nvSpPr>
            <p:spPr>
              <a:xfrm>
                <a:off x="7875253" y="1394254"/>
                <a:ext cx="50120" cy="334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08">
                    <a:moveTo>
                      <a:pt x="0" y="1709"/>
                    </a:moveTo>
                    <a:lnTo>
                      <a:pt x="2875" y="3508"/>
                    </a:lnTo>
                    <a:lnTo>
                      <a:pt x="5262" y="17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6" name="Surface mesh patch"/>
              <p:cNvSpPr/>
              <p:nvPr/>
            </p:nvSpPr>
            <p:spPr>
              <a:xfrm>
                <a:off x="7925373" y="1391910"/>
                <a:ext cx="50120" cy="379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1">
                    <a:moveTo>
                      <a:pt x="0" y="1951"/>
                    </a:moveTo>
                    <a:lnTo>
                      <a:pt x="2875" y="3981"/>
                    </a:lnTo>
                    <a:lnTo>
                      <a:pt x="5262" y="19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7" name="Surface mesh patch"/>
              <p:cNvSpPr/>
              <p:nvPr/>
            </p:nvSpPr>
            <p:spPr>
              <a:xfrm>
                <a:off x="7975492" y="1389459"/>
                <a:ext cx="50120" cy="42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60">
                    <a:moveTo>
                      <a:pt x="0" y="2195"/>
                    </a:moveTo>
                    <a:lnTo>
                      <a:pt x="2875" y="4460"/>
                    </a:lnTo>
                    <a:lnTo>
                      <a:pt x="5262" y="21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bfd"/>
              </a:solidFill>
              <a:ln w="3334" cap="flat" cmpd="sng" algn="ctr">
                <a:solidFill>
                  <a:srgbClr val="ae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8" name="Surface mesh patch"/>
              <p:cNvSpPr/>
              <p:nvPr/>
            </p:nvSpPr>
            <p:spPr>
              <a:xfrm>
                <a:off x="8025612" y="1386762"/>
                <a:ext cx="50120" cy="462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1">
                    <a:moveTo>
                      <a:pt x="0" y="2445"/>
                    </a:moveTo>
                    <a:lnTo>
                      <a:pt x="2875" y="4851"/>
                    </a:lnTo>
                    <a:lnTo>
                      <a:pt x="5262" y="22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9" name="Surface mesh patch"/>
              <p:cNvSpPr/>
              <p:nvPr/>
            </p:nvSpPr>
            <p:spPr>
              <a:xfrm>
                <a:off x="8075731" y="1382672"/>
                <a:ext cx="50120" cy="48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7">
                    <a:moveTo>
                      <a:pt x="0" y="2711"/>
                    </a:moveTo>
                    <a:lnTo>
                      <a:pt x="2875" y="5087"/>
                    </a:lnTo>
                    <a:lnTo>
                      <a:pt x="5262" y="22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0" name="Surface mesh patch"/>
              <p:cNvSpPr/>
              <p:nvPr/>
            </p:nvSpPr>
            <p:spPr>
              <a:xfrm>
                <a:off x="8125851" y="1375195"/>
                <a:ext cx="50120" cy="491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58">
                    <a:moveTo>
                      <a:pt x="0" y="3009"/>
                    </a:moveTo>
                    <a:lnTo>
                      <a:pt x="2875" y="5158"/>
                    </a:lnTo>
                    <a:lnTo>
                      <a:pt x="5262" y="19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1" name="Surface mesh patch"/>
              <p:cNvSpPr/>
              <p:nvPr/>
            </p:nvSpPr>
            <p:spPr>
              <a:xfrm>
                <a:off x="8175971" y="1361800"/>
                <a:ext cx="50120" cy="48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24">
                    <a:moveTo>
                      <a:pt x="0" y="3369"/>
                    </a:moveTo>
                    <a:lnTo>
                      <a:pt x="2875" y="5124"/>
                    </a:lnTo>
                    <a:lnTo>
                      <a:pt x="5262" y="15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2" name="Surface mesh patch"/>
              <p:cNvSpPr/>
              <p:nvPr/>
            </p:nvSpPr>
            <p:spPr>
              <a:xfrm>
                <a:off x="8226090" y="1339849"/>
                <a:ext cx="50120" cy="48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0">
                    <a:moveTo>
                      <a:pt x="0" y="3834"/>
                    </a:moveTo>
                    <a:lnTo>
                      <a:pt x="2875" y="5110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3" name="Surface mesh patch"/>
              <p:cNvSpPr/>
              <p:nvPr/>
            </p:nvSpPr>
            <p:spPr>
              <a:xfrm>
                <a:off x="8276210" y="1307215"/>
                <a:ext cx="50120" cy="501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67">
                    <a:moveTo>
                      <a:pt x="0" y="4438"/>
                    </a:moveTo>
                    <a:lnTo>
                      <a:pt x="2875" y="5267"/>
                    </a:lnTo>
                    <a:lnTo>
                      <a:pt x="5262" y="5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4" name="Surface mesh patch"/>
              <p:cNvSpPr/>
              <p:nvPr/>
            </p:nvSpPr>
            <p:spPr>
              <a:xfrm>
                <a:off x="8326330" y="1263172"/>
                <a:ext cx="50120" cy="54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7">
                    <a:moveTo>
                      <a:pt x="0" y="5169"/>
                    </a:moveTo>
                    <a:lnTo>
                      <a:pt x="2875" y="5727"/>
                    </a:lnTo>
                    <a:lnTo>
                      <a:pt x="5262" y="3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5" name="Surface mesh patch"/>
              <p:cNvSpPr/>
              <p:nvPr/>
            </p:nvSpPr>
            <p:spPr>
              <a:xfrm>
                <a:off x="8376449" y="1209403"/>
                <a:ext cx="50120" cy="62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46">
                    <a:moveTo>
                      <a:pt x="0" y="5946"/>
                    </a:moveTo>
                    <a:lnTo>
                      <a:pt x="2875" y="6546"/>
                    </a:lnTo>
                    <a:lnTo>
                      <a:pt x="5262" y="4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a"/>
              </a:solidFill>
              <a:ln w="3334" cap="flat" cmpd="sng" algn="ctr">
                <a:solidFill>
                  <a:srgbClr val="df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6" name="Surface mesh patch"/>
              <p:cNvSpPr/>
              <p:nvPr/>
            </p:nvSpPr>
            <p:spPr>
              <a:xfrm>
                <a:off x="8426569" y="1150660"/>
                <a:ext cx="50120" cy="72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63">
                    <a:moveTo>
                      <a:pt x="0" y="6611"/>
                    </a:moveTo>
                    <a:lnTo>
                      <a:pt x="2875" y="7663"/>
                    </a:lnTo>
                    <a:lnTo>
                      <a:pt x="5262" y="10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5"/>
              </a:solidFill>
              <a:ln w="3334" cap="flat" cmpd="sng" algn="ctr">
                <a:solidFill>
                  <a:srgbClr val="e9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7" name="Surface mesh patch"/>
              <p:cNvSpPr/>
              <p:nvPr/>
            </p:nvSpPr>
            <p:spPr>
              <a:xfrm>
                <a:off x="8476689" y="1094448"/>
                <a:ext cx="50120" cy="8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88">
                    <a:moveTo>
                      <a:pt x="0" y="6978"/>
                    </a:moveTo>
                    <a:lnTo>
                      <a:pt x="2875" y="8888"/>
                    </a:lnTo>
                    <a:lnTo>
                      <a:pt x="5262" y="2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8" name="Surface mesh patch"/>
              <p:cNvSpPr/>
              <p:nvPr/>
            </p:nvSpPr>
            <p:spPr>
              <a:xfrm>
                <a:off x="8526808" y="1049392"/>
                <a:ext cx="50120" cy="946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7">
                    <a:moveTo>
                      <a:pt x="0" y="6898"/>
                    </a:moveTo>
                    <a:lnTo>
                      <a:pt x="2875" y="9937"/>
                    </a:lnTo>
                    <a:lnTo>
                      <a:pt x="5262" y="35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9" name="Surface mesh patch"/>
              <p:cNvSpPr/>
              <p:nvPr/>
            </p:nvSpPr>
            <p:spPr>
              <a:xfrm>
                <a:off x="8576928" y="1022661"/>
                <a:ext cx="50120" cy="100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04">
                    <a:moveTo>
                      <a:pt x="0" y="6330"/>
                    </a:moveTo>
                    <a:lnTo>
                      <a:pt x="2875" y="10504"/>
                    </a:lnTo>
                    <a:lnTo>
                      <a:pt x="5262" y="48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0" name="Surface mesh patch"/>
              <p:cNvSpPr/>
              <p:nvPr/>
            </p:nvSpPr>
            <p:spPr>
              <a:xfrm>
                <a:off x="8627048" y="1017488"/>
                <a:ext cx="50120" cy="984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38">
                    <a:moveTo>
                      <a:pt x="0" y="5360"/>
                    </a:moveTo>
                    <a:lnTo>
                      <a:pt x="2875" y="10338"/>
                    </a:lnTo>
                    <a:lnTo>
                      <a:pt x="5262" y="56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1" name="Surface mesh patch"/>
              <p:cNvSpPr/>
              <p:nvPr/>
            </p:nvSpPr>
            <p:spPr>
              <a:xfrm>
                <a:off x="8677167" y="1031964"/>
                <a:ext cx="50120" cy="88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4">
                    <a:moveTo>
                      <a:pt x="0" y="4161"/>
                    </a:moveTo>
                    <a:lnTo>
                      <a:pt x="2875" y="9314"/>
                    </a:lnTo>
                    <a:lnTo>
                      <a:pt x="5262" y="58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b0"/>
              </a:solidFill>
              <a:ln w="3334" cap="flat" cmpd="sng" algn="ctr">
                <a:solidFill>
                  <a:srgbClr val="fbcc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2" name="Surface mesh patch"/>
              <p:cNvSpPr/>
              <p:nvPr/>
            </p:nvSpPr>
            <p:spPr>
              <a:xfrm>
                <a:off x="8727287" y="1059775"/>
                <a:ext cx="50120" cy="709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4">
                    <a:moveTo>
                      <a:pt x="0" y="2913"/>
                    </a:moveTo>
                    <a:lnTo>
                      <a:pt x="2875" y="7454"/>
                    </a:lnTo>
                    <a:lnTo>
                      <a:pt x="5262" y="51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1b5"/>
              </a:solidFill>
              <a:ln w="3334" cap="flat" cmpd="sng" algn="ctr">
                <a:solidFill>
                  <a:srgbClr val="fb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3" name="Surface mesh patch"/>
              <p:cNvSpPr/>
              <p:nvPr/>
            </p:nvSpPr>
            <p:spPr>
              <a:xfrm>
                <a:off x="8777406" y="1092607"/>
                <a:ext cx="50120" cy="47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6">
                    <a:moveTo>
                      <a:pt x="0" y="1732"/>
                    </a:moveTo>
                    <a:lnTo>
                      <a:pt x="2875" y="4936"/>
                    </a:lnTo>
                    <a:lnTo>
                      <a:pt x="5262" y="38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4" name="Surface mesh patch"/>
              <p:cNvSpPr/>
              <p:nvPr/>
            </p:nvSpPr>
            <p:spPr>
              <a:xfrm>
                <a:off x="8827526" y="1123240"/>
                <a:ext cx="50120" cy="211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5">
                    <a:moveTo>
                      <a:pt x="0" y="641"/>
                    </a:moveTo>
                    <a:lnTo>
                      <a:pt x="2875" y="2092"/>
                    </a:lnTo>
                    <a:lnTo>
                      <a:pt x="5262" y="22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5" name="Surface mesh patch"/>
              <p:cNvSpPr/>
              <p:nvPr/>
            </p:nvSpPr>
            <p:spPr>
              <a:xfrm>
                <a:off x="8877646" y="1142080"/>
                <a:ext cx="50120" cy="12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9">
                    <a:moveTo>
                      <a:pt x="0" y="237"/>
                    </a:moveTo>
                    <a:lnTo>
                      <a:pt x="2875" y="0"/>
                    </a:lnTo>
                    <a:lnTo>
                      <a:pt x="5262" y="1329"/>
                    </a:lnTo>
                    <a:lnTo>
                      <a:pt x="2387" y="623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6" name="Surface mesh patch"/>
              <p:cNvSpPr/>
              <p:nvPr/>
            </p:nvSpPr>
            <p:spPr>
              <a:xfrm>
                <a:off x="8927765" y="1141736"/>
                <a:ext cx="50120" cy="25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16">
                    <a:moveTo>
                      <a:pt x="0" y="1365"/>
                    </a:moveTo>
                    <a:lnTo>
                      <a:pt x="2875" y="0"/>
                    </a:lnTo>
                    <a:lnTo>
                      <a:pt x="5262" y="2447"/>
                    </a:lnTo>
                    <a:lnTo>
                      <a:pt x="2387" y="2716"/>
                    </a:lnTo>
                    <a:close/>
                  </a:path>
                </a:pathLst>
              </a:custGeom>
              <a:solidFill>
                <a:srgbClr val="ecd9d0"/>
              </a:solidFill>
              <a:ln w="3334" cap="flat" cmpd="sng" algn="ctr">
                <a:solidFill>
                  <a:srgbClr val="ec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7" name="Surface mesh patch"/>
              <p:cNvSpPr/>
              <p:nvPr/>
            </p:nvSpPr>
            <p:spPr>
              <a:xfrm>
                <a:off x="8977885" y="1149447"/>
                <a:ext cx="50120" cy="36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3">
                    <a:moveTo>
                      <a:pt x="0" y="1637"/>
                    </a:moveTo>
                    <a:lnTo>
                      <a:pt x="2875" y="0"/>
                    </a:lnTo>
                    <a:lnTo>
                      <a:pt x="5262" y="3283"/>
                    </a:lnTo>
                    <a:lnTo>
                      <a:pt x="2387" y="3813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8" name="Surface mesh patch"/>
              <p:cNvSpPr/>
              <p:nvPr/>
            </p:nvSpPr>
            <p:spPr>
              <a:xfrm>
                <a:off x="9028005" y="1170186"/>
                <a:ext cx="50120" cy="36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1">
                    <a:moveTo>
                      <a:pt x="0" y="1106"/>
                    </a:moveTo>
                    <a:lnTo>
                      <a:pt x="2875" y="0"/>
                    </a:lnTo>
                    <a:lnTo>
                      <a:pt x="5262" y="3628"/>
                    </a:lnTo>
                    <a:lnTo>
                      <a:pt x="2387" y="3811"/>
                    </a:lnTo>
                    <a:close/>
                  </a:path>
                </a:pathLst>
              </a:custGeom>
              <a:solidFill>
                <a:srgbClr val="e5dede"/>
              </a:solidFill>
              <a:ln w="3334" cap="flat" cmpd="sng" algn="ctr">
                <a:solidFill>
                  <a:srgbClr val="e5de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9" name="Surface mesh patch"/>
              <p:cNvSpPr/>
              <p:nvPr/>
            </p:nvSpPr>
            <p:spPr>
              <a:xfrm>
                <a:off x="9078124" y="1203355"/>
                <a:ext cx="50120" cy="321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3">
                    <a:moveTo>
                      <a:pt x="0" y="145"/>
                    </a:moveTo>
                    <a:lnTo>
                      <a:pt x="2875" y="0"/>
                    </a:lnTo>
                    <a:lnTo>
                      <a:pt x="5262" y="3373"/>
                    </a:lnTo>
                    <a:lnTo>
                      <a:pt x="2387" y="2942"/>
                    </a:lnTo>
                    <a:close/>
                  </a:path>
                </a:pathLst>
              </a:custGeom>
              <a:solidFill>
                <a:srgbClr val="dee1ea"/>
              </a:solidFill>
              <a:ln w="3334" cap="flat" cmpd="sng" algn="ctr">
                <a:solidFill>
                  <a:srgbClr val="de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0" name="Surface mesh patch"/>
              <p:cNvSpPr/>
              <p:nvPr/>
            </p:nvSpPr>
            <p:spPr>
              <a:xfrm>
                <a:off x="9128244" y="1235482"/>
                <a:ext cx="50120" cy="31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8">
                    <a:moveTo>
                      <a:pt x="0" y="0"/>
                    </a:moveTo>
                    <a:lnTo>
                      <a:pt x="2875" y="755"/>
                    </a:lnTo>
                    <a:lnTo>
                      <a:pt x="5262" y="3348"/>
                    </a:lnTo>
                    <a:lnTo>
                      <a:pt x="2387" y="240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1" name="Surface mesh patch"/>
              <p:cNvSpPr/>
              <p:nvPr/>
            </p:nvSpPr>
            <p:spPr>
              <a:xfrm>
                <a:off x="9178364" y="1267369"/>
                <a:ext cx="50120" cy="26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7">
                    <a:moveTo>
                      <a:pt x="0" y="0"/>
                    </a:moveTo>
                    <a:lnTo>
                      <a:pt x="2875" y="1243"/>
                    </a:lnTo>
                    <a:lnTo>
                      <a:pt x="5262" y="2757"/>
                    </a:lnTo>
                    <a:lnTo>
                      <a:pt x="2387" y="1639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2" name="Surface mesh patch"/>
              <p:cNvSpPr/>
              <p:nvPr/>
            </p:nvSpPr>
            <p:spPr>
              <a:xfrm>
                <a:off x="7852521" y="1410529"/>
                <a:ext cx="50120" cy="327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6">
                    <a:moveTo>
                      <a:pt x="0" y="1568"/>
                    </a:moveTo>
                    <a:lnTo>
                      <a:pt x="2875" y="3436"/>
                    </a:lnTo>
                    <a:lnTo>
                      <a:pt x="5262" y="17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3" name="Surface mesh patch"/>
              <p:cNvSpPr/>
              <p:nvPr/>
            </p:nvSpPr>
            <p:spPr>
              <a:xfrm>
                <a:off x="7902641" y="1410496"/>
                <a:ext cx="50120" cy="370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93">
                    <a:moveTo>
                      <a:pt x="0" y="1802"/>
                    </a:moveTo>
                    <a:lnTo>
                      <a:pt x="2875" y="3893"/>
                    </a:lnTo>
                    <a:lnTo>
                      <a:pt x="5262" y="2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4" name="Surface mesh patch"/>
              <p:cNvSpPr/>
              <p:nvPr/>
            </p:nvSpPr>
            <p:spPr>
              <a:xfrm>
                <a:off x="7952760" y="1410365"/>
                <a:ext cx="50120" cy="41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74">
                    <a:moveTo>
                      <a:pt x="0" y="2043"/>
                    </a:moveTo>
                    <a:lnTo>
                      <a:pt x="2875" y="4374"/>
                    </a:lnTo>
                    <a:lnTo>
                      <a:pt x="5262" y="22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5" name="Surface mesh patch"/>
              <p:cNvSpPr/>
              <p:nvPr/>
            </p:nvSpPr>
            <p:spPr>
              <a:xfrm>
                <a:off x="8002880" y="1410053"/>
                <a:ext cx="50120" cy="45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86">
                    <a:moveTo>
                      <a:pt x="0" y="2298"/>
                    </a:moveTo>
                    <a:lnTo>
                      <a:pt x="2875" y="4786"/>
                    </a:lnTo>
                    <a:lnTo>
                      <a:pt x="5262" y="2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6" name="Surface mesh patch"/>
              <p:cNvSpPr/>
              <p:nvPr/>
            </p:nvSpPr>
            <p:spPr>
              <a:xfrm>
                <a:off x="8053000" y="1408495"/>
                <a:ext cx="50120" cy="48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9">
                    <a:moveTo>
                      <a:pt x="0" y="2569"/>
                    </a:moveTo>
                    <a:lnTo>
                      <a:pt x="2875" y="5049"/>
                    </a:lnTo>
                    <a:lnTo>
                      <a:pt x="5262" y="23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7" name="Surface mesh patch"/>
              <p:cNvSpPr/>
              <p:nvPr/>
            </p:nvSpPr>
            <p:spPr>
              <a:xfrm>
                <a:off x="8103119" y="1403854"/>
                <a:ext cx="50120" cy="48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40">
                    <a:moveTo>
                      <a:pt x="0" y="2863"/>
                    </a:moveTo>
                    <a:lnTo>
                      <a:pt x="2875" y="5140"/>
                    </a:lnTo>
                    <a:lnTo>
                      <a:pt x="5262" y="21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8" name="Surface mesh patch"/>
              <p:cNvSpPr/>
              <p:nvPr/>
            </p:nvSpPr>
            <p:spPr>
              <a:xfrm>
                <a:off x="8153239" y="1393890"/>
                <a:ext cx="50120" cy="48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01">
                    <a:moveTo>
                      <a:pt x="0" y="3195"/>
                    </a:moveTo>
                    <a:lnTo>
                      <a:pt x="2875" y="5101"/>
                    </a:lnTo>
                    <a:lnTo>
                      <a:pt x="5262" y="1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9" name="Surface mesh patch"/>
              <p:cNvSpPr/>
              <p:nvPr/>
            </p:nvSpPr>
            <p:spPr>
              <a:xfrm>
                <a:off x="8203359" y="1376369"/>
                <a:ext cx="50120" cy="480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3">
                    <a:moveTo>
                      <a:pt x="0" y="3595"/>
                    </a:moveTo>
                    <a:lnTo>
                      <a:pt x="2875" y="5043"/>
                    </a:lnTo>
                    <a:lnTo>
                      <a:pt x="5262" y="1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0" name="Surface mesh patch"/>
              <p:cNvSpPr/>
              <p:nvPr/>
            </p:nvSpPr>
            <p:spPr>
              <a:xfrm>
                <a:off x="8253478" y="1349483"/>
                <a:ext cx="50120" cy="48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3">
                    <a:moveTo>
                      <a:pt x="0" y="4098"/>
                    </a:moveTo>
                    <a:lnTo>
                      <a:pt x="2875" y="5113"/>
                    </a:lnTo>
                    <a:lnTo>
                      <a:pt x="5262" y="8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1" name="Surface mesh patch"/>
              <p:cNvSpPr/>
              <p:nvPr/>
            </p:nvSpPr>
            <p:spPr>
              <a:xfrm>
                <a:off x="8303598" y="1312409"/>
                <a:ext cx="50120" cy="518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46">
                    <a:moveTo>
                      <a:pt x="0" y="4722"/>
                    </a:moveTo>
                    <a:lnTo>
                      <a:pt x="2875" y="5446"/>
                    </a:lnTo>
                    <a:lnTo>
                      <a:pt x="5262" y="5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2" name="Surface mesh patch"/>
              <p:cNvSpPr/>
              <p:nvPr/>
            </p:nvSpPr>
            <p:spPr>
              <a:xfrm>
                <a:off x="8353717" y="1266039"/>
                <a:ext cx="50120" cy="582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18">
                    <a:moveTo>
                      <a:pt x="0" y="5426"/>
                    </a:moveTo>
                    <a:lnTo>
                      <a:pt x="2875" y="6118"/>
                    </a:lnTo>
                    <a:lnTo>
                      <a:pt x="5262" y="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3" name="Surface mesh patch"/>
              <p:cNvSpPr/>
              <p:nvPr/>
            </p:nvSpPr>
            <p:spPr>
              <a:xfrm>
                <a:off x="8403837" y="1213635"/>
                <a:ext cx="50120" cy="67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00">
                    <a:moveTo>
                      <a:pt x="0" y="6102"/>
                    </a:moveTo>
                    <a:lnTo>
                      <a:pt x="2875" y="7100"/>
                    </a:lnTo>
                    <a:lnTo>
                      <a:pt x="5262" y="10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4" name="Surface mesh patch"/>
              <p:cNvSpPr/>
              <p:nvPr/>
            </p:nvSpPr>
            <p:spPr>
              <a:xfrm>
                <a:off x="8453957" y="1160912"/>
                <a:ext cx="50120" cy="784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39">
                    <a:moveTo>
                      <a:pt x="0" y="6587"/>
                    </a:moveTo>
                    <a:lnTo>
                      <a:pt x="2875" y="8239"/>
                    </a:lnTo>
                    <a:lnTo>
                      <a:pt x="5262" y="19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5" name="Surface mesh patch"/>
              <p:cNvSpPr/>
              <p:nvPr/>
            </p:nvSpPr>
            <p:spPr>
              <a:xfrm>
                <a:off x="8504076" y="1115092"/>
                <a:ext cx="50120" cy="88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85">
                    <a:moveTo>
                      <a:pt x="0" y="6720"/>
                    </a:moveTo>
                    <a:lnTo>
                      <a:pt x="2875" y="9285"/>
                    </a:lnTo>
                    <a:lnTo>
                      <a:pt x="5262" y="30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6" name="Surface mesh patch"/>
              <p:cNvSpPr/>
              <p:nvPr/>
            </p:nvSpPr>
            <p:spPr>
              <a:xfrm>
                <a:off x="8554196" y="1082953"/>
                <a:ext cx="50120" cy="94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7">
                    <a:moveTo>
                      <a:pt x="0" y="6414"/>
                    </a:moveTo>
                    <a:lnTo>
                      <a:pt x="2875" y="9937"/>
                    </a:lnTo>
                    <a:lnTo>
                      <a:pt x="5262" y="41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7" name="Surface mesh patch"/>
              <p:cNvSpPr/>
              <p:nvPr/>
            </p:nvSpPr>
            <p:spPr>
              <a:xfrm>
                <a:off x="8604316" y="1068542"/>
                <a:ext cx="50120" cy="945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23">
                    <a:moveTo>
                      <a:pt x="0" y="5687"/>
                    </a:moveTo>
                    <a:lnTo>
                      <a:pt x="2875" y="9923"/>
                    </a:lnTo>
                    <a:lnTo>
                      <a:pt x="5262" y="4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8" name="Surface mesh patch"/>
              <p:cNvSpPr/>
              <p:nvPr/>
            </p:nvSpPr>
            <p:spPr>
              <a:xfrm>
                <a:off x="8654435" y="1071597"/>
                <a:ext cx="50120" cy="86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58">
                    <a:moveTo>
                      <a:pt x="0" y="4657"/>
                    </a:moveTo>
                    <a:lnTo>
                      <a:pt x="2875" y="9058"/>
                    </a:lnTo>
                    <a:lnTo>
                      <a:pt x="5262" y="5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9" name="Surface mesh patch"/>
              <p:cNvSpPr/>
              <p:nvPr/>
            </p:nvSpPr>
            <p:spPr>
              <a:xfrm>
                <a:off x="8704555" y="1087523"/>
                <a:ext cx="50120" cy="69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2">
                    <a:moveTo>
                      <a:pt x="0" y="3481"/>
                    </a:moveTo>
                    <a:lnTo>
                      <a:pt x="2875" y="7292"/>
                    </a:lnTo>
                    <a:lnTo>
                      <a:pt x="5262" y="45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7d3bb"/>
              </a:solidFill>
              <a:ln w="3334" cap="flat" cmpd="sng" algn="ctr">
                <a:solidFill>
                  <a:srgbClr val="f7d3b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0" name="Surface mesh patch"/>
              <p:cNvSpPr/>
              <p:nvPr/>
            </p:nvSpPr>
            <p:spPr>
              <a:xfrm>
                <a:off x="8754675" y="1109103"/>
                <a:ext cx="50120" cy="45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9">
                    <a:moveTo>
                      <a:pt x="0" y="2275"/>
                    </a:moveTo>
                    <a:lnTo>
                      <a:pt x="2875" y="4729"/>
                    </a:lnTo>
                    <a:lnTo>
                      <a:pt x="5262" y="32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1" name="Surface mesh patch"/>
              <p:cNvSpPr/>
              <p:nvPr/>
            </p:nvSpPr>
            <p:spPr>
              <a:xfrm>
                <a:off x="8804794" y="1129348"/>
                <a:ext cx="50120" cy="15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2">
                    <a:moveTo>
                      <a:pt x="0" y="1079"/>
                    </a:moveTo>
                    <a:lnTo>
                      <a:pt x="2875" y="1662"/>
                    </a:lnTo>
                    <a:lnTo>
                      <a:pt x="5262" y="14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2" name="Surface mesh patch"/>
              <p:cNvSpPr/>
              <p:nvPr/>
            </p:nvSpPr>
            <p:spPr>
              <a:xfrm>
                <a:off x="8854914" y="1130710"/>
                <a:ext cx="50120" cy="13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1">
                    <a:moveTo>
                      <a:pt x="0" y="1308"/>
                    </a:moveTo>
                    <a:lnTo>
                      <a:pt x="2875" y="0"/>
                    </a:lnTo>
                    <a:lnTo>
                      <a:pt x="5262" y="1194"/>
                    </a:lnTo>
                    <a:lnTo>
                      <a:pt x="2387" y="1431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3" name="Surface mesh patch"/>
              <p:cNvSpPr/>
              <p:nvPr/>
            </p:nvSpPr>
            <p:spPr>
              <a:xfrm>
                <a:off x="8905034" y="1117008"/>
                <a:ext cx="50120" cy="37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1">
                    <a:moveTo>
                      <a:pt x="0" y="2632"/>
                    </a:moveTo>
                    <a:lnTo>
                      <a:pt x="2875" y="0"/>
                    </a:lnTo>
                    <a:lnTo>
                      <a:pt x="5262" y="2596"/>
                    </a:lnTo>
                    <a:lnTo>
                      <a:pt x="2387" y="3961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4" name="Surface mesh patch"/>
              <p:cNvSpPr/>
              <p:nvPr/>
            </p:nvSpPr>
            <p:spPr>
              <a:xfrm>
                <a:off x="8955153" y="1113525"/>
                <a:ext cx="50120" cy="51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8">
                    <a:moveTo>
                      <a:pt x="0" y="2962"/>
                    </a:moveTo>
                    <a:lnTo>
                      <a:pt x="2875" y="0"/>
                    </a:lnTo>
                    <a:lnTo>
                      <a:pt x="5262" y="3771"/>
                    </a:lnTo>
                    <a:lnTo>
                      <a:pt x="2387" y="5408"/>
                    </a:lnTo>
                    <a:close/>
                  </a:path>
                </a:pathLst>
              </a:custGeom>
              <a:solidFill>
                <a:srgbClr val="f2d6c6"/>
              </a:solidFill>
              <a:ln w="3334" cap="flat" cmpd="sng" algn="ctr">
                <a:solidFill>
                  <a:srgbClr val="f2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5" name="Surface mesh patch"/>
              <p:cNvSpPr/>
              <p:nvPr/>
            </p:nvSpPr>
            <p:spPr>
              <a:xfrm>
                <a:off x="9005273" y="1127925"/>
                <a:ext cx="50120" cy="527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2">
                    <a:moveTo>
                      <a:pt x="0" y="2260"/>
                    </a:moveTo>
                    <a:lnTo>
                      <a:pt x="2875" y="0"/>
                    </a:lnTo>
                    <a:lnTo>
                      <a:pt x="5262" y="4437"/>
                    </a:lnTo>
                    <a:lnTo>
                      <a:pt x="2387" y="5542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6" name="Surface mesh patch"/>
              <p:cNvSpPr/>
              <p:nvPr/>
            </p:nvSpPr>
            <p:spPr>
              <a:xfrm>
                <a:off x="9055392" y="1161453"/>
                <a:ext cx="50120" cy="432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4">
                    <a:moveTo>
                      <a:pt x="0" y="917"/>
                    </a:moveTo>
                    <a:lnTo>
                      <a:pt x="2875" y="0"/>
                    </a:lnTo>
                    <a:lnTo>
                      <a:pt x="5262" y="4399"/>
                    </a:lnTo>
                    <a:lnTo>
                      <a:pt x="2387" y="4544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7" name="Surface mesh patch"/>
              <p:cNvSpPr/>
              <p:nvPr/>
            </p:nvSpPr>
            <p:spPr>
              <a:xfrm>
                <a:off x="9105512" y="1203355"/>
                <a:ext cx="50120" cy="393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8">
                    <a:moveTo>
                      <a:pt x="0" y="0"/>
                    </a:moveTo>
                    <a:lnTo>
                      <a:pt x="2875" y="455"/>
                    </a:lnTo>
                    <a:lnTo>
                      <a:pt x="5262" y="4128"/>
                    </a:lnTo>
                    <a:lnTo>
                      <a:pt x="2387" y="3373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8" name="Surface mesh patch"/>
              <p:cNvSpPr/>
              <p:nvPr/>
            </p:nvSpPr>
            <p:spPr>
              <a:xfrm>
                <a:off x="9155632" y="1242675"/>
                <a:ext cx="50120" cy="365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6">
                    <a:moveTo>
                      <a:pt x="0" y="0"/>
                    </a:moveTo>
                    <a:lnTo>
                      <a:pt x="2875" y="1350"/>
                    </a:lnTo>
                    <a:lnTo>
                      <a:pt x="5262" y="3836"/>
                    </a:lnTo>
                    <a:lnTo>
                      <a:pt x="2387" y="2593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9" name="Surface mesh patch"/>
              <p:cNvSpPr/>
              <p:nvPr/>
            </p:nvSpPr>
            <p:spPr>
              <a:xfrm>
                <a:off x="9205751" y="1279212"/>
                <a:ext cx="50120" cy="262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4">
                    <a:moveTo>
                      <a:pt x="0" y="0"/>
                    </a:moveTo>
                    <a:lnTo>
                      <a:pt x="2875" y="1583"/>
                    </a:lnTo>
                    <a:lnTo>
                      <a:pt x="5262" y="2754"/>
                    </a:lnTo>
                    <a:lnTo>
                      <a:pt x="2387" y="1513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0" name="Surface mesh patch"/>
              <p:cNvSpPr/>
              <p:nvPr/>
            </p:nvSpPr>
            <p:spPr>
              <a:xfrm>
                <a:off x="7829789" y="1425463"/>
                <a:ext cx="50120" cy="317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33">
                    <a:moveTo>
                      <a:pt x="0" y="1421"/>
                    </a:moveTo>
                    <a:lnTo>
                      <a:pt x="2875" y="3333"/>
                    </a:lnTo>
                    <a:lnTo>
                      <a:pt x="5262" y="18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1" name="Surface mesh patch"/>
              <p:cNvSpPr/>
              <p:nvPr/>
            </p:nvSpPr>
            <p:spPr>
              <a:xfrm>
                <a:off x="7879909" y="1427664"/>
                <a:ext cx="50120" cy="35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56">
                    <a:moveTo>
                      <a:pt x="0" y="1637"/>
                    </a:moveTo>
                    <a:lnTo>
                      <a:pt x="2875" y="3756"/>
                    </a:lnTo>
                    <a:lnTo>
                      <a:pt x="5262" y="20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2" name="Surface mesh patch"/>
              <p:cNvSpPr/>
              <p:nvPr/>
            </p:nvSpPr>
            <p:spPr>
              <a:xfrm>
                <a:off x="7930028" y="1429828"/>
                <a:ext cx="50120" cy="40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1">
                    <a:moveTo>
                      <a:pt x="0" y="1864"/>
                    </a:moveTo>
                    <a:lnTo>
                      <a:pt x="2875" y="4221"/>
                    </a:lnTo>
                    <a:lnTo>
                      <a:pt x="5262" y="23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3" name="Surface mesh patch"/>
              <p:cNvSpPr/>
              <p:nvPr/>
            </p:nvSpPr>
            <p:spPr>
              <a:xfrm>
                <a:off x="7980148" y="1431937"/>
                <a:ext cx="50120" cy="441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36">
                    <a:moveTo>
                      <a:pt x="0" y="2110"/>
                    </a:moveTo>
                    <a:lnTo>
                      <a:pt x="2875" y="4636"/>
                    </a:lnTo>
                    <a:lnTo>
                      <a:pt x="5262" y="24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4" name="Surface mesh patch"/>
              <p:cNvSpPr/>
              <p:nvPr/>
            </p:nvSpPr>
            <p:spPr>
              <a:xfrm>
                <a:off x="8030268" y="1432967"/>
                <a:ext cx="50120" cy="468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6">
                    <a:moveTo>
                      <a:pt x="0" y="2380"/>
                    </a:moveTo>
                    <a:lnTo>
                      <a:pt x="2875" y="4916"/>
                    </a:lnTo>
                    <a:lnTo>
                      <a:pt x="5262" y="2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5" name="Surface mesh patch"/>
              <p:cNvSpPr/>
              <p:nvPr/>
            </p:nvSpPr>
            <p:spPr>
              <a:xfrm>
                <a:off x="8080387" y="1431128"/>
                <a:ext cx="50120" cy="47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3">
                    <a:moveTo>
                      <a:pt x="0" y="2673"/>
                    </a:moveTo>
                    <a:lnTo>
                      <a:pt x="2875" y="5023"/>
                    </a:lnTo>
                    <a:lnTo>
                      <a:pt x="5262" y="2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6" name="Surface mesh patch"/>
              <p:cNvSpPr/>
              <p:nvPr/>
            </p:nvSpPr>
            <p:spPr>
              <a:xfrm>
                <a:off x="8130507" y="1424324"/>
                <a:ext cx="50120" cy="47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2">
                    <a:moveTo>
                      <a:pt x="0" y="2991"/>
                    </a:moveTo>
                    <a:lnTo>
                      <a:pt x="2875" y="4982"/>
                    </a:lnTo>
                    <a:lnTo>
                      <a:pt x="5262" y="19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7" name="Surface mesh patch"/>
              <p:cNvSpPr/>
              <p:nvPr/>
            </p:nvSpPr>
            <p:spPr>
              <a:xfrm>
                <a:off x="8180627" y="1410608"/>
                <a:ext cx="50120" cy="4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90">
                    <a:moveTo>
                      <a:pt x="0" y="3346"/>
                    </a:moveTo>
                    <a:lnTo>
                      <a:pt x="2875" y="4890"/>
                    </a:lnTo>
                    <a:lnTo>
                      <a:pt x="5262" y="14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8" name="Surface mesh patch"/>
              <p:cNvSpPr/>
              <p:nvPr/>
            </p:nvSpPr>
            <p:spPr>
              <a:xfrm>
                <a:off x="8230746" y="1388519"/>
                <a:ext cx="50120" cy="464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0">
                    <a:moveTo>
                      <a:pt x="0" y="3767"/>
                    </a:moveTo>
                    <a:lnTo>
                      <a:pt x="2875" y="4880"/>
                    </a:lnTo>
                    <a:lnTo>
                      <a:pt x="5262" y="10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9" name="Surface mesh patch"/>
              <p:cNvSpPr/>
              <p:nvPr/>
            </p:nvSpPr>
            <p:spPr>
              <a:xfrm>
                <a:off x="8280866" y="1357383"/>
                <a:ext cx="50120" cy="484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0">
                    <a:moveTo>
                      <a:pt x="0" y="4283"/>
                    </a:moveTo>
                    <a:lnTo>
                      <a:pt x="2875" y="5090"/>
                    </a:lnTo>
                    <a:lnTo>
                      <a:pt x="5262" y="7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0" name="Surface mesh patch"/>
              <p:cNvSpPr/>
              <p:nvPr/>
            </p:nvSpPr>
            <p:spPr>
              <a:xfrm>
                <a:off x="8330986" y="1317725"/>
                <a:ext cx="50120" cy="53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08">
                    <a:moveTo>
                      <a:pt x="0" y="4888"/>
                    </a:moveTo>
                    <a:lnTo>
                      <a:pt x="2875" y="5608"/>
                    </a:lnTo>
                    <a:lnTo>
                      <a:pt x="5262" y="6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1" name="Surface mesh patch"/>
              <p:cNvSpPr/>
              <p:nvPr/>
            </p:nvSpPr>
            <p:spPr>
              <a:xfrm>
                <a:off x="8381105" y="1271758"/>
                <a:ext cx="50120" cy="61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2">
                    <a:moveTo>
                      <a:pt x="0" y="5518"/>
                    </a:moveTo>
                    <a:lnTo>
                      <a:pt x="2875" y="6432"/>
                    </a:lnTo>
                    <a:lnTo>
                      <a:pt x="5262" y="9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2" name="Surface mesh patch"/>
              <p:cNvSpPr/>
              <p:nvPr/>
            </p:nvSpPr>
            <p:spPr>
              <a:xfrm>
                <a:off x="8431225" y="1223649"/>
                <a:ext cx="50120" cy="709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0">
                    <a:moveTo>
                      <a:pt x="0" y="6048"/>
                    </a:moveTo>
                    <a:lnTo>
                      <a:pt x="2875" y="7450"/>
                    </a:lnTo>
                    <a:lnTo>
                      <a:pt x="5262" y="16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3" name="Surface mesh patch"/>
              <p:cNvSpPr/>
              <p:nvPr/>
            </p:nvSpPr>
            <p:spPr>
              <a:xfrm>
                <a:off x="8481345" y="1179102"/>
                <a:ext cx="50120" cy="8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47">
                    <a:moveTo>
                      <a:pt x="0" y="6330"/>
                    </a:moveTo>
                    <a:lnTo>
                      <a:pt x="2875" y="8447"/>
                    </a:lnTo>
                    <a:lnTo>
                      <a:pt x="5262" y="25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4" name="Surface mesh patch"/>
              <p:cNvSpPr/>
              <p:nvPr/>
            </p:nvSpPr>
            <p:spPr>
              <a:xfrm>
                <a:off x="8531464" y="1144042"/>
                <a:ext cx="50120" cy="871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45">
                    <a:moveTo>
                      <a:pt x="0" y="6245"/>
                    </a:moveTo>
                    <a:lnTo>
                      <a:pt x="2875" y="9145"/>
                    </a:lnTo>
                    <a:lnTo>
                      <a:pt x="5262" y="35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5" name="Surface mesh patch"/>
              <p:cNvSpPr/>
              <p:nvPr/>
            </p:nvSpPr>
            <p:spPr>
              <a:xfrm>
                <a:off x="8581584" y="1122707"/>
                <a:ext cx="50120" cy="882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62">
                    <a:moveTo>
                      <a:pt x="0" y="5763"/>
                    </a:moveTo>
                    <a:lnTo>
                      <a:pt x="2875" y="9262"/>
                    </a:lnTo>
                    <a:lnTo>
                      <a:pt x="5262" y="42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6" name="Surface mesh patch"/>
              <p:cNvSpPr/>
              <p:nvPr/>
            </p:nvSpPr>
            <p:spPr>
              <a:xfrm>
                <a:off x="8631703" y="1115960"/>
                <a:ext cx="50120" cy="816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1">
                    <a:moveTo>
                      <a:pt x="0" y="4944"/>
                    </a:moveTo>
                    <a:lnTo>
                      <a:pt x="2875" y="8571"/>
                    </a:lnTo>
                    <a:lnTo>
                      <a:pt x="5262" y="44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4"/>
              </a:solidFill>
              <a:ln w="3334" cap="flat" cmpd="sng" algn="ctr">
                <a:solidFill>
                  <a:srgbClr val="f2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7" name="Surface mesh patch"/>
              <p:cNvSpPr/>
              <p:nvPr/>
            </p:nvSpPr>
            <p:spPr>
              <a:xfrm>
                <a:off x="8681823" y="1120679"/>
                <a:ext cx="50120" cy="66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46">
                    <a:moveTo>
                      <a:pt x="0" y="3905"/>
                    </a:moveTo>
                    <a:lnTo>
                      <a:pt x="2875" y="6946"/>
                    </a:lnTo>
                    <a:lnTo>
                      <a:pt x="5262" y="38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8" name="Surface mesh patch"/>
              <p:cNvSpPr/>
              <p:nvPr/>
            </p:nvSpPr>
            <p:spPr>
              <a:xfrm>
                <a:off x="8731943" y="1130770"/>
                <a:ext cx="50120" cy="420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0">
                    <a:moveTo>
                      <a:pt x="0" y="2751"/>
                    </a:moveTo>
                    <a:lnTo>
                      <a:pt x="2875" y="4410"/>
                    </a:lnTo>
                    <a:lnTo>
                      <a:pt x="5262" y="24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9" name="Surface mesh patch"/>
              <p:cNvSpPr/>
              <p:nvPr/>
            </p:nvSpPr>
            <p:spPr>
              <a:xfrm>
                <a:off x="8782062" y="1139624"/>
                <a:ext cx="50120" cy="145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5">
                    <a:moveTo>
                      <a:pt x="0" y="1525"/>
                    </a:moveTo>
                    <a:lnTo>
                      <a:pt x="2875" y="1191"/>
                    </a:lnTo>
                    <a:lnTo>
                      <a:pt x="5262" y="5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0" name="Surface mesh patch"/>
              <p:cNvSpPr/>
              <p:nvPr/>
            </p:nvSpPr>
            <p:spPr>
              <a:xfrm>
                <a:off x="8832182" y="1121852"/>
                <a:ext cx="50120" cy="233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9">
                    <a:moveTo>
                      <a:pt x="0" y="2449"/>
                    </a:moveTo>
                    <a:lnTo>
                      <a:pt x="2875" y="0"/>
                    </a:lnTo>
                    <a:lnTo>
                      <a:pt x="5262" y="930"/>
                    </a:lnTo>
                    <a:lnTo>
                      <a:pt x="2387" y="2238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1" name="Surface mesh patch"/>
              <p:cNvSpPr/>
              <p:nvPr/>
            </p:nvSpPr>
            <p:spPr>
              <a:xfrm>
                <a:off x="8882302" y="1092444"/>
                <a:ext cx="50120" cy="496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11">
                    <a:moveTo>
                      <a:pt x="0" y="4017"/>
                    </a:moveTo>
                    <a:lnTo>
                      <a:pt x="2875" y="0"/>
                    </a:lnTo>
                    <a:lnTo>
                      <a:pt x="5262" y="2579"/>
                    </a:lnTo>
                    <a:lnTo>
                      <a:pt x="2387" y="5211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2" name="Surface mesh patch"/>
              <p:cNvSpPr/>
              <p:nvPr/>
            </p:nvSpPr>
            <p:spPr>
              <a:xfrm>
                <a:off x="8932421" y="1074486"/>
                <a:ext cx="50120" cy="672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60">
                    <a:moveTo>
                      <a:pt x="0" y="4464"/>
                    </a:moveTo>
                    <a:lnTo>
                      <a:pt x="2875" y="0"/>
                    </a:lnTo>
                    <a:lnTo>
                      <a:pt x="5262" y="4099"/>
                    </a:lnTo>
                    <a:lnTo>
                      <a:pt x="2387" y="7060"/>
                    </a:lnTo>
                    <a:close/>
                  </a:path>
                </a:pathLst>
              </a:custGeom>
              <a:solidFill>
                <a:srgbClr val="fad1b5"/>
              </a:solidFill>
              <a:ln w="3334" cap="flat" cmpd="sng" algn="ctr">
                <a:solidFill>
                  <a:srgbClr val="fa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3" name="Surface mesh patch"/>
              <p:cNvSpPr/>
              <p:nvPr/>
            </p:nvSpPr>
            <p:spPr>
              <a:xfrm>
                <a:off x="8982541" y="1078965"/>
                <a:ext cx="50120" cy="704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00">
                    <a:moveTo>
                      <a:pt x="0" y="3628"/>
                    </a:moveTo>
                    <a:lnTo>
                      <a:pt x="2875" y="0"/>
                    </a:lnTo>
                    <a:lnTo>
                      <a:pt x="5262" y="5140"/>
                    </a:lnTo>
                    <a:lnTo>
                      <a:pt x="2387" y="740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4" name="Surface mesh patch"/>
              <p:cNvSpPr/>
              <p:nvPr/>
            </p:nvSpPr>
            <p:spPr>
              <a:xfrm>
                <a:off x="9032661" y="1109952"/>
                <a:ext cx="50120" cy="60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24">
                    <a:moveTo>
                      <a:pt x="0" y="1887"/>
                    </a:moveTo>
                    <a:lnTo>
                      <a:pt x="2875" y="0"/>
                    </a:lnTo>
                    <a:lnTo>
                      <a:pt x="5262" y="5407"/>
                    </a:lnTo>
                    <a:lnTo>
                      <a:pt x="2387" y="6324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5" name="Surface mesh patch"/>
              <p:cNvSpPr/>
              <p:nvPr/>
            </p:nvSpPr>
            <p:spPr>
              <a:xfrm>
                <a:off x="9082780" y="1161453"/>
                <a:ext cx="50120" cy="462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4">
                    <a:moveTo>
                      <a:pt x="0" y="0"/>
                    </a:moveTo>
                    <a:lnTo>
                      <a:pt x="2875" y="30"/>
                    </a:lnTo>
                    <a:lnTo>
                      <a:pt x="5262" y="4854"/>
                    </a:lnTo>
                    <a:lnTo>
                      <a:pt x="2387" y="4399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6" name="Surface mesh patch"/>
              <p:cNvSpPr/>
              <p:nvPr/>
            </p:nvSpPr>
            <p:spPr>
              <a:xfrm>
                <a:off x="9132900" y="1207692"/>
                <a:ext cx="50120" cy="478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2">
                    <a:moveTo>
                      <a:pt x="0" y="0"/>
                    </a:moveTo>
                    <a:lnTo>
                      <a:pt x="2875" y="1431"/>
                    </a:lnTo>
                    <a:lnTo>
                      <a:pt x="5262" y="5022"/>
                    </a:lnTo>
                    <a:lnTo>
                      <a:pt x="2387" y="3673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7" name="Surface mesh patch"/>
              <p:cNvSpPr/>
              <p:nvPr/>
            </p:nvSpPr>
            <p:spPr>
              <a:xfrm>
                <a:off x="9183020" y="1255531"/>
                <a:ext cx="50120" cy="38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0">
                    <a:moveTo>
                      <a:pt x="0" y="0"/>
                    </a:moveTo>
                    <a:lnTo>
                      <a:pt x="2875" y="1989"/>
                    </a:lnTo>
                    <a:lnTo>
                      <a:pt x="5262" y="4070"/>
                    </a:lnTo>
                    <a:lnTo>
                      <a:pt x="2387" y="2486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8" name="Surface mesh patch"/>
              <p:cNvSpPr/>
              <p:nvPr/>
            </p:nvSpPr>
            <p:spPr>
              <a:xfrm>
                <a:off x="9233139" y="1294294"/>
                <a:ext cx="50120" cy="235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8">
                    <a:moveTo>
                      <a:pt x="0" y="0"/>
                    </a:moveTo>
                    <a:lnTo>
                      <a:pt x="2875" y="1804"/>
                    </a:lnTo>
                    <a:lnTo>
                      <a:pt x="5262" y="2468"/>
                    </a:lnTo>
                    <a:lnTo>
                      <a:pt x="2387" y="1171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9" name="Surface mesh patch"/>
              <p:cNvSpPr/>
              <p:nvPr/>
            </p:nvSpPr>
            <p:spPr>
              <a:xfrm>
                <a:off x="7807057" y="1438993"/>
                <a:ext cx="50120" cy="30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09">
                    <a:moveTo>
                      <a:pt x="0" y="1274"/>
                    </a:moveTo>
                    <a:lnTo>
                      <a:pt x="2875" y="3209"/>
                    </a:lnTo>
                    <a:lnTo>
                      <a:pt x="5262" y="1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0" name="Surface mesh patch"/>
              <p:cNvSpPr/>
              <p:nvPr/>
            </p:nvSpPr>
            <p:spPr>
              <a:xfrm>
                <a:off x="7857177" y="1443258"/>
                <a:ext cx="50120" cy="341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81">
                    <a:moveTo>
                      <a:pt x="0" y="1465"/>
                    </a:moveTo>
                    <a:lnTo>
                      <a:pt x="2875" y="3581"/>
                    </a:lnTo>
                    <a:lnTo>
                      <a:pt x="5262" y="21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1" name="Surface mesh patch"/>
              <p:cNvSpPr/>
              <p:nvPr/>
            </p:nvSpPr>
            <p:spPr>
              <a:xfrm>
                <a:off x="7907297" y="1447578"/>
                <a:ext cx="50120" cy="38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10">
                    <a:moveTo>
                      <a:pt x="0" y="1666"/>
                    </a:moveTo>
                    <a:lnTo>
                      <a:pt x="2875" y="4010"/>
                    </a:lnTo>
                    <a:lnTo>
                      <a:pt x="5262" y="23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2" name="Surface mesh patch"/>
              <p:cNvSpPr/>
              <p:nvPr/>
            </p:nvSpPr>
            <p:spPr>
              <a:xfrm>
                <a:off x="7957416" y="1452031"/>
                <a:ext cx="50120" cy="419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09">
                    <a:moveTo>
                      <a:pt x="0" y="1890"/>
                    </a:moveTo>
                    <a:lnTo>
                      <a:pt x="2875" y="4409"/>
                    </a:lnTo>
                    <a:lnTo>
                      <a:pt x="5262" y="25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3" name="Surface mesh patch"/>
              <p:cNvSpPr/>
              <p:nvPr/>
            </p:nvSpPr>
            <p:spPr>
              <a:xfrm>
                <a:off x="8007536" y="1455637"/>
                <a:ext cx="50120" cy="446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2">
                    <a:moveTo>
                      <a:pt x="0" y="2148"/>
                    </a:moveTo>
                    <a:lnTo>
                      <a:pt x="2875" y="4692"/>
                    </a:lnTo>
                    <a:lnTo>
                      <a:pt x="5262" y="25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4" name="Surface mesh patch"/>
              <p:cNvSpPr/>
              <p:nvPr/>
            </p:nvSpPr>
            <p:spPr>
              <a:xfrm>
                <a:off x="8057656" y="1456592"/>
                <a:ext cx="50120" cy="458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9">
                    <a:moveTo>
                      <a:pt x="0" y="2436"/>
                    </a:moveTo>
                    <a:lnTo>
                      <a:pt x="2875" y="4809"/>
                    </a:lnTo>
                    <a:lnTo>
                      <a:pt x="5262" y="23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5" name="Surface mesh patch"/>
              <p:cNvSpPr/>
              <p:nvPr/>
            </p:nvSpPr>
            <p:spPr>
              <a:xfrm>
                <a:off x="8107775" y="1452809"/>
                <a:ext cx="50120" cy="45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71">
                    <a:moveTo>
                      <a:pt x="0" y="2746"/>
                    </a:moveTo>
                    <a:lnTo>
                      <a:pt x="2875" y="4771"/>
                    </a:lnTo>
                    <a:lnTo>
                      <a:pt x="5262" y="19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6" name="Surface mesh patch"/>
              <p:cNvSpPr/>
              <p:nvPr/>
            </p:nvSpPr>
            <p:spPr>
              <a:xfrm>
                <a:off x="8157895" y="1442475"/>
                <a:ext cx="50120" cy="443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4">
                    <a:moveTo>
                      <a:pt x="0" y="3077"/>
                    </a:moveTo>
                    <a:lnTo>
                      <a:pt x="2875" y="4654"/>
                    </a:lnTo>
                    <a:lnTo>
                      <a:pt x="5262" y="15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7" name="Surface mesh patch"/>
              <p:cNvSpPr/>
              <p:nvPr/>
            </p:nvSpPr>
            <p:spPr>
              <a:xfrm>
                <a:off x="8208014" y="1424403"/>
                <a:ext cx="50120" cy="4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3">
                    <a:moveTo>
                      <a:pt x="0" y="3441"/>
                    </a:moveTo>
                    <a:lnTo>
                      <a:pt x="2875" y="4583"/>
                    </a:lnTo>
                    <a:lnTo>
                      <a:pt x="5262" y="11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8" name="Surface mesh patch"/>
              <p:cNvSpPr/>
              <p:nvPr/>
            </p:nvSpPr>
            <p:spPr>
              <a:xfrm>
                <a:off x="8258134" y="1398180"/>
                <a:ext cx="50120" cy="446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86">
                    <a:moveTo>
                      <a:pt x="0" y="3866"/>
                    </a:moveTo>
                    <a:lnTo>
                      <a:pt x="2875" y="4686"/>
                    </a:lnTo>
                    <a:lnTo>
                      <a:pt x="5262" y="8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9" name="Surface mesh patch"/>
              <p:cNvSpPr/>
              <p:nvPr/>
            </p:nvSpPr>
            <p:spPr>
              <a:xfrm>
                <a:off x="8308254" y="1364283"/>
                <a:ext cx="50120" cy="48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9">
                    <a:moveTo>
                      <a:pt x="0" y="4366"/>
                    </a:moveTo>
                    <a:lnTo>
                      <a:pt x="2875" y="5059"/>
                    </a:lnTo>
                    <a:lnTo>
                      <a:pt x="5262" y="7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0" name="Surface mesh patch"/>
              <p:cNvSpPr/>
              <p:nvPr/>
            </p:nvSpPr>
            <p:spPr>
              <a:xfrm>
                <a:off x="8358373" y="1324315"/>
                <a:ext cx="50120" cy="544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2">
                    <a:moveTo>
                      <a:pt x="0" y="4917"/>
                    </a:moveTo>
                    <a:lnTo>
                      <a:pt x="2875" y="5722"/>
                    </a:lnTo>
                    <a:lnTo>
                      <a:pt x="5262" y="9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1" name="Surface mesh patch"/>
              <p:cNvSpPr/>
              <p:nvPr/>
            </p:nvSpPr>
            <p:spPr>
              <a:xfrm>
                <a:off x="8408493" y="1281259"/>
                <a:ext cx="50120" cy="628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6">
                    <a:moveTo>
                      <a:pt x="0" y="5435"/>
                    </a:moveTo>
                    <a:lnTo>
                      <a:pt x="2875" y="6596"/>
                    </a:lnTo>
                    <a:lnTo>
                      <a:pt x="5262" y="14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2" name="Surface mesh patch"/>
              <p:cNvSpPr/>
              <p:nvPr/>
            </p:nvSpPr>
            <p:spPr>
              <a:xfrm>
                <a:off x="8458613" y="1239392"/>
                <a:ext cx="50120" cy="715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07">
                    <a:moveTo>
                      <a:pt x="0" y="5797"/>
                    </a:moveTo>
                    <a:lnTo>
                      <a:pt x="2875" y="7507"/>
                    </a:lnTo>
                    <a:lnTo>
                      <a:pt x="5262" y="2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3" name="Surface mesh patch"/>
              <p:cNvSpPr/>
              <p:nvPr/>
            </p:nvSpPr>
            <p:spPr>
              <a:xfrm>
                <a:off x="8508732" y="1203530"/>
                <a:ext cx="50120" cy="78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09">
                    <a:moveTo>
                      <a:pt x="0" y="5882"/>
                    </a:moveTo>
                    <a:lnTo>
                      <a:pt x="2875" y="8209"/>
                    </a:lnTo>
                    <a:lnTo>
                      <a:pt x="5262" y="28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3dee1"/>
              </a:solidFill>
              <a:ln w="3334" cap="flat" cmpd="sng" algn="ctr">
                <a:solidFill>
                  <a:srgbClr val="e3de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4" name="Surface mesh patch"/>
              <p:cNvSpPr/>
              <p:nvPr/>
            </p:nvSpPr>
            <p:spPr>
              <a:xfrm>
                <a:off x="8558852" y="1177602"/>
                <a:ext cx="50120" cy="80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26">
                    <a:moveTo>
                      <a:pt x="0" y="5621"/>
                    </a:moveTo>
                    <a:lnTo>
                      <a:pt x="2875" y="8426"/>
                    </a:lnTo>
                    <a:lnTo>
                      <a:pt x="5262" y="34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5" name="Surface mesh patch"/>
              <p:cNvSpPr/>
              <p:nvPr/>
            </p:nvSpPr>
            <p:spPr>
              <a:xfrm>
                <a:off x="8608972" y="1163054"/>
                <a:ext cx="50120" cy="752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03">
                    <a:moveTo>
                      <a:pt x="0" y="5026"/>
                    </a:moveTo>
                    <a:lnTo>
                      <a:pt x="2875" y="7903"/>
                    </a:lnTo>
                    <a:lnTo>
                      <a:pt x="5262" y="36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2"/>
              </a:solidFill>
              <a:ln w="3334" cap="flat" cmpd="sng" algn="ctr">
                <a:solidFill>
                  <a:srgbClr val="ecdad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6" name="Surface mesh patch"/>
              <p:cNvSpPr/>
              <p:nvPr/>
            </p:nvSpPr>
            <p:spPr>
              <a:xfrm>
                <a:off x="8659091" y="1157877"/>
                <a:ext cx="50120" cy="61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1">
                    <a:moveTo>
                      <a:pt x="0" y="4170"/>
                    </a:moveTo>
                    <a:lnTo>
                      <a:pt x="2875" y="6451"/>
                    </a:lnTo>
                    <a:lnTo>
                      <a:pt x="5262" y="30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7" name="Surface mesh patch"/>
              <p:cNvSpPr/>
              <p:nvPr/>
            </p:nvSpPr>
            <p:spPr>
              <a:xfrm>
                <a:off x="8709211" y="1156977"/>
                <a:ext cx="50120" cy="38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06">
                    <a:moveTo>
                      <a:pt x="0" y="3135"/>
                    </a:moveTo>
                    <a:lnTo>
                      <a:pt x="2875" y="4006"/>
                    </a:lnTo>
                    <a:lnTo>
                      <a:pt x="5262" y="16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d7c9"/>
              </a:solidFill>
              <a:ln w="3334" cap="flat" cmpd="sng" algn="ctr">
                <a:solidFill>
                  <a:srgbClr val="f0d7c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8" name="Surface mesh patch"/>
              <p:cNvSpPr/>
              <p:nvPr/>
            </p:nvSpPr>
            <p:spPr>
              <a:xfrm>
                <a:off x="8759331" y="1150972"/>
                <a:ext cx="50120" cy="21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9">
                    <a:moveTo>
                      <a:pt x="0" y="2289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334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9" name="Surface mesh patch"/>
              <p:cNvSpPr/>
              <p:nvPr/>
            </p:nvSpPr>
            <p:spPr>
              <a:xfrm>
                <a:off x="8809450" y="1116775"/>
                <a:ext cx="50120" cy="341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0">
                    <a:moveTo>
                      <a:pt x="0" y="3590"/>
                    </a:moveTo>
                    <a:lnTo>
                      <a:pt x="2875" y="0"/>
                    </a:lnTo>
                    <a:lnTo>
                      <a:pt x="5262" y="533"/>
                    </a:lnTo>
                    <a:lnTo>
                      <a:pt x="2387" y="2982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0" name="Surface mesh patch"/>
              <p:cNvSpPr/>
              <p:nvPr/>
            </p:nvSpPr>
            <p:spPr>
              <a:xfrm>
                <a:off x="8859570" y="1069987"/>
                <a:ext cx="50120" cy="60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75">
                    <a:moveTo>
                      <a:pt x="0" y="5445"/>
                    </a:moveTo>
                    <a:lnTo>
                      <a:pt x="2875" y="0"/>
                    </a:lnTo>
                    <a:lnTo>
                      <a:pt x="5262" y="2358"/>
                    </a:lnTo>
                    <a:lnTo>
                      <a:pt x="2387" y="6375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1" name="Surface mesh patch"/>
              <p:cNvSpPr/>
              <p:nvPr/>
            </p:nvSpPr>
            <p:spPr>
              <a:xfrm>
                <a:off x="8909689" y="1034550"/>
                <a:ext cx="50120" cy="82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57">
                    <a:moveTo>
                      <a:pt x="0" y="6078"/>
                    </a:moveTo>
                    <a:lnTo>
                      <a:pt x="2875" y="0"/>
                    </a:lnTo>
                    <a:lnTo>
                      <a:pt x="5262" y="4193"/>
                    </a:lnTo>
                    <a:lnTo>
                      <a:pt x="2387" y="8657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2" name="Surface mesh patch"/>
              <p:cNvSpPr/>
              <p:nvPr/>
            </p:nvSpPr>
            <p:spPr>
              <a:xfrm>
                <a:off x="8959809" y="1025251"/>
                <a:ext cx="50120" cy="882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68">
                    <a:moveTo>
                      <a:pt x="0" y="5169"/>
                    </a:moveTo>
                    <a:lnTo>
                      <a:pt x="2875" y="0"/>
                    </a:lnTo>
                    <a:lnTo>
                      <a:pt x="5262" y="5639"/>
                    </a:lnTo>
                    <a:lnTo>
                      <a:pt x="2387" y="9268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3" name="Surface mesh patch"/>
              <p:cNvSpPr/>
              <p:nvPr/>
            </p:nvSpPr>
            <p:spPr>
              <a:xfrm>
                <a:off x="9009929" y="1050008"/>
                <a:ext cx="50120" cy="77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80">
                    <a:moveTo>
                      <a:pt x="0" y="3040"/>
                    </a:moveTo>
                    <a:lnTo>
                      <a:pt x="2875" y="0"/>
                    </a:lnTo>
                    <a:lnTo>
                      <a:pt x="5262" y="6293"/>
                    </a:lnTo>
                    <a:lnTo>
                      <a:pt x="2387" y="8180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4" name="Surface mesh patch"/>
              <p:cNvSpPr/>
              <p:nvPr/>
            </p:nvSpPr>
            <p:spPr>
              <a:xfrm>
                <a:off x="9060048" y="1104966"/>
                <a:ext cx="50120" cy="567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1">
                    <a:moveTo>
                      <a:pt x="0" y="523"/>
                    </a:moveTo>
                    <a:lnTo>
                      <a:pt x="2875" y="0"/>
                    </a:lnTo>
                    <a:lnTo>
                      <a:pt x="5262" y="5961"/>
                    </a:lnTo>
                    <a:lnTo>
                      <a:pt x="2387" y="5930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5" name="Surface mesh patch"/>
              <p:cNvSpPr/>
              <p:nvPr/>
            </p:nvSpPr>
            <p:spPr>
              <a:xfrm>
                <a:off x="9110168" y="1161741"/>
                <a:ext cx="50120" cy="59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56">
                    <a:moveTo>
                      <a:pt x="0" y="0"/>
                    </a:moveTo>
                    <a:lnTo>
                      <a:pt x="2875" y="1483"/>
                    </a:lnTo>
                    <a:lnTo>
                      <a:pt x="5262" y="6256"/>
                    </a:lnTo>
                    <a:lnTo>
                      <a:pt x="2387" y="4824"/>
                    </a:lnTo>
                    <a:close/>
                  </a:path>
                </a:pathLst>
              </a:custGeom>
              <a:solidFill>
                <a:srgbClr val="eadad3"/>
              </a:solidFill>
              <a:ln w="3334" cap="flat" cmpd="sng" algn="ctr">
                <a:solidFill>
                  <a:srgbClr val="ea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6" name="Surface mesh patch"/>
              <p:cNvSpPr/>
              <p:nvPr/>
            </p:nvSpPr>
            <p:spPr>
              <a:xfrm>
                <a:off x="9160288" y="1221324"/>
                <a:ext cx="50120" cy="531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80">
                    <a:moveTo>
                      <a:pt x="0" y="0"/>
                    </a:moveTo>
                    <a:lnTo>
                      <a:pt x="2875" y="2463"/>
                    </a:lnTo>
                    <a:lnTo>
                      <a:pt x="5262" y="5580"/>
                    </a:lnTo>
                    <a:lnTo>
                      <a:pt x="2387" y="3591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7" name="Surface mesh patch"/>
              <p:cNvSpPr/>
              <p:nvPr/>
            </p:nvSpPr>
            <p:spPr>
              <a:xfrm>
                <a:off x="9210407" y="1274474"/>
                <a:ext cx="50120" cy="369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4">
                    <a:moveTo>
                      <a:pt x="0" y="0"/>
                    </a:moveTo>
                    <a:lnTo>
                      <a:pt x="2875" y="2439"/>
                    </a:lnTo>
                    <a:lnTo>
                      <a:pt x="5262" y="3884"/>
                    </a:lnTo>
                    <a:lnTo>
                      <a:pt x="2387" y="2081"/>
                    </a:lnTo>
                    <a:close/>
                  </a:path>
                </a:pathLst>
              </a:custGeom>
              <a:solidFill>
                <a:srgbClr val="d0def4"/>
              </a:solidFill>
              <a:ln w="3334" cap="flat" cmpd="sng" algn="ctr">
                <a:solidFill>
                  <a:srgbClr val="d0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8" name="Surface mesh patch"/>
              <p:cNvSpPr/>
              <p:nvPr/>
            </p:nvSpPr>
            <p:spPr>
              <a:xfrm>
                <a:off x="9260527" y="1311473"/>
                <a:ext cx="50120" cy="180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4">
                    <a:moveTo>
                      <a:pt x="0" y="0"/>
                    </a:moveTo>
                    <a:lnTo>
                      <a:pt x="2875" y="1807"/>
                    </a:lnTo>
                    <a:lnTo>
                      <a:pt x="5262" y="1894"/>
                    </a:lnTo>
                    <a:lnTo>
                      <a:pt x="2387" y="665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9" name="Surface mesh patch"/>
              <p:cNvSpPr/>
              <p:nvPr/>
            </p:nvSpPr>
            <p:spPr>
              <a:xfrm>
                <a:off x="7784325" y="1451127"/>
                <a:ext cx="50120" cy="29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73">
                    <a:moveTo>
                      <a:pt x="0" y="1135"/>
                    </a:moveTo>
                    <a:lnTo>
                      <a:pt x="2875" y="3073"/>
                    </a:lnTo>
                    <a:lnTo>
                      <a:pt x="5262" y="19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0" name="Surface mesh patch"/>
              <p:cNvSpPr/>
              <p:nvPr/>
            </p:nvSpPr>
            <p:spPr>
              <a:xfrm>
                <a:off x="7834445" y="1457213"/>
                <a:ext cx="50120" cy="322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1">
                    <a:moveTo>
                      <a:pt x="0" y="1296"/>
                    </a:moveTo>
                    <a:lnTo>
                      <a:pt x="2875" y="3381"/>
                    </a:lnTo>
                    <a:lnTo>
                      <a:pt x="5262" y="21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1" name="Surface mesh patch"/>
              <p:cNvSpPr/>
              <p:nvPr/>
            </p:nvSpPr>
            <p:spPr>
              <a:xfrm>
                <a:off x="7884565" y="1463444"/>
                <a:ext cx="50120" cy="357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55">
                    <a:moveTo>
                      <a:pt x="0" y="1462"/>
                    </a:moveTo>
                    <a:lnTo>
                      <a:pt x="2875" y="3755"/>
                    </a:lnTo>
                    <a:lnTo>
                      <a:pt x="5262" y="23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2" name="Surface mesh patch"/>
              <p:cNvSpPr/>
              <p:nvPr/>
            </p:nvSpPr>
            <p:spPr>
              <a:xfrm>
                <a:off x="7934684" y="1470036"/>
                <a:ext cx="50120" cy="39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18">
                    <a:moveTo>
                      <a:pt x="0" y="1652"/>
                    </a:moveTo>
                    <a:lnTo>
                      <a:pt x="2875" y="4118"/>
                    </a:lnTo>
                    <a:lnTo>
                      <a:pt x="5262" y="25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3" name="Surface mesh patch"/>
              <p:cNvSpPr/>
              <p:nvPr/>
            </p:nvSpPr>
            <p:spPr>
              <a:xfrm>
                <a:off x="7984804" y="1476094"/>
                <a:ext cx="50120" cy="417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7">
                    <a:moveTo>
                      <a:pt x="0" y="1883"/>
                    </a:moveTo>
                    <a:lnTo>
                      <a:pt x="2875" y="4387"/>
                    </a:lnTo>
                    <a:lnTo>
                      <a:pt x="5262" y="25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4" name="Surface mesh patch"/>
              <p:cNvSpPr/>
              <p:nvPr/>
            </p:nvSpPr>
            <p:spPr>
              <a:xfrm>
                <a:off x="8034924" y="1479794"/>
                <a:ext cx="50120" cy="429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05">
                    <a:moveTo>
                      <a:pt x="0" y="2156"/>
                    </a:moveTo>
                    <a:lnTo>
                      <a:pt x="2875" y="4505"/>
                    </a:lnTo>
                    <a:lnTo>
                      <a:pt x="5262" y="23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5" name="Surface mesh patch"/>
              <p:cNvSpPr/>
              <p:nvPr/>
            </p:nvSpPr>
            <p:spPr>
              <a:xfrm>
                <a:off x="8085043" y="1478970"/>
                <a:ext cx="50120" cy="42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0">
                    <a:moveTo>
                      <a:pt x="0" y="2459"/>
                    </a:moveTo>
                    <a:lnTo>
                      <a:pt x="2875" y="4470"/>
                    </a:lnTo>
                    <a:lnTo>
                      <a:pt x="5262" y="20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6" name="Surface mesh patch"/>
              <p:cNvSpPr/>
              <p:nvPr/>
            </p:nvSpPr>
            <p:spPr>
              <a:xfrm>
                <a:off x="8135163" y="1471782"/>
                <a:ext cx="50120" cy="41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41">
                    <a:moveTo>
                      <a:pt x="0" y="2779"/>
                    </a:moveTo>
                    <a:lnTo>
                      <a:pt x="2875" y="4341"/>
                    </a:lnTo>
                    <a:lnTo>
                      <a:pt x="5262" y="15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7" name="Surface mesh patch"/>
              <p:cNvSpPr/>
              <p:nvPr/>
            </p:nvSpPr>
            <p:spPr>
              <a:xfrm>
                <a:off x="8185283" y="1457181"/>
                <a:ext cx="50120" cy="402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8">
                    <a:moveTo>
                      <a:pt x="0" y="3110"/>
                    </a:moveTo>
                    <a:lnTo>
                      <a:pt x="2875" y="4228"/>
                    </a:lnTo>
                    <a:lnTo>
                      <a:pt x="5262" y="1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8" name="Surface mesh patch"/>
              <p:cNvSpPr/>
              <p:nvPr/>
            </p:nvSpPr>
            <p:spPr>
              <a:xfrm>
                <a:off x="8235402" y="1435002"/>
                <a:ext cx="50120" cy="40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49">
                    <a:moveTo>
                      <a:pt x="0" y="3470"/>
                    </a:moveTo>
                    <a:lnTo>
                      <a:pt x="2875" y="4249"/>
                    </a:lnTo>
                    <a:lnTo>
                      <a:pt x="5262" y="8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9" name="Surface mesh patch"/>
              <p:cNvSpPr/>
              <p:nvPr/>
            </p:nvSpPr>
            <p:spPr>
              <a:xfrm>
                <a:off x="8285522" y="1405870"/>
                <a:ext cx="50120" cy="42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00">
                    <a:moveTo>
                      <a:pt x="0" y="3879"/>
                    </a:moveTo>
                    <a:lnTo>
                      <a:pt x="2875" y="4500"/>
                    </a:lnTo>
                    <a:lnTo>
                      <a:pt x="5262" y="6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0" name="Surface mesh patch"/>
              <p:cNvSpPr/>
              <p:nvPr/>
            </p:nvSpPr>
            <p:spPr>
              <a:xfrm>
                <a:off x="8335642" y="1371145"/>
                <a:ext cx="50120" cy="47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13">
                    <a:moveTo>
                      <a:pt x="0" y="4339"/>
                    </a:moveTo>
                    <a:lnTo>
                      <a:pt x="2875" y="5013"/>
                    </a:lnTo>
                    <a:lnTo>
                      <a:pt x="5262" y="8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1" name="Surface mesh patch"/>
              <p:cNvSpPr/>
              <p:nvPr/>
            </p:nvSpPr>
            <p:spPr>
              <a:xfrm>
                <a:off x="8385761" y="1333027"/>
                <a:ext cx="50120" cy="546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39">
                    <a:moveTo>
                      <a:pt x="0" y="4807"/>
                    </a:moveTo>
                    <a:lnTo>
                      <a:pt x="2875" y="5739"/>
                    </a:lnTo>
                    <a:lnTo>
                      <a:pt x="5262" y="1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2" name="Surface mesh patch"/>
              <p:cNvSpPr/>
              <p:nvPr/>
            </p:nvSpPr>
            <p:spPr>
              <a:xfrm>
                <a:off x="8435881" y="1294612"/>
                <a:ext cx="50120" cy="62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42">
                    <a:moveTo>
                      <a:pt x="0" y="5194"/>
                    </a:moveTo>
                    <a:lnTo>
                      <a:pt x="2875" y="6542"/>
                    </a:lnTo>
                    <a:lnTo>
                      <a:pt x="5262" y="17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3" name="Surface mesh patch"/>
              <p:cNvSpPr/>
              <p:nvPr/>
            </p:nvSpPr>
            <p:spPr>
              <a:xfrm>
                <a:off x="8486000" y="1259559"/>
                <a:ext cx="50120" cy="686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11">
                    <a:moveTo>
                      <a:pt x="0" y="5390"/>
                    </a:moveTo>
                    <a:lnTo>
                      <a:pt x="2875" y="7211"/>
                    </a:lnTo>
                    <a:lnTo>
                      <a:pt x="5262" y="23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4" name="Surface mesh patch"/>
              <p:cNvSpPr/>
              <p:nvPr/>
            </p:nvSpPr>
            <p:spPr>
              <a:xfrm>
                <a:off x="8536120" y="1231145"/>
                <a:ext cx="50120" cy="71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1">
                    <a:moveTo>
                      <a:pt x="0" y="5309"/>
                    </a:moveTo>
                    <a:lnTo>
                      <a:pt x="2875" y="7491"/>
                    </a:lnTo>
                    <a:lnTo>
                      <a:pt x="5262" y="28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5" name="Surface mesh patch"/>
              <p:cNvSpPr/>
              <p:nvPr/>
            </p:nvSpPr>
            <p:spPr>
              <a:xfrm>
                <a:off x="8586240" y="1210927"/>
                <a:ext cx="50120" cy="677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17">
                    <a:moveTo>
                      <a:pt x="0" y="4927"/>
                    </a:moveTo>
                    <a:lnTo>
                      <a:pt x="2875" y="7117"/>
                    </a:lnTo>
                    <a:lnTo>
                      <a:pt x="5262" y="28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5dedf"/>
              </a:solidFill>
              <a:ln w="3334" cap="flat" cmpd="sng" algn="ctr">
                <a:solidFill>
                  <a:srgbClr val="e5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6" name="Surface mesh patch"/>
              <p:cNvSpPr/>
              <p:nvPr/>
            </p:nvSpPr>
            <p:spPr>
              <a:xfrm>
                <a:off x="8636359" y="1197597"/>
                <a:ext cx="50120" cy="557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3">
                    <a:moveTo>
                      <a:pt x="0" y="4276"/>
                    </a:moveTo>
                    <a:lnTo>
                      <a:pt x="2875" y="5853"/>
                    </a:lnTo>
                    <a:lnTo>
                      <a:pt x="5262" y="22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7" name="Surface mesh patch"/>
              <p:cNvSpPr/>
              <p:nvPr/>
            </p:nvSpPr>
            <p:spPr>
              <a:xfrm>
                <a:off x="8686479" y="1186839"/>
                <a:ext cx="50120" cy="33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55">
                    <a:moveTo>
                      <a:pt x="0" y="3410"/>
                    </a:moveTo>
                    <a:lnTo>
                      <a:pt x="2875" y="3555"/>
                    </a:lnTo>
                    <a:lnTo>
                      <a:pt x="5262" y="8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dd9d0"/>
              </a:solidFill>
              <a:ln w="3334" cap="flat" cmpd="sng" algn="ctr">
                <a:solidFill>
                  <a:srgbClr val="ed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8" name="Surface mesh patch"/>
              <p:cNvSpPr/>
              <p:nvPr/>
            </p:nvSpPr>
            <p:spPr>
              <a:xfrm>
                <a:off x="8736599" y="1160975"/>
                <a:ext cx="50120" cy="341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87">
                    <a:moveTo>
                      <a:pt x="0" y="3587"/>
                    </a:moveTo>
                    <a:lnTo>
                      <a:pt x="2875" y="1517"/>
                    </a:lnTo>
                    <a:lnTo>
                      <a:pt x="5262" y="0"/>
                    </a:lnTo>
                    <a:lnTo>
                      <a:pt x="2387" y="1239"/>
                    </a:lnTo>
                    <a:close/>
                  </a:path>
                </a:pathLst>
              </a:custGeom>
              <a:solidFill>
                <a:srgbClr val="f2d6c4"/>
              </a:solidFill>
              <a:ln w="3334" cap="flat" cmpd="sng" algn="ctr">
                <a:solidFill>
                  <a:srgbClr val="f2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9" name="Surface mesh patch"/>
              <p:cNvSpPr/>
              <p:nvPr/>
            </p:nvSpPr>
            <p:spPr>
              <a:xfrm>
                <a:off x="8786718" y="1116661"/>
                <a:ext cx="50120" cy="443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2">
                    <a:moveTo>
                      <a:pt x="0" y="4652"/>
                    </a:moveTo>
                    <a:lnTo>
                      <a:pt x="2875" y="0"/>
                    </a:lnTo>
                    <a:lnTo>
                      <a:pt x="5262" y="12"/>
                    </a:lnTo>
                    <a:lnTo>
                      <a:pt x="2387" y="3602"/>
                    </a:lnTo>
                    <a:close/>
                  </a:path>
                </a:pathLst>
              </a:custGeom>
              <a:solidFill>
                <a:srgbClr val="fad1b5"/>
              </a:solidFill>
              <a:ln w="3334" cap="flat" cmpd="sng" algn="ctr">
                <a:solidFill>
                  <a:srgbClr val="fa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0" name="Surface mesh patch"/>
              <p:cNvSpPr/>
              <p:nvPr/>
            </p:nvSpPr>
            <p:spPr>
              <a:xfrm>
                <a:off x="8836838" y="1051766"/>
                <a:ext cx="50120" cy="700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8">
                    <a:moveTo>
                      <a:pt x="0" y="6825"/>
                    </a:moveTo>
                    <a:lnTo>
                      <a:pt x="2875" y="0"/>
                    </a:lnTo>
                    <a:lnTo>
                      <a:pt x="5262" y="1913"/>
                    </a:lnTo>
                    <a:lnTo>
                      <a:pt x="2387" y="7358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1" name="Surface mesh patch"/>
              <p:cNvSpPr/>
              <p:nvPr/>
            </p:nvSpPr>
            <p:spPr>
              <a:xfrm>
                <a:off x="8886958" y="996510"/>
                <a:ext cx="50120" cy="95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72">
                    <a:moveTo>
                      <a:pt x="0" y="7714"/>
                    </a:moveTo>
                    <a:lnTo>
                      <a:pt x="2875" y="0"/>
                    </a:lnTo>
                    <a:lnTo>
                      <a:pt x="5262" y="3994"/>
                    </a:lnTo>
                    <a:lnTo>
                      <a:pt x="2387" y="10072"/>
                    </a:lnTo>
                    <a:close/>
                  </a:path>
                </a:pathLst>
              </a:custGeom>
              <a:solidFill>
                <a:srgbClr val="fbbda0"/>
              </a:solidFill>
              <a:ln w="3334" cap="flat" cmpd="sng" algn="ctr">
                <a:solidFill>
                  <a:srgbClr val="fbbd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2" name="Surface mesh patch"/>
              <p:cNvSpPr/>
              <p:nvPr/>
            </p:nvSpPr>
            <p:spPr>
              <a:xfrm>
                <a:off x="8937077" y="969664"/>
                <a:ext cx="50120" cy="104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05">
                    <a:moveTo>
                      <a:pt x="0" y="6812"/>
                    </a:moveTo>
                    <a:lnTo>
                      <a:pt x="2875" y="0"/>
                    </a:lnTo>
                    <a:lnTo>
                      <a:pt x="5262" y="5836"/>
                    </a:lnTo>
                    <a:lnTo>
                      <a:pt x="2387" y="11005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3" name="Surface mesh patch"/>
              <p:cNvSpPr/>
              <p:nvPr/>
            </p:nvSpPr>
            <p:spPr>
              <a:xfrm>
                <a:off x="8987197" y="983920"/>
                <a:ext cx="50120" cy="95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79">
                    <a:moveTo>
                      <a:pt x="0" y="4339"/>
                    </a:moveTo>
                    <a:lnTo>
                      <a:pt x="2875" y="0"/>
                    </a:lnTo>
                    <a:lnTo>
                      <a:pt x="5262" y="6938"/>
                    </a:lnTo>
                    <a:lnTo>
                      <a:pt x="2387" y="9979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4" name="Surface mesh patch"/>
              <p:cNvSpPr/>
              <p:nvPr/>
            </p:nvSpPr>
            <p:spPr>
              <a:xfrm>
                <a:off x="9037317" y="1038609"/>
                <a:ext cx="50120" cy="713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0">
                    <a:moveTo>
                      <a:pt x="0" y="1197"/>
                    </a:moveTo>
                    <a:lnTo>
                      <a:pt x="2875" y="0"/>
                    </a:lnTo>
                    <a:lnTo>
                      <a:pt x="5262" y="6967"/>
                    </a:lnTo>
                    <a:lnTo>
                      <a:pt x="2387" y="7490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5" name="Surface mesh patch"/>
              <p:cNvSpPr/>
              <p:nvPr/>
            </p:nvSpPr>
            <p:spPr>
              <a:xfrm>
                <a:off x="9087436" y="1104966"/>
                <a:ext cx="50120" cy="70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44">
                    <a:moveTo>
                      <a:pt x="0" y="0"/>
                    </a:moveTo>
                    <a:lnTo>
                      <a:pt x="2875" y="1502"/>
                    </a:lnTo>
                    <a:lnTo>
                      <a:pt x="5262" y="7444"/>
                    </a:lnTo>
                    <a:lnTo>
                      <a:pt x="2387" y="5961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6" name="Surface mesh patch"/>
              <p:cNvSpPr/>
              <p:nvPr/>
            </p:nvSpPr>
            <p:spPr>
              <a:xfrm>
                <a:off x="9137556" y="1175868"/>
                <a:ext cx="50120" cy="689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35">
                    <a:moveTo>
                      <a:pt x="0" y="0"/>
                    </a:moveTo>
                    <a:lnTo>
                      <a:pt x="2875" y="3008"/>
                    </a:lnTo>
                    <a:lnTo>
                      <a:pt x="5262" y="7235"/>
                    </a:lnTo>
                    <a:lnTo>
                      <a:pt x="2387" y="4772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7" name="Surface mesh patch"/>
              <p:cNvSpPr/>
              <p:nvPr/>
            </p:nvSpPr>
            <p:spPr>
              <a:xfrm>
                <a:off x="9187675" y="1244784"/>
                <a:ext cx="50120" cy="529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56">
                    <a:moveTo>
                      <a:pt x="0" y="0"/>
                    </a:moveTo>
                    <a:lnTo>
                      <a:pt x="2875" y="3219"/>
                    </a:lnTo>
                    <a:lnTo>
                      <a:pt x="5262" y="5556"/>
                    </a:lnTo>
                    <a:lnTo>
                      <a:pt x="2387" y="3117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8" name="Surface mesh patch"/>
              <p:cNvSpPr/>
              <p:nvPr/>
            </p:nvSpPr>
            <p:spPr>
              <a:xfrm>
                <a:off x="9237795" y="1297705"/>
                <a:ext cx="50120" cy="309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53">
                    <a:moveTo>
                      <a:pt x="0" y="0"/>
                    </a:moveTo>
                    <a:lnTo>
                      <a:pt x="2875" y="2552"/>
                    </a:lnTo>
                    <a:lnTo>
                      <a:pt x="5262" y="3253"/>
                    </a:lnTo>
                    <a:lnTo>
                      <a:pt x="2387" y="1446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9" name="Surface mesh patch"/>
              <p:cNvSpPr/>
              <p:nvPr/>
            </p:nvSpPr>
            <p:spPr>
              <a:xfrm>
                <a:off x="9287915" y="1328685"/>
                <a:ext cx="50120" cy="151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91">
                    <a:moveTo>
                      <a:pt x="0" y="0"/>
                    </a:moveTo>
                    <a:lnTo>
                      <a:pt x="2875" y="1591"/>
                    </a:lnTo>
                    <a:lnTo>
                      <a:pt x="5262" y="1125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0" name="Surface mesh patch"/>
              <p:cNvSpPr/>
              <p:nvPr/>
            </p:nvSpPr>
            <p:spPr>
              <a:xfrm>
                <a:off x="7761594" y="1461937"/>
                <a:ext cx="50120" cy="27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37">
                    <a:moveTo>
                      <a:pt x="0" y="1008"/>
                    </a:moveTo>
                    <a:lnTo>
                      <a:pt x="2875" y="2937"/>
                    </a:lnTo>
                    <a:lnTo>
                      <a:pt x="5262" y="19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1" name="Surface mesh patch"/>
              <p:cNvSpPr/>
              <p:nvPr/>
            </p:nvSpPr>
            <p:spPr>
              <a:xfrm>
                <a:off x="7811713" y="1469556"/>
                <a:ext cx="50120" cy="302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1">
                    <a:moveTo>
                      <a:pt x="0" y="1138"/>
                    </a:moveTo>
                    <a:lnTo>
                      <a:pt x="2875" y="3171"/>
                    </a:lnTo>
                    <a:lnTo>
                      <a:pt x="5262" y="20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2" name="Surface mesh patch"/>
              <p:cNvSpPr/>
              <p:nvPr/>
            </p:nvSpPr>
            <p:spPr>
              <a:xfrm>
                <a:off x="7861833" y="1477370"/>
                <a:ext cx="50120" cy="33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4">
                    <a:moveTo>
                      <a:pt x="0" y="1265"/>
                    </a:moveTo>
                    <a:lnTo>
                      <a:pt x="2875" y="3474"/>
                    </a:lnTo>
                    <a:lnTo>
                      <a:pt x="5262" y="22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3" name="Surface mesh patch"/>
              <p:cNvSpPr/>
              <p:nvPr/>
            </p:nvSpPr>
            <p:spPr>
              <a:xfrm>
                <a:off x="7911953" y="1485774"/>
                <a:ext cx="50120" cy="360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3">
                    <a:moveTo>
                      <a:pt x="0" y="1411"/>
                    </a:moveTo>
                    <a:lnTo>
                      <a:pt x="2875" y="3783"/>
                    </a:lnTo>
                    <a:lnTo>
                      <a:pt x="5262" y="2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4" name="Surface mesh patch"/>
              <p:cNvSpPr/>
              <p:nvPr/>
            </p:nvSpPr>
            <p:spPr>
              <a:xfrm>
                <a:off x="7962072" y="1494025"/>
                <a:ext cx="50120" cy="382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20">
                    <a:moveTo>
                      <a:pt x="0" y="1600"/>
                    </a:moveTo>
                    <a:lnTo>
                      <a:pt x="2875" y="4020"/>
                    </a:lnTo>
                    <a:lnTo>
                      <a:pt x="5262" y="25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5" name="Surface mesh patch"/>
              <p:cNvSpPr/>
              <p:nvPr/>
            </p:nvSpPr>
            <p:spPr>
              <a:xfrm>
                <a:off x="8012192" y="1500326"/>
                <a:ext cx="50120" cy="392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6">
                    <a:moveTo>
                      <a:pt x="0" y="1843"/>
                    </a:moveTo>
                    <a:lnTo>
                      <a:pt x="2875" y="4126"/>
                    </a:lnTo>
                    <a:lnTo>
                      <a:pt x="5262" y="23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6" name="Surface mesh patch"/>
              <p:cNvSpPr/>
              <p:nvPr/>
            </p:nvSpPr>
            <p:spPr>
              <a:xfrm>
                <a:off x="8062311" y="1502394"/>
                <a:ext cx="50120" cy="38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90">
                    <a:moveTo>
                      <a:pt x="0" y="2132"/>
                    </a:moveTo>
                    <a:lnTo>
                      <a:pt x="2875" y="4090"/>
                    </a:lnTo>
                    <a:lnTo>
                      <a:pt x="5262" y="20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7" name="Surface mesh patch"/>
              <p:cNvSpPr/>
              <p:nvPr/>
            </p:nvSpPr>
            <p:spPr>
              <a:xfrm>
                <a:off x="8112431" y="1498248"/>
                <a:ext cx="50120" cy="37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58">
                    <a:moveTo>
                      <a:pt x="0" y="2446"/>
                    </a:moveTo>
                    <a:lnTo>
                      <a:pt x="2875" y="3958"/>
                    </a:lnTo>
                    <a:lnTo>
                      <a:pt x="5262" y="1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8" name="Surface mesh patch"/>
              <p:cNvSpPr/>
              <p:nvPr/>
            </p:nvSpPr>
            <p:spPr>
              <a:xfrm>
                <a:off x="8162551" y="1486807"/>
                <a:ext cx="50120" cy="364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2">
                    <a:moveTo>
                      <a:pt x="0" y="2764"/>
                    </a:moveTo>
                    <a:lnTo>
                      <a:pt x="2875" y="3822"/>
                    </a:lnTo>
                    <a:lnTo>
                      <a:pt x="5262" y="1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dfd"/>
              </a:solidFill>
              <a:ln w="3334" cap="flat" cmpd="sng" algn="ctr">
                <a:solidFill>
                  <a:srgbClr val="a1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9" name="Surface mesh patch"/>
              <p:cNvSpPr/>
              <p:nvPr/>
            </p:nvSpPr>
            <p:spPr>
              <a:xfrm>
                <a:off x="8212670" y="1468052"/>
                <a:ext cx="50120" cy="36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9">
                    <a:moveTo>
                      <a:pt x="0" y="3086"/>
                    </a:moveTo>
                    <a:lnTo>
                      <a:pt x="2875" y="3789"/>
                    </a:lnTo>
                    <a:lnTo>
                      <a:pt x="5262" y="7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0" name="Surface mesh patch"/>
              <p:cNvSpPr/>
              <p:nvPr/>
            </p:nvSpPr>
            <p:spPr>
              <a:xfrm>
                <a:off x="8262790" y="1442814"/>
                <a:ext cx="50120" cy="376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48">
                    <a:moveTo>
                      <a:pt x="0" y="3429"/>
                    </a:moveTo>
                    <a:lnTo>
                      <a:pt x="2875" y="3948"/>
                    </a:lnTo>
                    <a:lnTo>
                      <a:pt x="5262" y="6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1" name="Surface mesh patch"/>
              <p:cNvSpPr/>
              <p:nvPr/>
            </p:nvSpPr>
            <p:spPr>
              <a:xfrm>
                <a:off x="8312910" y="1412470"/>
                <a:ext cx="50120" cy="413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8">
                    <a:moveTo>
                      <a:pt x="0" y="3807"/>
                    </a:moveTo>
                    <a:lnTo>
                      <a:pt x="2875" y="4338"/>
                    </a:lnTo>
                    <a:lnTo>
                      <a:pt x="5262" y="6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2" name="Surface mesh patch"/>
              <p:cNvSpPr/>
              <p:nvPr/>
            </p:nvSpPr>
            <p:spPr>
              <a:xfrm>
                <a:off x="8363029" y="1378813"/>
                <a:ext cx="50120" cy="469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9">
                    <a:moveTo>
                      <a:pt x="0" y="4208"/>
                    </a:moveTo>
                    <a:lnTo>
                      <a:pt x="2875" y="4929"/>
                    </a:lnTo>
                    <a:lnTo>
                      <a:pt x="5262" y="9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3" name="Surface mesh patch"/>
              <p:cNvSpPr/>
              <p:nvPr/>
            </p:nvSpPr>
            <p:spPr>
              <a:xfrm>
                <a:off x="8413149" y="1344084"/>
                <a:ext cx="50120" cy="534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6">
                    <a:moveTo>
                      <a:pt x="0" y="4579"/>
                    </a:moveTo>
                    <a:lnTo>
                      <a:pt x="2875" y="5616"/>
                    </a:lnTo>
                    <a:lnTo>
                      <a:pt x="5262" y="13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4" name="Surface mesh patch"/>
              <p:cNvSpPr/>
              <p:nvPr/>
            </p:nvSpPr>
            <p:spPr>
              <a:xfrm>
                <a:off x="8463269" y="1310896"/>
                <a:ext cx="50120" cy="59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6">
                    <a:moveTo>
                      <a:pt x="0" y="4833"/>
                    </a:moveTo>
                    <a:lnTo>
                      <a:pt x="2875" y="6226"/>
                    </a:lnTo>
                    <a:lnTo>
                      <a:pt x="5262" y="18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4"/>
              </a:solidFill>
              <a:ln w="3334" cap="flat" cmpd="sng" algn="ctr">
                <a:solidFill>
                  <a:srgbClr val="cf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5" name="Surface mesh patch"/>
              <p:cNvSpPr/>
              <p:nvPr/>
            </p:nvSpPr>
            <p:spPr>
              <a:xfrm>
                <a:off x="8513388" y="1281717"/>
                <a:ext cx="50120" cy="622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4">
                    <a:moveTo>
                      <a:pt x="0" y="4885"/>
                    </a:moveTo>
                    <a:lnTo>
                      <a:pt x="2875" y="6534"/>
                    </a:lnTo>
                    <a:lnTo>
                      <a:pt x="5262" y="21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6" name="Surface mesh patch"/>
              <p:cNvSpPr/>
              <p:nvPr/>
            </p:nvSpPr>
            <p:spPr>
              <a:xfrm>
                <a:off x="8563508" y="1257857"/>
                <a:ext cx="50120" cy="59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1">
                    <a:moveTo>
                      <a:pt x="0" y="4687"/>
                    </a:moveTo>
                    <a:lnTo>
                      <a:pt x="2875" y="6281"/>
                    </a:lnTo>
                    <a:lnTo>
                      <a:pt x="5262" y="21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ee1ec"/>
              </a:solidFill>
              <a:ln w="3334" cap="flat" cmpd="sng" algn="ctr">
                <a:solidFill>
                  <a:srgbClr val="dee1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7" name="Surface mesh patch"/>
              <p:cNvSpPr/>
              <p:nvPr/>
            </p:nvSpPr>
            <p:spPr>
              <a:xfrm>
                <a:off x="8613628" y="1238328"/>
                <a:ext cx="50120" cy="495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04">
                    <a:moveTo>
                      <a:pt x="0" y="4240"/>
                    </a:moveTo>
                    <a:lnTo>
                      <a:pt x="2875" y="5204"/>
                    </a:lnTo>
                    <a:lnTo>
                      <a:pt x="5262" y="15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3dfe2"/>
              </a:solidFill>
              <a:ln w="3334" cap="flat" cmpd="sng" algn="ctr">
                <a:solidFill>
                  <a:srgbClr val="e3df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8" name="Surface mesh patch"/>
              <p:cNvSpPr/>
              <p:nvPr/>
            </p:nvSpPr>
            <p:spPr>
              <a:xfrm>
                <a:off x="8663747" y="1219320"/>
                <a:ext cx="50120" cy="340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2">
                    <a:moveTo>
                      <a:pt x="0" y="3572"/>
                    </a:moveTo>
                    <a:lnTo>
                      <a:pt x="2875" y="3094"/>
                    </a:lnTo>
                    <a:lnTo>
                      <a:pt x="5262" y="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bd7"/>
              </a:solidFill>
              <a:ln w="3334" cap="flat" cmpd="sng" algn="ctr">
                <a:solidFill>
                  <a:srgbClr val="e8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9" name="Surface mesh patch"/>
              <p:cNvSpPr/>
              <p:nvPr/>
            </p:nvSpPr>
            <p:spPr>
              <a:xfrm>
                <a:off x="8713867" y="1175428"/>
                <a:ext cx="50120" cy="45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53">
                    <a:moveTo>
                      <a:pt x="0" y="4753"/>
                    </a:moveTo>
                    <a:lnTo>
                      <a:pt x="2875" y="1984"/>
                    </a:lnTo>
                    <a:lnTo>
                      <a:pt x="5262" y="0"/>
                    </a:lnTo>
                    <a:lnTo>
                      <a:pt x="2387" y="2069"/>
                    </a:lnTo>
                    <a:close/>
                  </a:path>
                </a:pathLst>
              </a:custGeom>
              <a:solidFill>
                <a:srgbClr val="f0d7c8"/>
              </a:solidFill>
              <a:ln w="3334" cap="flat" cmpd="sng" algn="ctr">
                <a:solidFill>
                  <a:srgbClr val="f0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0" name="Surface mesh patch"/>
              <p:cNvSpPr/>
              <p:nvPr/>
            </p:nvSpPr>
            <p:spPr>
              <a:xfrm>
                <a:off x="8763986" y="1116661"/>
                <a:ext cx="50120" cy="587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70">
                    <a:moveTo>
                      <a:pt x="0" y="6170"/>
                    </a:moveTo>
                    <a:lnTo>
                      <a:pt x="2875" y="610"/>
                    </a:lnTo>
                    <a:lnTo>
                      <a:pt x="5262" y="0"/>
                    </a:lnTo>
                    <a:lnTo>
                      <a:pt x="2387" y="4652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1" name="Surface mesh patch"/>
              <p:cNvSpPr/>
              <p:nvPr/>
            </p:nvSpPr>
            <p:spPr>
              <a:xfrm>
                <a:off x="8814106" y="1039882"/>
                <a:ext cx="50120" cy="76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73">
                    <a:moveTo>
                      <a:pt x="0" y="8061"/>
                    </a:moveTo>
                    <a:lnTo>
                      <a:pt x="2875" y="0"/>
                    </a:lnTo>
                    <a:lnTo>
                      <a:pt x="5262" y="1248"/>
                    </a:lnTo>
                    <a:lnTo>
                      <a:pt x="2387" y="8073"/>
                    </a:lnTo>
                    <a:close/>
                  </a:path>
                </a:pathLst>
              </a:custGeom>
              <a:solidFill>
                <a:srgbClr val="fbc2a5"/>
              </a:solidFill>
              <a:ln w="3334" cap="flat" cmpd="sng" algn="ctr">
                <a:solidFill>
                  <a:srgbClr val="fbc2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2" name="Surface mesh patch"/>
              <p:cNvSpPr/>
              <p:nvPr/>
            </p:nvSpPr>
            <p:spPr>
              <a:xfrm>
                <a:off x="8864226" y="963503"/>
                <a:ext cx="50120" cy="1064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79">
                    <a:moveTo>
                      <a:pt x="0" y="9266"/>
                    </a:moveTo>
                    <a:lnTo>
                      <a:pt x="2875" y="0"/>
                    </a:lnTo>
                    <a:lnTo>
                      <a:pt x="5262" y="3465"/>
                    </a:lnTo>
                    <a:lnTo>
                      <a:pt x="2387" y="11179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3" name="Surface mesh patch"/>
              <p:cNvSpPr/>
              <p:nvPr/>
            </p:nvSpPr>
            <p:spPr>
              <a:xfrm>
                <a:off x="8914345" y="915879"/>
                <a:ext cx="50120" cy="118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59">
                    <a:moveTo>
                      <a:pt x="0" y="8465"/>
                    </a:moveTo>
                    <a:lnTo>
                      <a:pt x="2875" y="0"/>
                    </a:lnTo>
                    <a:lnTo>
                      <a:pt x="5262" y="5647"/>
                    </a:lnTo>
                    <a:lnTo>
                      <a:pt x="2387" y="12459"/>
                    </a:lnTo>
                    <a:close/>
                  </a:path>
                </a:pathLst>
              </a:custGeom>
              <a:solidFill>
                <a:srgbClr val="faa98e"/>
              </a:solidFill>
              <a:ln w="3334" cap="flat" cmpd="sng" algn="ctr">
                <a:solidFill>
                  <a:srgbClr val="faa9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4" name="Surface mesh patch"/>
              <p:cNvSpPr/>
              <p:nvPr/>
            </p:nvSpPr>
            <p:spPr>
              <a:xfrm>
                <a:off x="8964465" y="915138"/>
                <a:ext cx="50120" cy="110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60">
                    <a:moveTo>
                      <a:pt x="0" y="5724"/>
                    </a:moveTo>
                    <a:lnTo>
                      <a:pt x="2875" y="0"/>
                    </a:lnTo>
                    <a:lnTo>
                      <a:pt x="5262" y="7221"/>
                    </a:lnTo>
                    <a:lnTo>
                      <a:pt x="2387" y="11560"/>
                    </a:lnTo>
                    <a:close/>
                  </a:path>
                </a:pathLst>
              </a:custGeom>
              <a:solidFill>
                <a:srgbClr val="faa88d"/>
              </a:solidFill>
              <a:ln w="3334" cap="flat" cmpd="sng" algn="ctr">
                <a:solidFill>
                  <a:srgbClr val="faa8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5" name="Surface mesh patch"/>
              <p:cNvSpPr/>
              <p:nvPr/>
            </p:nvSpPr>
            <p:spPr>
              <a:xfrm>
                <a:off x="9014585" y="965182"/>
                <a:ext cx="50120" cy="84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06">
                    <a:moveTo>
                      <a:pt x="0" y="1967"/>
                    </a:moveTo>
                    <a:lnTo>
                      <a:pt x="2875" y="0"/>
                    </a:lnTo>
                    <a:lnTo>
                      <a:pt x="5262" y="7709"/>
                    </a:lnTo>
                    <a:lnTo>
                      <a:pt x="2387" y="8906"/>
                    </a:lnTo>
                    <a:close/>
                  </a:path>
                </a:pathLst>
              </a:custGeom>
              <a:solidFill>
                <a:srgbClr val="fab196"/>
              </a:solidFill>
              <a:ln w="3334" cap="flat" cmpd="sng" algn="ctr">
                <a:solidFill>
                  <a:srgbClr val="fab1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6" name="Surface mesh patch"/>
              <p:cNvSpPr/>
              <p:nvPr/>
            </p:nvSpPr>
            <p:spPr>
              <a:xfrm>
                <a:off x="9064704" y="1038609"/>
                <a:ext cx="50120" cy="80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69">
                    <a:moveTo>
                      <a:pt x="0" y="0"/>
                    </a:moveTo>
                    <a:lnTo>
                      <a:pt x="2875" y="1488"/>
                    </a:lnTo>
                    <a:lnTo>
                      <a:pt x="5262" y="8469"/>
                    </a:lnTo>
                    <a:lnTo>
                      <a:pt x="2387" y="6967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7" name="Surface mesh patch"/>
              <p:cNvSpPr/>
              <p:nvPr/>
            </p:nvSpPr>
            <p:spPr>
              <a:xfrm>
                <a:off x="9114824" y="1119277"/>
                <a:ext cx="50120" cy="852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49">
                    <a:moveTo>
                      <a:pt x="0" y="0"/>
                    </a:moveTo>
                    <a:lnTo>
                      <a:pt x="2875" y="3620"/>
                    </a:lnTo>
                    <a:lnTo>
                      <a:pt x="5262" y="8949"/>
                    </a:lnTo>
                    <a:lnTo>
                      <a:pt x="2387" y="5941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8" name="Surface mesh patch"/>
              <p:cNvSpPr/>
              <p:nvPr/>
            </p:nvSpPr>
            <p:spPr>
              <a:xfrm>
                <a:off x="9164944" y="1204519"/>
                <a:ext cx="50120" cy="709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46">
                    <a:moveTo>
                      <a:pt x="0" y="0"/>
                    </a:moveTo>
                    <a:lnTo>
                      <a:pt x="2875" y="4151"/>
                    </a:lnTo>
                    <a:lnTo>
                      <a:pt x="5262" y="7446"/>
                    </a:lnTo>
                    <a:lnTo>
                      <a:pt x="2387" y="422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9" name="Surface mesh patch"/>
              <p:cNvSpPr/>
              <p:nvPr/>
            </p:nvSpPr>
            <p:spPr>
              <a:xfrm>
                <a:off x="9215063" y="1275443"/>
                <a:ext cx="50120" cy="4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90">
                    <a:moveTo>
                      <a:pt x="0" y="0"/>
                    </a:moveTo>
                    <a:lnTo>
                      <a:pt x="2875" y="3486"/>
                    </a:lnTo>
                    <a:lnTo>
                      <a:pt x="5262" y="4890"/>
                    </a:lnTo>
                    <a:lnTo>
                      <a:pt x="2387" y="233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0" name="Surface mesh patch"/>
              <p:cNvSpPr/>
              <p:nvPr/>
            </p:nvSpPr>
            <p:spPr>
              <a:xfrm>
                <a:off x="9265183" y="1322016"/>
                <a:ext cx="50120" cy="220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18">
                    <a:moveTo>
                      <a:pt x="0" y="0"/>
                    </a:moveTo>
                    <a:lnTo>
                      <a:pt x="2875" y="2318"/>
                    </a:lnTo>
                    <a:lnTo>
                      <a:pt x="5262" y="2291"/>
                    </a:lnTo>
                    <a:lnTo>
                      <a:pt x="2387" y="70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1" name="Surface mesh patch"/>
              <p:cNvSpPr/>
              <p:nvPr/>
            </p:nvSpPr>
            <p:spPr>
              <a:xfrm>
                <a:off x="9315303" y="1339401"/>
                <a:ext cx="50120" cy="161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">
                    <a:moveTo>
                      <a:pt x="0" y="466"/>
                    </a:moveTo>
                    <a:lnTo>
                      <a:pt x="2875" y="1700"/>
                    </a:lnTo>
                    <a:lnTo>
                      <a:pt x="5262" y="7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2" name="Surface mesh patch"/>
              <p:cNvSpPr/>
              <p:nvPr/>
            </p:nvSpPr>
            <p:spPr>
              <a:xfrm>
                <a:off x="7738862" y="1471542"/>
                <a:ext cx="50120" cy="267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10">
                    <a:moveTo>
                      <a:pt x="0" y="899"/>
                    </a:moveTo>
                    <a:lnTo>
                      <a:pt x="2875" y="2810"/>
                    </a:lnTo>
                    <a:lnTo>
                      <a:pt x="5262" y="19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3" name="Surface mesh patch"/>
              <p:cNvSpPr/>
              <p:nvPr/>
            </p:nvSpPr>
            <p:spPr>
              <a:xfrm>
                <a:off x="7788981" y="1480396"/>
                <a:ext cx="50120" cy="282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65">
                    <a:moveTo>
                      <a:pt x="0" y="999"/>
                    </a:moveTo>
                    <a:lnTo>
                      <a:pt x="2875" y="2965"/>
                    </a:lnTo>
                    <a:lnTo>
                      <a:pt x="5262" y="20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4" name="Surface mesh patch"/>
              <p:cNvSpPr/>
              <p:nvPr/>
            </p:nvSpPr>
            <p:spPr>
              <a:xfrm>
                <a:off x="7839101" y="1489418"/>
                <a:ext cx="50120" cy="303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6">
                    <a:moveTo>
                      <a:pt x="0" y="1085"/>
                    </a:moveTo>
                    <a:lnTo>
                      <a:pt x="2875" y="3186"/>
                    </a:lnTo>
                    <a:lnTo>
                      <a:pt x="5262" y="2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5" name="Surface mesh patch"/>
              <p:cNvSpPr/>
              <p:nvPr/>
            </p:nvSpPr>
            <p:spPr>
              <a:xfrm>
                <a:off x="7889221" y="1499211"/>
                <a:ext cx="50120" cy="326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4">
                    <a:moveTo>
                      <a:pt x="0" y="1181"/>
                    </a:moveTo>
                    <a:lnTo>
                      <a:pt x="2875" y="3424"/>
                    </a:lnTo>
                    <a:lnTo>
                      <a:pt x="5262" y="23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6" name="Surface mesh patch"/>
              <p:cNvSpPr/>
              <p:nvPr/>
            </p:nvSpPr>
            <p:spPr>
              <a:xfrm>
                <a:off x="7939340" y="1509262"/>
                <a:ext cx="50120" cy="34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11">
                    <a:moveTo>
                      <a:pt x="0" y="1317"/>
                    </a:moveTo>
                    <a:lnTo>
                      <a:pt x="2875" y="3611"/>
                    </a:lnTo>
                    <a:lnTo>
                      <a:pt x="5262" y="2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7" name="Surface mesh patch"/>
              <p:cNvSpPr/>
              <p:nvPr/>
            </p:nvSpPr>
            <p:spPr>
              <a:xfrm>
                <a:off x="7989460" y="1517881"/>
                <a:ext cx="50120" cy="35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1">
                    <a:moveTo>
                      <a:pt x="0" y="1515"/>
                    </a:moveTo>
                    <a:lnTo>
                      <a:pt x="2875" y="3691"/>
                    </a:lnTo>
                    <a:lnTo>
                      <a:pt x="5262" y="22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8" name="Surface mesh patch"/>
              <p:cNvSpPr/>
              <p:nvPr/>
            </p:nvSpPr>
            <p:spPr>
              <a:xfrm>
                <a:off x="8039580" y="1522705"/>
                <a:ext cx="50120" cy="34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48">
                    <a:moveTo>
                      <a:pt x="0" y="1776"/>
                    </a:moveTo>
                    <a:lnTo>
                      <a:pt x="2875" y="3648"/>
                    </a:lnTo>
                    <a:lnTo>
                      <a:pt x="5262" y="19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7fd"/>
              </a:solidFill>
              <a:ln w="3334" cap="flat" cmpd="sng" algn="ctr">
                <a:solidFill>
                  <a:srgbClr val="9b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9" name="Surface mesh patch"/>
              <p:cNvSpPr/>
              <p:nvPr/>
            </p:nvSpPr>
            <p:spPr>
              <a:xfrm>
                <a:off x="8089699" y="1521543"/>
                <a:ext cx="50120" cy="334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16">
                    <a:moveTo>
                      <a:pt x="0" y="2080"/>
                    </a:moveTo>
                    <a:lnTo>
                      <a:pt x="2875" y="3516"/>
                    </a:lnTo>
                    <a:lnTo>
                      <a:pt x="5262" y="15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0" name="Surface mesh patch"/>
              <p:cNvSpPr/>
              <p:nvPr/>
            </p:nvSpPr>
            <p:spPr>
              <a:xfrm>
                <a:off x="8139819" y="1513134"/>
                <a:ext cx="50120" cy="32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3">
                    <a:moveTo>
                      <a:pt x="0" y="2395"/>
                    </a:moveTo>
                    <a:lnTo>
                      <a:pt x="2875" y="3373"/>
                    </a:lnTo>
                    <a:lnTo>
                      <a:pt x="5262" y="10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1" name="Surface mesh patch"/>
              <p:cNvSpPr/>
              <p:nvPr/>
            </p:nvSpPr>
            <p:spPr>
              <a:xfrm>
                <a:off x="8189939" y="1497449"/>
                <a:ext cx="50120" cy="31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14">
                    <a:moveTo>
                      <a:pt x="0" y="2705"/>
                    </a:moveTo>
                    <a:lnTo>
                      <a:pt x="2875" y="3314"/>
                    </a:lnTo>
                    <a:lnTo>
                      <a:pt x="5262" y="7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2" name="Surface mesh patch"/>
              <p:cNvSpPr/>
              <p:nvPr/>
            </p:nvSpPr>
            <p:spPr>
              <a:xfrm>
                <a:off x="8240058" y="1475473"/>
                <a:ext cx="50120" cy="32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16">
                    <a:moveTo>
                      <a:pt x="0" y="3010"/>
                    </a:moveTo>
                    <a:lnTo>
                      <a:pt x="2875" y="3416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3" name="Surface mesh patch"/>
              <p:cNvSpPr/>
              <p:nvPr/>
            </p:nvSpPr>
            <p:spPr>
              <a:xfrm>
                <a:off x="8290178" y="1448729"/>
                <a:ext cx="50120" cy="35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7">
                    <a:moveTo>
                      <a:pt x="0" y="3327"/>
                    </a:moveTo>
                    <a:lnTo>
                      <a:pt x="2875" y="3717"/>
                    </a:lnTo>
                    <a:lnTo>
                      <a:pt x="5262" y="5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4" name="Surface mesh patch"/>
              <p:cNvSpPr/>
              <p:nvPr/>
            </p:nvSpPr>
            <p:spPr>
              <a:xfrm>
                <a:off x="8340297" y="1418893"/>
                <a:ext cx="50120" cy="399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6">
                    <a:moveTo>
                      <a:pt x="0" y="3664"/>
                    </a:moveTo>
                    <a:lnTo>
                      <a:pt x="2875" y="4196"/>
                    </a:lnTo>
                    <a:lnTo>
                      <a:pt x="5262" y="7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5" name="Surface mesh patch"/>
              <p:cNvSpPr/>
              <p:nvPr/>
            </p:nvSpPr>
            <p:spPr>
              <a:xfrm>
                <a:off x="8390417" y="1387695"/>
                <a:ext cx="50120" cy="45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74">
                    <a:moveTo>
                      <a:pt x="0" y="3996"/>
                    </a:moveTo>
                    <a:lnTo>
                      <a:pt x="2875" y="4774"/>
                    </a:lnTo>
                    <a:lnTo>
                      <a:pt x="5262" y="1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6" name="Surface mesh patch"/>
              <p:cNvSpPr/>
              <p:nvPr/>
            </p:nvSpPr>
            <p:spPr>
              <a:xfrm>
                <a:off x="8440537" y="1356926"/>
                <a:ext cx="50120" cy="506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13">
                    <a:moveTo>
                      <a:pt x="0" y="4267"/>
                    </a:moveTo>
                    <a:lnTo>
                      <a:pt x="2875" y="5313"/>
                    </a:lnTo>
                    <a:lnTo>
                      <a:pt x="5262" y="1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7" name="Surface mesh patch"/>
              <p:cNvSpPr/>
              <p:nvPr/>
            </p:nvSpPr>
            <p:spPr>
              <a:xfrm>
                <a:off x="8490656" y="1328245"/>
                <a:ext cx="50120" cy="53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20">
                    <a:moveTo>
                      <a:pt x="0" y="4404"/>
                    </a:moveTo>
                    <a:lnTo>
                      <a:pt x="2875" y="5620"/>
                    </a:lnTo>
                    <a:lnTo>
                      <a:pt x="5262" y="16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8" name="Surface mesh patch"/>
              <p:cNvSpPr/>
              <p:nvPr/>
            </p:nvSpPr>
            <p:spPr>
              <a:xfrm>
                <a:off x="8540776" y="1302500"/>
                <a:ext cx="50120" cy="519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9">
                    <a:moveTo>
                      <a:pt x="0" y="4352"/>
                    </a:moveTo>
                    <a:lnTo>
                      <a:pt x="2875" y="5459"/>
                    </a:lnTo>
                    <a:lnTo>
                      <a:pt x="5262" y="15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9" name="Surface mesh patch"/>
              <p:cNvSpPr/>
              <p:nvPr/>
            </p:nvSpPr>
            <p:spPr>
              <a:xfrm>
                <a:off x="8590896" y="1278718"/>
                <a:ext cx="50120" cy="434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58">
                    <a:moveTo>
                      <a:pt x="0" y="4091"/>
                    </a:moveTo>
                    <a:lnTo>
                      <a:pt x="2875" y="4558"/>
                    </a:lnTo>
                    <a:lnTo>
                      <a:pt x="5262" y="9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0" name="Surface mesh patch"/>
              <p:cNvSpPr/>
              <p:nvPr/>
            </p:nvSpPr>
            <p:spPr>
              <a:xfrm>
                <a:off x="8641015" y="1248792"/>
                <a:ext cx="50120" cy="391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6">
                    <a:moveTo>
                      <a:pt x="0" y="4106"/>
                    </a:moveTo>
                    <a:lnTo>
                      <a:pt x="2875" y="3141"/>
                    </a:lnTo>
                    <a:lnTo>
                      <a:pt x="5262" y="0"/>
                    </a:lnTo>
                    <a:lnTo>
                      <a:pt x="2387" y="478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1" name="Surface mesh patch"/>
              <p:cNvSpPr/>
              <p:nvPr/>
            </p:nvSpPr>
            <p:spPr>
              <a:xfrm>
                <a:off x="8691135" y="1194329"/>
                <a:ext cx="50120" cy="544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18">
                    <a:moveTo>
                      <a:pt x="0" y="5718"/>
                    </a:moveTo>
                    <a:lnTo>
                      <a:pt x="2875" y="2425"/>
                    </a:lnTo>
                    <a:lnTo>
                      <a:pt x="5262" y="0"/>
                    </a:lnTo>
                    <a:lnTo>
                      <a:pt x="2387" y="2768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2" name="Surface mesh patch"/>
              <p:cNvSpPr/>
              <p:nvPr/>
            </p:nvSpPr>
            <p:spPr>
              <a:xfrm>
                <a:off x="8741255" y="1122469"/>
                <a:ext cx="50120" cy="718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44">
                    <a:moveTo>
                      <a:pt x="0" y="7544"/>
                    </a:moveTo>
                    <a:lnTo>
                      <a:pt x="2875" y="1295"/>
                    </a:lnTo>
                    <a:lnTo>
                      <a:pt x="5262" y="0"/>
                    </a:lnTo>
                    <a:lnTo>
                      <a:pt x="2387" y="5560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3" name="Surface mesh patch"/>
              <p:cNvSpPr/>
              <p:nvPr/>
            </p:nvSpPr>
            <p:spPr>
              <a:xfrm>
                <a:off x="8791374" y="1036155"/>
                <a:ext cx="50120" cy="86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2">
                    <a:moveTo>
                      <a:pt x="0" y="9062"/>
                    </a:moveTo>
                    <a:lnTo>
                      <a:pt x="2875" y="0"/>
                    </a:lnTo>
                    <a:lnTo>
                      <a:pt x="5262" y="391"/>
                    </a:lnTo>
                    <a:lnTo>
                      <a:pt x="2387" y="8452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4" name="Surface mesh patch"/>
              <p:cNvSpPr/>
              <p:nvPr/>
            </p:nvSpPr>
            <p:spPr>
              <a:xfrm>
                <a:off x="8841494" y="938677"/>
                <a:ext cx="50120" cy="1130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73">
                    <a:moveTo>
                      <a:pt x="0" y="10625"/>
                    </a:moveTo>
                    <a:lnTo>
                      <a:pt x="2875" y="0"/>
                    </a:lnTo>
                    <a:lnTo>
                      <a:pt x="5262" y="2606"/>
                    </a:lnTo>
                    <a:lnTo>
                      <a:pt x="2387" y="11873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5" name="Surface mesh patch"/>
              <p:cNvSpPr/>
              <p:nvPr/>
            </p:nvSpPr>
            <p:spPr>
              <a:xfrm>
                <a:off x="8891614" y="868059"/>
                <a:ext cx="50120" cy="128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86">
                    <a:moveTo>
                      <a:pt x="0" y="10020"/>
                    </a:moveTo>
                    <a:lnTo>
                      <a:pt x="2875" y="0"/>
                    </a:lnTo>
                    <a:lnTo>
                      <a:pt x="5262" y="5020"/>
                    </a:lnTo>
                    <a:lnTo>
                      <a:pt x="2387" y="13486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6" name="Surface mesh patch"/>
              <p:cNvSpPr/>
              <p:nvPr/>
            </p:nvSpPr>
            <p:spPr>
              <a:xfrm>
                <a:off x="8941733" y="848091"/>
                <a:ext cx="50120" cy="121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4">
                    <a:moveTo>
                      <a:pt x="0" y="7117"/>
                    </a:moveTo>
                    <a:lnTo>
                      <a:pt x="2875" y="0"/>
                    </a:lnTo>
                    <a:lnTo>
                      <a:pt x="5262" y="7039"/>
                    </a:lnTo>
                    <a:lnTo>
                      <a:pt x="2387" y="12764"/>
                    </a:lnTo>
                    <a:close/>
                  </a:path>
                </a:pathLst>
              </a:custGeom>
              <a:solidFill>
                <a:srgbClr val="fa967b"/>
              </a:solidFill>
              <a:ln w="3334" cap="flat" cmpd="sng" algn="ctr">
                <a:solidFill>
                  <a:srgbClr val="fa967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7" name="Surface mesh patch"/>
              <p:cNvSpPr/>
              <p:nvPr/>
            </p:nvSpPr>
            <p:spPr>
              <a:xfrm>
                <a:off x="8991853" y="888481"/>
                <a:ext cx="50120" cy="95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20">
                    <a:moveTo>
                      <a:pt x="0" y="2799"/>
                    </a:moveTo>
                    <a:lnTo>
                      <a:pt x="2875" y="0"/>
                    </a:lnTo>
                    <a:lnTo>
                      <a:pt x="5262" y="8053"/>
                    </a:lnTo>
                    <a:lnTo>
                      <a:pt x="2387" y="10020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8" name="Surface mesh patch"/>
              <p:cNvSpPr/>
              <p:nvPr/>
            </p:nvSpPr>
            <p:spPr>
              <a:xfrm>
                <a:off x="9041972" y="965182"/>
                <a:ext cx="50120" cy="87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97">
                    <a:moveTo>
                      <a:pt x="0" y="0"/>
                    </a:moveTo>
                    <a:lnTo>
                      <a:pt x="2875" y="1440"/>
                    </a:lnTo>
                    <a:lnTo>
                      <a:pt x="5262" y="9197"/>
                    </a:lnTo>
                    <a:lnTo>
                      <a:pt x="2387" y="7709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9" name="Surface mesh patch"/>
              <p:cNvSpPr/>
              <p:nvPr/>
            </p:nvSpPr>
            <p:spPr>
              <a:xfrm>
                <a:off x="9092092" y="1052779"/>
                <a:ext cx="50120" cy="10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01">
                    <a:moveTo>
                      <a:pt x="0" y="0"/>
                    </a:moveTo>
                    <a:lnTo>
                      <a:pt x="2875" y="4288"/>
                    </a:lnTo>
                    <a:lnTo>
                      <a:pt x="5262" y="10601"/>
                    </a:lnTo>
                    <a:lnTo>
                      <a:pt x="2387" y="6981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0" name="Surface mesh patch"/>
              <p:cNvSpPr/>
              <p:nvPr/>
            </p:nvSpPr>
            <p:spPr>
              <a:xfrm>
                <a:off x="9142212" y="1153757"/>
                <a:ext cx="50120" cy="902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0">
                    <a:moveTo>
                      <a:pt x="0" y="0"/>
                    </a:moveTo>
                    <a:lnTo>
                      <a:pt x="2875" y="5231"/>
                    </a:lnTo>
                    <a:lnTo>
                      <a:pt x="5262" y="9480"/>
                    </a:lnTo>
                    <a:lnTo>
                      <a:pt x="2387" y="5329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1" name="Surface mesh patch"/>
              <p:cNvSpPr/>
              <p:nvPr/>
            </p:nvSpPr>
            <p:spPr>
              <a:xfrm>
                <a:off x="9192331" y="1244056"/>
                <a:ext cx="50120" cy="64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1">
                    <a:moveTo>
                      <a:pt x="0" y="0"/>
                    </a:moveTo>
                    <a:lnTo>
                      <a:pt x="2875" y="4618"/>
                    </a:lnTo>
                    <a:lnTo>
                      <a:pt x="5262" y="6781"/>
                    </a:lnTo>
                    <a:lnTo>
                      <a:pt x="2387" y="3295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2" name="Surface mesh patch"/>
              <p:cNvSpPr/>
              <p:nvPr/>
            </p:nvSpPr>
            <p:spPr>
              <a:xfrm>
                <a:off x="9242451" y="1308643"/>
                <a:ext cx="50120" cy="354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22">
                    <a:moveTo>
                      <a:pt x="0" y="0"/>
                    </a:moveTo>
                    <a:lnTo>
                      <a:pt x="2875" y="3241"/>
                    </a:lnTo>
                    <a:lnTo>
                      <a:pt x="5262" y="3722"/>
                    </a:lnTo>
                    <a:lnTo>
                      <a:pt x="2387" y="1404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3" name="Surface mesh patch"/>
              <p:cNvSpPr/>
              <p:nvPr/>
            </p:nvSpPr>
            <p:spPr>
              <a:xfrm>
                <a:off x="9292571" y="1343838"/>
                <a:ext cx="50120" cy="17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0">
                    <a:moveTo>
                      <a:pt x="0" y="27"/>
                    </a:moveTo>
                    <a:lnTo>
                      <a:pt x="2875" y="1870"/>
                    </a:lnTo>
                    <a:lnTo>
                      <a:pt x="5262" y="12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4" name="Surface mesh patch"/>
              <p:cNvSpPr/>
              <p:nvPr/>
            </p:nvSpPr>
            <p:spPr>
              <a:xfrm>
                <a:off x="9342690" y="1346847"/>
                <a:ext cx="50120" cy="168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1">
                    <a:moveTo>
                      <a:pt x="0" y="918"/>
                    </a:moveTo>
                    <a:lnTo>
                      <a:pt x="2875" y="1771"/>
                    </a:lnTo>
                    <a:lnTo>
                      <a:pt x="5262" y="5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5" name="Surface mesh patch"/>
              <p:cNvSpPr/>
              <p:nvPr/>
            </p:nvSpPr>
            <p:spPr>
              <a:xfrm>
                <a:off x="7716130" y="1480101"/>
                <a:ext cx="50120" cy="25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1">
                    <a:moveTo>
                      <a:pt x="0" y="807"/>
                    </a:moveTo>
                    <a:lnTo>
                      <a:pt x="2875" y="2701"/>
                    </a:lnTo>
                    <a:lnTo>
                      <a:pt x="5262" y="19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6" name="Surface mesh patch"/>
              <p:cNvSpPr/>
              <p:nvPr/>
            </p:nvSpPr>
            <p:spPr>
              <a:xfrm>
                <a:off x="7766250" y="1489908"/>
                <a:ext cx="50120" cy="264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6">
                    <a:moveTo>
                      <a:pt x="0" y="882"/>
                    </a:moveTo>
                    <a:lnTo>
                      <a:pt x="2875" y="2776"/>
                    </a:lnTo>
                    <a:lnTo>
                      <a:pt x="5262" y="19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7" name="Surface mesh patch"/>
              <p:cNvSpPr/>
              <p:nvPr/>
            </p:nvSpPr>
            <p:spPr>
              <a:xfrm>
                <a:off x="7816369" y="1499756"/>
                <a:ext cx="50120" cy="277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10">
                    <a:moveTo>
                      <a:pt x="0" y="932"/>
                    </a:moveTo>
                    <a:lnTo>
                      <a:pt x="2875" y="2910"/>
                    </a:lnTo>
                    <a:lnTo>
                      <a:pt x="5262" y="21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8" name="Surface mesh patch"/>
              <p:cNvSpPr/>
              <p:nvPr/>
            </p:nvSpPr>
            <p:spPr>
              <a:xfrm>
                <a:off x="7866489" y="1510461"/>
                <a:ext cx="50120" cy="292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66">
                    <a:moveTo>
                      <a:pt x="0" y="977"/>
                    </a:moveTo>
                    <a:lnTo>
                      <a:pt x="2875" y="3066"/>
                    </a:lnTo>
                    <a:lnTo>
                      <a:pt x="5262" y="22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9" name="Surface mesh patch"/>
              <p:cNvSpPr/>
              <p:nvPr/>
            </p:nvSpPr>
            <p:spPr>
              <a:xfrm>
                <a:off x="7916608" y="1521805"/>
                <a:ext cx="50120" cy="30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8">
                    <a:moveTo>
                      <a:pt x="0" y="1052"/>
                    </a:moveTo>
                    <a:lnTo>
                      <a:pt x="2875" y="3188"/>
                    </a:lnTo>
                    <a:lnTo>
                      <a:pt x="5262" y="22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0" name="Surface mesh patch"/>
              <p:cNvSpPr/>
              <p:nvPr/>
            </p:nvSpPr>
            <p:spPr>
              <a:xfrm>
                <a:off x="7966728" y="1532311"/>
                <a:ext cx="50120" cy="30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7">
                    <a:moveTo>
                      <a:pt x="0" y="1192"/>
                    </a:moveTo>
                    <a:lnTo>
                      <a:pt x="2875" y="3227"/>
                    </a:lnTo>
                    <a:lnTo>
                      <a:pt x="5262" y="21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1" name="Surface mesh patch"/>
              <p:cNvSpPr/>
              <p:nvPr/>
            </p:nvSpPr>
            <p:spPr>
              <a:xfrm>
                <a:off x="8016848" y="1539624"/>
                <a:ext cx="50120" cy="30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66">
                    <a:moveTo>
                      <a:pt x="0" y="1409"/>
                    </a:moveTo>
                    <a:lnTo>
                      <a:pt x="2875" y="3166"/>
                    </a:lnTo>
                    <a:lnTo>
                      <a:pt x="5262" y="18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2" name="Surface mesh patch"/>
              <p:cNvSpPr/>
              <p:nvPr/>
            </p:nvSpPr>
            <p:spPr>
              <a:xfrm>
                <a:off x="8066967" y="1541351"/>
                <a:ext cx="50120" cy="288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32">
                    <a:moveTo>
                      <a:pt x="0" y="1690"/>
                    </a:moveTo>
                    <a:lnTo>
                      <a:pt x="2875" y="3032"/>
                    </a:lnTo>
                    <a:lnTo>
                      <a:pt x="5262" y="1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3" name="Surface mesh patch"/>
              <p:cNvSpPr/>
              <p:nvPr/>
            </p:nvSpPr>
            <p:spPr>
              <a:xfrm>
                <a:off x="8117087" y="1535949"/>
                <a:ext cx="50120" cy="27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4">
                    <a:moveTo>
                      <a:pt x="0" y="2004"/>
                    </a:moveTo>
                    <a:lnTo>
                      <a:pt x="2875" y="2894"/>
                    </a:lnTo>
                    <a:lnTo>
                      <a:pt x="5262" y="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4" name="Surface mesh patch"/>
              <p:cNvSpPr/>
              <p:nvPr/>
            </p:nvSpPr>
            <p:spPr>
              <a:xfrm>
                <a:off x="8167207" y="1523210"/>
                <a:ext cx="50120" cy="26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0">
                    <a:moveTo>
                      <a:pt x="0" y="2315"/>
                    </a:moveTo>
                    <a:lnTo>
                      <a:pt x="2875" y="2830"/>
                    </a:lnTo>
                    <a:lnTo>
                      <a:pt x="5262" y="6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5" name="Surface mesh patch"/>
              <p:cNvSpPr/>
              <p:nvPr/>
            </p:nvSpPr>
            <p:spPr>
              <a:xfrm>
                <a:off x="8217326" y="1504143"/>
                <a:ext cx="50120" cy="27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09">
                    <a:moveTo>
                      <a:pt x="0" y="2611"/>
                    </a:moveTo>
                    <a:lnTo>
                      <a:pt x="2875" y="2909"/>
                    </a:lnTo>
                    <a:lnTo>
                      <a:pt x="5262" y="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6" name="Surface mesh patch"/>
              <p:cNvSpPr/>
              <p:nvPr/>
            </p:nvSpPr>
            <p:spPr>
              <a:xfrm>
                <a:off x="8267446" y="1480422"/>
                <a:ext cx="50120" cy="300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8">
                    <a:moveTo>
                      <a:pt x="0" y="2896"/>
                    </a:moveTo>
                    <a:lnTo>
                      <a:pt x="2875" y="3158"/>
                    </a:lnTo>
                    <a:lnTo>
                      <a:pt x="5262" y="3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7" name="Surface mesh patch"/>
              <p:cNvSpPr/>
              <p:nvPr/>
            </p:nvSpPr>
            <p:spPr>
              <a:xfrm>
                <a:off x="8317566" y="1453793"/>
                <a:ext cx="50120" cy="339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0">
                    <a:moveTo>
                      <a:pt x="0" y="3185"/>
                    </a:moveTo>
                    <a:lnTo>
                      <a:pt x="2875" y="3560"/>
                    </a:lnTo>
                    <a:lnTo>
                      <a:pt x="5262" y="5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8" name="Surface mesh patch"/>
              <p:cNvSpPr/>
              <p:nvPr/>
            </p:nvSpPr>
            <p:spPr>
              <a:xfrm>
                <a:off x="8367685" y="1425760"/>
                <a:ext cx="50120" cy="385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50">
                    <a:moveTo>
                      <a:pt x="0" y="3475"/>
                    </a:moveTo>
                    <a:lnTo>
                      <a:pt x="2875" y="4050"/>
                    </a:lnTo>
                    <a:lnTo>
                      <a:pt x="5262" y="7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9" name="Surface mesh patch"/>
              <p:cNvSpPr/>
              <p:nvPr/>
            </p:nvSpPr>
            <p:spPr>
              <a:xfrm>
                <a:off x="8417805" y="1397572"/>
                <a:ext cx="50120" cy="430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17">
                    <a:moveTo>
                      <a:pt x="0" y="3737"/>
                    </a:moveTo>
                    <a:lnTo>
                      <a:pt x="2875" y="4517"/>
                    </a:lnTo>
                    <a:lnTo>
                      <a:pt x="5262" y="10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0" name="Surface mesh patch"/>
              <p:cNvSpPr/>
              <p:nvPr/>
            </p:nvSpPr>
            <p:spPr>
              <a:xfrm>
                <a:off x="8467925" y="1370197"/>
                <a:ext cx="50120" cy="45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4">
                    <a:moveTo>
                      <a:pt x="0" y="3920"/>
                    </a:moveTo>
                    <a:lnTo>
                      <a:pt x="2875" y="4804"/>
                    </a:lnTo>
                    <a:lnTo>
                      <a:pt x="5262" y="12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1" name="Surface mesh patch"/>
              <p:cNvSpPr/>
              <p:nvPr/>
            </p:nvSpPr>
            <p:spPr>
              <a:xfrm>
                <a:off x="8518044" y="1343954"/>
                <a:ext cx="50120" cy="448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5">
                    <a:moveTo>
                      <a:pt x="0" y="3971"/>
                    </a:moveTo>
                    <a:lnTo>
                      <a:pt x="2875" y="4705"/>
                    </a:lnTo>
                    <a:lnTo>
                      <a:pt x="5262" y="1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2" name="Surface mesh patch"/>
              <p:cNvSpPr/>
              <p:nvPr/>
            </p:nvSpPr>
            <p:spPr>
              <a:xfrm>
                <a:off x="8568164" y="1317688"/>
                <a:ext cx="50120" cy="37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0">
                    <a:moveTo>
                      <a:pt x="0" y="3864"/>
                    </a:moveTo>
                    <a:lnTo>
                      <a:pt x="2875" y="3960"/>
                    </a:lnTo>
                    <a:lnTo>
                      <a:pt x="5262" y="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3" name="Surface mesh patch"/>
              <p:cNvSpPr/>
              <p:nvPr/>
            </p:nvSpPr>
            <p:spPr>
              <a:xfrm>
                <a:off x="8618283" y="1278708"/>
                <a:ext cx="50120" cy="434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59">
                    <a:moveTo>
                      <a:pt x="0" y="4559"/>
                    </a:moveTo>
                    <a:lnTo>
                      <a:pt x="2875" y="3258"/>
                    </a:lnTo>
                    <a:lnTo>
                      <a:pt x="5262" y="0"/>
                    </a:lnTo>
                    <a:lnTo>
                      <a:pt x="2387" y="965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4" name="Surface mesh patch"/>
              <p:cNvSpPr/>
              <p:nvPr/>
            </p:nvSpPr>
            <p:spPr>
              <a:xfrm>
                <a:off x="8668403" y="1217427"/>
                <a:ext cx="50120" cy="61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4">
                    <a:moveTo>
                      <a:pt x="0" y="6434"/>
                    </a:moveTo>
                    <a:lnTo>
                      <a:pt x="2875" y="2815"/>
                    </a:lnTo>
                    <a:lnTo>
                      <a:pt x="5262" y="0"/>
                    </a:lnTo>
                    <a:lnTo>
                      <a:pt x="2387" y="3293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5" name="Surface mesh patch"/>
              <p:cNvSpPr/>
              <p:nvPr/>
            </p:nvSpPr>
            <p:spPr>
              <a:xfrm>
                <a:off x="8718523" y="1134804"/>
                <a:ext cx="50120" cy="826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4">
                    <a:moveTo>
                      <a:pt x="0" y="8674"/>
                    </a:moveTo>
                    <a:lnTo>
                      <a:pt x="2875" y="1997"/>
                    </a:lnTo>
                    <a:lnTo>
                      <a:pt x="5262" y="0"/>
                    </a:lnTo>
                    <a:lnTo>
                      <a:pt x="2387" y="6249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6" name="Surface mesh patch"/>
              <p:cNvSpPr/>
              <p:nvPr/>
            </p:nvSpPr>
            <p:spPr>
              <a:xfrm>
                <a:off x="8768642" y="1036155"/>
                <a:ext cx="50120" cy="98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57">
                    <a:moveTo>
                      <a:pt x="0" y="10357"/>
                    </a:moveTo>
                    <a:lnTo>
                      <a:pt x="2875" y="601"/>
                    </a:lnTo>
                    <a:lnTo>
                      <a:pt x="5262" y="0"/>
                    </a:lnTo>
                    <a:lnTo>
                      <a:pt x="2387" y="9062"/>
                    </a:lnTo>
                    <a:close/>
                  </a:path>
                </a:pathLst>
              </a:custGeom>
              <a:solidFill>
                <a:srgbClr val="fbbda1"/>
              </a:solidFill>
              <a:ln w="3334" cap="flat" cmpd="sng" algn="ctr">
                <a:solidFill>
                  <a:srgbClr val="fbbd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7" name="Surface mesh patch"/>
              <p:cNvSpPr/>
              <p:nvPr/>
            </p:nvSpPr>
            <p:spPr>
              <a:xfrm>
                <a:off x="8818762" y="924818"/>
                <a:ext cx="50120" cy="1150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80">
                    <a:moveTo>
                      <a:pt x="0" y="11689"/>
                    </a:moveTo>
                    <a:lnTo>
                      <a:pt x="2875" y="0"/>
                    </a:lnTo>
                    <a:lnTo>
                      <a:pt x="5262" y="1455"/>
                    </a:lnTo>
                    <a:lnTo>
                      <a:pt x="2387" y="1208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8" name="Surface mesh patch"/>
              <p:cNvSpPr/>
              <p:nvPr/>
            </p:nvSpPr>
            <p:spPr>
              <a:xfrm>
                <a:off x="8868882" y="830417"/>
                <a:ext cx="50120" cy="133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72">
                    <a:moveTo>
                      <a:pt x="0" y="11366"/>
                    </a:moveTo>
                    <a:lnTo>
                      <a:pt x="2875" y="0"/>
                    </a:lnTo>
                    <a:lnTo>
                      <a:pt x="5262" y="3952"/>
                    </a:lnTo>
                    <a:lnTo>
                      <a:pt x="2387" y="13972"/>
                    </a:lnTo>
                    <a:close/>
                  </a:path>
                </a:pathLst>
              </a:custGeom>
              <a:solidFill>
                <a:srgbClr val="f68d75"/>
              </a:solidFill>
              <a:ln w="3334" cap="flat" cmpd="sng" algn="ctr">
                <a:solidFill>
                  <a:srgbClr val="f68d7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9" name="Surface mesh patch"/>
              <p:cNvSpPr/>
              <p:nvPr/>
            </p:nvSpPr>
            <p:spPr>
              <a:xfrm>
                <a:off x="8919001" y="787817"/>
                <a:ext cx="50120" cy="128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45">
                    <a:moveTo>
                      <a:pt x="0" y="8424"/>
                    </a:moveTo>
                    <a:lnTo>
                      <a:pt x="2875" y="0"/>
                    </a:lnTo>
                    <a:lnTo>
                      <a:pt x="5262" y="6328"/>
                    </a:lnTo>
                    <a:lnTo>
                      <a:pt x="2387" y="13445"/>
                    </a:lnTo>
                    <a:close/>
                  </a:path>
                </a:pathLst>
              </a:custGeom>
              <a:solidFill>
                <a:srgbClr val="ed7968"/>
              </a:solidFill>
              <a:ln w="3334" cap="flat" cmpd="sng" algn="ctr">
                <a:solidFill>
                  <a:srgbClr val="ed796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0" name="Surface mesh patch"/>
              <p:cNvSpPr/>
              <p:nvPr/>
            </p:nvSpPr>
            <p:spPr>
              <a:xfrm>
                <a:off x="8969121" y="813399"/>
                <a:ext cx="50120" cy="101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81">
                    <a:moveTo>
                      <a:pt x="0" y="3642"/>
                    </a:moveTo>
                    <a:lnTo>
                      <a:pt x="2875" y="0"/>
                    </a:lnTo>
                    <a:lnTo>
                      <a:pt x="5262" y="7883"/>
                    </a:lnTo>
                    <a:lnTo>
                      <a:pt x="2387" y="10681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1" name="Surface mesh patch"/>
              <p:cNvSpPr/>
              <p:nvPr/>
            </p:nvSpPr>
            <p:spPr>
              <a:xfrm>
                <a:off x="9019241" y="888481"/>
                <a:ext cx="50120" cy="904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3">
                    <a:moveTo>
                      <a:pt x="0" y="0"/>
                    </a:moveTo>
                    <a:lnTo>
                      <a:pt x="2875" y="1364"/>
                    </a:lnTo>
                    <a:lnTo>
                      <a:pt x="5262" y="9493"/>
                    </a:lnTo>
                    <a:lnTo>
                      <a:pt x="2387" y="8053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2" name="Surface mesh patch"/>
              <p:cNvSpPr/>
              <p:nvPr/>
            </p:nvSpPr>
            <p:spPr>
              <a:xfrm>
                <a:off x="9069360" y="978899"/>
                <a:ext cx="50120" cy="114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44">
                    <a:moveTo>
                      <a:pt x="0" y="0"/>
                    </a:moveTo>
                    <a:lnTo>
                      <a:pt x="2875" y="4990"/>
                    </a:lnTo>
                    <a:lnTo>
                      <a:pt x="5262" y="12044"/>
                    </a:lnTo>
                    <a:lnTo>
                      <a:pt x="2387" y="7756"/>
                    </a:lnTo>
                    <a:close/>
                  </a:path>
                </a:pathLst>
              </a:custGeom>
              <a:solidFill>
                <a:srgbClr val="fbb498"/>
              </a:solidFill>
              <a:ln w="3334" cap="flat" cmpd="sng" algn="ctr">
                <a:solidFill>
                  <a:srgbClr val="fbb49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3" name="Surface mesh patch"/>
              <p:cNvSpPr/>
              <p:nvPr/>
            </p:nvSpPr>
            <p:spPr>
              <a:xfrm>
                <a:off x="9119480" y="1093617"/>
                <a:ext cx="50120" cy="109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45">
                    <a:moveTo>
                      <a:pt x="0" y="0"/>
                    </a:moveTo>
                    <a:lnTo>
                      <a:pt x="2875" y="6440"/>
                    </a:lnTo>
                    <a:lnTo>
                      <a:pt x="5262" y="11545"/>
                    </a:lnTo>
                    <a:lnTo>
                      <a:pt x="2387" y="6314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4" name="Surface mesh patch"/>
              <p:cNvSpPr/>
              <p:nvPr/>
            </p:nvSpPr>
            <p:spPr>
              <a:xfrm>
                <a:off x="9169600" y="1203585"/>
                <a:ext cx="50120" cy="84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67">
                    <a:moveTo>
                      <a:pt x="0" y="0"/>
                    </a:moveTo>
                    <a:lnTo>
                      <a:pt x="2875" y="5945"/>
                    </a:lnTo>
                    <a:lnTo>
                      <a:pt x="5262" y="8867"/>
                    </a:lnTo>
                    <a:lnTo>
                      <a:pt x="2387" y="4249"/>
                    </a:lnTo>
                    <a:close/>
                  </a:path>
                </a:pathLst>
              </a:custGeom>
              <a:solidFill>
                <a:srgbClr val="e7dcdb"/>
              </a:solidFill>
              <a:ln w="3334" cap="flat" cmpd="sng" algn="ctr">
                <a:solidFill>
                  <a:srgbClr val="e7dc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5" name="Surface mesh patch"/>
              <p:cNvSpPr/>
              <p:nvPr/>
            </p:nvSpPr>
            <p:spPr>
              <a:xfrm>
                <a:off x="9219719" y="1288042"/>
                <a:ext cx="50120" cy="51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3">
                    <a:moveTo>
                      <a:pt x="0" y="0"/>
                    </a:moveTo>
                    <a:lnTo>
                      <a:pt x="2875" y="4371"/>
                    </a:lnTo>
                    <a:lnTo>
                      <a:pt x="5262" y="5403"/>
                    </a:lnTo>
                    <a:lnTo>
                      <a:pt x="2387" y="2163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6" name="Surface mesh patch"/>
              <p:cNvSpPr/>
              <p:nvPr/>
            </p:nvSpPr>
            <p:spPr>
              <a:xfrm>
                <a:off x="9269839" y="1339509"/>
                <a:ext cx="50120" cy="250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28">
                    <a:moveTo>
                      <a:pt x="0" y="0"/>
                    </a:moveTo>
                    <a:lnTo>
                      <a:pt x="2875" y="2628"/>
                    </a:lnTo>
                    <a:lnTo>
                      <a:pt x="5262" y="2324"/>
                    </a:lnTo>
                    <a:lnTo>
                      <a:pt x="2387" y="481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7" name="Surface mesh patch"/>
              <p:cNvSpPr/>
              <p:nvPr/>
            </p:nvSpPr>
            <p:spPr>
              <a:xfrm>
                <a:off x="9319958" y="1355594"/>
                <a:ext cx="50120" cy="183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9">
                    <a:moveTo>
                      <a:pt x="0" y="636"/>
                    </a:moveTo>
                    <a:lnTo>
                      <a:pt x="2875" y="1929"/>
                    </a:lnTo>
                    <a:lnTo>
                      <a:pt x="5262" y="8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8" name="Surface mesh patch"/>
              <p:cNvSpPr/>
              <p:nvPr/>
            </p:nvSpPr>
            <p:spPr>
              <a:xfrm>
                <a:off x="9370078" y="1351981"/>
                <a:ext cx="50120" cy="169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">
                    <a:moveTo>
                      <a:pt x="0" y="1232"/>
                    </a:moveTo>
                    <a:lnTo>
                      <a:pt x="2875" y="1783"/>
                    </a:lnTo>
                    <a:lnTo>
                      <a:pt x="5262" y="3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9" name="Surface mesh patch"/>
              <p:cNvSpPr/>
              <p:nvPr/>
            </p:nvSpPr>
            <p:spPr>
              <a:xfrm>
                <a:off x="7693398" y="1487785"/>
                <a:ext cx="50120" cy="248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4">
                    <a:moveTo>
                      <a:pt x="0" y="733"/>
                    </a:moveTo>
                    <a:lnTo>
                      <a:pt x="2875" y="2614"/>
                    </a:lnTo>
                    <a:lnTo>
                      <a:pt x="5262" y="1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0" name="Surface mesh patch"/>
              <p:cNvSpPr/>
              <p:nvPr/>
            </p:nvSpPr>
            <p:spPr>
              <a:xfrm>
                <a:off x="7743518" y="1498307"/>
                <a:ext cx="50120" cy="249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5">
                    <a:moveTo>
                      <a:pt x="0" y="789"/>
                    </a:moveTo>
                    <a:lnTo>
                      <a:pt x="2875" y="2615"/>
                    </a:lnTo>
                    <a:lnTo>
                      <a:pt x="5262" y="1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1" name="Surface mesh patch"/>
              <p:cNvSpPr/>
              <p:nvPr/>
            </p:nvSpPr>
            <p:spPr>
              <a:xfrm>
                <a:off x="7793637" y="1508634"/>
                <a:ext cx="50120" cy="25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1">
                    <a:moveTo>
                      <a:pt x="0" y="810"/>
                    </a:moveTo>
                    <a:lnTo>
                      <a:pt x="2875" y="2661"/>
                    </a:lnTo>
                    <a:lnTo>
                      <a:pt x="5262" y="1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2" name="Surface mesh patch"/>
              <p:cNvSpPr/>
              <p:nvPr/>
            </p:nvSpPr>
            <p:spPr>
              <a:xfrm>
                <a:off x="7843757" y="1519769"/>
                <a:ext cx="50120" cy="25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29">
                    <a:moveTo>
                      <a:pt x="0" y="809"/>
                    </a:moveTo>
                    <a:lnTo>
                      <a:pt x="2875" y="2729"/>
                    </a:lnTo>
                    <a:lnTo>
                      <a:pt x="5262" y="20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3" name="Surface mesh patch"/>
              <p:cNvSpPr/>
              <p:nvPr/>
            </p:nvSpPr>
            <p:spPr>
              <a:xfrm>
                <a:off x="7893877" y="1531829"/>
                <a:ext cx="50120" cy="26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5">
                    <a:moveTo>
                      <a:pt x="0" y="823"/>
                    </a:moveTo>
                    <a:lnTo>
                      <a:pt x="2875" y="2775"/>
                    </a:lnTo>
                    <a:lnTo>
                      <a:pt x="5262" y="21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4" name="Surface mesh patch"/>
              <p:cNvSpPr/>
              <p:nvPr/>
            </p:nvSpPr>
            <p:spPr>
              <a:xfrm>
                <a:off x="7943996" y="1543661"/>
                <a:ext cx="50120" cy="262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9">
                    <a:moveTo>
                      <a:pt x="0" y="893"/>
                    </a:moveTo>
                    <a:lnTo>
                      <a:pt x="2875" y="2759"/>
                    </a:lnTo>
                    <a:lnTo>
                      <a:pt x="5262" y="20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5" name="Surface mesh patch"/>
              <p:cNvSpPr/>
              <p:nvPr/>
            </p:nvSpPr>
            <p:spPr>
              <a:xfrm>
                <a:off x="7994116" y="1553041"/>
                <a:ext cx="50120" cy="25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9">
                    <a:moveTo>
                      <a:pt x="0" y="1050"/>
                    </a:moveTo>
                    <a:lnTo>
                      <a:pt x="2875" y="2669"/>
                    </a:lnTo>
                    <a:lnTo>
                      <a:pt x="5262" y="17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6" name="Surface mesh patch"/>
              <p:cNvSpPr/>
              <p:nvPr/>
            </p:nvSpPr>
            <p:spPr>
              <a:xfrm>
                <a:off x="8044236" y="1557451"/>
                <a:ext cx="50120" cy="24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9">
                    <a:moveTo>
                      <a:pt x="0" y="1294"/>
                    </a:moveTo>
                    <a:lnTo>
                      <a:pt x="2875" y="2529"/>
                    </a:lnTo>
                    <a:lnTo>
                      <a:pt x="5262" y="13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7" name="Surface mesh patch"/>
              <p:cNvSpPr/>
              <p:nvPr/>
            </p:nvSpPr>
            <p:spPr>
              <a:xfrm>
                <a:off x="8094355" y="1555033"/>
                <a:ext cx="50120" cy="22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1596"/>
                    </a:moveTo>
                    <a:lnTo>
                      <a:pt x="2875" y="2398"/>
                    </a:lnTo>
                    <a:lnTo>
                      <a:pt x="5262" y="8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8" name="Surface mesh patch"/>
              <p:cNvSpPr/>
              <p:nvPr/>
            </p:nvSpPr>
            <p:spPr>
              <a:xfrm>
                <a:off x="8144475" y="1545265"/>
                <a:ext cx="50120" cy="22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7">
                    <a:moveTo>
                      <a:pt x="0" y="1916"/>
                    </a:moveTo>
                    <a:lnTo>
                      <a:pt x="2875" y="2347"/>
                    </a:lnTo>
                    <a:lnTo>
                      <a:pt x="5262" y="5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9" name="Surface mesh patch"/>
              <p:cNvSpPr/>
              <p:nvPr/>
            </p:nvSpPr>
            <p:spPr>
              <a:xfrm>
                <a:off x="8194594" y="1529013"/>
                <a:ext cx="50120" cy="23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1">
                    <a:moveTo>
                      <a:pt x="0" y="2221"/>
                    </a:moveTo>
                    <a:lnTo>
                      <a:pt x="2875" y="2431"/>
                    </a:lnTo>
                    <a:lnTo>
                      <a:pt x="5262" y="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0" name="Surface mesh patch"/>
              <p:cNvSpPr/>
              <p:nvPr/>
            </p:nvSpPr>
            <p:spPr>
              <a:xfrm>
                <a:off x="8244714" y="1508010"/>
                <a:ext cx="50120" cy="25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6">
                    <a:moveTo>
                      <a:pt x="0" y="2503"/>
                    </a:moveTo>
                    <a:lnTo>
                      <a:pt x="2875" y="2666"/>
                    </a:lnTo>
                    <a:lnTo>
                      <a:pt x="5262" y="2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1" name="Surface mesh patch"/>
              <p:cNvSpPr/>
              <p:nvPr/>
            </p:nvSpPr>
            <p:spPr>
              <a:xfrm>
                <a:off x="8294834" y="1484129"/>
                <a:ext cx="50120" cy="28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9">
                    <a:moveTo>
                      <a:pt x="0" y="2769"/>
                    </a:moveTo>
                    <a:lnTo>
                      <a:pt x="2875" y="3029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2" name="Surface mesh patch"/>
              <p:cNvSpPr/>
              <p:nvPr/>
            </p:nvSpPr>
            <p:spPr>
              <a:xfrm>
                <a:off x="8344953" y="1458862"/>
                <a:ext cx="50120" cy="32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0">
                    <a:moveTo>
                      <a:pt x="0" y="3028"/>
                    </a:moveTo>
                    <a:lnTo>
                      <a:pt x="2875" y="3460"/>
                    </a:lnTo>
                    <a:lnTo>
                      <a:pt x="5262" y="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3" name="Surface mesh patch"/>
              <p:cNvSpPr/>
              <p:nvPr/>
            </p:nvSpPr>
            <p:spPr>
              <a:xfrm>
                <a:off x="8395073" y="1433171"/>
                <a:ext cx="50120" cy="36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7">
                    <a:moveTo>
                      <a:pt x="0" y="3272"/>
                    </a:moveTo>
                    <a:lnTo>
                      <a:pt x="2875" y="3867"/>
                    </a:lnTo>
                    <a:lnTo>
                      <a:pt x="5262" y="7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4" name="Surface mesh patch"/>
              <p:cNvSpPr/>
              <p:nvPr/>
            </p:nvSpPr>
            <p:spPr>
              <a:xfrm>
                <a:off x="8445193" y="1407530"/>
                <a:ext cx="50120" cy="39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5">
                    <a:moveTo>
                      <a:pt x="0" y="3471"/>
                    </a:moveTo>
                    <a:lnTo>
                      <a:pt x="2875" y="4125"/>
                    </a:lnTo>
                    <a:lnTo>
                      <a:pt x="5262" y="8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5" name="Surface mesh patch"/>
              <p:cNvSpPr/>
              <p:nvPr/>
            </p:nvSpPr>
            <p:spPr>
              <a:xfrm>
                <a:off x="8495312" y="1381778"/>
                <a:ext cx="50120" cy="38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3">
                    <a:moveTo>
                      <a:pt x="0" y="3588"/>
                    </a:moveTo>
                    <a:lnTo>
                      <a:pt x="2875" y="4063"/>
                    </a:lnTo>
                    <a:lnTo>
                      <a:pt x="5262" y="7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6" name="Surface mesh patch"/>
              <p:cNvSpPr/>
              <p:nvPr/>
            </p:nvSpPr>
            <p:spPr>
              <a:xfrm>
                <a:off x="8545432" y="1354495"/>
                <a:ext cx="50120" cy="342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8">
                    <a:moveTo>
                      <a:pt x="0" y="3598"/>
                    </a:moveTo>
                    <a:lnTo>
                      <a:pt x="2875" y="3450"/>
                    </a:lnTo>
                    <a:lnTo>
                      <a:pt x="5262" y="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7" name="Surface mesh patch"/>
              <p:cNvSpPr/>
              <p:nvPr/>
            </p:nvSpPr>
            <p:spPr>
              <a:xfrm>
                <a:off x="8595552" y="1309737"/>
                <a:ext cx="50120" cy="456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94">
                    <a:moveTo>
                      <a:pt x="0" y="4794"/>
                    </a:moveTo>
                    <a:lnTo>
                      <a:pt x="2875" y="3310"/>
                    </a:lnTo>
                    <a:lnTo>
                      <a:pt x="5262" y="0"/>
                    </a:lnTo>
                    <a:lnTo>
                      <a:pt x="2387" y="1301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8" name="Surface mesh patch"/>
              <p:cNvSpPr/>
              <p:nvPr/>
            </p:nvSpPr>
            <p:spPr>
              <a:xfrm>
                <a:off x="8645671" y="1244237"/>
                <a:ext cx="50120" cy="655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7">
                    <a:moveTo>
                      <a:pt x="0" y="6877"/>
                    </a:moveTo>
                    <a:lnTo>
                      <a:pt x="2875" y="3136"/>
                    </a:lnTo>
                    <a:lnTo>
                      <a:pt x="5262" y="0"/>
                    </a:lnTo>
                    <a:lnTo>
                      <a:pt x="2387" y="3619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9" name="Surface mesh patch"/>
              <p:cNvSpPr/>
              <p:nvPr/>
            </p:nvSpPr>
            <p:spPr>
              <a:xfrm>
                <a:off x="8695791" y="1153827"/>
                <a:ext cx="50120" cy="904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2">
                    <a:moveTo>
                      <a:pt x="0" y="9492"/>
                    </a:moveTo>
                    <a:lnTo>
                      <a:pt x="2875" y="2667"/>
                    </a:lnTo>
                    <a:lnTo>
                      <a:pt x="5262" y="0"/>
                    </a:lnTo>
                    <a:lnTo>
                      <a:pt x="2387" y="6677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0" name="Surface mesh patch"/>
              <p:cNvSpPr/>
              <p:nvPr/>
            </p:nvSpPr>
            <p:spPr>
              <a:xfrm>
                <a:off x="8745911" y="1041883"/>
                <a:ext cx="50120" cy="111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53">
                    <a:moveTo>
                      <a:pt x="0" y="11753"/>
                    </a:moveTo>
                    <a:lnTo>
                      <a:pt x="2875" y="1657"/>
                    </a:lnTo>
                    <a:lnTo>
                      <a:pt x="5262" y="0"/>
                    </a:lnTo>
                    <a:lnTo>
                      <a:pt x="2387" y="9756"/>
                    </a:lnTo>
                    <a:close/>
                  </a:path>
                </a:pathLst>
              </a:custGeom>
              <a:solidFill>
                <a:srgbClr val="fbbda1"/>
              </a:solidFill>
              <a:ln w="3334" cap="flat" cmpd="sng" algn="ctr">
                <a:solidFill>
                  <a:srgbClr val="fbbd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1" name="Surface mesh patch"/>
              <p:cNvSpPr/>
              <p:nvPr/>
            </p:nvSpPr>
            <p:spPr>
              <a:xfrm>
                <a:off x="8796030" y="923982"/>
                <a:ext cx="50120" cy="1179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78">
                    <a:moveTo>
                      <a:pt x="0" y="12378"/>
                    </a:moveTo>
                    <a:lnTo>
                      <a:pt x="2875" y="0"/>
                    </a:lnTo>
                    <a:lnTo>
                      <a:pt x="5262" y="88"/>
                    </a:lnTo>
                    <a:lnTo>
                      <a:pt x="2387" y="11777"/>
                    </a:lnTo>
                    <a:close/>
                  </a:path>
                </a:pathLst>
              </a:custGeom>
              <a:solidFill>
                <a:srgbClr val="faa186"/>
              </a:solidFill>
              <a:ln w="3334" cap="flat" cmpd="sng" algn="ctr">
                <a:solidFill>
                  <a:srgbClr val="faa1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2" name="Surface mesh patch"/>
              <p:cNvSpPr/>
              <p:nvPr/>
            </p:nvSpPr>
            <p:spPr>
              <a:xfrm>
                <a:off x="8846150" y="806710"/>
                <a:ext cx="50120" cy="131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55">
                    <a:moveTo>
                      <a:pt x="0" y="12400"/>
                    </a:moveTo>
                    <a:lnTo>
                      <a:pt x="2875" y="0"/>
                    </a:lnTo>
                    <a:lnTo>
                      <a:pt x="5262" y="2489"/>
                    </a:lnTo>
                    <a:lnTo>
                      <a:pt x="2387" y="13855"/>
                    </a:lnTo>
                    <a:close/>
                  </a:path>
                </a:pathLst>
              </a:custGeom>
              <a:solidFill>
                <a:srgbClr val="ef7c6a"/>
              </a:solidFill>
              <a:ln w="3334" cap="flat" cmpd="sng" algn="ctr">
                <a:solidFill>
                  <a:srgbClr val="ef7c6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3" name="Surface mesh patch"/>
              <p:cNvSpPr/>
              <p:nvPr/>
            </p:nvSpPr>
            <p:spPr>
              <a:xfrm>
                <a:off x="8896269" y="739432"/>
                <a:ext cx="50120" cy="1286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04">
                    <a:moveTo>
                      <a:pt x="0" y="9552"/>
                    </a:moveTo>
                    <a:lnTo>
                      <a:pt x="2875" y="0"/>
                    </a:lnTo>
                    <a:lnTo>
                      <a:pt x="5262" y="5080"/>
                    </a:lnTo>
                    <a:lnTo>
                      <a:pt x="2387" y="13504"/>
                    </a:lnTo>
                    <a:close/>
                  </a:path>
                </a:pathLst>
              </a:custGeom>
              <a:solidFill>
                <a:srgbClr val="e15e57"/>
              </a:solidFill>
              <a:ln w="3334" cap="flat" cmpd="sng" algn="ctr">
                <a:solidFill>
                  <a:srgbClr val="e15e5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4" name="Surface mesh patch"/>
              <p:cNvSpPr/>
              <p:nvPr/>
            </p:nvSpPr>
            <p:spPr>
              <a:xfrm>
                <a:off x="8946389" y="745513"/>
                <a:ext cx="50120" cy="1025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69">
                    <a:moveTo>
                      <a:pt x="0" y="4441"/>
                    </a:moveTo>
                    <a:lnTo>
                      <a:pt x="2875" y="0"/>
                    </a:lnTo>
                    <a:lnTo>
                      <a:pt x="5262" y="7127"/>
                    </a:lnTo>
                    <a:lnTo>
                      <a:pt x="2387" y="10769"/>
                    </a:lnTo>
                    <a:close/>
                  </a:path>
                </a:pathLst>
              </a:custGeom>
              <a:solidFill>
                <a:srgbClr val="e05b55"/>
              </a:solidFill>
              <a:ln w="3334" cap="flat" cmpd="sng" algn="ctr">
                <a:solidFill>
                  <a:srgbClr val="e05b5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5" name="Surface mesh patch"/>
              <p:cNvSpPr/>
              <p:nvPr/>
            </p:nvSpPr>
            <p:spPr>
              <a:xfrm>
                <a:off x="8996509" y="813399"/>
                <a:ext cx="50120" cy="88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47">
                    <a:moveTo>
                      <a:pt x="0" y="0"/>
                    </a:moveTo>
                    <a:lnTo>
                      <a:pt x="2875" y="1266"/>
                    </a:lnTo>
                    <a:lnTo>
                      <a:pt x="5262" y="9247"/>
                    </a:lnTo>
                    <a:lnTo>
                      <a:pt x="2387" y="7883"/>
                    </a:lnTo>
                    <a:close/>
                  </a:path>
                </a:pathLst>
              </a:custGeom>
              <a:solidFill>
                <a:srgbClr val="ec7666"/>
              </a:solidFill>
              <a:ln w="3334" cap="flat" cmpd="sng" algn="ctr">
                <a:solidFill>
                  <a:srgbClr val="ec766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6" name="Surface mesh patch"/>
              <p:cNvSpPr/>
              <p:nvPr/>
            </p:nvSpPr>
            <p:spPr>
              <a:xfrm>
                <a:off x="9046628" y="901474"/>
                <a:ext cx="50120" cy="1249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18">
                    <a:moveTo>
                      <a:pt x="0" y="0"/>
                    </a:moveTo>
                    <a:lnTo>
                      <a:pt x="2875" y="5697"/>
                    </a:lnTo>
                    <a:lnTo>
                      <a:pt x="5262" y="13118"/>
                    </a:lnTo>
                    <a:lnTo>
                      <a:pt x="2387" y="8129"/>
                    </a:lnTo>
                    <a:close/>
                  </a:path>
                </a:pathLst>
              </a:custGeom>
              <a:solidFill>
                <a:srgbClr val="fa9f84"/>
              </a:solidFill>
              <a:ln w="3334" cap="flat" cmpd="sng" algn="ctr">
                <a:solidFill>
                  <a:srgbClr val="fa9f8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7" name="Surface mesh patch"/>
              <p:cNvSpPr/>
              <p:nvPr/>
            </p:nvSpPr>
            <p:spPr>
              <a:xfrm>
                <a:off x="9096748" y="1026426"/>
                <a:ext cx="50120" cy="1285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94">
                    <a:moveTo>
                      <a:pt x="0" y="0"/>
                    </a:moveTo>
                    <a:lnTo>
                      <a:pt x="2875" y="7738"/>
                    </a:lnTo>
                    <a:lnTo>
                      <a:pt x="5262" y="13494"/>
                    </a:lnTo>
                    <a:lnTo>
                      <a:pt x="2387" y="7054"/>
                    </a:lnTo>
                    <a:close/>
                  </a:path>
                </a:pathLst>
              </a:custGeom>
              <a:solidFill>
                <a:srgbClr val="fbbfa3"/>
              </a:solidFill>
              <a:ln w="3334" cap="flat" cmpd="sng" algn="ctr">
                <a:solidFill>
                  <a:srgbClr val="fbbf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8" name="Surface mesh patch"/>
              <p:cNvSpPr/>
              <p:nvPr/>
            </p:nvSpPr>
            <p:spPr>
              <a:xfrm>
                <a:off x="9146868" y="1154956"/>
                <a:ext cx="50120" cy="1052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50">
                    <a:moveTo>
                      <a:pt x="0" y="0"/>
                    </a:moveTo>
                    <a:lnTo>
                      <a:pt x="2875" y="7442"/>
                    </a:lnTo>
                    <a:lnTo>
                      <a:pt x="5262" y="11050"/>
                    </a:lnTo>
                    <a:lnTo>
                      <a:pt x="2387" y="5105"/>
                    </a:lnTo>
                    <a:close/>
                  </a:path>
                </a:pathLst>
              </a:custGeom>
              <a:solidFill>
                <a:srgbClr val="f1d7c7"/>
              </a:solidFill>
              <a:ln w="3334" cap="flat" cmpd="sng" algn="ctr">
                <a:solidFill>
                  <a:srgbClr val="f1d7c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9" name="Surface mesh patch"/>
              <p:cNvSpPr/>
              <p:nvPr/>
            </p:nvSpPr>
            <p:spPr>
              <a:xfrm>
                <a:off x="9196987" y="1260209"/>
                <a:ext cx="50120" cy="69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3">
                    <a:moveTo>
                      <a:pt x="0" y="0"/>
                    </a:moveTo>
                    <a:lnTo>
                      <a:pt x="2875" y="5705"/>
                    </a:lnTo>
                    <a:lnTo>
                      <a:pt x="5262" y="7293"/>
                    </a:lnTo>
                    <a:lnTo>
                      <a:pt x="2387" y="2922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0" name="Surface mesh patch"/>
              <p:cNvSpPr/>
              <p:nvPr/>
            </p:nvSpPr>
            <p:spPr>
              <a:xfrm>
                <a:off x="9247107" y="1329673"/>
                <a:ext cx="50120" cy="34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1">
                    <a:moveTo>
                      <a:pt x="0" y="0"/>
                    </a:moveTo>
                    <a:lnTo>
                      <a:pt x="2875" y="3599"/>
                    </a:lnTo>
                    <a:lnTo>
                      <a:pt x="5262" y="3661"/>
                    </a:lnTo>
                    <a:lnTo>
                      <a:pt x="2387" y="1033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1" name="Surface mesh patch"/>
              <p:cNvSpPr/>
              <p:nvPr/>
            </p:nvSpPr>
            <p:spPr>
              <a:xfrm>
                <a:off x="9297227" y="1361650"/>
                <a:ext cx="50120" cy="207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7">
                    <a:moveTo>
                      <a:pt x="0" y="304"/>
                    </a:moveTo>
                    <a:lnTo>
                      <a:pt x="2875" y="2177"/>
                    </a:lnTo>
                    <a:lnTo>
                      <a:pt x="5262" y="12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2" name="Surface mesh patch"/>
              <p:cNvSpPr/>
              <p:nvPr/>
            </p:nvSpPr>
            <p:spPr>
              <a:xfrm>
                <a:off x="9347346" y="1363718"/>
                <a:ext cx="50120" cy="180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1">
                    <a:moveTo>
                      <a:pt x="0" y="1076"/>
                    </a:moveTo>
                    <a:lnTo>
                      <a:pt x="2875" y="1891"/>
                    </a:lnTo>
                    <a:lnTo>
                      <a:pt x="5262" y="5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3" name="Surface mesh patch"/>
              <p:cNvSpPr/>
              <p:nvPr/>
            </p:nvSpPr>
            <p:spPr>
              <a:xfrm>
                <a:off x="9397466" y="1355589"/>
                <a:ext cx="50120" cy="170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4">
                    <a:moveTo>
                      <a:pt x="0" y="1405"/>
                    </a:moveTo>
                    <a:lnTo>
                      <a:pt x="2875" y="1794"/>
                    </a:lnTo>
                    <a:lnTo>
                      <a:pt x="5262" y="3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4" name="Surface mesh patch"/>
              <p:cNvSpPr/>
              <p:nvPr/>
            </p:nvSpPr>
            <p:spPr>
              <a:xfrm>
                <a:off x="7670666" y="1494766"/>
                <a:ext cx="50120" cy="243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52">
                    <a:moveTo>
                      <a:pt x="0" y="676"/>
                    </a:moveTo>
                    <a:lnTo>
                      <a:pt x="2875" y="2552"/>
                    </a:lnTo>
                    <a:lnTo>
                      <a:pt x="5262" y="18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5" name="Surface mesh patch"/>
              <p:cNvSpPr/>
              <p:nvPr/>
            </p:nvSpPr>
            <p:spPr>
              <a:xfrm>
                <a:off x="7720786" y="1505824"/>
                <a:ext cx="50120" cy="236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8">
                    <a:moveTo>
                      <a:pt x="0" y="720"/>
                    </a:moveTo>
                    <a:lnTo>
                      <a:pt x="2875" y="2488"/>
                    </a:lnTo>
                    <a:lnTo>
                      <a:pt x="5262" y="18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6" name="Surface mesh patch"/>
              <p:cNvSpPr/>
              <p:nvPr/>
            </p:nvSpPr>
            <p:spPr>
              <a:xfrm>
                <a:off x="7770905" y="1516349"/>
                <a:ext cx="50120" cy="23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2">
                    <a:moveTo>
                      <a:pt x="0" y="721"/>
                    </a:moveTo>
                    <a:lnTo>
                      <a:pt x="2875" y="2452"/>
                    </a:lnTo>
                    <a:lnTo>
                      <a:pt x="5262" y="18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7" name="Surface mesh patch"/>
              <p:cNvSpPr/>
              <p:nvPr/>
            </p:nvSpPr>
            <p:spPr>
              <a:xfrm>
                <a:off x="7821025" y="1527475"/>
                <a:ext cx="50120" cy="231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1">
                    <a:moveTo>
                      <a:pt x="0" y="683"/>
                    </a:moveTo>
                    <a:lnTo>
                      <a:pt x="2875" y="2431"/>
                    </a:lnTo>
                    <a:lnTo>
                      <a:pt x="5262" y="1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8" name="Surface mesh patch"/>
              <p:cNvSpPr/>
              <p:nvPr/>
            </p:nvSpPr>
            <p:spPr>
              <a:xfrm>
                <a:off x="7871145" y="1539665"/>
                <a:ext cx="50120" cy="228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5">
                    <a:moveTo>
                      <a:pt x="0" y="640"/>
                    </a:moveTo>
                    <a:lnTo>
                      <a:pt x="2875" y="2395"/>
                    </a:lnTo>
                    <a:lnTo>
                      <a:pt x="5262" y="19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9" name="Surface mesh patch"/>
              <p:cNvSpPr/>
              <p:nvPr/>
            </p:nvSpPr>
            <p:spPr>
              <a:xfrm>
                <a:off x="7921264" y="1552170"/>
                <a:ext cx="50120" cy="22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16">
                    <a:moveTo>
                      <a:pt x="0" y="639"/>
                    </a:moveTo>
                    <a:lnTo>
                      <a:pt x="2875" y="2316"/>
                    </a:lnTo>
                    <a:lnTo>
                      <a:pt x="5262" y="1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0" name="Surface mesh patch"/>
              <p:cNvSpPr/>
              <p:nvPr/>
            </p:nvSpPr>
            <p:spPr>
              <a:xfrm>
                <a:off x="7971384" y="1563047"/>
                <a:ext cx="50120" cy="208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724"/>
                    </a:moveTo>
                    <a:lnTo>
                      <a:pt x="2875" y="2185"/>
                    </a:lnTo>
                    <a:lnTo>
                      <a:pt x="5262" y="16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1" name="Surface mesh patch"/>
              <p:cNvSpPr/>
              <p:nvPr/>
            </p:nvSpPr>
            <p:spPr>
              <a:xfrm>
                <a:off x="8021504" y="1569776"/>
                <a:ext cx="50120" cy="19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9">
                    <a:moveTo>
                      <a:pt x="0" y="912"/>
                    </a:moveTo>
                    <a:lnTo>
                      <a:pt x="2875" y="2029"/>
                    </a:lnTo>
                    <a:lnTo>
                      <a:pt x="5262" y="12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2" name="Surface mesh patch"/>
              <p:cNvSpPr/>
              <p:nvPr/>
            </p:nvSpPr>
            <p:spPr>
              <a:xfrm>
                <a:off x="8071623" y="1570234"/>
                <a:ext cx="50120" cy="181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5">
                    <a:moveTo>
                      <a:pt x="0" y="1187"/>
                    </a:moveTo>
                    <a:lnTo>
                      <a:pt x="2875" y="1905"/>
                    </a:lnTo>
                    <a:lnTo>
                      <a:pt x="5262" y="8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3" name="Surface mesh patch"/>
              <p:cNvSpPr/>
              <p:nvPr/>
            </p:nvSpPr>
            <p:spPr>
              <a:xfrm>
                <a:off x="8121743" y="1563510"/>
                <a:ext cx="50120" cy="178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7">
                    <a:moveTo>
                      <a:pt x="0" y="1508"/>
                    </a:moveTo>
                    <a:lnTo>
                      <a:pt x="2875" y="1877"/>
                    </a:lnTo>
                    <a:lnTo>
                      <a:pt x="5262" y="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4" name="Surface mesh patch"/>
              <p:cNvSpPr/>
              <p:nvPr/>
            </p:nvSpPr>
            <p:spPr>
              <a:xfrm>
                <a:off x="8171863" y="1550167"/>
                <a:ext cx="50120" cy="18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6">
                    <a:moveTo>
                      <a:pt x="0" y="1833"/>
                    </a:moveTo>
                    <a:lnTo>
                      <a:pt x="2875" y="1986"/>
                    </a:lnTo>
                    <a:lnTo>
                      <a:pt x="5262" y="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5" name="Surface mesh patch"/>
              <p:cNvSpPr/>
              <p:nvPr/>
            </p:nvSpPr>
            <p:spPr>
              <a:xfrm>
                <a:off x="8221982" y="1531847"/>
                <a:ext cx="50120" cy="213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41">
                    <a:moveTo>
                      <a:pt x="0" y="2133"/>
                    </a:moveTo>
                    <a:lnTo>
                      <a:pt x="2875" y="2241"/>
                    </a:lnTo>
                    <a:lnTo>
                      <a:pt x="5262" y="1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6" name="Surface mesh patch"/>
              <p:cNvSpPr/>
              <p:nvPr/>
            </p:nvSpPr>
            <p:spPr>
              <a:xfrm>
                <a:off x="8272102" y="1510500"/>
                <a:ext cx="50120" cy="24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04">
                    <a:moveTo>
                      <a:pt x="0" y="2404"/>
                    </a:moveTo>
                    <a:lnTo>
                      <a:pt x="2875" y="2604"/>
                    </a:lnTo>
                    <a:lnTo>
                      <a:pt x="5262" y="2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7" name="Surface mesh patch"/>
              <p:cNvSpPr/>
              <p:nvPr/>
            </p:nvSpPr>
            <p:spPr>
              <a:xfrm>
                <a:off x="8322222" y="1487703"/>
                <a:ext cx="50120" cy="286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1">
                    <a:moveTo>
                      <a:pt x="0" y="2654"/>
                    </a:moveTo>
                    <a:lnTo>
                      <a:pt x="2875" y="3011"/>
                    </a:lnTo>
                    <a:lnTo>
                      <a:pt x="5262" y="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8" name="Surface mesh patch"/>
              <p:cNvSpPr/>
              <p:nvPr/>
            </p:nvSpPr>
            <p:spPr>
              <a:xfrm>
                <a:off x="8372341" y="1464335"/>
                <a:ext cx="50120" cy="322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1">
                    <a:moveTo>
                      <a:pt x="0" y="2885"/>
                    </a:moveTo>
                    <a:lnTo>
                      <a:pt x="2875" y="3381"/>
                    </a:lnTo>
                    <a:lnTo>
                      <a:pt x="5262" y="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9" name="Surface mesh patch"/>
              <p:cNvSpPr/>
              <p:nvPr/>
            </p:nvSpPr>
            <p:spPr>
              <a:xfrm>
                <a:off x="8422461" y="1440592"/>
                <a:ext cx="50120" cy="34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12">
                    <a:moveTo>
                      <a:pt x="0" y="3088"/>
                    </a:moveTo>
                    <a:lnTo>
                      <a:pt x="2875" y="3612"/>
                    </a:lnTo>
                    <a:lnTo>
                      <a:pt x="5262" y="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0" name="Surface mesh patch"/>
              <p:cNvSpPr/>
              <p:nvPr/>
            </p:nvSpPr>
            <p:spPr>
              <a:xfrm>
                <a:off x="8472580" y="1415954"/>
                <a:ext cx="50120" cy="34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0">
                    <a:moveTo>
                      <a:pt x="0" y="3241"/>
                    </a:moveTo>
                    <a:lnTo>
                      <a:pt x="2875" y="3570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1" name="Surface mesh patch"/>
              <p:cNvSpPr/>
              <p:nvPr/>
            </p:nvSpPr>
            <p:spPr>
              <a:xfrm>
                <a:off x="8522700" y="1387352"/>
                <a:ext cx="50120" cy="33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8">
                    <a:moveTo>
                      <a:pt x="0" y="3478"/>
                    </a:moveTo>
                    <a:lnTo>
                      <a:pt x="2875" y="3208"/>
                    </a:lnTo>
                    <a:lnTo>
                      <a:pt x="5262" y="0"/>
                    </a:lnTo>
                    <a:lnTo>
                      <a:pt x="2387" y="148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2" name="Surface mesh patch"/>
              <p:cNvSpPr/>
              <p:nvPr/>
            </p:nvSpPr>
            <p:spPr>
              <a:xfrm>
                <a:off x="8572820" y="1341262"/>
                <a:ext cx="50120" cy="460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9">
                    <a:moveTo>
                      <a:pt x="0" y="4839"/>
                    </a:moveTo>
                    <a:lnTo>
                      <a:pt x="2875" y="3314"/>
                    </a:lnTo>
                    <a:lnTo>
                      <a:pt x="5262" y="0"/>
                    </a:lnTo>
                    <a:lnTo>
                      <a:pt x="2387" y="1485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3" name="Surface mesh patch"/>
              <p:cNvSpPr/>
              <p:nvPr/>
            </p:nvSpPr>
            <p:spPr>
              <a:xfrm>
                <a:off x="8622939" y="1274103"/>
                <a:ext cx="50120" cy="671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51">
                    <a:moveTo>
                      <a:pt x="0" y="7051"/>
                    </a:moveTo>
                    <a:lnTo>
                      <a:pt x="2875" y="3379"/>
                    </a:lnTo>
                    <a:lnTo>
                      <a:pt x="5262" y="0"/>
                    </a:lnTo>
                    <a:lnTo>
                      <a:pt x="2387" y="3741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4" name="Surface mesh patch"/>
              <p:cNvSpPr/>
              <p:nvPr/>
            </p:nvSpPr>
            <p:spPr>
              <a:xfrm>
                <a:off x="8673059" y="1179233"/>
                <a:ext cx="50120" cy="948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60">
                    <a:moveTo>
                      <a:pt x="0" y="9960"/>
                    </a:moveTo>
                    <a:lnTo>
                      <a:pt x="2875" y="3261"/>
                    </a:lnTo>
                    <a:lnTo>
                      <a:pt x="5262" y="0"/>
                    </a:lnTo>
                    <a:lnTo>
                      <a:pt x="2387" y="6824"/>
                    </a:lnTo>
                    <a:close/>
                  </a:path>
                </a:pathLst>
              </a:custGeom>
              <a:solidFill>
                <a:srgbClr val="f3d6c3"/>
              </a:solidFill>
              <a:ln w="3334" cap="flat" cmpd="sng" algn="ctr">
                <a:solidFill>
                  <a:srgbClr val="f3d6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5" name="Surface mesh patch"/>
              <p:cNvSpPr/>
              <p:nvPr/>
            </p:nvSpPr>
            <p:spPr>
              <a:xfrm>
                <a:off x="8723179" y="1057662"/>
                <a:ext cx="50120" cy="121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3">
                    <a:moveTo>
                      <a:pt x="0" y="12763"/>
                    </a:moveTo>
                    <a:lnTo>
                      <a:pt x="2875" y="2693"/>
                    </a:lnTo>
                    <a:lnTo>
                      <a:pt x="5262" y="0"/>
                    </a:lnTo>
                    <a:lnTo>
                      <a:pt x="2387" y="10096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6" name="Surface mesh patch"/>
              <p:cNvSpPr/>
              <p:nvPr/>
            </p:nvSpPr>
            <p:spPr>
              <a:xfrm>
                <a:off x="8773298" y="923982"/>
                <a:ext cx="50120" cy="1336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035">
                    <a:moveTo>
                      <a:pt x="0" y="14035"/>
                    </a:moveTo>
                    <a:lnTo>
                      <a:pt x="2875" y="1389"/>
                    </a:lnTo>
                    <a:lnTo>
                      <a:pt x="5262" y="0"/>
                    </a:lnTo>
                    <a:lnTo>
                      <a:pt x="2387" y="12378"/>
                    </a:lnTo>
                    <a:close/>
                  </a:path>
                </a:pathLst>
              </a:custGeom>
              <a:solidFill>
                <a:srgbClr val="faa185"/>
              </a:solidFill>
              <a:ln w="3334" cap="flat" cmpd="sng" algn="ctr">
                <a:solidFill>
                  <a:srgbClr val="faa18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7" name="Surface mesh patch"/>
              <p:cNvSpPr/>
              <p:nvPr/>
            </p:nvSpPr>
            <p:spPr>
              <a:xfrm>
                <a:off x="8823418" y="799745"/>
                <a:ext cx="50120" cy="1250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31">
                    <a:moveTo>
                      <a:pt x="0" y="13043"/>
                    </a:moveTo>
                    <a:lnTo>
                      <a:pt x="2875" y="0"/>
                    </a:lnTo>
                    <a:lnTo>
                      <a:pt x="5262" y="731"/>
                    </a:lnTo>
                    <a:lnTo>
                      <a:pt x="2387" y="13131"/>
                    </a:lnTo>
                    <a:close/>
                  </a:path>
                </a:pathLst>
              </a:custGeom>
              <a:solidFill>
                <a:srgbClr val="ea7264"/>
              </a:solidFill>
              <a:ln w="3334" cap="flat" cmpd="sng" algn="ctr">
                <a:solidFill>
                  <a:srgbClr val="ea72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8" name="Surface mesh patch"/>
              <p:cNvSpPr/>
              <p:nvPr/>
            </p:nvSpPr>
            <p:spPr>
              <a:xfrm>
                <a:off x="8873538" y="707514"/>
                <a:ext cx="50120" cy="1229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03">
                    <a:moveTo>
                      <a:pt x="0" y="10414"/>
                    </a:moveTo>
                    <a:lnTo>
                      <a:pt x="2875" y="0"/>
                    </a:lnTo>
                    <a:lnTo>
                      <a:pt x="5262" y="3351"/>
                    </a:lnTo>
                    <a:lnTo>
                      <a:pt x="2387" y="12903"/>
                    </a:lnTo>
                    <a:close/>
                  </a:path>
                </a:pathLst>
              </a:custGeom>
              <a:solidFill>
                <a:srgbClr val="d84949"/>
              </a:solidFill>
              <a:ln w="3334" cap="flat" cmpd="sng" algn="ctr">
                <a:solidFill>
                  <a:srgbClr val="d8494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9" name="Surface mesh patch"/>
              <p:cNvSpPr/>
              <p:nvPr/>
            </p:nvSpPr>
            <p:spPr>
              <a:xfrm>
                <a:off x="8923657" y="690499"/>
                <a:ext cx="50120" cy="97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17">
                    <a:moveTo>
                      <a:pt x="0" y="5137"/>
                    </a:moveTo>
                    <a:lnTo>
                      <a:pt x="2875" y="0"/>
                    </a:lnTo>
                    <a:lnTo>
                      <a:pt x="5262" y="5776"/>
                    </a:lnTo>
                    <a:lnTo>
                      <a:pt x="2387" y="10217"/>
                    </a:lnTo>
                    <a:close/>
                  </a:path>
                </a:pathLst>
              </a:custGeom>
              <a:solidFill>
                <a:srgbClr val="d23c41"/>
              </a:solidFill>
              <a:ln w="3334" cap="flat" cmpd="sng" algn="ctr">
                <a:solidFill>
                  <a:srgbClr val="d23c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0" name="Surface mesh patch"/>
              <p:cNvSpPr/>
              <p:nvPr/>
            </p:nvSpPr>
            <p:spPr>
              <a:xfrm>
                <a:off x="8973777" y="745513"/>
                <a:ext cx="50120" cy="799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93">
                    <a:moveTo>
                      <a:pt x="0" y="0"/>
                    </a:moveTo>
                    <a:lnTo>
                      <a:pt x="2875" y="1154"/>
                    </a:lnTo>
                    <a:lnTo>
                      <a:pt x="5262" y="8393"/>
                    </a:lnTo>
                    <a:lnTo>
                      <a:pt x="2387" y="7127"/>
                    </a:lnTo>
                    <a:close/>
                  </a:path>
                </a:pathLst>
              </a:custGeom>
              <a:solidFill>
                <a:srgbClr val="dc514e"/>
              </a:solidFill>
              <a:ln w="3334" cap="flat" cmpd="sng" algn="ctr">
                <a:solidFill>
                  <a:srgbClr val="dc514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1" name="Surface mesh patch"/>
              <p:cNvSpPr/>
              <p:nvPr/>
            </p:nvSpPr>
            <p:spPr>
              <a:xfrm>
                <a:off x="9023897" y="825457"/>
                <a:ext cx="50120" cy="130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78">
                    <a:moveTo>
                      <a:pt x="0" y="0"/>
                    </a:moveTo>
                    <a:lnTo>
                      <a:pt x="2875" y="6371"/>
                    </a:lnTo>
                    <a:lnTo>
                      <a:pt x="5262" y="13678"/>
                    </a:lnTo>
                    <a:lnTo>
                      <a:pt x="2387" y="7981"/>
                    </a:lnTo>
                    <a:close/>
                  </a:path>
                </a:pathLst>
              </a:custGeom>
              <a:solidFill>
                <a:srgbClr val="f1826e"/>
              </a:solidFill>
              <a:ln w="3334" cap="flat" cmpd="sng" algn="ctr">
                <a:solidFill>
                  <a:srgbClr val="f1826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2" name="Surface mesh patch"/>
              <p:cNvSpPr/>
              <p:nvPr/>
            </p:nvSpPr>
            <p:spPr>
              <a:xfrm>
                <a:off x="9074016" y="955737"/>
                <a:ext cx="50120" cy="1443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60">
                    <a:moveTo>
                      <a:pt x="0" y="0"/>
                    </a:moveTo>
                    <a:lnTo>
                      <a:pt x="2875" y="9070"/>
                    </a:lnTo>
                    <a:lnTo>
                      <a:pt x="5262" y="15160"/>
                    </a:lnTo>
                    <a:lnTo>
                      <a:pt x="2387" y="7421"/>
                    </a:lnTo>
                    <a:close/>
                  </a:path>
                </a:pathLst>
              </a:custGeom>
              <a:solidFill>
                <a:srgbClr val="faad91"/>
              </a:solidFill>
              <a:ln w="3334" cap="flat" cmpd="sng" algn="ctr">
                <a:solidFill>
                  <a:srgbClr val="faad9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3" name="Surface mesh patch"/>
              <p:cNvSpPr/>
              <p:nvPr/>
            </p:nvSpPr>
            <p:spPr>
              <a:xfrm>
                <a:off x="9124136" y="1100133"/>
                <a:ext cx="50120" cy="1257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98">
                    <a:moveTo>
                      <a:pt x="0" y="0"/>
                    </a:moveTo>
                    <a:lnTo>
                      <a:pt x="2875" y="9062"/>
                    </a:lnTo>
                    <a:lnTo>
                      <a:pt x="5262" y="13198"/>
                    </a:lnTo>
                    <a:lnTo>
                      <a:pt x="2387" y="5756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4" name="Surface mesh patch"/>
              <p:cNvSpPr/>
              <p:nvPr/>
            </p:nvSpPr>
            <p:spPr>
              <a:xfrm>
                <a:off x="9174255" y="1225844"/>
                <a:ext cx="50120" cy="88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3">
                    <a:moveTo>
                      <a:pt x="0" y="0"/>
                    </a:moveTo>
                    <a:lnTo>
                      <a:pt x="2875" y="7218"/>
                    </a:lnTo>
                    <a:lnTo>
                      <a:pt x="5262" y="9313"/>
                    </a:lnTo>
                    <a:lnTo>
                      <a:pt x="2387" y="3608"/>
                    </a:lnTo>
                    <a:close/>
                  </a:path>
                </a:pathLst>
              </a:custGeom>
              <a:solidFill>
                <a:srgbClr val="e6dddd"/>
              </a:solidFill>
              <a:ln w="3334" cap="flat" cmpd="sng" algn="ctr">
                <a:solidFill>
                  <a:srgbClr val="e6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5" name="Surface mesh patch"/>
              <p:cNvSpPr/>
              <p:nvPr/>
            </p:nvSpPr>
            <p:spPr>
              <a:xfrm>
                <a:off x="9224375" y="1314546"/>
                <a:ext cx="50120" cy="494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87">
                    <a:moveTo>
                      <a:pt x="0" y="0"/>
                    </a:moveTo>
                    <a:lnTo>
                      <a:pt x="2875" y="4753"/>
                    </a:lnTo>
                    <a:lnTo>
                      <a:pt x="5262" y="5187"/>
                    </a:lnTo>
                    <a:lnTo>
                      <a:pt x="2387" y="1588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6" name="Surface mesh patch"/>
              <p:cNvSpPr/>
              <p:nvPr/>
            </p:nvSpPr>
            <p:spPr>
              <a:xfrm>
                <a:off x="9274495" y="1363956"/>
                <a:ext cx="50120" cy="247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03">
                    <a:moveTo>
                      <a:pt x="0" y="0"/>
                    </a:moveTo>
                    <a:lnTo>
                      <a:pt x="2875" y="2603"/>
                    </a:lnTo>
                    <a:lnTo>
                      <a:pt x="5262" y="1935"/>
                    </a:lnTo>
                    <a:lnTo>
                      <a:pt x="2387" y="62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7" name="Surface mesh patch"/>
              <p:cNvSpPr/>
              <p:nvPr/>
            </p:nvSpPr>
            <p:spPr>
              <a:xfrm>
                <a:off x="9324614" y="1373964"/>
                <a:ext cx="50120" cy="196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7">
                    <a:moveTo>
                      <a:pt x="0" y="884"/>
                    </a:moveTo>
                    <a:lnTo>
                      <a:pt x="2875" y="2067"/>
                    </a:lnTo>
                    <a:lnTo>
                      <a:pt x="5262" y="8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8" name="Surface mesh patch"/>
              <p:cNvSpPr/>
              <p:nvPr/>
            </p:nvSpPr>
            <p:spPr>
              <a:xfrm>
                <a:off x="9374734" y="1368968"/>
                <a:ext cx="50120" cy="175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3">
                    <a:moveTo>
                      <a:pt x="0" y="1340"/>
                    </a:moveTo>
                    <a:lnTo>
                      <a:pt x="2875" y="1843"/>
                    </a:lnTo>
                    <a:lnTo>
                      <a:pt x="5262" y="3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9" name="Surface mesh patch"/>
              <p:cNvSpPr/>
              <p:nvPr/>
            </p:nvSpPr>
            <p:spPr>
              <a:xfrm>
                <a:off x="9424854" y="1358819"/>
                <a:ext cx="50120" cy="175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8">
                    <a:moveTo>
                      <a:pt x="0" y="1455"/>
                    </a:moveTo>
                    <a:lnTo>
                      <a:pt x="2875" y="1838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0" name="Surface mesh patch"/>
              <p:cNvSpPr/>
              <p:nvPr/>
            </p:nvSpPr>
            <p:spPr>
              <a:xfrm>
                <a:off x="7647934" y="1501204"/>
                <a:ext cx="50120" cy="23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5">
                    <a:moveTo>
                      <a:pt x="0" y="633"/>
                    </a:moveTo>
                    <a:lnTo>
                      <a:pt x="2875" y="2515"/>
                    </a:lnTo>
                    <a:lnTo>
                      <a:pt x="5262" y="18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1" name="Surface mesh patch"/>
              <p:cNvSpPr/>
              <p:nvPr/>
            </p:nvSpPr>
            <p:spPr>
              <a:xfrm>
                <a:off x="7698054" y="1512681"/>
                <a:ext cx="50120" cy="228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7">
                    <a:moveTo>
                      <a:pt x="0" y="671"/>
                    </a:moveTo>
                    <a:lnTo>
                      <a:pt x="2875" y="2397"/>
                    </a:lnTo>
                    <a:lnTo>
                      <a:pt x="5262" y="17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2" name="Surface mesh patch"/>
              <p:cNvSpPr/>
              <p:nvPr/>
            </p:nvSpPr>
            <p:spPr>
              <a:xfrm>
                <a:off x="7748174" y="1523213"/>
                <a:ext cx="50120" cy="218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9">
                    <a:moveTo>
                      <a:pt x="0" y="662"/>
                    </a:moveTo>
                    <a:lnTo>
                      <a:pt x="2875" y="2289"/>
                    </a:lnTo>
                    <a:lnTo>
                      <a:pt x="5262" y="17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3" name="Surface mesh patch"/>
              <p:cNvSpPr/>
              <p:nvPr/>
            </p:nvSpPr>
            <p:spPr>
              <a:xfrm>
                <a:off x="7798293" y="1533982"/>
                <a:ext cx="50120" cy="20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600"/>
                    </a:moveTo>
                    <a:lnTo>
                      <a:pt x="2875" y="2185"/>
                    </a:lnTo>
                    <a:lnTo>
                      <a:pt x="5262" y="17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4" name="Surface mesh patch"/>
              <p:cNvSpPr/>
              <p:nvPr/>
            </p:nvSpPr>
            <p:spPr>
              <a:xfrm>
                <a:off x="7848413" y="1545760"/>
                <a:ext cx="50120" cy="197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8">
                    <a:moveTo>
                      <a:pt x="0" y="511"/>
                    </a:moveTo>
                    <a:lnTo>
                      <a:pt x="2875" y="2068"/>
                    </a:lnTo>
                    <a:lnTo>
                      <a:pt x="5262" y="1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5" name="Surface mesh patch"/>
              <p:cNvSpPr/>
              <p:nvPr/>
            </p:nvSpPr>
            <p:spPr>
              <a:xfrm>
                <a:off x="7898533" y="1558259"/>
                <a:ext cx="50120" cy="18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0">
                    <a:moveTo>
                      <a:pt x="0" y="443"/>
                    </a:moveTo>
                    <a:lnTo>
                      <a:pt x="2875" y="1920"/>
                    </a:lnTo>
                    <a:lnTo>
                      <a:pt x="5262" y="16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6" name="Surface mesh patch"/>
              <p:cNvSpPr/>
              <p:nvPr/>
            </p:nvSpPr>
            <p:spPr>
              <a:xfrm>
                <a:off x="7948652" y="1569943"/>
                <a:ext cx="50120" cy="165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9">
                    <a:moveTo>
                      <a:pt x="0" y="450"/>
                    </a:moveTo>
                    <a:lnTo>
                      <a:pt x="2875" y="1739"/>
                    </a:lnTo>
                    <a:lnTo>
                      <a:pt x="5262" y="14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7" name="Surface mesh patch"/>
              <p:cNvSpPr/>
              <p:nvPr/>
            </p:nvSpPr>
            <p:spPr>
              <a:xfrm>
                <a:off x="7998772" y="1578462"/>
                <a:ext cx="50120" cy="14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">
                    <a:moveTo>
                      <a:pt x="0" y="566"/>
                    </a:moveTo>
                    <a:lnTo>
                      <a:pt x="2875" y="1559"/>
                    </a:lnTo>
                    <a:lnTo>
                      <a:pt x="5262" y="1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8" name="Surface mesh patch"/>
              <p:cNvSpPr/>
              <p:nvPr/>
            </p:nvSpPr>
            <p:spPr>
              <a:xfrm>
                <a:off x="8048891" y="1581537"/>
                <a:ext cx="50120" cy="13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5">
                    <a:moveTo>
                      <a:pt x="0" y="795"/>
                    </a:moveTo>
                    <a:lnTo>
                      <a:pt x="2875" y="1435"/>
                    </a:lnTo>
                    <a:lnTo>
                      <a:pt x="5262" y="7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9" name="Surface mesh patch"/>
              <p:cNvSpPr/>
              <p:nvPr/>
            </p:nvSpPr>
            <p:spPr>
              <a:xfrm>
                <a:off x="8099011" y="1577875"/>
                <a:ext cx="50120" cy="136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0">
                    <a:moveTo>
                      <a:pt x="0" y="1103"/>
                    </a:moveTo>
                    <a:lnTo>
                      <a:pt x="2875" y="1430"/>
                    </a:lnTo>
                    <a:lnTo>
                      <a:pt x="5262" y="3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0" name="Surface mesh patch"/>
              <p:cNvSpPr/>
              <p:nvPr/>
            </p:nvSpPr>
            <p:spPr>
              <a:xfrm>
                <a:off x="8149131" y="1567624"/>
                <a:ext cx="50120" cy="15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0">
                    <a:moveTo>
                      <a:pt x="0" y="1445"/>
                    </a:moveTo>
                    <a:lnTo>
                      <a:pt x="2875" y="1580"/>
                    </a:lnTo>
                    <a:lnTo>
                      <a:pt x="5262" y="1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1" name="Surface mesh patch"/>
              <p:cNvSpPr/>
              <p:nvPr/>
            </p:nvSpPr>
            <p:spPr>
              <a:xfrm>
                <a:off x="8199250" y="1552165"/>
                <a:ext cx="50120" cy="1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9">
                    <a:moveTo>
                      <a:pt x="0" y="1777"/>
                    </a:moveTo>
                    <a:lnTo>
                      <a:pt x="2875" y="1879"/>
                    </a:lnTo>
                    <a:lnTo>
                      <a:pt x="5262" y="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2" name="Surface mesh patch"/>
              <p:cNvSpPr/>
              <p:nvPr/>
            </p:nvSpPr>
            <p:spPr>
              <a:xfrm>
                <a:off x="8249370" y="1533402"/>
                <a:ext cx="50120" cy="21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79">
                    <a:moveTo>
                      <a:pt x="0" y="2077"/>
                    </a:moveTo>
                    <a:lnTo>
                      <a:pt x="2875" y="2279"/>
                    </a:lnTo>
                    <a:lnTo>
                      <a:pt x="5262" y="1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3" name="Surface mesh patch"/>
              <p:cNvSpPr/>
              <p:nvPr/>
            </p:nvSpPr>
            <p:spPr>
              <a:xfrm>
                <a:off x="8299490" y="1512981"/>
                <a:ext cx="50120" cy="257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2">
                    <a:moveTo>
                      <a:pt x="0" y="2343"/>
                    </a:moveTo>
                    <a:lnTo>
                      <a:pt x="2875" y="2702"/>
                    </a:lnTo>
                    <a:lnTo>
                      <a:pt x="5262" y="3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4" name="Surface mesh patch"/>
              <p:cNvSpPr/>
              <p:nvPr/>
            </p:nvSpPr>
            <p:spPr>
              <a:xfrm>
                <a:off x="8349609" y="1491818"/>
                <a:ext cx="50120" cy="29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65">
                    <a:moveTo>
                      <a:pt x="0" y="2579"/>
                    </a:moveTo>
                    <a:lnTo>
                      <a:pt x="2875" y="3065"/>
                    </a:lnTo>
                    <a:lnTo>
                      <a:pt x="5262" y="4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5" name="Surface mesh patch"/>
              <p:cNvSpPr/>
              <p:nvPr/>
            </p:nvSpPr>
            <p:spPr>
              <a:xfrm>
                <a:off x="8399729" y="1470003"/>
                <a:ext cx="50120" cy="312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1">
                    <a:moveTo>
                      <a:pt x="0" y="2786"/>
                    </a:moveTo>
                    <a:lnTo>
                      <a:pt x="2875" y="3281"/>
                    </a:lnTo>
                    <a:lnTo>
                      <a:pt x="5262" y="5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6" name="Surface mesh patch"/>
              <p:cNvSpPr/>
              <p:nvPr/>
            </p:nvSpPr>
            <p:spPr>
              <a:xfrm>
                <a:off x="8449849" y="1446823"/>
                <a:ext cx="50120" cy="309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49">
                    <a:moveTo>
                      <a:pt x="0" y="2958"/>
                    </a:moveTo>
                    <a:lnTo>
                      <a:pt x="2875" y="3249"/>
                    </a:lnTo>
                    <a:lnTo>
                      <a:pt x="5262" y="3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7" name="Surface mesh patch"/>
              <p:cNvSpPr/>
              <p:nvPr/>
            </p:nvSpPr>
            <p:spPr>
              <a:xfrm>
                <a:off x="8499968" y="1417910"/>
                <a:ext cx="50120" cy="32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4">
                    <a:moveTo>
                      <a:pt x="0" y="3364"/>
                    </a:moveTo>
                    <a:lnTo>
                      <a:pt x="2875" y="3086"/>
                    </a:lnTo>
                    <a:lnTo>
                      <a:pt x="5262" y="0"/>
                    </a:lnTo>
                    <a:lnTo>
                      <a:pt x="2387" y="27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8" name="Surface mesh patch"/>
              <p:cNvSpPr/>
              <p:nvPr/>
            </p:nvSpPr>
            <p:spPr>
              <a:xfrm>
                <a:off x="8550088" y="1372825"/>
                <a:ext cx="50120" cy="45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33">
                    <a:moveTo>
                      <a:pt x="0" y="4733"/>
                    </a:moveTo>
                    <a:lnTo>
                      <a:pt x="2875" y="3294"/>
                    </a:lnTo>
                    <a:lnTo>
                      <a:pt x="5262" y="0"/>
                    </a:lnTo>
                    <a:lnTo>
                      <a:pt x="2387" y="1525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9" name="Surface mesh patch"/>
              <p:cNvSpPr/>
              <p:nvPr/>
            </p:nvSpPr>
            <p:spPr>
              <a:xfrm>
                <a:off x="8600208" y="1306286"/>
                <a:ext cx="50120" cy="66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86">
                    <a:moveTo>
                      <a:pt x="0" y="6986"/>
                    </a:moveTo>
                    <a:lnTo>
                      <a:pt x="2875" y="3549"/>
                    </a:lnTo>
                    <a:lnTo>
                      <a:pt x="5262" y="0"/>
                    </a:lnTo>
                    <a:lnTo>
                      <a:pt x="2387" y="3672"/>
                    </a:lnTo>
                    <a:close/>
                  </a:path>
                </a:pathLst>
              </a:custGeom>
              <a:solidFill>
                <a:srgbClr val="dee2ec"/>
              </a:solidFill>
              <a:ln w="3334" cap="flat" cmpd="sng" algn="ctr">
                <a:solidFill>
                  <a:srgbClr val="dee2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0" name="Surface mesh patch"/>
              <p:cNvSpPr/>
              <p:nvPr/>
            </p:nvSpPr>
            <p:spPr>
              <a:xfrm>
                <a:off x="8650327" y="1210295"/>
                <a:ext cx="50120" cy="959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78">
                    <a:moveTo>
                      <a:pt x="0" y="10078"/>
                    </a:moveTo>
                    <a:lnTo>
                      <a:pt x="2875" y="3747"/>
                    </a:lnTo>
                    <a:lnTo>
                      <a:pt x="5262" y="0"/>
                    </a:lnTo>
                    <a:lnTo>
                      <a:pt x="2387" y="6699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1" name="Surface mesh patch"/>
              <p:cNvSpPr/>
              <p:nvPr/>
            </p:nvSpPr>
            <p:spPr>
              <a:xfrm>
                <a:off x="8700447" y="1083313"/>
                <a:ext cx="50120" cy="126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331">
                    <a:moveTo>
                      <a:pt x="0" y="13331"/>
                    </a:moveTo>
                    <a:lnTo>
                      <a:pt x="2875" y="3633"/>
                    </a:lnTo>
                    <a:lnTo>
                      <a:pt x="5262" y="0"/>
                    </a:lnTo>
                    <a:lnTo>
                      <a:pt x="2387" y="10070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2" name="Surface mesh patch"/>
              <p:cNvSpPr/>
              <p:nvPr/>
            </p:nvSpPr>
            <p:spPr>
              <a:xfrm>
                <a:off x="8750566" y="937216"/>
                <a:ext cx="50120" cy="1460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338">
                    <a:moveTo>
                      <a:pt x="0" y="15338"/>
                    </a:moveTo>
                    <a:lnTo>
                      <a:pt x="2875" y="2856"/>
                    </a:lnTo>
                    <a:lnTo>
                      <a:pt x="5262" y="0"/>
                    </a:lnTo>
                    <a:lnTo>
                      <a:pt x="2387" y="12645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3" name="Surface mesh patch"/>
              <p:cNvSpPr/>
              <p:nvPr/>
            </p:nvSpPr>
            <p:spPr>
              <a:xfrm>
                <a:off x="8800686" y="799745"/>
                <a:ext cx="50120" cy="137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433">
                    <a:moveTo>
                      <a:pt x="0" y="14433"/>
                    </a:moveTo>
                    <a:lnTo>
                      <a:pt x="2875" y="1181"/>
                    </a:lnTo>
                    <a:lnTo>
                      <a:pt x="5262" y="0"/>
                    </a:lnTo>
                    <a:lnTo>
                      <a:pt x="2387" y="13043"/>
                    </a:lnTo>
                    <a:close/>
                  </a:path>
                </a:pathLst>
              </a:custGeom>
              <a:solidFill>
                <a:srgbClr val="e96f62"/>
              </a:solidFill>
              <a:ln w="3334" cap="flat" cmpd="sng" algn="ctr">
                <a:solidFill>
                  <a:srgbClr val="e96f6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4" name="Surface mesh patch"/>
              <p:cNvSpPr/>
              <p:nvPr/>
            </p:nvSpPr>
            <p:spPr>
              <a:xfrm>
                <a:off x="8850806" y="695502"/>
                <a:ext cx="50120" cy="1112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75">
                    <a:moveTo>
                      <a:pt x="0" y="10944"/>
                    </a:moveTo>
                    <a:lnTo>
                      <a:pt x="2875" y="0"/>
                    </a:lnTo>
                    <a:lnTo>
                      <a:pt x="5262" y="1261"/>
                    </a:lnTo>
                    <a:lnTo>
                      <a:pt x="2387" y="11675"/>
                    </a:lnTo>
                    <a:close/>
                  </a:path>
                </a:pathLst>
              </a:custGeom>
              <a:solidFill>
                <a:srgbClr val="d23c41"/>
              </a:solidFill>
              <a:ln w="3334" cap="flat" cmpd="sng" algn="ctr">
                <a:solidFill>
                  <a:srgbClr val="d23c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5" name="Surface mesh patch"/>
              <p:cNvSpPr/>
              <p:nvPr/>
            </p:nvSpPr>
            <p:spPr>
              <a:xfrm>
                <a:off x="8900925" y="653443"/>
                <a:ext cx="50120" cy="85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28">
                    <a:moveTo>
                      <a:pt x="0" y="5677"/>
                    </a:moveTo>
                    <a:lnTo>
                      <a:pt x="2875" y="0"/>
                    </a:lnTo>
                    <a:lnTo>
                      <a:pt x="5262" y="3890"/>
                    </a:lnTo>
                    <a:lnTo>
                      <a:pt x="2387" y="9028"/>
                    </a:lnTo>
                    <a:close/>
                  </a:path>
                </a:pathLst>
              </a:custGeom>
              <a:solidFill>
                <a:srgbClr val="c72431"/>
              </a:solidFill>
              <a:ln w="3334" cap="flat" cmpd="sng" algn="ctr">
                <a:solidFill>
                  <a:srgbClr val="c7243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6" name="Surface mesh patch"/>
              <p:cNvSpPr/>
              <p:nvPr/>
            </p:nvSpPr>
            <p:spPr>
              <a:xfrm>
                <a:off x="8951045" y="690499"/>
                <a:ext cx="50120" cy="660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30">
                    <a:moveTo>
                      <a:pt x="0" y="0"/>
                    </a:moveTo>
                    <a:lnTo>
                      <a:pt x="2875" y="1037"/>
                    </a:lnTo>
                    <a:lnTo>
                      <a:pt x="5262" y="6930"/>
                    </a:lnTo>
                    <a:lnTo>
                      <a:pt x="2387" y="5776"/>
                    </a:lnTo>
                    <a:close/>
                  </a:path>
                </a:pathLst>
              </a:custGeom>
              <a:solidFill>
                <a:srgbClr val="cd3039"/>
              </a:solidFill>
              <a:ln w="3334" cap="flat" cmpd="sng" algn="ctr">
                <a:solidFill>
                  <a:srgbClr val="cd303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7" name="Surface mesh patch"/>
              <p:cNvSpPr/>
              <p:nvPr/>
            </p:nvSpPr>
            <p:spPr>
              <a:xfrm>
                <a:off x="9001165" y="756503"/>
                <a:ext cx="50120" cy="1296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11">
                    <a:moveTo>
                      <a:pt x="0" y="0"/>
                    </a:moveTo>
                    <a:lnTo>
                      <a:pt x="2875" y="6971"/>
                    </a:lnTo>
                    <a:lnTo>
                      <a:pt x="5262" y="13611"/>
                    </a:lnTo>
                    <a:lnTo>
                      <a:pt x="2387" y="7239"/>
                    </a:lnTo>
                    <a:close/>
                  </a:path>
                </a:pathLst>
              </a:custGeom>
              <a:solidFill>
                <a:srgbClr val="e15e56"/>
              </a:solidFill>
              <a:ln w="3334" cap="flat" cmpd="sng" algn="ctr">
                <a:solidFill>
                  <a:srgbClr val="e15e5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8" name="Surface mesh patch"/>
              <p:cNvSpPr/>
              <p:nvPr/>
            </p:nvSpPr>
            <p:spPr>
              <a:xfrm>
                <a:off x="9051284" y="886144"/>
                <a:ext cx="50120" cy="155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6">
                    <a:moveTo>
                      <a:pt x="0" y="0"/>
                    </a:moveTo>
                    <a:lnTo>
                      <a:pt x="2875" y="10362"/>
                    </a:lnTo>
                    <a:lnTo>
                      <a:pt x="5262" y="16376"/>
                    </a:lnTo>
                    <a:lnTo>
                      <a:pt x="2387" y="7306"/>
                    </a:lnTo>
                    <a:close/>
                  </a:path>
                </a:pathLst>
              </a:custGeom>
              <a:solidFill>
                <a:srgbClr val="fa9b80"/>
              </a:solidFill>
              <a:ln w="3334" cap="flat" cmpd="sng" algn="ctr">
                <a:solidFill>
                  <a:srgbClr val="fa9b8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9" name="Surface mesh patch"/>
              <p:cNvSpPr/>
              <p:nvPr/>
            </p:nvSpPr>
            <p:spPr>
              <a:xfrm>
                <a:off x="9101404" y="1042126"/>
                <a:ext cx="50120" cy="1443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52">
                    <a:moveTo>
                      <a:pt x="0" y="0"/>
                    </a:moveTo>
                    <a:lnTo>
                      <a:pt x="2875" y="10734"/>
                    </a:lnTo>
                    <a:lnTo>
                      <a:pt x="5262" y="15152"/>
                    </a:lnTo>
                    <a:lnTo>
                      <a:pt x="2387" y="6090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0" name="Surface mesh patch"/>
              <p:cNvSpPr/>
              <p:nvPr/>
            </p:nvSpPr>
            <p:spPr>
              <a:xfrm>
                <a:off x="9151524" y="1186452"/>
                <a:ext cx="50120" cy="108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53">
                    <a:moveTo>
                      <a:pt x="0" y="0"/>
                    </a:moveTo>
                    <a:lnTo>
                      <a:pt x="2875" y="8862"/>
                    </a:lnTo>
                    <a:lnTo>
                      <a:pt x="5262" y="11353"/>
                    </a:lnTo>
                    <a:lnTo>
                      <a:pt x="2387" y="4136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1" name="Surface mesh patch"/>
              <p:cNvSpPr/>
              <p:nvPr/>
            </p:nvSpPr>
            <p:spPr>
              <a:xfrm>
                <a:off x="9201643" y="1294593"/>
                <a:ext cx="50120" cy="65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8">
                    <a:moveTo>
                      <a:pt x="0" y="0"/>
                    </a:moveTo>
                    <a:lnTo>
                      <a:pt x="2875" y="6070"/>
                    </a:lnTo>
                    <a:lnTo>
                      <a:pt x="5262" y="6848"/>
                    </a:lnTo>
                    <a:lnTo>
                      <a:pt x="2387" y="2095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2" name="Surface mesh patch"/>
              <p:cNvSpPr/>
              <p:nvPr/>
            </p:nvSpPr>
            <p:spPr>
              <a:xfrm>
                <a:off x="9251763" y="1359822"/>
                <a:ext cx="50120" cy="331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9">
                    <a:moveTo>
                      <a:pt x="0" y="0"/>
                    </a:moveTo>
                    <a:lnTo>
                      <a:pt x="2875" y="3479"/>
                    </a:lnTo>
                    <a:lnTo>
                      <a:pt x="5262" y="3037"/>
                    </a:lnTo>
                    <a:lnTo>
                      <a:pt x="2387" y="434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3" name="Surface mesh patch"/>
              <p:cNvSpPr/>
              <p:nvPr/>
            </p:nvSpPr>
            <p:spPr>
              <a:xfrm>
                <a:off x="9301883" y="1382386"/>
                <a:ext cx="50120" cy="221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8">
                    <a:moveTo>
                      <a:pt x="0" y="668"/>
                    </a:moveTo>
                    <a:lnTo>
                      <a:pt x="2875" y="2328"/>
                    </a:lnTo>
                    <a:lnTo>
                      <a:pt x="5262" y="1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4" name="Surface mesh patch"/>
              <p:cNvSpPr/>
              <p:nvPr/>
            </p:nvSpPr>
            <p:spPr>
              <a:xfrm>
                <a:off x="9352002" y="1381732"/>
                <a:ext cx="50120" cy="184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8">
                    <a:moveTo>
                      <a:pt x="0" y="1252"/>
                    </a:moveTo>
                    <a:lnTo>
                      <a:pt x="2875" y="1938"/>
                    </a:lnTo>
                    <a:lnTo>
                      <a:pt x="5262" y="5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5" name="Surface mesh patch"/>
              <p:cNvSpPr/>
              <p:nvPr/>
            </p:nvSpPr>
            <p:spPr>
              <a:xfrm>
                <a:off x="9402122" y="1372679"/>
                <a:ext cx="50120" cy="17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5">
                    <a:moveTo>
                      <a:pt x="0" y="1453"/>
                    </a:moveTo>
                    <a:lnTo>
                      <a:pt x="2875" y="1835"/>
                    </a:lnTo>
                    <a:lnTo>
                      <a:pt x="5262" y="3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6" name="Surface mesh patch"/>
              <p:cNvSpPr/>
              <p:nvPr/>
            </p:nvSpPr>
            <p:spPr>
              <a:xfrm>
                <a:off x="9452241" y="1362851"/>
                <a:ext cx="50120" cy="183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14"/>
                    </a:moveTo>
                    <a:lnTo>
                      <a:pt x="2875" y="1923"/>
                    </a:lnTo>
                    <a:lnTo>
                      <a:pt x="5262" y="6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7" name="Surface mesh patch"/>
              <p:cNvSpPr/>
              <p:nvPr/>
            </p:nvSpPr>
            <p:spPr>
              <a:xfrm>
                <a:off x="7625202" y="1507234"/>
                <a:ext cx="50120" cy="23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1">
                    <a:moveTo>
                      <a:pt x="0" y="602"/>
                    </a:moveTo>
                    <a:lnTo>
                      <a:pt x="2875" y="2501"/>
                    </a:lnTo>
                    <a:lnTo>
                      <a:pt x="5262" y="18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8" name="Surface mesh patch"/>
              <p:cNvSpPr/>
              <p:nvPr/>
            </p:nvSpPr>
            <p:spPr>
              <a:xfrm>
                <a:off x="7675322" y="1519075"/>
                <a:ext cx="50120" cy="223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4">
                    <a:moveTo>
                      <a:pt x="0" y="639"/>
                    </a:moveTo>
                    <a:lnTo>
                      <a:pt x="2875" y="2344"/>
                    </a:lnTo>
                    <a:lnTo>
                      <a:pt x="5262" y="17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9" name="Surface mesh patch"/>
              <p:cNvSpPr/>
              <p:nvPr/>
            </p:nvSpPr>
            <p:spPr>
              <a:xfrm>
                <a:off x="7725442" y="1529519"/>
                <a:ext cx="50120" cy="20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5">
                    <a:moveTo>
                      <a:pt x="0" y="630"/>
                    </a:moveTo>
                    <a:lnTo>
                      <a:pt x="2875" y="2175"/>
                    </a:lnTo>
                    <a:lnTo>
                      <a:pt x="5262" y="16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0" name="Surface mesh patch"/>
              <p:cNvSpPr/>
              <p:nvPr/>
            </p:nvSpPr>
            <p:spPr>
              <a:xfrm>
                <a:off x="7775561" y="1539700"/>
                <a:ext cx="50120" cy="19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9">
                    <a:moveTo>
                      <a:pt x="0" y="558"/>
                    </a:moveTo>
                    <a:lnTo>
                      <a:pt x="2875" y="1999"/>
                    </a:lnTo>
                    <a:lnTo>
                      <a:pt x="5262" y="15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1" name="Surface mesh patch"/>
              <p:cNvSpPr/>
              <p:nvPr/>
            </p:nvSpPr>
            <p:spPr>
              <a:xfrm>
                <a:off x="7825681" y="1550629"/>
                <a:ext cx="50120" cy="17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">
                    <a:moveTo>
                      <a:pt x="0" y="437"/>
                    </a:moveTo>
                    <a:lnTo>
                      <a:pt x="2875" y="1807"/>
                    </a:lnTo>
                    <a:lnTo>
                      <a:pt x="5262" y="1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2" name="Surface mesh patch"/>
              <p:cNvSpPr/>
              <p:nvPr/>
            </p:nvSpPr>
            <p:spPr>
              <a:xfrm>
                <a:off x="7875801" y="1562480"/>
                <a:ext cx="50120" cy="151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9">
                    <a:moveTo>
                      <a:pt x="0" y="313"/>
                    </a:moveTo>
                    <a:lnTo>
                      <a:pt x="2875" y="1589"/>
                    </a:lnTo>
                    <a:lnTo>
                      <a:pt x="5262" y="14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3" name="Surface mesh patch"/>
              <p:cNvSpPr/>
              <p:nvPr/>
            </p:nvSpPr>
            <p:spPr>
              <a:xfrm>
                <a:off x="7925920" y="1574228"/>
                <a:ext cx="50120" cy="12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5">
                    <a:moveTo>
                      <a:pt x="0" y="243"/>
                    </a:moveTo>
                    <a:lnTo>
                      <a:pt x="2875" y="1355"/>
                    </a:lnTo>
                    <a:lnTo>
                      <a:pt x="5262" y="12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4" name="Surface mesh patch"/>
              <p:cNvSpPr/>
              <p:nvPr/>
            </p:nvSpPr>
            <p:spPr>
              <a:xfrm>
                <a:off x="7976040" y="1583857"/>
                <a:ext cx="50120" cy="108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0">
                    <a:moveTo>
                      <a:pt x="0" y="279"/>
                    </a:moveTo>
                    <a:lnTo>
                      <a:pt x="2875" y="1140"/>
                    </a:lnTo>
                    <a:lnTo>
                      <a:pt x="5262" y="9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5" name="Surface mesh patch"/>
              <p:cNvSpPr/>
              <p:nvPr/>
            </p:nvSpPr>
            <p:spPr>
              <a:xfrm>
                <a:off x="8026160" y="1589105"/>
                <a:ext cx="50120" cy="9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8">
                    <a:moveTo>
                      <a:pt x="0" y="441"/>
                    </a:moveTo>
                    <a:lnTo>
                      <a:pt x="2875" y="1008"/>
                    </a:lnTo>
                    <a:lnTo>
                      <a:pt x="5262" y="6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6" name="Surface mesh patch"/>
              <p:cNvSpPr/>
              <p:nvPr/>
            </p:nvSpPr>
            <p:spPr>
              <a:xfrm>
                <a:off x="8076279" y="1588383"/>
                <a:ext cx="50120" cy="9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0">
                    <a:moveTo>
                      <a:pt x="0" y="717"/>
                    </a:moveTo>
                    <a:lnTo>
                      <a:pt x="2875" y="1020"/>
                    </a:lnTo>
                    <a:lnTo>
                      <a:pt x="5262" y="3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7" name="Surface mesh patch"/>
              <p:cNvSpPr/>
              <p:nvPr/>
            </p:nvSpPr>
            <p:spPr>
              <a:xfrm>
                <a:off x="8126399" y="1581384"/>
                <a:ext cx="50120" cy="11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4">
                    <a:moveTo>
                      <a:pt x="0" y="1061"/>
                    </a:moveTo>
                    <a:lnTo>
                      <a:pt x="2875" y="1214"/>
                    </a:lnTo>
                    <a:lnTo>
                      <a:pt x="5262" y="1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8" name="Surface mesh patch"/>
              <p:cNvSpPr/>
              <p:nvPr/>
            </p:nvSpPr>
            <p:spPr>
              <a:xfrm>
                <a:off x="8176519" y="1569089"/>
                <a:ext cx="50120" cy="150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6">
                    <a:moveTo>
                      <a:pt x="0" y="1426"/>
                    </a:moveTo>
                    <a:lnTo>
                      <a:pt x="2875" y="1576"/>
                    </a:lnTo>
                    <a:lnTo>
                      <a:pt x="5262" y="1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9" name="Surface mesh patch"/>
              <p:cNvSpPr/>
              <p:nvPr/>
            </p:nvSpPr>
            <p:spPr>
              <a:xfrm>
                <a:off x="8226638" y="1553188"/>
                <a:ext cx="50120" cy="19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2">
                    <a:moveTo>
                      <a:pt x="0" y="1772"/>
                    </a:moveTo>
                    <a:lnTo>
                      <a:pt x="2875" y="2042"/>
                    </a:lnTo>
                    <a:lnTo>
                      <a:pt x="5262" y="2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0" name="Surface mesh patch"/>
              <p:cNvSpPr/>
              <p:nvPr/>
            </p:nvSpPr>
            <p:spPr>
              <a:xfrm>
                <a:off x="8276758" y="1535301"/>
                <a:ext cx="50120" cy="240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2079"/>
                    </a:moveTo>
                    <a:lnTo>
                      <a:pt x="2875" y="2520"/>
                    </a:lnTo>
                    <a:lnTo>
                      <a:pt x="5262" y="3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1" name="Surface mesh patch"/>
              <p:cNvSpPr/>
              <p:nvPr/>
            </p:nvSpPr>
            <p:spPr>
              <a:xfrm>
                <a:off x="8326877" y="1516386"/>
                <a:ext cx="50120" cy="27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13">
                    <a:moveTo>
                      <a:pt x="0" y="2344"/>
                    </a:moveTo>
                    <a:lnTo>
                      <a:pt x="2875" y="2913"/>
                    </a:lnTo>
                    <a:lnTo>
                      <a:pt x="5262" y="4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2" name="Surface mesh patch"/>
              <p:cNvSpPr/>
              <p:nvPr/>
            </p:nvSpPr>
            <p:spPr>
              <a:xfrm>
                <a:off x="8376997" y="1496539"/>
                <a:ext cx="50120" cy="298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39">
                    <a:moveTo>
                      <a:pt x="0" y="2569"/>
                    </a:moveTo>
                    <a:lnTo>
                      <a:pt x="2875" y="3139"/>
                    </a:lnTo>
                    <a:lnTo>
                      <a:pt x="5262" y="4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3" name="Surface mesh patch"/>
              <p:cNvSpPr/>
              <p:nvPr/>
            </p:nvSpPr>
            <p:spPr>
              <a:xfrm>
                <a:off x="8427117" y="1474997"/>
                <a:ext cx="50120" cy="296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7">
                    <a:moveTo>
                      <a:pt x="0" y="2757"/>
                    </a:moveTo>
                    <a:lnTo>
                      <a:pt x="2875" y="3117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4" name="Surface mesh patch"/>
              <p:cNvSpPr/>
              <p:nvPr/>
            </p:nvSpPr>
            <p:spPr>
              <a:xfrm>
                <a:off x="8477236" y="1447307"/>
                <a:ext cx="50120" cy="304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98">
                    <a:moveTo>
                      <a:pt x="0" y="3198"/>
                    </a:moveTo>
                    <a:lnTo>
                      <a:pt x="2875" y="3019"/>
                    </a:lnTo>
                    <a:lnTo>
                      <a:pt x="5262" y="0"/>
                    </a:lnTo>
                    <a:lnTo>
                      <a:pt x="2387" y="278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5" name="Surface mesh patch"/>
              <p:cNvSpPr/>
              <p:nvPr/>
            </p:nvSpPr>
            <p:spPr>
              <a:xfrm>
                <a:off x="8527356" y="1404205"/>
                <a:ext cx="50120" cy="43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25">
                    <a:moveTo>
                      <a:pt x="0" y="4525"/>
                    </a:moveTo>
                    <a:lnTo>
                      <a:pt x="2875" y="3282"/>
                    </a:lnTo>
                    <a:lnTo>
                      <a:pt x="5262" y="0"/>
                    </a:lnTo>
                    <a:lnTo>
                      <a:pt x="2387" y="1439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6" name="Surface mesh patch"/>
              <p:cNvSpPr/>
              <p:nvPr/>
            </p:nvSpPr>
            <p:spPr>
              <a:xfrm>
                <a:off x="8577476" y="1340088"/>
                <a:ext cx="50120" cy="641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31">
                    <a:moveTo>
                      <a:pt x="0" y="6731"/>
                    </a:moveTo>
                    <a:lnTo>
                      <a:pt x="2875" y="3663"/>
                    </a:lnTo>
                    <a:lnTo>
                      <a:pt x="5262" y="0"/>
                    </a:lnTo>
                    <a:lnTo>
                      <a:pt x="2387" y="3437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7" name="Surface mesh patch"/>
              <p:cNvSpPr/>
              <p:nvPr/>
            </p:nvSpPr>
            <p:spPr>
              <a:xfrm>
                <a:off x="8627595" y="1245987"/>
                <a:ext cx="50120" cy="94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9">
                    <a:moveTo>
                      <a:pt x="0" y="9879"/>
                    </a:moveTo>
                    <a:lnTo>
                      <a:pt x="2875" y="4114"/>
                    </a:lnTo>
                    <a:lnTo>
                      <a:pt x="5262" y="0"/>
                    </a:lnTo>
                    <a:lnTo>
                      <a:pt x="2387" y="6331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8" name="Surface mesh patch"/>
              <p:cNvSpPr/>
              <p:nvPr/>
            </p:nvSpPr>
            <p:spPr>
              <a:xfrm>
                <a:off x="8677715" y="1117916"/>
                <a:ext cx="50120" cy="1280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46">
                    <a:moveTo>
                      <a:pt x="0" y="13446"/>
                    </a:moveTo>
                    <a:lnTo>
                      <a:pt x="2875" y="4417"/>
                    </a:lnTo>
                    <a:lnTo>
                      <a:pt x="5262" y="0"/>
                    </a:lnTo>
                    <a:lnTo>
                      <a:pt x="2387" y="9699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9" name="Surface mesh patch"/>
              <p:cNvSpPr/>
              <p:nvPr/>
            </p:nvSpPr>
            <p:spPr>
              <a:xfrm>
                <a:off x="8727835" y="964420"/>
                <a:ext cx="50120" cy="1534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15">
                    <a:moveTo>
                      <a:pt x="0" y="16115"/>
                    </a:moveTo>
                    <a:lnTo>
                      <a:pt x="2875" y="4197"/>
                    </a:lnTo>
                    <a:lnTo>
                      <a:pt x="5262" y="0"/>
                    </a:lnTo>
                    <a:lnTo>
                      <a:pt x="2387" y="12482"/>
                    </a:lnTo>
                    <a:close/>
                  </a:path>
                </a:pathLst>
              </a:custGeom>
              <a:solidFill>
                <a:srgbClr val="faa88d"/>
              </a:solidFill>
              <a:ln w="3334" cap="flat" cmpd="sng" algn="ctr">
                <a:solidFill>
                  <a:srgbClr val="faa8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0" name="Surface mesh patch"/>
              <p:cNvSpPr/>
              <p:nvPr/>
            </p:nvSpPr>
            <p:spPr>
              <a:xfrm>
                <a:off x="8777954" y="810997"/>
                <a:ext cx="50120" cy="1534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07">
                    <a:moveTo>
                      <a:pt x="0" y="16107"/>
                    </a:moveTo>
                    <a:lnTo>
                      <a:pt x="2875" y="3089"/>
                    </a:lnTo>
                    <a:lnTo>
                      <a:pt x="5262" y="0"/>
                    </a:lnTo>
                    <a:lnTo>
                      <a:pt x="2387" y="13251"/>
                    </a:lnTo>
                    <a:close/>
                  </a:path>
                </a:pathLst>
              </a:custGeom>
              <a:solidFill>
                <a:srgbClr val="eb7464"/>
              </a:solidFill>
              <a:ln w="3334" cap="flat" cmpd="sng" algn="ctr">
                <a:solidFill>
                  <a:srgbClr val="eb74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1" name="Surface mesh patch"/>
              <p:cNvSpPr/>
              <p:nvPr/>
            </p:nvSpPr>
            <p:spPr>
              <a:xfrm>
                <a:off x="8828074" y="695502"/>
                <a:ext cx="50120" cy="1154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25">
                    <a:moveTo>
                      <a:pt x="0" y="12125"/>
                    </a:moveTo>
                    <a:lnTo>
                      <a:pt x="2875" y="1021"/>
                    </a:lnTo>
                    <a:lnTo>
                      <a:pt x="5262" y="0"/>
                    </a:lnTo>
                    <a:lnTo>
                      <a:pt x="2387" y="10944"/>
                    </a:lnTo>
                    <a:close/>
                  </a:path>
                </a:pathLst>
              </a:custGeom>
              <a:solidFill>
                <a:srgbClr val="d0373e"/>
              </a:solidFill>
              <a:ln w="3334" cap="flat" cmpd="sng" algn="ctr">
                <a:solidFill>
                  <a:srgbClr val="d0373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2" name="Surface mesh patch"/>
              <p:cNvSpPr/>
              <p:nvPr/>
            </p:nvSpPr>
            <p:spPr>
              <a:xfrm>
                <a:off x="8878194" y="638175"/>
                <a:ext cx="50120" cy="693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80">
                    <a:moveTo>
                      <a:pt x="0" y="6019"/>
                    </a:moveTo>
                    <a:lnTo>
                      <a:pt x="2875" y="0"/>
                    </a:lnTo>
                    <a:lnTo>
                      <a:pt x="5262" y="1603"/>
                    </a:lnTo>
                    <a:lnTo>
                      <a:pt x="2387" y="728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3" name="Surface mesh patch"/>
              <p:cNvSpPr/>
              <p:nvPr/>
            </p:nvSpPr>
            <p:spPr>
              <a:xfrm>
                <a:off x="8928313" y="653443"/>
                <a:ext cx="50120" cy="46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7">
                    <a:moveTo>
                      <a:pt x="0" y="0"/>
                    </a:moveTo>
                    <a:lnTo>
                      <a:pt x="2875" y="924"/>
                    </a:lnTo>
                    <a:lnTo>
                      <a:pt x="5262" y="4927"/>
                    </a:lnTo>
                    <a:lnTo>
                      <a:pt x="2387" y="389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4" name="Surface mesh patch"/>
              <p:cNvSpPr/>
              <p:nvPr/>
            </p:nvSpPr>
            <p:spPr>
              <a:xfrm>
                <a:off x="8978433" y="700376"/>
                <a:ext cx="50120" cy="1225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4">
                    <a:moveTo>
                      <a:pt x="0" y="0"/>
                    </a:moveTo>
                    <a:lnTo>
                      <a:pt x="2875" y="7454"/>
                    </a:lnTo>
                    <a:lnTo>
                      <a:pt x="5262" y="12864"/>
                    </a:lnTo>
                    <a:lnTo>
                      <a:pt x="2387" y="5893"/>
                    </a:lnTo>
                    <a:close/>
                  </a:path>
                </a:pathLst>
              </a:custGeom>
              <a:solidFill>
                <a:srgbClr val="d33e42"/>
              </a:solidFill>
              <a:ln w="3334" cap="flat" cmpd="sng" algn="ctr">
                <a:solidFill>
                  <a:srgbClr val="d33e4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5" name="Surface mesh patch"/>
              <p:cNvSpPr/>
              <p:nvPr/>
            </p:nvSpPr>
            <p:spPr>
              <a:xfrm>
                <a:off x="9028552" y="822903"/>
                <a:ext cx="50120" cy="1619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1">
                    <a:moveTo>
                      <a:pt x="0" y="0"/>
                    </a:moveTo>
                    <a:lnTo>
                      <a:pt x="2875" y="11532"/>
                    </a:lnTo>
                    <a:lnTo>
                      <a:pt x="5262" y="17001"/>
                    </a:lnTo>
                    <a:lnTo>
                      <a:pt x="2387" y="6639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6" name="Surface mesh patch"/>
              <p:cNvSpPr/>
              <p:nvPr/>
            </p:nvSpPr>
            <p:spPr>
              <a:xfrm>
                <a:off x="9078672" y="984840"/>
                <a:ext cx="50120" cy="1595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48">
                    <a:moveTo>
                      <a:pt x="0" y="0"/>
                    </a:moveTo>
                    <a:lnTo>
                      <a:pt x="2875" y="12365"/>
                    </a:lnTo>
                    <a:lnTo>
                      <a:pt x="5262" y="16748"/>
                    </a:lnTo>
                    <a:lnTo>
                      <a:pt x="2387" y="6014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7" name="Surface mesh patch"/>
              <p:cNvSpPr/>
              <p:nvPr/>
            </p:nvSpPr>
            <p:spPr>
              <a:xfrm>
                <a:off x="9128792" y="1144366"/>
                <a:ext cx="50120" cy="1264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80">
                    <a:moveTo>
                      <a:pt x="0" y="0"/>
                    </a:moveTo>
                    <a:lnTo>
                      <a:pt x="2875" y="10565"/>
                    </a:lnTo>
                    <a:lnTo>
                      <a:pt x="5262" y="13280"/>
                    </a:lnTo>
                    <a:lnTo>
                      <a:pt x="2387" y="4419"/>
                    </a:lnTo>
                    <a:close/>
                  </a:path>
                </a:pathLst>
              </a:custGeom>
              <a:solidFill>
                <a:srgbClr val="f7d3bb"/>
              </a:solidFill>
              <a:ln w="3334" cap="flat" cmpd="sng" algn="ctr">
                <a:solidFill>
                  <a:srgbClr val="f7d3b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8" name="Surface mesh patch"/>
              <p:cNvSpPr/>
              <p:nvPr/>
            </p:nvSpPr>
            <p:spPr>
              <a:xfrm>
                <a:off x="9178911" y="1270861"/>
                <a:ext cx="50120" cy="815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61">
                    <a:moveTo>
                      <a:pt x="0" y="0"/>
                    </a:moveTo>
                    <a:lnTo>
                      <a:pt x="2875" y="7506"/>
                    </a:lnTo>
                    <a:lnTo>
                      <a:pt x="5262" y="8561"/>
                    </a:lnTo>
                    <a:lnTo>
                      <a:pt x="2387" y="2491"/>
                    </a:lnTo>
                    <a:close/>
                  </a:path>
                </a:pathLst>
              </a:custGeom>
              <a:solidFill>
                <a:srgbClr val="e1dfe5"/>
              </a:solidFill>
              <a:ln w="3334" cap="flat" cmpd="sng" algn="ctr">
                <a:solidFill>
                  <a:srgbClr val="e1df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9" name="Surface mesh patch"/>
              <p:cNvSpPr/>
              <p:nvPr/>
            </p:nvSpPr>
            <p:spPr>
              <a:xfrm>
                <a:off x="9229031" y="1352405"/>
                <a:ext cx="50120" cy="42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7">
                    <a:moveTo>
                      <a:pt x="0" y="0"/>
                    </a:moveTo>
                    <a:lnTo>
                      <a:pt x="2875" y="4487"/>
                    </a:lnTo>
                    <a:lnTo>
                      <a:pt x="5262" y="4258"/>
                    </a:lnTo>
                    <a:lnTo>
                      <a:pt x="2387" y="779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0" name="Surface mesh patch"/>
              <p:cNvSpPr/>
              <p:nvPr/>
            </p:nvSpPr>
            <p:spPr>
              <a:xfrm>
                <a:off x="9279151" y="1388749"/>
                <a:ext cx="50120" cy="255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87">
                    <a:moveTo>
                      <a:pt x="0" y="442"/>
                    </a:moveTo>
                    <a:lnTo>
                      <a:pt x="2875" y="2687"/>
                    </a:lnTo>
                    <a:lnTo>
                      <a:pt x="5262" y="16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1" name="Surface mesh patch"/>
              <p:cNvSpPr/>
              <p:nvPr/>
            </p:nvSpPr>
            <p:spPr>
              <a:xfrm>
                <a:off x="9329270" y="1393655"/>
                <a:ext cx="50120" cy="199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0">
                    <a:moveTo>
                      <a:pt x="0" y="1145"/>
                    </a:moveTo>
                    <a:lnTo>
                      <a:pt x="2875" y="2090"/>
                    </a:lnTo>
                    <a:lnTo>
                      <a:pt x="5262" y="6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2" name="Surface mesh patch"/>
              <p:cNvSpPr/>
              <p:nvPr/>
            </p:nvSpPr>
            <p:spPr>
              <a:xfrm>
                <a:off x="9379390" y="1386522"/>
                <a:ext cx="50120" cy="17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2">
                    <a:moveTo>
                      <a:pt x="0" y="1435"/>
                    </a:moveTo>
                    <a:lnTo>
                      <a:pt x="2875" y="1862"/>
                    </a:lnTo>
                    <a:lnTo>
                      <a:pt x="5262" y="3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3" name="Surface mesh patch"/>
              <p:cNvSpPr/>
              <p:nvPr/>
            </p:nvSpPr>
            <p:spPr>
              <a:xfrm>
                <a:off x="9429510" y="1376321"/>
                <a:ext cx="50120" cy="179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3">
                    <a:moveTo>
                      <a:pt x="0" y="1453"/>
                    </a:moveTo>
                    <a:lnTo>
                      <a:pt x="2875" y="1883"/>
                    </a:lnTo>
                    <a:lnTo>
                      <a:pt x="5262" y="5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4" name="Surface mesh patch"/>
              <p:cNvSpPr/>
              <p:nvPr/>
            </p:nvSpPr>
            <p:spPr>
              <a:xfrm>
                <a:off x="9479629" y="1368667"/>
                <a:ext cx="50120" cy="19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4">
                    <a:moveTo>
                      <a:pt x="0" y="1313"/>
                    </a:moveTo>
                    <a:lnTo>
                      <a:pt x="2875" y="2044"/>
                    </a:lnTo>
                    <a:lnTo>
                      <a:pt x="5262" y="8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5" name="Surface mesh patch"/>
              <p:cNvSpPr/>
              <p:nvPr/>
            </p:nvSpPr>
            <p:spPr>
              <a:xfrm>
                <a:off x="7602471" y="1512968"/>
                <a:ext cx="50120" cy="23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6">
                    <a:moveTo>
                      <a:pt x="0" y="580"/>
                    </a:moveTo>
                    <a:lnTo>
                      <a:pt x="2875" y="2506"/>
                    </a:lnTo>
                    <a:lnTo>
                      <a:pt x="5262" y="18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6" name="Surface mesh patch"/>
              <p:cNvSpPr/>
              <p:nvPr/>
            </p:nvSpPr>
            <p:spPr>
              <a:xfrm>
                <a:off x="7652590" y="1525163"/>
                <a:ext cx="50120" cy="22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3">
                    <a:moveTo>
                      <a:pt x="0" y="619"/>
                    </a:moveTo>
                    <a:lnTo>
                      <a:pt x="2875" y="2323"/>
                    </a:lnTo>
                    <a:lnTo>
                      <a:pt x="5262" y="1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dfd"/>
              </a:solidFill>
              <a:ln w="3334" cap="flat" cmpd="sng" algn="ctr">
                <a:solidFill>
                  <a:srgbClr val="b0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7" name="Surface mesh patch"/>
              <p:cNvSpPr/>
              <p:nvPr/>
            </p:nvSpPr>
            <p:spPr>
              <a:xfrm>
                <a:off x="7702710" y="1535517"/>
                <a:ext cx="50120" cy="20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9">
                    <a:moveTo>
                      <a:pt x="0" y="617"/>
                    </a:moveTo>
                    <a:lnTo>
                      <a:pt x="2875" y="2109"/>
                    </a:lnTo>
                    <a:lnTo>
                      <a:pt x="5262" y="15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8" name="Surface mesh patch"/>
              <p:cNvSpPr/>
              <p:nvPr/>
            </p:nvSpPr>
            <p:spPr>
              <a:xfrm>
                <a:off x="7752830" y="1545013"/>
                <a:ext cx="50120" cy="17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4">
                    <a:moveTo>
                      <a:pt x="0" y="549"/>
                    </a:moveTo>
                    <a:lnTo>
                      <a:pt x="2875" y="1874"/>
                    </a:lnTo>
                    <a:lnTo>
                      <a:pt x="5262" y="1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9" name="Surface mesh patch"/>
              <p:cNvSpPr/>
              <p:nvPr/>
            </p:nvSpPr>
            <p:spPr>
              <a:xfrm>
                <a:off x="7802949" y="1554795"/>
                <a:ext cx="50120" cy="153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6">
                    <a:moveTo>
                      <a:pt x="0" y="414"/>
                    </a:moveTo>
                    <a:lnTo>
                      <a:pt x="2875" y="1616"/>
                    </a:lnTo>
                    <a:lnTo>
                      <a:pt x="5262" y="13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90" name="Surface mesh patch"/>
              <p:cNvSpPr/>
              <p:nvPr/>
            </p:nvSpPr>
            <p:spPr>
              <a:xfrm>
                <a:off x="7853069" y="1565460"/>
                <a:ext cx="50120" cy="127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35">
                    <a:moveTo>
                      <a:pt x="0" y="249"/>
                    </a:moveTo>
                    <a:lnTo>
                      <a:pt x="2875" y="1335"/>
                    </a:lnTo>
                    <a:lnTo>
                      <a:pt x="5262" y="1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91" name="Surface mesh patch"/>
              <p:cNvSpPr/>
              <p:nvPr/>
            </p:nvSpPr>
            <p:spPr>
              <a:xfrm>
                <a:off x="7903188" y="1576543"/>
                <a:ext cx="50120" cy="10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1">
                    <a:moveTo>
                      <a:pt x="0" y="113"/>
                    </a:moveTo>
                    <a:lnTo>
                      <a:pt x="2875" y="1046"/>
                    </a:lnTo>
                    <a:lnTo>
                      <a:pt x="5262" y="1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92" name="Surface mesh patch"/>
              <p:cNvSpPr/>
              <p:nvPr/>
            </p:nvSpPr>
            <p:spPr>
              <a:xfrm>
                <a:off x="7953308" y="1586511"/>
                <a:ext cx="50120" cy="8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2">
                    <a:moveTo>
                      <a:pt x="0" y="65"/>
                    </a:moveTo>
                    <a:lnTo>
                      <a:pt x="2875" y="792"/>
                    </a:lnTo>
                    <a:lnTo>
                      <a:pt x="5262" y="8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93" name="Surface mesh patch"/>
              <p:cNvSpPr/>
              <p:nvPr/>
            </p:nvSpPr>
            <p:spPr>
              <a:xfrm>
                <a:off x="8003428" y="1593310"/>
                <a:ext cx="50120" cy="6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9">
                    <a:moveTo>
                      <a:pt x="0" y="148"/>
                    </a:moveTo>
                    <a:lnTo>
                      <a:pt x="2875" y="639"/>
                    </a:lnTo>
                    <a:lnTo>
                      <a:pt x="5262" y="5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94" name="Surface mesh patch"/>
              <p:cNvSpPr/>
              <p:nvPr/>
            </p:nvSpPr>
            <p:spPr>
              <a:xfrm>
                <a:off x="8053547" y="1595207"/>
                <a:ext cx="50120" cy="62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">
                    <a:moveTo>
                      <a:pt x="0" y="367"/>
                    </a:moveTo>
                    <a:lnTo>
                      <a:pt x="2875" y="659"/>
                    </a:lnTo>
                    <a:lnTo>
                      <a:pt x="5262" y="3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95" name="Surface mesh patch"/>
              <p:cNvSpPr/>
              <p:nvPr/>
            </p:nvSpPr>
            <p:spPr>
              <a:xfrm>
                <a:off x="8103667" y="1591493"/>
                <a:ext cx="50120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1">
                    <a:moveTo>
                      <a:pt x="0" y="693"/>
                    </a:moveTo>
                    <a:lnTo>
                      <a:pt x="2875" y="891"/>
                    </a:lnTo>
                    <a:lnTo>
                      <a:pt x="5262" y="1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96" name="Surface mesh patch"/>
              <p:cNvSpPr/>
              <p:nvPr/>
            </p:nvSpPr>
            <p:spPr>
              <a:xfrm>
                <a:off x="8153787" y="1582671"/>
                <a:ext cx="50120" cy="12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1">
                    <a:moveTo>
                      <a:pt x="0" y="1079"/>
                    </a:moveTo>
                    <a:lnTo>
                      <a:pt x="2875" y="1321"/>
                    </a:lnTo>
                    <a:lnTo>
                      <a:pt x="5262" y="1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97" name="Surface mesh patch"/>
              <p:cNvSpPr/>
              <p:nvPr/>
            </p:nvSpPr>
            <p:spPr>
              <a:xfrm>
                <a:off x="8203906" y="1570063"/>
                <a:ext cx="50120" cy="17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1473"/>
                    </a:moveTo>
                    <a:lnTo>
                      <a:pt x="2875" y="1876"/>
                    </a:lnTo>
                    <a:lnTo>
                      <a:pt x="5262" y="2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98" name="Surface mesh patch"/>
              <p:cNvSpPr/>
              <p:nvPr/>
            </p:nvSpPr>
            <p:spPr>
              <a:xfrm>
                <a:off x="8254026" y="1555105"/>
                <a:ext cx="50120" cy="23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4">
                    <a:moveTo>
                      <a:pt x="0" y="1841"/>
                    </a:moveTo>
                    <a:lnTo>
                      <a:pt x="2875" y="2444"/>
                    </a:lnTo>
                    <a:lnTo>
                      <a:pt x="5262" y="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99" name="Surface mesh patch"/>
              <p:cNvSpPr/>
              <p:nvPr/>
            </p:nvSpPr>
            <p:spPr>
              <a:xfrm>
                <a:off x="8304146" y="1538716"/>
                <a:ext cx="50120" cy="277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09">
                    <a:moveTo>
                      <a:pt x="0" y="2161"/>
                    </a:moveTo>
                    <a:lnTo>
                      <a:pt x="2875" y="2909"/>
                    </a:lnTo>
                    <a:lnTo>
                      <a:pt x="5262" y="5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0" name="Surface mesh patch"/>
              <p:cNvSpPr/>
              <p:nvPr/>
            </p:nvSpPr>
            <p:spPr>
              <a:xfrm>
                <a:off x="8354265" y="1521009"/>
                <a:ext cx="50120" cy="302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8">
                    <a:moveTo>
                      <a:pt x="0" y="2428"/>
                    </a:moveTo>
                    <a:lnTo>
                      <a:pt x="2875" y="3178"/>
                    </a:lnTo>
                    <a:lnTo>
                      <a:pt x="5262" y="5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1" name="Surface mesh patch"/>
              <p:cNvSpPr/>
              <p:nvPr/>
            </p:nvSpPr>
            <p:spPr>
              <a:xfrm>
                <a:off x="8404385" y="1501257"/>
                <a:ext cx="50120" cy="303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2">
                    <a:moveTo>
                      <a:pt x="0" y="2643"/>
                    </a:moveTo>
                    <a:lnTo>
                      <a:pt x="2875" y="3182"/>
                    </a:lnTo>
                    <a:lnTo>
                      <a:pt x="5262" y="3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2" name="Surface mesh patch"/>
              <p:cNvSpPr/>
              <p:nvPr/>
            </p:nvSpPr>
            <p:spPr>
              <a:xfrm>
                <a:off x="8454505" y="1476061"/>
                <a:ext cx="50120" cy="28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9">
                    <a:moveTo>
                      <a:pt x="0" y="3006"/>
                    </a:moveTo>
                    <a:lnTo>
                      <a:pt x="2875" y="3029"/>
                    </a:lnTo>
                    <a:lnTo>
                      <a:pt x="5262" y="0"/>
                    </a:lnTo>
                    <a:lnTo>
                      <a:pt x="2387" y="17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3" name="Surface mesh patch"/>
              <p:cNvSpPr/>
              <p:nvPr/>
            </p:nvSpPr>
            <p:spPr>
              <a:xfrm>
                <a:off x="8504624" y="1435470"/>
                <a:ext cx="50120" cy="405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62">
                    <a:moveTo>
                      <a:pt x="0" y="4262"/>
                    </a:moveTo>
                    <a:lnTo>
                      <a:pt x="2875" y="3310"/>
                    </a:lnTo>
                    <a:lnTo>
                      <a:pt x="5262" y="0"/>
                    </a:lnTo>
                    <a:lnTo>
                      <a:pt x="2387" y="124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4" name="Surface mesh patch"/>
              <p:cNvSpPr/>
              <p:nvPr/>
            </p:nvSpPr>
            <p:spPr>
              <a:xfrm>
                <a:off x="8554744" y="1374981"/>
                <a:ext cx="50120" cy="604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51">
                    <a:moveTo>
                      <a:pt x="0" y="6351"/>
                    </a:moveTo>
                    <a:lnTo>
                      <a:pt x="2875" y="3753"/>
                    </a:lnTo>
                    <a:lnTo>
                      <a:pt x="5262" y="0"/>
                    </a:lnTo>
                    <a:lnTo>
                      <a:pt x="2387" y="3068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5" name="Surface mesh patch"/>
              <p:cNvSpPr/>
              <p:nvPr/>
            </p:nvSpPr>
            <p:spPr>
              <a:xfrm>
                <a:off x="8604863" y="1285173"/>
                <a:ext cx="50120" cy="89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29">
                    <a:moveTo>
                      <a:pt x="0" y="9429"/>
                    </a:moveTo>
                    <a:lnTo>
                      <a:pt x="2875" y="4372"/>
                    </a:lnTo>
                    <a:lnTo>
                      <a:pt x="5262" y="0"/>
                    </a:lnTo>
                    <a:lnTo>
                      <a:pt x="2387" y="5765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6" name="Surface mesh patch"/>
              <p:cNvSpPr/>
              <p:nvPr/>
            </p:nvSpPr>
            <p:spPr>
              <a:xfrm>
                <a:off x="8654983" y="1159990"/>
                <a:ext cx="50120" cy="125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43">
                    <a:moveTo>
                      <a:pt x="0" y="13143"/>
                    </a:moveTo>
                    <a:lnTo>
                      <a:pt x="2875" y="5014"/>
                    </a:lnTo>
                    <a:lnTo>
                      <a:pt x="5262" y="0"/>
                    </a:lnTo>
                    <a:lnTo>
                      <a:pt x="2387" y="9029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7" name="Surface mesh patch"/>
              <p:cNvSpPr/>
              <p:nvPr/>
            </p:nvSpPr>
            <p:spPr>
              <a:xfrm>
                <a:off x="8705103" y="1004393"/>
                <a:ext cx="50120" cy="155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36">
                    <a:moveTo>
                      <a:pt x="0" y="16336"/>
                    </a:moveTo>
                    <a:lnTo>
                      <a:pt x="2875" y="5319"/>
                    </a:lnTo>
                    <a:lnTo>
                      <a:pt x="5262" y="0"/>
                    </a:lnTo>
                    <a:lnTo>
                      <a:pt x="2387" y="11918"/>
                    </a:lnTo>
                    <a:close/>
                  </a:path>
                </a:pathLst>
              </a:custGeom>
              <a:solidFill>
                <a:srgbClr val="fab094"/>
              </a:solidFill>
              <a:ln w="3334" cap="flat" cmpd="sng" algn="ctr">
                <a:solidFill>
                  <a:srgbClr val="fab09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8" name="Surface mesh patch"/>
              <p:cNvSpPr/>
              <p:nvPr/>
            </p:nvSpPr>
            <p:spPr>
              <a:xfrm>
                <a:off x="8755222" y="840420"/>
                <a:ext cx="50120" cy="1639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15">
                    <a:moveTo>
                      <a:pt x="0" y="17215"/>
                    </a:moveTo>
                    <a:lnTo>
                      <a:pt x="2875" y="4837"/>
                    </a:lnTo>
                    <a:lnTo>
                      <a:pt x="5262" y="0"/>
                    </a:lnTo>
                    <a:lnTo>
                      <a:pt x="2387" y="13018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9" name="Surface mesh patch"/>
              <p:cNvSpPr/>
              <p:nvPr/>
            </p:nvSpPr>
            <p:spPr>
              <a:xfrm>
                <a:off x="8805342" y="705227"/>
                <a:ext cx="50120" cy="1351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94">
                    <a:moveTo>
                      <a:pt x="0" y="14194"/>
                    </a:moveTo>
                    <a:lnTo>
                      <a:pt x="2875" y="3302"/>
                    </a:lnTo>
                    <a:lnTo>
                      <a:pt x="5262" y="0"/>
                    </a:lnTo>
                    <a:lnTo>
                      <a:pt x="2387" y="11104"/>
                    </a:lnTo>
                    <a:close/>
                  </a:path>
                </a:pathLst>
              </a:custGeom>
              <a:solidFill>
                <a:srgbClr val="d23c40"/>
              </a:solidFill>
              <a:ln w="3334" cap="flat" cmpd="sng" algn="ctr">
                <a:solidFill>
                  <a:srgbClr val="d23c4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0" name="Surface mesh patch"/>
              <p:cNvSpPr/>
              <p:nvPr/>
            </p:nvSpPr>
            <p:spPr>
              <a:xfrm>
                <a:off x="8855462" y="638175"/>
                <a:ext cx="50120" cy="67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0">
                    <a:moveTo>
                      <a:pt x="0" y="7040"/>
                    </a:moveTo>
                    <a:lnTo>
                      <a:pt x="2875" y="900"/>
                    </a:lnTo>
                    <a:lnTo>
                      <a:pt x="5262" y="0"/>
                    </a:lnTo>
                    <a:lnTo>
                      <a:pt x="2387" y="6019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1" name="Surface mesh patch"/>
              <p:cNvSpPr/>
              <p:nvPr/>
            </p:nvSpPr>
            <p:spPr>
              <a:xfrm>
                <a:off x="8905581" y="638175"/>
                <a:ext cx="50120" cy="240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7">
                    <a:moveTo>
                      <a:pt x="0" y="0"/>
                    </a:moveTo>
                    <a:lnTo>
                      <a:pt x="2875" y="823"/>
                    </a:lnTo>
                    <a:lnTo>
                      <a:pt x="5262" y="2527"/>
                    </a:lnTo>
                    <a:lnTo>
                      <a:pt x="2387" y="1603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2" name="Surface mesh patch"/>
              <p:cNvSpPr/>
              <p:nvPr/>
            </p:nvSpPr>
            <p:spPr>
              <a:xfrm>
                <a:off x="8955701" y="662245"/>
                <a:ext cx="50120" cy="109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57">
                    <a:moveTo>
                      <a:pt x="0" y="0"/>
                    </a:moveTo>
                    <a:lnTo>
                      <a:pt x="2875" y="7782"/>
                    </a:lnTo>
                    <a:lnTo>
                      <a:pt x="5262" y="11457"/>
                    </a:lnTo>
                    <a:lnTo>
                      <a:pt x="2387" y="4003"/>
                    </a:lnTo>
                    <a:close/>
                  </a:path>
                </a:pathLst>
              </a:custGeom>
              <a:solidFill>
                <a:srgbClr val="c82531"/>
              </a:solidFill>
              <a:ln w="3334" cap="flat" cmpd="sng" algn="ctr">
                <a:solidFill>
                  <a:srgbClr val="c8253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3" name="Surface mesh patch"/>
              <p:cNvSpPr/>
              <p:nvPr/>
            </p:nvSpPr>
            <p:spPr>
              <a:xfrm>
                <a:off x="9005821" y="771374"/>
                <a:ext cx="50120" cy="1613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42">
                    <a:moveTo>
                      <a:pt x="0" y="0"/>
                    </a:moveTo>
                    <a:lnTo>
                      <a:pt x="2875" y="12498"/>
                    </a:lnTo>
                    <a:lnTo>
                      <a:pt x="5262" y="16942"/>
                    </a:lnTo>
                    <a:lnTo>
                      <a:pt x="2387" y="5410"/>
                    </a:lnTo>
                    <a:close/>
                  </a:path>
                </a:pathLst>
              </a:custGeom>
              <a:solidFill>
                <a:srgbClr val="e3635a"/>
              </a:solidFill>
              <a:ln w="3334" cap="flat" cmpd="sng" algn="ctr">
                <a:solidFill>
                  <a:srgbClr val="e3635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4" name="Surface mesh patch"/>
              <p:cNvSpPr/>
              <p:nvPr/>
            </p:nvSpPr>
            <p:spPr>
              <a:xfrm>
                <a:off x="9055940" y="932748"/>
                <a:ext cx="50120" cy="169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4">
                    <a:moveTo>
                      <a:pt x="0" y="0"/>
                    </a:moveTo>
                    <a:lnTo>
                      <a:pt x="2875" y="13852"/>
                    </a:lnTo>
                    <a:lnTo>
                      <a:pt x="5262" y="17834"/>
                    </a:lnTo>
                    <a:lnTo>
                      <a:pt x="2387" y="5469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5" name="Surface mesh patch"/>
              <p:cNvSpPr/>
              <p:nvPr/>
            </p:nvSpPr>
            <p:spPr>
              <a:xfrm>
                <a:off x="9106060" y="1102618"/>
                <a:ext cx="50120" cy="1423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47">
                    <a:moveTo>
                      <a:pt x="0" y="0"/>
                    </a:moveTo>
                    <a:lnTo>
                      <a:pt x="2875" y="12233"/>
                    </a:lnTo>
                    <a:lnTo>
                      <a:pt x="5262" y="14947"/>
                    </a:lnTo>
                    <a:lnTo>
                      <a:pt x="2387" y="4383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6" name="Surface mesh patch"/>
              <p:cNvSpPr/>
              <p:nvPr/>
            </p:nvSpPr>
            <p:spPr>
              <a:xfrm>
                <a:off x="9156180" y="1244993"/>
                <a:ext cx="50120" cy="973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22">
                    <a:moveTo>
                      <a:pt x="0" y="0"/>
                    </a:moveTo>
                    <a:lnTo>
                      <a:pt x="2875" y="8999"/>
                    </a:lnTo>
                    <a:lnTo>
                      <a:pt x="5262" y="10222"/>
                    </a:lnTo>
                    <a:lnTo>
                      <a:pt x="2387" y="2716"/>
                    </a:lnTo>
                    <a:close/>
                  </a:path>
                </a:pathLst>
              </a:custGeom>
              <a:solidFill>
                <a:srgbClr val="e7dcd9"/>
              </a:solidFill>
              <a:ln w="3334" cap="flat" cmpd="sng" algn="ctr">
                <a:solidFill>
                  <a:srgbClr val="e7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7" name="Surface mesh patch"/>
              <p:cNvSpPr/>
              <p:nvPr/>
            </p:nvSpPr>
            <p:spPr>
              <a:xfrm>
                <a:off x="9206299" y="1342353"/>
                <a:ext cx="50120" cy="532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3">
                    <a:moveTo>
                      <a:pt x="0" y="0"/>
                    </a:moveTo>
                    <a:lnTo>
                      <a:pt x="2875" y="5593"/>
                    </a:lnTo>
                    <a:lnTo>
                      <a:pt x="5262" y="5542"/>
                    </a:lnTo>
                    <a:lnTo>
                      <a:pt x="2387" y="1055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8" name="Surface mesh patch"/>
              <p:cNvSpPr/>
              <p:nvPr/>
            </p:nvSpPr>
            <p:spPr>
              <a:xfrm>
                <a:off x="9256419" y="1392964"/>
                <a:ext cx="50120" cy="300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5">
                    <a:moveTo>
                      <a:pt x="0" y="229"/>
                    </a:moveTo>
                    <a:lnTo>
                      <a:pt x="2875" y="3155"/>
                    </a:lnTo>
                    <a:lnTo>
                      <a:pt x="5262" y="22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19" name="Surface mesh patch"/>
              <p:cNvSpPr/>
              <p:nvPr/>
            </p:nvSpPr>
            <p:spPr>
              <a:xfrm>
                <a:off x="9306538" y="1404558"/>
                <a:ext cx="50120" cy="219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6">
                    <a:moveTo>
                      <a:pt x="0" y="1027"/>
                    </a:moveTo>
                    <a:lnTo>
                      <a:pt x="2875" y="2306"/>
                    </a:lnTo>
                    <a:lnTo>
                      <a:pt x="5262" y="9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0" name="Surface mesh patch"/>
              <p:cNvSpPr/>
              <p:nvPr/>
            </p:nvSpPr>
            <p:spPr>
              <a:xfrm>
                <a:off x="9356658" y="1400195"/>
                <a:ext cx="50120" cy="18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03"/>
                    </a:moveTo>
                    <a:lnTo>
                      <a:pt x="2875" y="1923"/>
                    </a:lnTo>
                    <a:lnTo>
                      <a:pt x="5262" y="4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1" name="Surface mesh patch"/>
              <p:cNvSpPr/>
              <p:nvPr/>
            </p:nvSpPr>
            <p:spPr>
              <a:xfrm>
                <a:off x="9406778" y="1390157"/>
                <a:ext cx="50120" cy="177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1480"/>
                    </a:moveTo>
                    <a:lnTo>
                      <a:pt x="2875" y="1861"/>
                    </a:lnTo>
                    <a:lnTo>
                      <a:pt x="5262" y="4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2" name="Surface mesh patch"/>
              <p:cNvSpPr/>
              <p:nvPr/>
            </p:nvSpPr>
            <p:spPr>
              <a:xfrm>
                <a:off x="9456897" y="1381170"/>
                <a:ext cx="50120" cy="188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2">
                    <a:moveTo>
                      <a:pt x="0" y="1374"/>
                    </a:moveTo>
                    <a:lnTo>
                      <a:pt x="2875" y="1982"/>
                    </a:lnTo>
                    <a:lnTo>
                      <a:pt x="5262" y="7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3" name="Surface mesh patch"/>
              <p:cNvSpPr/>
              <p:nvPr/>
            </p:nvSpPr>
            <p:spPr>
              <a:xfrm>
                <a:off x="9507017" y="1376926"/>
                <a:ext cx="50120" cy="208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1177"/>
                    </a:moveTo>
                    <a:lnTo>
                      <a:pt x="2875" y="2185"/>
                    </a:lnTo>
                    <a:lnTo>
                      <a:pt x="5262" y="11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4" name="Surface mesh patch"/>
              <p:cNvSpPr/>
              <p:nvPr/>
            </p:nvSpPr>
            <p:spPr>
              <a:xfrm>
                <a:off x="7579739" y="1518490"/>
                <a:ext cx="50120" cy="240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4">
                    <a:moveTo>
                      <a:pt x="0" y="564"/>
                    </a:moveTo>
                    <a:lnTo>
                      <a:pt x="2875" y="2524"/>
                    </a:lnTo>
                    <a:lnTo>
                      <a:pt x="5262" y="19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5" name="Surface mesh patch"/>
              <p:cNvSpPr/>
              <p:nvPr/>
            </p:nvSpPr>
            <p:spPr>
              <a:xfrm>
                <a:off x="7629858" y="1531059"/>
                <a:ext cx="50120" cy="22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9">
                    <a:moveTo>
                      <a:pt x="0" y="606"/>
                    </a:moveTo>
                    <a:lnTo>
                      <a:pt x="2875" y="2329"/>
                    </a:lnTo>
                    <a:lnTo>
                      <a:pt x="5262" y="1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6" name="Surface mesh patch"/>
              <p:cNvSpPr/>
              <p:nvPr/>
            </p:nvSpPr>
            <p:spPr>
              <a:xfrm>
                <a:off x="7679978" y="1541398"/>
                <a:ext cx="50120" cy="198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6">
                    <a:moveTo>
                      <a:pt x="0" y="618"/>
                    </a:moveTo>
                    <a:lnTo>
                      <a:pt x="2875" y="2086"/>
                    </a:lnTo>
                    <a:lnTo>
                      <a:pt x="5262" y="14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7" name="Surface mesh patch"/>
              <p:cNvSpPr/>
              <p:nvPr/>
            </p:nvSpPr>
            <p:spPr>
              <a:xfrm>
                <a:off x="7730098" y="1550237"/>
                <a:ext cx="50120" cy="172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8">
                    <a:moveTo>
                      <a:pt x="0" y="564"/>
                    </a:moveTo>
                    <a:lnTo>
                      <a:pt x="2875" y="1808"/>
                    </a:lnTo>
                    <a:lnTo>
                      <a:pt x="5262" y="13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8" name="Surface mesh patch"/>
              <p:cNvSpPr/>
              <p:nvPr/>
            </p:nvSpPr>
            <p:spPr>
              <a:xfrm>
                <a:off x="7780217" y="1558741"/>
                <a:ext cx="50120" cy="14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8">
                    <a:moveTo>
                      <a:pt x="0" y="433"/>
                    </a:moveTo>
                    <a:lnTo>
                      <a:pt x="2875" y="1498"/>
                    </a:lnTo>
                    <a:lnTo>
                      <a:pt x="5262" y="12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29" name="Surface mesh patch"/>
              <p:cNvSpPr/>
              <p:nvPr/>
            </p:nvSpPr>
            <p:spPr>
              <a:xfrm>
                <a:off x="7830337" y="1567837"/>
                <a:ext cx="50120" cy="110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3">
                    <a:moveTo>
                      <a:pt x="0" y="247"/>
                    </a:moveTo>
                    <a:lnTo>
                      <a:pt x="2875" y="1163"/>
                    </a:lnTo>
                    <a:lnTo>
                      <a:pt x="5262" y="10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0" name="Surface mesh patch"/>
              <p:cNvSpPr/>
              <p:nvPr/>
            </p:nvSpPr>
            <p:spPr>
              <a:xfrm>
                <a:off x="7880457" y="1577615"/>
                <a:ext cx="50120" cy="8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4">
                    <a:moveTo>
                      <a:pt x="0" y="59"/>
                    </a:moveTo>
                    <a:lnTo>
                      <a:pt x="2875" y="823"/>
                    </a:lnTo>
                    <a:lnTo>
                      <a:pt x="5262" y="9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1" name="Surface mesh patch"/>
              <p:cNvSpPr/>
              <p:nvPr/>
            </p:nvSpPr>
            <p:spPr>
              <a:xfrm>
                <a:off x="7930576" y="1586508"/>
                <a:ext cx="50120" cy="75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2">
                    <a:moveTo>
                      <a:pt x="0" y="0"/>
                    </a:moveTo>
                    <a:lnTo>
                      <a:pt x="2875" y="592"/>
                    </a:lnTo>
                    <a:lnTo>
                      <a:pt x="5262" y="792"/>
                    </a:lnTo>
                    <a:lnTo>
                      <a:pt x="2387" y="65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2" name="Surface mesh patch"/>
              <p:cNvSpPr/>
              <p:nvPr/>
            </p:nvSpPr>
            <p:spPr>
              <a:xfrm>
                <a:off x="7980696" y="1594054"/>
                <a:ext cx="50120" cy="5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">
                    <a:moveTo>
                      <a:pt x="0" y="0"/>
                    </a:moveTo>
                    <a:lnTo>
                      <a:pt x="2875" y="415"/>
                    </a:lnTo>
                    <a:lnTo>
                      <a:pt x="5262" y="561"/>
                    </a:lnTo>
                    <a:lnTo>
                      <a:pt x="2387" y="7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3" name="Surface mesh patch"/>
              <p:cNvSpPr/>
              <p:nvPr/>
            </p:nvSpPr>
            <p:spPr>
              <a:xfrm>
                <a:off x="8030816" y="1598702"/>
                <a:ext cx="50120" cy="3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">
                    <a:moveTo>
                      <a:pt x="0" y="73"/>
                    </a:moveTo>
                    <a:lnTo>
                      <a:pt x="2875" y="357"/>
                    </a:lnTo>
                    <a:lnTo>
                      <a:pt x="5262" y="2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4" name="Surface mesh patch"/>
              <p:cNvSpPr/>
              <p:nvPr/>
            </p:nvSpPr>
            <p:spPr>
              <a:xfrm>
                <a:off x="8080935" y="1598098"/>
                <a:ext cx="50120" cy="5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3">
                    <a:moveTo>
                      <a:pt x="0" y="355"/>
                    </a:moveTo>
                    <a:lnTo>
                      <a:pt x="2875" y="613"/>
                    </a:lnTo>
                    <a:lnTo>
                      <a:pt x="5262" y="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5" name="Surface mesh patch"/>
              <p:cNvSpPr/>
              <p:nvPr/>
            </p:nvSpPr>
            <p:spPr>
              <a:xfrm>
                <a:off x="8131055" y="1592944"/>
                <a:ext cx="50120" cy="10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6">
                    <a:moveTo>
                      <a:pt x="0" y="739"/>
                    </a:moveTo>
                    <a:lnTo>
                      <a:pt x="2875" y="1106"/>
                    </a:lnTo>
                    <a:lnTo>
                      <a:pt x="5262" y="2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6" name="Surface mesh patch"/>
              <p:cNvSpPr/>
              <p:nvPr/>
            </p:nvSpPr>
            <p:spPr>
              <a:xfrm>
                <a:off x="8181174" y="1584095"/>
                <a:ext cx="50120" cy="167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9">
                    <a:moveTo>
                      <a:pt x="0" y="1172"/>
                    </a:moveTo>
                    <a:lnTo>
                      <a:pt x="2875" y="1759"/>
                    </a:lnTo>
                    <a:lnTo>
                      <a:pt x="5262" y="4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7" name="Surface mesh patch"/>
              <p:cNvSpPr/>
              <p:nvPr/>
            </p:nvSpPr>
            <p:spPr>
              <a:xfrm>
                <a:off x="8231294" y="1572639"/>
                <a:ext cx="50120" cy="232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4">
                    <a:moveTo>
                      <a:pt x="0" y="1606"/>
                    </a:moveTo>
                    <a:lnTo>
                      <a:pt x="2875" y="2444"/>
                    </a:lnTo>
                    <a:lnTo>
                      <a:pt x="5262" y="6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8" name="Surface mesh patch"/>
              <p:cNvSpPr/>
              <p:nvPr/>
            </p:nvSpPr>
            <p:spPr>
              <a:xfrm>
                <a:off x="8281414" y="1559303"/>
                <a:ext cx="50120" cy="287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1">
                    <a:moveTo>
                      <a:pt x="0" y="2004"/>
                    </a:moveTo>
                    <a:lnTo>
                      <a:pt x="2875" y="3021"/>
                    </a:lnTo>
                    <a:lnTo>
                      <a:pt x="5262" y="7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39" name="Surface mesh patch"/>
              <p:cNvSpPr/>
              <p:nvPr/>
            </p:nvSpPr>
            <p:spPr>
              <a:xfrm>
                <a:off x="8331533" y="1544133"/>
                <a:ext cx="50120" cy="32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6">
                    <a:moveTo>
                      <a:pt x="0" y="2340"/>
                    </a:moveTo>
                    <a:lnTo>
                      <a:pt x="2875" y="3376"/>
                    </a:lnTo>
                    <a:lnTo>
                      <a:pt x="5262" y="7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0" name="Surface mesh patch"/>
              <p:cNvSpPr/>
              <p:nvPr/>
            </p:nvSpPr>
            <p:spPr>
              <a:xfrm>
                <a:off x="8381653" y="1526434"/>
                <a:ext cx="50120" cy="327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6">
                    <a:moveTo>
                      <a:pt x="0" y="2608"/>
                    </a:moveTo>
                    <a:lnTo>
                      <a:pt x="2875" y="3436"/>
                    </a:lnTo>
                    <a:lnTo>
                      <a:pt x="5262" y="5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1" name="Surface mesh patch"/>
              <p:cNvSpPr/>
              <p:nvPr/>
            </p:nvSpPr>
            <p:spPr>
              <a:xfrm>
                <a:off x="8431773" y="1504688"/>
                <a:ext cx="50120" cy="30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1">
                    <a:moveTo>
                      <a:pt x="0" y="2822"/>
                    </a:moveTo>
                    <a:lnTo>
                      <a:pt x="2875" y="3151"/>
                    </a:lnTo>
                    <a:lnTo>
                      <a:pt x="5262" y="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2" name="Surface mesh patch"/>
              <p:cNvSpPr/>
              <p:nvPr/>
            </p:nvSpPr>
            <p:spPr>
              <a:xfrm>
                <a:off x="8481892" y="1467002"/>
                <a:ext cx="50120" cy="37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0">
                    <a:moveTo>
                      <a:pt x="0" y="3980"/>
                    </a:moveTo>
                    <a:lnTo>
                      <a:pt x="2875" y="3408"/>
                    </a:lnTo>
                    <a:lnTo>
                      <a:pt x="5262" y="0"/>
                    </a:lnTo>
                    <a:lnTo>
                      <a:pt x="2387" y="951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3" name="Surface mesh patch"/>
              <p:cNvSpPr/>
              <p:nvPr/>
            </p:nvSpPr>
            <p:spPr>
              <a:xfrm>
                <a:off x="8532012" y="1410730"/>
                <a:ext cx="50120" cy="56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08">
                    <a:moveTo>
                      <a:pt x="0" y="5908"/>
                    </a:moveTo>
                    <a:lnTo>
                      <a:pt x="2875" y="3857"/>
                    </a:lnTo>
                    <a:lnTo>
                      <a:pt x="5262" y="0"/>
                    </a:lnTo>
                    <a:lnTo>
                      <a:pt x="2387" y="2597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4" name="Surface mesh patch"/>
              <p:cNvSpPr/>
              <p:nvPr/>
            </p:nvSpPr>
            <p:spPr>
              <a:xfrm>
                <a:off x="8582132" y="1326818"/>
                <a:ext cx="50120" cy="83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10">
                    <a:moveTo>
                      <a:pt x="0" y="8810"/>
                    </a:moveTo>
                    <a:lnTo>
                      <a:pt x="2875" y="4554"/>
                    </a:lnTo>
                    <a:lnTo>
                      <a:pt x="5262" y="0"/>
                    </a:lnTo>
                    <a:lnTo>
                      <a:pt x="2387" y="5057"/>
                    </a:lnTo>
                    <a:close/>
                  </a:path>
                </a:pathLst>
              </a:custGeom>
              <a:solidFill>
                <a:srgbClr val="dee1ec"/>
              </a:solidFill>
              <a:ln w="3334" cap="flat" cmpd="sng" algn="ctr">
                <a:solidFill>
                  <a:srgbClr val="dee1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5" name="Surface mesh patch"/>
              <p:cNvSpPr/>
              <p:nvPr/>
            </p:nvSpPr>
            <p:spPr>
              <a:xfrm>
                <a:off x="8632251" y="1207749"/>
                <a:ext cx="50120" cy="119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01">
                    <a:moveTo>
                      <a:pt x="0" y="12501"/>
                    </a:moveTo>
                    <a:lnTo>
                      <a:pt x="2875" y="5426"/>
                    </a:lnTo>
                    <a:lnTo>
                      <a:pt x="5262" y="0"/>
                    </a:lnTo>
                    <a:lnTo>
                      <a:pt x="2387" y="8129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6" name="Surface mesh patch"/>
              <p:cNvSpPr/>
              <p:nvPr/>
            </p:nvSpPr>
            <p:spPr>
              <a:xfrm>
                <a:off x="8682371" y="1055056"/>
                <a:ext cx="50120" cy="1526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31">
                    <a:moveTo>
                      <a:pt x="0" y="16031"/>
                    </a:moveTo>
                    <a:lnTo>
                      <a:pt x="2875" y="6169"/>
                    </a:lnTo>
                    <a:lnTo>
                      <a:pt x="5262" y="0"/>
                    </a:lnTo>
                    <a:lnTo>
                      <a:pt x="2387" y="11017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7" name="Surface mesh patch"/>
              <p:cNvSpPr/>
              <p:nvPr/>
            </p:nvSpPr>
            <p:spPr>
              <a:xfrm>
                <a:off x="8732491" y="886489"/>
                <a:ext cx="50120" cy="1685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97">
                    <a:moveTo>
                      <a:pt x="0" y="17697"/>
                    </a:moveTo>
                    <a:lnTo>
                      <a:pt x="2875" y="6298"/>
                    </a:lnTo>
                    <a:lnTo>
                      <a:pt x="5262" y="0"/>
                    </a:lnTo>
                    <a:lnTo>
                      <a:pt x="2387" y="12378"/>
                    </a:lnTo>
                    <a:close/>
                  </a:path>
                </a:pathLst>
              </a:custGeom>
              <a:solidFill>
                <a:srgbClr val="f89077"/>
              </a:solidFill>
              <a:ln w="3334" cap="flat" cmpd="sng" algn="ctr">
                <a:solidFill>
                  <a:srgbClr val="f8907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8" name="Surface mesh patch"/>
              <p:cNvSpPr/>
              <p:nvPr/>
            </p:nvSpPr>
            <p:spPr>
              <a:xfrm>
                <a:off x="8782610" y="736675"/>
                <a:ext cx="50120" cy="149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29">
                    <a:moveTo>
                      <a:pt x="0" y="15729"/>
                    </a:moveTo>
                    <a:lnTo>
                      <a:pt x="2875" y="5392"/>
                    </a:lnTo>
                    <a:lnTo>
                      <a:pt x="5262" y="0"/>
                    </a:lnTo>
                    <a:lnTo>
                      <a:pt x="2387" y="10892"/>
                    </a:lnTo>
                    <a:close/>
                  </a:path>
                </a:pathLst>
              </a:custGeom>
              <a:solidFill>
                <a:srgbClr val="d84849"/>
              </a:solidFill>
              <a:ln w="3334" cap="flat" cmpd="sng" algn="ctr">
                <a:solidFill>
                  <a:srgbClr val="d8484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49" name="Surface mesh patch"/>
              <p:cNvSpPr/>
              <p:nvPr/>
            </p:nvSpPr>
            <p:spPr>
              <a:xfrm>
                <a:off x="8832730" y="646749"/>
                <a:ext cx="50120" cy="89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1">
                    <a:moveTo>
                      <a:pt x="0" y="9441"/>
                    </a:moveTo>
                    <a:lnTo>
                      <a:pt x="2875" y="3404"/>
                    </a:lnTo>
                    <a:lnTo>
                      <a:pt x="5262" y="0"/>
                    </a:lnTo>
                    <a:lnTo>
                      <a:pt x="2387" y="6139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0" name="Surface mesh patch"/>
              <p:cNvSpPr/>
              <p:nvPr/>
            </p:nvSpPr>
            <p:spPr>
              <a:xfrm>
                <a:off x="8882849" y="638175"/>
                <a:ext cx="50120" cy="15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">
                    <a:moveTo>
                      <a:pt x="0" y="900"/>
                    </a:moveTo>
                    <a:lnTo>
                      <a:pt x="2875" y="1637"/>
                    </a:lnTo>
                    <a:lnTo>
                      <a:pt x="5262" y="8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1" name="Surface mesh patch"/>
              <p:cNvSpPr/>
              <p:nvPr/>
            </p:nvSpPr>
            <p:spPr>
              <a:xfrm>
                <a:off x="8932969" y="646011"/>
                <a:ext cx="50120" cy="90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6">
                    <a:moveTo>
                      <a:pt x="0" y="0"/>
                    </a:moveTo>
                    <a:lnTo>
                      <a:pt x="2875" y="7928"/>
                    </a:lnTo>
                    <a:lnTo>
                      <a:pt x="5262" y="9486"/>
                    </a:lnTo>
                    <a:lnTo>
                      <a:pt x="2387" y="1704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2" name="Surface mesh patch"/>
              <p:cNvSpPr/>
              <p:nvPr/>
            </p:nvSpPr>
            <p:spPr>
              <a:xfrm>
                <a:off x="8983089" y="736369"/>
                <a:ext cx="50120" cy="1540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73">
                    <a:moveTo>
                      <a:pt x="0" y="0"/>
                    </a:moveTo>
                    <a:lnTo>
                      <a:pt x="2875" y="13183"/>
                    </a:lnTo>
                    <a:lnTo>
                      <a:pt x="5262" y="16173"/>
                    </a:lnTo>
                    <a:lnTo>
                      <a:pt x="2387" y="3675"/>
                    </a:lnTo>
                    <a:close/>
                  </a:path>
                </a:pathLst>
              </a:custGeom>
              <a:solidFill>
                <a:srgbClr val="d94c4b"/>
              </a:solidFill>
              <a:ln w="3334" cap="flat" cmpd="sng" algn="ctr">
                <a:solidFill>
                  <a:srgbClr val="d94c4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3" name="Surface mesh patch"/>
              <p:cNvSpPr/>
              <p:nvPr/>
            </p:nvSpPr>
            <p:spPr>
              <a:xfrm>
                <a:off x="9033208" y="890413"/>
                <a:ext cx="50120" cy="174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97">
                    <a:moveTo>
                      <a:pt x="0" y="0"/>
                    </a:moveTo>
                    <a:lnTo>
                      <a:pt x="2875" y="15090"/>
                    </a:lnTo>
                    <a:lnTo>
                      <a:pt x="5262" y="18297"/>
                    </a:lnTo>
                    <a:lnTo>
                      <a:pt x="2387" y="4445"/>
                    </a:lnTo>
                    <a:close/>
                  </a:path>
                </a:pathLst>
              </a:custGeom>
              <a:solidFill>
                <a:srgbClr val="fa967b"/>
              </a:solidFill>
              <a:ln w="3334" cap="flat" cmpd="sng" algn="ctr">
                <a:solidFill>
                  <a:srgbClr val="fa967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4" name="Surface mesh patch"/>
              <p:cNvSpPr/>
              <p:nvPr/>
            </p:nvSpPr>
            <p:spPr>
              <a:xfrm>
                <a:off x="9083328" y="1064691"/>
                <a:ext cx="50120" cy="154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15">
                    <a:moveTo>
                      <a:pt x="0" y="0"/>
                    </a:moveTo>
                    <a:lnTo>
                      <a:pt x="2875" y="13761"/>
                    </a:lnTo>
                    <a:lnTo>
                      <a:pt x="5262" y="16215"/>
                    </a:lnTo>
                    <a:lnTo>
                      <a:pt x="2387" y="3982"/>
                    </a:lnTo>
                    <a:close/>
                  </a:path>
                </a:pathLst>
              </a:custGeom>
              <a:solidFill>
                <a:srgbClr val="fbbfa3"/>
              </a:solidFill>
              <a:ln w="3334" cap="flat" cmpd="sng" algn="ctr">
                <a:solidFill>
                  <a:srgbClr val="fbbf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5" name="Surface mesh patch"/>
              <p:cNvSpPr/>
              <p:nvPr/>
            </p:nvSpPr>
            <p:spPr>
              <a:xfrm>
                <a:off x="9133448" y="1219136"/>
                <a:ext cx="50120" cy="111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14">
                    <a:moveTo>
                      <a:pt x="0" y="0"/>
                    </a:moveTo>
                    <a:lnTo>
                      <a:pt x="2875" y="10468"/>
                    </a:lnTo>
                    <a:lnTo>
                      <a:pt x="5262" y="11714"/>
                    </a:lnTo>
                    <a:lnTo>
                      <a:pt x="2387" y="2715"/>
                    </a:lnTo>
                    <a:close/>
                  </a:path>
                </a:pathLst>
              </a:custGeom>
              <a:solidFill>
                <a:srgbClr val="eed9cd"/>
              </a:solidFill>
              <a:ln w="3334" cap="flat" cmpd="sng" algn="ctr">
                <a:solidFill>
                  <a:srgbClr val="eed9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6" name="Surface mesh patch"/>
              <p:cNvSpPr/>
              <p:nvPr/>
            </p:nvSpPr>
            <p:spPr>
              <a:xfrm>
                <a:off x="9183567" y="1330707"/>
                <a:ext cx="50120" cy="64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5">
                    <a:moveTo>
                      <a:pt x="0" y="0"/>
                    </a:moveTo>
                    <a:lnTo>
                      <a:pt x="2875" y="6749"/>
                    </a:lnTo>
                    <a:lnTo>
                      <a:pt x="5262" y="6815"/>
                    </a:lnTo>
                    <a:lnTo>
                      <a:pt x="2387" y="1223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7" name="Surface mesh patch"/>
              <p:cNvSpPr/>
              <p:nvPr/>
            </p:nvSpPr>
            <p:spPr>
              <a:xfrm>
                <a:off x="9233687" y="1395140"/>
                <a:ext cx="50120" cy="355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35">
                    <a:moveTo>
                      <a:pt x="0" y="51"/>
                    </a:moveTo>
                    <a:lnTo>
                      <a:pt x="2875" y="3735"/>
                    </a:lnTo>
                    <a:lnTo>
                      <a:pt x="5262" y="29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8" name="Surface mesh patch"/>
              <p:cNvSpPr/>
              <p:nvPr/>
            </p:nvSpPr>
            <p:spPr>
              <a:xfrm>
                <a:off x="9283807" y="1414341"/>
                <a:ext cx="50120" cy="246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91">
                    <a:moveTo>
                      <a:pt x="0" y="911"/>
                    </a:moveTo>
                    <a:lnTo>
                      <a:pt x="2875" y="2591"/>
                    </a:lnTo>
                    <a:lnTo>
                      <a:pt x="5262" y="12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59" name="Surface mesh patch"/>
              <p:cNvSpPr/>
              <p:nvPr/>
            </p:nvSpPr>
            <p:spPr>
              <a:xfrm>
                <a:off x="9333926" y="1413561"/>
                <a:ext cx="50120" cy="19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4">
                    <a:moveTo>
                      <a:pt x="0" y="1361"/>
                    </a:moveTo>
                    <a:lnTo>
                      <a:pt x="2875" y="2024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0" name="Surface mesh patch"/>
              <p:cNvSpPr/>
              <p:nvPr/>
            </p:nvSpPr>
            <p:spPr>
              <a:xfrm>
                <a:off x="9384046" y="1404254"/>
                <a:ext cx="50120" cy="17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">
                    <a:moveTo>
                      <a:pt x="0" y="1497"/>
                    </a:moveTo>
                    <a:lnTo>
                      <a:pt x="2875" y="1858"/>
                    </a:lnTo>
                    <a:lnTo>
                      <a:pt x="5262" y="3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1" name="Surface mesh patch"/>
              <p:cNvSpPr/>
              <p:nvPr/>
            </p:nvSpPr>
            <p:spPr>
              <a:xfrm>
                <a:off x="9434166" y="1394261"/>
                <a:ext cx="50120" cy="183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8">
                    <a:moveTo>
                      <a:pt x="0" y="1430"/>
                    </a:moveTo>
                    <a:lnTo>
                      <a:pt x="2875" y="1928"/>
                    </a:lnTo>
                    <a:lnTo>
                      <a:pt x="5262" y="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2" name="Surface mesh patch"/>
              <p:cNvSpPr/>
              <p:nvPr/>
            </p:nvSpPr>
            <p:spPr>
              <a:xfrm>
                <a:off x="9484285" y="1388138"/>
                <a:ext cx="50120" cy="20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3">
                    <a:moveTo>
                      <a:pt x="0" y="1250"/>
                    </a:moveTo>
                    <a:lnTo>
                      <a:pt x="2875" y="2113"/>
                    </a:lnTo>
                    <a:lnTo>
                      <a:pt x="5262" y="10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3" name="Surface mesh patch"/>
              <p:cNvSpPr/>
              <p:nvPr/>
            </p:nvSpPr>
            <p:spPr>
              <a:xfrm>
                <a:off x="9534405" y="1387936"/>
                <a:ext cx="50120" cy="22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0">
                    <a:moveTo>
                      <a:pt x="0" y="1030"/>
                    </a:moveTo>
                    <a:lnTo>
                      <a:pt x="2875" y="2330"/>
                    </a:lnTo>
                    <a:lnTo>
                      <a:pt x="5262" y="14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4" name="Surface mesh patch"/>
              <p:cNvSpPr/>
              <p:nvPr/>
            </p:nvSpPr>
            <p:spPr>
              <a:xfrm>
                <a:off x="7557007" y="1523865"/>
                <a:ext cx="50120" cy="243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51">
                    <a:moveTo>
                      <a:pt x="0" y="554"/>
                    </a:moveTo>
                    <a:lnTo>
                      <a:pt x="2875" y="2551"/>
                    </a:lnTo>
                    <a:lnTo>
                      <a:pt x="5262" y="19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5" name="Surface mesh patch"/>
              <p:cNvSpPr/>
              <p:nvPr/>
            </p:nvSpPr>
            <p:spPr>
              <a:xfrm>
                <a:off x="7607127" y="1536835"/>
                <a:ext cx="50120" cy="22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6">
                    <a:moveTo>
                      <a:pt x="0" y="598"/>
                    </a:moveTo>
                    <a:lnTo>
                      <a:pt x="2875" y="2356"/>
                    </a:lnTo>
                    <a:lnTo>
                      <a:pt x="5262" y="17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6" name="Surface mesh patch"/>
              <p:cNvSpPr/>
              <p:nvPr/>
            </p:nvSpPr>
            <p:spPr>
              <a:xfrm>
                <a:off x="7657246" y="1547285"/>
                <a:ext cx="50120" cy="199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9">
                    <a:moveTo>
                      <a:pt x="0" y="625"/>
                    </a:moveTo>
                    <a:lnTo>
                      <a:pt x="2875" y="2099"/>
                    </a:lnTo>
                    <a:lnTo>
                      <a:pt x="5262" y="14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7" name="Surface mesh patch"/>
              <p:cNvSpPr/>
              <p:nvPr/>
            </p:nvSpPr>
            <p:spPr>
              <a:xfrm>
                <a:off x="7707366" y="1555608"/>
                <a:ext cx="50120" cy="17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2">
                    <a:moveTo>
                      <a:pt x="0" y="594"/>
                    </a:moveTo>
                    <a:lnTo>
                      <a:pt x="2875" y="1792"/>
                    </a:lnTo>
                    <a:lnTo>
                      <a:pt x="5262" y="12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8" name="Surface mesh patch"/>
              <p:cNvSpPr/>
              <p:nvPr/>
            </p:nvSpPr>
            <p:spPr>
              <a:xfrm>
                <a:off x="7757485" y="1562865"/>
                <a:ext cx="50120" cy="137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45">
                    <a:moveTo>
                      <a:pt x="0" y="482"/>
                    </a:moveTo>
                    <a:lnTo>
                      <a:pt x="2875" y="1445"/>
                    </a:lnTo>
                    <a:lnTo>
                      <a:pt x="5262" y="10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69" name="Surface mesh patch"/>
              <p:cNvSpPr/>
              <p:nvPr/>
            </p:nvSpPr>
            <p:spPr>
              <a:xfrm>
                <a:off x="7807605" y="1570192"/>
                <a:ext cx="50120" cy="101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9">
                    <a:moveTo>
                      <a:pt x="0" y="296"/>
                    </a:moveTo>
                    <a:lnTo>
                      <a:pt x="2875" y="1069"/>
                    </a:lnTo>
                    <a:lnTo>
                      <a:pt x="5262" y="9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0" name="Surface mesh patch"/>
              <p:cNvSpPr/>
              <p:nvPr/>
            </p:nvSpPr>
            <p:spPr>
              <a:xfrm>
                <a:off x="7857725" y="1578179"/>
                <a:ext cx="50120" cy="7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">
                    <a:moveTo>
                      <a:pt x="0" y="77"/>
                    </a:moveTo>
                    <a:lnTo>
                      <a:pt x="2875" y="688"/>
                    </a:lnTo>
                    <a:lnTo>
                      <a:pt x="5262" y="7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1" name="Surface mesh patch"/>
              <p:cNvSpPr/>
              <p:nvPr/>
            </p:nvSpPr>
            <p:spPr>
              <a:xfrm>
                <a:off x="7907844" y="1585457"/>
                <a:ext cx="50120" cy="66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">
                    <a:moveTo>
                      <a:pt x="0" y="0"/>
                    </a:moveTo>
                    <a:lnTo>
                      <a:pt x="2875" y="460"/>
                    </a:lnTo>
                    <a:lnTo>
                      <a:pt x="5262" y="702"/>
                    </a:lnTo>
                    <a:lnTo>
                      <a:pt x="2387" y="11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2" name="Surface mesh patch"/>
              <p:cNvSpPr/>
              <p:nvPr/>
            </p:nvSpPr>
            <p:spPr>
              <a:xfrm>
                <a:off x="7957964" y="1592144"/>
                <a:ext cx="50120" cy="5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5">
                    <a:moveTo>
                      <a:pt x="0" y="0"/>
                    </a:moveTo>
                    <a:lnTo>
                      <a:pt x="2875" y="333"/>
                    </a:lnTo>
                    <a:lnTo>
                      <a:pt x="5262" y="615"/>
                    </a:lnTo>
                    <a:lnTo>
                      <a:pt x="2387" y="20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3" name="Surface mesh patch"/>
              <p:cNvSpPr/>
              <p:nvPr/>
            </p:nvSpPr>
            <p:spPr>
              <a:xfrm>
                <a:off x="8008084" y="1598003"/>
                <a:ext cx="50120" cy="4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0">
                    <a:moveTo>
                      <a:pt x="0" y="0"/>
                    </a:moveTo>
                    <a:lnTo>
                      <a:pt x="2875" y="269"/>
                    </a:lnTo>
                    <a:lnTo>
                      <a:pt x="5262" y="430"/>
                    </a:lnTo>
                    <a:lnTo>
                      <a:pt x="2387" y="147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4" name="Surface mesh patch"/>
              <p:cNvSpPr/>
              <p:nvPr/>
            </p:nvSpPr>
            <p:spPr>
              <a:xfrm>
                <a:off x="8058203" y="1601483"/>
                <a:ext cx="50120" cy="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">
                    <a:moveTo>
                      <a:pt x="0" y="65"/>
                    </a:moveTo>
                    <a:lnTo>
                      <a:pt x="2875" y="383"/>
                    </a:lnTo>
                    <a:lnTo>
                      <a:pt x="5262" y="2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5" name="Surface mesh patch"/>
              <p:cNvSpPr/>
              <p:nvPr/>
            </p:nvSpPr>
            <p:spPr>
              <a:xfrm>
                <a:off x="8108323" y="1599979"/>
                <a:ext cx="50120" cy="87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1">
                    <a:moveTo>
                      <a:pt x="0" y="416"/>
                    </a:moveTo>
                    <a:lnTo>
                      <a:pt x="2875" y="921"/>
                    </a:lnTo>
                    <a:lnTo>
                      <a:pt x="5262" y="3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6" name="Surface mesh patch"/>
              <p:cNvSpPr/>
              <p:nvPr/>
            </p:nvSpPr>
            <p:spPr>
              <a:xfrm>
                <a:off x="8158443" y="1595256"/>
                <a:ext cx="50120" cy="15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5">
                    <a:moveTo>
                      <a:pt x="0" y="864"/>
                    </a:moveTo>
                    <a:lnTo>
                      <a:pt x="2875" y="1665"/>
                    </a:lnTo>
                    <a:lnTo>
                      <a:pt x="5262" y="5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7" name="Surface mesh patch"/>
              <p:cNvSpPr/>
              <p:nvPr/>
            </p:nvSpPr>
            <p:spPr>
              <a:xfrm>
                <a:off x="8208562" y="1587936"/>
                <a:ext cx="50120" cy="23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1">
                    <a:moveTo>
                      <a:pt x="0" y="1356"/>
                    </a:moveTo>
                    <a:lnTo>
                      <a:pt x="2875" y="2481"/>
                    </a:lnTo>
                    <a:lnTo>
                      <a:pt x="5262" y="8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8" name="Surface mesh patch"/>
              <p:cNvSpPr/>
              <p:nvPr/>
            </p:nvSpPr>
            <p:spPr>
              <a:xfrm>
                <a:off x="8258682" y="1578387"/>
                <a:ext cx="50120" cy="305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05">
                    <a:moveTo>
                      <a:pt x="0" y="1841"/>
                    </a:moveTo>
                    <a:lnTo>
                      <a:pt x="2875" y="3205"/>
                    </a:lnTo>
                    <a:lnTo>
                      <a:pt x="5262" y="10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79" name="Surface mesh patch"/>
              <p:cNvSpPr/>
              <p:nvPr/>
            </p:nvSpPr>
            <p:spPr>
              <a:xfrm>
                <a:off x="8308802" y="1566424"/>
                <a:ext cx="50120" cy="351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4">
                    <a:moveTo>
                      <a:pt x="0" y="2274"/>
                    </a:moveTo>
                    <a:lnTo>
                      <a:pt x="2875" y="3694"/>
                    </a:lnTo>
                    <a:lnTo>
                      <a:pt x="5262" y="10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0" name="Surface mesh patch"/>
              <p:cNvSpPr/>
              <p:nvPr/>
            </p:nvSpPr>
            <p:spPr>
              <a:xfrm>
                <a:off x="8358921" y="1551277"/>
                <a:ext cx="50120" cy="36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53">
                    <a:moveTo>
                      <a:pt x="0" y="2626"/>
                    </a:moveTo>
                    <a:lnTo>
                      <a:pt x="2875" y="3853"/>
                    </a:lnTo>
                    <a:lnTo>
                      <a:pt x="5262" y="8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1" name="Surface mesh patch"/>
              <p:cNvSpPr/>
              <p:nvPr/>
            </p:nvSpPr>
            <p:spPr>
              <a:xfrm>
                <a:off x="8409041" y="1531566"/>
                <a:ext cx="50120" cy="3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897"/>
                    </a:moveTo>
                    <a:lnTo>
                      <a:pt x="2875" y="3638"/>
                    </a:lnTo>
                    <a:lnTo>
                      <a:pt x="5262" y="3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2" name="Surface mesh patch"/>
              <p:cNvSpPr/>
              <p:nvPr/>
            </p:nvSpPr>
            <p:spPr>
              <a:xfrm>
                <a:off x="8459160" y="1499462"/>
                <a:ext cx="50120" cy="352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00">
                    <a:moveTo>
                      <a:pt x="0" y="3700"/>
                    </a:moveTo>
                    <a:lnTo>
                      <a:pt x="2875" y="3593"/>
                    </a:lnTo>
                    <a:lnTo>
                      <a:pt x="5262" y="0"/>
                    </a:lnTo>
                    <a:lnTo>
                      <a:pt x="2387" y="572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3" name="Surface mesh patch"/>
              <p:cNvSpPr/>
              <p:nvPr/>
            </p:nvSpPr>
            <p:spPr>
              <a:xfrm>
                <a:off x="8509280" y="1447469"/>
                <a:ext cx="50120" cy="519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9">
                    <a:moveTo>
                      <a:pt x="0" y="5459"/>
                    </a:moveTo>
                    <a:lnTo>
                      <a:pt x="2875" y="4014"/>
                    </a:lnTo>
                    <a:lnTo>
                      <a:pt x="5262" y="0"/>
                    </a:lnTo>
                    <a:lnTo>
                      <a:pt x="2387" y="2051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4" name="Surface mesh patch"/>
              <p:cNvSpPr/>
              <p:nvPr/>
            </p:nvSpPr>
            <p:spPr>
              <a:xfrm>
                <a:off x="8559400" y="1370195"/>
                <a:ext cx="50120" cy="772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13">
                    <a:moveTo>
                      <a:pt x="0" y="8113"/>
                    </a:moveTo>
                    <a:lnTo>
                      <a:pt x="2875" y="4708"/>
                    </a:lnTo>
                    <a:lnTo>
                      <a:pt x="5262" y="0"/>
                    </a:lnTo>
                    <a:lnTo>
                      <a:pt x="2387" y="4256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5" name="Surface mesh patch"/>
              <p:cNvSpPr/>
              <p:nvPr/>
            </p:nvSpPr>
            <p:spPr>
              <a:xfrm>
                <a:off x="8609519" y="1259435"/>
                <a:ext cx="50120" cy="1107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28">
                    <a:moveTo>
                      <a:pt x="0" y="11628"/>
                    </a:moveTo>
                    <a:lnTo>
                      <a:pt x="2875" y="5689"/>
                    </a:lnTo>
                    <a:lnTo>
                      <a:pt x="5262" y="0"/>
                    </a:lnTo>
                    <a:lnTo>
                      <a:pt x="2387" y="7074"/>
                    </a:lnTo>
                    <a:close/>
                  </a:path>
                </a:pathLst>
              </a:custGeom>
              <a:solidFill>
                <a:srgbClr val="ebdad3"/>
              </a:solidFill>
              <a:ln w="3334" cap="flat" cmpd="sng" algn="ctr">
                <a:solidFill>
                  <a:srgbClr val="eb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6" name="Surface mesh patch"/>
              <p:cNvSpPr/>
              <p:nvPr/>
            </p:nvSpPr>
            <p:spPr>
              <a:xfrm>
                <a:off x="8659639" y="1113814"/>
                <a:ext cx="50120" cy="1456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88">
                    <a:moveTo>
                      <a:pt x="0" y="15288"/>
                    </a:moveTo>
                    <a:lnTo>
                      <a:pt x="2875" y="6740"/>
                    </a:lnTo>
                    <a:lnTo>
                      <a:pt x="5262" y="0"/>
                    </a:lnTo>
                    <a:lnTo>
                      <a:pt x="2387" y="9862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7" name="Surface mesh patch"/>
              <p:cNvSpPr/>
              <p:nvPr/>
            </p:nvSpPr>
            <p:spPr>
              <a:xfrm>
                <a:off x="8709759" y="946477"/>
                <a:ext cx="50120" cy="1673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68">
                    <a:moveTo>
                      <a:pt x="0" y="17568"/>
                    </a:moveTo>
                    <a:lnTo>
                      <a:pt x="2875" y="7397"/>
                    </a:lnTo>
                    <a:lnTo>
                      <a:pt x="5262" y="0"/>
                    </a:lnTo>
                    <a:lnTo>
                      <a:pt x="2387" y="11399"/>
                    </a:lnTo>
                    <a:close/>
                  </a:path>
                </a:pathLst>
              </a:custGeom>
              <a:solidFill>
                <a:srgbClr val="fa9e83"/>
              </a:solidFill>
              <a:ln w="3334" cap="flat" cmpd="sng" algn="ctr">
                <a:solidFill>
                  <a:srgbClr val="fa9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8" name="Surface mesh patch"/>
              <p:cNvSpPr/>
              <p:nvPr/>
            </p:nvSpPr>
            <p:spPr>
              <a:xfrm>
                <a:off x="8759878" y="788030"/>
                <a:ext cx="50120" cy="1584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35">
                    <a:moveTo>
                      <a:pt x="0" y="16635"/>
                    </a:moveTo>
                    <a:lnTo>
                      <a:pt x="2875" y="7136"/>
                    </a:lnTo>
                    <a:lnTo>
                      <a:pt x="5262" y="0"/>
                    </a:lnTo>
                    <a:lnTo>
                      <a:pt x="2387" y="10337"/>
                    </a:lnTo>
                    <a:close/>
                  </a:path>
                </a:pathLst>
              </a:custGeom>
              <a:solidFill>
                <a:srgbClr val="e15d56"/>
              </a:solidFill>
              <a:ln w="3334" cap="flat" cmpd="sng" algn="ctr">
                <a:solidFill>
                  <a:srgbClr val="e15d5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89" name="Surface mesh patch"/>
              <p:cNvSpPr/>
              <p:nvPr/>
            </p:nvSpPr>
            <p:spPr>
              <a:xfrm>
                <a:off x="8809998" y="679173"/>
                <a:ext cx="50120" cy="108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29">
                    <a:moveTo>
                      <a:pt x="0" y="11429"/>
                    </a:moveTo>
                    <a:lnTo>
                      <a:pt x="2875" y="5699"/>
                    </a:lnTo>
                    <a:lnTo>
                      <a:pt x="5262" y="0"/>
                    </a:lnTo>
                    <a:lnTo>
                      <a:pt x="2387" y="6037"/>
                    </a:lnTo>
                    <a:close/>
                  </a:path>
                </a:pathLst>
              </a:custGeom>
              <a:solidFill>
                <a:srgbClr val="c6212f"/>
              </a:solidFill>
              <a:ln w="3334" cap="flat" cmpd="sng" algn="ctr">
                <a:solidFill>
                  <a:srgbClr val="c6212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0" name="Surface mesh patch"/>
              <p:cNvSpPr/>
              <p:nvPr/>
            </p:nvSpPr>
            <p:spPr>
              <a:xfrm>
                <a:off x="8860118" y="646749"/>
                <a:ext cx="50120" cy="38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4">
                    <a:moveTo>
                      <a:pt x="0" y="3404"/>
                    </a:moveTo>
                    <a:lnTo>
                      <a:pt x="2875" y="4074"/>
                    </a:lnTo>
                    <a:lnTo>
                      <a:pt x="5262" y="7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1" name="Surface mesh patch"/>
              <p:cNvSpPr/>
              <p:nvPr/>
            </p:nvSpPr>
            <p:spPr>
              <a:xfrm>
                <a:off x="8910237" y="646011"/>
                <a:ext cx="50120" cy="827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3">
                    <a:moveTo>
                      <a:pt x="0" y="815"/>
                    </a:moveTo>
                    <a:lnTo>
                      <a:pt x="2875" y="8693"/>
                    </a:lnTo>
                    <a:lnTo>
                      <a:pt x="5262" y="79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2" name="Surface mesh patch"/>
              <p:cNvSpPr/>
              <p:nvPr/>
            </p:nvSpPr>
            <p:spPr>
              <a:xfrm>
                <a:off x="8960357" y="721525"/>
                <a:ext cx="50120" cy="1404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42">
                    <a:moveTo>
                      <a:pt x="0" y="0"/>
                    </a:moveTo>
                    <a:lnTo>
                      <a:pt x="2875" y="13534"/>
                    </a:lnTo>
                    <a:lnTo>
                      <a:pt x="5262" y="14742"/>
                    </a:lnTo>
                    <a:lnTo>
                      <a:pt x="2387" y="1558"/>
                    </a:lnTo>
                    <a:close/>
                  </a:path>
                </a:pathLst>
              </a:custGeom>
              <a:solidFill>
                <a:srgbClr val="d33d41"/>
              </a:solidFill>
              <a:ln w="3334" cap="flat" cmpd="sng" algn="ctr">
                <a:solidFill>
                  <a:srgbClr val="d33d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3" name="Surface mesh patch"/>
              <p:cNvSpPr/>
              <p:nvPr/>
            </p:nvSpPr>
            <p:spPr>
              <a:xfrm>
                <a:off x="9010477" y="861941"/>
                <a:ext cx="50120" cy="1722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9">
                    <a:moveTo>
                      <a:pt x="0" y="0"/>
                    </a:moveTo>
                    <a:lnTo>
                      <a:pt x="2875" y="15983"/>
                    </a:lnTo>
                    <a:lnTo>
                      <a:pt x="5262" y="18079"/>
                    </a:lnTo>
                    <a:lnTo>
                      <a:pt x="2387" y="2989"/>
                    </a:lnTo>
                    <a:close/>
                  </a:path>
                </a:pathLst>
              </a:custGeom>
              <a:solidFill>
                <a:srgbClr val="f38570"/>
              </a:solidFill>
              <a:ln w="3334" cap="flat" cmpd="sng" algn="ctr">
                <a:solidFill>
                  <a:srgbClr val="f3857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4" name="Surface mesh patch"/>
              <p:cNvSpPr/>
              <p:nvPr/>
            </p:nvSpPr>
            <p:spPr>
              <a:xfrm>
                <a:off x="9060596" y="1034144"/>
                <a:ext cx="50120" cy="1616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68">
                    <a:moveTo>
                      <a:pt x="0" y="0"/>
                    </a:moveTo>
                    <a:lnTo>
                      <a:pt x="2875" y="15042"/>
                    </a:lnTo>
                    <a:lnTo>
                      <a:pt x="5262" y="16968"/>
                    </a:lnTo>
                    <a:lnTo>
                      <a:pt x="2387" y="3207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5" name="Surface mesh patch"/>
              <p:cNvSpPr/>
              <p:nvPr/>
            </p:nvSpPr>
            <p:spPr>
              <a:xfrm>
                <a:off x="9110716" y="1195765"/>
                <a:ext cx="50120" cy="123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22">
                    <a:moveTo>
                      <a:pt x="0" y="0"/>
                    </a:moveTo>
                    <a:lnTo>
                      <a:pt x="2875" y="11822"/>
                    </a:lnTo>
                    <a:lnTo>
                      <a:pt x="5262" y="12922"/>
                    </a:lnTo>
                    <a:lnTo>
                      <a:pt x="2387" y="2454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6" name="Surface mesh patch"/>
              <p:cNvSpPr/>
              <p:nvPr/>
            </p:nvSpPr>
            <p:spPr>
              <a:xfrm>
                <a:off x="9160835" y="1318846"/>
                <a:ext cx="50120" cy="761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95">
                    <a:moveTo>
                      <a:pt x="0" y="0"/>
                    </a:moveTo>
                    <a:lnTo>
                      <a:pt x="2875" y="7895"/>
                    </a:lnTo>
                    <a:lnTo>
                      <a:pt x="5262" y="7995"/>
                    </a:lnTo>
                    <a:lnTo>
                      <a:pt x="2387" y="1245"/>
                    </a:lnTo>
                    <a:close/>
                  </a:path>
                </a:pathLst>
              </a:custGeom>
              <a:solidFill>
                <a:srgbClr val="dee1ea"/>
              </a:solidFill>
              <a:ln w="3334" cap="flat" cmpd="sng" algn="ctr">
                <a:solidFill>
                  <a:srgbClr val="de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7" name="Surface mesh patch"/>
              <p:cNvSpPr/>
              <p:nvPr/>
            </p:nvSpPr>
            <p:spPr>
              <a:xfrm>
                <a:off x="9210955" y="1394996"/>
                <a:ext cx="50120" cy="427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5">
                    <a:moveTo>
                      <a:pt x="0" y="0"/>
                    </a:moveTo>
                    <a:lnTo>
                      <a:pt x="2875" y="4485"/>
                    </a:lnTo>
                    <a:lnTo>
                      <a:pt x="5262" y="3750"/>
                    </a:lnTo>
                    <a:lnTo>
                      <a:pt x="2387" y="66"/>
                    </a:lnTo>
                    <a:close/>
                  </a:path>
                </a:pathLst>
              </a:custGeom>
              <a:solidFill>
                <a:srgbClr val="ceddf5"/>
              </a:solidFill>
              <a:ln w="3334" cap="flat" cmpd="sng" algn="ctr">
                <a:solidFill>
                  <a:srgbClr val="ce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8" name="Surface mesh patch"/>
              <p:cNvSpPr/>
              <p:nvPr/>
            </p:nvSpPr>
            <p:spPr>
              <a:xfrm>
                <a:off x="9261075" y="1423014"/>
                <a:ext cx="50120" cy="280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7">
                    <a:moveTo>
                      <a:pt x="0" y="808"/>
                    </a:moveTo>
                    <a:lnTo>
                      <a:pt x="2875" y="2947"/>
                    </a:lnTo>
                    <a:lnTo>
                      <a:pt x="5262" y="16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99" name="Surface mesh patch"/>
              <p:cNvSpPr/>
              <p:nvPr/>
            </p:nvSpPr>
            <p:spPr>
              <a:xfrm>
                <a:off x="9311194" y="1426520"/>
                <a:ext cx="50120" cy="206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68">
                    <a:moveTo>
                      <a:pt x="0" y="1313"/>
                    </a:moveTo>
                    <a:lnTo>
                      <a:pt x="2875" y="2168"/>
                    </a:lnTo>
                    <a:lnTo>
                      <a:pt x="5262" y="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0" name="Surface mesh patch"/>
              <p:cNvSpPr/>
              <p:nvPr/>
            </p:nvSpPr>
            <p:spPr>
              <a:xfrm>
                <a:off x="9361314" y="1418513"/>
                <a:ext cx="50120" cy="1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9">
                    <a:moveTo>
                      <a:pt x="0" y="1504"/>
                    </a:moveTo>
                    <a:lnTo>
                      <a:pt x="2875" y="1879"/>
                    </a:lnTo>
                    <a:lnTo>
                      <a:pt x="5262" y="3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1" name="Surface mesh patch"/>
              <p:cNvSpPr/>
              <p:nvPr/>
            </p:nvSpPr>
            <p:spPr>
              <a:xfrm>
                <a:off x="9411434" y="1407879"/>
                <a:ext cx="50120" cy="17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5">
                    <a:moveTo>
                      <a:pt x="0" y="1478"/>
                    </a:moveTo>
                    <a:lnTo>
                      <a:pt x="2875" y="1885"/>
                    </a:lnTo>
                    <a:lnTo>
                      <a:pt x="5262" y="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2" name="Surface mesh patch"/>
              <p:cNvSpPr/>
              <p:nvPr/>
            </p:nvSpPr>
            <p:spPr>
              <a:xfrm>
                <a:off x="9461553" y="1400047"/>
                <a:ext cx="50120" cy="194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4">
                    <a:moveTo>
                      <a:pt x="0" y="1321"/>
                    </a:moveTo>
                    <a:lnTo>
                      <a:pt x="2875" y="2044"/>
                    </a:lnTo>
                    <a:lnTo>
                      <a:pt x="5262" y="8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3" name="Surface mesh patch"/>
              <p:cNvSpPr/>
              <p:nvPr/>
            </p:nvSpPr>
            <p:spPr>
              <a:xfrm>
                <a:off x="9511673" y="1397743"/>
                <a:ext cx="50120" cy="215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8">
                    <a:moveTo>
                      <a:pt x="0" y="1105"/>
                    </a:moveTo>
                    <a:lnTo>
                      <a:pt x="2875" y="2258"/>
                    </a:lnTo>
                    <a:lnTo>
                      <a:pt x="5262" y="13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4" name="Surface mesh patch"/>
              <p:cNvSpPr/>
              <p:nvPr/>
            </p:nvSpPr>
            <p:spPr>
              <a:xfrm>
                <a:off x="9561793" y="1401677"/>
                <a:ext cx="50120" cy="234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3">
                    <a:moveTo>
                      <a:pt x="0" y="888"/>
                    </a:moveTo>
                    <a:lnTo>
                      <a:pt x="2875" y="2463"/>
                    </a:lnTo>
                    <a:lnTo>
                      <a:pt x="5262" y="1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5" name="Surface mesh patch"/>
              <p:cNvSpPr/>
              <p:nvPr/>
            </p:nvSpPr>
            <p:spPr>
              <a:xfrm>
                <a:off x="7534275" y="1529145"/>
                <a:ext cx="50120" cy="245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2">
                    <a:moveTo>
                      <a:pt x="0" y="549"/>
                    </a:moveTo>
                    <a:lnTo>
                      <a:pt x="2875" y="2582"/>
                    </a:lnTo>
                    <a:lnTo>
                      <a:pt x="5262" y="19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6" name="Surface mesh patch"/>
              <p:cNvSpPr/>
              <p:nvPr/>
            </p:nvSpPr>
            <p:spPr>
              <a:xfrm>
                <a:off x="7584395" y="1542533"/>
                <a:ext cx="50120" cy="228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592"/>
                    </a:moveTo>
                    <a:lnTo>
                      <a:pt x="2875" y="2398"/>
                    </a:lnTo>
                    <a:lnTo>
                      <a:pt x="5262" y="17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7" name="Surface mesh patch"/>
              <p:cNvSpPr/>
              <p:nvPr/>
            </p:nvSpPr>
            <p:spPr>
              <a:xfrm>
                <a:off x="7634514" y="1553243"/>
                <a:ext cx="50120" cy="203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38">
                    <a:moveTo>
                      <a:pt x="0" y="634"/>
                    </a:moveTo>
                    <a:lnTo>
                      <a:pt x="2875" y="2138"/>
                    </a:lnTo>
                    <a:lnTo>
                      <a:pt x="5262" y="14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8" name="Surface mesh patch"/>
              <p:cNvSpPr/>
              <p:nvPr/>
            </p:nvSpPr>
            <p:spPr>
              <a:xfrm>
                <a:off x="7684634" y="1561269"/>
                <a:ext cx="50120" cy="17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8">
                    <a:moveTo>
                      <a:pt x="0" y="631"/>
                    </a:moveTo>
                    <a:lnTo>
                      <a:pt x="2875" y="1818"/>
                    </a:lnTo>
                    <a:lnTo>
                      <a:pt x="5262" y="1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9" name="Surface mesh patch"/>
              <p:cNvSpPr/>
              <p:nvPr/>
            </p:nvSpPr>
            <p:spPr>
              <a:xfrm>
                <a:off x="7734754" y="1567453"/>
                <a:ext cx="50120" cy="13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0">
                    <a:moveTo>
                      <a:pt x="0" y="548"/>
                    </a:moveTo>
                    <a:lnTo>
                      <a:pt x="2875" y="1450"/>
                    </a:lnTo>
                    <a:lnTo>
                      <a:pt x="5262" y="9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0" name="Surface mesh patch"/>
              <p:cNvSpPr/>
              <p:nvPr/>
            </p:nvSpPr>
            <p:spPr>
              <a:xfrm>
                <a:off x="7784873" y="1573008"/>
                <a:ext cx="50120" cy="99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6">
                    <a:moveTo>
                      <a:pt x="0" y="380"/>
                    </a:moveTo>
                    <a:lnTo>
                      <a:pt x="2875" y="1046"/>
                    </a:lnTo>
                    <a:lnTo>
                      <a:pt x="5262" y="7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1" name="Surface mesh patch"/>
              <p:cNvSpPr/>
              <p:nvPr/>
            </p:nvSpPr>
            <p:spPr>
              <a:xfrm>
                <a:off x="7834993" y="1578913"/>
                <a:ext cx="50120" cy="6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">
                    <a:moveTo>
                      <a:pt x="0" y="154"/>
                    </a:moveTo>
                    <a:lnTo>
                      <a:pt x="2875" y="634"/>
                    </a:lnTo>
                    <a:lnTo>
                      <a:pt x="5262" y="6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2" name="Surface mesh patch"/>
              <p:cNvSpPr/>
              <p:nvPr/>
            </p:nvSpPr>
            <p:spPr>
              <a:xfrm>
                <a:off x="7885112" y="1584729"/>
                <a:ext cx="50120" cy="5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7">
                    <a:moveTo>
                      <a:pt x="0" y="0"/>
                    </a:moveTo>
                    <a:lnTo>
                      <a:pt x="2875" y="338"/>
                    </a:lnTo>
                    <a:lnTo>
                      <a:pt x="5262" y="537"/>
                    </a:lnTo>
                    <a:lnTo>
                      <a:pt x="2387" y="76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3" name="Surface mesh patch"/>
              <p:cNvSpPr/>
              <p:nvPr/>
            </p:nvSpPr>
            <p:spPr>
              <a:xfrm>
                <a:off x="7935232" y="1589842"/>
                <a:ext cx="50120" cy="54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5">
                    <a:moveTo>
                      <a:pt x="0" y="0"/>
                    </a:moveTo>
                    <a:lnTo>
                      <a:pt x="2875" y="248"/>
                    </a:lnTo>
                    <a:lnTo>
                      <a:pt x="5262" y="575"/>
                    </a:lnTo>
                    <a:lnTo>
                      <a:pt x="2387" y="242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4" name="Surface mesh patch"/>
              <p:cNvSpPr/>
              <p:nvPr/>
            </p:nvSpPr>
            <p:spPr>
              <a:xfrm>
                <a:off x="7985352" y="1595319"/>
                <a:ext cx="50120" cy="52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1">
                    <a:moveTo>
                      <a:pt x="0" y="0"/>
                    </a:moveTo>
                    <a:lnTo>
                      <a:pt x="2875" y="243"/>
                    </a:lnTo>
                    <a:lnTo>
                      <a:pt x="5262" y="551"/>
                    </a:lnTo>
                    <a:lnTo>
                      <a:pt x="2387" y="28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5" name="Surface mesh patch"/>
              <p:cNvSpPr/>
              <p:nvPr/>
            </p:nvSpPr>
            <p:spPr>
              <a:xfrm>
                <a:off x="8035471" y="1600569"/>
                <a:ext cx="50120" cy="45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9">
                    <a:moveTo>
                      <a:pt x="0" y="0"/>
                    </a:moveTo>
                    <a:lnTo>
                      <a:pt x="2875" y="364"/>
                    </a:lnTo>
                    <a:lnTo>
                      <a:pt x="5262" y="479"/>
                    </a:lnTo>
                    <a:lnTo>
                      <a:pt x="2387" y="161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6" name="Surface mesh patch"/>
              <p:cNvSpPr/>
              <p:nvPr/>
            </p:nvSpPr>
            <p:spPr>
              <a:xfrm>
                <a:off x="8085591" y="1603940"/>
                <a:ext cx="50120" cy="7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8">
                    <a:moveTo>
                      <a:pt x="0" y="125"/>
                    </a:moveTo>
                    <a:lnTo>
                      <a:pt x="2875" y="758"/>
                    </a:lnTo>
                    <a:lnTo>
                      <a:pt x="5262" y="5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7" name="Surface mesh patch"/>
              <p:cNvSpPr/>
              <p:nvPr/>
            </p:nvSpPr>
            <p:spPr>
              <a:xfrm>
                <a:off x="8135711" y="1603481"/>
                <a:ext cx="50120" cy="149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2">
                    <a:moveTo>
                      <a:pt x="0" y="553"/>
                    </a:moveTo>
                    <a:lnTo>
                      <a:pt x="2875" y="1572"/>
                    </a:lnTo>
                    <a:lnTo>
                      <a:pt x="5262" y="8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8" name="Surface mesh patch"/>
              <p:cNvSpPr/>
              <p:nvPr/>
            </p:nvSpPr>
            <p:spPr>
              <a:xfrm>
                <a:off x="8185830" y="1600850"/>
                <a:ext cx="50120" cy="23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4">
                    <a:moveTo>
                      <a:pt x="0" y="1078"/>
                    </a:moveTo>
                    <a:lnTo>
                      <a:pt x="2875" y="2514"/>
                    </a:lnTo>
                    <a:lnTo>
                      <a:pt x="5262" y="11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9" name="Surface mesh patch"/>
              <p:cNvSpPr/>
              <p:nvPr/>
            </p:nvSpPr>
            <p:spPr>
              <a:xfrm>
                <a:off x="8235950" y="1595918"/>
                <a:ext cx="50120" cy="32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05">
                    <a:moveTo>
                      <a:pt x="0" y="1643"/>
                    </a:moveTo>
                    <a:lnTo>
                      <a:pt x="2875" y="3405"/>
                    </a:lnTo>
                    <a:lnTo>
                      <a:pt x="5262" y="13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0" name="Surface mesh patch"/>
              <p:cNvSpPr/>
              <p:nvPr/>
            </p:nvSpPr>
            <p:spPr>
              <a:xfrm>
                <a:off x="8286070" y="1588080"/>
                <a:ext cx="50120" cy="387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0">
                    <a:moveTo>
                      <a:pt x="0" y="2187"/>
                    </a:moveTo>
                    <a:lnTo>
                      <a:pt x="2875" y="4070"/>
                    </a:lnTo>
                    <a:lnTo>
                      <a:pt x="5262" y="1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1" name="Surface mesh patch"/>
              <p:cNvSpPr/>
              <p:nvPr/>
            </p:nvSpPr>
            <p:spPr>
              <a:xfrm>
                <a:off x="8336189" y="1576293"/>
                <a:ext cx="50120" cy="41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3">
                    <a:moveTo>
                      <a:pt x="0" y="2658"/>
                    </a:moveTo>
                    <a:lnTo>
                      <a:pt x="2875" y="4383"/>
                    </a:lnTo>
                    <a:lnTo>
                      <a:pt x="5262" y="12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2" name="Surface mesh patch"/>
              <p:cNvSpPr/>
              <p:nvPr/>
            </p:nvSpPr>
            <p:spPr>
              <a:xfrm>
                <a:off x="8386309" y="1559164"/>
                <a:ext cx="50120" cy="407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2">
                    <a:moveTo>
                      <a:pt x="0" y="3025"/>
                    </a:moveTo>
                    <a:lnTo>
                      <a:pt x="2875" y="4282"/>
                    </a:lnTo>
                    <a:lnTo>
                      <a:pt x="5262" y="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3" name="Surface mesh patch"/>
              <p:cNvSpPr/>
              <p:nvPr/>
            </p:nvSpPr>
            <p:spPr>
              <a:xfrm>
                <a:off x="8436429" y="1533682"/>
                <a:ext cx="50120" cy="367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1">
                    <a:moveTo>
                      <a:pt x="0" y="3416"/>
                    </a:moveTo>
                    <a:lnTo>
                      <a:pt x="2875" y="3861"/>
                    </a:lnTo>
                    <a:lnTo>
                      <a:pt x="5262" y="0"/>
                    </a:lnTo>
                    <a:lnTo>
                      <a:pt x="2387" y="107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4" name="Surface mesh patch"/>
              <p:cNvSpPr/>
              <p:nvPr/>
            </p:nvSpPr>
            <p:spPr>
              <a:xfrm>
                <a:off x="8486548" y="1485705"/>
                <a:ext cx="50120" cy="479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7">
                    <a:moveTo>
                      <a:pt x="0" y="5037"/>
                    </a:moveTo>
                    <a:lnTo>
                      <a:pt x="2875" y="4252"/>
                    </a:lnTo>
                    <a:lnTo>
                      <a:pt x="5262" y="0"/>
                    </a:lnTo>
                    <a:lnTo>
                      <a:pt x="2387" y="1444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5" name="Surface mesh patch"/>
              <p:cNvSpPr/>
              <p:nvPr/>
            </p:nvSpPr>
            <p:spPr>
              <a:xfrm>
                <a:off x="8536668" y="1415038"/>
                <a:ext cx="50120" cy="70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9">
                    <a:moveTo>
                      <a:pt x="0" y="7419"/>
                    </a:moveTo>
                    <a:lnTo>
                      <a:pt x="2875" y="4887"/>
                    </a:lnTo>
                    <a:lnTo>
                      <a:pt x="5262" y="0"/>
                    </a:lnTo>
                    <a:lnTo>
                      <a:pt x="2387" y="3405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6" name="Surface mesh patch"/>
              <p:cNvSpPr/>
              <p:nvPr/>
            </p:nvSpPr>
            <p:spPr>
              <a:xfrm>
                <a:off x="8586788" y="1313624"/>
                <a:ext cx="50120" cy="1014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47">
                    <a:moveTo>
                      <a:pt x="0" y="10647"/>
                    </a:moveTo>
                    <a:lnTo>
                      <a:pt x="2875" y="5863"/>
                    </a:lnTo>
                    <a:lnTo>
                      <a:pt x="5262" y="0"/>
                    </a:lnTo>
                    <a:lnTo>
                      <a:pt x="2387" y="5939"/>
                    </a:lnTo>
                    <a:close/>
                  </a:path>
                </a:pathLst>
              </a:custGeom>
              <a:solidFill>
                <a:srgbClr val="e3dfe2"/>
              </a:solidFill>
              <a:ln w="3334" cap="flat" cmpd="sng" algn="ctr">
                <a:solidFill>
                  <a:srgbClr val="e3df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7" name="Surface mesh patch"/>
              <p:cNvSpPr/>
              <p:nvPr/>
            </p:nvSpPr>
            <p:spPr>
              <a:xfrm>
                <a:off x="8636907" y="1178009"/>
                <a:ext cx="50120" cy="1356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38">
                    <a:moveTo>
                      <a:pt x="0" y="14238"/>
                    </a:moveTo>
                    <a:lnTo>
                      <a:pt x="2875" y="7070"/>
                    </a:lnTo>
                    <a:lnTo>
                      <a:pt x="5262" y="0"/>
                    </a:lnTo>
                    <a:lnTo>
                      <a:pt x="2387" y="8549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8" name="Surface mesh patch"/>
              <p:cNvSpPr/>
              <p:nvPr/>
            </p:nvSpPr>
            <p:spPr>
              <a:xfrm>
                <a:off x="8687027" y="1016931"/>
                <a:ext cx="50120" cy="1610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11">
                    <a:moveTo>
                      <a:pt x="0" y="16911"/>
                    </a:moveTo>
                    <a:lnTo>
                      <a:pt x="2875" y="8116"/>
                    </a:lnTo>
                    <a:lnTo>
                      <a:pt x="5262" y="0"/>
                    </a:lnTo>
                    <a:lnTo>
                      <a:pt x="2387" y="10171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29" name="Surface mesh patch"/>
              <p:cNvSpPr/>
              <p:nvPr/>
            </p:nvSpPr>
            <p:spPr>
              <a:xfrm>
                <a:off x="8737146" y="856004"/>
                <a:ext cx="50120" cy="1609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95">
                    <a:moveTo>
                      <a:pt x="0" y="16895"/>
                    </a:moveTo>
                    <a:lnTo>
                      <a:pt x="2875" y="8440"/>
                    </a:lnTo>
                    <a:lnTo>
                      <a:pt x="5262" y="0"/>
                    </a:lnTo>
                    <a:lnTo>
                      <a:pt x="2387" y="9499"/>
                    </a:lnTo>
                    <a:close/>
                  </a:path>
                </a:pathLst>
              </a:custGeom>
              <a:solidFill>
                <a:srgbClr val="ed7767"/>
              </a:solidFill>
              <a:ln w="3334" cap="flat" cmpd="sng" algn="ctr">
                <a:solidFill>
                  <a:srgbClr val="ed77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0" name="Surface mesh patch"/>
              <p:cNvSpPr/>
              <p:nvPr/>
            </p:nvSpPr>
            <p:spPr>
              <a:xfrm>
                <a:off x="8787266" y="733452"/>
                <a:ext cx="50120" cy="122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6">
                    <a:moveTo>
                      <a:pt x="0" y="12866"/>
                    </a:moveTo>
                    <a:lnTo>
                      <a:pt x="2875" y="7611"/>
                    </a:lnTo>
                    <a:lnTo>
                      <a:pt x="5262" y="0"/>
                    </a:lnTo>
                    <a:lnTo>
                      <a:pt x="2387" y="5730"/>
                    </a:lnTo>
                    <a:close/>
                  </a:path>
                </a:pathLst>
              </a:custGeom>
              <a:solidFill>
                <a:srgbClr val="d0383e"/>
              </a:solidFill>
              <a:ln w="3334" cap="flat" cmpd="sng" algn="ctr">
                <a:solidFill>
                  <a:srgbClr val="d0383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1" name="Surface mesh patch"/>
              <p:cNvSpPr/>
              <p:nvPr/>
            </p:nvSpPr>
            <p:spPr>
              <a:xfrm>
                <a:off x="8837386" y="679173"/>
                <a:ext cx="50120" cy="601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18">
                    <a:moveTo>
                      <a:pt x="0" y="5699"/>
                    </a:moveTo>
                    <a:lnTo>
                      <a:pt x="2875" y="6318"/>
                    </a:lnTo>
                    <a:lnTo>
                      <a:pt x="5262" y="6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2" name="Surface mesh patch"/>
              <p:cNvSpPr/>
              <p:nvPr/>
            </p:nvSpPr>
            <p:spPr>
              <a:xfrm>
                <a:off x="8887505" y="653772"/>
                <a:ext cx="50120" cy="1044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69">
                    <a:moveTo>
                      <a:pt x="0" y="3337"/>
                    </a:moveTo>
                    <a:lnTo>
                      <a:pt x="2875" y="10969"/>
                    </a:lnTo>
                    <a:lnTo>
                      <a:pt x="5262" y="78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3" name="Surface mesh patch"/>
              <p:cNvSpPr/>
              <p:nvPr/>
            </p:nvSpPr>
            <p:spPr>
              <a:xfrm>
                <a:off x="8937625" y="721525"/>
                <a:ext cx="50120" cy="136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85">
                    <a:moveTo>
                      <a:pt x="0" y="765"/>
                    </a:moveTo>
                    <a:lnTo>
                      <a:pt x="2875" y="14285"/>
                    </a:lnTo>
                    <a:lnTo>
                      <a:pt x="5262" y="135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373d"/>
              </a:solidFill>
              <a:ln w="3334" cap="flat" cmpd="sng" algn="ctr">
                <a:solidFill>
                  <a:srgbClr val="d0373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4" name="Surface mesh patch"/>
              <p:cNvSpPr/>
              <p:nvPr/>
            </p:nvSpPr>
            <p:spPr>
              <a:xfrm>
                <a:off x="8987745" y="850439"/>
                <a:ext cx="50120" cy="1637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91">
                    <a:moveTo>
                      <a:pt x="0" y="0"/>
                    </a:moveTo>
                    <a:lnTo>
                      <a:pt x="2875" y="16462"/>
                    </a:lnTo>
                    <a:lnTo>
                      <a:pt x="5262" y="17191"/>
                    </a:lnTo>
                    <a:lnTo>
                      <a:pt x="2387" y="1208"/>
                    </a:lnTo>
                    <a:close/>
                  </a:path>
                </a:pathLst>
              </a:custGeom>
              <a:solidFill>
                <a:srgbClr val="ed7867"/>
              </a:solidFill>
              <a:ln w="3334" cap="flat" cmpd="sng" algn="ctr">
                <a:solidFill>
                  <a:srgbClr val="ed78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5" name="Surface mesh patch"/>
              <p:cNvSpPr/>
              <p:nvPr/>
            </p:nvSpPr>
            <p:spPr>
              <a:xfrm>
                <a:off x="9037864" y="1014182"/>
                <a:ext cx="50120" cy="1632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37">
                    <a:moveTo>
                      <a:pt x="0" y="0"/>
                    </a:moveTo>
                    <a:lnTo>
                      <a:pt x="2875" y="15978"/>
                    </a:lnTo>
                    <a:lnTo>
                      <a:pt x="5262" y="17137"/>
                    </a:lnTo>
                    <a:lnTo>
                      <a:pt x="2387" y="2096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6" name="Surface mesh patch"/>
              <p:cNvSpPr/>
              <p:nvPr/>
            </p:nvSpPr>
            <p:spPr>
              <a:xfrm>
                <a:off x="9087984" y="1177416"/>
                <a:ext cx="50120" cy="1309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748">
                    <a:moveTo>
                      <a:pt x="0" y="0"/>
                    </a:moveTo>
                    <a:lnTo>
                      <a:pt x="2875" y="12965"/>
                    </a:lnTo>
                    <a:lnTo>
                      <a:pt x="5262" y="13748"/>
                    </a:lnTo>
                    <a:lnTo>
                      <a:pt x="2387" y="1926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7" name="Surface mesh patch"/>
              <p:cNvSpPr/>
              <p:nvPr/>
            </p:nvSpPr>
            <p:spPr>
              <a:xfrm>
                <a:off x="9138104" y="1308366"/>
                <a:ext cx="50120" cy="856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95">
                    <a:moveTo>
                      <a:pt x="0" y="0"/>
                    </a:moveTo>
                    <a:lnTo>
                      <a:pt x="2875" y="8958"/>
                    </a:lnTo>
                    <a:lnTo>
                      <a:pt x="5262" y="8995"/>
                    </a:lnTo>
                    <a:lnTo>
                      <a:pt x="2387" y="1100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8" name="Surface mesh patch"/>
              <p:cNvSpPr/>
              <p:nvPr/>
            </p:nvSpPr>
            <p:spPr>
              <a:xfrm>
                <a:off x="9188223" y="1394044"/>
                <a:ext cx="50120" cy="50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6">
                    <a:moveTo>
                      <a:pt x="0" y="0"/>
                    </a:moveTo>
                    <a:lnTo>
                      <a:pt x="2875" y="5286"/>
                    </a:lnTo>
                    <a:lnTo>
                      <a:pt x="5262" y="4585"/>
                    </a:lnTo>
                    <a:lnTo>
                      <a:pt x="2387" y="10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39" name="Surface mesh patch"/>
              <p:cNvSpPr/>
              <p:nvPr/>
            </p:nvSpPr>
            <p:spPr>
              <a:xfrm>
                <a:off x="9238343" y="1430715"/>
                <a:ext cx="50120" cy="32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7">
                    <a:moveTo>
                      <a:pt x="0" y="735"/>
                    </a:moveTo>
                    <a:lnTo>
                      <a:pt x="2875" y="3367"/>
                    </a:lnTo>
                    <a:lnTo>
                      <a:pt x="5262" y="21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0" name="Surface mesh patch"/>
              <p:cNvSpPr/>
              <p:nvPr/>
            </p:nvSpPr>
            <p:spPr>
              <a:xfrm>
                <a:off x="9288462" y="1439024"/>
                <a:ext cx="50120" cy="22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4">
                    <a:moveTo>
                      <a:pt x="0" y="1266"/>
                    </a:moveTo>
                    <a:lnTo>
                      <a:pt x="2875" y="2354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1" name="Surface mesh patch"/>
              <p:cNvSpPr/>
              <p:nvPr/>
            </p:nvSpPr>
            <p:spPr>
              <a:xfrm>
                <a:off x="9338582" y="1432841"/>
                <a:ext cx="50120" cy="183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5">
                    <a:moveTo>
                      <a:pt x="0" y="1504"/>
                    </a:moveTo>
                    <a:lnTo>
                      <a:pt x="2875" y="1925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2" name="Surface mesh patch"/>
              <p:cNvSpPr/>
              <p:nvPr/>
            </p:nvSpPr>
            <p:spPr>
              <a:xfrm>
                <a:off x="9388702" y="1421954"/>
                <a:ext cx="50120" cy="17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6">
                    <a:moveTo>
                      <a:pt x="0" y="1518"/>
                    </a:moveTo>
                    <a:lnTo>
                      <a:pt x="2875" y="1856"/>
                    </a:lnTo>
                    <a:lnTo>
                      <a:pt x="5262" y="4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3" name="Surface mesh patch"/>
              <p:cNvSpPr/>
              <p:nvPr/>
            </p:nvSpPr>
            <p:spPr>
              <a:xfrm>
                <a:off x="9438821" y="1412627"/>
                <a:ext cx="50120" cy="18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9">
                    <a:moveTo>
                      <a:pt x="0" y="1387"/>
                    </a:moveTo>
                    <a:lnTo>
                      <a:pt x="2875" y="1979"/>
                    </a:lnTo>
                    <a:lnTo>
                      <a:pt x="5262" y="7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4" name="Surface mesh patch"/>
              <p:cNvSpPr/>
              <p:nvPr/>
            </p:nvSpPr>
            <p:spPr>
              <a:xfrm>
                <a:off x="9488941" y="1408267"/>
                <a:ext cx="50120" cy="20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4">
                    <a:moveTo>
                      <a:pt x="0" y="1181"/>
                    </a:moveTo>
                    <a:lnTo>
                      <a:pt x="2875" y="2184"/>
                    </a:lnTo>
                    <a:lnTo>
                      <a:pt x="5262" y="1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5" name="Surface mesh patch"/>
              <p:cNvSpPr/>
              <p:nvPr/>
            </p:nvSpPr>
            <p:spPr>
              <a:xfrm>
                <a:off x="9539061" y="1410131"/>
                <a:ext cx="50120" cy="228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9">
                    <a:moveTo>
                      <a:pt x="0" y="957"/>
                    </a:moveTo>
                    <a:lnTo>
                      <a:pt x="2875" y="2399"/>
                    </a:lnTo>
                    <a:lnTo>
                      <a:pt x="5262" y="1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6" name="Surface mesh patch"/>
              <p:cNvSpPr/>
              <p:nvPr/>
            </p:nvSpPr>
            <p:spPr>
              <a:xfrm>
                <a:off x="9589180" y="1417847"/>
                <a:ext cx="50120" cy="244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1">
                    <a:moveTo>
                      <a:pt x="0" y="765"/>
                    </a:moveTo>
                    <a:lnTo>
                      <a:pt x="2875" y="2571"/>
                    </a:lnTo>
                    <a:lnTo>
                      <a:pt x="5262" y="18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7"/>
              </a:solidFill>
              <a:ln w="3334" cap="flat" cmpd="sng" algn="ctr">
                <a:solidFill>
                  <a:srgbClr val="c9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7" name="Surface mesh patch"/>
              <p:cNvSpPr/>
              <p:nvPr/>
            </p:nvSpPr>
            <p:spPr>
              <a:xfrm>
                <a:off x="7561663" y="1548168"/>
                <a:ext cx="50120" cy="23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8">
                    <a:moveTo>
                      <a:pt x="0" y="585"/>
                    </a:moveTo>
                    <a:lnTo>
                      <a:pt x="2875" y="2448"/>
                    </a:lnTo>
                    <a:lnTo>
                      <a:pt x="5262" y="18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8" name="Surface mesh patch"/>
              <p:cNvSpPr/>
              <p:nvPr/>
            </p:nvSpPr>
            <p:spPr>
              <a:xfrm>
                <a:off x="7611782" y="1559281"/>
                <a:ext cx="50120" cy="209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97">
                    <a:moveTo>
                      <a:pt x="0" y="640"/>
                    </a:moveTo>
                    <a:lnTo>
                      <a:pt x="2875" y="2197"/>
                    </a:lnTo>
                    <a:lnTo>
                      <a:pt x="5262" y="15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9" name="Surface mesh patch"/>
              <p:cNvSpPr/>
              <p:nvPr/>
            </p:nvSpPr>
            <p:spPr>
              <a:xfrm>
                <a:off x="7661902" y="1567275"/>
                <a:ext cx="50120" cy="178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665"/>
                    </a:moveTo>
                    <a:lnTo>
                      <a:pt x="2875" y="1876"/>
                    </a:lnTo>
                    <a:lnTo>
                      <a:pt x="5262" y="11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0" name="Surface mesh patch"/>
              <p:cNvSpPr/>
              <p:nvPr/>
            </p:nvSpPr>
            <p:spPr>
              <a:xfrm>
                <a:off x="7712022" y="1572676"/>
                <a:ext cx="50120" cy="14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9">
                    <a:moveTo>
                      <a:pt x="0" y="620"/>
                    </a:moveTo>
                    <a:lnTo>
                      <a:pt x="2875" y="1499"/>
                    </a:lnTo>
                    <a:lnTo>
                      <a:pt x="5262" y="9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1" name="Surface mesh patch"/>
              <p:cNvSpPr/>
              <p:nvPr/>
            </p:nvSpPr>
            <p:spPr>
              <a:xfrm>
                <a:off x="7762141" y="1576631"/>
                <a:ext cx="50120" cy="10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3">
                    <a:moveTo>
                      <a:pt x="0" y="486"/>
                    </a:moveTo>
                    <a:lnTo>
                      <a:pt x="2875" y="1083"/>
                    </a:lnTo>
                    <a:lnTo>
                      <a:pt x="5262" y="6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2" name="Surface mesh patch"/>
              <p:cNvSpPr/>
              <p:nvPr/>
            </p:nvSpPr>
            <p:spPr>
              <a:xfrm>
                <a:off x="7812261" y="1580377"/>
                <a:ext cx="50120" cy="62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">
                    <a:moveTo>
                      <a:pt x="0" y="273"/>
                    </a:moveTo>
                    <a:lnTo>
                      <a:pt x="2875" y="652"/>
                    </a:lnTo>
                    <a:lnTo>
                      <a:pt x="5262" y="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3" name="Surface mesh patch"/>
              <p:cNvSpPr/>
              <p:nvPr/>
            </p:nvSpPr>
            <p:spPr>
              <a:xfrm>
                <a:off x="7862381" y="1584729"/>
                <a:ext cx="50120" cy="3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">
                    <a:moveTo>
                      <a:pt x="0" y="24"/>
                    </a:moveTo>
                    <a:lnTo>
                      <a:pt x="2875" y="255"/>
                    </a:lnTo>
                    <a:lnTo>
                      <a:pt x="5262" y="3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4" name="Surface mesh patch"/>
              <p:cNvSpPr/>
              <p:nvPr/>
            </p:nvSpPr>
            <p:spPr>
              <a:xfrm>
                <a:off x="7912500" y="1587951"/>
                <a:ext cx="50120" cy="42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">
                    <a:moveTo>
                      <a:pt x="0" y="0"/>
                    </a:moveTo>
                    <a:lnTo>
                      <a:pt x="2875" y="163"/>
                    </a:lnTo>
                    <a:lnTo>
                      <a:pt x="5262" y="447"/>
                    </a:lnTo>
                    <a:lnTo>
                      <a:pt x="2387" y="199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5" name="Surface mesh patch"/>
              <p:cNvSpPr/>
              <p:nvPr/>
            </p:nvSpPr>
            <p:spPr>
              <a:xfrm>
                <a:off x="7962620" y="1592208"/>
                <a:ext cx="50120" cy="5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">
                    <a:moveTo>
                      <a:pt x="0" y="0"/>
                    </a:moveTo>
                    <a:lnTo>
                      <a:pt x="2875" y="202"/>
                    </a:lnTo>
                    <a:lnTo>
                      <a:pt x="5262" y="570"/>
                    </a:lnTo>
                    <a:lnTo>
                      <a:pt x="2387" y="327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6" name="Surface mesh patch"/>
              <p:cNvSpPr/>
              <p:nvPr/>
            </p:nvSpPr>
            <p:spPr>
              <a:xfrm>
                <a:off x="8012740" y="1597635"/>
                <a:ext cx="50120" cy="64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2">
                    <a:moveTo>
                      <a:pt x="0" y="0"/>
                    </a:moveTo>
                    <a:lnTo>
                      <a:pt x="2875" y="385"/>
                    </a:lnTo>
                    <a:lnTo>
                      <a:pt x="5262" y="672"/>
                    </a:lnTo>
                    <a:lnTo>
                      <a:pt x="2387" y="308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7" name="Surface mesh patch"/>
              <p:cNvSpPr/>
              <p:nvPr/>
            </p:nvSpPr>
            <p:spPr>
              <a:xfrm>
                <a:off x="8062859" y="1604037"/>
                <a:ext cx="50120" cy="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8">
                    <a:moveTo>
                      <a:pt x="0" y="0"/>
                    </a:moveTo>
                    <a:lnTo>
                      <a:pt x="2875" y="731"/>
                    </a:lnTo>
                    <a:lnTo>
                      <a:pt x="5262" y="748"/>
                    </a:lnTo>
                    <a:lnTo>
                      <a:pt x="2387" y="115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8" name="Surface mesh patch"/>
              <p:cNvSpPr/>
              <p:nvPr/>
            </p:nvSpPr>
            <p:spPr>
              <a:xfrm>
                <a:off x="8112979" y="1608748"/>
                <a:ext cx="50120" cy="13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4">
                    <a:moveTo>
                      <a:pt x="0" y="253"/>
                    </a:moveTo>
                    <a:lnTo>
                      <a:pt x="2875" y="1464"/>
                    </a:lnTo>
                    <a:lnTo>
                      <a:pt x="5262" y="10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9" name="Surface mesh patch"/>
              <p:cNvSpPr/>
              <p:nvPr/>
            </p:nvSpPr>
            <p:spPr>
              <a:xfrm>
                <a:off x="8163098" y="1611115"/>
                <a:ext cx="50120" cy="238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6">
                    <a:moveTo>
                      <a:pt x="0" y="770"/>
                    </a:moveTo>
                    <a:lnTo>
                      <a:pt x="2875" y="2506"/>
                    </a:lnTo>
                    <a:lnTo>
                      <a:pt x="5262" y="1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0" name="Surface mesh patch"/>
              <p:cNvSpPr/>
              <p:nvPr/>
            </p:nvSpPr>
            <p:spPr>
              <a:xfrm>
                <a:off x="8213218" y="1611566"/>
                <a:ext cx="50120" cy="339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2">
                    <a:moveTo>
                      <a:pt x="0" y="1389"/>
                    </a:moveTo>
                    <a:lnTo>
                      <a:pt x="2875" y="3562"/>
                    </a:lnTo>
                    <a:lnTo>
                      <a:pt x="5262" y="17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1" name="Surface mesh patch"/>
              <p:cNvSpPr/>
              <p:nvPr/>
            </p:nvSpPr>
            <p:spPr>
              <a:xfrm>
                <a:off x="8263338" y="1608914"/>
                <a:ext cx="50120" cy="42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33">
                    <a:moveTo>
                      <a:pt x="0" y="2040"/>
                    </a:moveTo>
                    <a:lnTo>
                      <a:pt x="2875" y="4433"/>
                    </a:lnTo>
                    <a:lnTo>
                      <a:pt x="5262" y="18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2" name="Surface mesh patch"/>
              <p:cNvSpPr/>
              <p:nvPr/>
            </p:nvSpPr>
            <p:spPr>
              <a:xfrm>
                <a:off x="8313457" y="1601606"/>
                <a:ext cx="50120" cy="471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52">
                    <a:moveTo>
                      <a:pt x="0" y="2650"/>
                    </a:moveTo>
                    <a:lnTo>
                      <a:pt x="2875" y="4952"/>
                    </a:lnTo>
                    <a:lnTo>
                      <a:pt x="5262" y="17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3" name="Surface mesh patch"/>
              <p:cNvSpPr/>
              <p:nvPr/>
            </p:nvSpPr>
            <p:spPr>
              <a:xfrm>
                <a:off x="8363577" y="1587979"/>
                <a:ext cx="50120" cy="478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3">
                    <a:moveTo>
                      <a:pt x="0" y="3156"/>
                    </a:moveTo>
                    <a:lnTo>
                      <a:pt x="2875" y="5023"/>
                    </a:lnTo>
                    <a:lnTo>
                      <a:pt x="5262" y="12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4" name="Surface mesh patch"/>
              <p:cNvSpPr/>
              <p:nvPr/>
            </p:nvSpPr>
            <p:spPr>
              <a:xfrm>
                <a:off x="8413697" y="1566220"/>
                <a:ext cx="50120" cy="44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24">
                    <a:moveTo>
                      <a:pt x="0" y="3541"/>
                    </a:moveTo>
                    <a:lnTo>
                      <a:pt x="2875" y="4624"/>
                    </a:lnTo>
                    <a:lnTo>
                      <a:pt x="5262" y="4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5" name="Surface mesh patch"/>
              <p:cNvSpPr/>
              <p:nvPr/>
            </p:nvSpPr>
            <p:spPr>
              <a:xfrm>
                <a:off x="8463816" y="1526206"/>
                <a:ext cx="50120" cy="442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6">
                    <a:moveTo>
                      <a:pt x="0" y="4646"/>
                    </a:moveTo>
                    <a:lnTo>
                      <a:pt x="2875" y="4574"/>
                    </a:lnTo>
                    <a:lnTo>
                      <a:pt x="5262" y="0"/>
                    </a:lnTo>
                    <a:lnTo>
                      <a:pt x="2387" y="785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6" name="Surface mesh patch"/>
              <p:cNvSpPr/>
              <p:nvPr/>
            </p:nvSpPr>
            <p:spPr>
              <a:xfrm>
                <a:off x="8513936" y="1461582"/>
                <a:ext cx="50120" cy="64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5">
                    <a:moveTo>
                      <a:pt x="0" y="6785"/>
                    </a:moveTo>
                    <a:lnTo>
                      <a:pt x="2875" y="5132"/>
                    </a:lnTo>
                    <a:lnTo>
                      <a:pt x="5262" y="0"/>
                    </a:lnTo>
                    <a:lnTo>
                      <a:pt x="2387" y="2533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7" name="Surface mesh patch"/>
              <p:cNvSpPr/>
              <p:nvPr/>
            </p:nvSpPr>
            <p:spPr>
              <a:xfrm>
                <a:off x="8564056" y="1369471"/>
                <a:ext cx="50120" cy="921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70">
                    <a:moveTo>
                      <a:pt x="0" y="9670"/>
                    </a:moveTo>
                    <a:lnTo>
                      <a:pt x="2875" y="6020"/>
                    </a:lnTo>
                    <a:lnTo>
                      <a:pt x="5262" y="0"/>
                    </a:lnTo>
                    <a:lnTo>
                      <a:pt x="2387" y="4784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8" name="Surface mesh patch"/>
              <p:cNvSpPr/>
              <p:nvPr/>
            </p:nvSpPr>
            <p:spPr>
              <a:xfrm>
                <a:off x="8614175" y="1245356"/>
                <a:ext cx="50120" cy="1241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031">
                    <a:moveTo>
                      <a:pt x="0" y="13031"/>
                    </a:moveTo>
                    <a:lnTo>
                      <a:pt x="2875" y="7237"/>
                    </a:lnTo>
                    <a:lnTo>
                      <a:pt x="5262" y="0"/>
                    </a:lnTo>
                    <a:lnTo>
                      <a:pt x="2387" y="7167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69" name="Surface mesh patch"/>
              <p:cNvSpPr/>
              <p:nvPr/>
            </p:nvSpPr>
            <p:spPr>
              <a:xfrm>
                <a:off x="8664295" y="1094238"/>
                <a:ext cx="50120" cy="151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65">
                    <a:moveTo>
                      <a:pt x="0" y="15865"/>
                    </a:moveTo>
                    <a:lnTo>
                      <a:pt x="2875" y="8499"/>
                    </a:lnTo>
                    <a:lnTo>
                      <a:pt x="5262" y="0"/>
                    </a:lnTo>
                    <a:lnTo>
                      <a:pt x="2387" y="8795"/>
                    </a:lnTo>
                    <a:close/>
                  </a:path>
                </a:pathLst>
              </a:custGeom>
              <a:solidFill>
                <a:srgbClr val="fbbb9f"/>
              </a:solidFill>
              <a:ln w="3334" cap="flat" cmpd="sng" algn="ctr">
                <a:solidFill>
                  <a:srgbClr val="fbbb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0" name="Surface mesh patch"/>
              <p:cNvSpPr/>
              <p:nvPr/>
            </p:nvSpPr>
            <p:spPr>
              <a:xfrm>
                <a:off x="8714415" y="936392"/>
                <a:ext cx="50120" cy="1578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72">
                    <a:moveTo>
                      <a:pt x="0" y="16572"/>
                    </a:moveTo>
                    <a:lnTo>
                      <a:pt x="2875" y="9277"/>
                    </a:lnTo>
                    <a:lnTo>
                      <a:pt x="5262" y="0"/>
                    </a:lnTo>
                    <a:lnTo>
                      <a:pt x="2387" y="8456"/>
                    </a:lnTo>
                    <a:close/>
                  </a:path>
                </a:pathLst>
              </a:custGeom>
              <a:solidFill>
                <a:srgbClr val="fa967a"/>
              </a:solidFill>
              <a:ln w="3334" cap="flat" cmpd="sng" algn="ctr">
                <a:solidFill>
                  <a:srgbClr val="fa96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1" name="Surface mesh patch"/>
              <p:cNvSpPr/>
              <p:nvPr/>
            </p:nvSpPr>
            <p:spPr>
              <a:xfrm>
                <a:off x="8764534" y="805949"/>
                <a:ext cx="50120" cy="130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95">
                    <a:moveTo>
                      <a:pt x="0" y="13695"/>
                    </a:moveTo>
                    <a:lnTo>
                      <a:pt x="2875" y="9034"/>
                    </a:lnTo>
                    <a:lnTo>
                      <a:pt x="5262" y="0"/>
                    </a:lnTo>
                    <a:lnTo>
                      <a:pt x="2387" y="5255"/>
                    </a:lnTo>
                    <a:close/>
                  </a:path>
                </a:pathLst>
              </a:custGeom>
              <a:solidFill>
                <a:srgbClr val="dd5551"/>
              </a:solidFill>
              <a:ln w="3334" cap="flat" cmpd="sng" algn="ctr">
                <a:solidFill>
                  <a:srgbClr val="dd555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2" name="Surface mesh patch"/>
              <p:cNvSpPr/>
              <p:nvPr/>
            </p:nvSpPr>
            <p:spPr>
              <a:xfrm>
                <a:off x="8814654" y="733452"/>
                <a:ext cx="50120" cy="78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2">
                    <a:moveTo>
                      <a:pt x="0" y="7611"/>
                    </a:moveTo>
                    <a:lnTo>
                      <a:pt x="2875" y="8192"/>
                    </a:lnTo>
                    <a:lnTo>
                      <a:pt x="5262" y="6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2934"/>
              </a:solidFill>
              <a:ln w="3334" cap="flat" cmpd="sng" algn="ctr">
                <a:solidFill>
                  <a:srgbClr val="ca293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3" name="Surface mesh patch"/>
              <p:cNvSpPr/>
              <p:nvPr/>
            </p:nvSpPr>
            <p:spPr>
              <a:xfrm>
                <a:off x="8864773" y="685554"/>
                <a:ext cx="50120" cy="122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58">
                    <a:moveTo>
                      <a:pt x="0" y="5648"/>
                    </a:moveTo>
                    <a:lnTo>
                      <a:pt x="2875" y="12858"/>
                    </a:lnTo>
                    <a:lnTo>
                      <a:pt x="5262" y="76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1f2e"/>
              </a:solidFill>
              <a:ln w="3334" cap="flat" cmpd="sng" algn="ctr">
                <a:solidFill>
                  <a:srgbClr val="c51f2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4" name="Surface mesh patch"/>
              <p:cNvSpPr/>
              <p:nvPr/>
            </p:nvSpPr>
            <p:spPr>
              <a:xfrm>
                <a:off x="8914893" y="728807"/>
                <a:ext cx="50120" cy="1546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36">
                    <a:moveTo>
                      <a:pt x="0" y="3092"/>
                    </a:moveTo>
                    <a:lnTo>
                      <a:pt x="2875" y="16236"/>
                    </a:lnTo>
                    <a:lnTo>
                      <a:pt x="5262" y="135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3a3f"/>
              </a:solidFill>
              <a:ln w="3334" cap="flat" cmpd="sng" algn="ctr">
                <a:solidFill>
                  <a:srgbClr val="d13a3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5" name="Surface mesh patch"/>
              <p:cNvSpPr/>
              <p:nvPr/>
            </p:nvSpPr>
            <p:spPr>
              <a:xfrm>
                <a:off x="8965013" y="850439"/>
                <a:ext cx="50120" cy="164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38">
                    <a:moveTo>
                      <a:pt x="0" y="751"/>
                    </a:moveTo>
                    <a:lnTo>
                      <a:pt x="2875" y="17238"/>
                    </a:lnTo>
                    <a:lnTo>
                      <a:pt x="5262" y="164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364"/>
              </a:solidFill>
              <a:ln w="3334" cap="flat" cmpd="sng" algn="ctr">
                <a:solidFill>
                  <a:srgbClr val="eb73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6" name="Surface mesh patch"/>
              <p:cNvSpPr/>
              <p:nvPr/>
            </p:nvSpPr>
            <p:spPr>
              <a:xfrm>
                <a:off x="9015132" y="1007235"/>
                <a:ext cx="50120" cy="1591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08">
                    <a:moveTo>
                      <a:pt x="0" y="0"/>
                    </a:moveTo>
                    <a:lnTo>
                      <a:pt x="2875" y="16498"/>
                    </a:lnTo>
                    <a:lnTo>
                      <a:pt x="5262" y="16708"/>
                    </a:lnTo>
                    <a:lnTo>
                      <a:pt x="2387" y="729"/>
                    </a:lnTo>
                    <a:close/>
                  </a:path>
                </a:pathLst>
              </a:custGeom>
              <a:solidFill>
                <a:srgbClr val="faa98d"/>
              </a:solidFill>
              <a:ln w="3334" cap="flat" cmpd="sng" algn="ctr">
                <a:solidFill>
                  <a:srgbClr val="faa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7" name="Surface mesh patch"/>
              <p:cNvSpPr/>
              <p:nvPr/>
            </p:nvSpPr>
            <p:spPr>
              <a:xfrm>
                <a:off x="9065252" y="1166374"/>
                <a:ext cx="50120" cy="1345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24">
                    <a:moveTo>
                      <a:pt x="0" y="0"/>
                    </a:moveTo>
                    <a:lnTo>
                      <a:pt x="2875" y="13815"/>
                    </a:lnTo>
                    <a:lnTo>
                      <a:pt x="5262" y="14124"/>
                    </a:lnTo>
                    <a:lnTo>
                      <a:pt x="2387" y="1159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8" name="Surface mesh patch"/>
              <p:cNvSpPr/>
              <p:nvPr/>
            </p:nvSpPr>
            <p:spPr>
              <a:xfrm>
                <a:off x="9115372" y="1300909"/>
                <a:ext cx="50120" cy="93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67">
                    <a:moveTo>
                      <a:pt x="0" y="0"/>
                    </a:moveTo>
                    <a:lnTo>
                      <a:pt x="2875" y="9867"/>
                    </a:lnTo>
                    <a:lnTo>
                      <a:pt x="5262" y="9741"/>
                    </a:lnTo>
                    <a:lnTo>
                      <a:pt x="2387" y="783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79" name="Surface mesh patch"/>
              <p:cNvSpPr/>
              <p:nvPr/>
            </p:nvSpPr>
            <p:spPr>
              <a:xfrm>
                <a:off x="9165491" y="1393692"/>
                <a:ext cx="50120" cy="575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39">
                    <a:moveTo>
                      <a:pt x="0" y="0"/>
                    </a:moveTo>
                    <a:lnTo>
                      <a:pt x="2875" y="6039"/>
                    </a:lnTo>
                    <a:lnTo>
                      <a:pt x="5262" y="5323"/>
                    </a:lnTo>
                    <a:lnTo>
                      <a:pt x="2387" y="37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0" name="Surface mesh patch"/>
              <p:cNvSpPr/>
              <p:nvPr/>
            </p:nvSpPr>
            <p:spPr>
              <a:xfrm>
                <a:off x="9215611" y="1437712"/>
                <a:ext cx="50120" cy="365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8">
                    <a:moveTo>
                      <a:pt x="0" y="701"/>
                    </a:moveTo>
                    <a:lnTo>
                      <a:pt x="2875" y="3838"/>
                    </a:lnTo>
                    <a:lnTo>
                      <a:pt x="5262" y="26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1" name="Surface mesh patch"/>
              <p:cNvSpPr/>
              <p:nvPr/>
            </p:nvSpPr>
            <p:spPr>
              <a:xfrm>
                <a:off x="9265731" y="1451087"/>
                <a:ext cx="50120" cy="245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9">
                    <a:moveTo>
                      <a:pt x="0" y="1229"/>
                    </a:moveTo>
                    <a:lnTo>
                      <a:pt x="2875" y="2579"/>
                    </a:lnTo>
                    <a:lnTo>
                      <a:pt x="5262" y="10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2" name="Surface mesh patch"/>
              <p:cNvSpPr/>
              <p:nvPr/>
            </p:nvSpPr>
            <p:spPr>
              <a:xfrm>
                <a:off x="9315850" y="1447167"/>
                <a:ext cx="50120" cy="190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7">
                    <a:moveTo>
                      <a:pt x="0" y="1499"/>
                    </a:moveTo>
                    <a:lnTo>
                      <a:pt x="2875" y="1997"/>
                    </a:lnTo>
                    <a:lnTo>
                      <a:pt x="5262" y="4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3" name="Surface mesh patch"/>
              <p:cNvSpPr/>
              <p:nvPr/>
            </p:nvSpPr>
            <p:spPr>
              <a:xfrm>
                <a:off x="9365970" y="1436411"/>
                <a:ext cx="50120" cy="175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1">
                    <a:moveTo>
                      <a:pt x="0" y="1550"/>
                    </a:moveTo>
                    <a:lnTo>
                      <a:pt x="2875" y="1841"/>
                    </a:lnTo>
                    <a:lnTo>
                      <a:pt x="5262" y="3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4" name="Surface mesh patch"/>
              <p:cNvSpPr/>
              <p:nvPr/>
            </p:nvSpPr>
            <p:spPr>
              <a:xfrm>
                <a:off x="9416090" y="1425838"/>
                <a:ext cx="50120" cy="18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1">
                    <a:moveTo>
                      <a:pt x="0" y="1448"/>
                    </a:moveTo>
                    <a:lnTo>
                      <a:pt x="2875" y="1921"/>
                    </a:lnTo>
                    <a:lnTo>
                      <a:pt x="5262" y="5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5" name="Surface mesh patch"/>
              <p:cNvSpPr/>
              <p:nvPr/>
            </p:nvSpPr>
            <p:spPr>
              <a:xfrm>
                <a:off x="9466209" y="1419514"/>
                <a:ext cx="50120" cy="20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0">
                    <a:moveTo>
                      <a:pt x="0" y="1256"/>
                    </a:moveTo>
                    <a:lnTo>
                      <a:pt x="2875" y="2110"/>
                    </a:lnTo>
                    <a:lnTo>
                      <a:pt x="5262" y="10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6" name="Surface mesh patch"/>
              <p:cNvSpPr/>
              <p:nvPr/>
            </p:nvSpPr>
            <p:spPr>
              <a:xfrm>
                <a:off x="9516329" y="1419251"/>
                <a:ext cx="50120" cy="221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9">
                    <a:moveTo>
                      <a:pt x="0" y="1031"/>
                    </a:moveTo>
                    <a:lnTo>
                      <a:pt x="2875" y="2329"/>
                    </a:lnTo>
                    <a:lnTo>
                      <a:pt x="5262" y="1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7" name="Surface mesh patch"/>
              <p:cNvSpPr/>
              <p:nvPr/>
            </p:nvSpPr>
            <p:spPr>
              <a:xfrm>
                <a:off x="9566448" y="1425136"/>
                <a:ext cx="50120" cy="240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823"/>
                    </a:moveTo>
                    <a:lnTo>
                      <a:pt x="2875" y="2520"/>
                    </a:lnTo>
                    <a:lnTo>
                      <a:pt x="5262" y="18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8" name="Surface mesh patch"/>
              <p:cNvSpPr/>
              <p:nvPr/>
            </p:nvSpPr>
            <p:spPr>
              <a:xfrm>
                <a:off x="7589051" y="1565376"/>
                <a:ext cx="50120" cy="215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6">
                    <a:moveTo>
                      <a:pt x="0" y="641"/>
                    </a:moveTo>
                    <a:lnTo>
                      <a:pt x="2875" y="2266"/>
                    </a:lnTo>
                    <a:lnTo>
                      <a:pt x="5262" y="1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9" name="Surface mesh patch"/>
              <p:cNvSpPr/>
              <p:nvPr/>
            </p:nvSpPr>
            <p:spPr>
              <a:xfrm>
                <a:off x="7639170" y="1573611"/>
                <a:ext cx="50120" cy="186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5">
                    <a:moveTo>
                      <a:pt x="0" y="692"/>
                    </a:moveTo>
                    <a:lnTo>
                      <a:pt x="2875" y="1955"/>
                    </a:lnTo>
                    <a:lnTo>
                      <a:pt x="5262" y="12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0" name="Surface mesh patch"/>
              <p:cNvSpPr/>
              <p:nvPr/>
            </p:nvSpPr>
            <p:spPr>
              <a:xfrm>
                <a:off x="7689290" y="1578586"/>
                <a:ext cx="50120" cy="15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2">
                    <a:moveTo>
                      <a:pt x="0" y="688"/>
                    </a:moveTo>
                    <a:lnTo>
                      <a:pt x="2875" y="1582"/>
                    </a:lnTo>
                    <a:lnTo>
                      <a:pt x="5262" y="8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1" name="Surface mesh patch"/>
              <p:cNvSpPr/>
              <p:nvPr/>
            </p:nvSpPr>
            <p:spPr>
              <a:xfrm>
                <a:off x="7739409" y="1581261"/>
                <a:ext cx="50120" cy="110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5">
                    <a:moveTo>
                      <a:pt x="0" y="598"/>
                    </a:moveTo>
                    <a:lnTo>
                      <a:pt x="2875" y="1165"/>
                    </a:lnTo>
                    <a:lnTo>
                      <a:pt x="5262" y="5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2" name="Surface mesh patch"/>
              <p:cNvSpPr/>
              <p:nvPr/>
            </p:nvSpPr>
            <p:spPr>
              <a:xfrm>
                <a:off x="7789529" y="1582976"/>
                <a:ext cx="50120" cy="6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8">
                    <a:moveTo>
                      <a:pt x="0" y="417"/>
                    </a:moveTo>
                    <a:lnTo>
                      <a:pt x="2875" y="728"/>
                    </a:lnTo>
                    <a:lnTo>
                      <a:pt x="5262" y="3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3" name="Surface mesh patch"/>
              <p:cNvSpPr/>
              <p:nvPr/>
            </p:nvSpPr>
            <p:spPr>
              <a:xfrm>
                <a:off x="7839649" y="1584953"/>
                <a:ext cx="50120" cy="3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6">
                    <a:moveTo>
                      <a:pt x="0" y="172"/>
                    </a:moveTo>
                    <a:lnTo>
                      <a:pt x="2875" y="316"/>
                    </a:lnTo>
                    <a:lnTo>
                      <a:pt x="5262" y="2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4" name="Surface mesh patch"/>
              <p:cNvSpPr/>
              <p:nvPr/>
            </p:nvSpPr>
            <p:spPr>
              <a:xfrm>
                <a:off x="7889768" y="1587154"/>
                <a:ext cx="50120" cy="2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">
                    <a:moveTo>
                      <a:pt x="0" y="0"/>
                    </a:moveTo>
                    <a:lnTo>
                      <a:pt x="2875" y="81"/>
                    </a:lnTo>
                    <a:lnTo>
                      <a:pt x="5262" y="246"/>
                    </a:lnTo>
                    <a:lnTo>
                      <a:pt x="2387" y="84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5" name="Surface mesh patch"/>
              <p:cNvSpPr/>
              <p:nvPr/>
            </p:nvSpPr>
            <p:spPr>
              <a:xfrm>
                <a:off x="7939888" y="1589501"/>
                <a:ext cx="50120" cy="4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6">
                    <a:moveTo>
                      <a:pt x="0" y="0"/>
                    </a:moveTo>
                    <a:lnTo>
                      <a:pt x="2875" y="147"/>
                    </a:lnTo>
                    <a:lnTo>
                      <a:pt x="5262" y="486"/>
                    </a:lnTo>
                    <a:lnTo>
                      <a:pt x="2387" y="284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6" name="Surface mesh patch"/>
              <p:cNvSpPr/>
              <p:nvPr/>
            </p:nvSpPr>
            <p:spPr>
              <a:xfrm>
                <a:off x="7990008" y="1594131"/>
                <a:ext cx="50120" cy="7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3">
                    <a:moveTo>
                      <a:pt x="0" y="0"/>
                    </a:moveTo>
                    <a:lnTo>
                      <a:pt x="2875" y="376"/>
                    </a:lnTo>
                    <a:lnTo>
                      <a:pt x="5262" y="753"/>
                    </a:lnTo>
                    <a:lnTo>
                      <a:pt x="2387" y="368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7" name="Surface mesh patch"/>
              <p:cNvSpPr/>
              <p:nvPr/>
            </p:nvSpPr>
            <p:spPr>
              <a:xfrm>
                <a:off x="8040127" y="1601302"/>
                <a:ext cx="50120" cy="9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8">
                    <a:moveTo>
                      <a:pt x="0" y="0"/>
                    </a:moveTo>
                    <a:lnTo>
                      <a:pt x="2875" y="786"/>
                    </a:lnTo>
                    <a:lnTo>
                      <a:pt x="5262" y="1018"/>
                    </a:lnTo>
                    <a:lnTo>
                      <a:pt x="2387" y="287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8" name="Surface mesh patch"/>
              <p:cNvSpPr/>
              <p:nvPr/>
            </p:nvSpPr>
            <p:spPr>
              <a:xfrm>
                <a:off x="8090247" y="1610998"/>
                <a:ext cx="50120" cy="128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2">
                    <a:moveTo>
                      <a:pt x="0" y="0"/>
                    </a:moveTo>
                    <a:lnTo>
                      <a:pt x="2875" y="1352"/>
                    </a:lnTo>
                    <a:lnTo>
                      <a:pt x="5262" y="1227"/>
                    </a:lnTo>
                    <a:lnTo>
                      <a:pt x="2387" y="17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9" name="Surface mesh patch"/>
              <p:cNvSpPr/>
              <p:nvPr/>
            </p:nvSpPr>
            <p:spPr>
              <a:xfrm>
                <a:off x="8140367" y="1618452"/>
                <a:ext cx="50120" cy="23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4">
                    <a:moveTo>
                      <a:pt x="0" y="445"/>
                    </a:moveTo>
                    <a:lnTo>
                      <a:pt x="2875" y="2434"/>
                    </a:lnTo>
                    <a:lnTo>
                      <a:pt x="5262" y="17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0" name="Surface mesh patch"/>
              <p:cNvSpPr/>
              <p:nvPr/>
            </p:nvSpPr>
            <p:spPr>
              <a:xfrm>
                <a:off x="8190486" y="1624792"/>
                <a:ext cx="50120" cy="34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27">
                    <a:moveTo>
                      <a:pt x="0" y="1070"/>
                    </a:moveTo>
                    <a:lnTo>
                      <a:pt x="2875" y="3627"/>
                    </a:lnTo>
                    <a:lnTo>
                      <a:pt x="5262" y="21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1" name="Surface mesh patch"/>
              <p:cNvSpPr/>
              <p:nvPr/>
            </p:nvSpPr>
            <p:spPr>
              <a:xfrm>
                <a:off x="8240606" y="1628349"/>
                <a:ext cx="50120" cy="44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6">
                    <a:moveTo>
                      <a:pt x="0" y="1800"/>
                    </a:moveTo>
                    <a:lnTo>
                      <a:pt x="2875" y="4706"/>
                    </a:lnTo>
                    <a:lnTo>
                      <a:pt x="5262" y="2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2" name="Surface mesh patch"/>
              <p:cNvSpPr/>
              <p:nvPr/>
            </p:nvSpPr>
            <p:spPr>
              <a:xfrm>
                <a:off x="8290726" y="1626849"/>
                <a:ext cx="50120" cy="520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69">
                    <a:moveTo>
                      <a:pt x="0" y="2550"/>
                    </a:moveTo>
                    <a:lnTo>
                      <a:pt x="2875" y="5469"/>
                    </a:lnTo>
                    <a:lnTo>
                      <a:pt x="5262" y="23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3" name="Surface mesh patch"/>
              <p:cNvSpPr/>
              <p:nvPr/>
            </p:nvSpPr>
            <p:spPr>
              <a:xfrm>
                <a:off x="8340845" y="1618041"/>
                <a:ext cx="50120" cy="550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75">
                    <a:moveTo>
                      <a:pt x="0" y="3226"/>
                    </a:moveTo>
                    <a:lnTo>
                      <a:pt x="2875" y="5775"/>
                    </a:lnTo>
                    <a:lnTo>
                      <a:pt x="5262" y="18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4" name="Surface mesh patch"/>
              <p:cNvSpPr/>
              <p:nvPr/>
            </p:nvSpPr>
            <p:spPr>
              <a:xfrm>
                <a:off x="8390965" y="1599947"/>
                <a:ext cx="50120" cy="53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67">
                    <a:moveTo>
                      <a:pt x="0" y="3766"/>
                    </a:moveTo>
                    <a:lnTo>
                      <a:pt x="2875" y="5567"/>
                    </a:lnTo>
                    <a:lnTo>
                      <a:pt x="5262" y="10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5" name="Surface mesh patch"/>
              <p:cNvSpPr/>
              <p:nvPr/>
            </p:nvSpPr>
            <p:spPr>
              <a:xfrm>
                <a:off x="8441084" y="1569770"/>
                <a:ext cx="50120" cy="4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7">
                    <a:moveTo>
                      <a:pt x="0" y="4251"/>
                    </a:moveTo>
                    <a:lnTo>
                      <a:pt x="2875" y="4947"/>
                    </a:lnTo>
                    <a:lnTo>
                      <a:pt x="5262" y="0"/>
                    </a:lnTo>
                    <a:lnTo>
                      <a:pt x="2387" y="72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6" name="Surface mesh patch"/>
              <p:cNvSpPr/>
              <p:nvPr/>
            </p:nvSpPr>
            <p:spPr>
              <a:xfrm>
                <a:off x="8491204" y="1510465"/>
                <a:ext cx="50120" cy="59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6">
                    <a:moveTo>
                      <a:pt x="0" y="6226"/>
                    </a:moveTo>
                    <a:lnTo>
                      <a:pt x="2875" y="5459"/>
                    </a:lnTo>
                    <a:lnTo>
                      <a:pt x="5262" y="0"/>
                    </a:lnTo>
                    <a:lnTo>
                      <a:pt x="2387" y="1653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7" name="Surface mesh patch"/>
              <p:cNvSpPr/>
              <p:nvPr/>
            </p:nvSpPr>
            <p:spPr>
              <a:xfrm>
                <a:off x="8541324" y="1426810"/>
                <a:ext cx="50120" cy="83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83">
                    <a:moveTo>
                      <a:pt x="0" y="8783"/>
                    </a:moveTo>
                    <a:lnTo>
                      <a:pt x="2875" y="6221"/>
                    </a:lnTo>
                    <a:lnTo>
                      <a:pt x="5262" y="0"/>
                    </a:lnTo>
                    <a:lnTo>
                      <a:pt x="2387" y="3651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8" name="Surface mesh patch"/>
              <p:cNvSpPr/>
              <p:nvPr/>
            </p:nvSpPr>
            <p:spPr>
              <a:xfrm>
                <a:off x="8591443" y="1314286"/>
                <a:ext cx="50120" cy="1125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14">
                    <a:moveTo>
                      <a:pt x="0" y="11814"/>
                    </a:moveTo>
                    <a:lnTo>
                      <a:pt x="2875" y="7331"/>
                    </a:lnTo>
                    <a:lnTo>
                      <a:pt x="5262" y="0"/>
                    </a:lnTo>
                    <a:lnTo>
                      <a:pt x="2387" y="5794"/>
                    </a:lnTo>
                    <a:close/>
                  </a:path>
                </a:pathLst>
              </a:custGeom>
              <a:solidFill>
                <a:srgbClr val="e6dddd"/>
              </a:solidFill>
              <a:ln w="3334" cap="flat" cmpd="sng" algn="ctr">
                <a:solidFill>
                  <a:srgbClr val="e6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09" name="Surface mesh patch"/>
              <p:cNvSpPr/>
              <p:nvPr/>
            </p:nvSpPr>
            <p:spPr>
              <a:xfrm>
                <a:off x="8641563" y="1175195"/>
                <a:ext cx="50120" cy="139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03">
                    <a:moveTo>
                      <a:pt x="0" y="14603"/>
                    </a:moveTo>
                    <a:lnTo>
                      <a:pt x="2875" y="8637"/>
                    </a:lnTo>
                    <a:lnTo>
                      <a:pt x="5262" y="0"/>
                    </a:lnTo>
                    <a:lnTo>
                      <a:pt x="2387" y="7366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0" name="Surface mesh patch"/>
              <p:cNvSpPr/>
              <p:nvPr/>
            </p:nvSpPr>
            <p:spPr>
              <a:xfrm>
                <a:off x="8691683" y="1024752"/>
                <a:ext cx="50120" cy="150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95">
                    <a:moveTo>
                      <a:pt x="0" y="15795"/>
                    </a:moveTo>
                    <a:lnTo>
                      <a:pt x="2875" y="9693"/>
                    </a:lnTo>
                    <a:lnTo>
                      <a:pt x="5262" y="0"/>
                    </a:lnTo>
                    <a:lnTo>
                      <a:pt x="2387" y="7295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1" name="Surface mesh patch"/>
              <p:cNvSpPr/>
              <p:nvPr/>
            </p:nvSpPr>
            <p:spPr>
              <a:xfrm>
                <a:off x="8741802" y="891994"/>
                <a:ext cx="50120" cy="1327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38">
                    <a:moveTo>
                      <a:pt x="0" y="13938"/>
                    </a:moveTo>
                    <a:lnTo>
                      <a:pt x="2875" y="9935"/>
                    </a:lnTo>
                    <a:lnTo>
                      <a:pt x="5262" y="0"/>
                    </a:lnTo>
                    <a:lnTo>
                      <a:pt x="2387" y="4661"/>
                    </a:lnTo>
                    <a:close/>
                  </a:path>
                </a:pathLst>
              </a:custGeom>
              <a:solidFill>
                <a:srgbClr val="ed7867"/>
              </a:solidFill>
              <a:ln w="3334" cap="flat" cmpd="sng" algn="ctr">
                <a:solidFill>
                  <a:srgbClr val="ed78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2" name="Surface mesh patch"/>
              <p:cNvSpPr/>
              <p:nvPr/>
            </p:nvSpPr>
            <p:spPr>
              <a:xfrm>
                <a:off x="8791922" y="805949"/>
                <a:ext cx="50120" cy="91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81">
                    <a:moveTo>
                      <a:pt x="0" y="9034"/>
                    </a:moveTo>
                    <a:lnTo>
                      <a:pt x="2875" y="9581"/>
                    </a:lnTo>
                    <a:lnTo>
                      <a:pt x="5262" y="5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4848"/>
              </a:solidFill>
              <a:ln w="3334" cap="flat" cmpd="sng" algn="ctr">
                <a:solidFill>
                  <a:srgbClr val="d7484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3" name="Surface mesh patch"/>
              <p:cNvSpPr/>
              <p:nvPr/>
            </p:nvSpPr>
            <p:spPr>
              <a:xfrm>
                <a:off x="8842042" y="739348"/>
                <a:ext cx="50120" cy="135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11">
                    <a:moveTo>
                      <a:pt x="0" y="7573"/>
                    </a:moveTo>
                    <a:lnTo>
                      <a:pt x="2875" y="14211"/>
                    </a:lnTo>
                    <a:lnTo>
                      <a:pt x="5262" y="7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353c"/>
              </a:solidFill>
              <a:ln w="3334" cap="flat" cmpd="sng" algn="ctr">
                <a:solidFill>
                  <a:srgbClr val="cf353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4" name="Surface mesh patch"/>
              <p:cNvSpPr/>
              <p:nvPr/>
            </p:nvSpPr>
            <p:spPr>
              <a:xfrm>
                <a:off x="8892161" y="758255"/>
                <a:ext cx="50120" cy="1682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61">
                    <a:moveTo>
                      <a:pt x="0" y="5225"/>
                    </a:moveTo>
                    <a:lnTo>
                      <a:pt x="2875" y="17661"/>
                    </a:lnTo>
                    <a:lnTo>
                      <a:pt x="5262" y="13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4647"/>
              </a:solidFill>
              <a:ln w="3334" cap="flat" cmpd="sng" algn="ctr">
                <a:solidFill>
                  <a:srgbClr val="d6464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5" name="Surface mesh patch"/>
              <p:cNvSpPr/>
              <p:nvPr/>
            </p:nvSpPr>
            <p:spPr>
              <a:xfrm>
                <a:off x="8942281" y="857594"/>
                <a:ext cx="50120" cy="178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76">
                    <a:moveTo>
                      <a:pt x="0" y="2715"/>
                    </a:moveTo>
                    <a:lnTo>
                      <a:pt x="2875" y="18776"/>
                    </a:lnTo>
                    <a:lnTo>
                      <a:pt x="5262" y="16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7565"/>
              </a:solidFill>
              <a:ln w="3334" cap="flat" cmpd="sng" algn="ctr">
                <a:solidFill>
                  <a:srgbClr val="ec75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6" name="Surface mesh patch"/>
              <p:cNvSpPr/>
              <p:nvPr/>
            </p:nvSpPr>
            <p:spPr>
              <a:xfrm>
                <a:off x="8992401" y="1007235"/>
                <a:ext cx="50120" cy="16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39">
                    <a:moveTo>
                      <a:pt x="0" y="777"/>
                    </a:moveTo>
                    <a:lnTo>
                      <a:pt x="2875" y="17339"/>
                    </a:lnTo>
                    <a:lnTo>
                      <a:pt x="5262" y="16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78b"/>
              </a:solidFill>
              <a:ln w="3334" cap="flat" cmpd="sng" algn="ctr">
                <a:solidFill>
                  <a:srgbClr val="faa78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7" name="Surface mesh patch"/>
              <p:cNvSpPr/>
              <p:nvPr/>
            </p:nvSpPr>
            <p:spPr>
              <a:xfrm>
                <a:off x="9042520" y="1164381"/>
                <a:ext cx="50120" cy="136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06">
                    <a:moveTo>
                      <a:pt x="0" y="0"/>
                    </a:moveTo>
                    <a:lnTo>
                      <a:pt x="2875" y="14306"/>
                    </a:lnTo>
                    <a:lnTo>
                      <a:pt x="5262" y="14024"/>
                    </a:lnTo>
                    <a:lnTo>
                      <a:pt x="2387" y="209"/>
                    </a:lnTo>
                    <a:close/>
                  </a:path>
                </a:pathLst>
              </a:custGeom>
              <a:solidFill>
                <a:srgbClr val="fbcaae"/>
              </a:solidFill>
              <a:ln w="3334" cap="flat" cmpd="sng" algn="ctr">
                <a:solidFill>
                  <a:srgbClr val="fbca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8" name="Surface mesh patch"/>
              <p:cNvSpPr/>
              <p:nvPr/>
            </p:nvSpPr>
            <p:spPr>
              <a:xfrm>
                <a:off x="9092640" y="1297959"/>
                <a:ext cx="50120" cy="100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58">
                    <a:moveTo>
                      <a:pt x="0" y="0"/>
                    </a:moveTo>
                    <a:lnTo>
                      <a:pt x="2875" y="10558"/>
                    </a:lnTo>
                    <a:lnTo>
                      <a:pt x="5262" y="10177"/>
                    </a:lnTo>
                    <a:lnTo>
                      <a:pt x="2387" y="31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19" name="Surface mesh patch"/>
              <p:cNvSpPr/>
              <p:nvPr/>
            </p:nvSpPr>
            <p:spPr>
              <a:xfrm>
                <a:off x="9142759" y="1393692"/>
                <a:ext cx="50120" cy="649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21">
                    <a:moveTo>
                      <a:pt x="0" y="126"/>
                    </a:moveTo>
                    <a:lnTo>
                      <a:pt x="2875" y="6821"/>
                    </a:lnTo>
                    <a:lnTo>
                      <a:pt x="5262" y="60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0" name="Surface mesh patch"/>
              <p:cNvSpPr/>
              <p:nvPr/>
            </p:nvSpPr>
            <p:spPr>
              <a:xfrm>
                <a:off x="9192879" y="1444391"/>
                <a:ext cx="50120" cy="41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8">
                    <a:moveTo>
                      <a:pt x="0" y="716"/>
                    </a:moveTo>
                    <a:lnTo>
                      <a:pt x="2875" y="4338"/>
                    </a:lnTo>
                    <a:lnTo>
                      <a:pt x="5262" y="31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1" name="Surface mesh patch"/>
              <p:cNvSpPr/>
              <p:nvPr/>
            </p:nvSpPr>
            <p:spPr>
              <a:xfrm>
                <a:off x="9242999" y="1462790"/>
                <a:ext cx="50120" cy="270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5">
                    <a:moveTo>
                      <a:pt x="0" y="1205"/>
                    </a:moveTo>
                    <a:lnTo>
                      <a:pt x="2875" y="2835"/>
                    </a:lnTo>
                    <a:lnTo>
                      <a:pt x="5262" y="13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2" name="Surface mesh patch"/>
              <p:cNvSpPr/>
              <p:nvPr/>
            </p:nvSpPr>
            <p:spPr>
              <a:xfrm>
                <a:off x="9293118" y="1461444"/>
                <a:ext cx="50120" cy="199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2">
                    <a:moveTo>
                      <a:pt x="0" y="1492"/>
                    </a:moveTo>
                    <a:lnTo>
                      <a:pt x="2875" y="2092"/>
                    </a:lnTo>
                    <a:lnTo>
                      <a:pt x="5262" y="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3" name="Surface mesh patch"/>
              <p:cNvSpPr/>
              <p:nvPr/>
            </p:nvSpPr>
            <p:spPr>
              <a:xfrm>
                <a:off x="9343238" y="1451178"/>
                <a:ext cx="50120" cy="175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2">
                    <a:moveTo>
                      <a:pt x="0" y="1576"/>
                    </a:moveTo>
                    <a:lnTo>
                      <a:pt x="2875" y="1842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4" name="Surface mesh patch"/>
              <p:cNvSpPr/>
              <p:nvPr/>
            </p:nvSpPr>
            <p:spPr>
              <a:xfrm>
                <a:off x="9393358" y="1439631"/>
                <a:ext cx="50120" cy="17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0">
                    <a:moveTo>
                      <a:pt x="0" y="1503"/>
                    </a:moveTo>
                    <a:lnTo>
                      <a:pt x="2875" y="1870"/>
                    </a:lnTo>
                    <a:lnTo>
                      <a:pt x="5262" y="4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5" name="Surface mesh patch"/>
              <p:cNvSpPr/>
              <p:nvPr/>
            </p:nvSpPr>
            <p:spPr>
              <a:xfrm>
                <a:off x="9443477" y="1431476"/>
                <a:ext cx="50120" cy="194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9">
                    <a:moveTo>
                      <a:pt x="0" y="1329"/>
                    </a:moveTo>
                    <a:lnTo>
                      <a:pt x="2875" y="2039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6" name="Surface mesh patch"/>
              <p:cNvSpPr/>
              <p:nvPr/>
            </p:nvSpPr>
            <p:spPr>
              <a:xfrm>
                <a:off x="9493597" y="1429072"/>
                <a:ext cx="50120" cy="214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6">
                    <a:moveTo>
                      <a:pt x="0" y="1107"/>
                    </a:moveTo>
                    <a:lnTo>
                      <a:pt x="2875" y="2256"/>
                    </a:lnTo>
                    <a:lnTo>
                      <a:pt x="5262" y="1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7" name="Surface mesh patch"/>
              <p:cNvSpPr/>
              <p:nvPr/>
            </p:nvSpPr>
            <p:spPr>
              <a:xfrm>
                <a:off x="9543717" y="1432979"/>
                <a:ext cx="50120" cy="234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2">
                    <a:moveTo>
                      <a:pt x="0" y="888"/>
                    </a:moveTo>
                    <a:lnTo>
                      <a:pt x="2875" y="2462"/>
                    </a:lnTo>
                    <a:lnTo>
                      <a:pt x="5262" y="16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8" name="Surface mesh patch"/>
              <p:cNvSpPr/>
              <p:nvPr/>
            </p:nvSpPr>
            <p:spPr>
              <a:xfrm>
                <a:off x="7616438" y="1580207"/>
                <a:ext cx="50120" cy="19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7">
                    <a:moveTo>
                      <a:pt x="0" y="709"/>
                    </a:moveTo>
                    <a:lnTo>
                      <a:pt x="2875" y="2047"/>
                    </a:lnTo>
                    <a:lnTo>
                      <a:pt x="5262" y="1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9" name="Surface mesh patch"/>
              <p:cNvSpPr/>
              <p:nvPr/>
            </p:nvSpPr>
            <p:spPr>
              <a:xfrm>
                <a:off x="7666558" y="1585142"/>
                <a:ext cx="50120" cy="16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6">
                    <a:moveTo>
                      <a:pt x="0" y="744"/>
                    </a:moveTo>
                    <a:lnTo>
                      <a:pt x="2875" y="1686"/>
                    </a:lnTo>
                    <a:lnTo>
                      <a:pt x="5262" y="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0" name="Surface mesh patch"/>
              <p:cNvSpPr/>
              <p:nvPr/>
            </p:nvSpPr>
            <p:spPr>
              <a:xfrm>
                <a:off x="7716678" y="1586955"/>
                <a:ext cx="50120" cy="121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8">
                    <a:moveTo>
                      <a:pt x="0" y="703"/>
                    </a:moveTo>
                    <a:lnTo>
                      <a:pt x="2875" y="1278"/>
                    </a:lnTo>
                    <a:lnTo>
                      <a:pt x="5262" y="5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1" name="Surface mesh patch"/>
              <p:cNvSpPr/>
              <p:nvPr/>
            </p:nvSpPr>
            <p:spPr>
              <a:xfrm>
                <a:off x="7766797" y="1586945"/>
                <a:ext cx="50120" cy="80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7">
                    <a:moveTo>
                      <a:pt x="0" y="568"/>
                    </a:moveTo>
                    <a:lnTo>
                      <a:pt x="2875" y="847"/>
                    </a:lnTo>
                    <a:lnTo>
                      <a:pt x="5262" y="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2" name="Surface mesh patch"/>
              <p:cNvSpPr/>
              <p:nvPr/>
            </p:nvSpPr>
            <p:spPr>
              <a:xfrm>
                <a:off x="7816917" y="1586590"/>
                <a:ext cx="50120" cy="4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">
                    <a:moveTo>
                      <a:pt x="0" y="349"/>
                    </a:moveTo>
                    <a:lnTo>
                      <a:pt x="2875" y="432"/>
                    </a:lnTo>
                    <a:lnTo>
                      <a:pt x="5262" y="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3" name="Surface mesh patch"/>
              <p:cNvSpPr/>
              <p:nvPr/>
            </p:nvSpPr>
            <p:spPr>
              <a:xfrm>
                <a:off x="7867037" y="1587154"/>
                <a:ext cx="50120" cy="8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">
                    <a:moveTo>
                      <a:pt x="0" y="85"/>
                    </a:moveTo>
                    <a:lnTo>
                      <a:pt x="2875" y="94"/>
                    </a:lnTo>
                    <a:lnTo>
                      <a:pt x="5262" y="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4" name="Surface mesh patch"/>
              <p:cNvSpPr/>
              <p:nvPr/>
            </p:nvSpPr>
            <p:spPr>
              <a:xfrm>
                <a:off x="7917156" y="1587926"/>
                <a:ext cx="50120" cy="2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2">
                    <a:moveTo>
                      <a:pt x="0" y="0"/>
                    </a:moveTo>
                    <a:lnTo>
                      <a:pt x="2875" y="83"/>
                    </a:lnTo>
                    <a:lnTo>
                      <a:pt x="5262" y="312"/>
                    </a:lnTo>
                    <a:lnTo>
                      <a:pt x="2387" y="165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5" name="Surface mesh patch"/>
              <p:cNvSpPr/>
              <p:nvPr/>
            </p:nvSpPr>
            <p:spPr>
              <a:xfrm>
                <a:off x="7967276" y="1590901"/>
                <a:ext cx="50120" cy="6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">
                    <a:moveTo>
                      <a:pt x="0" y="0"/>
                    </a:moveTo>
                    <a:lnTo>
                      <a:pt x="2875" y="337"/>
                    </a:lnTo>
                    <a:lnTo>
                      <a:pt x="5262" y="715"/>
                    </a:lnTo>
                    <a:lnTo>
                      <a:pt x="2387" y="339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6" name="Surface mesh patch"/>
              <p:cNvSpPr/>
              <p:nvPr/>
            </p:nvSpPr>
            <p:spPr>
              <a:xfrm>
                <a:off x="8017395" y="1597709"/>
                <a:ext cx="50120" cy="11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3">
                    <a:moveTo>
                      <a:pt x="0" y="0"/>
                    </a:moveTo>
                    <a:lnTo>
                      <a:pt x="2875" y="790"/>
                    </a:lnTo>
                    <a:lnTo>
                      <a:pt x="5262" y="1163"/>
                    </a:lnTo>
                    <a:lnTo>
                      <a:pt x="2387" y="377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7" name="Surface mesh patch"/>
              <p:cNvSpPr/>
              <p:nvPr/>
            </p:nvSpPr>
            <p:spPr>
              <a:xfrm>
                <a:off x="8067515" y="1608784"/>
                <a:ext cx="50120" cy="150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5">
                    <a:moveTo>
                      <a:pt x="0" y="0"/>
                    </a:moveTo>
                    <a:lnTo>
                      <a:pt x="2875" y="1426"/>
                    </a:lnTo>
                    <a:lnTo>
                      <a:pt x="5262" y="1585"/>
                    </a:lnTo>
                    <a:lnTo>
                      <a:pt x="2387" y="232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8" name="Surface mesh patch"/>
              <p:cNvSpPr/>
              <p:nvPr/>
            </p:nvSpPr>
            <p:spPr>
              <a:xfrm>
                <a:off x="8117635" y="1622689"/>
                <a:ext cx="50120" cy="21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0">
                    <a:moveTo>
                      <a:pt x="0" y="125"/>
                    </a:moveTo>
                    <a:lnTo>
                      <a:pt x="2875" y="2290"/>
                    </a:lnTo>
                    <a:lnTo>
                      <a:pt x="5262" y="19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9" name="Surface mesh patch"/>
              <p:cNvSpPr/>
              <p:nvPr/>
            </p:nvSpPr>
            <p:spPr>
              <a:xfrm>
                <a:off x="8167754" y="1634984"/>
                <a:ext cx="50120" cy="33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7">
                    <a:moveTo>
                      <a:pt x="0" y="698"/>
                    </a:moveTo>
                    <a:lnTo>
                      <a:pt x="2875" y="3567"/>
                    </a:lnTo>
                    <a:lnTo>
                      <a:pt x="5262" y="2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0" name="Surface mesh patch"/>
              <p:cNvSpPr/>
              <p:nvPr/>
            </p:nvSpPr>
            <p:spPr>
              <a:xfrm>
                <a:off x="8217874" y="1645498"/>
                <a:ext cx="50120" cy="45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25">
                    <a:moveTo>
                      <a:pt x="0" y="1453"/>
                    </a:moveTo>
                    <a:lnTo>
                      <a:pt x="2875" y="4825"/>
                    </a:lnTo>
                    <a:lnTo>
                      <a:pt x="5262" y="29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1" name="Surface mesh patch"/>
              <p:cNvSpPr/>
              <p:nvPr/>
            </p:nvSpPr>
            <p:spPr>
              <a:xfrm>
                <a:off x="8267994" y="1651139"/>
                <a:ext cx="50120" cy="556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2313"/>
                    </a:moveTo>
                    <a:lnTo>
                      <a:pt x="2875" y="5841"/>
                    </a:lnTo>
                    <a:lnTo>
                      <a:pt x="5262" y="29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2fd"/>
              </a:solidFill>
              <a:ln w="3334" cap="flat" cmpd="sng" algn="ctr">
                <a:solidFill>
                  <a:srgbClr val="94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2" name="Surface mesh patch"/>
              <p:cNvSpPr/>
              <p:nvPr/>
            </p:nvSpPr>
            <p:spPr>
              <a:xfrm>
                <a:off x="8318113" y="1648773"/>
                <a:ext cx="50120" cy="612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29">
                    <a:moveTo>
                      <a:pt x="0" y="3167"/>
                    </a:moveTo>
                    <a:lnTo>
                      <a:pt x="2875" y="6429"/>
                    </a:lnTo>
                    <a:lnTo>
                      <a:pt x="5262" y="25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3" name="Surface mesh patch"/>
              <p:cNvSpPr/>
              <p:nvPr/>
            </p:nvSpPr>
            <p:spPr>
              <a:xfrm>
                <a:off x="8368233" y="1635821"/>
                <a:ext cx="50120" cy="617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82">
                    <a:moveTo>
                      <a:pt x="0" y="3908"/>
                    </a:moveTo>
                    <a:lnTo>
                      <a:pt x="2875" y="6482"/>
                    </a:lnTo>
                    <a:lnTo>
                      <a:pt x="5262" y="18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4" name="Surface mesh patch"/>
              <p:cNvSpPr/>
              <p:nvPr/>
            </p:nvSpPr>
            <p:spPr>
              <a:xfrm>
                <a:off x="8418353" y="1610265"/>
                <a:ext cx="50120" cy="571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7">
                    <a:moveTo>
                      <a:pt x="0" y="4484"/>
                    </a:moveTo>
                    <a:lnTo>
                      <a:pt x="2875" y="5997"/>
                    </a:lnTo>
                    <a:lnTo>
                      <a:pt x="5262" y="6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bfd"/>
              </a:solidFill>
              <a:ln w="3334" cap="flat" cmpd="sng" algn="ctr">
                <a:solidFill>
                  <a:srgbClr val="9f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5" name="Surface mesh patch"/>
              <p:cNvSpPr/>
              <p:nvPr/>
            </p:nvSpPr>
            <p:spPr>
              <a:xfrm>
                <a:off x="8468472" y="1562462"/>
                <a:ext cx="50120" cy="556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5714"/>
                    </a:moveTo>
                    <a:lnTo>
                      <a:pt x="2875" y="5841"/>
                    </a:lnTo>
                    <a:lnTo>
                      <a:pt x="5262" y="0"/>
                    </a:lnTo>
                    <a:lnTo>
                      <a:pt x="2387" y="767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6" name="Surface mesh patch"/>
              <p:cNvSpPr/>
              <p:nvPr/>
            </p:nvSpPr>
            <p:spPr>
              <a:xfrm>
                <a:off x="8518592" y="1486064"/>
                <a:ext cx="50120" cy="76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21">
                    <a:moveTo>
                      <a:pt x="0" y="8021"/>
                    </a:moveTo>
                    <a:lnTo>
                      <a:pt x="2875" y="6498"/>
                    </a:lnTo>
                    <a:lnTo>
                      <a:pt x="5262" y="0"/>
                    </a:lnTo>
                    <a:lnTo>
                      <a:pt x="2387" y="2562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7" name="Surface mesh patch"/>
              <p:cNvSpPr/>
              <p:nvPr/>
            </p:nvSpPr>
            <p:spPr>
              <a:xfrm>
                <a:off x="8568712" y="1384118"/>
                <a:ext cx="50120" cy="101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03">
                    <a:moveTo>
                      <a:pt x="0" y="10703"/>
                    </a:moveTo>
                    <a:lnTo>
                      <a:pt x="2875" y="7440"/>
                    </a:lnTo>
                    <a:lnTo>
                      <a:pt x="5262" y="0"/>
                    </a:lnTo>
                    <a:lnTo>
                      <a:pt x="2387" y="4482"/>
                    </a:lnTo>
                    <a:close/>
                  </a:path>
                </a:pathLst>
              </a:custGeom>
              <a:solidFill>
                <a:srgbClr val="dae3f1"/>
              </a:solidFill>
              <a:ln w="3334" cap="flat" cmpd="sng" algn="ctr">
                <a:solidFill>
                  <a:srgbClr val="da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8" name="Surface mesh patch"/>
              <p:cNvSpPr/>
              <p:nvPr/>
            </p:nvSpPr>
            <p:spPr>
              <a:xfrm>
                <a:off x="8618831" y="1257463"/>
                <a:ext cx="50120" cy="1266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97">
                    <a:moveTo>
                      <a:pt x="0" y="13297"/>
                    </a:moveTo>
                    <a:lnTo>
                      <a:pt x="2875" y="8644"/>
                    </a:lnTo>
                    <a:lnTo>
                      <a:pt x="5262" y="0"/>
                    </a:lnTo>
                    <a:lnTo>
                      <a:pt x="2387" y="5966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49" name="Surface mesh patch"/>
              <p:cNvSpPr/>
              <p:nvPr/>
            </p:nvSpPr>
            <p:spPr>
              <a:xfrm>
                <a:off x="8668951" y="1117082"/>
                <a:ext cx="50120" cy="1403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38">
                    <a:moveTo>
                      <a:pt x="0" y="14738"/>
                    </a:moveTo>
                    <a:lnTo>
                      <a:pt x="2875" y="9793"/>
                    </a:lnTo>
                    <a:lnTo>
                      <a:pt x="5262" y="0"/>
                    </a:lnTo>
                    <a:lnTo>
                      <a:pt x="2387" y="6101"/>
                    </a:lnTo>
                    <a:close/>
                  </a:path>
                </a:pathLst>
              </a:custGeom>
              <a:solidFill>
                <a:srgbClr val="fbbb9e"/>
              </a:solidFill>
              <a:ln w="3334" cap="flat" cmpd="sng" algn="ctr">
                <a:solidFill>
                  <a:srgbClr val="fbbb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0" name="Surface mesh patch"/>
              <p:cNvSpPr/>
              <p:nvPr/>
            </p:nvSpPr>
            <p:spPr>
              <a:xfrm>
                <a:off x="8719070" y="986625"/>
                <a:ext cx="50120" cy="13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96">
                    <a:moveTo>
                      <a:pt x="0" y="13696"/>
                    </a:moveTo>
                    <a:lnTo>
                      <a:pt x="2875" y="10363"/>
                    </a:lnTo>
                    <a:lnTo>
                      <a:pt x="5262" y="0"/>
                    </a:lnTo>
                    <a:lnTo>
                      <a:pt x="2387" y="4003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1" name="Surface mesh patch"/>
              <p:cNvSpPr/>
              <p:nvPr/>
            </p:nvSpPr>
            <p:spPr>
              <a:xfrm>
                <a:off x="8769190" y="891994"/>
                <a:ext cx="50120" cy="99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46">
                    <a:moveTo>
                      <a:pt x="0" y="9935"/>
                    </a:moveTo>
                    <a:lnTo>
                      <a:pt x="2875" y="10446"/>
                    </a:lnTo>
                    <a:lnTo>
                      <a:pt x="5262" y="5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6b5f"/>
              </a:solidFill>
              <a:ln w="3334" cap="flat" cmpd="sng" algn="ctr">
                <a:solidFill>
                  <a:srgbClr val="e76b5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2" name="Surface mesh patch"/>
              <p:cNvSpPr/>
              <p:nvPr/>
            </p:nvSpPr>
            <p:spPr>
              <a:xfrm>
                <a:off x="8819310" y="811477"/>
                <a:ext cx="50120" cy="142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56">
                    <a:moveTo>
                      <a:pt x="0" y="9000"/>
                    </a:moveTo>
                    <a:lnTo>
                      <a:pt x="2875" y="14956"/>
                    </a:lnTo>
                    <a:lnTo>
                      <a:pt x="5262" y="6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c524f"/>
              </a:solidFill>
              <a:ln w="3334" cap="flat" cmpd="sng" algn="ctr">
                <a:solidFill>
                  <a:srgbClr val="dc524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3" name="Surface mesh patch"/>
              <p:cNvSpPr/>
              <p:nvPr/>
            </p:nvSpPr>
            <p:spPr>
              <a:xfrm>
                <a:off x="8869429" y="808022"/>
                <a:ext cx="50120" cy="175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54">
                    <a:moveTo>
                      <a:pt x="0" y="7001"/>
                    </a:moveTo>
                    <a:lnTo>
                      <a:pt x="2875" y="18454"/>
                    </a:lnTo>
                    <a:lnTo>
                      <a:pt x="5262" y="12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5953"/>
              </a:solidFill>
              <a:ln w="3334" cap="flat" cmpd="sng" algn="ctr">
                <a:solidFill>
                  <a:srgbClr val="df595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4" name="Surface mesh patch"/>
              <p:cNvSpPr/>
              <p:nvPr/>
            </p:nvSpPr>
            <p:spPr>
              <a:xfrm>
                <a:off x="8919549" y="883457"/>
                <a:ext cx="50120" cy="1879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37">
                    <a:moveTo>
                      <a:pt x="0" y="4517"/>
                    </a:moveTo>
                    <a:lnTo>
                      <a:pt x="2875" y="19737"/>
                    </a:lnTo>
                    <a:lnTo>
                      <a:pt x="5262" y="160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7e6b"/>
              </a:solidFill>
              <a:ln w="3334" cap="flat" cmpd="sng" algn="ctr">
                <a:solidFill>
                  <a:srgbClr val="f07e6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5" name="Surface mesh patch"/>
              <p:cNvSpPr/>
              <p:nvPr/>
            </p:nvSpPr>
            <p:spPr>
              <a:xfrm>
                <a:off x="8969669" y="1014634"/>
                <a:ext cx="50120" cy="175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60">
                    <a:moveTo>
                      <a:pt x="0" y="2289"/>
                    </a:moveTo>
                    <a:lnTo>
                      <a:pt x="2875" y="18460"/>
                    </a:lnTo>
                    <a:lnTo>
                      <a:pt x="5262" y="16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78c"/>
              </a:solidFill>
              <a:ln w="3334" cap="flat" cmpd="sng" algn="ctr">
                <a:solidFill>
                  <a:srgbClr val="faa7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6" name="Surface mesh patch"/>
              <p:cNvSpPr/>
              <p:nvPr/>
            </p:nvSpPr>
            <p:spPr>
              <a:xfrm>
                <a:off x="9019788" y="1164381"/>
                <a:ext cx="50120" cy="1452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47">
                    <a:moveTo>
                      <a:pt x="0" y="841"/>
                    </a:moveTo>
                    <a:lnTo>
                      <a:pt x="2875" y="15247"/>
                    </a:lnTo>
                    <a:lnTo>
                      <a:pt x="5262" y="143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7" name="Surface mesh patch"/>
              <p:cNvSpPr/>
              <p:nvPr/>
            </p:nvSpPr>
            <p:spPr>
              <a:xfrm>
                <a:off x="9069908" y="1297959"/>
                <a:ext cx="50120" cy="1072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262">
                    <a:moveTo>
                      <a:pt x="0" y="283"/>
                    </a:moveTo>
                    <a:lnTo>
                      <a:pt x="2875" y="11262"/>
                    </a:lnTo>
                    <a:lnTo>
                      <a:pt x="5262" y="105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8" name="Surface mesh patch"/>
              <p:cNvSpPr/>
              <p:nvPr/>
            </p:nvSpPr>
            <p:spPr>
              <a:xfrm>
                <a:off x="9120028" y="1394895"/>
                <a:ext cx="50120" cy="722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90">
                    <a:moveTo>
                      <a:pt x="0" y="381"/>
                    </a:moveTo>
                    <a:lnTo>
                      <a:pt x="2875" y="7590"/>
                    </a:lnTo>
                    <a:lnTo>
                      <a:pt x="5262" y="66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59" name="Surface mesh patch"/>
              <p:cNvSpPr/>
              <p:nvPr/>
            </p:nvSpPr>
            <p:spPr>
              <a:xfrm>
                <a:off x="9170147" y="1451215"/>
                <a:ext cx="50120" cy="460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8">
                    <a:moveTo>
                      <a:pt x="0" y="782"/>
                    </a:moveTo>
                    <a:lnTo>
                      <a:pt x="2875" y="4838"/>
                    </a:lnTo>
                    <a:lnTo>
                      <a:pt x="5262" y="36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0" name="Surface mesh patch"/>
              <p:cNvSpPr/>
              <p:nvPr/>
            </p:nvSpPr>
            <p:spPr>
              <a:xfrm>
                <a:off x="9220267" y="1474271"/>
                <a:ext cx="50120" cy="296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0">
                    <a:moveTo>
                      <a:pt x="0" y="1201"/>
                    </a:moveTo>
                    <a:lnTo>
                      <a:pt x="2875" y="3110"/>
                    </a:lnTo>
                    <a:lnTo>
                      <a:pt x="5262" y="16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1" name="Surface mesh patch"/>
              <p:cNvSpPr/>
              <p:nvPr/>
            </p:nvSpPr>
            <p:spPr>
              <a:xfrm>
                <a:off x="9270387" y="1475651"/>
                <a:ext cx="50120" cy="210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8">
                    <a:moveTo>
                      <a:pt x="0" y="1485"/>
                    </a:moveTo>
                    <a:lnTo>
                      <a:pt x="2875" y="2208"/>
                    </a:lnTo>
                    <a:lnTo>
                      <a:pt x="5262" y="6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2" name="Surface mesh patch"/>
              <p:cNvSpPr/>
              <p:nvPr/>
            </p:nvSpPr>
            <p:spPr>
              <a:xfrm>
                <a:off x="9320506" y="1466187"/>
                <a:ext cx="50120" cy="17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">
                    <a:moveTo>
                      <a:pt x="0" y="1595"/>
                    </a:moveTo>
                    <a:lnTo>
                      <a:pt x="2875" y="1858"/>
                    </a:lnTo>
                    <a:lnTo>
                      <a:pt x="5262" y="2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3" name="Surface mesh patch"/>
              <p:cNvSpPr/>
              <p:nvPr/>
            </p:nvSpPr>
            <p:spPr>
              <a:xfrm>
                <a:off x="9370626" y="1453946"/>
                <a:ext cx="50120" cy="17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9">
                    <a:moveTo>
                      <a:pt x="0" y="1551"/>
                    </a:moveTo>
                    <a:lnTo>
                      <a:pt x="2875" y="1829"/>
                    </a:lnTo>
                    <a:lnTo>
                      <a:pt x="5262" y="3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4" name="Surface mesh patch"/>
              <p:cNvSpPr/>
              <p:nvPr/>
            </p:nvSpPr>
            <p:spPr>
              <a:xfrm>
                <a:off x="9420745" y="1444131"/>
                <a:ext cx="50120" cy="18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0">
                    <a:moveTo>
                      <a:pt x="0" y="1398"/>
                    </a:moveTo>
                    <a:lnTo>
                      <a:pt x="2875" y="1970"/>
                    </a:lnTo>
                    <a:lnTo>
                      <a:pt x="5262" y="7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5" name="Surface mesh patch"/>
              <p:cNvSpPr/>
              <p:nvPr/>
            </p:nvSpPr>
            <p:spPr>
              <a:xfrm>
                <a:off x="9470865" y="1439616"/>
                <a:ext cx="50120" cy="207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2">
                    <a:moveTo>
                      <a:pt x="0" y="1184"/>
                    </a:moveTo>
                    <a:lnTo>
                      <a:pt x="2875" y="2182"/>
                    </a:lnTo>
                    <a:lnTo>
                      <a:pt x="5262" y="11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6" name="Surface mesh patch"/>
              <p:cNvSpPr/>
              <p:nvPr/>
            </p:nvSpPr>
            <p:spPr>
              <a:xfrm>
                <a:off x="9520985" y="1441438"/>
                <a:ext cx="50120" cy="22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958"/>
                    </a:moveTo>
                    <a:lnTo>
                      <a:pt x="2875" y="2398"/>
                    </a:lnTo>
                    <a:lnTo>
                      <a:pt x="5262" y="15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7" name="Surface mesh patch"/>
              <p:cNvSpPr/>
              <p:nvPr/>
            </p:nvSpPr>
            <p:spPr>
              <a:xfrm>
                <a:off x="7643826" y="1592233"/>
                <a:ext cx="50120" cy="171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2">
                    <a:moveTo>
                      <a:pt x="0" y="784"/>
                    </a:moveTo>
                    <a:lnTo>
                      <a:pt x="2875" y="1802"/>
                    </a:lnTo>
                    <a:lnTo>
                      <a:pt x="5262" y="9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8" name="Surface mesh patch"/>
              <p:cNvSpPr/>
              <p:nvPr/>
            </p:nvSpPr>
            <p:spPr>
              <a:xfrm>
                <a:off x="7693946" y="1593653"/>
                <a:ext cx="50120" cy="134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0">
                    <a:moveTo>
                      <a:pt x="0" y="793"/>
                    </a:moveTo>
                    <a:lnTo>
                      <a:pt x="2875" y="1410"/>
                    </a:lnTo>
                    <a:lnTo>
                      <a:pt x="5262" y="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9" name="Surface mesh patch"/>
              <p:cNvSpPr/>
              <p:nvPr/>
            </p:nvSpPr>
            <p:spPr>
              <a:xfrm>
                <a:off x="7744065" y="1592353"/>
                <a:ext cx="50120" cy="94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">
                    <a:moveTo>
                      <a:pt x="0" y="711"/>
                    </a:moveTo>
                    <a:lnTo>
                      <a:pt x="2875" y="993"/>
                    </a:lnTo>
                    <a:lnTo>
                      <a:pt x="5262" y="2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0" name="Surface mesh patch"/>
              <p:cNvSpPr/>
              <p:nvPr/>
            </p:nvSpPr>
            <p:spPr>
              <a:xfrm>
                <a:off x="7794185" y="1589914"/>
                <a:ext cx="50120" cy="55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">
                    <a:moveTo>
                      <a:pt x="0" y="535"/>
                    </a:moveTo>
                    <a:lnTo>
                      <a:pt x="2875" y="585"/>
                    </a:lnTo>
                    <a:lnTo>
                      <a:pt x="5262" y="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1" name="Surface mesh patch"/>
              <p:cNvSpPr/>
              <p:nvPr/>
            </p:nvSpPr>
            <p:spPr>
              <a:xfrm>
                <a:off x="7844305" y="1587967"/>
                <a:ext cx="50120" cy="27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">
                    <a:moveTo>
                      <a:pt x="0" y="287"/>
                    </a:moveTo>
                    <a:lnTo>
                      <a:pt x="2875" y="239"/>
                    </a:lnTo>
                    <a:lnTo>
                      <a:pt x="5262" y="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2" name="Surface mesh patch"/>
              <p:cNvSpPr/>
              <p:nvPr/>
            </p:nvSpPr>
            <p:spPr>
              <a:xfrm>
                <a:off x="7894424" y="1587926"/>
                <a:ext cx="50120" cy="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">
                    <a:moveTo>
                      <a:pt x="0" y="13"/>
                    </a:moveTo>
                    <a:lnTo>
                      <a:pt x="2875" y="29"/>
                    </a:lnTo>
                    <a:lnTo>
                      <a:pt x="5262" y="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3" name="Surface mesh patch"/>
              <p:cNvSpPr/>
              <p:nvPr/>
            </p:nvSpPr>
            <p:spPr>
              <a:xfrm>
                <a:off x="7944544" y="1588715"/>
                <a:ext cx="50120" cy="5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">
                    <a:moveTo>
                      <a:pt x="0" y="0"/>
                    </a:moveTo>
                    <a:lnTo>
                      <a:pt x="2875" y="273"/>
                    </a:lnTo>
                    <a:lnTo>
                      <a:pt x="5262" y="566"/>
                    </a:lnTo>
                    <a:lnTo>
                      <a:pt x="2387" y="23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4" name="Surface mesh patch"/>
              <p:cNvSpPr/>
              <p:nvPr/>
            </p:nvSpPr>
            <p:spPr>
              <a:xfrm>
                <a:off x="7994664" y="1594106"/>
                <a:ext cx="50120" cy="111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8">
                    <a:moveTo>
                      <a:pt x="0" y="0"/>
                    </a:moveTo>
                    <a:lnTo>
                      <a:pt x="2875" y="747"/>
                    </a:lnTo>
                    <a:lnTo>
                      <a:pt x="5262" y="1168"/>
                    </a:lnTo>
                    <a:lnTo>
                      <a:pt x="2387" y="378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5" name="Surface mesh patch"/>
              <p:cNvSpPr/>
              <p:nvPr/>
            </p:nvSpPr>
            <p:spPr>
              <a:xfrm>
                <a:off x="8044783" y="1605236"/>
                <a:ext cx="50120" cy="17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9">
                    <a:moveTo>
                      <a:pt x="0" y="0"/>
                    </a:moveTo>
                    <a:lnTo>
                      <a:pt x="2875" y="1426"/>
                    </a:lnTo>
                    <a:lnTo>
                      <a:pt x="5262" y="1799"/>
                    </a:lnTo>
                    <a:lnTo>
                      <a:pt x="2387" y="37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6" name="Surface mesh patch"/>
              <p:cNvSpPr/>
              <p:nvPr/>
            </p:nvSpPr>
            <p:spPr>
              <a:xfrm>
                <a:off x="8094903" y="1622367"/>
                <a:ext cx="50120" cy="22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4">
                    <a:moveTo>
                      <a:pt x="0" y="0"/>
                    </a:moveTo>
                    <a:lnTo>
                      <a:pt x="2875" y="2246"/>
                    </a:lnTo>
                    <a:lnTo>
                      <a:pt x="5262" y="2324"/>
                    </a:lnTo>
                    <a:lnTo>
                      <a:pt x="2387" y="159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7" name="Surface mesh patch"/>
              <p:cNvSpPr/>
              <p:nvPr/>
            </p:nvSpPr>
            <p:spPr>
              <a:xfrm>
                <a:off x="8145023" y="1641632"/>
                <a:ext cx="50120" cy="321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7">
                    <a:moveTo>
                      <a:pt x="0" y="301"/>
                    </a:moveTo>
                    <a:lnTo>
                      <a:pt x="2875" y="3377"/>
                    </a:lnTo>
                    <a:lnTo>
                      <a:pt x="5262" y="28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8" name="Surface mesh patch"/>
              <p:cNvSpPr/>
              <p:nvPr/>
            </p:nvSpPr>
            <p:spPr>
              <a:xfrm>
                <a:off x="8195142" y="1659341"/>
                <a:ext cx="50120" cy="45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51">
                    <a:moveTo>
                      <a:pt x="0" y="1010"/>
                    </a:moveTo>
                    <a:lnTo>
                      <a:pt x="2875" y="4751"/>
                    </a:lnTo>
                    <a:lnTo>
                      <a:pt x="5262" y="33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9" name="Surface mesh patch"/>
              <p:cNvSpPr/>
              <p:nvPr/>
            </p:nvSpPr>
            <p:spPr>
              <a:xfrm>
                <a:off x="8245262" y="1673173"/>
                <a:ext cx="50120" cy="570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0">
                    <a:moveTo>
                      <a:pt x="0" y="1919"/>
                    </a:moveTo>
                    <a:lnTo>
                      <a:pt x="2875" y="5990"/>
                    </a:lnTo>
                    <a:lnTo>
                      <a:pt x="5262" y="35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0" name="Surface mesh patch"/>
              <p:cNvSpPr/>
              <p:nvPr/>
            </p:nvSpPr>
            <p:spPr>
              <a:xfrm>
                <a:off x="8295381" y="1678941"/>
                <a:ext cx="50120" cy="65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6">
                    <a:moveTo>
                      <a:pt x="0" y="2922"/>
                    </a:moveTo>
                    <a:lnTo>
                      <a:pt x="2875" y="6876"/>
                    </a:lnTo>
                    <a:lnTo>
                      <a:pt x="5262" y="3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eabfd"/>
              </a:solidFill>
              <a:ln w="3334" cap="flat" cmpd="sng" algn="ctr">
                <a:solidFill>
                  <a:srgbClr val="8e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1" name="Surface mesh patch"/>
              <p:cNvSpPr/>
              <p:nvPr/>
            </p:nvSpPr>
            <p:spPr>
              <a:xfrm>
                <a:off x="8345501" y="1673043"/>
                <a:ext cx="50120" cy="69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8">
                    <a:moveTo>
                      <a:pt x="0" y="3881"/>
                    </a:moveTo>
                    <a:lnTo>
                      <a:pt x="2875" y="7248"/>
                    </a:lnTo>
                    <a:lnTo>
                      <a:pt x="5262" y="2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2" name="Surface mesh patch"/>
              <p:cNvSpPr/>
              <p:nvPr/>
            </p:nvSpPr>
            <p:spPr>
              <a:xfrm>
                <a:off x="8395621" y="1652971"/>
                <a:ext cx="50120" cy="67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5">
                    <a:moveTo>
                      <a:pt x="0" y="4682"/>
                    </a:moveTo>
                    <a:lnTo>
                      <a:pt x="2875" y="7045"/>
                    </a:lnTo>
                    <a:lnTo>
                      <a:pt x="5262" y="15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3" name="Surface mesh patch"/>
              <p:cNvSpPr/>
              <p:nvPr/>
            </p:nvSpPr>
            <p:spPr>
              <a:xfrm>
                <a:off x="8445740" y="1616889"/>
                <a:ext cx="50120" cy="60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30">
                    <a:moveTo>
                      <a:pt x="0" y="5301"/>
                    </a:moveTo>
                    <a:lnTo>
                      <a:pt x="2875" y="6330"/>
                    </a:lnTo>
                    <a:lnTo>
                      <a:pt x="5262" y="1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4" name="Surface mesh patch"/>
              <p:cNvSpPr/>
              <p:nvPr/>
            </p:nvSpPr>
            <p:spPr>
              <a:xfrm>
                <a:off x="8495860" y="1547953"/>
                <a:ext cx="50120" cy="70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64">
                    <a:moveTo>
                      <a:pt x="0" y="7364"/>
                    </a:moveTo>
                    <a:lnTo>
                      <a:pt x="2875" y="6833"/>
                    </a:lnTo>
                    <a:lnTo>
                      <a:pt x="5262" y="0"/>
                    </a:lnTo>
                    <a:lnTo>
                      <a:pt x="2387" y="1523"/>
                    </a:lnTo>
                    <a:close/>
                  </a:path>
                </a:pathLst>
              </a:custGeom>
              <a:solidFill>
                <a:srgbClr val="afccfd"/>
              </a:solidFill>
              <a:ln w="3334" cap="flat" cmpd="sng" algn="ctr">
                <a:solidFill>
                  <a:srgbClr val="af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5" name="Surface mesh patch"/>
              <p:cNvSpPr/>
              <p:nvPr/>
            </p:nvSpPr>
            <p:spPr>
              <a:xfrm>
                <a:off x="8545980" y="1454983"/>
                <a:ext cx="50120" cy="92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61">
                    <a:moveTo>
                      <a:pt x="0" y="9761"/>
                    </a:moveTo>
                    <a:lnTo>
                      <a:pt x="2875" y="7615"/>
                    </a:lnTo>
                    <a:lnTo>
                      <a:pt x="5262" y="0"/>
                    </a:lnTo>
                    <a:lnTo>
                      <a:pt x="2387" y="3263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6" name="Surface mesh patch"/>
              <p:cNvSpPr/>
              <p:nvPr/>
            </p:nvSpPr>
            <p:spPr>
              <a:xfrm>
                <a:off x="8596099" y="1339794"/>
                <a:ext cx="50120" cy="115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93">
                    <a:moveTo>
                      <a:pt x="0" y="12093"/>
                    </a:moveTo>
                    <a:lnTo>
                      <a:pt x="2875" y="8630"/>
                    </a:lnTo>
                    <a:lnTo>
                      <a:pt x="5262" y="0"/>
                    </a:lnTo>
                    <a:lnTo>
                      <a:pt x="2387" y="4653"/>
                    </a:lnTo>
                    <a:close/>
                  </a:path>
                </a:pathLst>
              </a:custGeom>
              <a:solidFill>
                <a:srgbClr val="e4dedf"/>
              </a:solidFill>
              <a:ln w="3334" cap="flat" cmpd="sng" algn="ctr">
                <a:solidFill>
                  <a:srgbClr val="e4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7" name="Surface mesh patch"/>
              <p:cNvSpPr/>
              <p:nvPr/>
            </p:nvSpPr>
            <p:spPr>
              <a:xfrm>
                <a:off x="8646219" y="1210359"/>
                <a:ext cx="50120" cy="1294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89">
                    <a:moveTo>
                      <a:pt x="0" y="13589"/>
                    </a:moveTo>
                    <a:lnTo>
                      <a:pt x="2875" y="9709"/>
                    </a:lnTo>
                    <a:lnTo>
                      <a:pt x="5262" y="0"/>
                    </a:lnTo>
                    <a:lnTo>
                      <a:pt x="2387" y="4945"/>
                    </a:lnTo>
                    <a:close/>
                  </a:path>
                </a:pathLst>
              </a:custGeom>
              <a:solidFill>
                <a:srgbClr val="fbcdb1"/>
              </a:solidFill>
              <a:ln w="3334" cap="flat" cmpd="sng" algn="ctr">
                <a:solidFill>
                  <a:srgbClr val="fbcd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8" name="Surface mesh patch"/>
              <p:cNvSpPr/>
              <p:nvPr/>
            </p:nvSpPr>
            <p:spPr>
              <a:xfrm>
                <a:off x="8696339" y="1085335"/>
                <a:ext cx="50120" cy="125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26">
                    <a:moveTo>
                      <a:pt x="0" y="13126"/>
                    </a:moveTo>
                    <a:lnTo>
                      <a:pt x="2875" y="10428"/>
                    </a:lnTo>
                    <a:lnTo>
                      <a:pt x="5262" y="0"/>
                    </a:lnTo>
                    <a:lnTo>
                      <a:pt x="2387" y="3333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89" name="Surface mesh patch"/>
              <p:cNvSpPr/>
              <p:nvPr/>
            </p:nvSpPr>
            <p:spPr>
              <a:xfrm>
                <a:off x="8746458" y="986625"/>
                <a:ext cx="50120" cy="1031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26">
                    <a:moveTo>
                      <a:pt x="0" y="10363"/>
                    </a:moveTo>
                    <a:lnTo>
                      <a:pt x="2875" y="10826"/>
                    </a:lnTo>
                    <a:lnTo>
                      <a:pt x="5262" y="5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9278"/>
              </a:solidFill>
              <a:ln w="3334" cap="flat" cmpd="sng" algn="ctr">
                <a:solidFill>
                  <a:srgbClr val="f992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0" name="Surface mesh patch"/>
              <p:cNvSpPr/>
              <p:nvPr/>
            </p:nvSpPr>
            <p:spPr>
              <a:xfrm>
                <a:off x="8796578" y="897204"/>
                <a:ext cx="50120" cy="1438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01">
                    <a:moveTo>
                      <a:pt x="0" y="9899"/>
                    </a:moveTo>
                    <a:lnTo>
                      <a:pt x="2875" y="15101"/>
                    </a:lnTo>
                    <a:lnTo>
                      <a:pt x="5262" y="5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465"/>
              </a:solidFill>
              <a:ln w="3334" cap="flat" cmpd="sng" algn="ctr">
                <a:solidFill>
                  <a:srgbClr val="eb74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1" name="Surface mesh patch"/>
              <p:cNvSpPr/>
              <p:nvPr/>
            </p:nvSpPr>
            <p:spPr>
              <a:xfrm>
                <a:off x="8846698" y="874708"/>
                <a:ext cx="50120" cy="177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4">
                    <a:moveTo>
                      <a:pt x="0" y="8318"/>
                    </a:moveTo>
                    <a:lnTo>
                      <a:pt x="2875" y="18584"/>
                    </a:lnTo>
                    <a:lnTo>
                      <a:pt x="5262" y="114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364"/>
              </a:solidFill>
              <a:ln w="3334" cap="flat" cmpd="sng" algn="ctr">
                <a:solidFill>
                  <a:srgbClr val="eb73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2" name="Surface mesh patch"/>
              <p:cNvSpPr/>
              <p:nvPr/>
            </p:nvSpPr>
            <p:spPr>
              <a:xfrm>
                <a:off x="8896817" y="926479"/>
                <a:ext cx="50120" cy="191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54">
                    <a:moveTo>
                      <a:pt x="0" y="6017"/>
                    </a:moveTo>
                    <a:lnTo>
                      <a:pt x="2875" y="20054"/>
                    </a:lnTo>
                    <a:lnTo>
                      <a:pt x="5262" y="152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78e75"/>
              </a:solidFill>
              <a:ln w="3334" cap="flat" cmpd="sng" algn="ctr">
                <a:solidFill>
                  <a:srgbClr val="f78e7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3" name="Surface mesh patch"/>
              <p:cNvSpPr/>
              <p:nvPr/>
            </p:nvSpPr>
            <p:spPr>
              <a:xfrm>
                <a:off x="8946937" y="1036436"/>
                <a:ext cx="50120" cy="181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39">
                    <a:moveTo>
                      <a:pt x="0" y="3677"/>
                    </a:moveTo>
                    <a:lnTo>
                      <a:pt x="2875" y="19039"/>
                    </a:lnTo>
                    <a:lnTo>
                      <a:pt x="5262" y="161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4" name="Surface mesh patch"/>
              <p:cNvSpPr/>
              <p:nvPr/>
            </p:nvSpPr>
            <p:spPr>
              <a:xfrm>
                <a:off x="8997056" y="1172394"/>
                <a:ext cx="50120" cy="152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9">
                    <a:moveTo>
                      <a:pt x="0" y="1898"/>
                    </a:moveTo>
                    <a:lnTo>
                      <a:pt x="2875" y="16009"/>
                    </a:lnTo>
                    <a:lnTo>
                      <a:pt x="5262" y="14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5" name="Surface mesh patch"/>
              <p:cNvSpPr/>
              <p:nvPr/>
            </p:nvSpPr>
            <p:spPr>
              <a:xfrm>
                <a:off x="9047176" y="1300650"/>
                <a:ext cx="50120" cy="1147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46">
                    <a:moveTo>
                      <a:pt x="0" y="941"/>
                    </a:moveTo>
                    <a:lnTo>
                      <a:pt x="2875" y="12046"/>
                    </a:lnTo>
                    <a:lnTo>
                      <a:pt x="5262" y="109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6" name="Surface mesh patch"/>
              <p:cNvSpPr/>
              <p:nvPr/>
            </p:nvSpPr>
            <p:spPr>
              <a:xfrm>
                <a:off x="9097296" y="1398520"/>
                <a:ext cx="50120" cy="78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51">
                    <a:moveTo>
                      <a:pt x="0" y="704"/>
                    </a:moveTo>
                    <a:lnTo>
                      <a:pt x="2875" y="8251"/>
                    </a:lnTo>
                    <a:lnTo>
                      <a:pt x="5262" y="7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7" name="Surface mesh patch"/>
              <p:cNvSpPr/>
              <p:nvPr/>
            </p:nvSpPr>
            <p:spPr>
              <a:xfrm>
                <a:off x="9147415" y="1458666"/>
                <a:ext cx="50120" cy="50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6">
                    <a:moveTo>
                      <a:pt x="0" y="894"/>
                    </a:moveTo>
                    <a:lnTo>
                      <a:pt x="2875" y="5306"/>
                    </a:lnTo>
                    <a:lnTo>
                      <a:pt x="5262" y="40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8" name="Surface mesh patch"/>
              <p:cNvSpPr/>
              <p:nvPr/>
            </p:nvSpPr>
            <p:spPr>
              <a:xfrm>
                <a:off x="9197535" y="1485708"/>
                <a:ext cx="50120" cy="32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8">
                    <a:moveTo>
                      <a:pt x="0" y="1216"/>
                    </a:moveTo>
                    <a:lnTo>
                      <a:pt x="2875" y="3388"/>
                    </a:lnTo>
                    <a:lnTo>
                      <a:pt x="5262" y="19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99" name="Surface mesh patch"/>
              <p:cNvSpPr/>
              <p:nvPr/>
            </p:nvSpPr>
            <p:spPr>
              <a:xfrm>
                <a:off x="9247655" y="1489793"/>
                <a:ext cx="50120" cy="222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9">
                    <a:moveTo>
                      <a:pt x="0" y="1480"/>
                    </a:moveTo>
                    <a:lnTo>
                      <a:pt x="2875" y="2339"/>
                    </a:lnTo>
                    <a:lnTo>
                      <a:pt x="5262" y="7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0" name="Surface mesh patch"/>
              <p:cNvSpPr/>
              <p:nvPr/>
            </p:nvSpPr>
            <p:spPr>
              <a:xfrm>
                <a:off x="9297774" y="1481375"/>
                <a:ext cx="50120" cy="17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607"/>
                    </a:moveTo>
                    <a:lnTo>
                      <a:pt x="2875" y="1888"/>
                    </a:lnTo>
                    <a:lnTo>
                      <a:pt x="5262" y="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1" name="Surface mesh patch"/>
              <p:cNvSpPr/>
              <p:nvPr/>
            </p:nvSpPr>
            <p:spPr>
              <a:xfrm>
                <a:off x="9347894" y="1468720"/>
                <a:ext cx="50120" cy="17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8">
                    <a:moveTo>
                      <a:pt x="0" y="1592"/>
                    </a:moveTo>
                    <a:lnTo>
                      <a:pt x="2875" y="1798"/>
                    </a:lnTo>
                    <a:lnTo>
                      <a:pt x="5262" y="2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2" name="Surface mesh patch"/>
              <p:cNvSpPr/>
              <p:nvPr/>
            </p:nvSpPr>
            <p:spPr>
              <a:xfrm>
                <a:off x="9398014" y="1457445"/>
                <a:ext cx="50120" cy="181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6">
                    <a:moveTo>
                      <a:pt x="0" y="1462"/>
                    </a:moveTo>
                    <a:lnTo>
                      <a:pt x="2875" y="1906"/>
                    </a:lnTo>
                    <a:lnTo>
                      <a:pt x="5262" y="5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3" name="Surface mesh patch"/>
              <p:cNvSpPr/>
              <p:nvPr/>
            </p:nvSpPr>
            <p:spPr>
              <a:xfrm>
                <a:off x="9448133" y="1450893"/>
                <a:ext cx="50120" cy="20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6">
                    <a:moveTo>
                      <a:pt x="0" y="1260"/>
                    </a:moveTo>
                    <a:lnTo>
                      <a:pt x="2875" y="2106"/>
                    </a:lnTo>
                    <a:lnTo>
                      <a:pt x="5262" y="9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4" name="Surface mesh patch"/>
              <p:cNvSpPr/>
              <p:nvPr/>
            </p:nvSpPr>
            <p:spPr>
              <a:xfrm>
                <a:off x="9498253" y="1450565"/>
                <a:ext cx="50120" cy="221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8">
                    <a:moveTo>
                      <a:pt x="0" y="1032"/>
                    </a:moveTo>
                    <a:lnTo>
                      <a:pt x="2875" y="2328"/>
                    </a:lnTo>
                    <a:lnTo>
                      <a:pt x="5262" y="14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5" name="Surface mesh patch"/>
              <p:cNvSpPr/>
              <p:nvPr/>
            </p:nvSpPr>
            <p:spPr>
              <a:xfrm>
                <a:off x="7671214" y="1601203"/>
                <a:ext cx="50120" cy="14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1">
                    <a:moveTo>
                      <a:pt x="0" y="860"/>
                    </a:moveTo>
                    <a:lnTo>
                      <a:pt x="2875" y="1551"/>
                    </a:lnTo>
                    <a:lnTo>
                      <a:pt x="5262" y="6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6" name="Surface mesh patch"/>
              <p:cNvSpPr/>
              <p:nvPr/>
            </p:nvSpPr>
            <p:spPr>
              <a:xfrm>
                <a:off x="7721334" y="1599127"/>
                <a:ext cx="50120" cy="1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3">
                    <a:moveTo>
                      <a:pt x="0" y="835"/>
                    </a:moveTo>
                    <a:lnTo>
                      <a:pt x="2875" y="1153"/>
                    </a:lnTo>
                    <a:lnTo>
                      <a:pt x="5262" y="2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7" name="Surface mesh patch"/>
              <p:cNvSpPr/>
              <p:nvPr/>
            </p:nvSpPr>
            <p:spPr>
              <a:xfrm>
                <a:off x="7771453" y="1595011"/>
                <a:ext cx="50120" cy="7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9">
                    <a:moveTo>
                      <a:pt x="0" y="714"/>
                    </a:moveTo>
                    <a:lnTo>
                      <a:pt x="2875" y="759"/>
                    </a:lnTo>
                    <a:lnTo>
                      <a:pt x="5262" y="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8" name="Surface mesh patch"/>
              <p:cNvSpPr/>
              <p:nvPr/>
            </p:nvSpPr>
            <p:spPr>
              <a:xfrm>
                <a:off x="7821573" y="1590242"/>
                <a:ext cx="50120" cy="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0">
                    <a:moveTo>
                      <a:pt x="0" y="550"/>
                    </a:moveTo>
                    <a:lnTo>
                      <a:pt x="2875" y="464"/>
                    </a:lnTo>
                    <a:lnTo>
                      <a:pt x="5262" y="0"/>
                    </a:lnTo>
                    <a:lnTo>
                      <a:pt x="2387" y="4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9" name="Surface mesh patch"/>
              <p:cNvSpPr/>
              <p:nvPr/>
            </p:nvSpPr>
            <p:spPr>
              <a:xfrm>
                <a:off x="7871692" y="1588050"/>
                <a:ext cx="50120" cy="2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">
                    <a:moveTo>
                      <a:pt x="0" y="230"/>
                    </a:moveTo>
                    <a:lnTo>
                      <a:pt x="2875" y="183"/>
                    </a:lnTo>
                    <a:lnTo>
                      <a:pt x="5262" y="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0" name="Surface mesh patch"/>
              <p:cNvSpPr/>
              <p:nvPr/>
            </p:nvSpPr>
            <p:spPr>
              <a:xfrm>
                <a:off x="7921812" y="1588201"/>
                <a:ext cx="50120" cy="3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7">
                    <a:moveTo>
                      <a:pt x="0" y="0"/>
                    </a:moveTo>
                    <a:lnTo>
                      <a:pt x="2875" y="195"/>
                    </a:lnTo>
                    <a:lnTo>
                      <a:pt x="5262" y="327"/>
                    </a:lnTo>
                    <a:lnTo>
                      <a:pt x="2387" y="54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1" name="Surface mesh patch"/>
              <p:cNvSpPr/>
              <p:nvPr/>
            </p:nvSpPr>
            <p:spPr>
              <a:xfrm>
                <a:off x="7971932" y="1591319"/>
                <a:ext cx="50120" cy="98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9">
                    <a:moveTo>
                      <a:pt x="0" y="0"/>
                    </a:moveTo>
                    <a:lnTo>
                      <a:pt x="2875" y="663"/>
                    </a:lnTo>
                    <a:lnTo>
                      <a:pt x="5262" y="1039"/>
                    </a:lnTo>
                    <a:lnTo>
                      <a:pt x="2387" y="293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2" name="Surface mesh patch"/>
              <p:cNvSpPr/>
              <p:nvPr/>
            </p:nvSpPr>
            <p:spPr>
              <a:xfrm>
                <a:off x="8022051" y="1601219"/>
                <a:ext cx="50120" cy="176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">
                    <a:moveTo>
                      <a:pt x="0" y="0"/>
                    </a:moveTo>
                    <a:lnTo>
                      <a:pt x="2875" y="1357"/>
                    </a:lnTo>
                    <a:lnTo>
                      <a:pt x="5262" y="1848"/>
                    </a:lnTo>
                    <a:lnTo>
                      <a:pt x="2387" y="422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3" name="Surface mesh patch"/>
              <p:cNvSpPr/>
              <p:nvPr/>
            </p:nvSpPr>
            <p:spPr>
              <a:xfrm>
                <a:off x="8072171" y="1618821"/>
                <a:ext cx="50120" cy="24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9">
                    <a:moveTo>
                      <a:pt x="0" y="0"/>
                    </a:moveTo>
                    <a:lnTo>
                      <a:pt x="2875" y="2227"/>
                    </a:lnTo>
                    <a:lnTo>
                      <a:pt x="5262" y="2619"/>
                    </a:lnTo>
                    <a:lnTo>
                      <a:pt x="2387" y="372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4" name="Surface mesh patch"/>
              <p:cNvSpPr/>
              <p:nvPr/>
            </p:nvSpPr>
            <p:spPr>
              <a:xfrm>
                <a:off x="8122291" y="1643763"/>
                <a:ext cx="50120" cy="30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7">
                    <a:moveTo>
                      <a:pt x="0" y="0"/>
                    </a:moveTo>
                    <a:lnTo>
                      <a:pt x="2875" y="3157"/>
                    </a:lnTo>
                    <a:lnTo>
                      <a:pt x="5262" y="3154"/>
                    </a:lnTo>
                    <a:lnTo>
                      <a:pt x="2387" y="77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5" name="Surface mesh patch"/>
              <p:cNvSpPr/>
              <p:nvPr/>
            </p:nvSpPr>
            <p:spPr>
              <a:xfrm>
                <a:off x="8172410" y="1668963"/>
                <a:ext cx="50120" cy="427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4">
                    <a:moveTo>
                      <a:pt x="0" y="508"/>
                    </a:moveTo>
                    <a:lnTo>
                      <a:pt x="2875" y="4484"/>
                    </a:lnTo>
                    <a:lnTo>
                      <a:pt x="5262" y="3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6" name="Surface mesh patch"/>
              <p:cNvSpPr/>
              <p:nvPr/>
            </p:nvSpPr>
            <p:spPr>
              <a:xfrm>
                <a:off x="8222530" y="1691453"/>
                <a:ext cx="50120" cy="55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75">
                    <a:moveTo>
                      <a:pt x="0" y="1380"/>
                    </a:moveTo>
                    <a:lnTo>
                      <a:pt x="2875" y="5875"/>
                    </a:lnTo>
                    <a:lnTo>
                      <a:pt x="5262" y="40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dfd"/>
              </a:solidFill>
              <a:ln w="3334" cap="flat" cmpd="sng" algn="ctr">
                <a:solidFill>
                  <a:srgbClr val="8fa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7" name="Surface mesh patch"/>
              <p:cNvSpPr/>
              <p:nvPr/>
            </p:nvSpPr>
            <p:spPr>
              <a:xfrm>
                <a:off x="8272650" y="1706773"/>
                <a:ext cx="50120" cy="669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8">
                    <a:moveTo>
                      <a:pt x="0" y="2463"/>
                    </a:moveTo>
                    <a:lnTo>
                      <a:pt x="2875" y="7028"/>
                    </a:lnTo>
                    <a:lnTo>
                      <a:pt x="5262" y="3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8" name="Surface mesh patch"/>
              <p:cNvSpPr/>
              <p:nvPr/>
            </p:nvSpPr>
            <p:spPr>
              <a:xfrm>
                <a:off x="8322769" y="1710009"/>
                <a:ext cx="50120" cy="737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41">
                    <a:moveTo>
                      <a:pt x="0" y="3615"/>
                    </a:moveTo>
                    <a:lnTo>
                      <a:pt x="2875" y="7741"/>
                    </a:lnTo>
                    <a:lnTo>
                      <a:pt x="5262" y="33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7a4fd"/>
              </a:solidFill>
              <a:ln w="3334" cap="flat" cmpd="sng" algn="ctr">
                <a:solidFill>
                  <a:srgbClr val="87a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9" name="Surface mesh patch"/>
              <p:cNvSpPr/>
              <p:nvPr/>
            </p:nvSpPr>
            <p:spPr>
              <a:xfrm>
                <a:off x="8372889" y="1697567"/>
                <a:ext cx="50120" cy="751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85">
                    <a:moveTo>
                      <a:pt x="0" y="4674"/>
                    </a:moveTo>
                    <a:lnTo>
                      <a:pt x="2875" y="7885"/>
                    </a:lnTo>
                    <a:lnTo>
                      <a:pt x="5262" y="23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aa7fd"/>
              </a:solidFill>
              <a:ln w="3334" cap="flat" cmpd="sng" algn="ctr">
                <a:solidFill>
                  <a:srgbClr val="8a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0" name="Surface mesh patch"/>
              <p:cNvSpPr/>
              <p:nvPr/>
            </p:nvSpPr>
            <p:spPr>
              <a:xfrm>
                <a:off x="8423009" y="1667382"/>
                <a:ext cx="50120" cy="71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61">
                    <a:moveTo>
                      <a:pt x="0" y="5532"/>
                    </a:moveTo>
                    <a:lnTo>
                      <a:pt x="2875" y="7461"/>
                    </a:lnTo>
                    <a:lnTo>
                      <a:pt x="5262" y="10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2b0fd"/>
              </a:solidFill>
              <a:ln w="3334" cap="flat" cmpd="sng" algn="ctr">
                <a:solidFill>
                  <a:srgbClr val="92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1" name="Surface mesh patch"/>
              <p:cNvSpPr/>
              <p:nvPr/>
            </p:nvSpPr>
            <p:spPr>
              <a:xfrm>
                <a:off x="8473128" y="1613038"/>
                <a:ext cx="50120" cy="681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5">
                    <a:moveTo>
                      <a:pt x="0" y="6734"/>
                    </a:moveTo>
                    <a:lnTo>
                      <a:pt x="2875" y="7155"/>
                    </a:lnTo>
                    <a:lnTo>
                      <a:pt x="5262" y="0"/>
                    </a:lnTo>
                    <a:lnTo>
                      <a:pt x="2387" y="531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2" name="Surface mesh patch"/>
              <p:cNvSpPr/>
              <p:nvPr/>
            </p:nvSpPr>
            <p:spPr>
              <a:xfrm>
                <a:off x="8523248" y="1527511"/>
                <a:ext cx="50120" cy="855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79">
                    <a:moveTo>
                      <a:pt x="0" y="8979"/>
                    </a:moveTo>
                    <a:lnTo>
                      <a:pt x="2875" y="7853"/>
                    </a:lnTo>
                    <a:lnTo>
                      <a:pt x="5262" y="0"/>
                    </a:lnTo>
                    <a:lnTo>
                      <a:pt x="2387" y="2146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3" name="Surface mesh patch"/>
              <p:cNvSpPr/>
              <p:nvPr/>
            </p:nvSpPr>
            <p:spPr>
              <a:xfrm>
                <a:off x="8573367" y="1421993"/>
                <a:ext cx="50120" cy="1055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78">
                    <a:moveTo>
                      <a:pt x="0" y="11078"/>
                    </a:moveTo>
                    <a:lnTo>
                      <a:pt x="2875" y="8670"/>
                    </a:lnTo>
                    <a:lnTo>
                      <a:pt x="5262" y="0"/>
                    </a:lnTo>
                    <a:lnTo>
                      <a:pt x="2387" y="3463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4" name="Surface mesh patch"/>
              <p:cNvSpPr/>
              <p:nvPr/>
            </p:nvSpPr>
            <p:spPr>
              <a:xfrm>
                <a:off x="8623487" y="1302833"/>
                <a:ext cx="50120" cy="119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10">
                    <a:moveTo>
                      <a:pt x="0" y="12510"/>
                    </a:moveTo>
                    <a:lnTo>
                      <a:pt x="2875" y="9572"/>
                    </a:lnTo>
                    <a:lnTo>
                      <a:pt x="5262" y="0"/>
                    </a:lnTo>
                    <a:lnTo>
                      <a:pt x="2387" y="3880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5" name="Surface mesh patch"/>
              <p:cNvSpPr/>
              <p:nvPr/>
            </p:nvSpPr>
            <p:spPr>
              <a:xfrm>
                <a:off x="8673607" y="1184663"/>
                <a:ext cx="50120" cy="118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06">
                    <a:moveTo>
                      <a:pt x="0" y="12406"/>
                    </a:moveTo>
                    <a:lnTo>
                      <a:pt x="2875" y="10275"/>
                    </a:lnTo>
                    <a:lnTo>
                      <a:pt x="5262" y="0"/>
                    </a:lnTo>
                    <a:lnTo>
                      <a:pt x="2387" y="2698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6" name="Surface mesh patch"/>
              <p:cNvSpPr/>
              <p:nvPr/>
            </p:nvSpPr>
            <p:spPr>
              <a:xfrm>
                <a:off x="8723726" y="1085335"/>
                <a:ext cx="50120" cy="103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22">
                    <a:moveTo>
                      <a:pt x="0" y="10428"/>
                    </a:moveTo>
                    <a:lnTo>
                      <a:pt x="2875" y="10822"/>
                    </a:lnTo>
                    <a:lnTo>
                      <a:pt x="5262" y="4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98d"/>
              </a:solidFill>
              <a:ln w="3334" cap="flat" cmpd="sng" algn="ctr">
                <a:solidFill>
                  <a:srgbClr val="faa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7" name="Surface mesh patch"/>
              <p:cNvSpPr/>
              <p:nvPr/>
            </p:nvSpPr>
            <p:spPr>
              <a:xfrm>
                <a:off x="8773846" y="991490"/>
                <a:ext cx="50120" cy="1403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30">
                    <a:moveTo>
                      <a:pt x="0" y="10315"/>
                    </a:moveTo>
                    <a:lnTo>
                      <a:pt x="2875" y="14730"/>
                    </a:lnTo>
                    <a:lnTo>
                      <a:pt x="5262" y="52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77c"/>
              </a:solidFill>
              <a:ln w="3334" cap="flat" cmpd="sng" algn="ctr">
                <a:solidFill>
                  <a:srgbClr val="fa977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8" name="Surface mesh patch"/>
              <p:cNvSpPr/>
              <p:nvPr/>
            </p:nvSpPr>
            <p:spPr>
              <a:xfrm>
                <a:off x="8823966" y="953935"/>
                <a:ext cx="50120" cy="1723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99">
                    <a:moveTo>
                      <a:pt x="0" y="9145"/>
                    </a:moveTo>
                    <a:lnTo>
                      <a:pt x="2875" y="18099"/>
                    </a:lnTo>
                    <a:lnTo>
                      <a:pt x="5262" y="102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7"/>
              </a:solidFill>
              <a:ln w="3334" cap="flat" cmpd="sng" algn="ctr">
                <a:solidFill>
                  <a:srgbClr val="f8907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29" name="Surface mesh patch"/>
              <p:cNvSpPr/>
              <p:nvPr/>
            </p:nvSpPr>
            <p:spPr>
              <a:xfrm>
                <a:off x="8874085" y="983794"/>
                <a:ext cx="50120" cy="187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31">
                    <a:moveTo>
                      <a:pt x="0" y="7131"/>
                    </a:moveTo>
                    <a:lnTo>
                      <a:pt x="2875" y="19731"/>
                    </a:lnTo>
                    <a:lnTo>
                      <a:pt x="5262" y="14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30" name="Surface mesh patch"/>
              <p:cNvSpPr/>
              <p:nvPr/>
            </p:nvSpPr>
            <p:spPr>
              <a:xfrm>
                <a:off x="8924205" y="1071456"/>
                <a:ext cx="50120" cy="181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40">
                    <a:moveTo>
                      <a:pt x="0" y="4834"/>
                    </a:moveTo>
                    <a:lnTo>
                      <a:pt x="2875" y="19040"/>
                    </a:lnTo>
                    <a:lnTo>
                      <a:pt x="5262" y="153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31" name="Surface mesh patch"/>
              <p:cNvSpPr/>
              <p:nvPr/>
            </p:nvSpPr>
            <p:spPr>
              <a:xfrm>
                <a:off x="8974325" y="1190468"/>
                <a:ext cx="50120" cy="155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23">
                    <a:moveTo>
                      <a:pt x="0" y="2868"/>
                    </a:moveTo>
                    <a:lnTo>
                      <a:pt x="2875" y="16323"/>
                    </a:lnTo>
                    <a:lnTo>
                      <a:pt x="5262" y="14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32" name="Surface mesh patch"/>
              <p:cNvSpPr/>
              <p:nvPr/>
            </p:nvSpPr>
            <p:spPr>
              <a:xfrm>
                <a:off x="9024444" y="1309608"/>
                <a:ext cx="50120" cy="1194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37">
                    <a:moveTo>
                      <a:pt x="0" y="1603"/>
                    </a:moveTo>
                    <a:lnTo>
                      <a:pt x="2875" y="12537"/>
                    </a:lnTo>
                    <a:lnTo>
                      <a:pt x="5262" y="11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33" name="Surface mesh patch"/>
              <p:cNvSpPr/>
              <p:nvPr/>
            </p:nvSpPr>
            <p:spPr>
              <a:xfrm>
                <a:off x="9074564" y="1405229"/>
                <a:ext cx="50120" cy="833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54">
                    <a:moveTo>
                      <a:pt x="0" y="1066"/>
                    </a:moveTo>
                    <a:lnTo>
                      <a:pt x="2875" y="8754"/>
                    </a:lnTo>
                    <a:lnTo>
                      <a:pt x="5262" y="7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34" name="Surface mesh patch"/>
              <p:cNvSpPr/>
              <p:nvPr/>
            </p:nvSpPr>
            <p:spPr>
              <a:xfrm>
                <a:off x="9124684" y="1467186"/>
                <a:ext cx="50120" cy="543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9">
                    <a:moveTo>
                      <a:pt x="0" y="1042"/>
                    </a:moveTo>
                    <a:lnTo>
                      <a:pt x="2875" y="5709"/>
                    </a:lnTo>
                    <a:lnTo>
                      <a:pt x="5262" y="4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35" name="Surface mesh patch"/>
              <p:cNvSpPr/>
              <p:nvPr/>
            </p:nvSpPr>
            <p:spPr>
              <a:xfrm>
                <a:off x="9174803" y="1497295"/>
                <a:ext cx="50120" cy="34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2">
                    <a:moveTo>
                      <a:pt x="0" y="1250"/>
                    </a:moveTo>
                    <a:lnTo>
                      <a:pt x="2875" y="3652"/>
                    </a:lnTo>
                    <a:lnTo>
                      <a:pt x="5262" y="21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36" name="Surface mesh patch"/>
              <p:cNvSpPr/>
              <p:nvPr/>
            </p:nvSpPr>
            <p:spPr>
              <a:xfrm>
                <a:off x="9224923" y="1503893"/>
                <a:ext cx="50120" cy="235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75">
                    <a:moveTo>
                      <a:pt x="0" y="1479"/>
                    </a:moveTo>
                    <a:lnTo>
                      <a:pt x="2875" y="2475"/>
                    </a:lnTo>
                    <a:lnTo>
                      <a:pt x="5262" y="8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37" name="Surface mesh patch"/>
              <p:cNvSpPr/>
              <p:nvPr/>
            </p:nvSpPr>
            <p:spPr>
              <a:xfrm>
                <a:off x="9275042" y="1496686"/>
                <a:ext cx="50120" cy="183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0">
                    <a:moveTo>
                      <a:pt x="0" y="1615"/>
                    </a:moveTo>
                    <a:lnTo>
                      <a:pt x="2875" y="1930"/>
                    </a:lnTo>
                    <a:lnTo>
                      <a:pt x="5262" y="2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38" name="Surface mesh patch"/>
              <p:cNvSpPr/>
              <p:nvPr/>
            </p:nvSpPr>
            <p:spPr>
              <a:xfrm>
                <a:off x="9325162" y="1483881"/>
                <a:ext cx="50120" cy="16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8">
                    <a:moveTo>
                      <a:pt x="0" y="1625"/>
                    </a:moveTo>
                    <a:lnTo>
                      <a:pt x="2875" y="1778"/>
                    </a:lnTo>
                    <a:lnTo>
                      <a:pt x="5262" y="2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39" name="Surface mesh patch"/>
              <p:cNvSpPr/>
              <p:nvPr/>
            </p:nvSpPr>
            <p:spPr>
              <a:xfrm>
                <a:off x="9375282" y="1471370"/>
                <a:ext cx="50120" cy="176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">
                    <a:moveTo>
                      <a:pt x="0" y="1520"/>
                    </a:moveTo>
                    <a:lnTo>
                      <a:pt x="2875" y="1848"/>
                    </a:lnTo>
                    <a:lnTo>
                      <a:pt x="5262" y="4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0" name="Surface mesh patch"/>
              <p:cNvSpPr/>
              <p:nvPr/>
            </p:nvSpPr>
            <p:spPr>
              <a:xfrm>
                <a:off x="9425401" y="1462895"/>
                <a:ext cx="50120" cy="193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2">
                    <a:moveTo>
                      <a:pt x="0" y="1334"/>
                    </a:moveTo>
                    <a:lnTo>
                      <a:pt x="2875" y="2032"/>
                    </a:lnTo>
                    <a:lnTo>
                      <a:pt x="5262" y="8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1" name="Surface mesh patch"/>
              <p:cNvSpPr/>
              <p:nvPr/>
            </p:nvSpPr>
            <p:spPr>
              <a:xfrm>
                <a:off x="9475521" y="1460396"/>
                <a:ext cx="50120" cy="21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5">
                    <a:moveTo>
                      <a:pt x="0" y="1109"/>
                    </a:moveTo>
                    <a:lnTo>
                      <a:pt x="2875" y="2255"/>
                    </a:lnTo>
                    <a:lnTo>
                      <a:pt x="5262" y="12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2" name="Surface mesh patch"/>
              <p:cNvSpPr/>
              <p:nvPr/>
            </p:nvSpPr>
            <p:spPr>
              <a:xfrm>
                <a:off x="7698602" y="1607085"/>
                <a:ext cx="50120" cy="12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6">
                    <a:moveTo>
                      <a:pt x="0" y="933"/>
                    </a:moveTo>
                    <a:lnTo>
                      <a:pt x="2875" y="1316"/>
                    </a:lnTo>
                    <a:lnTo>
                      <a:pt x="5262" y="3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3" name="Surface mesh patch"/>
              <p:cNvSpPr/>
              <p:nvPr/>
            </p:nvSpPr>
            <p:spPr>
              <a:xfrm>
                <a:off x="7748721" y="1601808"/>
                <a:ext cx="50120" cy="8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1">
                    <a:moveTo>
                      <a:pt x="0" y="871"/>
                    </a:moveTo>
                    <a:lnTo>
                      <a:pt x="2875" y="941"/>
                    </a:lnTo>
                    <a:lnTo>
                      <a:pt x="5262" y="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4" name="Surface mesh patch"/>
              <p:cNvSpPr/>
              <p:nvPr/>
            </p:nvSpPr>
            <p:spPr>
              <a:xfrm>
                <a:off x="7798841" y="1594658"/>
                <a:ext cx="50120" cy="7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6">
                    <a:moveTo>
                      <a:pt x="0" y="796"/>
                    </a:moveTo>
                    <a:lnTo>
                      <a:pt x="2875" y="694"/>
                    </a:lnTo>
                    <a:lnTo>
                      <a:pt x="5262" y="0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5" name="Surface mesh patch"/>
              <p:cNvSpPr/>
              <p:nvPr/>
            </p:nvSpPr>
            <p:spPr>
              <a:xfrm>
                <a:off x="7848961" y="1589795"/>
                <a:ext cx="50120" cy="4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">
                    <a:moveTo>
                      <a:pt x="0" y="511"/>
                    </a:moveTo>
                    <a:lnTo>
                      <a:pt x="2875" y="412"/>
                    </a:lnTo>
                    <a:lnTo>
                      <a:pt x="5262" y="0"/>
                    </a:lnTo>
                    <a:lnTo>
                      <a:pt x="2387" y="47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6" name="Surface mesh patch"/>
              <p:cNvSpPr/>
              <p:nvPr/>
            </p:nvSpPr>
            <p:spPr>
              <a:xfrm>
                <a:off x="7899080" y="1588201"/>
                <a:ext cx="50120" cy="2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8">
                    <a:moveTo>
                      <a:pt x="0" y="167"/>
                    </a:moveTo>
                    <a:lnTo>
                      <a:pt x="2875" y="278"/>
                    </a:lnTo>
                    <a:lnTo>
                      <a:pt x="5262" y="1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7" name="Surface mesh patch"/>
              <p:cNvSpPr/>
              <p:nvPr/>
            </p:nvSpPr>
            <p:spPr>
              <a:xfrm>
                <a:off x="7949200" y="1590059"/>
                <a:ext cx="50120" cy="7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6">
                    <a:moveTo>
                      <a:pt x="0" y="0"/>
                    </a:moveTo>
                    <a:lnTo>
                      <a:pt x="2875" y="553"/>
                    </a:lnTo>
                    <a:lnTo>
                      <a:pt x="5262" y="796"/>
                    </a:lnTo>
                    <a:lnTo>
                      <a:pt x="2387" y="132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8" name="Surface mesh patch"/>
              <p:cNvSpPr/>
              <p:nvPr/>
            </p:nvSpPr>
            <p:spPr>
              <a:xfrm>
                <a:off x="7999320" y="1597637"/>
                <a:ext cx="50120" cy="165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3">
                    <a:moveTo>
                      <a:pt x="0" y="0"/>
                    </a:moveTo>
                    <a:lnTo>
                      <a:pt x="2875" y="1232"/>
                    </a:lnTo>
                    <a:lnTo>
                      <a:pt x="5262" y="1733"/>
                    </a:lnTo>
                    <a:lnTo>
                      <a:pt x="2387" y="376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9" name="Surface mesh patch"/>
              <p:cNvSpPr/>
              <p:nvPr/>
            </p:nvSpPr>
            <p:spPr>
              <a:xfrm>
                <a:off x="8049439" y="1614147"/>
                <a:ext cx="50120" cy="25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18">
                    <a:moveTo>
                      <a:pt x="0" y="0"/>
                    </a:moveTo>
                    <a:lnTo>
                      <a:pt x="2875" y="2116"/>
                    </a:lnTo>
                    <a:lnTo>
                      <a:pt x="5262" y="2718"/>
                    </a:lnTo>
                    <a:lnTo>
                      <a:pt x="2387" y="491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0" name="Surface mesh patch"/>
              <p:cNvSpPr/>
              <p:nvPr/>
            </p:nvSpPr>
            <p:spPr>
              <a:xfrm>
                <a:off x="8099559" y="1640033"/>
                <a:ext cx="50120" cy="338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9">
                    <a:moveTo>
                      <a:pt x="0" y="0"/>
                    </a:moveTo>
                    <a:lnTo>
                      <a:pt x="2875" y="3109"/>
                    </a:lnTo>
                    <a:lnTo>
                      <a:pt x="5262" y="3549"/>
                    </a:lnTo>
                    <a:lnTo>
                      <a:pt x="2387" y="39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1" name="Surface mesh patch"/>
              <p:cNvSpPr/>
              <p:nvPr/>
            </p:nvSpPr>
            <p:spPr>
              <a:xfrm>
                <a:off x="8149678" y="1673801"/>
                <a:ext cx="50120" cy="38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57">
                    <a:moveTo>
                      <a:pt x="0" y="3"/>
                    </a:moveTo>
                    <a:lnTo>
                      <a:pt x="2875" y="4057"/>
                    </a:lnTo>
                    <a:lnTo>
                      <a:pt x="5262" y="39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2" name="Surface mesh patch"/>
              <p:cNvSpPr/>
              <p:nvPr/>
            </p:nvSpPr>
            <p:spPr>
              <a:xfrm>
                <a:off x="8199798" y="1704596"/>
                <a:ext cx="50120" cy="523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99">
                    <a:moveTo>
                      <a:pt x="0" y="743"/>
                    </a:moveTo>
                    <a:lnTo>
                      <a:pt x="2875" y="5499"/>
                    </a:lnTo>
                    <a:lnTo>
                      <a:pt x="5262" y="44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3" name="Surface mesh patch"/>
              <p:cNvSpPr/>
              <p:nvPr/>
            </p:nvSpPr>
            <p:spPr>
              <a:xfrm>
                <a:off x="8249918" y="1730229"/>
                <a:ext cx="50120" cy="6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1">
                    <a:moveTo>
                      <a:pt x="0" y="1804"/>
                    </a:moveTo>
                    <a:lnTo>
                      <a:pt x="2875" y="6841"/>
                    </a:lnTo>
                    <a:lnTo>
                      <a:pt x="5262" y="45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6a3fd"/>
              </a:solidFill>
              <a:ln w="3334" cap="flat" cmpd="sng" algn="ctr">
                <a:solidFill>
                  <a:srgbClr val="86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4" name="Surface mesh patch"/>
              <p:cNvSpPr/>
              <p:nvPr/>
            </p:nvSpPr>
            <p:spPr>
              <a:xfrm>
                <a:off x="8300037" y="1744438"/>
                <a:ext cx="50120" cy="74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63">
                    <a:moveTo>
                      <a:pt x="0" y="3074"/>
                    </a:moveTo>
                    <a:lnTo>
                      <a:pt x="2875" y="7863"/>
                    </a:lnTo>
                    <a:lnTo>
                      <a:pt x="5262" y="41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5" name="Surface mesh patch"/>
              <p:cNvSpPr/>
              <p:nvPr/>
            </p:nvSpPr>
            <p:spPr>
              <a:xfrm>
                <a:off x="8350157" y="1742084"/>
                <a:ext cx="50120" cy="79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84">
                    <a:moveTo>
                      <a:pt x="0" y="4373"/>
                    </a:moveTo>
                    <a:lnTo>
                      <a:pt x="2875" y="8384"/>
                    </a:lnTo>
                    <a:lnTo>
                      <a:pt x="5262" y="32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f9dfd"/>
              </a:solidFill>
              <a:ln w="3334" cap="flat" cmpd="sng" algn="ctr">
                <a:solidFill>
                  <a:srgbClr val="7f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6" name="Surface mesh patch"/>
              <p:cNvSpPr/>
              <p:nvPr/>
            </p:nvSpPr>
            <p:spPr>
              <a:xfrm>
                <a:off x="8400277" y="1720073"/>
                <a:ext cx="50120" cy="792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25">
                    <a:moveTo>
                      <a:pt x="0" y="5523"/>
                    </a:moveTo>
                    <a:lnTo>
                      <a:pt x="2875" y="8325"/>
                    </a:lnTo>
                    <a:lnTo>
                      <a:pt x="5262" y="19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5a3fd"/>
              </a:solidFill>
              <a:ln w="3334" cap="flat" cmpd="sng" algn="ctr">
                <a:solidFill>
                  <a:srgbClr val="85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7" name="Surface mesh patch"/>
              <p:cNvSpPr/>
              <p:nvPr/>
            </p:nvSpPr>
            <p:spPr>
              <a:xfrm>
                <a:off x="8450396" y="1677182"/>
                <a:ext cx="50120" cy="73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2">
                    <a:moveTo>
                      <a:pt x="0" y="6432"/>
                    </a:moveTo>
                    <a:lnTo>
                      <a:pt x="2875" y="7762"/>
                    </a:lnTo>
                    <a:lnTo>
                      <a:pt x="5262" y="4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2affd"/>
              </a:solidFill>
              <a:ln w="3334" cap="flat" cmpd="sng" algn="ctr">
                <a:solidFill>
                  <a:srgbClr val="92a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8" name="Surface mesh patch"/>
              <p:cNvSpPr/>
              <p:nvPr/>
            </p:nvSpPr>
            <p:spPr>
              <a:xfrm>
                <a:off x="8500516" y="1602308"/>
                <a:ext cx="50120" cy="788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81">
                    <a:moveTo>
                      <a:pt x="0" y="8281"/>
                    </a:moveTo>
                    <a:lnTo>
                      <a:pt x="2875" y="8087"/>
                    </a:lnTo>
                    <a:lnTo>
                      <a:pt x="5262" y="0"/>
                    </a:lnTo>
                    <a:lnTo>
                      <a:pt x="2387" y="1127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9" name="Surface mesh patch"/>
              <p:cNvSpPr/>
              <p:nvPr/>
            </p:nvSpPr>
            <p:spPr>
              <a:xfrm>
                <a:off x="8550636" y="1504575"/>
                <a:ext cx="50120" cy="977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61">
                    <a:moveTo>
                      <a:pt x="0" y="10261"/>
                    </a:moveTo>
                    <a:lnTo>
                      <a:pt x="2875" y="8778"/>
                    </a:lnTo>
                    <a:lnTo>
                      <a:pt x="5262" y="0"/>
                    </a:lnTo>
                    <a:lnTo>
                      <a:pt x="2387" y="2408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0" name="Surface mesh patch"/>
              <p:cNvSpPr/>
              <p:nvPr/>
            </p:nvSpPr>
            <p:spPr>
              <a:xfrm>
                <a:off x="8600755" y="1394005"/>
                <a:ext cx="50120" cy="110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08">
                    <a:moveTo>
                      <a:pt x="0" y="11608"/>
                    </a:moveTo>
                    <a:lnTo>
                      <a:pt x="2875" y="9477"/>
                    </a:lnTo>
                    <a:lnTo>
                      <a:pt x="5262" y="0"/>
                    </a:lnTo>
                    <a:lnTo>
                      <a:pt x="2387" y="2938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1" name="Surface mesh patch"/>
              <p:cNvSpPr/>
              <p:nvPr/>
            </p:nvSpPr>
            <p:spPr>
              <a:xfrm>
                <a:off x="8650875" y="1282529"/>
                <a:ext cx="50120" cy="111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03">
                    <a:moveTo>
                      <a:pt x="0" y="11703"/>
                    </a:moveTo>
                    <a:lnTo>
                      <a:pt x="2875" y="10047"/>
                    </a:lnTo>
                    <a:lnTo>
                      <a:pt x="5262" y="0"/>
                    </a:lnTo>
                    <a:lnTo>
                      <a:pt x="2387" y="2132"/>
                    </a:lnTo>
                    <a:close/>
                  </a:path>
                </a:pathLst>
              </a:custGeom>
              <a:solidFill>
                <a:srgbClr val="f5d4bf"/>
              </a:solidFill>
              <a:ln w="3334" cap="flat" cmpd="sng" algn="ctr">
                <a:solidFill>
                  <a:srgbClr val="f5d4b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2" name="Surface mesh patch"/>
              <p:cNvSpPr/>
              <p:nvPr/>
            </p:nvSpPr>
            <p:spPr>
              <a:xfrm>
                <a:off x="8700995" y="1184663"/>
                <a:ext cx="50120" cy="100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70">
                    <a:moveTo>
                      <a:pt x="0" y="10275"/>
                    </a:moveTo>
                    <a:lnTo>
                      <a:pt x="2875" y="10570"/>
                    </a:lnTo>
                    <a:lnTo>
                      <a:pt x="5262" y="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3" name="Surface mesh patch"/>
              <p:cNvSpPr/>
              <p:nvPr/>
            </p:nvSpPr>
            <p:spPr>
              <a:xfrm>
                <a:off x="8751114" y="1089741"/>
                <a:ext cx="50120" cy="133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83">
                    <a:moveTo>
                      <a:pt x="0" y="10359"/>
                    </a:moveTo>
                    <a:lnTo>
                      <a:pt x="2875" y="13983"/>
                    </a:lnTo>
                    <a:lnTo>
                      <a:pt x="5262" y="44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4" name="Surface mesh patch"/>
              <p:cNvSpPr/>
              <p:nvPr/>
            </p:nvSpPr>
            <p:spPr>
              <a:xfrm>
                <a:off x="8801234" y="1041045"/>
                <a:ext cx="50120" cy="163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19">
                    <a:moveTo>
                      <a:pt x="0" y="9528"/>
                    </a:moveTo>
                    <a:lnTo>
                      <a:pt x="2875" y="17119"/>
                    </a:lnTo>
                    <a:lnTo>
                      <a:pt x="5262" y="8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489"/>
              </a:solidFill>
              <a:ln w="3334" cap="flat" cmpd="sng" algn="ctr">
                <a:solidFill>
                  <a:srgbClr val="faa4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5" name="Surface mesh patch"/>
              <p:cNvSpPr/>
              <p:nvPr/>
            </p:nvSpPr>
            <p:spPr>
              <a:xfrm>
                <a:off x="8851353" y="1051715"/>
                <a:ext cx="50120" cy="1794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43">
                    <a:moveTo>
                      <a:pt x="0" y="7834"/>
                    </a:moveTo>
                    <a:lnTo>
                      <a:pt x="2875" y="18843"/>
                    </a:lnTo>
                    <a:lnTo>
                      <a:pt x="5262" y="12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98e"/>
              </a:solidFill>
              <a:ln w="3334" cap="flat" cmpd="sng" algn="ctr">
                <a:solidFill>
                  <a:srgbClr val="faa9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6" name="Surface mesh patch"/>
              <p:cNvSpPr/>
              <p:nvPr/>
            </p:nvSpPr>
            <p:spPr>
              <a:xfrm>
                <a:off x="8901473" y="1117497"/>
                <a:ext cx="50120" cy="176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7">
                    <a:moveTo>
                      <a:pt x="0" y="5694"/>
                    </a:moveTo>
                    <a:lnTo>
                      <a:pt x="2875" y="18487"/>
                    </a:lnTo>
                    <a:lnTo>
                      <a:pt x="5262" y="142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7" name="Surface mesh patch"/>
              <p:cNvSpPr/>
              <p:nvPr/>
            </p:nvSpPr>
            <p:spPr>
              <a:xfrm>
                <a:off x="8951593" y="1217783"/>
                <a:ext cx="50120" cy="1540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74">
                    <a:moveTo>
                      <a:pt x="0" y="3677"/>
                    </a:moveTo>
                    <a:lnTo>
                      <a:pt x="2875" y="16174"/>
                    </a:lnTo>
                    <a:lnTo>
                      <a:pt x="5262" y="134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8" name="Surface mesh patch"/>
              <p:cNvSpPr/>
              <p:nvPr/>
            </p:nvSpPr>
            <p:spPr>
              <a:xfrm>
                <a:off x="9001712" y="1324880"/>
                <a:ext cx="50120" cy="1209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698">
                    <a:moveTo>
                      <a:pt x="0" y="2212"/>
                    </a:moveTo>
                    <a:lnTo>
                      <a:pt x="2875" y="12698"/>
                    </a:lnTo>
                    <a:lnTo>
                      <a:pt x="5262" y="109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69" name="Surface mesh patch"/>
              <p:cNvSpPr/>
              <p:nvPr/>
            </p:nvSpPr>
            <p:spPr>
              <a:xfrm>
                <a:off x="9051832" y="1415387"/>
                <a:ext cx="50120" cy="86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1">
                    <a:moveTo>
                      <a:pt x="0" y="1431"/>
                    </a:moveTo>
                    <a:lnTo>
                      <a:pt x="2875" y="9061"/>
                    </a:lnTo>
                    <a:lnTo>
                      <a:pt x="5262" y="76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0" name="Surface mesh patch"/>
              <p:cNvSpPr/>
              <p:nvPr/>
            </p:nvSpPr>
            <p:spPr>
              <a:xfrm>
                <a:off x="9101952" y="1477107"/>
                <a:ext cx="50120" cy="573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17">
                    <a:moveTo>
                      <a:pt x="0" y="1208"/>
                    </a:moveTo>
                    <a:lnTo>
                      <a:pt x="2875" y="6017"/>
                    </a:lnTo>
                    <a:lnTo>
                      <a:pt x="5262" y="46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1" name="Surface mesh patch"/>
              <p:cNvSpPr/>
              <p:nvPr/>
            </p:nvSpPr>
            <p:spPr>
              <a:xfrm>
                <a:off x="9152071" y="1509205"/>
                <a:ext cx="50120" cy="369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3">
                    <a:moveTo>
                      <a:pt x="0" y="1297"/>
                    </a:moveTo>
                    <a:lnTo>
                      <a:pt x="2875" y="3883"/>
                    </a:lnTo>
                    <a:lnTo>
                      <a:pt x="5262" y="24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2" name="Surface mesh patch"/>
              <p:cNvSpPr/>
              <p:nvPr/>
            </p:nvSpPr>
            <p:spPr>
              <a:xfrm>
                <a:off x="9202191" y="1517980"/>
                <a:ext cx="50120" cy="248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0">
                    <a:moveTo>
                      <a:pt x="0" y="1480"/>
                    </a:moveTo>
                    <a:lnTo>
                      <a:pt x="2875" y="2610"/>
                    </a:lnTo>
                    <a:lnTo>
                      <a:pt x="5262" y="9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3" name="Surface mesh patch"/>
              <p:cNvSpPr/>
              <p:nvPr/>
            </p:nvSpPr>
            <p:spPr>
              <a:xfrm>
                <a:off x="9252311" y="1512068"/>
                <a:ext cx="50120" cy="18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1">
                    <a:moveTo>
                      <a:pt x="0" y="1617"/>
                    </a:moveTo>
                    <a:lnTo>
                      <a:pt x="2875" y="1981"/>
                    </a:lnTo>
                    <a:lnTo>
                      <a:pt x="5262" y="3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4" name="Surface mesh patch"/>
              <p:cNvSpPr/>
              <p:nvPr/>
            </p:nvSpPr>
            <p:spPr>
              <a:xfrm>
                <a:off x="9302430" y="1499357"/>
                <a:ext cx="50120" cy="16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7">
                    <a:moveTo>
                      <a:pt x="0" y="1650"/>
                    </a:moveTo>
                    <a:lnTo>
                      <a:pt x="2875" y="1767"/>
                    </a:lnTo>
                    <a:lnTo>
                      <a:pt x="5262" y="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5" name="Surface mesh patch"/>
              <p:cNvSpPr/>
              <p:nvPr/>
            </p:nvSpPr>
            <p:spPr>
              <a:xfrm>
                <a:off x="9352550" y="1485849"/>
                <a:ext cx="50120" cy="17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8">
                    <a:moveTo>
                      <a:pt x="0" y="1571"/>
                    </a:moveTo>
                    <a:lnTo>
                      <a:pt x="2875" y="1798"/>
                    </a:lnTo>
                    <a:lnTo>
                      <a:pt x="5262" y="3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6" name="Surface mesh patch"/>
              <p:cNvSpPr/>
              <p:nvPr/>
            </p:nvSpPr>
            <p:spPr>
              <a:xfrm>
                <a:off x="9402670" y="1475600"/>
                <a:ext cx="50120" cy="18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0">
                    <a:moveTo>
                      <a:pt x="0" y="1404"/>
                    </a:moveTo>
                    <a:lnTo>
                      <a:pt x="2875" y="1960"/>
                    </a:lnTo>
                    <a:lnTo>
                      <a:pt x="5262" y="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7" name="Surface mesh patch"/>
              <p:cNvSpPr/>
              <p:nvPr/>
            </p:nvSpPr>
            <p:spPr>
              <a:xfrm>
                <a:off x="9452789" y="1470954"/>
                <a:ext cx="50120" cy="207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9">
                    <a:moveTo>
                      <a:pt x="0" y="1186"/>
                    </a:moveTo>
                    <a:lnTo>
                      <a:pt x="2875" y="2179"/>
                    </a:lnTo>
                    <a:lnTo>
                      <a:pt x="5262" y="11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8" name="Surface mesh patch"/>
              <p:cNvSpPr/>
              <p:nvPr/>
            </p:nvSpPr>
            <p:spPr>
              <a:xfrm>
                <a:off x="7725989" y="1610106"/>
                <a:ext cx="50120" cy="106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22">
                    <a:moveTo>
                      <a:pt x="0" y="999"/>
                    </a:moveTo>
                    <a:lnTo>
                      <a:pt x="2875" y="1122"/>
                    </a:lnTo>
                    <a:lnTo>
                      <a:pt x="5262" y="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79" name="Surface mesh patch"/>
              <p:cNvSpPr/>
              <p:nvPr/>
            </p:nvSpPr>
            <p:spPr>
              <a:xfrm>
                <a:off x="7776109" y="1601267"/>
                <a:ext cx="50120" cy="9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8">
                    <a:moveTo>
                      <a:pt x="0" y="998"/>
                    </a:moveTo>
                    <a:lnTo>
                      <a:pt x="2875" y="904"/>
                    </a:lnTo>
                    <a:lnTo>
                      <a:pt x="5262" y="0"/>
                    </a:lnTo>
                    <a:lnTo>
                      <a:pt x="2387" y="102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0" name="Surface mesh patch"/>
              <p:cNvSpPr/>
              <p:nvPr/>
            </p:nvSpPr>
            <p:spPr>
              <a:xfrm>
                <a:off x="7826229" y="1593715"/>
                <a:ext cx="50120" cy="7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3">
                    <a:moveTo>
                      <a:pt x="0" y="793"/>
                    </a:moveTo>
                    <a:lnTo>
                      <a:pt x="2875" y="657"/>
                    </a:lnTo>
                    <a:lnTo>
                      <a:pt x="5262" y="0"/>
                    </a:lnTo>
                    <a:lnTo>
                      <a:pt x="2387" y="99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1" name="Surface mesh patch"/>
              <p:cNvSpPr/>
              <p:nvPr/>
            </p:nvSpPr>
            <p:spPr>
              <a:xfrm>
                <a:off x="7876348" y="1589795"/>
                <a:ext cx="50120" cy="42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2">
                    <a:moveTo>
                      <a:pt x="0" y="412"/>
                    </a:moveTo>
                    <a:lnTo>
                      <a:pt x="2875" y="442"/>
                    </a:lnTo>
                    <a:lnTo>
                      <a:pt x="5262" y="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2" name="Surface mesh patch"/>
              <p:cNvSpPr/>
              <p:nvPr/>
            </p:nvSpPr>
            <p:spPr>
              <a:xfrm>
                <a:off x="7926468" y="1590059"/>
                <a:ext cx="50120" cy="52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">
                    <a:moveTo>
                      <a:pt x="0" y="83"/>
                    </a:moveTo>
                    <a:lnTo>
                      <a:pt x="2875" y="512"/>
                    </a:lnTo>
                    <a:lnTo>
                      <a:pt x="5262" y="5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3" name="Surface mesh patch"/>
              <p:cNvSpPr/>
              <p:nvPr/>
            </p:nvSpPr>
            <p:spPr>
              <a:xfrm>
                <a:off x="7976588" y="1595325"/>
                <a:ext cx="50120" cy="14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5">
                    <a:moveTo>
                      <a:pt x="0" y="0"/>
                    </a:moveTo>
                    <a:lnTo>
                      <a:pt x="2875" y="1070"/>
                    </a:lnTo>
                    <a:lnTo>
                      <a:pt x="5262" y="1475"/>
                    </a:lnTo>
                    <a:lnTo>
                      <a:pt x="2387" y="243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4" name="Surface mesh patch"/>
              <p:cNvSpPr/>
              <p:nvPr/>
            </p:nvSpPr>
            <p:spPr>
              <a:xfrm>
                <a:off x="8026707" y="1609376"/>
                <a:ext cx="50120" cy="24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7">
                    <a:moveTo>
                      <a:pt x="0" y="0"/>
                    </a:moveTo>
                    <a:lnTo>
                      <a:pt x="2875" y="1933"/>
                    </a:lnTo>
                    <a:lnTo>
                      <a:pt x="5262" y="2617"/>
                    </a:lnTo>
                    <a:lnTo>
                      <a:pt x="2387" y="501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5" name="Surface mesh patch"/>
              <p:cNvSpPr/>
              <p:nvPr/>
            </p:nvSpPr>
            <p:spPr>
              <a:xfrm>
                <a:off x="8076827" y="1634301"/>
                <a:ext cx="50120" cy="353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1">
                    <a:moveTo>
                      <a:pt x="0" y="0"/>
                    </a:moveTo>
                    <a:lnTo>
                      <a:pt x="2875" y="2946"/>
                    </a:lnTo>
                    <a:lnTo>
                      <a:pt x="5262" y="3711"/>
                    </a:lnTo>
                    <a:lnTo>
                      <a:pt x="2387" y="602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6" name="Surface mesh patch"/>
              <p:cNvSpPr/>
              <p:nvPr/>
            </p:nvSpPr>
            <p:spPr>
              <a:xfrm>
                <a:off x="8126947" y="1669645"/>
                <a:ext cx="50120" cy="42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3">
                    <a:moveTo>
                      <a:pt x="0" y="0"/>
                    </a:moveTo>
                    <a:lnTo>
                      <a:pt x="2875" y="3976"/>
                    </a:lnTo>
                    <a:lnTo>
                      <a:pt x="5262" y="4493"/>
                    </a:lnTo>
                    <a:lnTo>
                      <a:pt x="2387" y="44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7" name="Surface mesh patch"/>
              <p:cNvSpPr/>
              <p:nvPr/>
            </p:nvSpPr>
            <p:spPr>
              <a:xfrm>
                <a:off x="8177066" y="1711668"/>
                <a:ext cx="50120" cy="46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6">
                    <a:moveTo>
                      <a:pt x="0" y="82"/>
                    </a:moveTo>
                    <a:lnTo>
                      <a:pt x="2875" y="4916"/>
                    </a:lnTo>
                    <a:lnTo>
                      <a:pt x="5262" y="47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8" name="Surface mesh patch"/>
              <p:cNvSpPr/>
              <p:nvPr/>
            </p:nvSpPr>
            <p:spPr>
              <a:xfrm>
                <a:off x="8227186" y="1747408"/>
                <a:ext cx="50120" cy="602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29">
                    <a:moveTo>
                      <a:pt x="0" y="1004"/>
                    </a:moveTo>
                    <a:lnTo>
                      <a:pt x="2875" y="6329"/>
                    </a:lnTo>
                    <a:lnTo>
                      <a:pt x="5262" y="5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4a2fd"/>
              </a:solidFill>
              <a:ln w="3334" cap="flat" cmpd="sng" algn="ctr">
                <a:solidFill>
                  <a:srgbClr val="84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89" name="Surface mesh patch"/>
              <p:cNvSpPr/>
              <p:nvPr/>
            </p:nvSpPr>
            <p:spPr>
              <a:xfrm>
                <a:off x="8277306" y="1773716"/>
                <a:ext cx="50120" cy="72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73">
                    <a:moveTo>
                      <a:pt x="0" y="2275"/>
                    </a:moveTo>
                    <a:lnTo>
                      <a:pt x="2875" y="7573"/>
                    </a:lnTo>
                    <a:lnTo>
                      <a:pt x="5262" y="47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997fb"/>
              </a:solidFill>
              <a:ln w="3334" cap="flat" cmpd="sng" algn="ctr">
                <a:solidFill>
                  <a:srgbClr val="7997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0" name="Surface mesh patch"/>
              <p:cNvSpPr/>
              <p:nvPr/>
            </p:nvSpPr>
            <p:spPr>
              <a:xfrm>
                <a:off x="8327425" y="1783738"/>
                <a:ext cx="50120" cy="803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40">
                    <a:moveTo>
                      <a:pt x="0" y="3737"/>
                    </a:moveTo>
                    <a:lnTo>
                      <a:pt x="2875" y="8440"/>
                    </a:lnTo>
                    <a:lnTo>
                      <a:pt x="5262" y="4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1" name="Surface mesh patch"/>
              <p:cNvSpPr/>
              <p:nvPr/>
            </p:nvSpPr>
            <p:spPr>
              <a:xfrm>
                <a:off x="8377545" y="1772676"/>
                <a:ext cx="50120" cy="836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81">
                    <a:moveTo>
                      <a:pt x="0" y="5172"/>
                    </a:moveTo>
                    <a:lnTo>
                      <a:pt x="2875" y="8781"/>
                    </a:lnTo>
                    <a:lnTo>
                      <a:pt x="5262" y="28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793fa"/>
              </a:solidFill>
              <a:ln w="3334" cap="flat" cmpd="sng" algn="ctr">
                <a:solidFill>
                  <a:srgbClr val="779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2" name="Surface mesh patch"/>
              <p:cNvSpPr/>
              <p:nvPr/>
            </p:nvSpPr>
            <p:spPr>
              <a:xfrm>
                <a:off x="8427664" y="1738449"/>
                <a:ext cx="50120" cy="81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9">
                    <a:moveTo>
                      <a:pt x="0" y="6396"/>
                    </a:moveTo>
                    <a:lnTo>
                      <a:pt x="2875" y="8579"/>
                    </a:lnTo>
                    <a:lnTo>
                      <a:pt x="5262" y="13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3" name="Surface mesh patch"/>
              <p:cNvSpPr/>
              <p:nvPr/>
            </p:nvSpPr>
            <p:spPr>
              <a:xfrm>
                <a:off x="8477784" y="1679340"/>
                <a:ext cx="50120" cy="780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5">
                    <a:moveTo>
                      <a:pt x="0" y="7535"/>
                    </a:moveTo>
                    <a:lnTo>
                      <a:pt x="2875" y="8195"/>
                    </a:lnTo>
                    <a:lnTo>
                      <a:pt x="5262" y="0"/>
                    </a:lnTo>
                    <a:lnTo>
                      <a:pt x="2387" y="194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4" name="Surface mesh patch"/>
              <p:cNvSpPr/>
              <p:nvPr/>
            </p:nvSpPr>
            <p:spPr>
              <a:xfrm>
                <a:off x="8527904" y="1588189"/>
                <a:ext cx="50120" cy="91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70">
                    <a:moveTo>
                      <a:pt x="0" y="9570"/>
                    </a:moveTo>
                    <a:lnTo>
                      <a:pt x="2875" y="8897"/>
                    </a:lnTo>
                    <a:lnTo>
                      <a:pt x="5262" y="0"/>
                    </a:lnTo>
                    <a:lnTo>
                      <a:pt x="2387" y="1482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5" name="Surface mesh patch"/>
              <p:cNvSpPr/>
              <p:nvPr/>
            </p:nvSpPr>
            <p:spPr>
              <a:xfrm>
                <a:off x="8578023" y="1484274"/>
                <a:ext cx="50120" cy="1039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10">
                    <a:moveTo>
                      <a:pt x="0" y="10910"/>
                    </a:moveTo>
                    <a:lnTo>
                      <a:pt x="2875" y="9454"/>
                    </a:lnTo>
                    <a:lnTo>
                      <a:pt x="5262" y="0"/>
                    </a:lnTo>
                    <a:lnTo>
                      <a:pt x="2387" y="2131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6" name="Surface mesh patch"/>
              <p:cNvSpPr/>
              <p:nvPr/>
            </p:nvSpPr>
            <p:spPr>
              <a:xfrm>
                <a:off x="8628143" y="1378225"/>
                <a:ext cx="50120" cy="106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34">
                    <a:moveTo>
                      <a:pt x="0" y="11134"/>
                    </a:moveTo>
                    <a:lnTo>
                      <a:pt x="2875" y="9852"/>
                    </a:lnTo>
                    <a:lnTo>
                      <a:pt x="5262" y="0"/>
                    </a:lnTo>
                    <a:lnTo>
                      <a:pt x="2387" y="165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7" name="Surface mesh patch"/>
              <p:cNvSpPr/>
              <p:nvPr/>
            </p:nvSpPr>
            <p:spPr>
              <a:xfrm>
                <a:off x="8678263" y="1282529"/>
                <a:ext cx="50120" cy="97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08">
                    <a:moveTo>
                      <a:pt x="0" y="10047"/>
                    </a:moveTo>
                    <a:lnTo>
                      <a:pt x="2875" y="10208"/>
                    </a:lnTo>
                    <a:lnTo>
                      <a:pt x="5262" y="2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8" name="Surface mesh patch"/>
              <p:cNvSpPr/>
              <p:nvPr/>
            </p:nvSpPr>
            <p:spPr>
              <a:xfrm>
                <a:off x="8728382" y="1188410"/>
                <a:ext cx="50120" cy="124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025">
                    <a:moveTo>
                      <a:pt x="0" y="10176"/>
                    </a:moveTo>
                    <a:lnTo>
                      <a:pt x="2875" y="13025"/>
                    </a:lnTo>
                    <a:lnTo>
                      <a:pt x="5262" y="36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99" name="Surface mesh patch"/>
              <p:cNvSpPr/>
              <p:nvPr/>
            </p:nvSpPr>
            <p:spPr>
              <a:xfrm>
                <a:off x="8778502" y="1131797"/>
                <a:ext cx="50120" cy="150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04">
                    <a:moveTo>
                      <a:pt x="0" y="9568"/>
                    </a:moveTo>
                    <a:lnTo>
                      <a:pt x="2875" y="15804"/>
                    </a:lnTo>
                    <a:lnTo>
                      <a:pt x="5262" y="75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0" name="Surface mesh patch"/>
              <p:cNvSpPr/>
              <p:nvPr/>
            </p:nvSpPr>
            <p:spPr>
              <a:xfrm>
                <a:off x="8828622" y="1126330"/>
                <a:ext cx="50120" cy="1668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20">
                    <a:moveTo>
                      <a:pt x="0" y="8165"/>
                    </a:moveTo>
                    <a:lnTo>
                      <a:pt x="2875" y="17520"/>
                    </a:lnTo>
                    <a:lnTo>
                      <a:pt x="5262" y="110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1" name="Surface mesh patch"/>
              <p:cNvSpPr/>
              <p:nvPr/>
            </p:nvSpPr>
            <p:spPr>
              <a:xfrm>
                <a:off x="8878741" y="1171735"/>
                <a:ext cx="50120" cy="166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63">
                    <a:moveTo>
                      <a:pt x="0" y="6242"/>
                    </a:moveTo>
                    <a:lnTo>
                      <a:pt x="2875" y="17463"/>
                    </a:lnTo>
                    <a:lnTo>
                      <a:pt x="5262" y="127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2" name="Surface mesh patch"/>
              <p:cNvSpPr/>
              <p:nvPr/>
            </p:nvSpPr>
            <p:spPr>
              <a:xfrm>
                <a:off x="8928861" y="1252807"/>
                <a:ext cx="50120" cy="148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5">
                    <a:moveTo>
                      <a:pt x="0" y="4281"/>
                    </a:moveTo>
                    <a:lnTo>
                      <a:pt x="2875" y="15595"/>
                    </a:lnTo>
                    <a:lnTo>
                      <a:pt x="5262" y="124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3" name="Surface mesh patch"/>
              <p:cNvSpPr/>
              <p:nvPr/>
            </p:nvSpPr>
            <p:spPr>
              <a:xfrm>
                <a:off x="8978981" y="1345947"/>
                <a:ext cx="50120" cy="1193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27">
                    <a:moveTo>
                      <a:pt x="0" y="2719"/>
                    </a:moveTo>
                    <a:lnTo>
                      <a:pt x="2875" y="12527"/>
                    </a:lnTo>
                    <a:lnTo>
                      <a:pt x="5262" y="10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dcda"/>
              </a:solidFill>
              <a:ln w="3334" cap="flat" cmpd="sng" algn="ctr">
                <a:solidFill>
                  <a:srgbClr val="e7dcd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4" name="Surface mesh patch"/>
              <p:cNvSpPr/>
              <p:nvPr/>
            </p:nvSpPr>
            <p:spPr>
              <a:xfrm>
                <a:off x="9029100" y="1429021"/>
                <a:ext cx="50120" cy="871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52">
                    <a:moveTo>
                      <a:pt x="0" y="1765"/>
                    </a:moveTo>
                    <a:lnTo>
                      <a:pt x="2875" y="9152"/>
                    </a:lnTo>
                    <a:lnTo>
                      <a:pt x="5262" y="76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5" name="Surface mesh patch"/>
              <p:cNvSpPr/>
              <p:nvPr/>
            </p:nvSpPr>
            <p:spPr>
              <a:xfrm>
                <a:off x="9079220" y="1488609"/>
                <a:ext cx="50120" cy="591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0">
                    <a:moveTo>
                      <a:pt x="0" y="1374"/>
                    </a:moveTo>
                    <a:lnTo>
                      <a:pt x="2875" y="6210"/>
                    </a:lnTo>
                    <a:lnTo>
                      <a:pt x="5262" y="48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6" name="Surface mesh patch"/>
              <p:cNvSpPr/>
              <p:nvPr/>
            </p:nvSpPr>
            <p:spPr>
              <a:xfrm>
                <a:off x="9129339" y="1521563"/>
                <a:ext cx="50120" cy="387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6">
                    <a:moveTo>
                      <a:pt x="0" y="1350"/>
                    </a:moveTo>
                    <a:lnTo>
                      <a:pt x="2875" y="4066"/>
                    </a:lnTo>
                    <a:lnTo>
                      <a:pt x="5262" y="25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7" name="Surface mesh patch"/>
              <p:cNvSpPr/>
              <p:nvPr/>
            </p:nvSpPr>
            <p:spPr>
              <a:xfrm>
                <a:off x="9179459" y="1532079"/>
                <a:ext cx="50120" cy="260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4">
                    <a:moveTo>
                      <a:pt x="0" y="1482"/>
                    </a:moveTo>
                    <a:lnTo>
                      <a:pt x="2875" y="2734"/>
                    </a:lnTo>
                    <a:lnTo>
                      <a:pt x="5262" y="11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8" name="Surface mesh patch"/>
              <p:cNvSpPr/>
              <p:nvPr/>
            </p:nvSpPr>
            <p:spPr>
              <a:xfrm>
                <a:off x="9229579" y="1527471"/>
                <a:ext cx="50120" cy="194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7">
                    <a:moveTo>
                      <a:pt x="0" y="1614"/>
                    </a:moveTo>
                    <a:lnTo>
                      <a:pt x="2875" y="2037"/>
                    </a:lnTo>
                    <a:lnTo>
                      <a:pt x="5262" y="3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09" name="Surface mesh patch"/>
              <p:cNvSpPr/>
              <p:nvPr/>
            </p:nvSpPr>
            <p:spPr>
              <a:xfrm>
                <a:off x="9279698" y="1515069"/>
                <a:ext cx="50120" cy="168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6">
                    <a:moveTo>
                      <a:pt x="0" y="1666"/>
                    </a:moveTo>
                    <a:lnTo>
                      <a:pt x="2875" y="1766"/>
                    </a:lnTo>
                    <a:lnTo>
                      <a:pt x="5262" y="1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0" name="Surface mesh patch"/>
              <p:cNvSpPr/>
              <p:nvPr/>
            </p:nvSpPr>
            <p:spPr>
              <a:xfrm>
                <a:off x="9329818" y="1500814"/>
                <a:ext cx="50120" cy="167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5">
                    <a:moveTo>
                      <a:pt x="0" y="1614"/>
                    </a:moveTo>
                    <a:lnTo>
                      <a:pt x="2875" y="1755"/>
                    </a:lnTo>
                    <a:lnTo>
                      <a:pt x="5262" y="2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1" name="Surface mesh patch"/>
              <p:cNvSpPr/>
              <p:nvPr/>
            </p:nvSpPr>
            <p:spPr>
              <a:xfrm>
                <a:off x="9379938" y="1488976"/>
                <a:ext cx="50120" cy="18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2">
                    <a:moveTo>
                      <a:pt x="0" y="1469"/>
                    </a:moveTo>
                    <a:lnTo>
                      <a:pt x="2875" y="1892"/>
                    </a:lnTo>
                    <a:lnTo>
                      <a:pt x="5262" y="5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2" name="Surface mesh patch"/>
              <p:cNvSpPr/>
              <p:nvPr/>
            </p:nvSpPr>
            <p:spPr>
              <a:xfrm>
                <a:off x="9430057" y="1482248"/>
                <a:ext cx="50120" cy="20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2">
                    <a:moveTo>
                      <a:pt x="0" y="1262"/>
                    </a:moveTo>
                    <a:lnTo>
                      <a:pt x="2875" y="2102"/>
                    </a:lnTo>
                    <a:lnTo>
                      <a:pt x="5262" y="9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3" name="Surface mesh patch"/>
              <p:cNvSpPr/>
              <p:nvPr/>
            </p:nvSpPr>
            <p:spPr>
              <a:xfrm>
                <a:off x="7753377" y="1609878"/>
                <a:ext cx="50120" cy="109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6">
                    <a:moveTo>
                      <a:pt x="0" y="1146"/>
                    </a:moveTo>
                    <a:lnTo>
                      <a:pt x="2875" y="1083"/>
                    </a:lnTo>
                    <a:lnTo>
                      <a:pt x="5262" y="0"/>
                    </a:lnTo>
                    <a:lnTo>
                      <a:pt x="2387" y="94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4" name="Surface mesh patch"/>
              <p:cNvSpPr/>
              <p:nvPr/>
            </p:nvSpPr>
            <p:spPr>
              <a:xfrm>
                <a:off x="7803497" y="1599976"/>
                <a:ext cx="50120" cy="9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0">
                    <a:moveTo>
                      <a:pt x="0" y="1040"/>
                    </a:moveTo>
                    <a:lnTo>
                      <a:pt x="2875" y="886"/>
                    </a:lnTo>
                    <a:lnTo>
                      <a:pt x="5262" y="0"/>
                    </a:lnTo>
                    <a:lnTo>
                      <a:pt x="2387" y="136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5" name="Surface mesh patch"/>
              <p:cNvSpPr/>
              <p:nvPr/>
            </p:nvSpPr>
            <p:spPr>
              <a:xfrm>
                <a:off x="7853617" y="1593715"/>
                <a:ext cx="50120" cy="62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7">
                    <a:moveTo>
                      <a:pt x="0" y="657"/>
                    </a:moveTo>
                    <a:lnTo>
                      <a:pt x="2875" y="618"/>
                    </a:lnTo>
                    <a:lnTo>
                      <a:pt x="5262" y="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6" name="Surface mesh patch"/>
              <p:cNvSpPr/>
              <p:nvPr/>
            </p:nvSpPr>
            <p:spPr>
              <a:xfrm>
                <a:off x="7903736" y="1590853"/>
                <a:ext cx="50120" cy="60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5">
                    <a:moveTo>
                      <a:pt x="0" y="331"/>
                    </a:moveTo>
                    <a:lnTo>
                      <a:pt x="2875" y="635"/>
                    </a:lnTo>
                    <a:lnTo>
                      <a:pt x="5262" y="4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7" name="Surface mesh patch"/>
              <p:cNvSpPr/>
              <p:nvPr/>
            </p:nvSpPr>
            <p:spPr>
              <a:xfrm>
                <a:off x="7953856" y="1594939"/>
                <a:ext cx="50120" cy="105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0">
                    <a:moveTo>
                      <a:pt x="0" y="0"/>
                    </a:moveTo>
                    <a:lnTo>
                      <a:pt x="2875" y="888"/>
                    </a:lnTo>
                    <a:lnTo>
                      <a:pt x="5262" y="111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8" name="Surface mesh patch"/>
              <p:cNvSpPr/>
              <p:nvPr/>
            </p:nvSpPr>
            <p:spPr>
              <a:xfrm>
                <a:off x="8003975" y="1605514"/>
                <a:ext cx="50120" cy="22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8">
                    <a:moveTo>
                      <a:pt x="0" y="0"/>
                    </a:moveTo>
                    <a:lnTo>
                      <a:pt x="2875" y="1702"/>
                    </a:lnTo>
                    <a:lnTo>
                      <a:pt x="5262" y="2338"/>
                    </a:lnTo>
                    <a:lnTo>
                      <a:pt x="2387" y="406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19" name="Surface mesh patch"/>
              <p:cNvSpPr/>
              <p:nvPr/>
            </p:nvSpPr>
            <p:spPr>
              <a:xfrm>
                <a:off x="8054095" y="1627785"/>
                <a:ext cx="50120" cy="34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0">
                    <a:moveTo>
                      <a:pt x="0" y="0"/>
                    </a:moveTo>
                    <a:lnTo>
                      <a:pt x="2875" y="2696"/>
                    </a:lnTo>
                    <a:lnTo>
                      <a:pt x="5262" y="3630"/>
                    </a:lnTo>
                    <a:lnTo>
                      <a:pt x="2387" y="684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0" name="Surface mesh patch"/>
              <p:cNvSpPr/>
              <p:nvPr/>
            </p:nvSpPr>
            <p:spPr>
              <a:xfrm>
                <a:off x="8104215" y="1662365"/>
                <a:ext cx="50120" cy="451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40">
                    <a:moveTo>
                      <a:pt x="0" y="0"/>
                    </a:moveTo>
                    <a:lnTo>
                      <a:pt x="2875" y="3761"/>
                    </a:lnTo>
                    <a:lnTo>
                      <a:pt x="5262" y="4740"/>
                    </a:lnTo>
                    <a:lnTo>
                      <a:pt x="2387" y="764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1" name="Surface mesh patch"/>
              <p:cNvSpPr/>
              <p:nvPr/>
            </p:nvSpPr>
            <p:spPr>
              <a:xfrm>
                <a:off x="8154334" y="1707512"/>
                <a:ext cx="50120" cy="5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2">
                    <a:moveTo>
                      <a:pt x="0" y="0"/>
                    </a:moveTo>
                    <a:lnTo>
                      <a:pt x="2875" y="4730"/>
                    </a:lnTo>
                    <a:lnTo>
                      <a:pt x="5262" y="5352"/>
                    </a:lnTo>
                    <a:lnTo>
                      <a:pt x="2387" y="518"/>
                    </a:lnTo>
                    <a:close/>
                  </a:path>
                </a:pathLst>
              </a:custGeom>
              <a:solidFill>
                <a:srgbClr val="94b2fd"/>
              </a:solidFill>
              <a:ln w="3334" cap="flat" cmpd="sng" algn="ctr">
                <a:solidFill>
                  <a:srgbClr val="94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2" name="Surface mesh patch"/>
              <p:cNvSpPr/>
              <p:nvPr/>
            </p:nvSpPr>
            <p:spPr>
              <a:xfrm>
                <a:off x="8204454" y="1756973"/>
                <a:ext cx="50120" cy="530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65">
                    <a:moveTo>
                      <a:pt x="0" y="159"/>
                    </a:moveTo>
                    <a:lnTo>
                      <a:pt x="2875" y="5565"/>
                    </a:lnTo>
                    <a:lnTo>
                      <a:pt x="5262" y="5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6a3fd"/>
              </a:solidFill>
              <a:ln w="3334" cap="flat" cmpd="sng" algn="ctr">
                <a:solidFill>
                  <a:srgbClr val="86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3" name="Surface mesh patch"/>
              <p:cNvSpPr/>
              <p:nvPr/>
            </p:nvSpPr>
            <p:spPr>
              <a:xfrm>
                <a:off x="8254574" y="1795387"/>
                <a:ext cx="50120" cy="657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99">
                    <a:moveTo>
                      <a:pt x="0" y="1292"/>
                    </a:moveTo>
                    <a:lnTo>
                      <a:pt x="2875" y="6899"/>
                    </a:lnTo>
                    <a:lnTo>
                      <a:pt x="5262" y="5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693f9"/>
              </a:solidFill>
              <a:ln w="3334" cap="flat" cmpd="sng" algn="ctr">
                <a:solidFill>
                  <a:srgbClr val="7693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4" name="Surface mesh patch"/>
              <p:cNvSpPr/>
              <p:nvPr/>
            </p:nvSpPr>
            <p:spPr>
              <a:xfrm>
                <a:off x="8304693" y="1819330"/>
                <a:ext cx="50120" cy="76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16">
                    <a:moveTo>
                      <a:pt x="0" y="2784"/>
                    </a:moveTo>
                    <a:lnTo>
                      <a:pt x="2875" y="8016"/>
                    </a:lnTo>
                    <a:lnTo>
                      <a:pt x="5262" y="47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a85f5"/>
              </a:solidFill>
              <a:ln w="3334" cap="flat" cmpd="sng" algn="ctr">
                <a:solidFill>
                  <a:srgbClr val="6a85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5" name="Surface mesh patch"/>
              <p:cNvSpPr/>
              <p:nvPr/>
            </p:nvSpPr>
            <p:spPr>
              <a:xfrm>
                <a:off x="8354813" y="1821941"/>
                <a:ext cx="50120" cy="831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29">
                    <a:moveTo>
                      <a:pt x="0" y="4429"/>
                    </a:moveTo>
                    <a:lnTo>
                      <a:pt x="2875" y="8729"/>
                    </a:lnTo>
                    <a:lnTo>
                      <a:pt x="5262" y="36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782f4"/>
              </a:solidFill>
              <a:ln w="3334" cap="flat" cmpd="sng" algn="ctr">
                <a:solidFill>
                  <a:srgbClr val="6782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6" name="Surface mesh patch"/>
              <p:cNvSpPr/>
              <p:nvPr/>
            </p:nvSpPr>
            <p:spPr>
              <a:xfrm>
                <a:off x="8404933" y="1799369"/>
                <a:ext cx="50120" cy="850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33">
                    <a:moveTo>
                      <a:pt x="0" y="5979"/>
                    </a:moveTo>
                    <a:lnTo>
                      <a:pt x="2875" y="8933"/>
                    </a:lnTo>
                    <a:lnTo>
                      <a:pt x="5262" y="2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f8bf7"/>
              </a:solidFill>
              <a:ln w="3334" cap="flat" cmpd="sng" algn="ctr">
                <a:solidFill>
                  <a:srgbClr val="6f8b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7" name="Surface mesh patch"/>
              <p:cNvSpPr/>
              <p:nvPr/>
            </p:nvSpPr>
            <p:spPr>
              <a:xfrm>
                <a:off x="8455052" y="1751115"/>
                <a:ext cx="50120" cy="826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82">
                    <a:moveTo>
                      <a:pt x="0" y="7249"/>
                    </a:moveTo>
                    <a:lnTo>
                      <a:pt x="2875" y="8682"/>
                    </a:lnTo>
                    <a:lnTo>
                      <a:pt x="5262" y="6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8" name="Surface mesh patch"/>
              <p:cNvSpPr/>
              <p:nvPr/>
            </p:nvSpPr>
            <p:spPr>
              <a:xfrm>
                <a:off x="8505172" y="1672929"/>
                <a:ext cx="50120" cy="847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02">
                    <a:moveTo>
                      <a:pt x="0" y="8868"/>
                    </a:moveTo>
                    <a:lnTo>
                      <a:pt x="2875" y="8902"/>
                    </a:lnTo>
                    <a:lnTo>
                      <a:pt x="5262" y="0"/>
                    </a:lnTo>
                    <a:lnTo>
                      <a:pt x="2387" y="673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29" name="Surface mesh patch"/>
              <p:cNvSpPr/>
              <p:nvPr/>
            </p:nvSpPr>
            <p:spPr>
              <a:xfrm>
                <a:off x="8555292" y="1574326"/>
                <a:ext cx="50120" cy="986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52">
                    <a:moveTo>
                      <a:pt x="0" y="10352"/>
                    </a:moveTo>
                    <a:lnTo>
                      <a:pt x="2875" y="9455"/>
                    </a:lnTo>
                    <a:lnTo>
                      <a:pt x="5262" y="0"/>
                    </a:lnTo>
                    <a:lnTo>
                      <a:pt x="2387" y="1455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0" name="Surface mesh patch"/>
              <p:cNvSpPr/>
              <p:nvPr/>
            </p:nvSpPr>
            <p:spPr>
              <a:xfrm>
                <a:off x="8605411" y="1472066"/>
                <a:ext cx="50120" cy="1022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36">
                    <a:moveTo>
                      <a:pt x="0" y="10736"/>
                    </a:moveTo>
                    <a:lnTo>
                      <a:pt x="2875" y="9731"/>
                    </a:lnTo>
                    <a:lnTo>
                      <a:pt x="5262" y="0"/>
                    </a:lnTo>
                    <a:lnTo>
                      <a:pt x="2387" y="1282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1" name="Surface mesh patch"/>
              <p:cNvSpPr/>
              <p:nvPr/>
            </p:nvSpPr>
            <p:spPr>
              <a:xfrm>
                <a:off x="8655531" y="1378225"/>
                <a:ext cx="50120" cy="93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52">
                    <a:moveTo>
                      <a:pt x="0" y="9852"/>
                    </a:moveTo>
                    <a:lnTo>
                      <a:pt x="2875" y="9839"/>
                    </a:lnTo>
                    <a:lnTo>
                      <a:pt x="5262" y="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dcd9"/>
              </a:solidFill>
              <a:ln w="3334" cap="flat" cmpd="sng" algn="ctr">
                <a:solidFill>
                  <a:srgbClr val="e7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2" name="Surface mesh patch"/>
              <p:cNvSpPr/>
              <p:nvPr/>
            </p:nvSpPr>
            <p:spPr>
              <a:xfrm>
                <a:off x="8705650" y="1285339"/>
                <a:ext cx="50120" cy="1144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11">
                    <a:moveTo>
                      <a:pt x="0" y="9913"/>
                    </a:moveTo>
                    <a:lnTo>
                      <a:pt x="2875" y="12011"/>
                    </a:lnTo>
                    <a:lnTo>
                      <a:pt x="5262" y="28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9"/>
              </a:solidFill>
              <a:ln w="3334" cap="flat" cmpd="sng" algn="ctr">
                <a:solidFill>
                  <a:srgbClr val="f8d3b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3" name="Surface mesh patch"/>
              <p:cNvSpPr/>
              <p:nvPr/>
            </p:nvSpPr>
            <p:spPr>
              <a:xfrm>
                <a:off x="8755770" y="1222929"/>
                <a:ext cx="50120" cy="136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34">
                    <a:moveTo>
                      <a:pt x="0" y="9401"/>
                    </a:moveTo>
                    <a:lnTo>
                      <a:pt x="2875" y="14334"/>
                    </a:lnTo>
                    <a:lnTo>
                      <a:pt x="5262" y="62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8ac"/>
              </a:solidFill>
              <a:ln w="3334" cap="flat" cmpd="sng" algn="ctr">
                <a:solidFill>
                  <a:srgbClr val="fbc8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4" name="Surface mesh patch"/>
              <p:cNvSpPr/>
              <p:nvPr/>
            </p:nvSpPr>
            <p:spPr>
              <a:xfrm>
                <a:off x="8805890" y="1204098"/>
                <a:ext cx="50120" cy="1517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929">
                    <a:moveTo>
                      <a:pt x="0" y="8214"/>
                    </a:moveTo>
                    <a:lnTo>
                      <a:pt x="2875" y="15929"/>
                    </a:lnTo>
                    <a:lnTo>
                      <a:pt x="5262" y="93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5" name="Surface mesh patch"/>
              <p:cNvSpPr/>
              <p:nvPr/>
            </p:nvSpPr>
            <p:spPr>
              <a:xfrm>
                <a:off x="8856009" y="1231193"/>
                <a:ext cx="50120" cy="153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93">
                    <a:moveTo>
                      <a:pt x="0" y="6511"/>
                    </a:moveTo>
                    <a:lnTo>
                      <a:pt x="2875" y="16093"/>
                    </a:lnTo>
                    <a:lnTo>
                      <a:pt x="5262" y="112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6" name="Surface mesh patch"/>
              <p:cNvSpPr/>
              <p:nvPr/>
            </p:nvSpPr>
            <p:spPr>
              <a:xfrm>
                <a:off x="8906129" y="1293582"/>
                <a:ext cx="50120" cy="1396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59">
                    <a:moveTo>
                      <a:pt x="0" y="4670"/>
                    </a:moveTo>
                    <a:lnTo>
                      <a:pt x="2875" y="14659"/>
                    </a:lnTo>
                    <a:lnTo>
                      <a:pt x="5262" y="113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7" name="Surface mesh patch"/>
              <p:cNvSpPr/>
              <p:nvPr/>
            </p:nvSpPr>
            <p:spPr>
              <a:xfrm>
                <a:off x="8956249" y="1371843"/>
                <a:ext cx="50120" cy="1148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53">
                    <a:moveTo>
                      <a:pt x="0" y="3097"/>
                    </a:moveTo>
                    <a:lnTo>
                      <a:pt x="2875" y="12053"/>
                    </a:lnTo>
                    <a:lnTo>
                      <a:pt x="5262" y="98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8" name="Surface mesh patch"/>
              <p:cNvSpPr/>
              <p:nvPr/>
            </p:nvSpPr>
            <p:spPr>
              <a:xfrm>
                <a:off x="9006368" y="1445832"/>
                <a:ext cx="50120" cy="85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27">
                    <a:moveTo>
                      <a:pt x="0" y="2041"/>
                    </a:moveTo>
                    <a:lnTo>
                      <a:pt x="2875" y="9027"/>
                    </a:lnTo>
                    <a:lnTo>
                      <a:pt x="5262" y="73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39" name="Surface mesh patch"/>
              <p:cNvSpPr/>
              <p:nvPr/>
            </p:nvSpPr>
            <p:spPr>
              <a:xfrm>
                <a:off x="9056488" y="1501692"/>
                <a:ext cx="50120" cy="597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6">
                    <a:moveTo>
                      <a:pt x="0" y="1522"/>
                    </a:moveTo>
                    <a:lnTo>
                      <a:pt x="2875" y="6276"/>
                    </a:lnTo>
                    <a:lnTo>
                      <a:pt x="5262" y="48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0" name="Surface mesh patch"/>
              <p:cNvSpPr/>
              <p:nvPr/>
            </p:nvSpPr>
            <p:spPr>
              <a:xfrm>
                <a:off x="9106608" y="1534423"/>
                <a:ext cx="50120" cy="399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0">
                    <a:moveTo>
                      <a:pt x="0" y="1400"/>
                    </a:moveTo>
                    <a:lnTo>
                      <a:pt x="2875" y="4190"/>
                    </a:lnTo>
                    <a:lnTo>
                      <a:pt x="5262" y="27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1" name="Surface mesh patch"/>
              <p:cNvSpPr/>
              <p:nvPr/>
            </p:nvSpPr>
            <p:spPr>
              <a:xfrm>
                <a:off x="9156727" y="1546192"/>
                <a:ext cx="50120" cy="27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9">
                    <a:moveTo>
                      <a:pt x="0" y="1481"/>
                    </a:moveTo>
                    <a:lnTo>
                      <a:pt x="2875" y="2839"/>
                    </a:lnTo>
                    <a:lnTo>
                      <a:pt x="5262" y="12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2" name="Surface mesh patch"/>
              <p:cNvSpPr/>
              <p:nvPr/>
            </p:nvSpPr>
            <p:spPr>
              <a:xfrm>
                <a:off x="9206847" y="1542842"/>
                <a:ext cx="50120" cy="199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4">
                    <a:moveTo>
                      <a:pt x="0" y="1604"/>
                    </a:moveTo>
                    <a:lnTo>
                      <a:pt x="2875" y="2094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3" name="Surface mesh patch"/>
              <p:cNvSpPr/>
              <p:nvPr/>
            </p:nvSpPr>
            <p:spPr>
              <a:xfrm>
                <a:off x="9256967" y="1530936"/>
                <a:ext cx="50120" cy="16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3">
                    <a:moveTo>
                      <a:pt x="0" y="1673"/>
                    </a:moveTo>
                    <a:lnTo>
                      <a:pt x="2875" y="1773"/>
                    </a:lnTo>
                    <a:lnTo>
                      <a:pt x="5262" y="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4" name="Surface mesh patch"/>
              <p:cNvSpPr/>
              <p:nvPr/>
            </p:nvSpPr>
            <p:spPr>
              <a:xfrm>
                <a:off x="9307086" y="1516189"/>
                <a:ext cx="50120" cy="16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1">
                    <a:moveTo>
                      <a:pt x="0" y="1648"/>
                    </a:moveTo>
                    <a:lnTo>
                      <a:pt x="2875" y="1721"/>
                    </a:lnTo>
                    <a:lnTo>
                      <a:pt x="5262" y="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5" name="Surface mesh patch"/>
              <p:cNvSpPr/>
              <p:nvPr/>
            </p:nvSpPr>
            <p:spPr>
              <a:xfrm>
                <a:off x="9357206" y="1502972"/>
                <a:ext cx="50120" cy="17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0">
                    <a:moveTo>
                      <a:pt x="0" y="1528"/>
                    </a:moveTo>
                    <a:lnTo>
                      <a:pt x="2875" y="1830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6" name="Surface mesh patch"/>
              <p:cNvSpPr/>
              <p:nvPr/>
            </p:nvSpPr>
            <p:spPr>
              <a:xfrm>
                <a:off x="9407325" y="1494271"/>
                <a:ext cx="50120" cy="19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7">
                    <a:moveTo>
                      <a:pt x="0" y="1337"/>
                    </a:moveTo>
                    <a:lnTo>
                      <a:pt x="2875" y="2027"/>
                    </a:lnTo>
                    <a:lnTo>
                      <a:pt x="5262" y="8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7" name="Surface mesh patch"/>
              <p:cNvSpPr/>
              <p:nvPr/>
            </p:nvSpPr>
            <p:spPr>
              <a:xfrm>
                <a:off x="7780765" y="1608418"/>
                <a:ext cx="50120" cy="117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6">
                    <a:moveTo>
                      <a:pt x="0" y="1236"/>
                    </a:moveTo>
                    <a:lnTo>
                      <a:pt x="2875" y="1086"/>
                    </a:lnTo>
                    <a:lnTo>
                      <a:pt x="5262" y="0"/>
                    </a:lnTo>
                    <a:lnTo>
                      <a:pt x="2387" y="153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8" name="Surface mesh patch"/>
              <p:cNvSpPr/>
              <p:nvPr/>
            </p:nvSpPr>
            <p:spPr>
              <a:xfrm>
                <a:off x="7830885" y="1599604"/>
                <a:ext cx="50120" cy="8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5">
                    <a:moveTo>
                      <a:pt x="0" y="925"/>
                    </a:moveTo>
                    <a:lnTo>
                      <a:pt x="2875" y="832"/>
                    </a:lnTo>
                    <a:lnTo>
                      <a:pt x="5262" y="0"/>
                    </a:lnTo>
                    <a:lnTo>
                      <a:pt x="2387" y="39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49" name="Surface mesh patch"/>
              <p:cNvSpPr/>
              <p:nvPr/>
            </p:nvSpPr>
            <p:spPr>
              <a:xfrm>
                <a:off x="7881004" y="1594008"/>
                <a:ext cx="50120" cy="7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">
                    <a:moveTo>
                      <a:pt x="0" y="588"/>
                    </a:moveTo>
                    <a:lnTo>
                      <a:pt x="2875" y="776"/>
                    </a:lnTo>
                    <a:lnTo>
                      <a:pt x="5262" y="3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0" name="Surface mesh patch"/>
              <p:cNvSpPr/>
              <p:nvPr/>
            </p:nvSpPr>
            <p:spPr>
              <a:xfrm>
                <a:off x="7931124" y="1594939"/>
                <a:ext cx="50120" cy="8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1">
                    <a:moveTo>
                      <a:pt x="0" y="206"/>
                    </a:moveTo>
                    <a:lnTo>
                      <a:pt x="2875" y="911"/>
                    </a:lnTo>
                    <a:lnTo>
                      <a:pt x="5262" y="8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1" name="Surface mesh patch"/>
              <p:cNvSpPr/>
              <p:nvPr/>
            </p:nvSpPr>
            <p:spPr>
              <a:xfrm>
                <a:off x="7981244" y="1603399"/>
                <a:ext cx="50120" cy="183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4">
                    <a:moveTo>
                      <a:pt x="0" y="0"/>
                    </a:moveTo>
                    <a:lnTo>
                      <a:pt x="2875" y="1450"/>
                    </a:lnTo>
                    <a:lnTo>
                      <a:pt x="5262" y="1924"/>
                    </a:lnTo>
                    <a:lnTo>
                      <a:pt x="2387" y="222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2" name="Surface mesh patch"/>
              <p:cNvSpPr/>
              <p:nvPr/>
            </p:nvSpPr>
            <p:spPr>
              <a:xfrm>
                <a:off x="8031363" y="1621729"/>
                <a:ext cx="50120" cy="317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32">
                    <a:moveTo>
                      <a:pt x="0" y="0"/>
                    </a:moveTo>
                    <a:lnTo>
                      <a:pt x="2875" y="2390"/>
                    </a:lnTo>
                    <a:lnTo>
                      <a:pt x="5262" y="3332"/>
                    </a:lnTo>
                    <a:lnTo>
                      <a:pt x="2387" y="636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3" name="Surface mesh patch"/>
              <p:cNvSpPr/>
              <p:nvPr/>
            </p:nvSpPr>
            <p:spPr>
              <a:xfrm>
                <a:off x="8081483" y="1653463"/>
                <a:ext cx="50120" cy="447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5">
                    <a:moveTo>
                      <a:pt x="0" y="0"/>
                    </a:moveTo>
                    <a:lnTo>
                      <a:pt x="2875" y="3443"/>
                    </a:lnTo>
                    <a:lnTo>
                      <a:pt x="5262" y="4695"/>
                    </a:lnTo>
                    <a:lnTo>
                      <a:pt x="2387" y="935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4" name="Surface mesh patch"/>
              <p:cNvSpPr/>
              <p:nvPr/>
            </p:nvSpPr>
            <p:spPr>
              <a:xfrm>
                <a:off x="8131603" y="1698184"/>
                <a:ext cx="50120" cy="543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10">
                    <a:moveTo>
                      <a:pt x="0" y="0"/>
                    </a:moveTo>
                    <a:lnTo>
                      <a:pt x="2875" y="4470"/>
                    </a:lnTo>
                    <a:lnTo>
                      <a:pt x="5262" y="5710"/>
                    </a:lnTo>
                    <a:lnTo>
                      <a:pt x="2387" y="979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5" name="Surface mesh patch"/>
              <p:cNvSpPr/>
              <p:nvPr/>
            </p:nvSpPr>
            <p:spPr>
              <a:xfrm>
                <a:off x="8181722" y="1752569"/>
                <a:ext cx="50120" cy="574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28">
                    <a:moveTo>
                      <a:pt x="0" y="0"/>
                    </a:moveTo>
                    <a:lnTo>
                      <a:pt x="2875" y="5287"/>
                    </a:lnTo>
                    <a:lnTo>
                      <a:pt x="5262" y="6028"/>
                    </a:lnTo>
                    <a:lnTo>
                      <a:pt x="2387" y="622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6" name="Surface mesh patch"/>
              <p:cNvSpPr/>
              <p:nvPr/>
            </p:nvSpPr>
            <p:spPr>
              <a:xfrm>
                <a:off x="8231842" y="1807691"/>
                <a:ext cx="50120" cy="56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38">
                    <a:moveTo>
                      <a:pt x="0" y="241"/>
                    </a:moveTo>
                    <a:lnTo>
                      <a:pt x="2875" y="5938"/>
                    </a:lnTo>
                    <a:lnTo>
                      <a:pt x="5262" y="5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794fa"/>
              </a:solidFill>
              <a:ln w="3334" cap="flat" cmpd="sng" algn="ctr">
                <a:solidFill>
                  <a:srgbClr val="779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7" name="Surface mesh patch"/>
              <p:cNvSpPr/>
              <p:nvPr/>
            </p:nvSpPr>
            <p:spPr>
              <a:xfrm>
                <a:off x="8281961" y="1845847"/>
                <a:ext cx="50120" cy="68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9">
                    <a:moveTo>
                      <a:pt x="0" y="1602"/>
                    </a:moveTo>
                    <a:lnTo>
                      <a:pt x="2875" y="7159"/>
                    </a:lnTo>
                    <a:lnTo>
                      <a:pt x="5262" y="52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580f3"/>
              </a:solidFill>
              <a:ln w="3334" cap="flat" cmpd="sng" algn="ctr">
                <a:solidFill>
                  <a:srgbClr val="658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8" name="Surface mesh patch"/>
              <p:cNvSpPr/>
              <p:nvPr/>
            </p:nvSpPr>
            <p:spPr>
              <a:xfrm>
                <a:off x="8332081" y="1864125"/>
                <a:ext cx="50120" cy="77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42">
                    <a:moveTo>
                      <a:pt x="0" y="3313"/>
                    </a:moveTo>
                    <a:lnTo>
                      <a:pt x="2875" y="8142"/>
                    </a:lnTo>
                    <a:lnTo>
                      <a:pt x="5262" y="43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c75ef"/>
              </a:solidFill>
              <a:ln w="3334" cap="flat" cmpd="sng" algn="ctr">
                <a:solidFill>
                  <a:srgbClr val="5c75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59" name="Surface mesh patch"/>
              <p:cNvSpPr/>
              <p:nvPr/>
            </p:nvSpPr>
            <p:spPr>
              <a:xfrm>
                <a:off x="8382201" y="1856316"/>
                <a:ext cx="50120" cy="831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27">
                    <a:moveTo>
                      <a:pt x="0" y="5120"/>
                    </a:moveTo>
                    <a:lnTo>
                      <a:pt x="2875" y="8727"/>
                    </a:lnTo>
                    <a:lnTo>
                      <a:pt x="5262" y="2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d77f0"/>
              </a:solidFill>
              <a:ln w="3334" cap="flat" cmpd="sng" algn="ctr">
                <a:solidFill>
                  <a:srgbClr val="5d77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0" name="Surface mesh patch"/>
              <p:cNvSpPr/>
              <p:nvPr/>
            </p:nvSpPr>
            <p:spPr>
              <a:xfrm>
                <a:off x="8432320" y="1820164"/>
                <a:ext cx="50120" cy="844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63">
                    <a:moveTo>
                      <a:pt x="0" y="6750"/>
                    </a:moveTo>
                    <a:lnTo>
                      <a:pt x="2875" y="8863"/>
                    </a:lnTo>
                    <a:lnTo>
                      <a:pt x="5262" y="1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1" name="Surface mesh patch"/>
              <p:cNvSpPr/>
              <p:nvPr/>
            </p:nvSpPr>
            <p:spPr>
              <a:xfrm>
                <a:off x="8482440" y="1757396"/>
                <a:ext cx="50120" cy="826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3">
                    <a:moveTo>
                      <a:pt x="0" y="8022"/>
                    </a:moveTo>
                    <a:lnTo>
                      <a:pt x="2875" y="8673"/>
                    </a:lnTo>
                    <a:lnTo>
                      <a:pt x="5262" y="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2" name="Surface mesh patch"/>
              <p:cNvSpPr/>
              <p:nvPr/>
            </p:nvSpPr>
            <p:spPr>
              <a:xfrm>
                <a:off x="8532560" y="1664385"/>
                <a:ext cx="50120" cy="933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99">
                    <a:moveTo>
                      <a:pt x="0" y="9799"/>
                    </a:moveTo>
                    <a:lnTo>
                      <a:pt x="2875" y="9361"/>
                    </a:lnTo>
                    <a:lnTo>
                      <a:pt x="5262" y="0"/>
                    </a:lnTo>
                    <a:lnTo>
                      <a:pt x="2387" y="897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3" name="Surface mesh patch"/>
              <p:cNvSpPr/>
              <p:nvPr/>
            </p:nvSpPr>
            <p:spPr>
              <a:xfrm>
                <a:off x="8582679" y="1564755"/>
                <a:ext cx="50120" cy="99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60">
                    <a:moveTo>
                      <a:pt x="0" y="10460"/>
                    </a:moveTo>
                    <a:lnTo>
                      <a:pt x="2875" y="9645"/>
                    </a:lnTo>
                    <a:lnTo>
                      <a:pt x="5262" y="0"/>
                    </a:lnTo>
                    <a:lnTo>
                      <a:pt x="2387" y="1005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4" name="Surface mesh patch"/>
              <p:cNvSpPr/>
              <p:nvPr/>
            </p:nvSpPr>
            <p:spPr>
              <a:xfrm>
                <a:off x="8632799" y="1471945"/>
                <a:ext cx="50120" cy="928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44">
                    <a:moveTo>
                      <a:pt x="0" y="9744"/>
                    </a:moveTo>
                    <a:lnTo>
                      <a:pt x="2875" y="9518"/>
                    </a:lnTo>
                    <a:lnTo>
                      <a:pt x="5262" y="0"/>
                    </a:lnTo>
                    <a:lnTo>
                      <a:pt x="2387" y="13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5" name="Surface mesh patch"/>
              <p:cNvSpPr/>
              <p:nvPr/>
            </p:nvSpPr>
            <p:spPr>
              <a:xfrm>
                <a:off x="8682919" y="1379758"/>
                <a:ext cx="50120" cy="105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54">
                    <a:moveTo>
                      <a:pt x="0" y="9678"/>
                    </a:moveTo>
                    <a:lnTo>
                      <a:pt x="2875" y="11054"/>
                    </a:lnTo>
                    <a:lnTo>
                      <a:pt x="5262" y="20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6" name="Surface mesh patch"/>
              <p:cNvSpPr/>
              <p:nvPr/>
            </p:nvSpPr>
            <p:spPr>
              <a:xfrm>
                <a:off x="8733038" y="1312471"/>
                <a:ext cx="50120" cy="122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6">
                    <a:moveTo>
                      <a:pt x="0" y="9163"/>
                    </a:moveTo>
                    <a:lnTo>
                      <a:pt x="2875" y="12866"/>
                    </a:lnTo>
                    <a:lnTo>
                      <a:pt x="5262" y="49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7" name="Surface mesh patch"/>
              <p:cNvSpPr/>
              <p:nvPr/>
            </p:nvSpPr>
            <p:spPr>
              <a:xfrm>
                <a:off x="8783158" y="1282333"/>
                <a:ext cx="50120" cy="1356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40">
                    <a:moveTo>
                      <a:pt x="0" y="8098"/>
                    </a:moveTo>
                    <a:lnTo>
                      <a:pt x="2875" y="14240"/>
                    </a:lnTo>
                    <a:lnTo>
                      <a:pt x="5262" y="77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8" name="Surface mesh patch"/>
              <p:cNvSpPr/>
              <p:nvPr/>
            </p:nvSpPr>
            <p:spPr>
              <a:xfrm>
                <a:off x="8833278" y="1293211"/>
                <a:ext cx="50120" cy="1383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27">
                    <a:moveTo>
                      <a:pt x="0" y="6574"/>
                    </a:moveTo>
                    <a:lnTo>
                      <a:pt x="2875" y="14527"/>
                    </a:lnTo>
                    <a:lnTo>
                      <a:pt x="5262" y="95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69" name="Surface mesh patch"/>
              <p:cNvSpPr/>
              <p:nvPr/>
            </p:nvSpPr>
            <p:spPr>
              <a:xfrm>
                <a:off x="8883397" y="1338066"/>
                <a:ext cx="50120" cy="128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73">
                    <a:moveTo>
                      <a:pt x="0" y="4873"/>
                    </a:moveTo>
                    <a:lnTo>
                      <a:pt x="2875" y="13473"/>
                    </a:lnTo>
                    <a:lnTo>
                      <a:pt x="5262" y="99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9d0"/>
              </a:solidFill>
              <a:ln w="3334" cap="flat" cmpd="sng" algn="ctr">
                <a:solidFill>
                  <a:srgbClr val="ec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0" name="Surface mesh patch"/>
              <p:cNvSpPr/>
              <p:nvPr/>
            </p:nvSpPr>
            <p:spPr>
              <a:xfrm>
                <a:off x="8933517" y="1401347"/>
                <a:ext cx="50120" cy="107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35">
                    <a:moveTo>
                      <a:pt x="0" y="3345"/>
                    </a:moveTo>
                    <a:lnTo>
                      <a:pt x="2875" y="11335"/>
                    </a:lnTo>
                    <a:lnTo>
                      <a:pt x="5262" y="8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1" name="Surface mesh patch"/>
              <p:cNvSpPr/>
              <p:nvPr/>
            </p:nvSpPr>
            <p:spPr>
              <a:xfrm>
                <a:off x="8983636" y="1465270"/>
                <a:ext cx="50120" cy="82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11">
                    <a:moveTo>
                      <a:pt x="0" y="2245"/>
                    </a:moveTo>
                    <a:lnTo>
                      <a:pt x="2875" y="8711"/>
                    </a:lnTo>
                    <a:lnTo>
                      <a:pt x="5262" y="69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2" name="Surface mesh patch"/>
              <p:cNvSpPr/>
              <p:nvPr/>
            </p:nvSpPr>
            <p:spPr>
              <a:xfrm>
                <a:off x="9033756" y="1516190"/>
                <a:ext cx="50120" cy="59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8">
                    <a:moveTo>
                      <a:pt x="0" y="1641"/>
                    </a:moveTo>
                    <a:lnTo>
                      <a:pt x="2875" y="6218"/>
                    </a:lnTo>
                    <a:lnTo>
                      <a:pt x="5262" y="47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3" name="Surface mesh patch"/>
              <p:cNvSpPr/>
              <p:nvPr/>
            </p:nvSpPr>
            <p:spPr>
              <a:xfrm>
                <a:off x="9083876" y="1547758"/>
                <a:ext cx="50120" cy="40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50">
                    <a:moveTo>
                      <a:pt x="0" y="1440"/>
                    </a:moveTo>
                    <a:lnTo>
                      <a:pt x="2875" y="4250"/>
                    </a:lnTo>
                    <a:lnTo>
                      <a:pt x="5262" y="27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4" name="Surface mesh patch"/>
              <p:cNvSpPr/>
              <p:nvPr/>
            </p:nvSpPr>
            <p:spPr>
              <a:xfrm>
                <a:off x="9133995" y="1560296"/>
                <a:ext cx="50120" cy="278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1">
                    <a:moveTo>
                      <a:pt x="0" y="1474"/>
                    </a:moveTo>
                    <a:lnTo>
                      <a:pt x="2875" y="2921"/>
                    </a:lnTo>
                    <a:lnTo>
                      <a:pt x="5262" y="13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5" name="Surface mesh patch"/>
              <p:cNvSpPr/>
              <p:nvPr/>
            </p:nvSpPr>
            <p:spPr>
              <a:xfrm>
                <a:off x="9184115" y="1558120"/>
                <a:ext cx="50120" cy="204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0">
                    <a:moveTo>
                      <a:pt x="0" y="1587"/>
                    </a:moveTo>
                    <a:lnTo>
                      <a:pt x="2875" y="2150"/>
                    </a:lnTo>
                    <a:lnTo>
                      <a:pt x="5262" y="4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6" name="Surface mesh patch"/>
              <p:cNvSpPr/>
              <p:nvPr/>
            </p:nvSpPr>
            <p:spPr>
              <a:xfrm>
                <a:off x="9234235" y="1546873"/>
                <a:ext cx="50120" cy="170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7">
                    <a:moveTo>
                      <a:pt x="0" y="1671"/>
                    </a:moveTo>
                    <a:lnTo>
                      <a:pt x="2875" y="1787"/>
                    </a:lnTo>
                    <a:lnTo>
                      <a:pt x="5262" y="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7" name="Surface mesh patch"/>
              <p:cNvSpPr/>
              <p:nvPr/>
            </p:nvSpPr>
            <p:spPr>
              <a:xfrm>
                <a:off x="9284354" y="1531888"/>
                <a:ext cx="50120" cy="161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5">
                    <a:moveTo>
                      <a:pt x="0" y="1673"/>
                    </a:moveTo>
                    <a:lnTo>
                      <a:pt x="2875" y="1695"/>
                    </a:lnTo>
                    <a:lnTo>
                      <a:pt x="5262" y="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8" name="Surface mesh patch"/>
              <p:cNvSpPr/>
              <p:nvPr/>
            </p:nvSpPr>
            <p:spPr>
              <a:xfrm>
                <a:off x="9334474" y="1517530"/>
                <a:ext cx="50120" cy="16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4">
                    <a:moveTo>
                      <a:pt x="0" y="1580"/>
                    </a:moveTo>
                    <a:lnTo>
                      <a:pt x="2875" y="1774"/>
                    </a:lnTo>
                    <a:lnTo>
                      <a:pt x="5262" y="3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79" name="Surface mesh patch"/>
              <p:cNvSpPr/>
              <p:nvPr/>
            </p:nvSpPr>
            <p:spPr>
              <a:xfrm>
                <a:off x="9384594" y="1507001"/>
                <a:ext cx="50120" cy="186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3">
                    <a:moveTo>
                      <a:pt x="0" y="1407"/>
                    </a:moveTo>
                    <a:lnTo>
                      <a:pt x="2875" y="1953"/>
                    </a:lnTo>
                    <a:lnTo>
                      <a:pt x="5262" y="6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0" name="Surface mesh patch"/>
              <p:cNvSpPr/>
              <p:nvPr/>
            </p:nvSpPr>
            <p:spPr>
              <a:xfrm>
                <a:off x="7808153" y="1607531"/>
                <a:ext cx="50120" cy="11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9">
                    <a:moveTo>
                      <a:pt x="0" y="1179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9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1" name="Surface mesh patch"/>
              <p:cNvSpPr/>
              <p:nvPr/>
            </p:nvSpPr>
            <p:spPr>
              <a:xfrm>
                <a:off x="7858272" y="1599604"/>
                <a:ext cx="50120" cy="8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9">
                    <a:moveTo>
                      <a:pt x="0" y="832"/>
                    </a:moveTo>
                    <a:lnTo>
                      <a:pt x="2875" y="919"/>
                    </a:lnTo>
                    <a:lnTo>
                      <a:pt x="5262" y="1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2" name="Surface mesh patch"/>
              <p:cNvSpPr/>
              <p:nvPr/>
            </p:nvSpPr>
            <p:spPr>
              <a:xfrm>
                <a:off x="7908392" y="1596906"/>
                <a:ext cx="50120" cy="9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3">
                    <a:moveTo>
                      <a:pt x="0" y="472"/>
                    </a:moveTo>
                    <a:lnTo>
                      <a:pt x="2875" y="1003"/>
                    </a:lnTo>
                    <a:lnTo>
                      <a:pt x="5262" y="7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3" name="Surface mesh patch"/>
              <p:cNvSpPr/>
              <p:nvPr/>
            </p:nvSpPr>
            <p:spPr>
              <a:xfrm>
                <a:off x="7958512" y="1603399"/>
                <a:ext cx="50120" cy="13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0">
                    <a:moveTo>
                      <a:pt x="0" y="23"/>
                    </a:moveTo>
                    <a:lnTo>
                      <a:pt x="2875" y="1221"/>
                    </a:lnTo>
                    <a:lnTo>
                      <a:pt x="5262" y="14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4" name="Surface mesh patch"/>
              <p:cNvSpPr/>
              <p:nvPr/>
            </p:nvSpPr>
            <p:spPr>
              <a:xfrm>
                <a:off x="8008631" y="1617214"/>
                <a:ext cx="50120" cy="27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4">
                    <a:moveTo>
                      <a:pt x="0" y="0"/>
                    </a:moveTo>
                    <a:lnTo>
                      <a:pt x="2875" y="2062"/>
                    </a:lnTo>
                    <a:lnTo>
                      <a:pt x="5262" y="2864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5" name="Surface mesh patch"/>
              <p:cNvSpPr/>
              <p:nvPr/>
            </p:nvSpPr>
            <p:spPr>
              <a:xfrm>
                <a:off x="8058751" y="1644498"/>
                <a:ext cx="50120" cy="417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4">
                    <a:moveTo>
                      <a:pt x="0" y="0"/>
                    </a:moveTo>
                    <a:lnTo>
                      <a:pt x="2875" y="3065"/>
                    </a:lnTo>
                    <a:lnTo>
                      <a:pt x="5262" y="4384"/>
                    </a:lnTo>
                    <a:lnTo>
                      <a:pt x="2387" y="941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6" name="Surface mesh patch"/>
              <p:cNvSpPr/>
              <p:nvPr/>
            </p:nvSpPr>
            <p:spPr>
              <a:xfrm>
                <a:off x="8108871" y="1686260"/>
                <a:ext cx="50120" cy="545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2">
                    <a:moveTo>
                      <a:pt x="0" y="0"/>
                    </a:moveTo>
                    <a:lnTo>
                      <a:pt x="2875" y="4096"/>
                    </a:lnTo>
                    <a:lnTo>
                      <a:pt x="5262" y="5722"/>
                    </a:lnTo>
                    <a:lnTo>
                      <a:pt x="2387" y="1252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7" name="Surface mesh patch"/>
              <p:cNvSpPr/>
              <p:nvPr/>
            </p:nvSpPr>
            <p:spPr>
              <a:xfrm>
                <a:off x="8158990" y="1740765"/>
                <a:ext cx="50120" cy="62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6">
                    <a:moveTo>
                      <a:pt x="0" y="0"/>
                    </a:moveTo>
                    <a:lnTo>
                      <a:pt x="2875" y="4996"/>
                    </a:lnTo>
                    <a:lnTo>
                      <a:pt x="5262" y="6526"/>
                    </a:lnTo>
                    <a:lnTo>
                      <a:pt x="2387" y="1239"/>
                    </a:lnTo>
                    <a:close/>
                  </a:path>
                </a:pathLst>
              </a:custGeom>
              <a:solidFill>
                <a:srgbClr val="8fadfd"/>
              </a:solidFill>
              <a:ln w="3334" cap="flat" cmpd="sng" algn="ctr">
                <a:solidFill>
                  <a:srgbClr val="8fa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8" name="Surface mesh patch"/>
              <p:cNvSpPr/>
              <p:nvPr/>
            </p:nvSpPr>
            <p:spPr>
              <a:xfrm>
                <a:off x="8209110" y="1802924"/>
                <a:ext cx="50120" cy="613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9">
                    <a:moveTo>
                      <a:pt x="0" y="0"/>
                    </a:moveTo>
                    <a:lnTo>
                      <a:pt x="2875" y="5575"/>
                    </a:lnTo>
                    <a:lnTo>
                      <a:pt x="5262" y="6439"/>
                    </a:lnTo>
                    <a:lnTo>
                      <a:pt x="2387" y="741"/>
                    </a:lnTo>
                    <a:close/>
                  </a:path>
                </a:pathLst>
              </a:custGeom>
              <a:solidFill>
                <a:srgbClr val="7d9afc"/>
              </a:solidFill>
              <a:ln w="3334" cap="flat" cmpd="sng" algn="ctr">
                <a:solidFill>
                  <a:srgbClr val="7d9a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89" name="Surface mesh patch"/>
              <p:cNvSpPr/>
              <p:nvPr/>
            </p:nvSpPr>
            <p:spPr>
              <a:xfrm>
                <a:off x="8259230" y="1861101"/>
                <a:ext cx="50120" cy="57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0">
                    <a:moveTo>
                      <a:pt x="0" y="331"/>
                    </a:moveTo>
                    <a:lnTo>
                      <a:pt x="2875" y="5990"/>
                    </a:lnTo>
                    <a:lnTo>
                      <a:pt x="5262" y="5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680f3"/>
              </a:solidFill>
              <a:ln w="3334" cap="flat" cmpd="sng" algn="ctr">
                <a:solidFill>
                  <a:srgbClr val="668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0" name="Surface mesh patch"/>
              <p:cNvSpPr/>
              <p:nvPr/>
            </p:nvSpPr>
            <p:spPr>
              <a:xfrm>
                <a:off x="8309349" y="1895685"/>
                <a:ext cx="50120" cy="67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4">
                    <a:moveTo>
                      <a:pt x="0" y="1927"/>
                    </a:moveTo>
                    <a:lnTo>
                      <a:pt x="2875" y="7084"/>
                    </a:lnTo>
                    <a:lnTo>
                      <a:pt x="5262" y="48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66eed"/>
              </a:solidFill>
              <a:ln w="3334" cap="flat" cmpd="sng" algn="ctr">
                <a:solidFill>
                  <a:srgbClr val="566e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1" name="Surface mesh patch"/>
              <p:cNvSpPr/>
              <p:nvPr/>
            </p:nvSpPr>
            <p:spPr>
              <a:xfrm>
                <a:off x="8359469" y="1905085"/>
                <a:ext cx="50120" cy="756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47">
                    <a:moveTo>
                      <a:pt x="0" y="3841"/>
                    </a:moveTo>
                    <a:lnTo>
                      <a:pt x="2875" y="7947"/>
                    </a:lnTo>
                    <a:lnTo>
                      <a:pt x="5262" y="3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067ea"/>
              </a:solidFill>
              <a:ln w="3334" cap="flat" cmpd="sng" algn="ctr">
                <a:solidFill>
                  <a:srgbClr val="5067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2" name="Surface mesh patch"/>
              <p:cNvSpPr/>
              <p:nvPr/>
            </p:nvSpPr>
            <p:spPr>
              <a:xfrm>
                <a:off x="8409589" y="1884455"/>
                <a:ext cx="50120" cy="805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5">
                    <a:moveTo>
                      <a:pt x="0" y="5773"/>
                    </a:moveTo>
                    <a:lnTo>
                      <a:pt x="2875" y="8455"/>
                    </a:lnTo>
                    <a:lnTo>
                      <a:pt x="5262" y="21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66fed"/>
              </a:solidFill>
              <a:ln w="3334" cap="flat" cmpd="sng" algn="ctr">
                <a:solidFill>
                  <a:srgbClr val="566f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3" name="Surface mesh patch"/>
              <p:cNvSpPr/>
              <p:nvPr/>
            </p:nvSpPr>
            <p:spPr>
              <a:xfrm>
                <a:off x="8459708" y="1833807"/>
                <a:ext cx="50120" cy="819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08">
                    <a:moveTo>
                      <a:pt x="0" y="7431"/>
                    </a:moveTo>
                    <a:lnTo>
                      <a:pt x="2875" y="8608"/>
                    </a:lnTo>
                    <a:lnTo>
                      <a:pt x="5262" y="6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a85f4"/>
              </a:solidFill>
              <a:ln w="3334" cap="flat" cmpd="sng" algn="ctr">
                <a:solidFill>
                  <a:srgbClr val="6a85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4" name="Surface mesh patch"/>
              <p:cNvSpPr/>
              <p:nvPr/>
            </p:nvSpPr>
            <p:spPr>
              <a:xfrm>
                <a:off x="8509828" y="1753552"/>
                <a:ext cx="50120" cy="86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76">
                    <a:moveTo>
                      <a:pt x="0" y="9076"/>
                    </a:moveTo>
                    <a:lnTo>
                      <a:pt x="2875" y="9015"/>
                    </a:lnTo>
                    <a:lnTo>
                      <a:pt x="5262" y="0"/>
                    </a:lnTo>
                    <a:lnTo>
                      <a:pt x="2387" y="438"/>
                    </a:lnTo>
                    <a:close/>
                  </a:path>
                </a:pathLst>
              </a:custGeom>
              <a:solidFill>
                <a:srgbClr val="85a2fd"/>
              </a:solidFill>
              <a:ln w="3334" cap="flat" cmpd="sng" algn="ctr">
                <a:solidFill>
                  <a:srgbClr val="85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5" name="Surface mesh patch"/>
              <p:cNvSpPr/>
              <p:nvPr/>
            </p:nvSpPr>
            <p:spPr>
              <a:xfrm>
                <a:off x="8559947" y="1656623"/>
                <a:ext cx="50120" cy="969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76">
                    <a:moveTo>
                      <a:pt x="0" y="10176"/>
                    </a:moveTo>
                    <a:lnTo>
                      <a:pt x="2875" y="9481"/>
                    </a:lnTo>
                    <a:lnTo>
                      <a:pt x="5262" y="0"/>
                    </a:lnTo>
                    <a:lnTo>
                      <a:pt x="2387" y="815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6" name="Surface mesh patch"/>
              <p:cNvSpPr/>
              <p:nvPr/>
            </p:nvSpPr>
            <p:spPr>
              <a:xfrm>
                <a:off x="8610067" y="1562606"/>
                <a:ext cx="50120" cy="94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1">
                    <a:moveTo>
                      <a:pt x="0" y="9871"/>
                    </a:moveTo>
                    <a:lnTo>
                      <a:pt x="2875" y="9398"/>
                    </a:lnTo>
                    <a:lnTo>
                      <a:pt x="5262" y="0"/>
                    </a:lnTo>
                    <a:lnTo>
                      <a:pt x="2387" y="226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7" name="Surface mesh patch"/>
              <p:cNvSpPr/>
              <p:nvPr/>
            </p:nvSpPr>
            <p:spPr>
              <a:xfrm>
                <a:off x="8660187" y="1471945"/>
                <a:ext cx="50120" cy="971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97">
                    <a:moveTo>
                      <a:pt x="0" y="9518"/>
                    </a:moveTo>
                    <a:lnTo>
                      <a:pt x="2875" y="10197"/>
                    </a:lnTo>
                    <a:lnTo>
                      <a:pt x="5262" y="13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8" name="Surface mesh patch"/>
              <p:cNvSpPr/>
              <p:nvPr/>
            </p:nvSpPr>
            <p:spPr>
              <a:xfrm>
                <a:off x="8710306" y="1399746"/>
                <a:ext cx="50120" cy="109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09">
                    <a:moveTo>
                      <a:pt x="0" y="8956"/>
                    </a:moveTo>
                    <a:lnTo>
                      <a:pt x="2875" y="11509"/>
                    </a:lnTo>
                    <a:lnTo>
                      <a:pt x="5262" y="3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5dedf"/>
              </a:solidFill>
              <a:ln w="3334" cap="flat" cmpd="sng" algn="ctr">
                <a:solidFill>
                  <a:srgbClr val="e5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99" name="Surface mesh patch"/>
              <p:cNvSpPr/>
              <p:nvPr/>
            </p:nvSpPr>
            <p:spPr>
              <a:xfrm>
                <a:off x="8760426" y="1359462"/>
                <a:ext cx="50120" cy="119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97">
                    <a:moveTo>
                      <a:pt x="0" y="7933"/>
                    </a:moveTo>
                    <a:lnTo>
                      <a:pt x="2875" y="12597"/>
                    </a:lnTo>
                    <a:lnTo>
                      <a:pt x="5262" y="61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00" name="Surface mesh patch"/>
              <p:cNvSpPr/>
              <p:nvPr/>
            </p:nvSpPr>
            <p:spPr>
              <a:xfrm>
                <a:off x="8810546" y="1355827"/>
                <a:ext cx="50120" cy="122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10">
                    <a:moveTo>
                      <a:pt x="0" y="6524"/>
                    </a:moveTo>
                    <a:lnTo>
                      <a:pt x="2875" y="12910"/>
                    </a:lnTo>
                    <a:lnTo>
                      <a:pt x="5262" y="79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01" name="Surface mesh patch"/>
              <p:cNvSpPr/>
              <p:nvPr/>
            </p:nvSpPr>
            <p:spPr>
              <a:xfrm>
                <a:off x="8860665" y="1384482"/>
                <a:ext cx="50120" cy="1157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55">
                    <a:moveTo>
                      <a:pt x="0" y="4945"/>
                    </a:moveTo>
                    <a:lnTo>
                      <a:pt x="2875" y="12155"/>
                    </a:lnTo>
                    <a:lnTo>
                      <a:pt x="5262" y="8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6dddc"/>
              </a:solidFill>
              <a:ln w="3334" cap="flat" cmpd="sng" algn="ctr">
                <a:solidFill>
                  <a:srgbClr val="e6ddd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02" name="Surface mesh patch"/>
              <p:cNvSpPr/>
              <p:nvPr/>
            </p:nvSpPr>
            <p:spPr>
              <a:xfrm>
                <a:off x="8910785" y="1433210"/>
                <a:ext cx="50120" cy="99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52">
                    <a:moveTo>
                      <a:pt x="0" y="3484"/>
                    </a:moveTo>
                    <a:lnTo>
                      <a:pt x="2875" y="10452"/>
                    </a:lnTo>
                    <a:lnTo>
                      <a:pt x="5262" y="79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03" name="Surface mesh patch"/>
              <p:cNvSpPr/>
              <p:nvPr/>
            </p:nvSpPr>
            <p:spPr>
              <a:xfrm>
                <a:off x="8960905" y="1486653"/>
                <a:ext cx="50120" cy="78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43">
                    <a:moveTo>
                      <a:pt x="0" y="2379"/>
                    </a:moveTo>
                    <a:lnTo>
                      <a:pt x="2875" y="8243"/>
                    </a:lnTo>
                    <a:lnTo>
                      <a:pt x="5262" y="6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04" name="Surface mesh patch"/>
              <p:cNvSpPr/>
              <p:nvPr/>
            </p:nvSpPr>
            <p:spPr>
              <a:xfrm>
                <a:off x="9011024" y="1531819"/>
                <a:ext cx="50120" cy="576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50">
                    <a:moveTo>
                      <a:pt x="0" y="1724"/>
                    </a:moveTo>
                    <a:lnTo>
                      <a:pt x="2875" y="6050"/>
                    </a:lnTo>
                    <a:lnTo>
                      <a:pt x="5262" y="45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05" name="Surface mesh patch"/>
              <p:cNvSpPr/>
              <p:nvPr/>
            </p:nvSpPr>
            <p:spPr>
              <a:xfrm>
                <a:off x="9061144" y="1561469"/>
                <a:ext cx="50120" cy="40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46">
                    <a:moveTo>
                      <a:pt x="0" y="1464"/>
                    </a:moveTo>
                    <a:lnTo>
                      <a:pt x="2875" y="4246"/>
                    </a:lnTo>
                    <a:lnTo>
                      <a:pt x="5262" y="28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06" name="Surface mesh patch"/>
              <p:cNvSpPr/>
              <p:nvPr/>
            </p:nvSpPr>
            <p:spPr>
              <a:xfrm>
                <a:off x="9111264" y="1574337"/>
                <a:ext cx="50120" cy="283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75">
                    <a:moveTo>
                      <a:pt x="0" y="1459"/>
                    </a:moveTo>
                    <a:lnTo>
                      <a:pt x="2875" y="2975"/>
                    </a:lnTo>
                    <a:lnTo>
                      <a:pt x="5262" y="14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07" name="Surface mesh patch"/>
              <p:cNvSpPr/>
              <p:nvPr/>
            </p:nvSpPr>
            <p:spPr>
              <a:xfrm>
                <a:off x="9161383" y="1573237"/>
                <a:ext cx="50120" cy="20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0">
                    <a:moveTo>
                      <a:pt x="0" y="1562"/>
                    </a:moveTo>
                    <a:lnTo>
                      <a:pt x="2875" y="2200"/>
                    </a:lnTo>
                    <a:lnTo>
                      <a:pt x="5262" y="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08" name="Surface mesh patch"/>
              <p:cNvSpPr/>
              <p:nvPr/>
            </p:nvSpPr>
            <p:spPr>
              <a:xfrm>
                <a:off x="9211503" y="1562790"/>
                <a:ext cx="50120" cy="172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">
                    <a:moveTo>
                      <a:pt x="0" y="1659"/>
                    </a:moveTo>
                    <a:lnTo>
                      <a:pt x="2875" y="1807"/>
                    </a:lnTo>
                    <a:lnTo>
                      <a:pt x="5262" y="1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09" name="Surface mesh patch"/>
              <p:cNvSpPr/>
              <p:nvPr/>
            </p:nvSpPr>
            <p:spPr>
              <a:xfrm>
                <a:off x="9261622" y="1547821"/>
                <a:ext cx="50120" cy="160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7">
                    <a:moveTo>
                      <a:pt x="0" y="1687"/>
                    </a:moveTo>
                    <a:lnTo>
                      <a:pt x="2875" y="1678"/>
                    </a:lnTo>
                    <a:lnTo>
                      <a:pt x="5262" y="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10" name="Surface mesh patch"/>
              <p:cNvSpPr/>
              <p:nvPr/>
            </p:nvSpPr>
            <p:spPr>
              <a:xfrm>
                <a:off x="9311742" y="1532577"/>
                <a:ext cx="50120" cy="164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5">
                    <a:moveTo>
                      <a:pt x="0" y="1623"/>
                    </a:moveTo>
                    <a:lnTo>
                      <a:pt x="2875" y="1725"/>
                    </a:lnTo>
                    <a:lnTo>
                      <a:pt x="5262" y="1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11" name="Surface mesh patch"/>
              <p:cNvSpPr/>
              <p:nvPr/>
            </p:nvSpPr>
            <p:spPr>
              <a:xfrm>
                <a:off x="9361862" y="1520403"/>
                <a:ext cx="50120" cy="17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4">
                    <a:moveTo>
                      <a:pt x="0" y="1472"/>
                    </a:moveTo>
                    <a:lnTo>
                      <a:pt x="2875" y="1884"/>
                    </a:lnTo>
                    <a:lnTo>
                      <a:pt x="5262" y="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12" name="Surface mesh patch"/>
              <p:cNvSpPr/>
              <p:nvPr/>
            </p:nvSpPr>
            <p:spPr>
              <a:xfrm>
                <a:off x="7835541" y="1607531"/>
                <a:ext cx="50120" cy="10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5">
                    <a:moveTo>
                      <a:pt x="0" y="1050"/>
                    </a:moveTo>
                    <a:lnTo>
                      <a:pt x="2875" y="1055"/>
                    </a:lnTo>
                    <a:lnTo>
                      <a:pt x="5262" y="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13" name="Surface mesh patch"/>
              <p:cNvSpPr/>
              <p:nvPr/>
            </p:nvSpPr>
            <p:spPr>
              <a:xfrm>
                <a:off x="7885660" y="1601397"/>
                <a:ext cx="50120" cy="10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6">
                    <a:moveTo>
                      <a:pt x="0" y="731"/>
                    </a:moveTo>
                    <a:lnTo>
                      <a:pt x="2875" y="1106"/>
                    </a:lnTo>
                    <a:lnTo>
                      <a:pt x="5262" y="5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14" name="Surface mesh patch"/>
              <p:cNvSpPr/>
              <p:nvPr/>
            </p:nvSpPr>
            <p:spPr>
              <a:xfrm>
                <a:off x="7935780" y="1603616"/>
                <a:ext cx="50120" cy="11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8">
                    <a:moveTo>
                      <a:pt x="0" y="298"/>
                    </a:moveTo>
                    <a:lnTo>
                      <a:pt x="2875" y="1258"/>
                    </a:lnTo>
                    <a:lnTo>
                      <a:pt x="5262" y="1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15" name="Surface mesh patch"/>
              <p:cNvSpPr/>
              <p:nvPr/>
            </p:nvSpPr>
            <p:spPr>
              <a:xfrm>
                <a:off x="7985900" y="1615026"/>
                <a:ext cx="50120" cy="21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2">
                    <a:moveTo>
                      <a:pt x="0" y="0"/>
                    </a:moveTo>
                    <a:lnTo>
                      <a:pt x="2875" y="1739"/>
                    </a:lnTo>
                    <a:lnTo>
                      <a:pt x="5262" y="2292"/>
                    </a:lnTo>
                    <a:lnTo>
                      <a:pt x="2387" y="23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16" name="Surface mesh patch"/>
              <p:cNvSpPr/>
              <p:nvPr/>
            </p:nvSpPr>
            <p:spPr>
              <a:xfrm>
                <a:off x="8036019" y="1636858"/>
                <a:ext cx="50120" cy="36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7">
                    <a:moveTo>
                      <a:pt x="0" y="0"/>
                    </a:moveTo>
                    <a:lnTo>
                      <a:pt x="2875" y="2664"/>
                    </a:lnTo>
                    <a:lnTo>
                      <a:pt x="5262" y="3867"/>
                    </a:lnTo>
                    <a:lnTo>
                      <a:pt x="2387" y="802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17" name="Surface mesh patch"/>
              <p:cNvSpPr/>
              <p:nvPr/>
            </p:nvSpPr>
            <p:spPr>
              <a:xfrm>
                <a:off x="8086139" y="1673689"/>
                <a:ext cx="50120" cy="51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16">
                    <a:moveTo>
                      <a:pt x="0" y="0"/>
                    </a:moveTo>
                    <a:lnTo>
                      <a:pt x="2875" y="3656"/>
                    </a:lnTo>
                    <a:lnTo>
                      <a:pt x="5262" y="5416"/>
                    </a:lnTo>
                    <a:lnTo>
                      <a:pt x="2387" y="132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18" name="Surface mesh patch"/>
              <p:cNvSpPr/>
              <p:nvPr/>
            </p:nvSpPr>
            <p:spPr>
              <a:xfrm>
                <a:off x="8136258" y="1725274"/>
                <a:ext cx="50120" cy="630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23">
                    <a:moveTo>
                      <a:pt x="0" y="0"/>
                    </a:moveTo>
                    <a:lnTo>
                      <a:pt x="2875" y="4583"/>
                    </a:lnTo>
                    <a:lnTo>
                      <a:pt x="5262" y="6623"/>
                    </a:lnTo>
                    <a:lnTo>
                      <a:pt x="2387" y="1626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19" name="Surface mesh patch"/>
              <p:cNvSpPr/>
              <p:nvPr/>
            </p:nvSpPr>
            <p:spPr>
              <a:xfrm>
                <a:off x="8186378" y="1788353"/>
                <a:ext cx="50120" cy="676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05">
                    <a:moveTo>
                      <a:pt x="0" y="0"/>
                    </a:moveTo>
                    <a:lnTo>
                      <a:pt x="2875" y="5274"/>
                    </a:lnTo>
                    <a:lnTo>
                      <a:pt x="5262" y="7105"/>
                    </a:lnTo>
                    <a:lnTo>
                      <a:pt x="2387" y="1530"/>
                    </a:lnTo>
                    <a:close/>
                  </a:path>
                </a:pathLst>
              </a:custGeom>
              <a:solidFill>
                <a:srgbClr val="84a2fd"/>
              </a:solidFill>
              <a:ln w="3334" cap="flat" cmpd="sng" algn="ctr">
                <a:solidFill>
                  <a:srgbClr val="84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0" name="Surface mesh patch"/>
              <p:cNvSpPr/>
              <p:nvPr/>
            </p:nvSpPr>
            <p:spPr>
              <a:xfrm>
                <a:off x="8236498" y="1856026"/>
                <a:ext cx="50120" cy="62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3">
                    <a:moveTo>
                      <a:pt x="0" y="0"/>
                    </a:moveTo>
                    <a:lnTo>
                      <a:pt x="2875" y="5548"/>
                    </a:lnTo>
                    <a:lnTo>
                      <a:pt x="5262" y="6523"/>
                    </a:lnTo>
                    <a:lnTo>
                      <a:pt x="2387" y="864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1" name="Surface mesh patch"/>
              <p:cNvSpPr/>
              <p:nvPr/>
            </p:nvSpPr>
            <p:spPr>
              <a:xfrm>
                <a:off x="8286617" y="1914036"/>
                <a:ext cx="50120" cy="54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6">
                    <a:moveTo>
                      <a:pt x="0" y="433"/>
                    </a:moveTo>
                    <a:lnTo>
                      <a:pt x="2875" y="5706"/>
                    </a:lnTo>
                    <a:lnTo>
                      <a:pt x="5262" y="51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56dec"/>
              </a:solidFill>
              <a:ln w="3334" cap="flat" cmpd="sng" algn="ctr">
                <a:solidFill>
                  <a:srgbClr val="556d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2" name="Surface mesh patch"/>
              <p:cNvSpPr/>
              <p:nvPr/>
            </p:nvSpPr>
            <p:spPr>
              <a:xfrm>
                <a:off x="8336737" y="1941675"/>
                <a:ext cx="50120" cy="636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78">
                    <a:moveTo>
                      <a:pt x="0" y="2256"/>
                    </a:moveTo>
                    <a:lnTo>
                      <a:pt x="2875" y="6678"/>
                    </a:lnTo>
                    <a:lnTo>
                      <a:pt x="5262" y="41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85ee7"/>
              </a:solidFill>
              <a:ln w="3334" cap="flat" cmpd="sng" algn="ctr">
                <a:solidFill>
                  <a:srgbClr val="485e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3" name="Surface mesh patch"/>
              <p:cNvSpPr/>
              <p:nvPr/>
            </p:nvSpPr>
            <p:spPr>
              <a:xfrm>
                <a:off x="8386857" y="1939441"/>
                <a:ext cx="50120" cy="710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7">
                    <a:moveTo>
                      <a:pt x="0" y="4340"/>
                    </a:moveTo>
                    <a:lnTo>
                      <a:pt x="2875" y="7457"/>
                    </a:lnTo>
                    <a:lnTo>
                      <a:pt x="5262" y="26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75de7"/>
              </a:solidFill>
              <a:ln w="3334" cap="flat" cmpd="sng" algn="ctr">
                <a:solidFill>
                  <a:srgbClr val="475d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4" name="Surface mesh patch"/>
              <p:cNvSpPr/>
              <p:nvPr/>
            </p:nvSpPr>
            <p:spPr>
              <a:xfrm>
                <a:off x="8436976" y="1904583"/>
                <a:ext cx="50120" cy="757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54">
                    <a:moveTo>
                      <a:pt x="0" y="6342"/>
                    </a:moveTo>
                    <a:lnTo>
                      <a:pt x="2875" y="7954"/>
                    </a:lnTo>
                    <a:lnTo>
                      <a:pt x="5262" y="11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36bec"/>
              </a:solidFill>
              <a:ln w="3334" cap="flat" cmpd="sng" algn="ctr">
                <a:solidFill>
                  <a:srgbClr val="536b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5" name="Surface mesh patch"/>
              <p:cNvSpPr/>
              <p:nvPr/>
            </p:nvSpPr>
            <p:spPr>
              <a:xfrm>
                <a:off x="8487096" y="1839422"/>
                <a:ext cx="50120" cy="787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67">
                    <a:moveTo>
                      <a:pt x="0" y="8019"/>
                    </a:moveTo>
                    <a:lnTo>
                      <a:pt x="2875" y="8267"/>
                    </a:lnTo>
                    <a:lnTo>
                      <a:pt x="5262" y="0"/>
                    </a:lnTo>
                    <a:lnTo>
                      <a:pt x="2387" y="61"/>
                    </a:lnTo>
                    <a:close/>
                  </a:path>
                </a:pathLst>
              </a:custGeom>
              <a:solidFill>
                <a:srgbClr val="6b87f5"/>
              </a:solidFill>
              <a:ln w="3334" cap="flat" cmpd="sng" algn="ctr">
                <a:solidFill>
                  <a:srgbClr val="6b87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6" name="Surface mesh patch"/>
              <p:cNvSpPr/>
              <p:nvPr/>
            </p:nvSpPr>
            <p:spPr>
              <a:xfrm>
                <a:off x="8537216" y="1746928"/>
                <a:ext cx="50120" cy="924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11">
                    <a:moveTo>
                      <a:pt x="0" y="9711"/>
                    </a:moveTo>
                    <a:lnTo>
                      <a:pt x="2875" y="9084"/>
                    </a:lnTo>
                    <a:lnTo>
                      <a:pt x="5262" y="0"/>
                    </a:lnTo>
                    <a:lnTo>
                      <a:pt x="2387" y="695"/>
                    </a:lnTo>
                    <a:close/>
                  </a:path>
                </a:pathLst>
              </a:custGeom>
              <a:solidFill>
                <a:srgbClr val="89a6fd"/>
              </a:solidFill>
              <a:ln w="3334" cap="flat" cmpd="sng" algn="ctr">
                <a:solidFill>
                  <a:srgbClr val="89a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7" name="Surface mesh patch"/>
              <p:cNvSpPr/>
              <p:nvPr/>
            </p:nvSpPr>
            <p:spPr>
              <a:xfrm>
                <a:off x="8587335" y="1652124"/>
                <a:ext cx="50120" cy="948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53">
                    <a:moveTo>
                      <a:pt x="0" y="9953"/>
                    </a:moveTo>
                    <a:lnTo>
                      <a:pt x="2875" y="9212"/>
                    </a:lnTo>
                    <a:lnTo>
                      <a:pt x="5262" y="0"/>
                    </a:lnTo>
                    <a:lnTo>
                      <a:pt x="2387" y="472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8" name="Surface mesh patch"/>
              <p:cNvSpPr/>
              <p:nvPr/>
            </p:nvSpPr>
            <p:spPr>
              <a:xfrm>
                <a:off x="8637455" y="1562606"/>
                <a:ext cx="50120" cy="89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05">
                    <a:moveTo>
                      <a:pt x="0" y="9398"/>
                    </a:moveTo>
                    <a:lnTo>
                      <a:pt x="2875" y="9405"/>
                    </a:lnTo>
                    <a:lnTo>
                      <a:pt x="5262" y="6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29" name="Surface mesh patch"/>
              <p:cNvSpPr/>
              <p:nvPr/>
            </p:nvSpPr>
            <p:spPr>
              <a:xfrm>
                <a:off x="8687575" y="1485050"/>
                <a:ext cx="50120" cy="981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00">
                    <a:moveTo>
                      <a:pt x="0" y="8821"/>
                    </a:moveTo>
                    <a:lnTo>
                      <a:pt x="2875" y="10300"/>
                    </a:lnTo>
                    <a:lnTo>
                      <a:pt x="5262" y="25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0" name="Surface mesh patch"/>
              <p:cNvSpPr/>
              <p:nvPr/>
            </p:nvSpPr>
            <p:spPr>
              <a:xfrm>
                <a:off x="8737694" y="1435024"/>
                <a:ext cx="50120" cy="1056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94">
                    <a:moveTo>
                      <a:pt x="0" y="7805"/>
                    </a:moveTo>
                    <a:lnTo>
                      <a:pt x="2875" y="11094"/>
                    </a:lnTo>
                    <a:lnTo>
                      <a:pt x="5262" y="4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1" name="Surface mesh patch"/>
              <p:cNvSpPr/>
              <p:nvPr/>
            </p:nvSpPr>
            <p:spPr>
              <a:xfrm>
                <a:off x="8787814" y="1417971"/>
                <a:ext cx="50120" cy="1082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61">
                    <a:moveTo>
                      <a:pt x="0" y="6455"/>
                    </a:moveTo>
                    <a:lnTo>
                      <a:pt x="2875" y="11361"/>
                    </a:lnTo>
                    <a:lnTo>
                      <a:pt x="5262" y="63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2" name="Surface mesh patch"/>
              <p:cNvSpPr/>
              <p:nvPr/>
            </p:nvSpPr>
            <p:spPr>
              <a:xfrm>
                <a:off x="8837933" y="1431583"/>
                <a:ext cx="50120" cy="103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18">
                    <a:moveTo>
                      <a:pt x="0" y="4957"/>
                    </a:moveTo>
                    <a:lnTo>
                      <a:pt x="2875" y="10818"/>
                    </a:lnTo>
                    <a:lnTo>
                      <a:pt x="5262" y="7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3" name="Surface mesh patch"/>
              <p:cNvSpPr/>
              <p:nvPr/>
            </p:nvSpPr>
            <p:spPr>
              <a:xfrm>
                <a:off x="8888053" y="1466398"/>
                <a:ext cx="50120" cy="903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8">
                    <a:moveTo>
                      <a:pt x="0" y="3555"/>
                    </a:moveTo>
                    <a:lnTo>
                      <a:pt x="2875" y="9488"/>
                    </a:lnTo>
                    <a:lnTo>
                      <a:pt x="5262" y="69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4" name="Surface mesh patch"/>
              <p:cNvSpPr/>
              <p:nvPr/>
            </p:nvSpPr>
            <p:spPr>
              <a:xfrm>
                <a:off x="8938173" y="1509317"/>
                <a:ext cx="50120" cy="731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75">
                    <a:moveTo>
                      <a:pt x="0" y="2462"/>
                    </a:moveTo>
                    <a:lnTo>
                      <a:pt x="2875" y="7675"/>
                    </a:lnTo>
                    <a:lnTo>
                      <a:pt x="5262" y="58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5" name="Surface mesh patch"/>
              <p:cNvSpPr/>
              <p:nvPr/>
            </p:nvSpPr>
            <p:spPr>
              <a:xfrm>
                <a:off x="8988292" y="1548242"/>
                <a:ext cx="50120" cy="552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97">
                    <a:moveTo>
                      <a:pt x="0" y="1777"/>
                    </a:moveTo>
                    <a:lnTo>
                      <a:pt x="2875" y="5797"/>
                    </a:lnTo>
                    <a:lnTo>
                      <a:pt x="5262" y="4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6" name="Surface mesh patch"/>
              <p:cNvSpPr/>
              <p:nvPr/>
            </p:nvSpPr>
            <p:spPr>
              <a:xfrm>
                <a:off x="9038412" y="1575413"/>
                <a:ext cx="50120" cy="398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88">
                    <a:moveTo>
                      <a:pt x="0" y="1473"/>
                    </a:moveTo>
                    <a:lnTo>
                      <a:pt x="2875" y="4188"/>
                    </a:lnTo>
                    <a:lnTo>
                      <a:pt x="5262" y="27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7" name="Surface mesh patch"/>
              <p:cNvSpPr/>
              <p:nvPr/>
            </p:nvSpPr>
            <p:spPr>
              <a:xfrm>
                <a:off x="9088532" y="1588237"/>
                <a:ext cx="50120" cy="286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04">
                    <a:moveTo>
                      <a:pt x="0" y="1436"/>
                    </a:moveTo>
                    <a:lnTo>
                      <a:pt x="2875" y="3004"/>
                    </a:lnTo>
                    <a:lnTo>
                      <a:pt x="5262" y="15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8" name="Surface mesh patch"/>
              <p:cNvSpPr/>
              <p:nvPr/>
            </p:nvSpPr>
            <p:spPr>
              <a:xfrm>
                <a:off x="9138651" y="1588115"/>
                <a:ext cx="50120" cy="213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45">
                    <a:moveTo>
                      <a:pt x="0" y="1529"/>
                    </a:moveTo>
                    <a:lnTo>
                      <a:pt x="2875" y="2245"/>
                    </a:lnTo>
                    <a:lnTo>
                      <a:pt x="5262" y="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39" name="Surface mesh patch"/>
              <p:cNvSpPr/>
              <p:nvPr/>
            </p:nvSpPr>
            <p:spPr>
              <a:xfrm>
                <a:off x="9188771" y="1578595"/>
                <a:ext cx="50120" cy="174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2">
                    <a:moveTo>
                      <a:pt x="0" y="1638"/>
                    </a:moveTo>
                    <a:lnTo>
                      <a:pt x="2875" y="1832"/>
                    </a:lnTo>
                    <a:lnTo>
                      <a:pt x="5262" y="1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0" name="Surface mesh patch"/>
              <p:cNvSpPr/>
              <p:nvPr/>
            </p:nvSpPr>
            <p:spPr>
              <a:xfrm>
                <a:off x="9238891" y="1563806"/>
                <a:ext cx="50120" cy="161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">
                    <a:moveTo>
                      <a:pt x="0" y="1700"/>
                    </a:moveTo>
                    <a:lnTo>
                      <a:pt x="2875" y="1679"/>
                    </a:lnTo>
                    <a:lnTo>
                      <a:pt x="5262" y="0"/>
                    </a:lnTo>
                    <a:lnTo>
                      <a:pt x="2387" y="9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1" name="Surface mesh patch"/>
              <p:cNvSpPr/>
              <p:nvPr/>
            </p:nvSpPr>
            <p:spPr>
              <a:xfrm>
                <a:off x="9289010" y="1548033"/>
                <a:ext cx="50120" cy="16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5">
                    <a:moveTo>
                      <a:pt x="0" y="1656"/>
                    </a:moveTo>
                    <a:lnTo>
                      <a:pt x="2875" y="1685"/>
                    </a:lnTo>
                    <a:lnTo>
                      <a:pt x="5262" y="1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2" name="Surface mesh patch"/>
              <p:cNvSpPr/>
              <p:nvPr/>
            </p:nvSpPr>
            <p:spPr>
              <a:xfrm>
                <a:off x="9339130" y="1534428"/>
                <a:ext cx="50120" cy="173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9">
                    <a:moveTo>
                      <a:pt x="0" y="1531"/>
                    </a:moveTo>
                    <a:lnTo>
                      <a:pt x="2875" y="1819"/>
                    </a:lnTo>
                    <a:lnTo>
                      <a:pt x="5262" y="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3" name="Surface mesh patch"/>
              <p:cNvSpPr/>
              <p:nvPr/>
            </p:nvSpPr>
            <p:spPr>
              <a:xfrm>
                <a:off x="7862928" y="1608361"/>
                <a:ext cx="50120" cy="115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9">
                    <a:moveTo>
                      <a:pt x="0" y="968"/>
                    </a:moveTo>
                    <a:lnTo>
                      <a:pt x="2875" y="1209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4" name="Surface mesh patch"/>
              <p:cNvSpPr/>
              <p:nvPr/>
            </p:nvSpPr>
            <p:spPr>
              <a:xfrm>
                <a:off x="7913048" y="1606454"/>
                <a:ext cx="50120" cy="125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576"/>
                    </a:moveTo>
                    <a:lnTo>
                      <a:pt x="2875" y="1322"/>
                    </a:lnTo>
                    <a:lnTo>
                      <a:pt x="5262" y="9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5" name="Surface mesh patch"/>
              <p:cNvSpPr/>
              <p:nvPr/>
            </p:nvSpPr>
            <p:spPr>
              <a:xfrm>
                <a:off x="7963168" y="1615026"/>
                <a:ext cx="50120" cy="16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9">
                    <a:moveTo>
                      <a:pt x="0" y="60"/>
                    </a:moveTo>
                    <a:lnTo>
                      <a:pt x="2875" y="1497"/>
                    </a:lnTo>
                    <a:lnTo>
                      <a:pt x="5262" y="17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6" name="Surface mesh patch"/>
              <p:cNvSpPr/>
              <p:nvPr/>
            </p:nvSpPr>
            <p:spPr>
              <a:xfrm>
                <a:off x="8013287" y="1631586"/>
                <a:ext cx="50120" cy="30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18">
                    <a:moveTo>
                      <a:pt x="0" y="0"/>
                    </a:moveTo>
                    <a:lnTo>
                      <a:pt x="2875" y="2274"/>
                    </a:lnTo>
                    <a:lnTo>
                      <a:pt x="5262" y="3218"/>
                    </a:lnTo>
                    <a:lnTo>
                      <a:pt x="2387" y="554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7" name="Surface mesh patch"/>
              <p:cNvSpPr/>
              <p:nvPr/>
            </p:nvSpPr>
            <p:spPr>
              <a:xfrm>
                <a:off x="8063407" y="1662237"/>
                <a:ext cx="50120" cy="46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8">
                    <a:moveTo>
                      <a:pt x="0" y="0"/>
                    </a:moveTo>
                    <a:lnTo>
                      <a:pt x="2875" y="3196"/>
                    </a:lnTo>
                    <a:lnTo>
                      <a:pt x="5262" y="4858"/>
                    </a:lnTo>
                    <a:lnTo>
                      <a:pt x="2387" y="1202"/>
                    </a:lnTo>
                    <a:close/>
                  </a:path>
                </a:pathLst>
              </a:custGeom>
              <a:solidFill>
                <a:srgbClr val="aecbfd"/>
              </a:solidFill>
              <a:ln w="3334" cap="flat" cmpd="sng" algn="ctr">
                <a:solidFill>
                  <a:srgbClr val="ae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8" name="Surface mesh patch"/>
              <p:cNvSpPr/>
              <p:nvPr/>
            </p:nvSpPr>
            <p:spPr>
              <a:xfrm>
                <a:off x="8113527" y="1708510"/>
                <a:ext cx="50120" cy="604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3">
                    <a:moveTo>
                      <a:pt x="0" y="0"/>
                    </a:moveTo>
                    <a:lnTo>
                      <a:pt x="2875" y="4101"/>
                    </a:lnTo>
                    <a:lnTo>
                      <a:pt x="5262" y="6343"/>
                    </a:lnTo>
                    <a:lnTo>
                      <a:pt x="2387" y="176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49" name="Surface mesh patch"/>
              <p:cNvSpPr/>
              <p:nvPr/>
            </p:nvSpPr>
            <p:spPr>
              <a:xfrm>
                <a:off x="8163646" y="1768923"/>
                <a:ext cx="50120" cy="696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14">
                    <a:moveTo>
                      <a:pt x="0" y="0"/>
                    </a:moveTo>
                    <a:lnTo>
                      <a:pt x="2875" y="4845"/>
                    </a:lnTo>
                    <a:lnTo>
                      <a:pt x="5262" y="7314"/>
                    </a:lnTo>
                    <a:lnTo>
                      <a:pt x="2387" y="2040"/>
                    </a:lnTo>
                    <a:close/>
                  </a:path>
                </a:pathLst>
              </a:custGeom>
              <a:solidFill>
                <a:srgbClr val="8caafd"/>
              </a:solidFill>
              <a:ln w="3334" cap="flat" cmpd="sng" algn="ctr">
                <a:solidFill>
                  <a:srgbClr val="8c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0" name="Surface mesh patch"/>
              <p:cNvSpPr/>
              <p:nvPr/>
            </p:nvSpPr>
            <p:spPr>
              <a:xfrm>
                <a:off x="8213766" y="1838584"/>
                <a:ext cx="50120" cy="702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79">
                    <a:moveTo>
                      <a:pt x="0" y="0"/>
                    </a:moveTo>
                    <a:lnTo>
                      <a:pt x="2875" y="5258"/>
                    </a:lnTo>
                    <a:lnTo>
                      <a:pt x="5262" y="7379"/>
                    </a:lnTo>
                    <a:lnTo>
                      <a:pt x="2387" y="1831"/>
                    </a:lnTo>
                    <a:close/>
                  </a:path>
                </a:pathLst>
              </a:custGeom>
              <a:solidFill>
                <a:srgbClr val="7591f9"/>
              </a:solidFill>
              <a:ln w="3334" cap="flat" cmpd="sng" algn="ctr">
                <a:solidFill>
                  <a:srgbClr val="7591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1" name="Surface mesh patch"/>
              <p:cNvSpPr/>
              <p:nvPr/>
            </p:nvSpPr>
            <p:spPr>
              <a:xfrm>
                <a:off x="8263886" y="1908872"/>
                <a:ext cx="50120" cy="595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8">
                    <a:moveTo>
                      <a:pt x="0" y="0"/>
                    </a:moveTo>
                    <a:lnTo>
                      <a:pt x="2875" y="5186"/>
                    </a:lnTo>
                    <a:lnTo>
                      <a:pt x="5262" y="6248"/>
                    </a:lnTo>
                    <a:lnTo>
                      <a:pt x="2387" y="975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2" name="Surface mesh patch"/>
              <p:cNvSpPr/>
              <p:nvPr/>
            </p:nvSpPr>
            <p:spPr>
              <a:xfrm>
                <a:off x="8314005" y="1963161"/>
                <a:ext cx="50120" cy="485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8">
                    <a:moveTo>
                      <a:pt x="0" y="548"/>
                    </a:moveTo>
                    <a:lnTo>
                      <a:pt x="2875" y="5098"/>
                    </a:lnTo>
                    <a:lnTo>
                      <a:pt x="5262" y="4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65de7"/>
              </a:solidFill>
              <a:ln w="3334" cap="flat" cmpd="sng" algn="ctr">
                <a:solidFill>
                  <a:srgbClr val="465d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3" name="Surface mesh patch"/>
              <p:cNvSpPr/>
              <p:nvPr/>
            </p:nvSpPr>
            <p:spPr>
              <a:xfrm>
                <a:off x="8364125" y="1980780"/>
                <a:ext cx="50120" cy="56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76">
                    <a:moveTo>
                      <a:pt x="0" y="2573"/>
                    </a:moveTo>
                    <a:lnTo>
                      <a:pt x="2875" y="5976"/>
                    </a:lnTo>
                    <a:lnTo>
                      <a:pt x="5262" y="3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d52e3"/>
              </a:solidFill>
              <a:ln w="3334" cap="flat" cmpd="sng" algn="ctr">
                <a:solidFill>
                  <a:srgbClr val="3d52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4" name="Surface mesh patch"/>
              <p:cNvSpPr/>
              <p:nvPr/>
            </p:nvSpPr>
            <p:spPr>
              <a:xfrm>
                <a:off x="8414244" y="1964989"/>
                <a:ext cx="50120" cy="640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22">
                    <a:moveTo>
                      <a:pt x="0" y="4775"/>
                    </a:moveTo>
                    <a:lnTo>
                      <a:pt x="2875" y="6722"/>
                    </a:lnTo>
                    <a:lnTo>
                      <a:pt x="5262" y="16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257e5"/>
              </a:solidFill>
              <a:ln w="3334" cap="flat" cmpd="sng" algn="ctr">
                <a:solidFill>
                  <a:srgbClr val="4257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5" name="Surface mesh patch"/>
              <p:cNvSpPr/>
              <p:nvPr/>
            </p:nvSpPr>
            <p:spPr>
              <a:xfrm>
                <a:off x="8464364" y="1915800"/>
                <a:ext cx="50120" cy="692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75">
                    <a:moveTo>
                      <a:pt x="0" y="6776"/>
                    </a:moveTo>
                    <a:lnTo>
                      <a:pt x="2875" y="7275"/>
                    </a:lnTo>
                    <a:lnTo>
                      <a:pt x="5262" y="2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36bec"/>
              </a:solidFill>
              <a:ln w="3334" cap="flat" cmpd="sng" algn="ctr">
                <a:solidFill>
                  <a:srgbClr val="536b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6" name="Surface mesh patch"/>
              <p:cNvSpPr/>
              <p:nvPr/>
            </p:nvSpPr>
            <p:spPr>
              <a:xfrm>
                <a:off x="8514484" y="1833457"/>
                <a:ext cx="50120" cy="847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93">
                    <a:moveTo>
                      <a:pt x="0" y="8893"/>
                    </a:moveTo>
                    <a:lnTo>
                      <a:pt x="2875" y="8306"/>
                    </a:lnTo>
                    <a:lnTo>
                      <a:pt x="5262" y="0"/>
                    </a:lnTo>
                    <a:lnTo>
                      <a:pt x="2387" y="626"/>
                    </a:lnTo>
                    <a:close/>
                  </a:path>
                </a:pathLst>
              </a:custGeom>
              <a:solidFill>
                <a:srgbClr val="708cf7"/>
              </a:solidFill>
              <a:ln w="3334" cap="flat" cmpd="sng" algn="ctr">
                <a:solidFill>
                  <a:srgbClr val="708c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7" name="Surface mesh patch"/>
              <p:cNvSpPr/>
              <p:nvPr/>
            </p:nvSpPr>
            <p:spPr>
              <a:xfrm>
                <a:off x="8564603" y="1739872"/>
                <a:ext cx="50120" cy="93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25">
                    <a:moveTo>
                      <a:pt x="0" y="9825"/>
                    </a:moveTo>
                    <a:lnTo>
                      <a:pt x="2875" y="8813"/>
                    </a:lnTo>
                    <a:lnTo>
                      <a:pt x="5262" y="0"/>
                    </a:lnTo>
                    <a:lnTo>
                      <a:pt x="2387" y="741"/>
                    </a:lnTo>
                    <a:close/>
                  </a:path>
                </a:pathLst>
              </a:custGeom>
              <a:solidFill>
                <a:srgbClr val="8dabfd"/>
              </a:solidFill>
              <a:ln w="3334" cap="flat" cmpd="sng" algn="ctr">
                <a:solidFill>
                  <a:srgbClr val="8d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8" name="Surface mesh patch"/>
              <p:cNvSpPr/>
              <p:nvPr/>
            </p:nvSpPr>
            <p:spPr>
              <a:xfrm>
                <a:off x="8614723" y="1652124"/>
                <a:ext cx="50120" cy="87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12">
                    <a:moveTo>
                      <a:pt x="0" y="9212"/>
                    </a:moveTo>
                    <a:lnTo>
                      <a:pt x="2875" y="8578"/>
                    </a:lnTo>
                    <a:lnTo>
                      <a:pt x="5262" y="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59" name="Surface mesh patch"/>
              <p:cNvSpPr/>
              <p:nvPr/>
            </p:nvSpPr>
            <p:spPr>
              <a:xfrm>
                <a:off x="8664843" y="1569071"/>
                <a:ext cx="50120" cy="876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01">
                    <a:moveTo>
                      <a:pt x="0" y="8726"/>
                    </a:moveTo>
                    <a:lnTo>
                      <a:pt x="2875" y="9201"/>
                    </a:lnTo>
                    <a:lnTo>
                      <a:pt x="5262" y="14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0" name="Surface mesh patch"/>
              <p:cNvSpPr/>
              <p:nvPr/>
            </p:nvSpPr>
            <p:spPr>
              <a:xfrm>
                <a:off x="8714962" y="1509370"/>
                <a:ext cx="50120" cy="929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57">
                    <a:moveTo>
                      <a:pt x="0" y="7747"/>
                    </a:moveTo>
                    <a:lnTo>
                      <a:pt x="2875" y="9757"/>
                    </a:lnTo>
                    <a:lnTo>
                      <a:pt x="5262" y="32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4"/>
              </a:solidFill>
              <a:ln w="3334" cap="flat" cmpd="sng" algn="ctr">
                <a:solidFill>
                  <a:srgbClr val="cf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1" name="Surface mesh patch"/>
              <p:cNvSpPr/>
              <p:nvPr/>
            </p:nvSpPr>
            <p:spPr>
              <a:xfrm>
                <a:off x="8765082" y="1479451"/>
                <a:ext cx="50120" cy="947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51">
                    <a:moveTo>
                      <a:pt x="0" y="6430"/>
                    </a:moveTo>
                    <a:lnTo>
                      <a:pt x="2875" y="9951"/>
                    </a:lnTo>
                    <a:lnTo>
                      <a:pt x="5262" y="49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2" name="Surface mesh patch"/>
              <p:cNvSpPr/>
              <p:nvPr/>
            </p:nvSpPr>
            <p:spPr>
              <a:xfrm>
                <a:off x="8815202" y="1478796"/>
                <a:ext cx="50120" cy="909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50">
                    <a:moveTo>
                      <a:pt x="0" y="4975"/>
                    </a:moveTo>
                    <a:lnTo>
                      <a:pt x="2875" y="9550"/>
                    </a:lnTo>
                    <a:lnTo>
                      <a:pt x="5262" y="58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3" name="Surface mesh patch"/>
              <p:cNvSpPr/>
              <p:nvPr/>
            </p:nvSpPr>
            <p:spPr>
              <a:xfrm>
                <a:off x="8865321" y="1500261"/>
                <a:ext cx="50120" cy="81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21">
                    <a:moveTo>
                      <a:pt x="0" y="3608"/>
                    </a:moveTo>
                    <a:lnTo>
                      <a:pt x="2875" y="8521"/>
                    </a:lnTo>
                    <a:lnTo>
                      <a:pt x="5262" y="59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4" name="Surface mesh patch"/>
              <p:cNvSpPr/>
              <p:nvPr/>
            </p:nvSpPr>
            <p:spPr>
              <a:xfrm>
                <a:off x="8915441" y="1532763"/>
                <a:ext cx="50120" cy="67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62">
                    <a:moveTo>
                      <a:pt x="0" y="2520"/>
                    </a:moveTo>
                    <a:lnTo>
                      <a:pt x="2875" y="7062"/>
                    </a:lnTo>
                    <a:lnTo>
                      <a:pt x="5262" y="52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5" name="Surface mesh patch"/>
              <p:cNvSpPr/>
              <p:nvPr/>
            </p:nvSpPr>
            <p:spPr>
              <a:xfrm>
                <a:off x="8965561" y="1565165"/>
                <a:ext cx="50120" cy="522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90">
                    <a:moveTo>
                      <a:pt x="0" y="1812"/>
                    </a:moveTo>
                    <a:lnTo>
                      <a:pt x="2875" y="5490"/>
                    </a:lnTo>
                    <a:lnTo>
                      <a:pt x="5262" y="40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6" name="Surface mesh patch"/>
              <p:cNvSpPr/>
              <p:nvPr/>
            </p:nvSpPr>
            <p:spPr>
              <a:xfrm>
                <a:off x="9015680" y="1589442"/>
                <a:ext cx="50120" cy="38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88">
                    <a:moveTo>
                      <a:pt x="0" y="1472"/>
                    </a:moveTo>
                    <a:lnTo>
                      <a:pt x="2875" y="4088"/>
                    </a:lnTo>
                    <a:lnTo>
                      <a:pt x="5262" y="27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7" name="Surface mesh patch"/>
              <p:cNvSpPr/>
              <p:nvPr/>
            </p:nvSpPr>
            <p:spPr>
              <a:xfrm>
                <a:off x="9065800" y="1601914"/>
                <a:ext cx="50120" cy="28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1">
                    <a:moveTo>
                      <a:pt x="0" y="1405"/>
                    </a:moveTo>
                    <a:lnTo>
                      <a:pt x="2875" y="3011"/>
                    </a:lnTo>
                    <a:lnTo>
                      <a:pt x="5262" y="15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8" name="Surface mesh patch"/>
              <p:cNvSpPr/>
              <p:nvPr/>
            </p:nvSpPr>
            <p:spPr>
              <a:xfrm>
                <a:off x="9115919" y="1602676"/>
                <a:ext cx="50120" cy="21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5">
                    <a:moveTo>
                      <a:pt x="0" y="1488"/>
                    </a:moveTo>
                    <a:lnTo>
                      <a:pt x="2875" y="2285"/>
                    </a:lnTo>
                    <a:lnTo>
                      <a:pt x="5262" y="7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69" name="Surface mesh patch"/>
              <p:cNvSpPr/>
              <p:nvPr/>
            </p:nvSpPr>
            <p:spPr>
              <a:xfrm>
                <a:off x="9166039" y="1594196"/>
                <a:ext cx="50120" cy="177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1607"/>
                    </a:moveTo>
                    <a:lnTo>
                      <a:pt x="2875" y="1861"/>
                    </a:lnTo>
                    <a:lnTo>
                      <a:pt x="5262" y="1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0" name="Surface mesh patch"/>
              <p:cNvSpPr/>
              <p:nvPr/>
            </p:nvSpPr>
            <p:spPr>
              <a:xfrm>
                <a:off x="9216159" y="1579802"/>
                <a:ext cx="50120" cy="16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5">
                    <a:moveTo>
                      <a:pt x="0" y="1705"/>
                    </a:moveTo>
                    <a:lnTo>
                      <a:pt x="2875" y="1692"/>
                    </a:lnTo>
                    <a:lnTo>
                      <a:pt x="5262" y="0"/>
                    </a:lnTo>
                    <a:lnTo>
                      <a:pt x="2387" y="21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1" name="Surface mesh patch"/>
              <p:cNvSpPr/>
              <p:nvPr/>
            </p:nvSpPr>
            <p:spPr>
              <a:xfrm>
                <a:off x="9266278" y="1563806"/>
                <a:ext cx="50120" cy="159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9">
                    <a:moveTo>
                      <a:pt x="0" y="1679"/>
                    </a:moveTo>
                    <a:lnTo>
                      <a:pt x="2875" y="1654"/>
                    </a:lnTo>
                    <a:lnTo>
                      <a:pt x="5262" y="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2" name="Surface mesh patch"/>
              <p:cNvSpPr/>
              <p:nvPr/>
            </p:nvSpPr>
            <p:spPr>
              <a:xfrm>
                <a:off x="9316398" y="1549013"/>
                <a:ext cx="50120" cy="16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1">
                    <a:moveTo>
                      <a:pt x="0" y="1582"/>
                    </a:moveTo>
                    <a:lnTo>
                      <a:pt x="2875" y="1761"/>
                    </a:lnTo>
                    <a:lnTo>
                      <a:pt x="5262" y="2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3" name="Surface mesh patch"/>
              <p:cNvSpPr/>
              <p:nvPr/>
            </p:nvSpPr>
            <p:spPr>
              <a:xfrm>
                <a:off x="7890316" y="1611936"/>
                <a:ext cx="50120" cy="13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3">
                    <a:moveTo>
                      <a:pt x="0" y="833"/>
                    </a:moveTo>
                    <a:lnTo>
                      <a:pt x="2875" y="1393"/>
                    </a:lnTo>
                    <a:lnTo>
                      <a:pt x="5262" y="7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4" name="Surface mesh patch"/>
              <p:cNvSpPr/>
              <p:nvPr/>
            </p:nvSpPr>
            <p:spPr>
              <a:xfrm>
                <a:off x="7940436" y="1615602"/>
                <a:ext cx="50120" cy="14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9">
                    <a:moveTo>
                      <a:pt x="0" y="362"/>
                    </a:moveTo>
                    <a:lnTo>
                      <a:pt x="2875" y="1529"/>
                    </a:lnTo>
                    <a:lnTo>
                      <a:pt x="5262" y="14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5" name="Surface mesh patch"/>
              <p:cNvSpPr/>
              <p:nvPr/>
            </p:nvSpPr>
            <p:spPr>
              <a:xfrm>
                <a:off x="7990555" y="1629289"/>
                <a:ext cx="50120" cy="239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6">
                    <a:moveTo>
                      <a:pt x="0" y="0"/>
                    </a:moveTo>
                    <a:lnTo>
                      <a:pt x="2875" y="1916"/>
                    </a:lnTo>
                    <a:lnTo>
                      <a:pt x="5262" y="2516"/>
                    </a:lnTo>
                    <a:lnTo>
                      <a:pt x="2387" y="241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6" name="Surface mesh patch"/>
              <p:cNvSpPr/>
              <p:nvPr/>
            </p:nvSpPr>
            <p:spPr>
              <a:xfrm>
                <a:off x="8040675" y="1653250"/>
                <a:ext cx="50120" cy="39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40">
                    <a:moveTo>
                      <a:pt x="0" y="0"/>
                    </a:moveTo>
                    <a:lnTo>
                      <a:pt x="2875" y="2753"/>
                    </a:lnTo>
                    <a:lnTo>
                      <a:pt x="5262" y="4140"/>
                    </a:lnTo>
                    <a:lnTo>
                      <a:pt x="2387" y="944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7" name="Surface mesh patch"/>
              <p:cNvSpPr/>
              <p:nvPr/>
            </p:nvSpPr>
            <p:spPr>
              <a:xfrm>
                <a:off x="8090795" y="1692680"/>
                <a:ext cx="50120" cy="548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63">
                    <a:moveTo>
                      <a:pt x="0" y="0"/>
                    </a:moveTo>
                    <a:lnTo>
                      <a:pt x="2875" y="3603"/>
                    </a:lnTo>
                    <a:lnTo>
                      <a:pt x="5262" y="5763"/>
                    </a:lnTo>
                    <a:lnTo>
                      <a:pt x="2387" y="1662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8" name="Surface mesh patch"/>
              <p:cNvSpPr/>
              <p:nvPr/>
            </p:nvSpPr>
            <p:spPr>
              <a:xfrm>
                <a:off x="8140914" y="1747570"/>
                <a:ext cx="50120" cy="675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7">
                    <a:moveTo>
                      <a:pt x="0" y="0"/>
                    </a:moveTo>
                    <a:lnTo>
                      <a:pt x="2875" y="4349"/>
                    </a:lnTo>
                    <a:lnTo>
                      <a:pt x="5262" y="7087"/>
                    </a:lnTo>
                    <a:lnTo>
                      <a:pt x="2387" y="2242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79" name="Surface mesh patch"/>
              <p:cNvSpPr/>
              <p:nvPr/>
            </p:nvSpPr>
            <p:spPr>
              <a:xfrm>
                <a:off x="8191034" y="1815073"/>
                <a:ext cx="50120" cy="735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27">
                    <a:moveTo>
                      <a:pt x="0" y="0"/>
                    </a:moveTo>
                    <a:lnTo>
                      <a:pt x="2875" y="4844"/>
                    </a:lnTo>
                    <a:lnTo>
                      <a:pt x="5262" y="7727"/>
                    </a:lnTo>
                    <a:lnTo>
                      <a:pt x="2387" y="2468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0" name="Surface mesh patch"/>
              <p:cNvSpPr/>
              <p:nvPr/>
            </p:nvSpPr>
            <p:spPr>
              <a:xfrm>
                <a:off x="8241154" y="1888671"/>
                <a:ext cx="50120" cy="695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07">
                    <a:moveTo>
                      <a:pt x="0" y="0"/>
                    </a:moveTo>
                    <a:lnTo>
                      <a:pt x="2875" y="4931"/>
                    </a:lnTo>
                    <a:lnTo>
                      <a:pt x="5262" y="7307"/>
                    </a:lnTo>
                    <a:lnTo>
                      <a:pt x="2387" y="2121"/>
                    </a:lnTo>
                    <a:close/>
                  </a:path>
                </a:pathLst>
              </a:custGeom>
              <a:solidFill>
                <a:srgbClr val="657ff3"/>
              </a:solidFill>
              <a:ln w="3334" cap="flat" cmpd="sng" algn="ctr">
                <a:solidFill>
                  <a:srgbClr val="657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1" name="Surface mesh patch"/>
              <p:cNvSpPr/>
              <p:nvPr/>
            </p:nvSpPr>
            <p:spPr>
              <a:xfrm>
                <a:off x="8291273" y="1958266"/>
                <a:ext cx="50120" cy="534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2">
                    <a:moveTo>
                      <a:pt x="0" y="0"/>
                    </a:moveTo>
                    <a:lnTo>
                      <a:pt x="2875" y="4497"/>
                    </a:lnTo>
                    <a:lnTo>
                      <a:pt x="5262" y="5612"/>
                    </a:lnTo>
                    <a:lnTo>
                      <a:pt x="2387" y="1062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2" name="Surface mesh patch"/>
              <p:cNvSpPr/>
              <p:nvPr/>
            </p:nvSpPr>
            <p:spPr>
              <a:xfrm>
                <a:off x="8341393" y="2005288"/>
                <a:ext cx="50120" cy="40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09">
                    <a:moveTo>
                      <a:pt x="0" y="675"/>
                    </a:moveTo>
                    <a:lnTo>
                      <a:pt x="2875" y="4209"/>
                    </a:lnTo>
                    <a:lnTo>
                      <a:pt x="5262" y="34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b50e2"/>
              </a:solidFill>
              <a:ln w="3334" cap="flat" cmpd="sng" algn="ctr">
                <a:solidFill>
                  <a:srgbClr val="3b50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3" name="Surface mesh patch"/>
              <p:cNvSpPr/>
              <p:nvPr/>
            </p:nvSpPr>
            <p:spPr>
              <a:xfrm>
                <a:off x="8391513" y="2010473"/>
                <a:ext cx="50120" cy="47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5">
                    <a:moveTo>
                      <a:pt x="0" y="2858"/>
                    </a:moveTo>
                    <a:lnTo>
                      <a:pt x="2875" y="5035"/>
                    </a:lnTo>
                    <a:lnTo>
                      <a:pt x="5262" y="19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74be0"/>
              </a:solidFill>
              <a:ln w="3334" cap="flat" cmpd="sng" algn="ctr">
                <a:solidFill>
                  <a:srgbClr val="374b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4" name="Surface mesh patch"/>
              <p:cNvSpPr/>
              <p:nvPr/>
            </p:nvSpPr>
            <p:spPr>
              <a:xfrm>
                <a:off x="8441632" y="1980345"/>
                <a:ext cx="50120" cy="553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07">
                    <a:moveTo>
                      <a:pt x="0" y="5110"/>
                    </a:moveTo>
                    <a:lnTo>
                      <a:pt x="2875" y="5807"/>
                    </a:lnTo>
                    <a:lnTo>
                      <a:pt x="5262" y="4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156e4"/>
              </a:solidFill>
              <a:ln w="3334" cap="flat" cmpd="sng" algn="ctr">
                <a:solidFill>
                  <a:srgbClr val="4156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5" name="Surface mesh patch"/>
              <p:cNvSpPr/>
              <p:nvPr/>
            </p:nvSpPr>
            <p:spPr>
              <a:xfrm>
                <a:off x="8491752" y="1912575"/>
                <a:ext cx="50120" cy="725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14">
                    <a:moveTo>
                      <a:pt x="0" y="7614"/>
                    </a:moveTo>
                    <a:lnTo>
                      <a:pt x="2875" y="7057"/>
                    </a:lnTo>
                    <a:lnTo>
                      <a:pt x="5262" y="0"/>
                    </a:lnTo>
                    <a:lnTo>
                      <a:pt x="2387" y="587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6" name="Surface mesh patch"/>
              <p:cNvSpPr/>
              <p:nvPr/>
            </p:nvSpPr>
            <p:spPr>
              <a:xfrm>
                <a:off x="8541872" y="1823811"/>
                <a:ext cx="50120" cy="887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9">
                    <a:moveTo>
                      <a:pt x="0" y="9319"/>
                    </a:moveTo>
                    <a:lnTo>
                      <a:pt x="2875" y="8054"/>
                    </a:lnTo>
                    <a:lnTo>
                      <a:pt x="5262" y="0"/>
                    </a:lnTo>
                    <a:lnTo>
                      <a:pt x="2387" y="1013"/>
                    </a:lnTo>
                    <a:close/>
                  </a:path>
                </a:pathLst>
              </a:custGeom>
              <a:solidFill>
                <a:srgbClr val="7794fa"/>
              </a:solidFill>
              <a:ln w="3334" cap="flat" cmpd="sng" algn="ctr">
                <a:solidFill>
                  <a:srgbClr val="779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7" name="Surface mesh patch"/>
              <p:cNvSpPr/>
              <p:nvPr/>
            </p:nvSpPr>
            <p:spPr>
              <a:xfrm>
                <a:off x="8591991" y="1733833"/>
                <a:ext cx="50120" cy="899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6">
                    <a:moveTo>
                      <a:pt x="0" y="9446"/>
                    </a:moveTo>
                    <a:lnTo>
                      <a:pt x="2875" y="8217"/>
                    </a:lnTo>
                    <a:lnTo>
                      <a:pt x="5262" y="0"/>
                    </a:lnTo>
                    <a:lnTo>
                      <a:pt x="2387" y="634"/>
                    </a:lnTo>
                    <a:close/>
                  </a:path>
                </a:pathLst>
              </a:custGeom>
              <a:solidFill>
                <a:srgbClr val="92b0fd"/>
              </a:solidFill>
              <a:ln w="3334" cap="flat" cmpd="sng" algn="ctr">
                <a:solidFill>
                  <a:srgbClr val="92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8" name="Surface mesh patch"/>
              <p:cNvSpPr/>
              <p:nvPr/>
            </p:nvSpPr>
            <p:spPr>
              <a:xfrm>
                <a:off x="8642111" y="1652189"/>
                <a:ext cx="50120" cy="81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2">
                    <a:moveTo>
                      <a:pt x="0" y="8572"/>
                    </a:moveTo>
                    <a:lnTo>
                      <a:pt x="2875" y="8113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89" name="Surface mesh patch"/>
              <p:cNvSpPr/>
              <p:nvPr/>
            </p:nvSpPr>
            <p:spPr>
              <a:xfrm>
                <a:off x="8692230" y="1583157"/>
                <a:ext cx="50120" cy="813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43">
                    <a:moveTo>
                      <a:pt x="0" y="7722"/>
                    </a:moveTo>
                    <a:lnTo>
                      <a:pt x="2875" y="8543"/>
                    </a:lnTo>
                    <a:lnTo>
                      <a:pt x="5262" y="20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0" name="Surface mesh patch"/>
              <p:cNvSpPr/>
              <p:nvPr/>
            </p:nvSpPr>
            <p:spPr>
              <a:xfrm>
                <a:off x="8742350" y="1540693"/>
                <a:ext cx="50120" cy="828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4">
                    <a:moveTo>
                      <a:pt x="0" y="6468"/>
                    </a:moveTo>
                    <a:lnTo>
                      <a:pt x="2875" y="8694"/>
                    </a:lnTo>
                    <a:lnTo>
                      <a:pt x="5262" y="35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1" name="Surface mesh patch"/>
              <p:cNvSpPr/>
              <p:nvPr/>
            </p:nvSpPr>
            <p:spPr>
              <a:xfrm>
                <a:off x="8792470" y="1526186"/>
                <a:ext cx="50120" cy="79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96">
                    <a:moveTo>
                      <a:pt x="0" y="5045"/>
                    </a:moveTo>
                    <a:lnTo>
                      <a:pt x="2875" y="8396"/>
                    </a:lnTo>
                    <a:lnTo>
                      <a:pt x="5262" y="45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2" name="Surface mesh patch"/>
              <p:cNvSpPr/>
              <p:nvPr/>
            </p:nvSpPr>
            <p:spPr>
              <a:xfrm>
                <a:off x="8842589" y="1534628"/>
                <a:ext cx="50120" cy="72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08">
                    <a:moveTo>
                      <a:pt x="0" y="3688"/>
                    </a:moveTo>
                    <a:lnTo>
                      <a:pt x="2875" y="7608"/>
                    </a:lnTo>
                    <a:lnTo>
                      <a:pt x="5262" y="4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3" name="Surface mesh patch"/>
              <p:cNvSpPr/>
              <p:nvPr/>
            </p:nvSpPr>
            <p:spPr>
              <a:xfrm>
                <a:off x="8892709" y="1556766"/>
                <a:ext cx="50120" cy="61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2">
                    <a:moveTo>
                      <a:pt x="0" y="2588"/>
                    </a:moveTo>
                    <a:lnTo>
                      <a:pt x="2875" y="6452"/>
                    </a:lnTo>
                    <a:lnTo>
                      <a:pt x="5262" y="45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4" name="Surface mesh patch"/>
              <p:cNvSpPr/>
              <p:nvPr/>
            </p:nvSpPr>
            <p:spPr>
              <a:xfrm>
                <a:off x="8942829" y="1582421"/>
                <a:ext cx="50120" cy="49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61">
                    <a:moveTo>
                      <a:pt x="0" y="1849"/>
                    </a:moveTo>
                    <a:lnTo>
                      <a:pt x="2875" y="5161"/>
                    </a:lnTo>
                    <a:lnTo>
                      <a:pt x="5262" y="36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5" name="Surface mesh patch"/>
              <p:cNvSpPr/>
              <p:nvPr/>
            </p:nvSpPr>
            <p:spPr>
              <a:xfrm>
                <a:off x="8992948" y="1603459"/>
                <a:ext cx="50120" cy="37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3">
                    <a:moveTo>
                      <a:pt x="0" y="1470"/>
                    </a:moveTo>
                    <a:lnTo>
                      <a:pt x="2875" y="3963"/>
                    </a:lnTo>
                    <a:lnTo>
                      <a:pt x="5262" y="26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6" name="Surface mesh patch"/>
              <p:cNvSpPr/>
              <p:nvPr/>
            </p:nvSpPr>
            <p:spPr>
              <a:xfrm>
                <a:off x="9043068" y="1615302"/>
                <a:ext cx="50120" cy="28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01">
                    <a:moveTo>
                      <a:pt x="0" y="1373"/>
                    </a:moveTo>
                    <a:lnTo>
                      <a:pt x="2875" y="3001"/>
                    </a:lnTo>
                    <a:lnTo>
                      <a:pt x="5262" y="16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7" name="Surface mesh patch"/>
              <p:cNvSpPr/>
              <p:nvPr/>
            </p:nvSpPr>
            <p:spPr>
              <a:xfrm>
                <a:off x="9093188" y="1616851"/>
                <a:ext cx="50120" cy="22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0">
                    <a:moveTo>
                      <a:pt x="0" y="1443"/>
                    </a:moveTo>
                    <a:lnTo>
                      <a:pt x="2875" y="2320"/>
                    </a:lnTo>
                    <a:lnTo>
                      <a:pt x="5262" y="7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8" name="Surface mesh patch"/>
              <p:cNvSpPr/>
              <p:nvPr/>
            </p:nvSpPr>
            <p:spPr>
              <a:xfrm>
                <a:off x="9143307" y="1609503"/>
                <a:ext cx="50120" cy="180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6">
                    <a:moveTo>
                      <a:pt x="0" y="1568"/>
                    </a:moveTo>
                    <a:lnTo>
                      <a:pt x="2875" y="1896"/>
                    </a:lnTo>
                    <a:lnTo>
                      <a:pt x="5262" y="2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99" name="Surface mesh patch"/>
              <p:cNvSpPr/>
              <p:nvPr/>
            </p:nvSpPr>
            <p:spPr>
              <a:xfrm>
                <a:off x="9193427" y="1595920"/>
                <a:ext cx="50120" cy="16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4">
                    <a:moveTo>
                      <a:pt x="0" y="1680"/>
                    </a:moveTo>
                    <a:lnTo>
                      <a:pt x="2875" y="1694"/>
                    </a:lnTo>
                    <a:lnTo>
                      <a:pt x="5262" y="0"/>
                    </a:lnTo>
                    <a:lnTo>
                      <a:pt x="2387" y="13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0" name="Surface mesh patch"/>
              <p:cNvSpPr/>
              <p:nvPr/>
            </p:nvSpPr>
            <p:spPr>
              <a:xfrm>
                <a:off x="9243547" y="1579561"/>
                <a:ext cx="50120" cy="163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7">
                    <a:moveTo>
                      <a:pt x="0" y="1717"/>
                    </a:moveTo>
                    <a:lnTo>
                      <a:pt x="2875" y="1658"/>
                    </a:lnTo>
                    <a:lnTo>
                      <a:pt x="5262" y="0"/>
                    </a:lnTo>
                    <a:lnTo>
                      <a:pt x="2387" y="25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1" name="Surface mesh patch"/>
              <p:cNvSpPr/>
              <p:nvPr/>
            </p:nvSpPr>
            <p:spPr>
              <a:xfrm>
                <a:off x="9293666" y="1564085"/>
                <a:ext cx="50120" cy="162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1">
                    <a:moveTo>
                      <a:pt x="0" y="1625"/>
                    </a:moveTo>
                    <a:lnTo>
                      <a:pt x="2875" y="1711"/>
                    </a:lnTo>
                    <a:lnTo>
                      <a:pt x="5262" y="1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7"/>
              </a:solidFill>
              <a:ln w="3334" cap="flat" cmpd="sng" algn="ctr">
                <a:solidFill>
                  <a:srgbClr val="c9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2" name="Surface mesh patch"/>
              <p:cNvSpPr/>
              <p:nvPr/>
            </p:nvSpPr>
            <p:spPr>
              <a:xfrm>
                <a:off x="7917704" y="1619046"/>
                <a:ext cx="50120" cy="15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8">
                    <a:moveTo>
                      <a:pt x="0" y="647"/>
                    </a:moveTo>
                    <a:lnTo>
                      <a:pt x="2875" y="1578"/>
                    </a:lnTo>
                    <a:lnTo>
                      <a:pt x="5262" y="1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3" name="Surface mesh patch"/>
              <p:cNvSpPr/>
              <p:nvPr/>
            </p:nvSpPr>
            <p:spPr>
              <a:xfrm>
                <a:off x="7967824" y="1629289"/>
                <a:ext cx="50120" cy="182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6">
                    <a:moveTo>
                      <a:pt x="0" y="92"/>
                    </a:moveTo>
                    <a:lnTo>
                      <a:pt x="2875" y="1690"/>
                    </a:lnTo>
                    <a:lnTo>
                      <a:pt x="5262" y="19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4" name="Surface mesh patch"/>
              <p:cNvSpPr/>
              <p:nvPr/>
            </p:nvSpPr>
            <p:spPr>
              <a:xfrm>
                <a:off x="8017943" y="1647536"/>
                <a:ext cx="50120" cy="31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53">
                    <a:moveTo>
                      <a:pt x="0" y="0"/>
                    </a:moveTo>
                    <a:lnTo>
                      <a:pt x="2875" y="2351"/>
                    </a:lnTo>
                    <a:lnTo>
                      <a:pt x="5262" y="3353"/>
                    </a:lnTo>
                    <a:lnTo>
                      <a:pt x="2387" y="60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5" name="Surface mesh patch"/>
              <p:cNvSpPr/>
              <p:nvPr/>
            </p:nvSpPr>
            <p:spPr>
              <a:xfrm>
                <a:off x="8068063" y="1679477"/>
                <a:ext cx="50120" cy="47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9">
                    <a:moveTo>
                      <a:pt x="0" y="0"/>
                    </a:moveTo>
                    <a:lnTo>
                      <a:pt x="2875" y="3128"/>
                    </a:lnTo>
                    <a:lnTo>
                      <a:pt x="5262" y="4989"/>
                    </a:lnTo>
                    <a:lnTo>
                      <a:pt x="2387" y="1386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6" name="Surface mesh patch"/>
              <p:cNvSpPr/>
              <p:nvPr/>
            </p:nvSpPr>
            <p:spPr>
              <a:xfrm>
                <a:off x="8118183" y="1726994"/>
                <a:ext cx="50120" cy="61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9">
                    <a:moveTo>
                      <a:pt x="0" y="0"/>
                    </a:moveTo>
                    <a:lnTo>
                      <a:pt x="2875" y="3839"/>
                    </a:lnTo>
                    <a:lnTo>
                      <a:pt x="5262" y="6509"/>
                    </a:lnTo>
                    <a:lnTo>
                      <a:pt x="2387" y="216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7" name="Surface mesh patch"/>
              <p:cNvSpPr/>
              <p:nvPr/>
            </p:nvSpPr>
            <p:spPr>
              <a:xfrm>
                <a:off x="8168302" y="1788992"/>
                <a:ext cx="50120" cy="722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82">
                    <a:moveTo>
                      <a:pt x="0" y="0"/>
                    </a:moveTo>
                    <a:lnTo>
                      <a:pt x="2875" y="4364"/>
                    </a:lnTo>
                    <a:lnTo>
                      <a:pt x="5262" y="7582"/>
                    </a:lnTo>
                    <a:lnTo>
                      <a:pt x="2387" y="2738"/>
                    </a:lnTo>
                    <a:close/>
                  </a:path>
                </a:pathLst>
              </a:custGeom>
              <a:solidFill>
                <a:srgbClr val="8ca9fd"/>
              </a:solidFill>
              <a:ln w="3334" cap="flat" cmpd="sng" algn="ctr">
                <a:solidFill>
                  <a:srgbClr val="8c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8" name="Surface mesh patch"/>
              <p:cNvSpPr/>
              <p:nvPr/>
            </p:nvSpPr>
            <p:spPr>
              <a:xfrm>
                <a:off x="8218422" y="1861211"/>
                <a:ext cx="50120" cy="744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14">
                    <a:moveTo>
                      <a:pt x="0" y="0"/>
                    </a:moveTo>
                    <a:lnTo>
                      <a:pt x="2875" y="4561"/>
                    </a:lnTo>
                    <a:lnTo>
                      <a:pt x="5262" y="7814"/>
                    </a:lnTo>
                    <a:lnTo>
                      <a:pt x="2387" y="2883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09" name="Surface mesh patch"/>
              <p:cNvSpPr/>
              <p:nvPr/>
            </p:nvSpPr>
            <p:spPr>
              <a:xfrm>
                <a:off x="8268541" y="1935640"/>
                <a:ext cx="50120" cy="65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3">
                    <a:moveTo>
                      <a:pt x="0" y="0"/>
                    </a:moveTo>
                    <a:lnTo>
                      <a:pt x="2875" y="4300"/>
                    </a:lnTo>
                    <a:lnTo>
                      <a:pt x="5262" y="6873"/>
                    </a:lnTo>
                    <a:lnTo>
                      <a:pt x="2387" y="2375"/>
                    </a:lnTo>
                    <a:close/>
                  </a:path>
                </a:pathLst>
              </a:custGeom>
              <a:solidFill>
                <a:srgbClr val="576fed"/>
              </a:solidFill>
              <a:ln w="3334" cap="flat" cmpd="sng" algn="ctr">
                <a:solidFill>
                  <a:srgbClr val="576f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0" name="Surface mesh patch"/>
              <p:cNvSpPr/>
              <p:nvPr/>
            </p:nvSpPr>
            <p:spPr>
              <a:xfrm>
                <a:off x="8318661" y="2001104"/>
                <a:ext cx="50120" cy="442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8">
                    <a:moveTo>
                      <a:pt x="0" y="0"/>
                    </a:moveTo>
                    <a:lnTo>
                      <a:pt x="2875" y="3524"/>
                    </a:lnTo>
                    <a:lnTo>
                      <a:pt x="5262" y="4648"/>
                    </a:lnTo>
                    <a:lnTo>
                      <a:pt x="2387" y="1114"/>
                    </a:lnTo>
                    <a:close/>
                  </a:path>
                </a:pathLst>
              </a:custGeom>
              <a:solidFill>
                <a:srgbClr val="4055e4"/>
              </a:solidFill>
              <a:ln w="3334" cap="flat" cmpd="sng" algn="ctr">
                <a:solidFill>
                  <a:srgbClr val="4055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1" name="Surface mesh patch"/>
              <p:cNvSpPr/>
              <p:nvPr/>
            </p:nvSpPr>
            <p:spPr>
              <a:xfrm>
                <a:off x="8368781" y="2037697"/>
                <a:ext cx="50120" cy="29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0">
                    <a:moveTo>
                      <a:pt x="0" y="807"/>
                    </a:moveTo>
                    <a:lnTo>
                      <a:pt x="2875" y="3110"/>
                    </a:lnTo>
                    <a:lnTo>
                      <a:pt x="5262" y="21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448df"/>
              </a:solidFill>
              <a:ln w="3334" cap="flat" cmpd="sng" algn="ctr">
                <a:solidFill>
                  <a:srgbClr val="3448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2" name="Surface mesh patch"/>
              <p:cNvSpPr/>
              <p:nvPr/>
            </p:nvSpPr>
            <p:spPr>
              <a:xfrm>
                <a:off x="8418900" y="2029017"/>
                <a:ext cx="50120" cy="375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37">
                    <a:moveTo>
                      <a:pt x="0" y="3088"/>
                    </a:moveTo>
                    <a:lnTo>
                      <a:pt x="2875" y="3937"/>
                    </a:lnTo>
                    <a:lnTo>
                      <a:pt x="5262" y="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549e0"/>
              </a:solidFill>
              <a:ln w="3334" cap="flat" cmpd="sng" algn="ctr">
                <a:solidFill>
                  <a:srgbClr val="3549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3" name="Surface mesh patch"/>
              <p:cNvSpPr/>
              <p:nvPr/>
            </p:nvSpPr>
            <p:spPr>
              <a:xfrm>
                <a:off x="8469020" y="1979789"/>
                <a:ext cx="50120" cy="55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66">
                    <a:moveTo>
                      <a:pt x="0" y="5866"/>
                    </a:moveTo>
                    <a:lnTo>
                      <a:pt x="2875" y="5344"/>
                    </a:lnTo>
                    <a:lnTo>
                      <a:pt x="5262" y="0"/>
                    </a:lnTo>
                    <a:lnTo>
                      <a:pt x="2387" y="557"/>
                    </a:lnTo>
                    <a:close/>
                  </a:path>
                </a:pathLst>
              </a:custGeom>
              <a:solidFill>
                <a:srgbClr val="455ae6"/>
              </a:solidFill>
              <a:ln w="3334" cap="flat" cmpd="sng" algn="ctr">
                <a:solidFill>
                  <a:srgbClr val="45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4" name="Surface mesh patch"/>
              <p:cNvSpPr/>
              <p:nvPr/>
            </p:nvSpPr>
            <p:spPr>
              <a:xfrm>
                <a:off x="8519140" y="1900530"/>
                <a:ext cx="50120" cy="79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21">
                    <a:moveTo>
                      <a:pt x="0" y="8321"/>
                    </a:moveTo>
                    <a:lnTo>
                      <a:pt x="2875" y="6850"/>
                    </a:lnTo>
                    <a:lnTo>
                      <a:pt x="5262" y="0"/>
                    </a:lnTo>
                    <a:lnTo>
                      <a:pt x="2387" y="1265"/>
                    </a:lnTo>
                    <a:close/>
                  </a:path>
                </a:pathLst>
              </a:custGeom>
              <a:solidFill>
                <a:srgbClr val="5f78f0"/>
              </a:solidFill>
              <a:ln w="3334" cap="flat" cmpd="sng" algn="ctr">
                <a:solidFill>
                  <a:srgbClr val="5f78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5" name="Surface mesh patch"/>
              <p:cNvSpPr/>
              <p:nvPr/>
            </p:nvSpPr>
            <p:spPr>
              <a:xfrm>
                <a:off x="8569259" y="1812104"/>
                <a:ext cx="50120" cy="88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84">
                    <a:moveTo>
                      <a:pt x="0" y="9284"/>
                    </a:moveTo>
                    <a:lnTo>
                      <a:pt x="2875" y="7529"/>
                    </a:lnTo>
                    <a:lnTo>
                      <a:pt x="5262" y="0"/>
                    </a:lnTo>
                    <a:lnTo>
                      <a:pt x="2387" y="1229"/>
                    </a:lnTo>
                    <a:close/>
                  </a:path>
                </a:pathLst>
              </a:custGeom>
              <a:solidFill>
                <a:srgbClr val="809dfd"/>
              </a:solidFill>
              <a:ln w="3334" cap="flat" cmpd="sng" algn="ctr">
                <a:solidFill>
                  <a:srgbClr val="80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6" name="Surface mesh patch"/>
              <p:cNvSpPr/>
              <p:nvPr/>
            </p:nvSpPr>
            <p:spPr>
              <a:xfrm>
                <a:off x="8619379" y="1729468"/>
                <a:ext cx="50120" cy="826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6">
                    <a:moveTo>
                      <a:pt x="0" y="8676"/>
                    </a:moveTo>
                    <a:lnTo>
                      <a:pt x="2875" y="7367"/>
                    </a:lnTo>
                    <a:lnTo>
                      <a:pt x="5262" y="0"/>
                    </a:lnTo>
                    <a:lnTo>
                      <a:pt x="2387" y="458"/>
                    </a:lnTo>
                    <a:close/>
                  </a:path>
                </a:pathLst>
              </a:custGeom>
              <a:solidFill>
                <a:srgbClr val="97b5fd"/>
              </a:solidFill>
              <a:ln w="3334" cap="flat" cmpd="sng" algn="ctr">
                <a:solidFill>
                  <a:srgbClr val="97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7" name="Surface mesh patch"/>
              <p:cNvSpPr/>
              <p:nvPr/>
            </p:nvSpPr>
            <p:spPr>
              <a:xfrm>
                <a:off x="8669499" y="1656710"/>
                <a:ext cx="50120" cy="72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39">
                    <a:moveTo>
                      <a:pt x="0" y="7639"/>
                    </a:moveTo>
                    <a:lnTo>
                      <a:pt x="2875" y="7358"/>
                    </a:lnTo>
                    <a:lnTo>
                      <a:pt x="5262" y="8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8" name="Surface mesh patch"/>
              <p:cNvSpPr/>
              <p:nvPr/>
            </p:nvSpPr>
            <p:spPr>
              <a:xfrm>
                <a:off x="8719618" y="1602301"/>
                <a:ext cx="50120" cy="71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42">
                    <a:moveTo>
                      <a:pt x="0" y="6533"/>
                    </a:moveTo>
                    <a:lnTo>
                      <a:pt x="2875" y="7542"/>
                    </a:lnTo>
                    <a:lnTo>
                      <a:pt x="5262" y="2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19" name="Surface mesh patch"/>
              <p:cNvSpPr/>
              <p:nvPr/>
            </p:nvSpPr>
            <p:spPr>
              <a:xfrm>
                <a:off x="8769738" y="1574239"/>
                <a:ext cx="50120" cy="70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8">
                    <a:moveTo>
                      <a:pt x="0" y="5172"/>
                    </a:moveTo>
                    <a:lnTo>
                      <a:pt x="2875" y="7358"/>
                    </a:lnTo>
                    <a:lnTo>
                      <a:pt x="5262" y="33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0" name="Surface mesh patch"/>
              <p:cNvSpPr/>
              <p:nvPr/>
            </p:nvSpPr>
            <p:spPr>
              <a:xfrm>
                <a:off x="8819858" y="1569757"/>
                <a:ext cx="50120" cy="645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75">
                    <a:moveTo>
                      <a:pt x="0" y="3822"/>
                    </a:moveTo>
                    <a:lnTo>
                      <a:pt x="2875" y="6775"/>
                    </a:lnTo>
                    <a:lnTo>
                      <a:pt x="5262" y="3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1" name="Surface mesh patch"/>
              <p:cNvSpPr/>
              <p:nvPr/>
            </p:nvSpPr>
            <p:spPr>
              <a:xfrm>
                <a:off x="8869977" y="1581420"/>
                <a:ext cx="50120" cy="559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77">
                    <a:moveTo>
                      <a:pt x="0" y="2695"/>
                    </a:moveTo>
                    <a:lnTo>
                      <a:pt x="2875" y="5877"/>
                    </a:lnTo>
                    <a:lnTo>
                      <a:pt x="5262" y="3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2" name="Surface mesh patch"/>
              <p:cNvSpPr/>
              <p:nvPr/>
            </p:nvSpPr>
            <p:spPr>
              <a:xfrm>
                <a:off x="8920097" y="1600030"/>
                <a:ext cx="50120" cy="46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5">
                    <a:moveTo>
                      <a:pt x="0" y="1910"/>
                    </a:moveTo>
                    <a:lnTo>
                      <a:pt x="2875" y="4835"/>
                    </a:lnTo>
                    <a:lnTo>
                      <a:pt x="5262" y="3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3" name="Surface mesh patch"/>
              <p:cNvSpPr/>
              <p:nvPr/>
            </p:nvSpPr>
            <p:spPr>
              <a:xfrm>
                <a:off x="8970216" y="1617461"/>
                <a:ext cx="50120" cy="36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8">
                    <a:moveTo>
                      <a:pt x="0" y="1482"/>
                    </a:moveTo>
                    <a:lnTo>
                      <a:pt x="2875" y="3828"/>
                    </a:lnTo>
                    <a:lnTo>
                      <a:pt x="5262" y="24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4" name="Surface mesh patch"/>
              <p:cNvSpPr/>
              <p:nvPr/>
            </p:nvSpPr>
            <p:spPr>
              <a:xfrm>
                <a:off x="9020336" y="1628380"/>
                <a:ext cx="50120" cy="28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84">
                    <a:moveTo>
                      <a:pt x="0" y="1346"/>
                    </a:moveTo>
                    <a:lnTo>
                      <a:pt x="2875" y="2984"/>
                    </a:lnTo>
                    <a:lnTo>
                      <a:pt x="5262" y="16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5" name="Surface mesh patch"/>
              <p:cNvSpPr/>
              <p:nvPr/>
            </p:nvSpPr>
            <p:spPr>
              <a:xfrm>
                <a:off x="9070456" y="1630591"/>
                <a:ext cx="50120" cy="224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4">
                    <a:moveTo>
                      <a:pt x="0" y="1396"/>
                    </a:moveTo>
                    <a:lnTo>
                      <a:pt x="2875" y="2354"/>
                    </a:lnTo>
                    <a:lnTo>
                      <a:pt x="5262" y="8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6" name="Surface mesh patch"/>
              <p:cNvSpPr/>
              <p:nvPr/>
            </p:nvSpPr>
            <p:spPr>
              <a:xfrm>
                <a:off x="9120575" y="1624440"/>
                <a:ext cx="50120" cy="18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5">
                    <a:moveTo>
                      <a:pt x="0" y="1523"/>
                    </a:moveTo>
                    <a:lnTo>
                      <a:pt x="2875" y="1935"/>
                    </a:lnTo>
                    <a:lnTo>
                      <a:pt x="5262" y="3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7" name="Surface mesh patch"/>
              <p:cNvSpPr/>
              <p:nvPr/>
            </p:nvSpPr>
            <p:spPr>
              <a:xfrm>
                <a:off x="9170695" y="1611926"/>
                <a:ext cx="50120" cy="161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1">
                    <a:moveTo>
                      <a:pt x="0" y="1641"/>
                    </a:moveTo>
                    <a:lnTo>
                      <a:pt x="2875" y="1701"/>
                    </a:lnTo>
                    <a:lnTo>
                      <a:pt x="5262" y="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8" name="Surface mesh patch"/>
              <p:cNvSpPr/>
              <p:nvPr/>
            </p:nvSpPr>
            <p:spPr>
              <a:xfrm>
                <a:off x="9220815" y="1595352"/>
                <a:ext cx="50120" cy="167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4">
                    <a:moveTo>
                      <a:pt x="0" y="1754"/>
                    </a:moveTo>
                    <a:lnTo>
                      <a:pt x="2875" y="1681"/>
                    </a:lnTo>
                    <a:lnTo>
                      <a:pt x="5262" y="0"/>
                    </a:lnTo>
                    <a:lnTo>
                      <a:pt x="2387" y="6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29" name="Surface mesh patch"/>
              <p:cNvSpPr/>
              <p:nvPr/>
            </p:nvSpPr>
            <p:spPr>
              <a:xfrm>
                <a:off x="9270934" y="1579561"/>
                <a:ext cx="50120" cy="15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9">
                    <a:moveTo>
                      <a:pt x="0" y="1658"/>
                    </a:moveTo>
                    <a:lnTo>
                      <a:pt x="2875" y="1669"/>
                    </a:lnTo>
                    <a:lnTo>
                      <a:pt x="5262" y="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0" name="Surface mesh patch"/>
              <p:cNvSpPr/>
              <p:nvPr/>
            </p:nvSpPr>
            <p:spPr>
              <a:xfrm>
                <a:off x="7945092" y="1630162"/>
                <a:ext cx="50120" cy="165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4">
                    <a:moveTo>
                      <a:pt x="0" y="411"/>
                    </a:moveTo>
                    <a:lnTo>
                      <a:pt x="2875" y="1734"/>
                    </a:lnTo>
                    <a:lnTo>
                      <a:pt x="5262" y="15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1" name="Surface mesh patch"/>
              <p:cNvSpPr/>
              <p:nvPr/>
            </p:nvSpPr>
            <p:spPr>
              <a:xfrm>
                <a:off x="7995211" y="1645385"/>
                <a:ext cx="50120" cy="24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7">
                    <a:moveTo>
                      <a:pt x="0" y="0"/>
                    </a:moveTo>
                    <a:lnTo>
                      <a:pt x="2875" y="2000"/>
                    </a:lnTo>
                    <a:lnTo>
                      <a:pt x="5262" y="2577"/>
                    </a:lnTo>
                    <a:lnTo>
                      <a:pt x="2387" y="226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2" name="Surface mesh patch"/>
              <p:cNvSpPr/>
              <p:nvPr/>
            </p:nvSpPr>
            <p:spPr>
              <a:xfrm>
                <a:off x="8045331" y="1669933"/>
                <a:ext cx="50120" cy="393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30">
                    <a:moveTo>
                      <a:pt x="0" y="0"/>
                    </a:moveTo>
                    <a:lnTo>
                      <a:pt x="2875" y="2703"/>
                    </a:lnTo>
                    <a:lnTo>
                      <a:pt x="5262" y="4130"/>
                    </a:lnTo>
                    <a:lnTo>
                      <a:pt x="2387" y="1002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3" name="Surface mesh patch"/>
              <p:cNvSpPr/>
              <p:nvPr/>
            </p:nvSpPr>
            <p:spPr>
              <a:xfrm>
                <a:off x="8095451" y="1709272"/>
                <a:ext cx="50120" cy="542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0">
                    <a:moveTo>
                      <a:pt x="0" y="0"/>
                    </a:moveTo>
                    <a:lnTo>
                      <a:pt x="2875" y="3359"/>
                    </a:lnTo>
                    <a:lnTo>
                      <a:pt x="5262" y="5700"/>
                    </a:lnTo>
                    <a:lnTo>
                      <a:pt x="2387" y="1861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4" name="Surface mesh patch"/>
              <p:cNvSpPr/>
              <p:nvPr/>
            </p:nvSpPr>
            <p:spPr>
              <a:xfrm>
                <a:off x="8145570" y="1763563"/>
                <a:ext cx="50120" cy="670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34">
                    <a:moveTo>
                      <a:pt x="0" y="0"/>
                    </a:moveTo>
                    <a:lnTo>
                      <a:pt x="2875" y="3876"/>
                    </a:lnTo>
                    <a:lnTo>
                      <a:pt x="5262" y="7034"/>
                    </a:lnTo>
                    <a:lnTo>
                      <a:pt x="2387" y="267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5" name="Surface mesh patch"/>
              <p:cNvSpPr/>
              <p:nvPr/>
            </p:nvSpPr>
            <p:spPr>
              <a:xfrm>
                <a:off x="8195690" y="1830563"/>
                <a:ext cx="50120" cy="740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78">
                    <a:moveTo>
                      <a:pt x="0" y="0"/>
                    </a:moveTo>
                    <a:lnTo>
                      <a:pt x="2875" y="4132"/>
                    </a:lnTo>
                    <a:lnTo>
                      <a:pt x="5262" y="7778"/>
                    </a:lnTo>
                    <a:lnTo>
                      <a:pt x="2387" y="3218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6" name="Surface mesh patch"/>
              <p:cNvSpPr/>
              <p:nvPr/>
            </p:nvSpPr>
            <p:spPr>
              <a:xfrm>
                <a:off x="8245810" y="1904651"/>
                <a:ext cx="50120" cy="71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53">
                    <a:moveTo>
                      <a:pt x="0" y="0"/>
                    </a:moveTo>
                    <a:lnTo>
                      <a:pt x="2875" y="4002"/>
                    </a:lnTo>
                    <a:lnTo>
                      <a:pt x="5262" y="7553"/>
                    </a:lnTo>
                    <a:lnTo>
                      <a:pt x="2387" y="3253"/>
                    </a:lnTo>
                    <a:close/>
                  </a:path>
                </a:pathLst>
              </a:custGeom>
              <a:solidFill>
                <a:srgbClr val="6681f3"/>
              </a:solidFill>
              <a:ln w="3334" cap="flat" cmpd="sng" algn="ctr">
                <a:solidFill>
                  <a:srgbClr val="6681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7" name="Surface mesh patch"/>
              <p:cNvSpPr/>
              <p:nvPr/>
            </p:nvSpPr>
            <p:spPr>
              <a:xfrm>
                <a:off x="8295929" y="1976593"/>
                <a:ext cx="50120" cy="58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98">
                    <a:moveTo>
                      <a:pt x="0" y="0"/>
                    </a:moveTo>
                    <a:lnTo>
                      <a:pt x="2875" y="3401"/>
                    </a:lnTo>
                    <a:lnTo>
                      <a:pt x="5262" y="6098"/>
                    </a:lnTo>
                    <a:lnTo>
                      <a:pt x="2387" y="2573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8" name="Surface mesh patch"/>
              <p:cNvSpPr/>
              <p:nvPr/>
            </p:nvSpPr>
            <p:spPr>
              <a:xfrm>
                <a:off x="8346049" y="2034674"/>
                <a:ext cx="50120" cy="326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7">
                    <a:moveTo>
                      <a:pt x="0" y="0"/>
                    </a:moveTo>
                    <a:lnTo>
                      <a:pt x="2875" y="2338"/>
                    </a:lnTo>
                    <a:lnTo>
                      <a:pt x="5262" y="3427"/>
                    </a:lnTo>
                    <a:lnTo>
                      <a:pt x="2387" y="1124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39" name="Surface mesh patch"/>
              <p:cNvSpPr/>
              <p:nvPr/>
            </p:nvSpPr>
            <p:spPr>
              <a:xfrm>
                <a:off x="8396169" y="2058432"/>
                <a:ext cx="50120" cy="18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2">
                    <a:moveTo>
                      <a:pt x="0" y="933"/>
                    </a:moveTo>
                    <a:lnTo>
                      <a:pt x="2875" y="1892"/>
                    </a:lnTo>
                    <a:lnTo>
                      <a:pt x="5262" y="8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245de"/>
              </a:solidFill>
              <a:ln w="3334" cap="flat" cmpd="sng" algn="ctr">
                <a:solidFill>
                  <a:srgbClr val="3245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0" name="Surface mesh patch"/>
              <p:cNvSpPr/>
              <p:nvPr/>
            </p:nvSpPr>
            <p:spPr>
              <a:xfrm>
                <a:off x="8446288" y="2030693"/>
                <a:ext cx="50120" cy="35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1">
                    <a:moveTo>
                      <a:pt x="0" y="3761"/>
                    </a:moveTo>
                    <a:lnTo>
                      <a:pt x="2875" y="3294"/>
                    </a:lnTo>
                    <a:lnTo>
                      <a:pt x="5262" y="0"/>
                    </a:lnTo>
                    <a:lnTo>
                      <a:pt x="2387" y="522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1" name="Surface mesh patch"/>
              <p:cNvSpPr/>
              <p:nvPr/>
            </p:nvSpPr>
            <p:spPr>
              <a:xfrm>
                <a:off x="8496408" y="1965775"/>
                <a:ext cx="50120" cy="649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6">
                    <a:moveTo>
                      <a:pt x="0" y="6816"/>
                    </a:moveTo>
                    <a:lnTo>
                      <a:pt x="2875" y="5206"/>
                    </a:lnTo>
                    <a:lnTo>
                      <a:pt x="5262" y="0"/>
                    </a:lnTo>
                    <a:lnTo>
                      <a:pt x="2387" y="1471"/>
                    </a:lnTo>
                    <a:close/>
                  </a:path>
                </a:pathLst>
              </a:custGeom>
              <a:solidFill>
                <a:srgbClr val="4c63e9"/>
              </a:solidFill>
              <a:ln w="3334" cap="flat" cmpd="sng" algn="ctr">
                <a:solidFill>
                  <a:srgbClr val="4c63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2" name="Surface mesh patch"/>
              <p:cNvSpPr/>
              <p:nvPr/>
            </p:nvSpPr>
            <p:spPr>
              <a:xfrm>
                <a:off x="8546527" y="1883814"/>
                <a:ext cx="50120" cy="819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05">
                    <a:moveTo>
                      <a:pt x="0" y="8605"/>
                    </a:moveTo>
                    <a:lnTo>
                      <a:pt x="2875" y="6422"/>
                    </a:lnTo>
                    <a:lnTo>
                      <a:pt x="5262" y="0"/>
                    </a:lnTo>
                    <a:lnTo>
                      <a:pt x="2387" y="1755"/>
                    </a:lnTo>
                    <a:close/>
                  </a:path>
                </a:pathLst>
              </a:custGeom>
              <a:solidFill>
                <a:srgbClr val="6984f4"/>
              </a:solidFill>
              <a:ln w="3334" cap="flat" cmpd="sng" algn="ctr">
                <a:solidFill>
                  <a:srgbClr val="6984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3" name="Surface mesh patch"/>
              <p:cNvSpPr/>
              <p:nvPr/>
            </p:nvSpPr>
            <p:spPr>
              <a:xfrm>
                <a:off x="8596647" y="1799642"/>
                <a:ext cx="50120" cy="841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37">
                    <a:moveTo>
                      <a:pt x="0" y="8837"/>
                    </a:moveTo>
                    <a:lnTo>
                      <a:pt x="2875" y="6785"/>
                    </a:lnTo>
                    <a:lnTo>
                      <a:pt x="5262" y="0"/>
                    </a:lnTo>
                    <a:lnTo>
                      <a:pt x="2387" y="1308"/>
                    </a:lnTo>
                    <a:close/>
                  </a:path>
                </a:pathLst>
              </a:custGeom>
              <a:solidFill>
                <a:srgbClr val="86a4fd"/>
              </a:solidFill>
              <a:ln w="3334" cap="flat" cmpd="sng" algn="ctr">
                <a:solidFill>
                  <a:srgbClr val="86a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4" name="Surface mesh patch"/>
              <p:cNvSpPr/>
              <p:nvPr/>
            </p:nvSpPr>
            <p:spPr>
              <a:xfrm>
                <a:off x="8646767" y="1726793"/>
                <a:ext cx="50120" cy="72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8">
                    <a:moveTo>
                      <a:pt x="0" y="7648"/>
                    </a:moveTo>
                    <a:lnTo>
                      <a:pt x="2875" y="6365"/>
                    </a:lnTo>
                    <a:lnTo>
                      <a:pt x="5262" y="0"/>
                    </a:lnTo>
                    <a:lnTo>
                      <a:pt x="2387" y="281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5" name="Surface mesh patch"/>
              <p:cNvSpPr/>
              <p:nvPr/>
            </p:nvSpPr>
            <p:spPr>
              <a:xfrm>
                <a:off x="8696886" y="1664528"/>
                <a:ext cx="50120" cy="62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7">
                    <a:moveTo>
                      <a:pt x="0" y="6537"/>
                    </a:moveTo>
                    <a:lnTo>
                      <a:pt x="2875" y="6409"/>
                    </a:lnTo>
                    <a:lnTo>
                      <a:pt x="5262" y="10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6" name="Surface mesh patch"/>
              <p:cNvSpPr/>
              <p:nvPr/>
            </p:nvSpPr>
            <p:spPr>
              <a:xfrm>
                <a:off x="8747006" y="1623499"/>
                <a:ext cx="50120" cy="60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87">
                    <a:moveTo>
                      <a:pt x="0" y="5316"/>
                    </a:moveTo>
                    <a:lnTo>
                      <a:pt x="2875" y="6387"/>
                    </a:lnTo>
                    <a:lnTo>
                      <a:pt x="5262" y="21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7" name="Surface mesh patch"/>
              <p:cNvSpPr/>
              <p:nvPr/>
            </p:nvSpPr>
            <p:spPr>
              <a:xfrm>
                <a:off x="8797126" y="1606161"/>
                <a:ext cx="50120" cy="572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11">
                    <a:moveTo>
                      <a:pt x="0" y="4006"/>
                    </a:moveTo>
                    <a:lnTo>
                      <a:pt x="2875" y="6011"/>
                    </a:lnTo>
                    <a:lnTo>
                      <a:pt x="5262" y="29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8" name="Surface mesh patch"/>
              <p:cNvSpPr/>
              <p:nvPr/>
            </p:nvSpPr>
            <p:spPr>
              <a:xfrm>
                <a:off x="8847245" y="1607093"/>
                <a:ext cx="50120" cy="509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47">
                    <a:moveTo>
                      <a:pt x="0" y="2855"/>
                    </a:moveTo>
                    <a:lnTo>
                      <a:pt x="2875" y="5347"/>
                    </a:lnTo>
                    <a:lnTo>
                      <a:pt x="5262" y="31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49" name="Surface mesh patch"/>
              <p:cNvSpPr/>
              <p:nvPr/>
            </p:nvSpPr>
            <p:spPr>
              <a:xfrm>
                <a:off x="8897365" y="1618225"/>
                <a:ext cx="50120" cy="43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26">
                    <a:moveTo>
                      <a:pt x="0" y="2013"/>
                    </a:moveTo>
                    <a:lnTo>
                      <a:pt x="2875" y="4526"/>
                    </a:lnTo>
                    <a:lnTo>
                      <a:pt x="5262" y="29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0" name="Surface mesh patch"/>
              <p:cNvSpPr/>
              <p:nvPr/>
            </p:nvSpPr>
            <p:spPr>
              <a:xfrm>
                <a:off x="8947485" y="1631581"/>
                <a:ext cx="50120" cy="351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5">
                    <a:moveTo>
                      <a:pt x="0" y="1523"/>
                    </a:moveTo>
                    <a:lnTo>
                      <a:pt x="2875" y="3695"/>
                    </a:lnTo>
                    <a:lnTo>
                      <a:pt x="5262" y="23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1" name="Surface mesh patch"/>
              <p:cNvSpPr/>
              <p:nvPr/>
            </p:nvSpPr>
            <p:spPr>
              <a:xfrm>
                <a:off x="8997604" y="1641206"/>
                <a:ext cx="50120" cy="28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64">
                    <a:moveTo>
                      <a:pt x="0" y="1335"/>
                    </a:moveTo>
                    <a:lnTo>
                      <a:pt x="2875" y="2964"/>
                    </a:lnTo>
                    <a:lnTo>
                      <a:pt x="5262" y="16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2" name="Surface mesh patch"/>
              <p:cNvSpPr/>
              <p:nvPr/>
            </p:nvSpPr>
            <p:spPr>
              <a:xfrm>
                <a:off x="9047724" y="1643891"/>
                <a:ext cx="50120" cy="227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88">
                    <a:moveTo>
                      <a:pt x="0" y="1355"/>
                    </a:moveTo>
                    <a:lnTo>
                      <a:pt x="2875" y="2388"/>
                    </a:lnTo>
                    <a:lnTo>
                      <a:pt x="5262" y="9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3" name="Surface mesh patch"/>
              <p:cNvSpPr/>
              <p:nvPr/>
            </p:nvSpPr>
            <p:spPr>
              <a:xfrm>
                <a:off x="9097844" y="1638950"/>
                <a:ext cx="50120" cy="188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0">
                    <a:moveTo>
                      <a:pt x="0" y="1476"/>
                    </a:moveTo>
                    <a:lnTo>
                      <a:pt x="2875" y="1980"/>
                    </a:lnTo>
                    <a:lnTo>
                      <a:pt x="5262" y="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4" name="Surface mesh patch"/>
              <p:cNvSpPr/>
              <p:nvPr/>
            </p:nvSpPr>
            <p:spPr>
              <a:xfrm>
                <a:off x="9147963" y="1627559"/>
                <a:ext cx="50120" cy="16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9">
                    <a:moveTo>
                      <a:pt x="0" y="1607"/>
                    </a:moveTo>
                    <a:lnTo>
                      <a:pt x="2875" y="1729"/>
                    </a:lnTo>
                    <a:lnTo>
                      <a:pt x="5262" y="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5" name="Surface mesh patch"/>
              <p:cNvSpPr/>
              <p:nvPr/>
            </p:nvSpPr>
            <p:spPr>
              <a:xfrm>
                <a:off x="9198083" y="1611362"/>
                <a:ext cx="50120" cy="16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0">
                    <a:moveTo>
                      <a:pt x="0" y="1760"/>
                    </a:moveTo>
                    <a:lnTo>
                      <a:pt x="2875" y="1694"/>
                    </a:lnTo>
                    <a:lnTo>
                      <a:pt x="5262" y="0"/>
                    </a:lnTo>
                    <a:lnTo>
                      <a:pt x="2387" y="7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6" name="Surface mesh patch"/>
              <p:cNvSpPr/>
              <p:nvPr/>
            </p:nvSpPr>
            <p:spPr>
              <a:xfrm>
                <a:off x="9248202" y="1595352"/>
                <a:ext cx="50120" cy="160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1">
                    <a:moveTo>
                      <a:pt x="0" y="1681"/>
                    </a:moveTo>
                    <a:lnTo>
                      <a:pt x="2875" y="1637"/>
                    </a:lnTo>
                    <a:lnTo>
                      <a:pt x="5262" y="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7" name="Surface mesh patch"/>
              <p:cNvSpPr/>
              <p:nvPr/>
            </p:nvSpPr>
            <p:spPr>
              <a:xfrm>
                <a:off x="7972480" y="1645385"/>
                <a:ext cx="50120" cy="19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0">
                    <a:moveTo>
                      <a:pt x="0" y="136"/>
                    </a:moveTo>
                    <a:lnTo>
                      <a:pt x="2875" y="1835"/>
                    </a:lnTo>
                    <a:lnTo>
                      <a:pt x="5262" y="20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8" name="Surface mesh patch"/>
              <p:cNvSpPr/>
              <p:nvPr/>
            </p:nvSpPr>
            <p:spPr>
              <a:xfrm>
                <a:off x="8022599" y="1664437"/>
                <a:ext cx="50120" cy="312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0">
                    <a:moveTo>
                      <a:pt x="0" y="0"/>
                    </a:moveTo>
                    <a:lnTo>
                      <a:pt x="2875" y="2336"/>
                    </a:lnTo>
                    <a:lnTo>
                      <a:pt x="5262" y="3280"/>
                    </a:lnTo>
                    <a:lnTo>
                      <a:pt x="2387" y="577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59" name="Surface mesh patch"/>
              <p:cNvSpPr/>
              <p:nvPr/>
            </p:nvSpPr>
            <p:spPr>
              <a:xfrm>
                <a:off x="8072719" y="1695676"/>
                <a:ext cx="50120" cy="455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87">
                    <a:moveTo>
                      <a:pt x="0" y="0"/>
                    </a:moveTo>
                    <a:lnTo>
                      <a:pt x="2875" y="2935"/>
                    </a:lnTo>
                    <a:lnTo>
                      <a:pt x="5262" y="4787"/>
                    </a:lnTo>
                    <a:lnTo>
                      <a:pt x="2387" y="1427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0" name="Surface mesh patch"/>
              <p:cNvSpPr/>
              <p:nvPr/>
            </p:nvSpPr>
            <p:spPr>
              <a:xfrm>
                <a:off x="8122838" y="1741270"/>
                <a:ext cx="50120" cy="592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6">
                    <a:moveTo>
                      <a:pt x="0" y="0"/>
                    </a:moveTo>
                    <a:lnTo>
                      <a:pt x="2875" y="3420"/>
                    </a:lnTo>
                    <a:lnTo>
                      <a:pt x="5262" y="6216"/>
                    </a:lnTo>
                    <a:lnTo>
                      <a:pt x="2387" y="2341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1" name="Surface mesh patch"/>
              <p:cNvSpPr/>
              <p:nvPr/>
            </p:nvSpPr>
            <p:spPr>
              <a:xfrm>
                <a:off x="8172958" y="1800480"/>
                <a:ext cx="50120" cy="69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0">
                    <a:moveTo>
                      <a:pt x="0" y="0"/>
                    </a:moveTo>
                    <a:lnTo>
                      <a:pt x="2875" y="3697"/>
                    </a:lnTo>
                    <a:lnTo>
                      <a:pt x="5262" y="7290"/>
                    </a:lnTo>
                    <a:lnTo>
                      <a:pt x="2387" y="3158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2" name="Surface mesh patch"/>
              <p:cNvSpPr/>
              <p:nvPr/>
            </p:nvSpPr>
            <p:spPr>
              <a:xfrm>
                <a:off x="8223078" y="1869918"/>
                <a:ext cx="50120" cy="72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9">
                    <a:moveTo>
                      <a:pt x="0" y="0"/>
                    </a:moveTo>
                    <a:lnTo>
                      <a:pt x="2875" y="3656"/>
                    </a:lnTo>
                    <a:lnTo>
                      <a:pt x="5262" y="7649"/>
                    </a:lnTo>
                    <a:lnTo>
                      <a:pt x="2387" y="3647"/>
                    </a:lnTo>
                    <a:close/>
                  </a:path>
                </a:pathLst>
              </a:custGeom>
              <a:solidFill>
                <a:srgbClr val="7895fa"/>
              </a:solidFill>
              <a:ln w="3334" cap="flat" cmpd="sng" algn="ctr">
                <a:solidFill>
                  <a:srgbClr val="789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3" name="Surface mesh patch"/>
              <p:cNvSpPr/>
              <p:nvPr/>
            </p:nvSpPr>
            <p:spPr>
              <a:xfrm>
                <a:off x="8273197" y="1942770"/>
                <a:ext cx="50120" cy="662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52">
                    <a:moveTo>
                      <a:pt x="0" y="0"/>
                    </a:moveTo>
                    <a:lnTo>
                      <a:pt x="2875" y="3201"/>
                    </a:lnTo>
                    <a:lnTo>
                      <a:pt x="5262" y="6952"/>
                    </a:lnTo>
                    <a:lnTo>
                      <a:pt x="2387" y="3551"/>
                    </a:lnTo>
                    <a:close/>
                  </a:path>
                </a:pathLst>
              </a:custGeom>
              <a:solidFill>
                <a:srgbClr val="5c75ef"/>
              </a:solidFill>
              <a:ln w="3334" cap="flat" cmpd="sng" algn="ctr">
                <a:solidFill>
                  <a:srgbClr val="5c75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4" name="Surface mesh patch"/>
              <p:cNvSpPr/>
              <p:nvPr/>
            </p:nvSpPr>
            <p:spPr>
              <a:xfrm>
                <a:off x="8323317" y="2008985"/>
                <a:ext cx="50120" cy="479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5">
                    <a:moveTo>
                      <a:pt x="0" y="0"/>
                    </a:moveTo>
                    <a:lnTo>
                      <a:pt x="2875" y="2300"/>
                    </a:lnTo>
                    <a:lnTo>
                      <a:pt x="5262" y="5035"/>
                    </a:lnTo>
                    <a:lnTo>
                      <a:pt x="2387" y="2697"/>
                    </a:lnTo>
                    <a:close/>
                  </a:path>
                </a:pathLst>
              </a:custGeom>
              <a:solidFill>
                <a:srgbClr val="445ae6"/>
              </a:solidFill>
              <a:ln w="3334" cap="flat" cmpd="sng" algn="ctr">
                <a:solidFill>
                  <a:srgbClr val="44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5" name="Surface mesh patch"/>
              <p:cNvSpPr/>
              <p:nvPr/>
            </p:nvSpPr>
            <p:spPr>
              <a:xfrm>
                <a:off x="8373437" y="2056943"/>
                <a:ext cx="50120" cy="195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8">
                    <a:moveTo>
                      <a:pt x="0" y="0"/>
                    </a:moveTo>
                    <a:lnTo>
                      <a:pt x="2875" y="1034"/>
                    </a:lnTo>
                    <a:lnTo>
                      <a:pt x="5262" y="2048"/>
                    </a:lnTo>
                    <a:lnTo>
                      <a:pt x="2387" y="1089"/>
                    </a:lnTo>
                    <a:close/>
                  </a:path>
                </a:pathLst>
              </a:custGeom>
              <a:solidFill>
                <a:srgbClr val="364ae0"/>
              </a:solidFill>
              <a:ln w="3334" cap="flat" cmpd="sng" algn="ctr">
                <a:solidFill>
                  <a:srgbClr val="364a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6" name="Surface mesh patch"/>
              <p:cNvSpPr/>
              <p:nvPr/>
            </p:nvSpPr>
            <p:spPr>
              <a:xfrm>
                <a:off x="8423556" y="2062066"/>
                <a:ext cx="50120" cy="143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0">
                    <a:moveTo>
                      <a:pt x="0" y="1510"/>
                    </a:moveTo>
                    <a:lnTo>
                      <a:pt x="2875" y="1123"/>
                    </a:lnTo>
                    <a:lnTo>
                      <a:pt x="5262" y="0"/>
                    </a:lnTo>
                    <a:lnTo>
                      <a:pt x="2387" y="467"/>
                    </a:lnTo>
                    <a:close/>
                  </a:path>
                </a:pathLst>
              </a:custGeom>
              <a:solidFill>
                <a:srgbClr val="3548e0"/>
              </a:solidFill>
              <a:ln w="3334" cap="flat" cmpd="sng" algn="ctr">
                <a:solidFill>
                  <a:srgbClr val="3548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7" name="Surface mesh patch"/>
              <p:cNvSpPr/>
              <p:nvPr/>
            </p:nvSpPr>
            <p:spPr>
              <a:xfrm>
                <a:off x="8473676" y="2015366"/>
                <a:ext cx="50120" cy="467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3">
                    <a:moveTo>
                      <a:pt x="0" y="4903"/>
                    </a:moveTo>
                    <a:lnTo>
                      <a:pt x="2875" y="3242"/>
                    </a:lnTo>
                    <a:lnTo>
                      <a:pt x="5262" y="0"/>
                    </a:lnTo>
                    <a:lnTo>
                      <a:pt x="2387" y="1609"/>
                    </a:lnTo>
                    <a:close/>
                  </a:path>
                </a:pathLst>
              </a:custGeom>
              <a:solidFill>
                <a:srgbClr val="4056e4"/>
              </a:solidFill>
              <a:ln w="3334" cap="flat" cmpd="sng" algn="ctr">
                <a:solidFill>
                  <a:srgbClr val="4056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8" name="Surface mesh patch"/>
              <p:cNvSpPr/>
              <p:nvPr/>
            </p:nvSpPr>
            <p:spPr>
              <a:xfrm>
                <a:off x="8523796" y="1944985"/>
                <a:ext cx="50120" cy="70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89">
                    <a:moveTo>
                      <a:pt x="0" y="7389"/>
                    </a:moveTo>
                    <a:lnTo>
                      <a:pt x="2875" y="4905"/>
                    </a:lnTo>
                    <a:lnTo>
                      <a:pt x="5262" y="0"/>
                    </a:lnTo>
                    <a:lnTo>
                      <a:pt x="2387" y="2183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69" name="Surface mesh patch"/>
              <p:cNvSpPr/>
              <p:nvPr/>
            </p:nvSpPr>
            <p:spPr>
              <a:xfrm>
                <a:off x="8573915" y="1864272"/>
                <a:ext cx="50120" cy="807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74">
                    <a:moveTo>
                      <a:pt x="0" y="8474"/>
                    </a:moveTo>
                    <a:lnTo>
                      <a:pt x="2875" y="5817"/>
                    </a:lnTo>
                    <a:lnTo>
                      <a:pt x="5262" y="0"/>
                    </a:lnTo>
                    <a:lnTo>
                      <a:pt x="2387" y="2052"/>
                    </a:lnTo>
                    <a:close/>
                  </a:path>
                </a:pathLst>
              </a:custGeom>
              <a:solidFill>
                <a:srgbClr val="7591f9"/>
              </a:solidFill>
              <a:ln w="3334" cap="flat" cmpd="sng" algn="ctr">
                <a:solidFill>
                  <a:srgbClr val="7591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70" name="Surface mesh patch"/>
              <p:cNvSpPr/>
              <p:nvPr/>
            </p:nvSpPr>
            <p:spPr>
              <a:xfrm>
                <a:off x="8624035" y="1787418"/>
                <a:ext cx="50120" cy="76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69">
                    <a:moveTo>
                      <a:pt x="0" y="8069"/>
                    </a:moveTo>
                    <a:lnTo>
                      <a:pt x="2875" y="5907"/>
                    </a:lnTo>
                    <a:lnTo>
                      <a:pt x="5262" y="0"/>
                    </a:lnTo>
                    <a:lnTo>
                      <a:pt x="2387" y="1283"/>
                    </a:lnTo>
                    <a:close/>
                  </a:path>
                </a:pathLst>
              </a:custGeom>
              <a:solidFill>
                <a:srgbClr val="8eabfd"/>
              </a:solidFill>
              <a:ln w="3334" cap="flat" cmpd="sng" algn="ctr">
                <a:solidFill>
                  <a:srgbClr val="8e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71" name="Surface mesh patch"/>
              <p:cNvSpPr/>
              <p:nvPr/>
            </p:nvSpPr>
            <p:spPr>
              <a:xfrm>
                <a:off x="8674155" y="1725570"/>
                <a:ext cx="50120" cy="61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3">
                    <a:moveTo>
                      <a:pt x="0" y="6493"/>
                    </a:moveTo>
                    <a:lnTo>
                      <a:pt x="2875" y="5320"/>
                    </a:lnTo>
                    <a:lnTo>
                      <a:pt x="5262" y="0"/>
                    </a:lnTo>
                    <a:lnTo>
                      <a:pt x="2387" y="128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72" name="Surface mesh patch"/>
              <p:cNvSpPr/>
              <p:nvPr/>
            </p:nvSpPr>
            <p:spPr>
              <a:xfrm>
                <a:off x="8724274" y="1674138"/>
                <a:ext cx="50120" cy="51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9">
                    <a:moveTo>
                      <a:pt x="0" y="5400"/>
                    </a:moveTo>
                    <a:lnTo>
                      <a:pt x="2875" y="5409"/>
                    </a:lnTo>
                    <a:lnTo>
                      <a:pt x="5262" y="10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73" name="Surface mesh patch"/>
              <p:cNvSpPr/>
              <p:nvPr/>
            </p:nvSpPr>
            <p:spPr>
              <a:xfrm>
                <a:off x="8774394" y="1644320"/>
                <a:ext cx="50120" cy="502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72">
                    <a:moveTo>
                      <a:pt x="0" y="4202"/>
                    </a:moveTo>
                    <a:lnTo>
                      <a:pt x="2875" y="5272"/>
                    </a:lnTo>
                    <a:lnTo>
                      <a:pt x="5262" y="20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74" name="Surface mesh patch"/>
              <p:cNvSpPr/>
              <p:nvPr/>
            </p:nvSpPr>
            <p:spPr>
              <a:xfrm>
                <a:off x="8824513" y="1634287"/>
                <a:ext cx="50120" cy="461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43">
                    <a:moveTo>
                      <a:pt x="0" y="3058"/>
                    </a:moveTo>
                    <a:lnTo>
                      <a:pt x="2875" y="4843"/>
                    </a:lnTo>
                    <a:lnTo>
                      <a:pt x="5262" y="24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75" name="Surface mesh patch"/>
              <p:cNvSpPr/>
              <p:nvPr/>
            </p:nvSpPr>
            <p:spPr>
              <a:xfrm>
                <a:off x="8874633" y="1637403"/>
                <a:ext cx="50120" cy="403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34">
                    <a:moveTo>
                      <a:pt x="0" y="2164"/>
                    </a:moveTo>
                    <a:lnTo>
                      <a:pt x="2875" y="4234"/>
                    </a:lnTo>
                    <a:lnTo>
                      <a:pt x="5262" y="25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76" name="Surface mesh patch"/>
              <p:cNvSpPr/>
              <p:nvPr/>
            </p:nvSpPr>
            <p:spPr>
              <a:xfrm>
                <a:off x="8924753" y="1646084"/>
                <a:ext cx="50120" cy="33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8">
                    <a:moveTo>
                      <a:pt x="0" y="1602"/>
                    </a:moveTo>
                    <a:lnTo>
                      <a:pt x="2875" y="3568"/>
                    </a:lnTo>
                    <a:lnTo>
                      <a:pt x="5262" y="21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77" name="Surface mesh patch"/>
              <p:cNvSpPr/>
              <p:nvPr/>
            </p:nvSpPr>
            <p:spPr>
              <a:xfrm>
                <a:off x="8974872" y="1653925"/>
                <a:ext cx="50120" cy="28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5">
                    <a:moveTo>
                      <a:pt x="0" y="1349"/>
                    </a:moveTo>
                    <a:lnTo>
                      <a:pt x="2875" y="2945"/>
                    </a:lnTo>
                    <a:lnTo>
                      <a:pt x="5262" y="16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78" name="Surface mesh patch"/>
              <p:cNvSpPr/>
              <p:nvPr/>
            </p:nvSpPr>
            <p:spPr>
              <a:xfrm>
                <a:off x="9024992" y="1656800"/>
                <a:ext cx="50120" cy="23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24">
                    <a:moveTo>
                      <a:pt x="0" y="1326"/>
                    </a:moveTo>
                    <a:lnTo>
                      <a:pt x="2875" y="2424"/>
                    </a:lnTo>
                    <a:lnTo>
                      <a:pt x="5262" y="10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79" name="Surface mesh patch"/>
              <p:cNvSpPr/>
              <p:nvPr/>
            </p:nvSpPr>
            <p:spPr>
              <a:xfrm>
                <a:off x="9075112" y="1653009"/>
                <a:ext cx="50120" cy="193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0">
                    <a:moveTo>
                      <a:pt x="0" y="1431"/>
                    </a:moveTo>
                    <a:lnTo>
                      <a:pt x="2875" y="2030"/>
                    </a:lnTo>
                    <a:lnTo>
                      <a:pt x="5262" y="5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80" name="Surface mesh patch"/>
              <p:cNvSpPr/>
              <p:nvPr/>
            </p:nvSpPr>
            <p:spPr>
              <a:xfrm>
                <a:off x="9125231" y="1642869"/>
                <a:ext cx="50120" cy="16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7">
                    <a:moveTo>
                      <a:pt x="0" y="1568"/>
                    </a:moveTo>
                    <a:lnTo>
                      <a:pt x="2875" y="1767"/>
                    </a:lnTo>
                    <a:lnTo>
                      <a:pt x="5262" y="1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81" name="Surface mesh patch"/>
              <p:cNvSpPr/>
              <p:nvPr/>
            </p:nvSpPr>
            <p:spPr>
              <a:xfrm>
                <a:off x="9175351" y="1627495"/>
                <a:ext cx="50120" cy="16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6">
                    <a:moveTo>
                      <a:pt x="0" y="1736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66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82" name="Surface mesh patch"/>
              <p:cNvSpPr/>
              <p:nvPr/>
            </p:nvSpPr>
            <p:spPr>
              <a:xfrm>
                <a:off x="9225471" y="1610942"/>
                <a:ext cx="50120" cy="16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8">
                    <a:moveTo>
                      <a:pt x="0" y="1738"/>
                    </a:moveTo>
                    <a:lnTo>
                      <a:pt x="2875" y="1659"/>
                    </a:lnTo>
                    <a:lnTo>
                      <a:pt x="5262" y="0"/>
                    </a:lnTo>
                    <a:lnTo>
                      <a:pt x="2387" y="44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83" name="Surface mesh patch"/>
              <p:cNvSpPr/>
              <p:nvPr/>
            </p:nvSpPr>
            <p:spPr>
              <a:xfrm>
                <a:off x="7999867" y="1662866"/>
                <a:ext cx="50120" cy="238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1">
                    <a:moveTo>
                      <a:pt x="0" y="0"/>
                    </a:moveTo>
                    <a:lnTo>
                      <a:pt x="2875" y="2027"/>
                    </a:lnTo>
                    <a:lnTo>
                      <a:pt x="5262" y="2501"/>
                    </a:lnTo>
                    <a:lnTo>
                      <a:pt x="2387" y="165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84" name="Surface mesh patch"/>
              <p:cNvSpPr/>
              <p:nvPr/>
            </p:nvSpPr>
            <p:spPr>
              <a:xfrm>
                <a:off x="8049987" y="1686690"/>
                <a:ext cx="50120" cy="36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8">
                    <a:moveTo>
                      <a:pt x="0" y="0"/>
                    </a:moveTo>
                    <a:lnTo>
                      <a:pt x="2875" y="2575"/>
                    </a:lnTo>
                    <a:lnTo>
                      <a:pt x="5262" y="3878"/>
                    </a:lnTo>
                    <a:lnTo>
                      <a:pt x="2387" y="943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85" name="Surface mesh patch"/>
              <p:cNvSpPr/>
              <p:nvPr/>
            </p:nvSpPr>
            <p:spPr>
              <a:xfrm>
                <a:off x="8100107" y="1723629"/>
                <a:ext cx="50120" cy="50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72">
                    <a:moveTo>
                      <a:pt x="0" y="0"/>
                    </a:moveTo>
                    <a:lnTo>
                      <a:pt x="2875" y="3023"/>
                    </a:lnTo>
                    <a:lnTo>
                      <a:pt x="5262" y="5272"/>
                    </a:lnTo>
                    <a:lnTo>
                      <a:pt x="2387" y="1852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86" name="Surface mesh patch"/>
              <p:cNvSpPr/>
              <p:nvPr/>
            </p:nvSpPr>
            <p:spPr>
              <a:xfrm>
                <a:off x="8150226" y="1773847"/>
                <a:ext cx="50120" cy="61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3">
                    <a:moveTo>
                      <a:pt x="0" y="0"/>
                    </a:moveTo>
                    <a:lnTo>
                      <a:pt x="2875" y="3297"/>
                    </a:lnTo>
                    <a:lnTo>
                      <a:pt x="5262" y="6493"/>
                    </a:lnTo>
                    <a:lnTo>
                      <a:pt x="2387" y="2796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87" name="Surface mesh patch"/>
              <p:cNvSpPr/>
              <p:nvPr/>
            </p:nvSpPr>
            <p:spPr>
              <a:xfrm>
                <a:off x="8200346" y="1835696"/>
                <a:ext cx="50120" cy="69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9">
                    <a:moveTo>
                      <a:pt x="0" y="0"/>
                    </a:moveTo>
                    <a:lnTo>
                      <a:pt x="2875" y="3308"/>
                    </a:lnTo>
                    <a:lnTo>
                      <a:pt x="5262" y="7249"/>
                    </a:lnTo>
                    <a:lnTo>
                      <a:pt x="2387" y="3593"/>
                    </a:lnTo>
                    <a:close/>
                  </a:path>
                </a:pathLst>
              </a:custGeom>
              <a:solidFill>
                <a:srgbClr val="87a5fd"/>
              </a:solidFill>
              <a:ln w="3334" cap="flat" cmpd="sng" algn="ctr">
                <a:solidFill>
                  <a:srgbClr val="87a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88" name="Surface mesh patch"/>
              <p:cNvSpPr/>
              <p:nvPr/>
            </p:nvSpPr>
            <p:spPr>
              <a:xfrm>
                <a:off x="8250466" y="1904742"/>
                <a:ext cx="50120" cy="68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93">
                    <a:moveTo>
                      <a:pt x="0" y="0"/>
                    </a:moveTo>
                    <a:lnTo>
                      <a:pt x="2875" y="2966"/>
                    </a:lnTo>
                    <a:lnTo>
                      <a:pt x="5262" y="7193"/>
                    </a:lnTo>
                    <a:lnTo>
                      <a:pt x="2387" y="3992"/>
                    </a:lnTo>
                    <a:close/>
                  </a:path>
                </a:pathLst>
              </a:custGeom>
              <a:solidFill>
                <a:srgbClr val="6f8bf7"/>
              </a:solidFill>
              <a:ln w="3334" cap="flat" cmpd="sng" algn="ctr">
                <a:solidFill>
                  <a:srgbClr val="6f8b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89" name="Surface mesh patch"/>
              <p:cNvSpPr/>
              <p:nvPr/>
            </p:nvSpPr>
            <p:spPr>
              <a:xfrm>
                <a:off x="8300585" y="1973259"/>
                <a:ext cx="50120" cy="576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51">
                    <a:moveTo>
                      <a:pt x="0" y="0"/>
                    </a:moveTo>
                    <a:lnTo>
                      <a:pt x="2875" y="2215"/>
                    </a:lnTo>
                    <a:lnTo>
                      <a:pt x="5262" y="6051"/>
                    </a:lnTo>
                    <a:lnTo>
                      <a:pt x="2387" y="3751"/>
                    </a:lnTo>
                    <a:close/>
                  </a:path>
                </a:pathLst>
              </a:custGeom>
              <a:solidFill>
                <a:srgbClr val="556dec"/>
              </a:solidFill>
              <a:ln w="3334" cap="flat" cmpd="sng" algn="ctr">
                <a:solidFill>
                  <a:srgbClr val="556d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90" name="Surface mesh patch"/>
              <p:cNvSpPr/>
              <p:nvPr/>
            </p:nvSpPr>
            <p:spPr>
              <a:xfrm>
                <a:off x="8350705" y="2030891"/>
                <a:ext cx="50120" cy="358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9">
                    <a:moveTo>
                      <a:pt x="0" y="0"/>
                    </a:moveTo>
                    <a:lnTo>
                      <a:pt x="2875" y="1085"/>
                    </a:lnTo>
                    <a:lnTo>
                      <a:pt x="5262" y="3769"/>
                    </a:lnTo>
                    <a:lnTo>
                      <a:pt x="2387" y="2735"/>
                    </a:lnTo>
                    <a:close/>
                  </a:path>
                </a:pathLst>
              </a:custGeom>
              <a:solidFill>
                <a:srgbClr val="4257e5"/>
              </a:solidFill>
              <a:ln w="3334" cap="flat" cmpd="sng" algn="ctr">
                <a:solidFill>
                  <a:srgbClr val="4257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91" name="Surface mesh patch"/>
              <p:cNvSpPr/>
              <p:nvPr/>
            </p:nvSpPr>
            <p:spPr>
              <a:xfrm>
                <a:off x="8400824" y="2064135"/>
                <a:ext cx="50120" cy="12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3">
                    <a:moveTo>
                      <a:pt x="0" y="279"/>
                    </a:moveTo>
                    <a:lnTo>
                      <a:pt x="2875" y="0"/>
                    </a:lnTo>
                    <a:lnTo>
                      <a:pt x="5262" y="906"/>
                    </a:lnTo>
                    <a:lnTo>
                      <a:pt x="2387" y="1293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92" name="Surface mesh patch"/>
              <p:cNvSpPr/>
              <p:nvPr/>
            </p:nvSpPr>
            <p:spPr>
              <a:xfrm>
                <a:off x="8450944" y="2046243"/>
                <a:ext cx="50120" cy="265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84">
                    <a:moveTo>
                      <a:pt x="0" y="2784"/>
                    </a:moveTo>
                    <a:lnTo>
                      <a:pt x="2875" y="1164"/>
                    </a:lnTo>
                    <a:lnTo>
                      <a:pt x="5262" y="0"/>
                    </a:lnTo>
                    <a:lnTo>
                      <a:pt x="2387" y="1661"/>
                    </a:lnTo>
                    <a:close/>
                  </a:path>
                </a:pathLst>
              </a:custGeom>
              <a:solidFill>
                <a:srgbClr val="3c51e3"/>
              </a:solidFill>
              <a:ln w="3334" cap="flat" cmpd="sng" algn="ctr">
                <a:solidFill>
                  <a:srgbClr val="3c51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93" name="Surface mesh patch"/>
              <p:cNvSpPr/>
              <p:nvPr/>
            </p:nvSpPr>
            <p:spPr>
              <a:xfrm>
                <a:off x="8501064" y="1991704"/>
                <a:ext cx="50120" cy="54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6">
                    <a:moveTo>
                      <a:pt x="0" y="5726"/>
                    </a:moveTo>
                    <a:lnTo>
                      <a:pt x="2875" y="3087"/>
                    </a:lnTo>
                    <a:lnTo>
                      <a:pt x="5262" y="0"/>
                    </a:lnTo>
                    <a:lnTo>
                      <a:pt x="2387" y="2484"/>
                    </a:lnTo>
                    <a:close/>
                  </a:path>
                </a:pathLst>
              </a:custGeom>
              <a:solidFill>
                <a:srgbClr val="4c63e9"/>
              </a:solidFill>
              <a:ln w="3334" cap="flat" cmpd="sng" algn="ctr">
                <a:solidFill>
                  <a:srgbClr val="4c63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94" name="Surface mesh patch"/>
              <p:cNvSpPr/>
              <p:nvPr/>
            </p:nvSpPr>
            <p:spPr>
              <a:xfrm>
                <a:off x="8551183" y="1919680"/>
                <a:ext cx="50120" cy="72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62">
                    <a:moveTo>
                      <a:pt x="0" y="7562"/>
                    </a:moveTo>
                    <a:lnTo>
                      <a:pt x="2875" y="4470"/>
                    </a:lnTo>
                    <a:lnTo>
                      <a:pt x="5262" y="0"/>
                    </a:lnTo>
                    <a:lnTo>
                      <a:pt x="2387" y="2657"/>
                    </a:lnTo>
                    <a:close/>
                  </a:path>
                </a:pathLst>
              </a:custGeom>
              <a:solidFill>
                <a:srgbClr val="657ff3"/>
              </a:solidFill>
              <a:ln w="3334" cap="flat" cmpd="sng" algn="ctr">
                <a:solidFill>
                  <a:srgbClr val="657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95" name="Surface mesh patch"/>
              <p:cNvSpPr/>
              <p:nvPr/>
            </p:nvSpPr>
            <p:spPr>
              <a:xfrm>
                <a:off x="8601303" y="1843683"/>
                <a:ext cx="50120" cy="759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79">
                    <a:moveTo>
                      <a:pt x="0" y="7979"/>
                    </a:moveTo>
                    <a:lnTo>
                      <a:pt x="2875" y="5098"/>
                    </a:lnTo>
                    <a:lnTo>
                      <a:pt x="5262" y="0"/>
                    </a:lnTo>
                    <a:lnTo>
                      <a:pt x="2387" y="2162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96" name="Surface mesh patch"/>
              <p:cNvSpPr/>
              <p:nvPr/>
            </p:nvSpPr>
            <p:spPr>
              <a:xfrm>
                <a:off x="8651423" y="1776244"/>
                <a:ext cx="50120" cy="67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0">
                    <a:moveTo>
                      <a:pt x="0" y="7080"/>
                    </a:moveTo>
                    <a:lnTo>
                      <a:pt x="2875" y="4984"/>
                    </a:lnTo>
                    <a:lnTo>
                      <a:pt x="5262" y="0"/>
                    </a:lnTo>
                    <a:lnTo>
                      <a:pt x="2387" y="1173"/>
                    </a:lnTo>
                    <a:close/>
                  </a:path>
                </a:pathLst>
              </a:custGeom>
              <a:solidFill>
                <a:srgbClr val="95b2fd"/>
              </a:solidFill>
              <a:ln w="3334" cap="flat" cmpd="sng" algn="ctr">
                <a:solidFill>
                  <a:srgbClr val="95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97" name="Surface mesh patch"/>
              <p:cNvSpPr/>
              <p:nvPr/>
            </p:nvSpPr>
            <p:spPr>
              <a:xfrm>
                <a:off x="8701542" y="1725570"/>
                <a:ext cx="50120" cy="506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20">
                    <a:moveTo>
                      <a:pt x="0" y="5320"/>
                    </a:moveTo>
                    <a:lnTo>
                      <a:pt x="2875" y="4337"/>
                    </a:lnTo>
                    <a:lnTo>
                      <a:pt x="5262" y="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98" name="Surface mesh patch"/>
              <p:cNvSpPr/>
              <p:nvPr/>
            </p:nvSpPr>
            <p:spPr>
              <a:xfrm>
                <a:off x="8751662" y="1684339"/>
                <a:ext cx="50120" cy="427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3">
                    <a:moveTo>
                      <a:pt x="0" y="4338"/>
                    </a:moveTo>
                    <a:lnTo>
                      <a:pt x="2875" y="4493"/>
                    </a:lnTo>
                    <a:lnTo>
                      <a:pt x="5262" y="10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99" name="Surface mesh patch"/>
              <p:cNvSpPr/>
              <p:nvPr/>
            </p:nvSpPr>
            <p:spPr>
              <a:xfrm>
                <a:off x="8801782" y="1663412"/>
                <a:ext cx="50120" cy="412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7">
                    <a:moveTo>
                      <a:pt x="0" y="3267"/>
                    </a:moveTo>
                    <a:lnTo>
                      <a:pt x="2875" y="4327"/>
                    </a:lnTo>
                    <a:lnTo>
                      <a:pt x="5262" y="17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00" name="Surface mesh patch"/>
              <p:cNvSpPr/>
              <p:nvPr/>
            </p:nvSpPr>
            <p:spPr>
              <a:xfrm>
                <a:off x="8851901" y="1658019"/>
                <a:ext cx="50120" cy="37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38">
                    <a:moveTo>
                      <a:pt x="0" y="2351"/>
                    </a:moveTo>
                    <a:lnTo>
                      <a:pt x="2875" y="3938"/>
                    </a:lnTo>
                    <a:lnTo>
                      <a:pt x="5262" y="20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01" name="Surface mesh patch"/>
              <p:cNvSpPr/>
              <p:nvPr/>
            </p:nvSpPr>
            <p:spPr>
              <a:xfrm>
                <a:off x="8902021" y="1661339"/>
                <a:ext cx="50120" cy="327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8">
                    <a:moveTo>
                      <a:pt x="0" y="1721"/>
                    </a:moveTo>
                    <a:lnTo>
                      <a:pt x="2875" y="3438"/>
                    </a:lnTo>
                    <a:lnTo>
                      <a:pt x="5262" y="19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02" name="Surface mesh patch"/>
              <p:cNvSpPr/>
              <p:nvPr/>
            </p:nvSpPr>
            <p:spPr>
              <a:xfrm>
                <a:off x="8952141" y="1666778"/>
                <a:ext cx="50120" cy="27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5">
                    <a:moveTo>
                      <a:pt x="0" y="1395"/>
                    </a:moveTo>
                    <a:lnTo>
                      <a:pt x="2875" y="2925"/>
                    </a:lnTo>
                    <a:lnTo>
                      <a:pt x="5262" y="1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03" name="Surface mesh patch"/>
              <p:cNvSpPr/>
              <p:nvPr/>
            </p:nvSpPr>
            <p:spPr>
              <a:xfrm>
                <a:off x="9002260" y="1669435"/>
                <a:ext cx="50120" cy="23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2">
                    <a:moveTo>
                      <a:pt x="0" y="1316"/>
                    </a:moveTo>
                    <a:lnTo>
                      <a:pt x="2875" y="2462"/>
                    </a:lnTo>
                    <a:lnTo>
                      <a:pt x="5262" y="10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04" name="Surface mesh patch"/>
              <p:cNvSpPr/>
              <p:nvPr/>
            </p:nvSpPr>
            <p:spPr>
              <a:xfrm>
                <a:off x="9052380" y="1666635"/>
                <a:ext cx="50120" cy="19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6">
                    <a:moveTo>
                      <a:pt x="0" y="1392"/>
                    </a:moveTo>
                    <a:lnTo>
                      <a:pt x="2875" y="2086"/>
                    </a:lnTo>
                    <a:lnTo>
                      <a:pt x="5262" y="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05" name="Surface mesh patch"/>
              <p:cNvSpPr/>
              <p:nvPr/>
            </p:nvSpPr>
            <p:spPr>
              <a:xfrm>
                <a:off x="9102499" y="1657805"/>
                <a:ext cx="50120" cy="17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3">
                    <a:moveTo>
                      <a:pt x="0" y="1527"/>
                    </a:moveTo>
                    <a:lnTo>
                      <a:pt x="2875" y="1813"/>
                    </a:lnTo>
                    <a:lnTo>
                      <a:pt x="5262" y="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06" name="Surface mesh patch"/>
              <p:cNvSpPr/>
              <p:nvPr/>
            </p:nvSpPr>
            <p:spPr>
              <a:xfrm>
                <a:off x="9152619" y="1643656"/>
                <a:ext cx="50120" cy="16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0">
                    <a:moveTo>
                      <a:pt x="0" y="1684"/>
                    </a:moveTo>
                    <a:lnTo>
                      <a:pt x="2875" y="1690"/>
                    </a:lnTo>
                    <a:lnTo>
                      <a:pt x="5262" y="0"/>
                    </a:lnTo>
                    <a:lnTo>
                      <a:pt x="2387" y="3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07" name="Surface mesh patch"/>
              <p:cNvSpPr/>
              <p:nvPr/>
            </p:nvSpPr>
            <p:spPr>
              <a:xfrm>
                <a:off x="9202739" y="1626743"/>
                <a:ext cx="50120" cy="169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6">
                    <a:moveTo>
                      <a:pt x="0" y="1776"/>
                    </a:moveTo>
                    <a:lnTo>
                      <a:pt x="2875" y="1683"/>
                    </a:lnTo>
                    <a:lnTo>
                      <a:pt x="5262" y="0"/>
                    </a:lnTo>
                    <a:lnTo>
                      <a:pt x="2387" y="79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08" name="Surface mesh patch"/>
              <p:cNvSpPr/>
              <p:nvPr/>
            </p:nvSpPr>
            <p:spPr>
              <a:xfrm>
                <a:off x="8027255" y="1682178"/>
                <a:ext cx="50120" cy="29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49">
                    <a:moveTo>
                      <a:pt x="0" y="0"/>
                    </a:moveTo>
                    <a:lnTo>
                      <a:pt x="2875" y="2278"/>
                    </a:lnTo>
                    <a:lnTo>
                      <a:pt x="5262" y="3049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09" name="Surface mesh patch"/>
              <p:cNvSpPr/>
              <p:nvPr/>
            </p:nvSpPr>
            <p:spPr>
              <a:xfrm>
                <a:off x="8077375" y="1711218"/>
                <a:ext cx="50120" cy="41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6">
                    <a:moveTo>
                      <a:pt x="0" y="0"/>
                    </a:moveTo>
                    <a:lnTo>
                      <a:pt x="2875" y="2694"/>
                    </a:lnTo>
                    <a:lnTo>
                      <a:pt x="5262" y="4326"/>
                    </a:lnTo>
                    <a:lnTo>
                      <a:pt x="2387" y="1303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0" name="Surface mesh patch"/>
              <p:cNvSpPr/>
              <p:nvPr/>
            </p:nvSpPr>
            <p:spPr>
              <a:xfrm>
                <a:off x="8127494" y="1752425"/>
                <a:ext cx="50120" cy="528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6">
                    <a:moveTo>
                      <a:pt x="0" y="0"/>
                    </a:moveTo>
                    <a:lnTo>
                      <a:pt x="2875" y="2955"/>
                    </a:lnTo>
                    <a:lnTo>
                      <a:pt x="5262" y="5546"/>
                    </a:lnTo>
                    <a:lnTo>
                      <a:pt x="2387" y="2249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1" name="Surface mesh patch"/>
              <p:cNvSpPr/>
              <p:nvPr/>
            </p:nvSpPr>
            <p:spPr>
              <a:xfrm>
                <a:off x="8177614" y="1805254"/>
                <a:ext cx="50120" cy="619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4">
                    <a:moveTo>
                      <a:pt x="0" y="0"/>
                    </a:moveTo>
                    <a:lnTo>
                      <a:pt x="2875" y="2993"/>
                    </a:lnTo>
                    <a:lnTo>
                      <a:pt x="5262" y="6504"/>
                    </a:lnTo>
                    <a:lnTo>
                      <a:pt x="2387" y="3196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2" name="Surface mesh patch"/>
              <p:cNvSpPr/>
              <p:nvPr/>
            </p:nvSpPr>
            <p:spPr>
              <a:xfrm>
                <a:off x="8227734" y="1867208"/>
                <a:ext cx="50120" cy="65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6">
                    <a:moveTo>
                      <a:pt x="0" y="0"/>
                    </a:moveTo>
                    <a:lnTo>
                      <a:pt x="2875" y="2732"/>
                    </a:lnTo>
                    <a:lnTo>
                      <a:pt x="5262" y="6906"/>
                    </a:lnTo>
                    <a:lnTo>
                      <a:pt x="2387" y="3941"/>
                    </a:lnTo>
                    <a:close/>
                  </a:path>
                </a:pathLst>
              </a:custGeom>
              <a:solidFill>
                <a:srgbClr val="829ffd"/>
              </a:solidFill>
              <a:ln w="3334" cap="flat" cmpd="sng" algn="ctr">
                <a:solidFill>
                  <a:srgbClr val="82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3" name="Surface mesh patch"/>
              <p:cNvSpPr/>
              <p:nvPr/>
            </p:nvSpPr>
            <p:spPr>
              <a:xfrm>
                <a:off x="8277853" y="1932991"/>
                <a:ext cx="50120" cy="61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3">
                    <a:moveTo>
                      <a:pt x="0" y="0"/>
                    </a:moveTo>
                    <a:lnTo>
                      <a:pt x="2875" y="2111"/>
                    </a:lnTo>
                    <a:lnTo>
                      <a:pt x="5262" y="6443"/>
                    </a:lnTo>
                    <a:lnTo>
                      <a:pt x="2387" y="4228"/>
                    </a:lnTo>
                    <a:close/>
                  </a:path>
                </a:pathLst>
              </a:custGeom>
              <a:solidFill>
                <a:srgbClr val="6983f4"/>
              </a:solidFill>
              <a:ln w="3334" cap="flat" cmpd="sng" algn="ctr">
                <a:solidFill>
                  <a:srgbClr val="6983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4" name="Surface mesh patch"/>
              <p:cNvSpPr/>
              <p:nvPr/>
            </p:nvSpPr>
            <p:spPr>
              <a:xfrm>
                <a:off x="8327973" y="1994356"/>
                <a:ext cx="50120" cy="468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0">
                    <a:moveTo>
                      <a:pt x="0" y="0"/>
                    </a:moveTo>
                    <a:lnTo>
                      <a:pt x="2875" y="1123"/>
                    </a:lnTo>
                    <a:lnTo>
                      <a:pt x="5262" y="4920"/>
                    </a:lnTo>
                    <a:lnTo>
                      <a:pt x="2387" y="3836"/>
                    </a:lnTo>
                    <a:close/>
                  </a:path>
                </a:pathLst>
              </a:custGeom>
              <a:solidFill>
                <a:srgbClr val="526aeb"/>
              </a:solidFill>
              <a:ln w="3334" cap="flat" cmpd="sng" algn="ctr">
                <a:solidFill>
                  <a:srgbClr val="526a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5" name="Surface mesh patch"/>
              <p:cNvSpPr/>
              <p:nvPr/>
            </p:nvSpPr>
            <p:spPr>
              <a:xfrm>
                <a:off x="8378093" y="2039859"/>
                <a:ext cx="50120" cy="269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7">
                    <a:moveTo>
                      <a:pt x="0" y="143"/>
                    </a:moveTo>
                    <a:lnTo>
                      <a:pt x="2875" y="0"/>
                    </a:lnTo>
                    <a:lnTo>
                      <a:pt x="5262" y="2549"/>
                    </a:lnTo>
                    <a:lnTo>
                      <a:pt x="2387" y="2827"/>
                    </a:lnTo>
                    <a:close/>
                  </a:path>
                </a:pathLst>
              </a:custGeom>
              <a:solidFill>
                <a:srgbClr val="445ae6"/>
              </a:solidFill>
              <a:ln w="3334" cap="flat" cmpd="sng" algn="ctr">
                <a:solidFill>
                  <a:srgbClr val="44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6" name="Surface mesh patch"/>
              <p:cNvSpPr/>
              <p:nvPr/>
            </p:nvSpPr>
            <p:spPr>
              <a:xfrm>
                <a:off x="8428212" y="2049961"/>
                <a:ext cx="50120" cy="22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4">
                    <a:moveTo>
                      <a:pt x="0" y="1488"/>
                    </a:moveTo>
                    <a:lnTo>
                      <a:pt x="2875" y="0"/>
                    </a:lnTo>
                    <a:lnTo>
                      <a:pt x="5262" y="774"/>
                    </a:lnTo>
                    <a:lnTo>
                      <a:pt x="2387" y="2394"/>
                    </a:lnTo>
                    <a:close/>
                  </a:path>
                </a:pathLst>
              </a:custGeom>
              <a:solidFill>
                <a:srgbClr val="4055e4"/>
              </a:solidFill>
              <a:ln w="3334" cap="flat" cmpd="sng" algn="ctr">
                <a:solidFill>
                  <a:srgbClr val="4055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7" name="Surface mesh patch"/>
              <p:cNvSpPr/>
              <p:nvPr/>
            </p:nvSpPr>
            <p:spPr>
              <a:xfrm>
                <a:off x="8478332" y="2021107"/>
                <a:ext cx="50120" cy="36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03">
                    <a:moveTo>
                      <a:pt x="0" y="3803"/>
                    </a:moveTo>
                    <a:lnTo>
                      <a:pt x="2875" y="1163"/>
                    </a:lnTo>
                    <a:lnTo>
                      <a:pt x="5262" y="0"/>
                    </a:lnTo>
                    <a:lnTo>
                      <a:pt x="2387" y="2639"/>
                    </a:lnTo>
                    <a:close/>
                  </a:path>
                </a:pathLst>
              </a:custGeom>
              <a:solidFill>
                <a:srgbClr val="485ee7"/>
              </a:solidFill>
              <a:ln w="3334" cap="flat" cmpd="sng" algn="ctr">
                <a:solidFill>
                  <a:srgbClr val="485e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8" name="Surface mesh patch"/>
              <p:cNvSpPr/>
              <p:nvPr/>
            </p:nvSpPr>
            <p:spPr>
              <a:xfrm>
                <a:off x="8528452" y="1962259"/>
                <a:ext cx="50120" cy="58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78">
                    <a:moveTo>
                      <a:pt x="0" y="6178"/>
                    </a:moveTo>
                    <a:lnTo>
                      <a:pt x="2875" y="2846"/>
                    </a:lnTo>
                    <a:lnTo>
                      <a:pt x="5262" y="0"/>
                    </a:lnTo>
                    <a:lnTo>
                      <a:pt x="2387" y="3091"/>
                    </a:lnTo>
                    <a:close/>
                  </a:path>
                </a:pathLst>
              </a:custGeom>
              <a:solidFill>
                <a:srgbClr val="5b73ef"/>
              </a:solidFill>
              <a:ln w="3334" cap="flat" cmpd="sng" algn="ctr">
                <a:solidFill>
                  <a:srgbClr val="5b73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19" name="Surface mesh patch"/>
              <p:cNvSpPr/>
              <p:nvPr/>
            </p:nvSpPr>
            <p:spPr>
              <a:xfrm>
                <a:off x="8578571" y="1892246"/>
                <a:ext cx="50120" cy="700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0">
                    <a:moveTo>
                      <a:pt x="0" y="7350"/>
                    </a:moveTo>
                    <a:lnTo>
                      <a:pt x="2875" y="3947"/>
                    </a:lnTo>
                    <a:lnTo>
                      <a:pt x="5262" y="0"/>
                    </a:lnTo>
                    <a:lnTo>
                      <a:pt x="2387" y="2880"/>
                    </a:lnTo>
                    <a:close/>
                  </a:path>
                </a:pathLst>
              </a:custGeom>
              <a:solidFill>
                <a:srgbClr val="7490f9"/>
              </a:solidFill>
              <a:ln w="3334" cap="flat" cmpd="sng" algn="ctr">
                <a:solidFill>
                  <a:srgbClr val="7490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20" name="Surface mesh patch"/>
              <p:cNvSpPr/>
              <p:nvPr/>
            </p:nvSpPr>
            <p:spPr>
              <a:xfrm>
                <a:off x="8628691" y="1823715"/>
                <a:ext cx="50120" cy="685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95">
                    <a:moveTo>
                      <a:pt x="0" y="7195"/>
                    </a:moveTo>
                    <a:lnTo>
                      <a:pt x="2875" y="4336"/>
                    </a:lnTo>
                    <a:lnTo>
                      <a:pt x="5262" y="0"/>
                    </a:lnTo>
                    <a:lnTo>
                      <a:pt x="2387" y="209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21" name="Surface mesh patch"/>
              <p:cNvSpPr/>
              <p:nvPr/>
            </p:nvSpPr>
            <p:spPr>
              <a:xfrm>
                <a:off x="8678810" y="1766878"/>
                <a:ext cx="50120" cy="56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7">
                    <a:moveTo>
                      <a:pt x="0" y="5967"/>
                    </a:moveTo>
                    <a:lnTo>
                      <a:pt x="2875" y="4094"/>
                    </a:lnTo>
                    <a:lnTo>
                      <a:pt x="5262" y="0"/>
                    </a:lnTo>
                    <a:lnTo>
                      <a:pt x="2387" y="983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22" name="Surface mesh patch"/>
              <p:cNvSpPr/>
              <p:nvPr/>
            </p:nvSpPr>
            <p:spPr>
              <a:xfrm>
                <a:off x="8728930" y="1725654"/>
                <a:ext cx="50120" cy="412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8">
                    <a:moveTo>
                      <a:pt x="0" y="4328"/>
                    </a:moveTo>
                    <a:lnTo>
                      <a:pt x="2875" y="3608"/>
                    </a:lnTo>
                    <a:lnTo>
                      <a:pt x="5262" y="1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23" name="Surface mesh patch"/>
              <p:cNvSpPr/>
              <p:nvPr/>
            </p:nvSpPr>
            <p:spPr>
              <a:xfrm>
                <a:off x="8779050" y="1694531"/>
                <a:ext cx="50120" cy="35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47">
                    <a:moveTo>
                      <a:pt x="0" y="3423"/>
                    </a:moveTo>
                    <a:lnTo>
                      <a:pt x="2875" y="3747"/>
                    </a:lnTo>
                    <a:lnTo>
                      <a:pt x="5262" y="10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24" name="Surface mesh patch"/>
              <p:cNvSpPr/>
              <p:nvPr/>
            </p:nvSpPr>
            <p:spPr>
              <a:xfrm>
                <a:off x="8829169" y="1680415"/>
                <a:ext cx="50120" cy="34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06">
                    <a:moveTo>
                      <a:pt x="0" y="2542"/>
                    </a:moveTo>
                    <a:lnTo>
                      <a:pt x="2875" y="3606"/>
                    </a:lnTo>
                    <a:lnTo>
                      <a:pt x="5262" y="15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25" name="Surface mesh patch"/>
              <p:cNvSpPr/>
              <p:nvPr/>
            </p:nvSpPr>
            <p:spPr>
              <a:xfrm>
                <a:off x="8879289" y="1677729"/>
                <a:ext cx="50120" cy="313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9">
                    <a:moveTo>
                      <a:pt x="0" y="1869"/>
                    </a:moveTo>
                    <a:lnTo>
                      <a:pt x="2875" y="3289"/>
                    </a:lnTo>
                    <a:lnTo>
                      <a:pt x="5262" y="17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26" name="Surface mesh patch"/>
              <p:cNvSpPr/>
              <p:nvPr/>
            </p:nvSpPr>
            <p:spPr>
              <a:xfrm>
                <a:off x="8929409" y="1680066"/>
                <a:ext cx="50120" cy="27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5">
                    <a:moveTo>
                      <a:pt x="0" y="1472"/>
                    </a:moveTo>
                    <a:lnTo>
                      <a:pt x="2875" y="2895"/>
                    </a:lnTo>
                    <a:lnTo>
                      <a:pt x="5262" y="15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27" name="Surface mesh patch"/>
              <p:cNvSpPr/>
              <p:nvPr/>
            </p:nvSpPr>
            <p:spPr>
              <a:xfrm>
                <a:off x="8979528" y="1681974"/>
                <a:ext cx="50120" cy="23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98">
                    <a:moveTo>
                      <a:pt x="0" y="1329"/>
                    </a:moveTo>
                    <a:lnTo>
                      <a:pt x="2875" y="2498"/>
                    </a:lnTo>
                    <a:lnTo>
                      <a:pt x="5262" y="11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28" name="Surface mesh patch"/>
              <p:cNvSpPr/>
              <p:nvPr/>
            </p:nvSpPr>
            <p:spPr>
              <a:xfrm>
                <a:off x="9029648" y="1679891"/>
                <a:ext cx="50120" cy="20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45">
                    <a:moveTo>
                      <a:pt x="0" y="1364"/>
                    </a:moveTo>
                    <a:lnTo>
                      <a:pt x="2875" y="2145"/>
                    </a:lnTo>
                    <a:lnTo>
                      <a:pt x="5262" y="6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29" name="Surface mesh patch"/>
              <p:cNvSpPr/>
              <p:nvPr/>
            </p:nvSpPr>
            <p:spPr>
              <a:xfrm>
                <a:off x="9079768" y="1672345"/>
                <a:ext cx="50120" cy="17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7">
                    <a:moveTo>
                      <a:pt x="0" y="1486"/>
                    </a:moveTo>
                    <a:lnTo>
                      <a:pt x="2875" y="1867"/>
                    </a:lnTo>
                    <a:lnTo>
                      <a:pt x="5262" y="2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30" name="Surface mesh patch"/>
              <p:cNvSpPr/>
              <p:nvPr/>
            </p:nvSpPr>
            <p:spPr>
              <a:xfrm>
                <a:off x="9129887" y="1659695"/>
                <a:ext cx="50120" cy="16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2">
                    <a:moveTo>
                      <a:pt x="0" y="1614"/>
                    </a:moveTo>
                    <a:lnTo>
                      <a:pt x="2875" y="1682"/>
                    </a:lnTo>
                    <a:lnTo>
                      <a:pt x="5262" y="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31" name="Surface mesh patch"/>
              <p:cNvSpPr/>
              <p:nvPr/>
            </p:nvSpPr>
            <p:spPr>
              <a:xfrm>
                <a:off x="9180007" y="1642769"/>
                <a:ext cx="50120" cy="16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">
                    <a:moveTo>
                      <a:pt x="0" y="1783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9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32" name="Surface mesh patch"/>
              <p:cNvSpPr/>
              <p:nvPr/>
            </p:nvSpPr>
            <p:spPr>
              <a:xfrm>
                <a:off x="8054643" y="1703873"/>
                <a:ext cx="50120" cy="330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5">
                    <a:moveTo>
                      <a:pt x="0" y="0"/>
                    </a:moveTo>
                    <a:lnTo>
                      <a:pt x="2875" y="2428"/>
                    </a:lnTo>
                    <a:lnTo>
                      <a:pt x="5262" y="3465"/>
                    </a:lnTo>
                    <a:lnTo>
                      <a:pt x="2387" y="771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33" name="Surface mesh patch"/>
              <p:cNvSpPr/>
              <p:nvPr/>
            </p:nvSpPr>
            <p:spPr>
              <a:xfrm>
                <a:off x="8104763" y="1736877"/>
                <a:ext cx="50120" cy="43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8">
                    <a:moveTo>
                      <a:pt x="0" y="0"/>
                    </a:moveTo>
                    <a:lnTo>
                      <a:pt x="2875" y="2679"/>
                    </a:lnTo>
                    <a:lnTo>
                      <a:pt x="5262" y="4588"/>
                    </a:lnTo>
                    <a:lnTo>
                      <a:pt x="2387" y="1632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34" name="Surface mesh patch"/>
              <p:cNvSpPr/>
              <p:nvPr/>
            </p:nvSpPr>
            <p:spPr>
              <a:xfrm>
                <a:off x="8154882" y="1780576"/>
                <a:ext cx="50120" cy="53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84">
                    <a:moveTo>
                      <a:pt x="0" y="0"/>
                    </a:moveTo>
                    <a:lnTo>
                      <a:pt x="2875" y="2732"/>
                    </a:lnTo>
                    <a:lnTo>
                      <a:pt x="5262" y="5584"/>
                    </a:lnTo>
                    <a:lnTo>
                      <a:pt x="2387" y="2591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35" name="Surface mesh patch"/>
              <p:cNvSpPr/>
              <p:nvPr/>
            </p:nvSpPr>
            <p:spPr>
              <a:xfrm>
                <a:off x="8205002" y="1833767"/>
                <a:ext cx="50120" cy="59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3">
                    <a:moveTo>
                      <a:pt x="0" y="0"/>
                    </a:moveTo>
                    <a:lnTo>
                      <a:pt x="2875" y="2527"/>
                    </a:lnTo>
                    <a:lnTo>
                      <a:pt x="5262" y="6243"/>
                    </a:lnTo>
                    <a:lnTo>
                      <a:pt x="2387" y="3511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36" name="Surface mesh patch"/>
              <p:cNvSpPr/>
              <p:nvPr/>
            </p:nvSpPr>
            <p:spPr>
              <a:xfrm>
                <a:off x="8255121" y="1893232"/>
                <a:ext cx="50120" cy="59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5">
                    <a:moveTo>
                      <a:pt x="0" y="0"/>
                    </a:moveTo>
                    <a:lnTo>
                      <a:pt x="2875" y="2011"/>
                    </a:lnTo>
                    <a:lnTo>
                      <a:pt x="5262" y="6285"/>
                    </a:lnTo>
                    <a:lnTo>
                      <a:pt x="2387" y="4174"/>
                    </a:lnTo>
                    <a:close/>
                  </a:path>
                </a:pathLst>
              </a:custGeom>
              <a:solidFill>
                <a:srgbClr val="7d9bfc"/>
              </a:solidFill>
              <a:ln w="3334" cap="flat" cmpd="sng" algn="ctr">
                <a:solidFill>
                  <a:srgbClr val="7d9b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37" name="Surface mesh patch"/>
              <p:cNvSpPr/>
              <p:nvPr/>
            </p:nvSpPr>
            <p:spPr>
              <a:xfrm>
                <a:off x="8305241" y="1953096"/>
                <a:ext cx="50120" cy="519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4">
                    <a:moveTo>
                      <a:pt x="0" y="0"/>
                    </a:moveTo>
                    <a:lnTo>
                      <a:pt x="2875" y="1159"/>
                    </a:lnTo>
                    <a:lnTo>
                      <a:pt x="5262" y="5454"/>
                    </a:lnTo>
                    <a:lnTo>
                      <a:pt x="2387" y="4332"/>
                    </a:lnTo>
                    <a:close/>
                  </a:path>
                </a:pathLst>
              </a:custGeom>
              <a:solidFill>
                <a:srgbClr val="6681f3"/>
              </a:solidFill>
              <a:ln w="3334" cap="flat" cmpd="sng" algn="ctr">
                <a:solidFill>
                  <a:srgbClr val="6681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38" name="Surface mesh patch"/>
              <p:cNvSpPr/>
              <p:nvPr/>
            </p:nvSpPr>
            <p:spPr>
              <a:xfrm>
                <a:off x="8355361" y="2005050"/>
                <a:ext cx="50120" cy="361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98">
                    <a:moveTo>
                      <a:pt x="0" y="0"/>
                    </a:moveTo>
                    <a:lnTo>
                      <a:pt x="2875" y="15"/>
                    </a:lnTo>
                    <a:lnTo>
                      <a:pt x="5262" y="3655"/>
                    </a:lnTo>
                    <a:lnTo>
                      <a:pt x="2387" y="3798"/>
                    </a:lnTo>
                    <a:close/>
                  </a:path>
                </a:pathLst>
              </a:custGeom>
              <a:solidFill>
                <a:srgbClr val="546cec"/>
              </a:solidFill>
              <a:ln w="3334" cap="flat" cmpd="sng" algn="ctr">
                <a:solidFill>
                  <a:srgbClr val="546c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39" name="Surface mesh patch"/>
              <p:cNvSpPr/>
              <p:nvPr/>
            </p:nvSpPr>
            <p:spPr>
              <a:xfrm>
                <a:off x="8405480" y="2027670"/>
                <a:ext cx="50120" cy="36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8">
                    <a:moveTo>
                      <a:pt x="0" y="1280"/>
                    </a:moveTo>
                    <a:lnTo>
                      <a:pt x="2875" y="0"/>
                    </a:lnTo>
                    <a:lnTo>
                      <a:pt x="5262" y="2340"/>
                    </a:lnTo>
                    <a:lnTo>
                      <a:pt x="2387" y="3828"/>
                    </a:lnTo>
                    <a:close/>
                  </a:path>
                </a:pathLst>
              </a:custGeom>
              <a:solidFill>
                <a:srgbClr val="4b61e8"/>
              </a:solidFill>
              <a:ln w="3334" cap="flat" cmpd="sng" algn="ctr">
                <a:solidFill>
                  <a:srgbClr val="4b61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40" name="Surface mesh patch"/>
              <p:cNvSpPr/>
              <p:nvPr/>
            </p:nvSpPr>
            <p:spPr>
              <a:xfrm>
                <a:off x="8455600" y="2026187"/>
                <a:ext cx="50120" cy="311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70">
                    <a:moveTo>
                      <a:pt x="0" y="2496"/>
                    </a:moveTo>
                    <a:lnTo>
                      <a:pt x="2875" y="0"/>
                    </a:lnTo>
                    <a:lnTo>
                      <a:pt x="5262" y="630"/>
                    </a:lnTo>
                    <a:lnTo>
                      <a:pt x="2387" y="3270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41" name="Surface mesh patch"/>
              <p:cNvSpPr/>
              <p:nvPr/>
            </p:nvSpPr>
            <p:spPr>
              <a:xfrm>
                <a:off x="8505720" y="1989367"/>
                <a:ext cx="50120" cy="42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6">
                    <a:moveTo>
                      <a:pt x="0" y="4496"/>
                    </a:moveTo>
                    <a:lnTo>
                      <a:pt x="2875" y="1123"/>
                    </a:lnTo>
                    <a:lnTo>
                      <a:pt x="5262" y="0"/>
                    </a:lnTo>
                    <a:lnTo>
                      <a:pt x="2387" y="3332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42" name="Surface mesh patch"/>
              <p:cNvSpPr/>
              <p:nvPr/>
            </p:nvSpPr>
            <p:spPr>
              <a:xfrm>
                <a:off x="8555839" y="1929841"/>
                <a:ext cx="50120" cy="595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9">
                    <a:moveTo>
                      <a:pt x="0" y="6249"/>
                    </a:moveTo>
                    <a:lnTo>
                      <a:pt x="2875" y="2544"/>
                    </a:lnTo>
                    <a:lnTo>
                      <a:pt x="5262" y="0"/>
                    </a:lnTo>
                    <a:lnTo>
                      <a:pt x="2387" y="3403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43" name="Surface mesh patch"/>
              <p:cNvSpPr/>
              <p:nvPr/>
            </p:nvSpPr>
            <p:spPr>
              <a:xfrm>
                <a:off x="8605959" y="1865012"/>
                <a:ext cx="50120" cy="64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06">
                    <a:moveTo>
                      <a:pt x="0" y="6806"/>
                    </a:moveTo>
                    <a:lnTo>
                      <a:pt x="2875" y="3385"/>
                    </a:lnTo>
                    <a:lnTo>
                      <a:pt x="5262" y="0"/>
                    </a:lnTo>
                    <a:lnTo>
                      <a:pt x="2387" y="2859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44" name="Surface mesh patch"/>
              <p:cNvSpPr/>
              <p:nvPr/>
            </p:nvSpPr>
            <p:spPr>
              <a:xfrm>
                <a:off x="8656079" y="1805874"/>
                <a:ext cx="50120" cy="591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09">
                    <a:moveTo>
                      <a:pt x="0" y="6209"/>
                    </a:moveTo>
                    <a:lnTo>
                      <a:pt x="2875" y="3591"/>
                    </a:lnTo>
                    <a:lnTo>
                      <a:pt x="5262" y="0"/>
                    </a:lnTo>
                    <a:lnTo>
                      <a:pt x="2387" y="1873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45" name="Surface mesh patch"/>
              <p:cNvSpPr/>
              <p:nvPr/>
            </p:nvSpPr>
            <p:spPr>
              <a:xfrm>
                <a:off x="8706198" y="1760025"/>
                <a:ext cx="50120" cy="45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4">
                    <a:moveTo>
                      <a:pt x="0" y="4814"/>
                    </a:moveTo>
                    <a:lnTo>
                      <a:pt x="2875" y="3295"/>
                    </a:lnTo>
                    <a:lnTo>
                      <a:pt x="5262" y="0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46" name="Surface mesh patch"/>
              <p:cNvSpPr/>
              <p:nvPr/>
            </p:nvSpPr>
            <p:spPr>
              <a:xfrm>
                <a:off x="8756318" y="1727132"/>
                <a:ext cx="50120" cy="328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53">
                    <a:moveTo>
                      <a:pt x="0" y="3453"/>
                    </a:moveTo>
                    <a:lnTo>
                      <a:pt x="2875" y="3055"/>
                    </a:lnTo>
                    <a:lnTo>
                      <a:pt x="5262" y="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47" name="Surface mesh patch"/>
              <p:cNvSpPr/>
              <p:nvPr/>
            </p:nvSpPr>
            <p:spPr>
              <a:xfrm>
                <a:off x="8806438" y="1704628"/>
                <a:ext cx="50120" cy="3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98">
                    <a:moveTo>
                      <a:pt x="0" y="2687"/>
                    </a:moveTo>
                    <a:lnTo>
                      <a:pt x="2875" y="3198"/>
                    </a:lnTo>
                    <a:lnTo>
                      <a:pt x="5262" y="10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48" name="Surface mesh patch"/>
              <p:cNvSpPr/>
              <p:nvPr/>
            </p:nvSpPr>
            <p:spPr>
              <a:xfrm>
                <a:off x="8856557" y="1695528"/>
                <a:ext cx="50120" cy="294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93">
                    <a:moveTo>
                      <a:pt x="0" y="2019"/>
                    </a:moveTo>
                    <a:lnTo>
                      <a:pt x="2875" y="3093"/>
                    </a:lnTo>
                    <a:lnTo>
                      <a:pt x="5262" y="1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49" name="Surface mesh patch"/>
              <p:cNvSpPr/>
              <p:nvPr/>
            </p:nvSpPr>
            <p:spPr>
              <a:xfrm>
                <a:off x="8906677" y="1694089"/>
                <a:ext cx="50120" cy="27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9">
                    <a:moveTo>
                      <a:pt x="0" y="1571"/>
                    </a:moveTo>
                    <a:lnTo>
                      <a:pt x="2875" y="2839"/>
                    </a:lnTo>
                    <a:lnTo>
                      <a:pt x="5262" y="1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0" name="Surface mesh patch"/>
              <p:cNvSpPr/>
              <p:nvPr/>
            </p:nvSpPr>
            <p:spPr>
              <a:xfrm>
                <a:off x="8956796" y="1694637"/>
                <a:ext cx="50120" cy="24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2">
                    <a:moveTo>
                      <a:pt x="0" y="1365"/>
                    </a:moveTo>
                    <a:lnTo>
                      <a:pt x="2875" y="2522"/>
                    </a:lnTo>
                    <a:lnTo>
                      <a:pt x="5262" y="11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1" name="Surface mesh patch"/>
              <p:cNvSpPr/>
              <p:nvPr/>
            </p:nvSpPr>
            <p:spPr>
              <a:xfrm>
                <a:off x="9006916" y="1692888"/>
                <a:ext cx="50120" cy="209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3">
                    <a:moveTo>
                      <a:pt x="0" y="1352"/>
                    </a:moveTo>
                    <a:lnTo>
                      <a:pt x="2875" y="2203"/>
                    </a:lnTo>
                    <a:lnTo>
                      <a:pt x="5262" y="7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2" name="Surface mesh patch"/>
              <p:cNvSpPr/>
              <p:nvPr/>
            </p:nvSpPr>
            <p:spPr>
              <a:xfrm>
                <a:off x="9057036" y="1686503"/>
                <a:ext cx="50120" cy="18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6">
                    <a:moveTo>
                      <a:pt x="0" y="1451"/>
                    </a:moveTo>
                    <a:lnTo>
                      <a:pt x="2875" y="1926"/>
                    </a:lnTo>
                    <a:lnTo>
                      <a:pt x="5262" y="3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3" name="Surface mesh patch"/>
              <p:cNvSpPr/>
              <p:nvPr/>
            </p:nvSpPr>
            <p:spPr>
              <a:xfrm>
                <a:off x="9107155" y="1675072"/>
                <a:ext cx="50120" cy="164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3">
                    <a:moveTo>
                      <a:pt x="0" y="1581"/>
                    </a:moveTo>
                    <a:lnTo>
                      <a:pt x="2875" y="1723"/>
                    </a:lnTo>
                    <a:lnTo>
                      <a:pt x="5262" y="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4" name="Surface mesh patch"/>
              <p:cNvSpPr/>
              <p:nvPr/>
            </p:nvSpPr>
            <p:spPr>
              <a:xfrm>
                <a:off x="9157275" y="1658928"/>
                <a:ext cx="50120" cy="167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3">
                    <a:moveTo>
                      <a:pt x="0" y="1763"/>
                    </a:moveTo>
                    <a:lnTo>
                      <a:pt x="2875" y="1701"/>
                    </a:lnTo>
                    <a:lnTo>
                      <a:pt x="5262" y="0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5" name="Surface mesh patch"/>
              <p:cNvSpPr/>
              <p:nvPr/>
            </p:nvSpPr>
            <p:spPr>
              <a:xfrm>
                <a:off x="8082031" y="1726997"/>
                <a:ext cx="50120" cy="35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6">
                    <a:moveTo>
                      <a:pt x="0" y="0"/>
                    </a:moveTo>
                    <a:lnTo>
                      <a:pt x="2875" y="2463"/>
                    </a:lnTo>
                    <a:lnTo>
                      <a:pt x="5262" y="3716"/>
                    </a:lnTo>
                    <a:lnTo>
                      <a:pt x="2387" y="1037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6" name="Surface mesh patch"/>
              <p:cNvSpPr/>
              <p:nvPr/>
            </p:nvSpPr>
            <p:spPr>
              <a:xfrm>
                <a:off x="8132150" y="1762395"/>
                <a:ext cx="50120" cy="442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1">
                    <a:moveTo>
                      <a:pt x="0" y="0"/>
                    </a:moveTo>
                    <a:lnTo>
                      <a:pt x="2875" y="2529"/>
                    </a:lnTo>
                    <a:lnTo>
                      <a:pt x="5262" y="4641"/>
                    </a:lnTo>
                    <a:lnTo>
                      <a:pt x="2387" y="1909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7" name="Surface mesh patch"/>
              <p:cNvSpPr/>
              <p:nvPr/>
            </p:nvSpPr>
            <p:spPr>
              <a:xfrm>
                <a:off x="8182270" y="1806597"/>
                <a:ext cx="50120" cy="512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80">
                    <a:moveTo>
                      <a:pt x="0" y="0"/>
                    </a:moveTo>
                    <a:lnTo>
                      <a:pt x="2875" y="2367"/>
                    </a:lnTo>
                    <a:lnTo>
                      <a:pt x="5262" y="5380"/>
                    </a:lnTo>
                    <a:lnTo>
                      <a:pt x="2387" y="2853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8" name="Surface mesh patch"/>
              <p:cNvSpPr/>
              <p:nvPr/>
            </p:nvSpPr>
            <p:spPr>
              <a:xfrm>
                <a:off x="8232390" y="1857841"/>
                <a:ext cx="50120" cy="545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7">
                    <a:moveTo>
                      <a:pt x="0" y="0"/>
                    </a:moveTo>
                    <a:lnTo>
                      <a:pt x="2875" y="1934"/>
                    </a:lnTo>
                    <a:lnTo>
                      <a:pt x="5262" y="5727"/>
                    </a:lnTo>
                    <a:lnTo>
                      <a:pt x="2387" y="3716"/>
                    </a:lnTo>
                    <a:close/>
                  </a:path>
                </a:pathLst>
              </a:custGeom>
              <a:solidFill>
                <a:srgbClr val="8ba9fd"/>
              </a:solidFill>
              <a:ln w="3334" cap="flat" cmpd="sng" algn="ctr">
                <a:solidFill>
                  <a:srgbClr val="8b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59" name="Surface mesh patch"/>
              <p:cNvSpPr/>
              <p:nvPr/>
            </p:nvSpPr>
            <p:spPr>
              <a:xfrm>
                <a:off x="8282509" y="1912388"/>
                <a:ext cx="50120" cy="517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33">
                    <a:moveTo>
                      <a:pt x="0" y="0"/>
                    </a:moveTo>
                    <a:lnTo>
                      <a:pt x="2875" y="1202"/>
                    </a:lnTo>
                    <a:lnTo>
                      <a:pt x="5262" y="5433"/>
                    </a:lnTo>
                    <a:lnTo>
                      <a:pt x="2387" y="4274"/>
                    </a:lnTo>
                    <a:close/>
                  </a:path>
                </a:pathLst>
              </a:custGeom>
              <a:solidFill>
                <a:srgbClr val="7b98fb"/>
              </a:solidFill>
              <a:ln w="3334" cap="flat" cmpd="sng" algn="ctr">
                <a:solidFill>
                  <a:srgbClr val="7b98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0" name="Surface mesh patch"/>
              <p:cNvSpPr/>
              <p:nvPr/>
            </p:nvSpPr>
            <p:spPr>
              <a:xfrm>
                <a:off x="8332629" y="1964134"/>
                <a:ext cx="50120" cy="41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1">
                    <a:moveTo>
                      <a:pt x="0" y="0"/>
                    </a:moveTo>
                    <a:lnTo>
                      <a:pt x="2875" y="189"/>
                    </a:lnTo>
                    <a:lnTo>
                      <a:pt x="5262" y="4311"/>
                    </a:lnTo>
                    <a:lnTo>
                      <a:pt x="2387" y="4296"/>
                    </a:lnTo>
                    <a:close/>
                  </a:path>
                </a:pathLst>
              </a:custGeom>
              <a:solidFill>
                <a:srgbClr val="6882f4"/>
              </a:solidFill>
              <a:ln w="3334" cap="flat" cmpd="sng" algn="ctr">
                <a:solidFill>
                  <a:srgbClr val="6882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1" name="Surface mesh patch"/>
              <p:cNvSpPr/>
              <p:nvPr/>
            </p:nvSpPr>
            <p:spPr>
              <a:xfrm>
                <a:off x="8382749" y="1995526"/>
                <a:ext cx="50120" cy="443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4">
                    <a:moveTo>
                      <a:pt x="0" y="1015"/>
                    </a:moveTo>
                    <a:lnTo>
                      <a:pt x="2875" y="0"/>
                    </a:lnTo>
                    <a:lnTo>
                      <a:pt x="5262" y="3375"/>
                    </a:lnTo>
                    <a:lnTo>
                      <a:pt x="2387" y="4654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2" name="Surface mesh patch"/>
              <p:cNvSpPr/>
              <p:nvPr/>
            </p:nvSpPr>
            <p:spPr>
              <a:xfrm>
                <a:off x="8432868" y="2006414"/>
                <a:ext cx="50120" cy="435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72">
                    <a:moveTo>
                      <a:pt x="0" y="2232"/>
                    </a:moveTo>
                    <a:lnTo>
                      <a:pt x="2875" y="0"/>
                    </a:lnTo>
                    <a:lnTo>
                      <a:pt x="5262" y="2076"/>
                    </a:lnTo>
                    <a:lnTo>
                      <a:pt x="2387" y="4572"/>
                    </a:lnTo>
                    <a:close/>
                  </a:path>
                </a:pathLst>
              </a:custGeom>
              <a:solidFill>
                <a:srgbClr val="556eec"/>
              </a:solidFill>
              <a:ln w="3334" cap="flat" cmpd="sng" algn="ctr">
                <a:solidFill>
                  <a:srgbClr val="556e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3" name="Surface mesh patch"/>
              <p:cNvSpPr/>
              <p:nvPr/>
            </p:nvSpPr>
            <p:spPr>
              <a:xfrm>
                <a:off x="8482988" y="1995449"/>
                <a:ext cx="50120" cy="367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57">
                    <a:moveTo>
                      <a:pt x="0" y="3227"/>
                    </a:moveTo>
                    <a:lnTo>
                      <a:pt x="2875" y="0"/>
                    </a:lnTo>
                    <a:lnTo>
                      <a:pt x="5262" y="484"/>
                    </a:lnTo>
                    <a:lnTo>
                      <a:pt x="2387" y="3857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4" name="Surface mesh patch"/>
              <p:cNvSpPr/>
              <p:nvPr/>
            </p:nvSpPr>
            <p:spPr>
              <a:xfrm>
                <a:off x="8533107" y="1954076"/>
                <a:ext cx="50120" cy="459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28">
                    <a:moveTo>
                      <a:pt x="0" y="4828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3705"/>
                    </a:lnTo>
                    <a:close/>
                  </a:path>
                </a:pathLst>
              </a:custGeom>
              <a:solidFill>
                <a:srgbClr val="6883f4"/>
              </a:solidFill>
              <a:ln w="3334" cap="flat" cmpd="sng" algn="ctr">
                <a:solidFill>
                  <a:srgbClr val="6883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5" name="Surface mesh patch"/>
              <p:cNvSpPr/>
              <p:nvPr/>
            </p:nvSpPr>
            <p:spPr>
              <a:xfrm>
                <a:off x="8583227" y="1897251"/>
                <a:ext cx="50120" cy="568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6">
                    <a:moveTo>
                      <a:pt x="0" y="5966"/>
                    </a:moveTo>
                    <a:lnTo>
                      <a:pt x="2875" y="2212"/>
                    </a:lnTo>
                    <a:lnTo>
                      <a:pt x="5262" y="0"/>
                    </a:lnTo>
                    <a:lnTo>
                      <a:pt x="2387" y="3422"/>
                    </a:lnTo>
                    <a:close/>
                  </a:path>
                </a:pathLst>
              </a:custGeom>
              <a:solidFill>
                <a:srgbClr val="7c9afc"/>
              </a:solidFill>
              <a:ln w="3334" cap="flat" cmpd="sng" algn="ctr">
                <a:solidFill>
                  <a:srgbClr val="7c9a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6" name="Surface mesh patch"/>
              <p:cNvSpPr/>
              <p:nvPr/>
            </p:nvSpPr>
            <p:spPr>
              <a:xfrm>
                <a:off x="8633347" y="1840081"/>
                <a:ext cx="50120" cy="57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02">
                    <a:moveTo>
                      <a:pt x="0" y="6002"/>
                    </a:moveTo>
                    <a:lnTo>
                      <a:pt x="2875" y="2829"/>
                    </a:lnTo>
                    <a:lnTo>
                      <a:pt x="5262" y="0"/>
                    </a:lnTo>
                    <a:lnTo>
                      <a:pt x="2387" y="2617"/>
                    </a:lnTo>
                    <a:close/>
                  </a:path>
                </a:pathLst>
              </a:custGeom>
              <a:solidFill>
                <a:srgbClr val="8daafd"/>
              </a:solidFill>
              <a:ln w="3334" cap="flat" cmpd="sng" algn="ctr">
                <a:solidFill>
                  <a:srgbClr val="8d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7" name="Surface mesh patch"/>
              <p:cNvSpPr/>
              <p:nvPr/>
            </p:nvSpPr>
            <p:spPr>
              <a:xfrm>
                <a:off x="8683466" y="1791411"/>
                <a:ext cx="50120" cy="48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0">
                    <a:moveTo>
                      <a:pt x="0" y="5110"/>
                    </a:moveTo>
                    <a:lnTo>
                      <a:pt x="2875" y="2913"/>
                    </a:lnTo>
                    <a:lnTo>
                      <a:pt x="5262" y="0"/>
                    </a:lnTo>
                    <a:lnTo>
                      <a:pt x="2387" y="1518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8" name="Surface mesh patch"/>
              <p:cNvSpPr/>
              <p:nvPr/>
            </p:nvSpPr>
            <p:spPr>
              <a:xfrm>
                <a:off x="8733586" y="1756231"/>
                <a:ext cx="50120" cy="35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3">
                    <a:moveTo>
                      <a:pt x="0" y="3693"/>
                    </a:moveTo>
                    <a:lnTo>
                      <a:pt x="2875" y="2621"/>
                    </a:lnTo>
                    <a:lnTo>
                      <a:pt x="5262" y="0"/>
                    </a:lnTo>
                    <a:lnTo>
                      <a:pt x="2387" y="398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69" name="Surface mesh patch"/>
              <p:cNvSpPr/>
              <p:nvPr/>
            </p:nvSpPr>
            <p:spPr>
              <a:xfrm>
                <a:off x="8783706" y="1730225"/>
                <a:ext cx="50120" cy="260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0">
                    <a:moveTo>
                      <a:pt x="0" y="2730"/>
                    </a:moveTo>
                    <a:lnTo>
                      <a:pt x="2875" y="2678"/>
                    </a:lnTo>
                    <a:lnTo>
                      <a:pt x="5262" y="5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0" name="Surface mesh patch"/>
              <p:cNvSpPr/>
              <p:nvPr/>
            </p:nvSpPr>
            <p:spPr>
              <a:xfrm>
                <a:off x="8833825" y="1714761"/>
                <a:ext cx="50120" cy="268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19">
                    <a:moveTo>
                      <a:pt x="0" y="2134"/>
                    </a:moveTo>
                    <a:lnTo>
                      <a:pt x="2875" y="2819"/>
                    </a:lnTo>
                    <a:lnTo>
                      <a:pt x="5262" y="10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1" name="Surface mesh patch"/>
              <p:cNvSpPr/>
              <p:nvPr/>
            </p:nvSpPr>
            <p:spPr>
              <a:xfrm>
                <a:off x="8883945" y="1709056"/>
                <a:ext cx="50120" cy="26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6">
                    <a:moveTo>
                      <a:pt x="0" y="1672"/>
                    </a:moveTo>
                    <a:lnTo>
                      <a:pt x="2875" y="2736"/>
                    </a:lnTo>
                    <a:lnTo>
                      <a:pt x="5262" y="12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2" name="Surface mesh patch"/>
              <p:cNvSpPr/>
              <p:nvPr/>
            </p:nvSpPr>
            <p:spPr>
              <a:xfrm>
                <a:off x="8934065" y="1707640"/>
                <a:ext cx="50120" cy="24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1">
                    <a:moveTo>
                      <a:pt x="0" y="1416"/>
                    </a:moveTo>
                    <a:lnTo>
                      <a:pt x="2875" y="2521"/>
                    </a:lnTo>
                    <a:lnTo>
                      <a:pt x="5262" y="11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3" name="Surface mesh patch"/>
              <p:cNvSpPr/>
              <p:nvPr/>
            </p:nvSpPr>
            <p:spPr>
              <a:xfrm>
                <a:off x="8984184" y="1705764"/>
                <a:ext cx="50120" cy="214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2">
                    <a:moveTo>
                      <a:pt x="0" y="1353"/>
                    </a:moveTo>
                    <a:lnTo>
                      <a:pt x="2875" y="2252"/>
                    </a:lnTo>
                    <a:lnTo>
                      <a:pt x="5262" y="8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4" name="Surface mesh patch"/>
              <p:cNvSpPr/>
              <p:nvPr/>
            </p:nvSpPr>
            <p:spPr>
              <a:xfrm>
                <a:off x="9034304" y="1700322"/>
                <a:ext cx="50120" cy="18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7">
                    <a:moveTo>
                      <a:pt x="0" y="1422"/>
                    </a:moveTo>
                    <a:lnTo>
                      <a:pt x="2875" y="1987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5" name="Surface mesh patch"/>
              <p:cNvSpPr/>
              <p:nvPr/>
            </p:nvSpPr>
            <p:spPr>
              <a:xfrm>
                <a:off x="9084424" y="1690126"/>
                <a:ext cx="50120" cy="16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1">
                    <a:moveTo>
                      <a:pt x="0" y="1546"/>
                    </a:moveTo>
                    <a:lnTo>
                      <a:pt x="2875" y="1771"/>
                    </a:lnTo>
                    <a:lnTo>
                      <a:pt x="5262" y="1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6" name="Surface mesh patch"/>
              <p:cNvSpPr/>
              <p:nvPr/>
            </p:nvSpPr>
            <p:spPr>
              <a:xfrm>
                <a:off x="9134543" y="1675133"/>
                <a:ext cx="50120" cy="163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7">
                    <a:moveTo>
                      <a:pt x="0" y="1717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62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7" name="Surface mesh patch"/>
              <p:cNvSpPr/>
              <p:nvPr/>
            </p:nvSpPr>
            <p:spPr>
              <a:xfrm>
                <a:off x="8109418" y="1750460"/>
                <a:ext cx="50120" cy="36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2">
                    <a:moveTo>
                      <a:pt x="0" y="0"/>
                    </a:moveTo>
                    <a:lnTo>
                      <a:pt x="2875" y="2380"/>
                    </a:lnTo>
                    <a:lnTo>
                      <a:pt x="5262" y="3782"/>
                    </a:lnTo>
                    <a:lnTo>
                      <a:pt x="2387" y="1253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8" name="Surface mesh patch"/>
              <p:cNvSpPr/>
              <p:nvPr/>
            </p:nvSpPr>
            <p:spPr>
              <a:xfrm>
                <a:off x="8159538" y="1786484"/>
                <a:ext cx="50120" cy="426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8">
                    <a:moveTo>
                      <a:pt x="0" y="0"/>
                    </a:moveTo>
                    <a:lnTo>
                      <a:pt x="2875" y="2254"/>
                    </a:lnTo>
                    <a:lnTo>
                      <a:pt x="5262" y="4478"/>
                    </a:lnTo>
                    <a:lnTo>
                      <a:pt x="2387" y="211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79" name="Surface mesh patch"/>
              <p:cNvSpPr/>
              <p:nvPr/>
            </p:nvSpPr>
            <p:spPr>
              <a:xfrm>
                <a:off x="8209658" y="1829139"/>
                <a:ext cx="50120" cy="4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7">
                    <a:moveTo>
                      <a:pt x="0" y="0"/>
                    </a:moveTo>
                    <a:lnTo>
                      <a:pt x="2875" y="1887"/>
                    </a:lnTo>
                    <a:lnTo>
                      <a:pt x="5262" y="4947"/>
                    </a:lnTo>
                    <a:lnTo>
                      <a:pt x="2387" y="3013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0" name="Surface mesh patch"/>
              <p:cNvSpPr/>
              <p:nvPr/>
            </p:nvSpPr>
            <p:spPr>
              <a:xfrm>
                <a:off x="8259777" y="1876259"/>
                <a:ext cx="50120" cy="47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96">
                    <a:moveTo>
                      <a:pt x="0" y="0"/>
                    </a:moveTo>
                    <a:lnTo>
                      <a:pt x="2875" y="1260"/>
                    </a:lnTo>
                    <a:lnTo>
                      <a:pt x="5262" y="4996"/>
                    </a:lnTo>
                    <a:lnTo>
                      <a:pt x="2387" y="3793"/>
                    </a:lnTo>
                    <a:close/>
                  </a:path>
                </a:pathLst>
              </a:custGeom>
              <a:solidFill>
                <a:srgbClr val="8aa7fd"/>
              </a:solidFill>
              <a:ln w="3334" cap="flat" cmpd="sng" algn="ctr">
                <a:solidFill>
                  <a:srgbClr val="8a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1" name="Surface mesh patch"/>
              <p:cNvSpPr/>
              <p:nvPr/>
            </p:nvSpPr>
            <p:spPr>
              <a:xfrm>
                <a:off x="8309897" y="1923842"/>
                <a:ext cx="50120" cy="420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9">
                    <a:moveTo>
                      <a:pt x="0" y="0"/>
                    </a:moveTo>
                    <a:lnTo>
                      <a:pt x="2875" y="373"/>
                    </a:lnTo>
                    <a:lnTo>
                      <a:pt x="5262" y="4419"/>
                    </a:lnTo>
                    <a:lnTo>
                      <a:pt x="2387" y="4230"/>
                    </a:lnTo>
                    <a:close/>
                  </a:path>
                </a:pathLst>
              </a:custGeom>
              <a:solidFill>
                <a:srgbClr val="7c99fc"/>
              </a:solidFill>
              <a:ln w="3334" cap="flat" cmpd="sng" algn="ctr">
                <a:solidFill>
                  <a:srgbClr val="7c99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2" name="Surface mesh patch"/>
              <p:cNvSpPr/>
              <p:nvPr/>
            </p:nvSpPr>
            <p:spPr>
              <a:xfrm>
                <a:off x="8360017" y="1959110"/>
                <a:ext cx="50120" cy="46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8">
                    <a:moveTo>
                      <a:pt x="0" y="717"/>
                    </a:moveTo>
                    <a:lnTo>
                      <a:pt x="2875" y="0"/>
                    </a:lnTo>
                    <a:lnTo>
                      <a:pt x="5262" y="3823"/>
                    </a:lnTo>
                    <a:lnTo>
                      <a:pt x="2387" y="4838"/>
                    </a:lnTo>
                    <a:close/>
                  </a:path>
                </a:pathLst>
              </a:custGeom>
              <a:solidFill>
                <a:srgbClr val="6d88f6"/>
              </a:solidFill>
              <a:ln w="3334" cap="flat" cmpd="sng" algn="ctr">
                <a:solidFill>
                  <a:srgbClr val="6d88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3" name="Surface mesh patch"/>
              <p:cNvSpPr/>
              <p:nvPr/>
            </p:nvSpPr>
            <p:spPr>
              <a:xfrm>
                <a:off x="8410136" y="1977605"/>
                <a:ext cx="50120" cy="500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56">
                    <a:moveTo>
                      <a:pt x="0" y="1881"/>
                    </a:moveTo>
                    <a:lnTo>
                      <a:pt x="2875" y="0"/>
                    </a:lnTo>
                    <a:lnTo>
                      <a:pt x="5262" y="3025"/>
                    </a:lnTo>
                    <a:lnTo>
                      <a:pt x="2387" y="5256"/>
                    </a:lnTo>
                    <a:close/>
                  </a:path>
                </a:pathLst>
              </a:custGeom>
              <a:solidFill>
                <a:srgbClr val="647ef2"/>
              </a:solidFill>
              <a:ln w="3334" cap="flat" cmpd="sng" algn="ctr">
                <a:solidFill>
                  <a:srgbClr val="647e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4" name="Surface mesh patch"/>
              <p:cNvSpPr/>
              <p:nvPr/>
            </p:nvSpPr>
            <p:spPr>
              <a:xfrm>
                <a:off x="8460256" y="1978533"/>
                <a:ext cx="50120" cy="476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03">
                    <a:moveTo>
                      <a:pt x="0" y="2927"/>
                    </a:moveTo>
                    <a:lnTo>
                      <a:pt x="2875" y="0"/>
                    </a:lnTo>
                    <a:lnTo>
                      <a:pt x="5262" y="1776"/>
                    </a:lnTo>
                    <a:lnTo>
                      <a:pt x="2387" y="5003"/>
                    </a:lnTo>
                    <a:close/>
                  </a:path>
                </a:pathLst>
              </a:custGeom>
              <a:solidFill>
                <a:srgbClr val="637ef2"/>
              </a:solidFill>
              <a:ln w="3334" cap="flat" cmpd="sng" algn="ctr">
                <a:solidFill>
                  <a:srgbClr val="637e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5" name="Surface mesh patch"/>
              <p:cNvSpPr/>
              <p:nvPr/>
            </p:nvSpPr>
            <p:spPr>
              <a:xfrm>
                <a:off x="8510376" y="1960798"/>
                <a:ext cx="50120" cy="392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2">
                    <a:moveTo>
                      <a:pt x="0" y="3638"/>
                    </a:moveTo>
                    <a:lnTo>
                      <a:pt x="2875" y="0"/>
                    </a:lnTo>
                    <a:lnTo>
                      <a:pt x="5262" y="344"/>
                    </a:lnTo>
                    <a:lnTo>
                      <a:pt x="2387" y="4122"/>
                    </a:lnTo>
                    <a:close/>
                  </a:path>
                </a:pathLst>
              </a:custGeom>
              <a:solidFill>
                <a:srgbClr val="6b87f5"/>
              </a:solidFill>
              <a:ln w="3334" cap="flat" cmpd="sng" algn="ctr">
                <a:solidFill>
                  <a:srgbClr val="6b87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6" name="Surface mesh patch"/>
              <p:cNvSpPr/>
              <p:nvPr/>
            </p:nvSpPr>
            <p:spPr>
              <a:xfrm>
                <a:off x="8560495" y="1918317"/>
                <a:ext cx="50120" cy="457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4">
                    <a:moveTo>
                      <a:pt x="0" y="4804"/>
                    </a:moveTo>
                    <a:lnTo>
                      <a:pt x="2875" y="956"/>
                    </a:lnTo>
                    <a:lnTo>
                      <a:pt x="5262" y="0"/>
                    </a:lnTo>
                    <a:lnTo>
                      <a:pt x="2387" y="3754"/>
                    </a:lnTo>
                    <a:close/>
                  </a:path>
                </a:pathLst>
              </a:custGeom>
              <a:solidFill>
                <a:srgbClr val="7a98fb"/>
              </a:solidFill>
              <a:ln w="3334" cap="flat" cmpd="sng" algn="ctr">
                <a:solidFill>
                  <a:srgbClr val="7a98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7" name="Surface mesh patch"/>
              <p:cNvSpPr/>
              <p:nvPr/>
            </p:nvSpPr>
            <p:spPr>
              <a:xfrm>
                <a:off x="8610615" y="1867026"/>
                <a:ext cx="50120" cy="51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85">
                    <a:moveTo>
                      <a:pt x="0" y="5385"/>
                    </a:moveTo>
                    <a:lnTo>
                      <a:pt x="2875" y="1876"/>
                    </a:lnTo>
                    <a:lnTo>
                      <a:pt x="5262" y="0"/>
                    </a:lnTo>
                    <a:lnTo>
                      <a:pt x="2387" y="3173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8" name="Surface mesh patch"/>
              <p:cNvSpPr/>
              <p:nvPr/>
            </p:nvSpPr>
            <p:spPr>
              <a:xfrm>
                <a:off x="8660735" y="1819159"/>
                <a:ext cx="50120" cy="47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5">
                    <a:moveTo>
                      <a:pt x="0" y="5025"/>
                    </a:moveTo>
                    <a:lnTo>
                      <a:pt x="2875" y="2316"/>
                    </a:lnTo>
                    <a:lnTo>
                      <a:pt x="5262" y="0"/>
                    </a:lnTo>
                    <a:lnTo>
                      <a:pt x="2387" y="2197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89" name="Surface mesh patch"/>
              <p:cNvSpPr/>
              <p:nvPr/>
            </p:nvSpPr>
            <p:spPr>
              <a:xfrm>
                <a:off x="8710854" y="1781194"/>
                <a:ext cx="50120" cy="379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6">
                    <a:moveTo>
                      <a:pt x="0" y="3986"/>
                    </a:moveTo>
                    <a:lnTo>
                      <a:pt x="2875" y="2332"/>
                    </a:lnTo>
                    <a:lnTo>
                      <a:pt x="5262" y="0"/>
                    </a:lnTo>
                    <a:lnTo>
                      <a:pt x="2387" y="1073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0" name="Surface mesh patch"/>
              <p:cNvSpPr/>
              <p:nvPr/>
            </p:nvSpPr>
            <p:spPr>
              <a:xfrm>
                <a:off x="8760974" y="1755736"/>
                <a:ext cx="50120" cy="25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73">
                    <a:moveTo>
                      <a:pt x="0" y="2673"/>
                    </a:moveTo>
                    <a:lnTo>
                      <a:pt x="2875" y="2084"/>
                    </a:lnTo>
                    <a:lnTo>
                      <a:pt x="5262" y="0"/>
                    </a:lnTo>
                    <a:lnTo>
                      <a:pt x="2387" y="52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1" name="Surface mesh patch"/>
              <p:cNvSpPr/>
              <p:nvPr/>
            </p:nvSpPr>
            <p:spPr>
              <a:xfrm>
                <a:off x="8811093" y="1735085"/>
                <a:ext cx="50120" cy="23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5">
                    <a:moveTo>
                      <a:pt x="0" y="2168"/>
                    </a:moveTo>
                    <a:lnTo>
                      <a:pt x="2875" y="2445"/>
                    </a:lnTo>
                    <a:lnTo>
                      <a:pt x="5262" y="6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2" name="Surface mesh patch"/>
              <p:cNvSpPr/>
              <p:nvPr/>
            </p:nvSpPr>
            <p:spPr>
              <a:xfrm>
                <a:off x="8861213" y="1724984"/>
                <a:ext cx="50120" cy="24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64">
                    <a:moveTo>
                      <a:pt x="0" y="1746"/>
                    </a:moveTo>
                    <a:lnTo>
                      <a:pt x="2875" y="2564"/>
                    </a:lnTo>
                    <a:lnTo>
                      <a:pt x="5262" y="10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3" name="Surface mesh patch"/>
              <p:cNvSpPr/>
              <p:nvPr/>
            </p:nvSpPr>
            <p:spPr>
              <a:xfrm>
                <a:off x="8911333" y="1721130"/>
                <a:ext cx="50120" cy="23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0">
                    <a:moveTo>
                      <a:pt x="0" y="1468"/>
                    </a:moveTo>
                    <a:lnTo>
                      <a:pt x="2875" y="2480"/>
                    </a:lnTo>
                    <a:lnTo>
                      <a:pt x="5262" y="1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4" name="Surface mesh patch"/>
              <p:cNvSpPr/>
              <p:nvPr/>
            </p:nvSpPr>
            <p:spPr>
              <a:xfrm>
                <a:off x="8961452" y="1718655"/>
                <a:ext cx="50120" cy="21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2">
                    <a:moveTo>
                      <a:pt x="0" y="1365"/>
                    </a:moveTo>
                    <a:lnTo>
                      <a:pt x="2875" y="2282"/>
                    </a:lnTo>
                    <a:lnTo>
                      <a:pt x="5262" y="8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5" name="Surface mesh patch"/>
              <p:cNvSpPr/>
              <p:nvPr/>
            </p:nvSpPr>
            <p:spPr>
              <a:xfrm>
                <a:off x="9011572" y="1713868"/>
                <a:ext cx="50120" cy="194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3">
                    <a:moveTo>
                      <a:pt x="0" y="1401"/>
                    </a:moveTo>
                    <a:lnTo>
                      <a:pt x="2875" y="2043"/>
                    </a:lnTo>
                    <a:lnTo>
                      <a:pt x="5262" y="5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6" name="Surface mesh patch"/>
              <p:cNvSpPr/>
              <p:nvPr/>
            </p:nvSpPr>
            <p:spPr>
              <a:xfrm>
                <a:off x="9061692" y="1704849"/>
                <a:ext cx="50120" cy="173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4">
                    <a:moveTo>
                      <a:pt x="0" y="1512"/>
                    </a:moveTo>
                    <a:lnTo>
                      <a:pt x="2875" y="1824"/>
                    </a:lnTo>
                    <a:lnTo>
                      <a:pt x="5262" y="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7" name="Surface mesh patch"/>
              <p:cNvSpPr/>
              <p:nvPr/>
            </p:nvSpPr>
            <p:spPr>
              <a:xfrm>
                <a:off x="9111811" y="1691300"/>
                <a:ext cx="50120" cy="16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5">
                    <a:moveTo>
                      <a:pt x="0" y="1648"/>
                    </a:moveTo>
                    <a:lnTo>
                      <a:pt x="2875" y="1685"/>
                    </a:lnTo>
                    <a:lnTo>
                      <a:pt x="5262" y="0"/>
                    </a:lnTo>
                    <a:lnTo>
                      <a:pt x="2387" y="19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8" name="Surface mesh patch"/>
              <p:cNvSpPr/>
              <p:nvPr/>
            </p:nvSpPr>
            <p:spPr>
              <a:xfrm>
                <a:off x="8136806" y="1773129"/>
                <a:ext cx="50120" cy="348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6">
                    <a:moveTo>
                      <a:pt x="0" y="0"/>
                    </a:moveTo>
                    <a:lnTo>
                      <a:pt x="2875" y="2183"/>
                    </a:lnTo>
                    <a:lnTo>
                      <a:pt x="5262" y="3656"/>
                    </a:lnTo>
                    <a:lnTo>
                      <a:pt x="2387" y="1402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99" name="Surface mesh patch"/>
              <p:cNvSpPr/>
              <p:nvPr/>
            </p:nvSpPr>
            <p:spPr>
              <a:xfrm>
                <a:off x="8186926" y="1807950"/>
                <a:ext cx="50120" cy="391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12">
                    <a:moveTo>
                      <a:pt x="0" y="0"/>
                    </a:moveTo>
                    <a:lnTo>
                      <a:pt x="2875" y="1874"/>
                    </a:lnTo>
                    <a:lnTo>
                      <a:pt x="5262" y="4112"/>
                    </a:lnTo>
                    <a:lnTo>
                      <a:pt x="2387" y="2225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0" name="Surface mesh patch"/>
              <p:cNvSpPr/>
              <p:nvPr/>
            </p:nvSpPr>
            <p:spPr>
              <a:xfrm>
                <a:off x="8237046" y="1847116"/>
                <a:ext cx="50120" cy="41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9">
                    <a:moveTo>
                      <a:pt x="0" y="0"/>
                    </a:moveTo>
                    <a:lnTo>
                      <a:pt x="2875" y="1332"/>
                    </a:lnTo>
                    <a:lnTo>
                      <a:pt x="5262" y="4319"/>
                    </a:lnTo>
                    <a:lnTo>
                      <a:pt x="2387" y="3060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1" name="Surface mesh patch"/>
              <p:cNvSpPr/>
              <p:nvPr/>
            </p:nvSpPr>
            <p:spPr>
              <a:xfrm>
                <a:off x="8287165" y="1888256"/>
                <a:ext cx="50120" cy="39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9">
                    <a:moveTo>
                      <a:pt x="0" y="0"/>
                    </a:moveTo>
                    <a:lnTo>
                      <a:pt x="2875" y="561"/>
                    </a:lnTo>
                    <a:lnTo>
                      <a:pt x="5262" y="4109"/>
                    </a:lnTo>
                    <a:lnTo>
                      <a:pt x="2387" y="373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2" name="Surface mesh patch"/>
              <p:cNvSpPr/>
              <p:nvPr/>
            </p:nvSpPr>
            <p:spPr>
              <a:xfrm>
                <a:off x="8337285" y="1923518"/>
                <a:ext cx="50120" cy="424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53">
                    <a:moveTo>
                      <a:pt x="0" y="407"/>
                    </a:moveTo>
                    <a:lnTo>
                      <a:pt x="2875" y="0"/>
                    </a:lnTo>
                    <a:lnTo>
                      <a:pt x="5262" y="3737"/>
                    </a:lnTo>
                    <a:lnTo>
                      <a:pt x="2387" y="4453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3" name="Surface mesh patch"/>
              <p:cNvSpPr/>
              <p:nvPr/>
            </p:nvSpPr>
            <p:spPr>
              <a:xfrm>
                <a:off x="8387404" y="1944978"/>
                <a:ext cx="50120" cy="505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7">
                    <a:moveTo>
                      <a:pt x="0" y="1484"/>
                    </a:moveTo>
                    <a:lnTo>
                      <a:pt x="2875" y="0"/>
                    </a:lnTo>
                    <a:lnTo>
                      <a:pt x="5262" y="3425"/>
                    </a:lnTo>
                    <a:lnTo>
                      <a:pt x="2387" y="5307"/>
                    </a:lnTo>
                    <a:close/>
                  </a:path>
                </a:pathLst>
              </a:custGeom>
              <a:solidFill>
                <a:srgbClr val="7592f9"/>
              </a:solidFill>
              <a:ln w="3334" cap="flat" cmpd="sng" algn="ctr">
                <a:solidFill>
                  <a:srgbClr val="7592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4" name="Surface mesh patch"/>
              <p:cNvSpPr/>
              <p:nvPr/>
            </p:nvSpPr>
            <p:spPr>
              <a:xfrm>
                <a:off x="8437524" y="1953612"/>
                <a:ext cx="50120" cy="528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4">
                    <a:moveTo>
                      <a:pt x="0" y="2519"/>
                    </a:moveTo>
                    <a:lnTo>
                      <a:pt x="2875" y="0"/>
                    </a:lnTo>
                    <a:lnTo>
                      <a:pt x="5262" y="2616"/>
                    </a:lnTo>
                    <a:lnTo>
                      <a:pt x="2387" y="5544"/>
                    </a:lnTo>
                    <a:close/>
                  </a:path>
                </a:pathLst>
              </a:custGeom>
              <a:solidFill>
                <a:srgbClr val="718df7"/>
              </a:solidFill>
              <a:ln w="3334" cap="flat" cmpd="sng" algn="ctr">
                <a:solidFill>
                  <a:srgbClr val="718d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5" name="Surface mesh patch"/>
              <p:cNvSpPr/>
              <p:nvPr/>
            </p:nvSpPr>
            <p:spPr>
              <a:xfrm>
                <a:off x="8487644" y="1946878"/>
                <a:ext cx="50120" cy="48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9">
                    <a:moveTo>
                      <a:pt x="0" y="3323"/>
                    </a:moveTo>
                    <a:lnTo>
                      <a:pt x="2875" y="0"/>
                    </a:lnTo>
                    <a:lnTo>
                      <a:pt x="5262" y="1461"/>
                    </a:lnTo>
                    <a:lnTo>
                      <a:pt x="2387" y="5099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6" name="Surface mesh patch"/>
              <p:cNvSpPr/>
              <p:nvPr/>
            </p:nvSpPr>
            <p:spPr>
              <a:xfrm>
                <a:off x="8537763" y="1925359"/>
                <a:ext cx="50120" cy="38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5">
                    <a:moveTo>
                      <a:pt x="0" y="3721"/>
                    </a:moveTo>
                    <a:lnTo>
                      <a:pt x="2875" y="0"/>
                    </a:lnTo>
                    <a:lnTo>
                      <a:pt x="5262" y="216"/>
                    </a:lnTo>
                    <a:lnTo>
                      <a:pt x="2387" y="4065"/>
                    </a:lnTo>
                    <a:close/>
                  </a:path>
                </a:pathLst>
              </a:custGeom>
              <a:solidFill>
                <a:srgbClr val="7d9bfc"/>
              </a:solidFill>
              <a:ln w="3334" cap="flat" cmpd="sng" algn="ctr">
                <a:solidFill>
                  <a:srgbClr val="7d9b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7" name="Surface mesh patch"/>
              <p:cNvSpPr/>
              <p:nvPr/>
            </p:nvSpPr>
            <p:spPr>
              <a:xfrm>
                <a:off x="8587883" y="1884898"/>
                <a:ext cx="50120" cy="425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64">
                    <a:moveTo>
                      <a:pt x="0" y="4464"/>
                    </a:moveTo>
                    <a:lnTo>
                      <a:pt x="2875" y="852"/>
                    </a:lnTo>
                    <a:lnTo>
                      <a:pt x="5262" y="0"/>
                    </a:lnTo>
                    <a:lnTo>
                      <a:pt x="2387" y="3509"/>
                    </a:lnTo>
                    <a:close/>
                  </a:path>
                </a:pathLst>
              </a:custGeom>
              <a:solidFill>
                <a:srgbClr val="88a6fd"/>
              </a:solidFill>
              <a:ln w="3334" cap="flat" cmpd="sng" algn="ctr">
                <a:solidFill>
                  <a:srgbClr val="88a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8" name="Surface mesh patch"/>
              <p:cNvSpPr/>
              <p:nvPr/>
            </p:nvSpPr>
            <p:spPr>
              <a:xfrm>
                <a:off x="8638003" y="1841220"/>
                <a:ext cx="50120" cy="436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6">
                    <a:moveTo>
                      <a:pt x="0" y="4586"/>
                    </a:moveTo>
                    <a:lnTo>
                      <a:pt x="2875" y="1562"/>
                    </a:lnTo>
                    <a:lnTo>
                      <a:pt x="5262" y="0"/>
                    </a:lnTo>
                    <a:lnTo>
                      <a:pt x="2387" y="2709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09" name="Surface mesh patch"/>
              <p:cNvSpPr/>
              <p:nvPr/>
            </p:nvSpPr>
            <p:spPr>
              <a:xfrm>
                <a:off x="8688122" y="1803403"/>
                <a:ext cx="50120" cy="378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0">
                    <a:moveTo>
                      <a:pt x="0" y="3970"/>
                    </a:moveTo>
                    <a:lnTo>
                      <a:pt x="2875" y="1871"/>
                    </a:lnTo>
                    <a:lnTo>
                      <a:pt x="5262" y="0"/>
                    </a:lnTo>
                    <a:lnTo>
                      <a:pt x="2387" y="1654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0" name="Surface mesh patch"/>
              <p:cNvSpPr/>
              <p:nvPr/>
            </p:nvSpPr>
            <p:spPr>
              <a:xfrm>
                <a:off x="8738242" y="1775590"/>
                <a:ext cx="50120" cy="27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0">
                    <a:moveTo>
                      <a:pt x="0" y="2920"/>
                    </a:moveTo>
                    <a:lnTo>
                      <a:pt x="2875" y="1862"/>
                    </a:lnTo>
                    <a:lnTo>
                      <a:pt x="5262" y="0"/>
                    </a:lnTo>
                    <a:lnTo>
                      <a:pt x="2387" y="588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1" name="Surface mesh patch"/>
              <p:cNvSpPr/>
              <p:nvPr/>
            </p:nvSpPr>
            <p:spPr>
              <a:xfrm>
                <a:off x="8788362" y="1755736"/>
                <a:ext cx="50120" cy="19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4">
                    <a:moveTo>
                      <a:pt x="0" y="2084"/>
                    </a:moveTo>
                    <a:lnTo>
                      <a:pt x="2875" y="1963"/>
                    </a:lnTo>
                    <a:lnTo>
                      <a:pt x="5262" y="2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2" name="Surface mesh patch"/>
              <p:cNvSpPr/>
              <p:nvPr/>
            </p:nvSpPr>
            <p:spPr>
              <a:xfrm>
                <a:off x="8838481" y="1741615"/>
                <a:ext cx="50120" cy="21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8">
                    <a:moveTo>
                      <a:pt x="0" y="1760"/>
                    </a:moveTo>
                    <a:lnTo>
                      <a:pt x="2875" y="2308"/>
                    </a:lnTo>
                    <a:lnTo>
                      <a:pt x="5262" y="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3" name="Surface mesh patch"/>
              <p:cNvSpPr/>
              <p:nvPr/>
            </p:nvSpPr>
            <p:spPr>
              <a:xfrm>
                <a:off x="8888601" y="1735117"/>
                <a:ext cx="50120" cy="22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83">
                    <a:moveTo>
                      <a:pt x="0" y="1501"/>
                    </a:moveTo>
                    <a:lnTo>
                      <a:pt x="2875" y="2383"/>
                    </a:lnTo>
                    <a:lnTo>
                      <a:pt x="5262" y="10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4" name="Surface mesh patch"/>
              <p:cNvSpPr/>
              <p:nvPr/>
            </p:nvSpPr>
            <p:spPr>
              <a:xfrm>
                <a:off x="8938721" y="1731653"/>
                <a:ext cx="50120" cy="21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1">
                    <a:moveTo>
                      <a:pt x="0" y="1375"/>
                    </a:moveTo>
                    <a:lnTo>
                      <a:pt x="2875" y="2281"/>
                    </a:lnTo>
                    <a:lnTo>
                      <a:pt x="5262" y="9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5" name="Surface mesh patch"/>
              <p:cNvSpPr/>
              <p:nvPr/>
            </p:nvSpPr>
            <p:spPr>
              <a:xfrm>
                <a:off x="8988840" y="1727210"/>
                <a:ext cx="50120" cy="198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7">
                    <a:moveTo>
                      <a:pt x="0" y="1383"/>
                    </a:moveTo>
                    <a:lnTo>
                      <a:pt x="2875" y="2087"/>
                    </a:lnTo>
                    <a:lnTo>
                      <a:pt x="5262" y="6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6" name="Surface mesh patch"/>
              <p:cNvSpPr/>
              <p:nvPr/>
            </p:nvSpPr>
            <p:spPr>
              <a:xfrm>
                <a:off x="9038960" y="1719247"/>
                <a:ext cx="50120" cy="17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1478"/>
                    </a:moveTo>
                    <a:lnTo>
                      <a:pt x="2875" y="1876"/>
                    </a:lnTo>
                    <a:lnTo>
                      <a:pt x="5262" y="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7" name="Surface mesh patch"/>
              <p:cNvSpPr/>
              <p:nvPr/>
            </p:nvSpPr>
            <p:spPr>
              <a:xfrm>
                <a:off x="9089079" y="1706996"/>
                <a:ext cx="50120" cy="162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4">
                    <a:moveTo>
                      <a:pt x="0" y="1598"/>
                    </a:moveTo>
                    <a:lnTo>
                      <a:pt x="2875" y="1704"/>
                    </a:lnTo>
                    <a:lnTo>
                      <a:pt x="5262" y="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8" name="Surface mesh patch"/>
              <p:cNvSpPr/>
              <p:nvPr/>
            </p:nvSpPr>
            <p:spPr>
              <a:xfrm>
                <a:off x="8164194" y="1793921"/>
                <a:ext cx="50120" cy="31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6">
                    <a:moveTo>
                      <a:pt x="0" y="0"/>
                    </a:moveTo>
                    <a:lnTo>
                      <a:pt x="2875" y="1887"/>
                    </a:lnTo>
                    <a:lnTo>
                      <a:pt x="5262" y="3346"/>
                    </a:lnTo>
                    <a:lnTo>
                      <a:pt x="2387" y="1473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19" name="Surface mesh patch"/>
              <p:cNvSpPr/>
              <p:nvPr/>
            </p:nvSpPr>
            <p:spPr>
              <a:xfrm>
                <a:off x="8214314" y="1825796"/>
                <a:ext cx="50120" cy="340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1">
                    <a:moveTo>
                      <a:pt x="0" y="0"/>
                    </a:moveTo>
                    <a:lnTo>
                      <a:pt x="2875" y="1420"/>
                    </a:lnTo>
                    <a:lnTo>
                      <a:pt x="5262" y="3571"/>
                    </a:lnTo>
                    <a:lnTo>
                      <a:pt x="2387" y="2238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20" name="Surface mesh patch"/>
              <p:cNvSpPr/>
              <p:nvPr/>
            </p:nvSpPr>
            <p:spPr>
              <a:xfrm>
                <a:off x="8264433" y="1859807"/>
                <a:ext cx="50120" cy="337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8">
                    <a:moveTo>
                      <a:pt x="0" y="0"/>
                    </a:moveTo>
                    <a:lnTo>
                      <a:pt x="2875" y="747"/>
                    </a:lnTo>
                    <a:lnTo>
                      <a:pt x="5262" y="3548"/>
                    </a:lnTo>
                    <a:lnTo>
                      <a:pt x="2387" y="2987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21" name="Surface mesh patch"/>
              <p:cNvSpPr/>
              <p:nvPr/>
            </p:nvSpPr>
            <p:spPr>
              <a:xfrm>
                <a:off x="8314553" y="1892609"/>
                <a:ext cx="50120" cy="347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2">
                    <a:moveTo>
                      <a:pt x="0" y="104"/>
                    </a:moveTo>
                    <a:lnTo>
                      <a:pt x="2875" y="0"/>
                    </a:lnTo>
                    <a:lnTo>
                      <a:pt x="5262" y="3245"/>
                    </a:lnTo>
                    <a:lnTo>
                      <a:pt x="2387" y="3652"/>
                    </a:lnTo>
                    <a:close/>
                  </a:path>
                </a:pathLst>
              </a:custGeom>
              <a:solidFill>
                <a:srgbClr val="8caafd"/>
              </a:solidFill>
              <a:ln w="3334" cap="flat" cmpd="sng" algn="ctr">
                <a:solidFill>
                  <a:srgbClr val="8c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22" name="Surface mesh patch"/>
              <p:cNvSpPr/>
              <p:nvPr/>
            </p:nvSpPr>
            <p:spPr>
              <a:xfrm>
                <a:off x="8364673" y="1913288"/>
                <a:ext cx="50120" cy="45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1">
                    <a:moveTo>
                      <a:pt x="0" y="1074"/>
                    </a:moveTo>
                    <a:lnTo>
                      <a:pt x="2875" y="0"/>
                    </a:lnTo>
                    <a:lnTo>
                      <a:pt x="5262" y="3327"/>
                    </a:lnTo>
                    <a:lnTo>
                      <a:pt x="2387" y="4811"/>
                    </a:lnTo>
                    <a:close/>
                  </a:path>
                </a:pathLst>
              </a:custGeom>
              <a:solidFill>
                <a:srgbClr val="85a2fd"/>
              </a:solidFill>
              <a:ln w="3334" cap="flat" cmpd="sng" algn="ctr">
                <a:solidFill>
                  <a:srgbClr val="85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23" name="Surface mesh patch"/>
              <p:cNvSpPr/>
              <p:nvPr/>
            </p:nvSpPr>
            <p:spPr>
              <a:xfrm>
                <a:off x="8414792" y="1925421"/>
                <a:ext cx="50120" cy="52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79">
                    <a:moveTo>
                      <a:pt x="0" y="2053"/>
                    </a:moveTo>
                    <a:lnTo>
                      <a:pt x="2875" y="0"/>
                    </a:lnTo>
                    <a:lnTo>
                      <a:pt x="5262" y="2960"/>
                    </a:lnTo>
                    <a:lnTo>
                      <a:pt x="2387" y="5479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24" name="Surface mesh patch"/>
              <p:cNvSpPr/>
              <p:nvPr/>
            </p:nvSpPr>
            <p:spPr>
              <a:xfrm>
                <a:off x="8464912" y="1926110"/>
                <a:ext cx="50120" cy="52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04">
                    <a:moveTo>
                      <a:pt x="0" y="2887"/>
                    </a:moveTo>
                    <a:lnTo>
                      <a:pt x="2875" y="0"/>
                    </a:lnTo>
                    <a:lnTo>
                      <a:pt x="5262" y="2180"/>
                    </a:lnTo>
                    <a:lnTo>
                      <a:pt x="2387" y="5504"/>
                    </a:lnTo>
                    <a:close/>
                  </a:path>
                </a:pathLst>
              </a:custGeom>
              <a:solidFill>
                <a:srgbClr val="7f9dfd"/>
              </a:solidFill>
              <a:ln w="3334" cap="flat" cmpd="sng" algn="ctr">
                <a:solidFill>
                  <a:srgbClr val="7f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25" name="Surface mesh patch"/>
              <p:cNvSpPr/>
              <p:nvPr/>
            </p:nvSpPr>
            <p:spPr>
              <a:xfrm>
                <a:off x="8515032" y="1914389"/>
                <a:ext cx="50120" cy="464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72">
                    <a:moveTo>
                      <a:pt x="0" y="3411"/>
                    </a:moveTo>
                    <a:lnTo>
                      <a:pt x="2875" y="0"/>
                    </a:lnTo>
                    <a:lnTo>
                      <a:pt x="5262" y="1152"/>
                    </a:lnTo>
                    <a:lnTo>
                      <a:pt x="2387" y="4872"/>
                    </a:lnTo>
                    <a:close/>
                  </a:path>
                </a:pathLst>
              </a:custGeom>
              <a:solidFill>
                <a:srgbClr val="83a1fd"/>
              </a:solidFill>
              <a:ln w="3334" cap="flat" cmpd="sng" algn="ctr">
                <a:solidFill>
                  <a:srgbClr val="83a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26" name="Surface mesh patch"/>
              <p:cNvSpPr/>
              <p:nvPr/>
            </p:nvSpPr>
            <p:spPr>
              <a:xfrm>
                <a:off x="8565151" y="1892015"/>
                <a:ext cx="50120" cy="35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7">
                    <a:moveTo>
                      <a:pt x="0" y="3501"/>
                    </a:moveTo>
                    <a:lnTo>
                      <a:pt x="2875" y="0"/>
                    </a:lnTo>
                    <a:lnTo>
                      <a:pt x="5262" y="104"/>
                    </a:lnTo>
                    <a:lnTo>
                      <a:pt x="2387" y="3717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27" name="Surface mesh patch"/>
              <p:cNvSpPr/>
              <p:nvPr/>
            </p:nvSpPr>
            <p:spPr>
              <a:xfrm>
                <a:off x="8615271" y="1856098"/>
                <a:ext cx="50120" cy="36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5">
                    <a:moveTo>
                      <a:pt x="0" y="3875"/>
                    </a:moveTo>
                    <a:lnTo>
                      <a:pt x="2875" y="748"/>
                    </a:lnTo>
                    <a:lnTo>
                      <a:pt x="5262" y="0"/>
                    </a:lnTo>
                    <a:lnTo>
                      <a:pt x="2387" y="3024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28" name="Surface mesh patch"/>
              <p:cNvSpPr/>
              <p:nvPr/>
            </p:nvSpPr>
            <p:spPr>
              <a:xfrm>
                <a:off x="8665390" y="1821228"/>
                <a:ext cx="50120" cy="34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1">
                    <a:moveTo>
                      <a:pt x="0" y="3661"/>
                    </a:moveTo>
                    <a:lnTo>
                      <a:pt x="2875" y="1287"/>
                    </a:lnTo>
                    <a:lnTo>
                      <a:pt x="5262" y="0"/>
                    </a:lnTo>
                    <a:lnTo>
                      <a:pt x="2387" y="2099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29" name="Surface mesh patch"/>
              <p:cNvSpPr/>
              <p:nvPr/>
            </p:nvSpPr>
            <p:spPr>
              <a:xfrm>
                <a:off x="8715510" y="1793330"/>
                <a:ext cx="50120" cy="2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9">
                    <a:moveTo>
                      <a:pt x="0" y="2929"/>
                    </a:moveTo>
                    <a:lnTo>
                      <a:pt x="2875" y="1509"/>
                    </a:lnTo>
                    <a:lnTo>
                      <a:pt x="5262" y="0"/>
                    </a:lnTo>
                    <a:lnTo>
                      <a:pt x="2387" y="1058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30" name="Surface mesh patch"/>
              <p:cNvSpPr/>
              <p:nvPr/>
            </p:nvSpPr>
            <p:spPr>
              <a:xfrm>
                <a:off x="8765630" y="1774433"/>
                <a:ext cx="50120" cy="18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4">
                    <a:moveTo>
                      <a:pt x="0" y="1984"/>
                    </a:moveTo>
                    <a:lnTo>
                      <a:pt x="2875" y="1509"/>
                    </a:lnTo>
                    <a:lnTo>
                      <a:pt x="5262" y="0"/>
                    </a:lnTo>
                    <a:lnTo>
                      <a:pt x="2387" y="121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31" name="Surface mesh patch"/>
              <p:cNvSpPr/>
              <p:nvPr/>
            </p:nvSpPr>
            <p:spPr>
              <a:xfrm>
                <a:off x="8815749" y="1758377"/>
                <a:ext cx="50120" cy="18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3">
                    <a:moveTo>
                      <a:pt x="0" y="1686"/>
                    </a:moveTo>
                    <a:lnTo>
                      <a:pt x="2875" y="1963"/>
                    </a:lnTo>
                    <a:lnTo>
                      <a:pt x="5262" y="5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32" name="Surface mesh patch"/>
              <p:cNvSpPr/>
              <p:nvPr/>
            </p:nvSpPr>
            <p:spPr>
              <a:xfrm>
                <a:off x="8865869" y="1749410"/>
                <a:ext cx="50120" cy="211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20">
                    <a:moveTo>
                      <a:pt x="0" y="1489"/>
                    </a:moveTo>
                    <a:lnTo>
                      <a:pt x="2875" y="2220"/>
                    </a:lnTo>
                    <a:lnTo>
                      <a:pt x="5262" y="8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33" name="Surface mesh patch"/>
              <p:cNvSpPr/>
              <p:nvPr/>
            </p:nvSpPr>
            <p:spPr>
              <a:xfrm>
                <a:off x="8915989" y="1744754"/>
                <a:ext cx="50120" cy="21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38">
                    <a:moveTo>
                      <a:pt x="0" y="1371"/>
                    </a:moveTo>
                    <a:lnTo>
                      <a:pt x="2875" y="2238"/>
                    </a:lnTo>
                    <a:lnTo>
                      <a:pt x="5262" y="9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34" name="Surface mesh patch"/>
              <p:cNvSpPr/>
              <p:nvPr/>
            </p:nvSpPr>
            <p:spPr>
              <a:xfrm>
                <a:off x="8966108" y="1740387"/>
                <a:ext cx="50120" cy="201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1">
                    <a:moveTo>
                      <a:pt x="0" y="1364"/>
                    </a:moveTo>
                    <a:lnTo>
                      <a:pt x="2875" y="2111"/>
                    </a:lnTo>
                    <a:lnTo>
                      <a:pt x="5262" y="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35" name="Surface mesh patch"/>
              <p:cNvSpPr/>
              <p:nvPr/>
            </p:nvSpPr>
            <p:spPr>
              <a:xfrm>
                <a:off x="9016228" y="1733330"/>
                <a:ext cx="50120" cy="183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45"/>
                    </a:moveTo>
                    <a:lnTo>
                      <a:pt x="2875" y="1923"/>
                    </a:lnTo>
                    <a:lnTo>
                      <a:pt x="5262" y="3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36" name="Surface mesh patch"/>
              <p:cNvSpPr/>
              <p:nvPr/>
            </p:nvSpPr>
            <p:spPr>
              <a:xfrm>
                <a:off x="9066348" y="1722220"/>
                <a:ext cx="50120" cy="166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5">
                    <a:moveTo>
                      <a:pt x="0" y="1564"/>
                    </a:moveTo>
                    <a:lnTo>
                      <a:pt x="2875" y="1745"/>
                    </a:lnTo>
                    <a:lnTo>
                      <a:pt x="5262" y="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37" name="Surface mesh patch"/>
              <p:cNvSpPr/>
              <p:nvPr/>
            </p:nvSpPr>
            <p:spPr>
              <a:xfrm>
                <a:off x="8191582" y="1811899"/>
                <a:ext cx="50120" cy="274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9">
                    <a:moveTo>
                      <a:pt x="0" y="0"/>
                    </a:moveTo>
                    <a:lnTo>
                      <a:pt x="2875" y="1518"/>
                    </a:lnTo>
                    <a:lnTo>
                      <a:pt x="5262" y="2879"/>
                    </a:lnTo>
                    <a:lnTo>
                      <a:pt x="2387" y="1459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38" name="Surface mesh patch"/>
              <p:cNvSpPr/>
              <p:nvPr/>
            </p:nvSpPr>
            <p:spPr>
              <a:xfrm>
                <a:off x="8241701" y="1839318"/>
                <a:ext cx="50120" cy="27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9">
                    <a:moveTo>
                      <a:pt x="0" y="0"/>
                    </a:moveTo>
                    <a:lnTo>
                      <a:pt x="2875" y="929"/>
                    </a:lnTo>
                    <a:lnTo>
                      <a:pt x="5262" y="2899"/>
                    </a:lnTo>
                    <a:lnTo>
                      <a:pt x="2387" y="2151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39" name="Surface mesh patch"/>
              <p:cNvSpPr/>
              <p:nvPr/>
            </p:nvSpPr>
            <p:spPr>
              <a:xfrm>
                <a:off x="8291821" y="1866927"/>
                <a:ext cx="50120" cy="26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00">
                    <a:moveTo>
                      <a:pt x="0" y="0"/>
                    </a:moveTo>
                    <a:lnTo>
                      <a:pt x="2875" y="182"/>
                    </a:lnTo>
                    <a:lnTo>
                      <a:pt x="5262" y="2696"/>
                    </a:lnTo>
                    <a:lnTo>
                      <a:pt x="2387" y="280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40" name="Surface mesh patch"/>
              <p:cNvSpPr/>
              <p:nvPr/>
            </p:nvSpPr>
            <p:spPr>
              <a:xfrm>
                <a:off x="8341941" y="1886133"/>
                <a:ext cx="50120" cy="373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25">
                    <a:moveTo>
                      <a:pt x="0" y="680"/>
                    </a:moveTo>
                    <a:lnTo>
                      <a:pt x="2875" y="0"/>
                    </a:lnTo>
                    <a:lnTo>
                      <a:pt x="5262" y="2851"/>
                    </a:lnTo>
                    <a:lnTo>
                      <a:pt x="2387" y="3925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41" name="Surface mesh patch"/>
              <p:cNvSpPr/>
              <p:nvPr/>
            </p:nvSpPr>
            <p:spPr>
              <a:xfrm>
                <a:off x="8392060" y="1898278"/>
                <a:ext cx="50120" cy="46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3">
                    <a:moveTo>
                      <a:pt x="0" y="1576"/>
                    </a:moveTo>
                    <a:lnTo>
                      <a:pt x="2875" y="0"/>
                    </a:lnTo>
                    <a:lnTo>
                      <a:pt x="5262" y="2850"/>
                    </a:lnTo>
                    <a:lnTo>
                      <a:pt x="2387" y="4903"/>
                    </a:lnTo>
                    <a:close/>
                  </a:path>
                </a:pathLst>
              </a:custGeom>
              <a:solidFill>
                <a:srgbClr val="8ca9fd"/>
              </a:solidFill>
              <a:ln w="3334" cap="flat" cmpd="sng" algn="ctr">
                <a:solidFill>
                  <a:srgbClr val="8c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42" name="Surface mesh patch"/>
              <p:cNvSpPr/>
              <p:nvPr/>
            </p:nvSpPr>
            <p:spPr>
              <a:xfrm>
                <a:off x="8442180" y="1902674"/>
                <a:ext cx="50120" cy="50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48">
                    <a:moveTo>
                      <a:pt x="0" y="2388"/>
                    </a:moveTo>
                    <a:lnTo>
                      <a:pt x="2875" y="0"/>
                    </a:lnTo>
                    <a:lnTo>
                      <a:pt x="5262" y="2460"/>
                    </a:lnTo>
                    <a:lnTo>
                      <a:pt x="2387" y="5348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43" name="Surface mesh patch"/>
              <p:cNvSpPr/>
              <p:nvPr/>
            </p:nvSpPr>
            <p:spPr>
              <a:xfrm>
                <a:off x="8492300" y="1897766"/>
                <a:ext cx="50120" cy="49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56">
                    <a:moveTo>
                      <a:pt x="0" y="2976"/>
                    </a:moveTo>
                    <a:lnTo>
                      <a:pt x="2875" y="0"/>
                    </a:lnTo>
                    <a:lnTo>
                      <a:pt x="5262" y="1745"/>
                    </a:lnTo>
                    <a:lnTo>
                      <a:pt x="2387" y="515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44" name="Surface mesh patch"/>
              <p:cNvSpPr/>
              <p:nvPr/>
            </p:nvSpPr>
            <p:spPr>
              <a:xfrm>
                <a:off x="8542419" y="1883796"/>
                <a:ext cx="50120" cy="41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64">
                    <a:moveTo>
                      <a:pt x="0" y="3212"/>
                    </a:moveTo>
                    <a:lnTo>
                      <a:pt x="2875" y="0"/>
                    </a:lnTo>
                    <a:lnTo>
                      <a:pt x="5262" y="863"/>
                    </a:lnTo>
                    <a:lnTo>
                      <a:pt x="2387" y="4364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45" name="Surface mesh patch"/>
              <p:cNvSpPr/>
              <p:nvPr/>
            </p:nvSpPr>
            <p:spPr>
              <a:xfrm>
                <a:off x="8592539" y="1863135"/>
                <a:ext cx="50120" cy="298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37">
                    <a:moveTo>
                      <a:pt x="0" y="3032"/>
                    </a:moveTo>
                    <a:lnTo>
                      <a:pt x="2875" y="0"/>
                    </a:lnTo>
                    <a:lnTo>
                      <a:pt x="5262" y="10"/>
                    </a:lnTo>
                    <a:lnTo>
                      <a:pt x="2387" y="3137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46" name="Surface mesh patch"/>
              <p:cNvSpPr/>
              <p:nvPr/>
            </p:nvSpPr>
            <p:spPr>
              <a:xfrm>
                <a:off x="8642659" y="1833483"/>
                <a:ext cx="50120" cy="297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23">
                    <a:moveTo>
                      <a:pt x="0" y="3123"/>
                    </a:moveTo>
                    <a:lnTo>
                      <a:pt x="2875" y="655"/>
                    </a:lnTo>
                    <a:lnTo>
                      <a:pt x="5262" y="0"/>
                    </a:lnTo>
                    <a:lnTo>
                      <a:pt x="2387" y="2374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47" name="Surface mesh patch"/>
              <p:cNvSpPr/>
              <p:nvPr/>
            </p:nvSpPr>
            <p:spPr>
              <a:xfrm>
                <a:off x="8692778" y="1807708"/>
                <a:ext cx="50120" cy="25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6">
                    <a:moveTo>
                      <a:pt x="0" y="2706"/>
                    </a:moveTo>
                    <a:lnTo>
                      <a:pt x="2875" y="1062"/>
                    </a:lnTo>
                    <a:lnTo>
                      <a:pt x="5262" y="0"/>
                    </a:lnTo>
                    <a:lnTo>
                      <a:pt x="2387" y="1419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48" name="Surface mesh patch"/>
              <p:cNvSpPr/>
              <p:nvPr/>
            </p:nvSpPr>
            <p:spPr>
              <a:xfrm>
                <a:off x="8742898" y="1788810"/>
                <a:ext cx="50120" cy="18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4">
                    <a:moveTo>
                      <a:pt x="0" y="1984"/>
                    </a:moveTo>
                    <a:lnTo>
                      <a:pt x="2875" y="1237"/>
                    </a:lnTo>
                    <a:lnTo>
                      <a:pt x="5262" y="0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49" name="Surface mesh patch"/>
              <p:cNvSpPr/>
              <p:nvPr/>
            </p:nvSpPr>
            <p:spPr>
              <a:xfrm>
                <a:off x="8793018" y="1774433"/>
                <a:ext cx="50120" cy="147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46">
                    <a:moveTo>
                      <a:pt x="0" y="1509"/>
                    </a:moveTo>
                    <a:lnTo>
                      <a:pt x="2875" y="1546"/>
                    </a:lnTo>
                    <a:lnTo>
                      <a:pt x="5262" y="2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50" name="Surface mesh patch"/>
              <p:cNvSpPr/>
              <p:nvPr/>
            </p:nvSpPr>
            <p:spPr>
              <a:xfrm>
                <a:off x="8843137" y="1763597"/>
                <a:ext cx="50120" cy="18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8">
                    <a:moveTo>
                      <a:pt x="0" y="1415"/>
                    </a:moveTo>
                    <a:lnTo>
                      <a:pt x="2875" y="1988"/>
                    </a:lnTo>
                    <a:lnTo>
                      <a:pt x="5262" y="7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51" name="Surface mesh patch"/>
              <p:cNvSpPr/>
              <p:nvPr/>
            </p:nvSpPr>
            <p:spPr>
              <a:xfrm>
                <a:off x="8893257" y="1757817"/>
                <a:ext cx="50120" cy="20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46">
                    <a:moveTo>
                      <a:pt x="0" y="1337"/>
                    </a:moveTo>
                    <a:lnTo>
                      <a:pt x="2875" y="2146"/>
                    </a:lnTo>
                    <a:lnTo>
                      <a:pt x="5262" y="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52" name="Surface mesh patch"/>
              <p:cNvSpPr/>
              <p:nvPr/>
            </p:nvSpPr>
            <p:spPr>
              <a:xfrm>
                <a:off x="8943376" y="1753377"/>
                <a:ext cx="50120" cy="20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5">
                    <a:moveTo>
                      <a:pt x="0" y="1333"/>
                    </a:moveTo>
                    <a:lnTo>
                      <a:pt x="2875" y="2105"/>
                    </a:lnTo>
                    <a:lnTo>
                      <a:pt x="5262" y="7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53" name="Surface mesh patch"/>
              <p:cNvSpPr/>
              <p:nvPr/>
            </p:nvSpPr>
            <p:spPr>
              <a:xfrm>
                <a:off x="8993496" y="1747092"/>
                <a:ext cx="50120" cy="18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9">
                    <a:moveTo>
                      <a:pt x="0" y="1407"/>
                    </a:moveTo>
                    <a:lnTo>
                      <a:pt x="2875" y="1959"/>
                    </a:lnTo>
                    <a:lnTo>
                      <a:pt x="5262" y="4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54" name="Surface mesh patch"/>
              <p:cNvSpPr/>
              <p:nvPr/>
            </p:nvSpPr>
            <p:spPr>
              <a:xfrm>
                <a:off x="9043616" y="1737119"/>
                <a:ext cx="50120" cy="17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7">
                    <a:moveTo>
                      <a:pt x="0" y="1526"/>
                    </a:moveTo>
                    <a:lnTo>
                      <a:pt x="2875" y="1787"/>
                    </a:lnTo>
                    <a:lnTo>
                      <a:pt x="5262" y="1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55" name="Surface mesh patch"/>
              <p:cNvSpPr/>
              <p:nvPr/>
            </p:nvSpPr>
            <p:spPr>
              <a:xfrm>
                <a:off x="8218970" y="1826354"/>
                <a:ext cx="50120" cy="218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0">
                    <a:moveTo>
                      <a:pt x="0" y="0"/>
                    </a:moveTo>
                    <a:lnTo>
                      <a:pt x="2875" y="1104"/>
                    </a:lnTo>
                    <a:lnTo>
                      <a:pt x="5262" y="2290"/>
                    </a:lnTo>
                    <a:lnTo>
                      <a:pt x="2387" y="1361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56" name="Surface mesh patch"/>
              <p:cNvSpPr/>
              <p:nvPr/>
            </p:nvSpPr>
            <p:spPr>
              <a:xfrm>
                <a:off x="8269089" y="1848170"/>
                <a:ext cx="50120" cy="20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1">
                    <a:moveTo>
                      <a:pt x="0" y="0"/>
                    </a:moveTo>
                    <a:lnTo>
                      <a:pt x="2875" y="443"/>
                    </a:lnTo>
                    <a:lnTo>
                      <a:pt x="5262" y="2151"/>
                    </a:lnTo>
                    <a:lnTo>
                      <a:pt x="2387" y="1969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57" name="Surface mesh patch"/>
              <p:cNvSpPr/>
              <p:nvPr/>
            </p:nvSpPr>
            <p:spPr>
              <a:xfrm>
                <a:off x="8319209" y="1865617"/>
                <a:ext cx="50120" cy="269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4">
                    <a:moveTo>
                      <a:pt x="0" y="319"/>
                    </a:moveTo>
                    <a:lnTo>
                      <a:pt x="2875" y="0"/>
                    </a:lnTo>
                    <a:lnTo>
                      <a:pt x="5262" y="2154"/>
                    </a:lnTo>
                    <a:lnTo>
                      <a:pt x="2387" y="2834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58" name="Surface mesh patch"/>
              <p:cNvSpPr/>
              <p:nvPr/>
            </p:nvSpPr>
            <p:spPr>
              <a:xfrm>
                <a:off x="8369329" y="1875441"/>
                <a:ext cx="50120" cy="378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3">
                    <a:moveTo>
                      <a:pt x="0" y="1122"/>
                    </a:moveTo>
                    <a:lnTo>
                      <a:pt x="2875" y="0"/>
                    </a:lnTo>
                    <a:lnTo>
                      <a:pt x="5262" y="2398"/>
                    </a:lnTo>
                    <a:lnTo>
                      <a:pt x="2387" y="3973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59" name="Surface mesh patch"/>
              <p:cNvSpPr/>
              <p:nvPr/>
            </p:nvSpPr>
            <p:spPr>
              <a:xfrm>
                <a:off x="8419448" y="1880380"/>
                <a:ext cx="50120" cy="45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9">
                    <a:moveTo>
                      <a:pt x="0" y="1879"/>
                    </a:moveTo>
                    <a:lnTo>
                      <a:pt x="2875" y="0"/>
                    </a:lnTo>
                    <a:lnTo>
                      <a:pt x="5262" y="2341"/>
                    </a:lnTo>
                    <a:lnTo>
                      <a:pt x="2387" y="4729"/>
                    </a:lnTo>
                    <a:close/>
                  </a:path>
                </a:pathLst>
              </a:custGeom>
              <a:solidFill>
                <a:srgbClr val="93b1fd"/>
              </a:solidFill>
              <a:ln w="3334" cap="flat" cmpd="sng" algn="ctr">
                <a:solidFill>
                  <a:srgbClr val="93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0" name="Surface mesh patch"/>
              <p:cNvSpPr/>
              <p:nvPr/>
            </p:nvSpPr>
            <p:spPr>
              <a:xfrm>
                <a:off x="8469568" y="1879080"/>
                <a:ext cx="50120" cy="470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7">
                    <a:moveTo>
                      <a:pt x="0" y="2477"/>
                    </a:moveTo>
                    <a:lnTo>
                      <a:pt x="2875" y="0"/>
                    </a:lnTo>
                    <a:lnTo>
                      <a:pt x="5262" y="1962"/>
                    </a:lnTo>
                    <a:lnTo>
                      <a:pt x="2387" y="4937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1" name="Surface mesh patch"/>
              <p:cNvSpPr/>
              <p:nvPr/>
            </p:nvSpPr>
            <p:spPr>
              <a:xfrm>
                <a:off x="8519687" y="1871074"/>
                <a:ext cx="50120" cy="43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8">
                    <a:moveTo>
                      <a:pt x="0" y="2802"/>
                    </a:moveTo>
                    <a:lnTo>
                      <a:pt x="2875" y="0"/>
                    </a:lnTo>
                    <a:lnTo>
                      <a:pt x="5262" y="1336"/>
                    </a:lnTo>
                    <a:lnTo>
                      <a:pt x="2387" y="4548"/>
                    </a:lnTo>
                    <a:close/>
                  </a:path>
                </a:pathLst>
              </a:custGeom>
              <a:solidFill>
                <a:srgbClr val="95b3fd"/>
              </a:solidFill>
              <a:ln w="3334" cap="flat" cmpd="sng" algn="ctr">
                <a:solidFill>
                  <a:srgbClr val="95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2" name="Surface mesh patch"/>
              <p:cNvSpPr/>
              <p:nvPr/>
            </p:nvSpPr>
            <p:spPr>
              <a:xfrm>
                <a:off x="8569807" y="1857361"/>
                <a:ext cx="50120" cy="3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775"/>
                    </a:moveTo>
                    <a:lnTo>
                      <a:pt x="2875" y="0"/>
                    </a:lnTo>
                    <a:lnTo>
                      <a:pt x="5262" y="606"/>
                    </a:lnTo>
                    <a:lnTo>
                      <a:pt x="2387" y="3638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3" name="Surface mesh patch"/>
              <p:cNvSpPr/>
              <p:nvPr/>
            </p:nvSpPr>
            <p:spPr>
              <a:xfrm>
                <a:off x="8619927" y="1839726"/>
                <a:ext cx="50120" cy="235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7">
                    <a:moveTo>
                      <a:pt x="0" y="2458"/>
                    </a:moveTo>
                    <a:lnTo>
                      <a:pt x="2875" y="70"/>
                    </a:lnTo>
                    <a:lnTo>
                      <a:pt x="5262" y="0"/>
                    </a:lnTo>
                    <a:lnTo>
                      <a:pt x="2387" y="2467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4" name="Surface mesh patch"/>
              <p:cNvSpPr/>
              <p:nvPr/>
            </p:nvSpPr>
            <p:spPr>
              <a:xfrm>
                <a:off x="8670046" y="1817825"/>
                <a:ext cx="50120" cy="219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9">
                    <a:moveTo>
                      <a:pt x="0" y="2299"/>
                    </a:moveTo>
                    <a:lnTo>
                      <a:pt x="2875" y="581"/>
                    </a:lnTo>
                    <a:lnTo>
                      <a:pt x="5262" y="0"/>
                    </a:lnTo>
                    <a:lnTo>
                      <a:pt x="2387" y="1644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5" name="Surface mesh patch"/>
              <p:cNvSpPr/>
              <p:nvPr/>
            </p:nvSpPr>
            <p:spPr>
              <a:xfrm>
                <a:off x="8720166" y="1800592"/>
                <a:ext cx="50120" cy="172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9">
                    <a:moveTo>
                      <a:pt x="0" y="1809"/>
                    </a:moveTo>
                    <a:lnTo>
                      <a:pt x="2875" y="896"/>
                    </a:lnTo>
                    <a:lnTo>
                      <a:pt x="5262" y="0"/>
                    </a:lnTo>
                    <a:lnTo>
                      <a:pt x="2387" y="747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6" name="Surface mesh patch"/>
              <p:cNvSpPr/>
              <p:nvPr/>
            </p:nvSpPr>
            <p:spPr>
              <a:xfrm>
                <a:off x="8770286" y="1788810"/>
                <a:ext cx="50120" cy="11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7">
                    <a:moveTo>
                      <a:pt x="0" y="1237"/>
                    </a:moveTo>
                    <a:lnTo>
                      <a:pt x="2875" y="1090"/>
                    </a:lnTo>
                    <a:lnTo>
                      <a:pt x="5262" y="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7" name="Surface mesh patch"/>
              <p:cNvSpPr/>
              <p:nvPr/>
            </p:nvSpPr>
            <p:spPr>
              <a:xfrm>
                <a:off x="8820405" y="1777078"/>
                <a:ext cx="50120" cy="162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2">
                    <a:moveTo>
                      <a:pt x="0" y="1268"/>
                    </a:moveTo>
                    <a:lnTo>
                      <a:pt x="2875" y="1702"/>
                    </a:lnTo>
                    <a:lnTo>
                      <a:pt x="5262" y="5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8" name="Surface mesh patch"/>
              <p:cNvSpPr/>
              <p:nvPr/>
            </p:nvSpPr>
            <p:spPr>
              <a:xfrm>
                <a:off x="8870525" y="1770551"/>
                <a:ext cx="50120" cy="19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5">
                    <a:moveTo>
                      <a:pt x="0" y="1258"/>
                    </a:moveTo>
                    <a:lnTo>
                      <a:pt x="2875" y="2005"/>
                    </a:lnTo>
                    <a:lnTo>
                      <a:pt x="5262" y="8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69" name="Surface mesh patch"/>
              <p:cNvSpPr/>
              <p:nvPr/>
            </p:nvSpPr>
            <p:spPr>
              <a:xfrm>
                <a:off x="8920645" y="1766069"/>
                <a:ext cx="50120" cy="196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7">
                    <a:moveTo>
                      <a:pt x="0" y="1279"/>
                    </a:moveTo>
                    <a:lnTo>
                      <a:pt x="2875" y="2067"/>
                    </a:lnTo>
                    <a:lnTo>
                      <a:pt x="5262" y="7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0" name="Surface mesh patch"/>
              <p:cNvSpPr/>
              <p:nvPr/>
            </p:nvSpPr>
            <p:spPr>
              <a:xfrm>
                <a:off x="8970764" y="1760491"/>
                <a:ext cx="50120" cy="18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8">
                    <a:moveTo>
                      <a:pt x="0" y="1359"/>
                    </a:moveTo>
                    <a:lnTo>
                      <a:pt x="2875" y="1978"/>
                    </a:lnTo>
                    <a:lnTo>
                      <a:pt x="5262" y="5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1" name="Surface mesh patch"/>
              <p:cNvSpPr/>
              <p:nvPr/>
            </p:nvSpPr>
            <p:spPr>
              <a:xfrm>
                <a:off x="9020884" y="1751651"/>
                <a:ext cx="50120" cy="173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5">
                    <a:moveTo>
                      <a:pt x="0" y="1480"/>
                    </a:moveTo>
                    <a:lnTo>
                      <a:pt x="2875" y="1825"/>
                    </a:lnTo>
                    <a:lnTo>
                      <a:pt x="5262" y="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2" name="Surface mesh patch"/>
              <p:cNvSpPr/>
              <p:nvPr/>
            </p:nvSpPr>
            <p:spPr>
              <a:xfrm>
                <a:off x="8246357" y="1836866"/>
                <a:ext cx="50120" cy="155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0">
                    <a:moveTo>
                      <a:pt x="0" y="0"/>
                    </a:moveTo>
                    <a:lnTo>
                      <a:pt x="2875" y="680"/>
                    </a:lnTo>
                    <a:lnTo>
                      <a:pt x="5262" y="1630"/>
                    </a:lnTo>
                    <a:lnTo>
                      <a:pt x="2387" y="1187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3" name="Surface mesh patch"/>
              <p:cNvSpPr/>
              <p:nvPr/>
            </p:nvSpPr>
            <p:spPr>
              <a:xfrm>
                <a:off x="8296477" y="1852391"/>
                <a:ext cx="50120" cy="16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8">
                    <a:moveTo>
                      <a:pt x="0" y="0"/>
                    </a:moveTo>
                    <a:lnTo>
                      <a:pt x="2875" y="1"/>
                    </a:lnTo>
                    <a:lnTo>
                      <a:pt x="5262" y="1389"/>
                    </a:lnTo>
                    <a:lnTo>
                      <a:pt x="2387" y="1708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4" name="Surface mesh patch"/>
              <p:cNvSpPr/>
              <p:nvPr/>
            </p:nvSpPr>
            <p:spPr>
              <a:xfrm>
                <a:off x="8346597" y="1858807"/>
                <a:ext cx="50120" cy="273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9">
                    <a:moveTo>
                      <a:pt x="0" y="715"/>
                    </a:moveTo>
                    <a:lnTo>
                      <a:pt x="2875" y="0"/>
                    </a:lnTo>
                    <a:lnTo>
                      <a:pt x="5262" y="1746"/>
                    </a:lnTo>
                    <a:lnTo>
                      <a:pt x="2387" y="2869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5" name="Surface mesh patch"/>
              <p:cNvSpPr/>
              <p:nvPr/>
            </p:nvSpPr>
            <p:spPr>
              <a:xfrm>
                <a:off x="8396716" y="1862100"/>
                <a:ext cx="50120" cy="361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98">
                    <a:moveTo>
                      <a:pt x="0" y="1401"/>
                    </a:moveTo>
                    <a:lnTo>
                      <a:pt x="2875" y="0"/>
                    </a:lnTo>
                    <a:lnTo>
                      <a:pt x="5262" y="1919"/>
                    </a:lnTo>
                    <a:lnTo>
                      <a:pt x="2387" y="3798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6" name="Surface mesh patch"/>
              <p:cNvSpPr/>
              <p:nvPr/>
            </p:nvSpPr>
            <p:spPr>
              <a:xfrm>
                <a:off x="8446836" y="1861605"/>
                <a:ext cx="50120" cy="41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2">
                    <a:moveTo>
                      <a:pt x="0" y="1971"/>
                    </a:moveTo>
                    <a:lnTo>
                      <a:pt x="2875" y="0"/>
                    </a:lnTo>
                    <a:lnTo>
                      <a:pt x="5262" y="1835"/>
                    </a:lnTo>
                    <a:lnTo>
                      <a:pt x="2387" y="4312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7" name="Surface mesh patch"/>
              <p:cNvSpPr/>
              <p:nvPr/>
            </p:nvSpPr>
            <p:spPr>
              <a:xfrm>
                <a:off x="8496956" y="1856857"/>
                <a:ext cx="50120" cy="40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95">
                    <a:moveTo>
                      <a:pt x="0" y="2333"/>
                    </a:moveTo>
                    <a:lnTo>
                      <a:pt x="2875" y="0"/>
                    </a:lnTo>
                    <a:lnTo>
                      <a:pt x="5262" y="1493"/>
                    </a:lnTo>
                    <a:lnTo>
                      <a:pt x="2387" y="4295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8" name="Surface mesh patch"/>
              <p:cNvSpPr/>
              <p:nvPr/>
            </p:nvSpPr>
            <p:spPr>
              <a:xfrm>
                <a:off x="8547075" y="1848128"/>
                <a:ext cx="50120" cy="356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45">
                    <a:moveTo>
                      <a:pt x="0" y="2409"/>
                    </a:moveTo>
                    <a:lnTo>
                      <a:pt x="2875" y="0"/>
                    </a:lnTo>
                    <a:lnTo>
                      <a:pt x="5262" y="969"/>
                    </a:lnTo>
                    <a:lnTo>
                      <a:pt x="2387" y="3745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79" name="Surface mesh patch"/>
              <p:cNvSpPr/>
              <p:nvPr/>
            </p:nvSpPr>
            <p:spPr>
              <a:xfrm>
                <a:off x="8597195" y="1836707"/>
                <a:ext cx="50120" cy="264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5">
                    <a:moveTo>
                      <a:pt x="0" y="2168"/>
                    </a:moveTo>
                    <a:lnTo>
                      <a:pt x="2875" y="0"/>
                    </a:lnTo>
                    <a:lnTo>
                      <a:pt x="5262" y="387"/>
                    </a:lnTo>
                    <a:lnTo>
                      <a:pt x="2387" y="2775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0" name="Surface mesh patch"/>
              <p:cNvSpPr/>
              <p:nvPr/>
            </p:nvSpPr>
            <p:spPr>
              <a:xfrm>
                <a:off x="8647315" y="1823362"/>
                <a:ext cx="50120" cy="170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8">
                    <a:moveTo>
                      <a:pt x="0" y="1788"/>
                    </a:moveTo>
                    <a:lnTo>
                      <a:pt x="2875" y="138"/>
                    </a:lnTo>
                    <a:lnTo>
                      <a:pt x="5262" y="0"/>
                    </a:lnTo>
                    <a:lnTo>
                      <a:pt x="2387" y="1718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1" name="Surface mesh patch"/>
              <p:cNvSpPr/>
              <p:nvPr/>
            </p:nvSpPr>
            <p:spPr>
              <a:xfrm>
                <a:off x="8697434" y="1809128"/>
                <a:ext cx="50120" cy="14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4">
                    <a:moveTo>
                      <a:pt x="0" y="1494"/>
                    </a:moveTo>
                    <a:lnTo>
                      <a:pt x="2875" y="533"/>
                    </a:lnTo>
                    <a:lnTo>
                      <a:pt x="5262" y="0"/>
                    </a:lnTo>
                    <a:lnTo>
                      <a:pt x="2387" y="913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2" name="Surface mesh patch"/>
              <p:cNvSpPr/>
              <p:nvPr/>
            </p:nvSpPr>
            <p:spPr>
              <a:xfrm>
                <a:off x="8747554" y="1799194"/>
                <a:ext cx="50120" cy="9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3">
                    <a:moveTo>
                      <a:pt x="0" y="1043"/>
                    </a:moveTo>
                    <a:lnTo>
                      <a:pt x="2875" y="792"/>
                    </a:lnTo>
                    <a:lnTo>
                      <a:pt x="5262" y="0"/>
                    </a:lnTo>
                    <a:lnTo>
                      <a:pt x="2387" y="147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3" name="Surface mesh patch"/>
              <p:cNvSpPr/>
              <p:nvPr/>
            </p:nvSpPr>
            <p:spPr>
              <a:xfrm>
                <a:off x="8797673" y="1789159"/>
                <a:ext cx="50120" cy="13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8">
                    <a:moveTo>
                      <a:pt x="0" y="1053"/>
                    </a:moveTo>
                    <a:lnTo>
                      <a:pt x="2875" y="1388"/>
                    </a:lnTo>
                    <a:lnTo>
                      <a:pt x="5262" y="4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4" name="Surface mesh patch"/>
              <p:cNvSpPr/>
              <p:nvPr/>
            </p:nvSpPr>
            <p:spPr>
              <a:xfrm>
                <a:off x="8847793" y="1782536"/>
                <a:ext cx="50120" cy="17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5">
                    <a:moveTo>
                      <a:pt x="0" y="1129"/>
                    </a:moveTo>
                    <a:lnTo>
                      <a:pt x="2875" y="1825"/>
                    </a:lnTo>
                    <a:lnTo>
                      <a:pt x="5262" y="7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5" name="Surface mesh patch"/>
              <p:cNvSpPr/>
              <p:nvPr/>
            </p:nvSpPr>
            <p:spPr>
              <a:xfrm>
                <a:off x="8897913" y="1778256"/>
                <a:ext cx="50120" cy="19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5">
                    <a:moveTo>
                      <a:pt x="0" y="1196"/>
                    </a:moveTo>
                    <a:lnTo>
                      <a:pt x="2875" y="1995"/>
                    </a:lnTo>
                    <a:lnTo>
                      <a:pt x="5262" y="7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6" name="Surface mesh patch"/>
              <p:cNvSpPr/>
              <p:nvPr/>
            </p:nvSpPr>
            <p:spPr>
              <a:xfrm>
                <a:off x="8948032" y="1773431"/>
                <a:ext cx="50120" cy="188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6">
                    <a:moveTo>
                      <a:pt x="0" y="1294"/>
                    </a:moveTo>
                    <a:lnTo>
                      <a:pt x="2875" y="1976"/>
                    </a:lnTo>
                    <a:lnTo>
                      <a:pt x="5262" y="6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7" name="Surface mesh patch"/>
              <p:cNvSpPr/>
              <p:nvPr/>
            </p:nvSpPr>
            <p:spPr>
              <a:xfrm>
                <a:off x="8998152" y="1765752"/>
                <a:ext cx="50120" cy="176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5">
                    <a:moveTo>
                      <a:pt x="0" y="1425"/>
                    </a:moveTo>
                    <a:lnTo>
                      <a:pt x="2875" y="1855"/>
                    </a:lnTo>
                    <a:lnTo>
                      <a:pt x="5262" y="3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8" name="Surface mesh patch"/>
              <p:cNvSpPr/>
              <p:nvPr/>
            </p:nvSpPr>
            <p:spPr>
              <a:xfrm>
                <a:off x="8273745" y="1843343"/>
                <a:ext cx="50120" cy="90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1">
                    <a:moveTo>
                      <a:pt x="0" y="0"/>
                    </a:moveTo>
                    <a:lnTo>
                      <a:pt x="2875" y="281"/>
                    </a:lnTo>
                    <a:lnTo>
                      <a:pt x="5262" y="951"/>
                    </a:lnTo>
                    <a:lnTo>
                      <a:pt x="2387" y="95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89" name="Surface mesh patch"/>
              <p:cNvSpPr/>
              <p:nvPr/>
            </p:nvSpPr>
            <p:spPr>
              <a:xfrm>
                <a:off x="8323865" y="1848956"/>
                <a:ext cx="50120" cy="16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9">
                    <a:moveTo>
                      <a:pt x="0" y="362"/>
                    </a:moveTo>
                    <a:lnTo>
                      <a:pt x="2875" y="0"/>
                    </a:lnTo>
                    <a:lnTo>
                      <a:pt x="5262" y="1034"/>
                    </a:lnTo>
                    <a:lnTo>
                      <a:pt x="2387" y="1749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90" name="Surface mesh patch"/>
              <p:cNvSpPr/>
              <p:nvPr/>
            </p:nvSpPr>
            <p:spPr>
              <a:xfrm>
                <a:off x="8373984" y="1849497"/>
                <a:ext cx="50120" cy="25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24">
                    <a:moveTo>
                      <a:pt x="0" y="977"/>
                    </a:moveTo>
                    <a:lnTo>
                      <a:pt x="2875" y="0"/>
                    </a:lnTo>
                    <a:lnTo>
                      <a:pt x="5262" y="1323"/>
                    </a:lnTo>
                    <a:lnTo>
                      <a:pt x="2387" y="2724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91" name="Surface mesh patch"/>
              <p:cNvSpPr/>
              <p:nvPr/>
            </p:nvSpPr>
            <p:spPr>
              <a:xfrm>
                <a:off x="8424104" y="1847804"/>
                <a:ext cx="50120" cy="325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0">
                    <a:moveTo>
                      <a:pt x="0" y="1501"/>
                    </a:moveTo>
                    <a:lnTo>
                      <a:pt x="2875" y="0"/>
                    </a:lnTo>
                    <a:lnTo>
                      <a:pt x="5262" y="1449"/>
                    </a:lnTo>
                    <a:lnTo>
                      <a:pt x="2387" y="342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92" name="Surface mesh patch"/>
              <p:cNvSpPr/>
              <p:nvPr/>
            </p:nvSpPr>
            <p:spPr>
              <a:xfrm>
                <a:off x="8474224" y="1843884"/>
                <a:ext cx="50120" cy="351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5">
                    <a:moveTo>
                      <a:pt x="0" y="1861"/>
                    </a:moveTo>
                    <a:lnTo>
                      <a:pt x="2875" y="0"/>
                    </a:lnTo>
                    <a:lnTo>
                      <a:pt x="5262" y="1362"/>
                    </a:lnTo>
                    <a:lnTo>
                      <a:pt x="2387" y="3695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93" name="Surface mesh patch"/>
              <p:cNvSpPr/>
              <p:nvPr/>
            </p:nvSpPr>
            <p:spPr>
              <a:xfrm>
                <a:off x="8524343" y="1837892"/>
                <a:ext cx="50120" cy="331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84">
                    <a:moveTo>
                      <a:pt x="0" y="1991"/>
                    </a:moveTo>
                    <a:lnTo>
                      <a:pt x="2875" y="0"/>
                    </a:lnTo>
                    <a:lnTo>
                      <a:pt x="5262" y="1075"/>
                    </a:lnTo>
                    <a:lnTo>
                      <a:pt x="2387" y="3484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94" name="Surface mesh patch"/>
              <p:cNvSpPr/>
              <p:nvPr/>
            </p:nvSpPr>
            <p:spPr>
              <a:xfrm>
                <a:off x="8574463" y="1830456"/>
                <a:ext cx="50120" cy="269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5">
                    <a:moveTo>
                      <a:pt x="0" y="1855"/>
                    </a:moveTo>
                    <a:lnTo>
                      <a:pt x="2875" y="0"/>
                    </a:lnTo>
                    <a:lnTo>
                      <a:pt x="5262" y="656"/>
                    </a:lnTo>
                    <a:lnTo>
                      <a:pt x="2387" y="2825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95" name="Surface mesh patch"/>
              <p:cNvSpPr/>
              <p:nvPr/>
            </p:nvSpPr>
            <p:spPr>
              <a:xfrm>
                <a:off x="8624583" y="1822736"/>
                <a:ext cx="50120" cy="17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3">
                    <a:moveTo>
                      <a:pt x="0" y="1467"/>
                    </a:moveTo>
                    <a:lnTo>
                      <a:pt x="2875" y="0"/>
                    </a:lnTo>
                    <a:lnTo>
                      <a:pt x="5262" y="203"/>
                    </a:lnTo>
                    <a:lnTo>
                      <a:pt x="2387" y="185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96" name="Surface mesh patch"/>
              <p:cNvSpPr/>
              <p:nvPr/>
            </p:nvSpPr>
            <p:spPr>
              <a:xfrm>
                <a:off x="8674702" y="1814206"/>
                <a:ext cx="50120" cy="10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9">
                    <a:moveTo>
                      <a:pt x="0" y="1099"/>
                    </a:moveTo>
                    <a:lnTo>
                      <a:pt x="2875" y="201"/>
                    </a:lnTo>
                    <a:lnTo>
                      <a:pt x="5262" y="0"/>
                    </a:lnTo>
                    <a:lnTo>
                      <a:pt x="2387" y="961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97" name="Surface mesh patch"/>
              <p:cNvSpPr/>
              <p:nvPr/>
            </p:nvSpPr>
            <p:spPr>
              <a:xfrm>
                <a:off x="8724822" y="1806735"/>
                <a:ext cx="50120" cy="7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4">
                    <a:moveTo>
                      <a:pt x="0" y="784"/>
                    </a:moveTo>
                    <a:lnTo>
                      <a:pt x="2875" y="517"/>
                    </a:lnTo>
                    <a:lnTo>
                      <a:pt x="5262" y="0"/>
                    </a:lnTo>
                    <a:lnTo>
                      <a:pt x="2387" y="251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98" name="Surface mesh patch"/>
              <p:cNvSpPr/>
              <p:nvPr/>
            </p:nvSpPr>
            <p:spPr>
              <a:xfrm>
                <a:off x="8774942" y="1799194"/>
                <a:ext cx="50120" cy="10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3">
                    <a:moveTo>
                      <a:pt x="0" y="792"/>
                    </a:moveTo>
                    <a:lnTo>
                      <a:pt x="2875" y="1083"/>
                    </a:lnTo>
                    <a:lnTo>
                      <a:pt x="5262" y="3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99" name="Surface mesh patch"/>
              <p:cNvSpPr/>
              <p:nvPr/>
            </p:nvSpPr>
            <p:spPr>
              <a:xfrm>
                <a:off x="8825061" y="1793293"/>
                <a:ext cx="50120" cy="154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5">
                    <a:moveTo>
                      <a:pt x="0" y="954"/>
                    </a:moveTo>
                    <a:lnTo>
                      <a:pt x="2875" y="1625"/>
                    </a:lnTo>
                    <a:lnTo>
                      <a:pt x="5262" y="6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0" name="Surface mesh patch"/>
              <p:cNvSpPr/>
              <p:nvPr/>
            </p:nvSpPr>
            <p:spPr>
              <a:xfrm>
                <a:off x="8875181" y="1789646"/>
                <a:ext cx="50120" cy="18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7">
                    <a:moveTo>
                      <a:pt x="0" y="1078"/>
                    </a:moveTo>
                    <a:lnTo>
                      <a:pt x="2875" y="1897"/>
                    </a:lnTo>
                    <a:lnTo>
                      <a:pt x="5262" y="7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1" name="Surface mesh patch"/>
              <p:cNvSpPr/>
              <p:nvPr/>
            </p:nvSpPr>
            <p:spPr>
              <a:xfrm>
                <a:off x="8925300" y="1785754"/>
                <a:ext cx="50120" cy="186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3">
                    <a:moveTo>
                      <a:pt x="0" y="1208"/>
                    </a:moveTo>
                    <a:lnTo>
                      <a:pt x="2875" y="1953"/>
                    </a:lnTo>
                    <a:lnTo>
                      <a:pt x="5262" y="6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2" name="Surface mesh patch"/>
              <p:cNvSpPr/>
              <p:nvPr/>
            </p:nvSpPr>
            <p:spPr>
              <a:xfrm>
                <a:off x="8975420" y="1779328"/>
                <a:ext cx="50120" cy="17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5">
                    <a:moveTo>
                      <a:pt x="0" y="1357"/>
                    </a:moveTo>
                    <a:lnTo>
                      <a:pt x="2875" y="1875"/>
                    </a:lnTo>
                    <a:lnTo>
                      <a:pt x="5262" y="4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3" name="Surface mesh patch"/>
              <p:cNvSpPr/>
              <p:nvPr/>
            </p:nvSpPr>
            <p:spPr>
              <a:xfrm>
                <a:off x="8301133" y="1845437"/>
                <a:ext cx="50120" cy="69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1">
                    <a:moveTo>
                      <a:pt x="0" y="61"/>
                    </a:moveTo>
                    <a:lnTo>
                      <a:pt x="2875" y="0"/>
                    </a:lnTo>
                    <a:lnTo>
                      <a:pt x="5262" y="370"/>
                    </a:lnTo>
                    <a:lnTo>
                      <a:pt x="2387" y="731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4" name="Surface mesh patch"/>
              <p:cNvSpPr/>
              <p:nvPr/>
            </p:nvSpPr>
            <p:spPr>
              <a:xfrm>
                <a:off x="8351253" y="1843065"/>
                <a:ext cx="50120" cy="157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3">
                    <a:moveTo>
                      <a:pt x="0" y="618"/>
                    </a:moveTo>
                    <a:lnTo>
                      <a:pt x="2875" y="0"/>
                    </a:lnTo>
                    <a:lnTo>
                      <a:pt x="5262" y="675"/>
                    </a:lnTo>
                    <a:lnTo>
                      <a:pt x="2387" y="165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5" name="Surface mesh patch"/>
              <p:cNvSpPr/>
              <p:nvPr/>
            </p:nvSpPr>
            <p:spPr>
              <a:xfrm>
                <a:off x="8401372" y="1839097"/>
                <a:ext cx="50120" cy="230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15">
                    <a:moveTo>
                      <a:pt x="0" y="1092"/>
                    </a:moveTo>
                    <a:lnTo>
                      <a:pt x="2875" y="0"/>
                    </a:lnTo>
                    <a:lnTo>
                      <a:pt x="5262" y="914"/>
                    </a:lnTo>
                    <a:lnTo>
                      <a:pt x="2387" y="2415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6" name="Surface mesh patch"/>
              <p:cNvSpPr/>
              <p:nvPr/>
            </p:nvSpPr>
            <p:spPr>
              <a:xfrm>
                <a:off x="8451492" y="1834213"/>
                <a:ext cx="50120" cy="273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6">
                    <a:moveTo>
                      <a:pt x="0" y="1427"/>
                    </a:moveTo>
                    <a:lnTo>
                      <a:pt x="2875" y="0"/>
                    </a:lnTo>
                    <a:lnTo>
                      <a:pt x="5262" y="1015"/>
                    </a:lnTo>
                    <a:lnTo>
                      <a:pt x="2387" y="2876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7" name="Surface mesh patch"/>
              <p:cNvSpPr/>
              <p:nvPr/>
            </p:nvSpPr>
            <p:spPr>
              <a:xfrm>
                <a:off x="8501611" y="1828891"/>
                <a:ext cx="50120" cy="27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36">
                    <a:moveTo>
                      <a:pt x="0" y="1574"/>
                    </a:moveTo>
                    <a:lnTo>
                      <a:pt x="2875" y="0"/>
                    </a:lnTo>
                    <a:lnTo>
                      <a:pt x="5262" y="945"/>
                    </a:lnTo>
                    <a:lnTo>
                      <a:pt x="2387" y="2936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8" name="Surface mesh patch"/>
              <p:cNvSpPr/>
              <p:nvPr/>
            </p:nvSpPr>
            <p:spPr>
              <a:xfrm>
                <a:off x="8551731" y="1823596"/>
                <a:ext cx="50120" cy="245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6">
                    <a:moveTo>
                      <a:pt x="0" y="1501"/>
                    </a:moveTo>
                    <a:lnTo>
                      <a:pt x="2875" y="0"/>
                    </a:lnTo>
                    <a:lnTo>
                      <a:pt x="5262" y="720"/>
                    </a:lnTo>
                    <a:lnTo>
                      <a:pt x="2387" y="2576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09" name="Surface mesh patch"/>
              <p:cNvSpPr/>
              <p:nvPr/>
            </p:nvSpPr>
            <p:spPr>
              <a:xfrm>
                <a:off x="8601851" y="1818941"/>
                <a:ext cx="50120" cy="177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5">
                    <a:moveTo>
                      <a:pt x="0" y="1209"/>
                    </a:moveTo>
                    <a:lnTo>
                      <a:pt x="2875" y="0"/>
                    </a:lnTo>
                    <a:lnTo>
                      <a:pt x="5262" y="398"/>
                    </a:lnTo>
                    <a:lnTo>
                      <a:pt x="2387" y="1865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0" name="Surface mesh patch"/>
              <p:cNvSpPr/>
              <p:nvPr/>
            </p:nvSpPr>
            <p:spPr>
              <a:xfrm>
                <a:off x="8651970" y="1815637"/>
                <a:ext cx="50120" cy="90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">
                    <a:moveTo>
                      <a:pt x="0" y="745"/>
                    </a:moveTo>
                    <a:lnTo>
                      <a:pt x="2875" y="0"/>
                    </a:lnTo>
                    <a:lnTo>
                      <a:pt x="5262" y="51"/>
                    </a:lnTo>
                    <a:lnTo>
                      <a:pt x="2387" y="949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1" name="Surface mesh patch"/>
              <p:cNvSpPr/>
              <p:nvPr/>
            </p:nvSpPr>
            <p:spPr>
              <a:xfrm>
                <a:off x="8702090" y="1811656"/>
                <a:ext cx="50120" cy="44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">
                    <a:moveTo>
                      <a:pt x="0" y="469"/>
                    </a:moveTo>
                    <a:lnTo>
                      <a:pt x="2875" y="268"/>
                    </a:lnTo>
                    <a:lnTo>
                      <a:pt x="5262" y="0"/>
                    </a:lnTo>
                    <a:lnTo>
                      <a:pt x="2387" y="268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2" name="Surface mesh patch"/>
              <p:cNvSpPr/>
              <p:nvPr/>
            </p:nvSpPr>
            <p:spPr>
              <a:xfrm>
                <a:off x="8752210" y="1806735"/>
                <a:ext cx="50120" cy="78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7">
                    <a:moveTo>
                      <a:pt x="0" y="517"/>
                    </a:moveTo>
                    <a:lnTo>
                      <a:pt x="2875" y="827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3" name="Surface mesh patch"/>
              <p:cNvSpPr/>
              <p:nvPr/>
            </p:nvSpPr>
            <p:spPr>
              <a:xfrm>
                <a:off x="8802329" y="1802382"/>
                <a:ext cx="50120" cy="1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3">
                    <a:moveTo>
                      <a:pt x="0" y="748"/>
                    </a:moveTo>
                    <a:lnTo>
                      <a:pt x="2875" y="1433"/>
                    </a:lnTo>
                    <a:lnTo>
                      <a:pt x="5262" y="6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4" name="Surface mesh patch"/>
              <p:cNvSpPr/>
              <p:nvPr/>
            </p:nvSpPr>
            <p:spPr>
              <a:xfrm>
                <a:off x="8852449" y="1799916"/>
                <a:ext cx="50120" cy="170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6">
                    <a:moveTo>
                      <a:pt x="0" y="930"/>
                    </a:moveTo>
                    <a:lnTo>
                      <a:pt x="2875" y="1786"/>
                    </a:lnTo>
                    <a:lnTo>
                      <a:pt x="5262" y="8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5" name="Surface mesh patch"/>
              <p:cNvSpPr/>
              <p:nvPr/>
            </p:nvSpPr>
            <p:spPr>
              <a:xfrm>
                <a:off x="8902569" y="1797256"/>
                <a:ext cx="50120" cy="18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5">
                    <a:moveTo>
                      <a:pt x="0" y="1098"/>
                    </a:moveTo>
                    <a:lnTo>
                      <a:pt x="2875" y="1915"/>
                    </a:lnTo>
                    <a:lnTo>
                      <a:pt x="5262" y="7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6" name="Surface mesh patch"/>
              <p:cNvSpPr/>
              <p:nvPr/>
            </p:nvSpPr>
            <p:spPr>
              <a:xfrm>
                <a:off x="8952688" y="1792249"/>
                <a:ext cx="50120" cy="17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5">
                    <a:moveTo>
                      <a:pt x="0" y="1272"/>
                    </a:moveTo>
                    <a:lnTo>
                      <a:pt x="2875" y="1885"/>
                    </a:lnTo>
                    <a:lnTo>
                      <a:pt x="5262" y="5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7" name="Surface mesh patch"/>
              <p:cNvSpPr/>
              <p:nvPr/>
            </p:nvSpPr>
            <p:spPr>
              <a:xfrm>
                <a:off x="8328521" y="1842384"/>
                <a:ext cx="50120" cy="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">
                    <a:moveTo>
                      <a:pt x="0" y="321"/>
                    </a:moveTo>
                    <a:lnTo>
                      <a:pt x="2875" y="0"/>
                    </a:lnTo>
                    <a:lnTo>
                      <a:pt x="5262" y="72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8" name="Surface mesh patch"/>
              <p:cNvSpPr/>
              <p:nvPr/>
            </p:nvSpPr>
            <p:spPr>
              <a:xfrm>
                <a:off x="8378640" y="1835898"/>
                <a:ext cx="50120" cy="135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8">
                    <a:moveTo>
                      <a:pt x="0" y="753"/>
                    </a:moveTo>
                    <a:lnTo>
                      <a:pt x="2875" y="0"/>
                    </a:lnTo>
                    <a:lnTo>
                      <a:pt x="5262" y="336"/>
                    </a:lnTo>
                    <a:lnTo>
                      <a:pt x="2387" y="1428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19" name="Surface mesh patch"/>
              <p:cNvSpPr/>
              <p:nvPr/>
            </p:nvSpPr>
            <p:spPr>
              <a:xfrm>
                <a:off x="8428760" y="1829030"/>
                <a:ext cx="50120" cy="18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1">
                    <a:moveTo>
                      <a:pt x="0" y="1057"/>
                    </a:moveTo>
                    <a:lnTo>
                      <a:pt x="2875" y="0"/>
                    </a:lnTo>
                    <a:lnTo>
                      <a:pt x="5262" y="544"/>
                    </a:lnTo>
                    <a:lnTo>
                      <a:pt x="2387" y="1971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0" name="Surface mesh patch"/>
              <p:cNvSpPr/>
              <p:nvPr/>
            </p:nvSpPr>
            <p:spPr>
              <a:xfrm>
                <a:off x="8478880" y="1822804"/>
                <a:ext cx="50120" cy="210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3">
                    <a:moveTo>
                      <a:pt x="0" y="1198"/>
                    </a:moveTo>
                    <a:lnTo>
                      <a:pt x="2875" y="0"/>
                    </a:lnTo>
                    <a:lnTo>
                      <a:pt x="5262" y="639"/>
                    </a:lnTo>
                    <a:lnTo>
                      <a:pt x="2387" y="2213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1" name="Surface mesh patch"/>
              <p:cNvSpPr/>
              <p:nvPr/>
            </p:nvSpPr>
            <p:spPr>
              <a:xfrm>
                <a:off x="8528999" y="1817915"/>
                <a:ext cx="50120" cy="199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7">
                    <a:moveTo>
                      <a:pt x="0" y="1152"/>
                    </a:moveTo>
                    <a:lnTo>
                      <a:pt x="2875" y="0"/>
                    </a:lnTo>
                    <a:lnTo>
                      <a:pt x="5262" y="596"/>
                    </a:lnTo>
                    <a:lnTo>
                      <a:pt x="2387" y="2097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2" name="Surface mesh patch"/>
              <p:cNvSpPr/>
              <p:nvPr/>
            </p:nvSpPr>
            <p:spPr>
              <a:xfrm>
                <a:off x="8579119" y="1814824"/>
                <a:ext cx="50120" cy="156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41">
                    <a:moveTo>
                      <a:pt x="0" y="921"/>
                    </a:moveTo>
                    <a:lnTo>
                      <a:pt x="2875" y="0"/>
                    </a:lnTo>
                    <a:lnTo>
                      <a:pt x="5262" y="432"/>
                    </a:lnTo>
                    <a:lnTo>
                      <a:pt x="2387" y="1641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3" name="Surface mesh patch"/>
              <p:cNvSpPr/>
              <p:nvPr/>
            </p:nvSpPr>
            <p:spPr>
              <a:xfrm>
                <a:off x="8629239" y="1813825"/>
                <a:ext cx="50120" cy="8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6">
                    <a:moveTo>
                      <a:pt x="0" y="537"/>
                    </a:moveTo>
                    <a:lnTo>
                      <a:pt x="2875" y="0"/>
                    </a:lnTo>
                    <a:lnTo>
                      <a:pt x="5262" y="190"/>
                    </a:lnTo>
                    <a:lnTo>
                      <a:pt x="2387" y="936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4" name="Surface mesh patch"/>
              <p:cNvSpPr/>
              <p:nvPr/>
            </p:nvSpPr>
            <p:spPr>
              <a:xfrm>
                <a:off x="8679358" y="1814206"/>
                <a:ext cx="50120" cy="19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">
                    <a:moveTo>
                      <a:pt x="0" y="150"/>
                    </a:moveTo>
                    <a:lnTo>
                      <a:pt x="2875" y="80"/>
                    </a:lnTo>
                    <a:lnTo>
                      <a:pt x="5262" y="0"/>
                    </a:lnTo>
                    <a:lnTo>
                      <a:pt x="2387" y="201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5" name="Surface mesh patch"/>
              <p:cNvSpPr/>
              <p:nvPr/>
            </p:nvSpPr>
            <p:spPr>
              <a:xfrm>
                <a:off x="8729478" y="1811656"/>
                <a:ext cx="50120" cy="6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5">
                    <a:moveTo>
                      <a:pt x="0" y="268"/>
                    </a:moveTo>
                    <a:lnTo>
                      <a:pt x="2875" y="655"/>
                    </a:lnTo>
                    <a:lnTo>
                      <a:pt x="5262" y="3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6" name="Surface mesh patch"/>
              <p:cNvSpPr/>
              <p:nvPr/>
            </p:nvSpPr>
            <p:spPr>
              <a:xfrm>
                <a:off x="8779597" y="1809509"/>
                <a:ext cx="50120" cy="12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">
                    <a:moveTo>
                      <a:pt x="0" y="536"/>
                    </a:moveTo>
                    <a:lnTo>
                      <a:pt x="2875" y="1276"/>
                    </a:lnTo>
                    <a:lnTo>
                      <a:pt x="5262" y="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7" name="Surface mesh patch"/>
              <p:cNvSpPr/>
              <p:nvPr/>
            </p:nvSpPr>
            <p:spPr>
              <a:xfrm>
                <a:off x="8829717" y="1808773"/>
                <a:ext cx="50120" cy="160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2">
                    <a:moveTo>
                      <a:pt x="0" y="762"/>
                    </a:moveTo>
                    <a:lnTo>
                      <a:pt x="2875" y="1682"/>
                    </a:lnTo>
                    <a:lnTo>
                      <a:pt x="5262" y="8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8" name="Surface mesh patch"/>
              <p:cNvSpPr/>
              <p:nvPr/>
            </p:nvSpPr>
            <p:spPr>
              <a:xfrm>
                <a:off x="8879837" y="1807714"/>
                <a:ext cx="50120" cy="178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1">
                    <a:moveTo>
                      <a:pt x="0" y="968"/>
                    </a:moveTo>
                    <a:lnTo>
                      <a:pt x="2875" y="1871"/>
                    </a:lnTo>
                    <a:lnTo>
                      <a:pt x="5262" y="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29" name="Surface mesh patch"/>
              <p:cNvSpPr/>
              <p:nvPr/>
            </p:nvSpPr>
            <p:spPr>
              <a:xfrm>
                <a:off x="8929956" y="1804360"/>
                <a:ext cx="50120" cy="17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170"/>
                    </a:moveTo>
                    <a:lnTo>
                      <a:pt x="2875" y="1888"/>
                    </a:lnTo>
                    <a:lnTo>
                      <a:pt x="5262" y="6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0" name="Surface mesh patch"/>
              <p:cNvSpPr/>
              <p:nvPr/>
            </p:nvSpPr>
            <p:spPr>
              <a:xfrm>
                <a:off x="8355908" y="1835898"/>
                <a:ext cx="50120" cy="71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3">
                    <a:moveTo>
                      <a:pt x="0" y="681"/>
                    </a:moveTo>
                    <a:lnTo>
                      <a:pt x="2875" y="202"/>
                    </a:lnTo>
                    <a:lnTo>
                      <a:pt x="5262" y="0"/>
                    </a:lnTo>
                    <a:lnTo>
                      <a:pt x="2387" y="753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1" name="Surface mesh patch"/>
              <p:cNvSpPr/>
              <p:nvPr/>
            </p:nvSpPr>
            <p:spPr>
              <a:xfrm>
                <a:off x="8406028" y="1828673"/>
                <a:ext cx="50120" cy="10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4">
                    <a:moveTo>
                      <a:pt x="0" y="758"/>
                    </a:moveTo>
                    <a:lnTo>
                      <a:pt x="2875" y="0"/>
                    </a:lnTo>
                    <a:lnTo>
                      <a:pt x="5262" y="37"/>
                    </a:lnTo>
                    <a:lnTo>
                      <a:pt x="2387" y="1094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2" name="Surface mesh patch"/>
              <p:cNvSpPr/>
              <p:nvPr/>
            </p:nvSpPr>
            <p:spPr>
              <a:xfrm>
                <a:off x="8456148" y="1820602"/>
                <a:ext cx="50120" cy="136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9">
                    <a:moveTo>
                      <a:pt x="0" y="885"/>
                    </a:moveTo>
                    <a:lnTo>
                      <a:pt x="2875" y="0"/>
                    </a:lnTo>
                    <a:lnTo>
                      <a:pt x="5262" y="231"/>
                    </a:lnTo>
                    <a:lnTo>
                      <a:pt x="2387" y="142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3" name="Surface mesh patch"/>
              <p:cNvSpPr/>
              <p:nvPr/>
            </p:nvSpPr>
            <p:spPr>
              <a:xfrm>
                <a:off x="8506267" y="1814757"/>
                <a:ext cx="50120" cy="14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84">
                    <a:moveTo>
                      <a:pt x="0" y="845"/>
                    </a:moveTo>
                    <a:lnTo>
                      <a:pt x="2875" y="0"/>
                    </a:lnTo>
                    <a:lnTo>
                      <a:pt x="5262" y="332"/>
                    </a:lnTo>
                    <a:lnTo>
                      <a:pt x="2387" y="1484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4" name="Surface mesh patch"/>
              <p:cNvSpPr/>
              <p:nvPr/>
            </p:nvSpPr>
            <p:spPr>
              <a:xfrm>
                <a:off x="8556387" y="1811783"/>
                <a:ext cx="50120" cy="11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0">
                    <a:moveTo>
                      <a:pt x="0" y="644"/>
                    </a:moveTo>
                    <a:lnTo>
                      <a:pt x="2875" y="0"/>
                    </a:lnTo>
                    <a:lnTo>
                      <a:pt x="5262" y="319"/>
                    </a:lnTo>
                    <a:lnTo>
                      <a:pt x="2387" y="124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5" name="Surface mesh patch"/>
              <p:cNvSpPr/>
              <p:nvPr/>
            </p:nvSpPr>
            <p:spPr>
              <a:xfrm>
                <a:off x="8606507" y="1811866"/>
                <a:ext cx="50120" cy="7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3">
                    <a:moveTo>
                      <a:pt x="0" y="311"/>
                    </a:moveTo>
                    <a:lnTo>
                      <a:pt x="2875" y="0"/>
                    </a:lnTo>
                    <a:lnTo>
                      <a:pt x="5262" y="206"/>
                    </a:lnTo>
                    <a:lnTo>
                      <a:pt x="2387" y="743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6" name="Surface mesh patch"/>
              <p:cNvSpPr/>
              <p:nvPr/>
            </p:nvSpPr>
            <p:spPr>
              <a:xfrm>
                <a:off x="8656626" y="1813825"/>
                <a:ext cx="50120" cy="1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">
                    <a:moveTo>
                      <a:pt x="0" y="0"/>
                    </a:moveTo>
                    <a:lnTo>
                      <a:pt x="2875" y="99"/>
                    </a:lnTo>
                    <a:lnTo>
                      <a:pt x="5262" y="120"/>
                    </a:lnTo>
                    <a:lnTo>
                      <a:pt x="2387" y="19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7" name="Surface mesh patch"/>
              <p:cNvSpPr/>
              <p:nvPr/>
            </p:nvSpPr>
            <p:spPr>
              <a:xfrm>
                <a:off x="8706746" y="1814206"/>
                <a:ext cx="50120" cy="5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9">
                    <a:moveTo>
                      <a:pt x="0" y="80"/>
                    </a:moveTo>
                    <a:lnTo>
                      <a:pt x="2875" y="589"/>
                    </a:lnTo>
                    <a:lnTo>
                      <a:pt x="5262" y="3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8" name="Surface mesh patch"/>
              <p:cNvSpPr/>
              <p:nvPr/>
            </p:nvSpPr>
            <p:spPr>
              <a:xfrm>
                <a:off x="8756866" y="1814613"/>
                <a:ext cx="50120" cy="112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0">
                    <a:moveTo>
                      <a:pt x="0" y="345"/>
                    </a:moveTo>
                    <a:lnTo>
                      <a:pt x="2875" y="1180"/>
                    </a:lnTo>
                    <a:lnTo>
                      <a:pt x="5262" y="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39" name="Surface mesh patch"/>
              <p:cNvSpPr/>
              <p:nvPr/>
            </p:nvSpPr>
            <p:spPr>
              <a:xfrm>
                <a:off x="8806985" y="1816030"/>
                <a:ext cx="50120" cy="15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3">
                    <a:moveTo>
                      <a:pt x="0" y="592"/>
                    </a:moveTo>
                    <a:lnTo>
                      <a:pt x="2875" y="1603"/>
                    </a:lnTo>
                    <a:lnTo>
                      <a:pt x="5262" y="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0" name="Surface mesh patch"/>
              <p:cNvSpPr/>
              <p:nvPr/>
            </p:nvSpPr>
            <p:spPr>
              <a:xfrm>
                <a:off x="8857105" y="1816932"/>
                <a:ext cx="50120" cy="174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2">
                    <a:moveTo>
                      <a:pt x="0" y="825"/>
                    </a:moveTo>
                    <a:lnTo>
                      <a:pt x="2875" y="1832"/>
                    </a:lnTo>
                    <a:lnTo>
                      <a:pt x="5262" y="9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1" name="Surface mesh patch"/>
              <p:cNvSpPr/>
              <p:nvPr/>
            </p:nvSpPr>
            <p:spPr>
              <a:xfrm>
                <a:off x="8907225" y="1815501"/>
                <a:ext cx="50120" cy="179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053"/>
                    </a:moveTo>
                    <a:lnTo>
                      <a:pt x="2875" y="1888"/>
                    </a:lnTo>
                    <a:lnTo>
                      <a:pt x="5262" y="7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2" name="Surface mesh patch"/>
              <p:cNvSpPr/>
              <p:nvPr/>
            </p:nvSpPr>
            <p:spPr>
              <a:xfrm>
                <a:off x="8383296" y="1828673"/>
                <a:ext cx="50120" cy="9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1">
                    <a:moveTo>
                      <a:pt x="0" y="961"/>
                    </a:moveTo>
                    <a:lnTo>
                      <a:pt x="2875" y="435"/>
                    </a:lnTo>
                    <a:lnTo>
                      <a:pt x="5262" y="0"/>
                    </a:lnTo>
                    <a:lnTo>
                      <a:pt x="2387" y="758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3" name="Surface mesh patch"/>
              <p:cNvSpPr/>
              <p:nvPr/>
            </p:nvSpPr>
            <p:spPr>
              <a:xfrm>
                <a:off x="8433416" y="1820602"/>
                <a:ext cx="50120" cy="84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5">
                    <a:moveTo>
                      <a:pt x="0" y="847"/>
                    </a:moveTo>
                    <a:lnTo>
                      <a:pt x="2875" y="205"/>
                    </a:lnTo>
                    <a:lnTo>
                      <a:pt x="5262" y="0"/>
                    </a:lnTo>
                    <a:lnTo>
                      <a:pt x="2387" y="885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4" name="Surface mesh patch"/>
              <p:cNvSpPr/>
              <p:nvPr/>
            </p:nvSpPr>
            <p:spPr>
              <a:xfrm>
                <a:off x="8483536" y="1814757"/>
                <a:ext cx="50120" cy="80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">
                    <a:moveTo>
                      <a:pt x="0" y="614"/>
                    </a:moveTo>
                    <a:lnTo>
                      <a:pt x="2875" y="15"/>
                    </a:lnTo>
                    <a:lnTo>
                      <a:pt x="5262" y="0"/>
                    </a:lnTo>
                    <a:lnTo>
                      <a:pt x="2387" y="845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5" name="Surface mesh patch"/>
              <p:cNvSpPr/>
              <p:nvPr/>
            </p:nvSpPr>
            <p:spPr>
              <a:xfrm>
                <a:off x="8533655" y="1810875"/>
                <a:ext cx="50120" cy="7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9">
                    <a:moveTo>
                      <a:pt x="0" y="408"/>
                    </a:moveTo>
                    <a:lnTo>
                      <a:pt x="2875" y="0"/>
                    </a:lnTo>
                    <a:lnTo>
                      <a:pt x="5262" y="95"/>
                    </a:lnTo>
                    <a:lnTo>
                      <a:pt x="2387" y="73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6" name="Surface mesh patch"/>
              <p:cNvSpPr/>
              <p:nvPr/>
            </p:nvSpPr>
            <p:spPr>
              <a:xfrm>
                <a:off x="8583775" y="1810837"/>
                <a:ext cx="50120" cy="3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">
                    <a:moveTo>
                      <a:pt x="0" y="99"/>
                    </a:moveTo>
                    <a:lnTo>
                      <a:pt x="2875" y="0"/>
                    </a:lnTo>
                    <a:lnTo>
                      <a:pt x="5262" y="108"/>
                    </a:lnTo>
                    <a:lnTo>
                      <a:pt x="2387" y="41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7" name="Surface mesh patch"/>
              <p:cNvSpPr/>
              <p:nvPr/>
            </p:nvSpPr>
            <p:spPr>
              <a:xfrm>
                <a:off x="8633894" y="1811866"/>
                <a:ext cx="50120" cy="29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5">
                    <a:moveTo>
                      <a:pt x="0" y="0"/>
                    </a:moveTo>
                    <a:lnTo>
                      <a:pt x="2875" y="276"/>
                    </a:lnTo>
                    <a:lnTo>
                      <a:pt x="5262" y="305"/>
                    </a:lnTo>
                    <a:lnTo>
                      <a:pt x="2387" y="206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8" name="Surface mesh patch"/>
              <p:cNvSpPr/>
              <p:nvPr/>
            </p:nvSpPr>
            <p:spPr>
              <a:xfrm>
                <a:off x="8684014" y="1814769"/>
                <a:ext cx="50120" cy="6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">
                    <a:moveTo>
                      <a:pt x="0" y="0"/>
                    </a:moveTo>
                    <a:lnTo>
                      <a:pt x="2875" y="652"/>
                    </a:lnTo>
                    <a:lnTo>
                      <a:pt x="5262" y="530"/>
                    </a:lnTo>
                    <a:lnTo>
                      <a:pt x="2387" y="21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49" name="Surface mesh patch"/>
              <p:cNvSpPr/>
              <p:nvPr/>
            </p:nvSpPr>
            <p:spPr>
              <a:xfrm>
                <a:off x="8734134" y="1817898"/>
                <a:ext cx="50120" cy="11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7">
                    <a:moveTo>
                      <a:pt x="0" y="201"/>
                    </a:moveTo>
                    <a:lnTo>
                      <a:pt x="2875" y="1157"/>
                    </a:lnTo>
                    <a:lnTo>
                      <a:pt x="5262" y="8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0" name="Surface mesh patch"/>
              <p:cNvSpPr/>
              <p:nvPr/>
            </p:nvSpPr>
            <p:spPr>
              <a:xfrm>
                <a:off x="8784253" y="1821667"/>
                <a:ext cx="50120" cy="149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65">
                    <a:moveTo>
                      <a:pt x="0" y="439"/>
                    </a:moveTo>
                    <a:lnTo>
                      <a:pt x="2875" y="1565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1" name="Surface mesh patch"/>
              <p:cNvSpPr/>
              <p:nvPr/>
            </p:nvSpPr>
            <p:spPr>
              <a:xfrm>
                <a:off x="8834373" y="1824794"/>
                <a:ext cx="50120" cy="17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0">
                    <a:moveTo>
                      <a:pt x="0" y="683"/>
                    </a:moveTo>
                    <a:lnTo>
                      <a:pt x="2875" y="1810"/>
                    </a:lnTo>
                    <a:lnTo>
                      <a:pt x="5262" y="10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2" name="Surface mesh patch"/>
              <p:cNvSpPr/>
              <p:nvPr/>
            </p:nvSpPr>
            <p:spPr>
              <a:xfrm>
                <a:off x="8884493" y="1825534"/>
                <a:ext cx="50120" cy="18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4">
                    <a:moveTo>
                      <a:pt x="0" y="929"/>
                    </a:moveTo>
                    <a:lnTo>
                      <a:pt x="2875" y="1894"/>
                    </a:lnTo>
                    <a:lnTo>
                      <a:pt x="5262" y="8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3" name="Surface mesh patch"/>
              <p:cNvSpPr/>
              <p:nvPr/>
            </p:nvSpPr>
            <p:spPr>
              <a:xfrm>
                <a:off x="8410684" y="1822557"/>
                <a:ext cx="50120" cy="102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">
                    <a:moveTo>
                      <a:pt x="0" y="1077"/>
                    </a:moveTo>
                    <a:lnTo>
                      <a:pt x="2875" y="613"/>
                    </a:lnTo>
                    <a:lnTo>
                      <a:pt x="5262" y="0"/>
                    </a:lnTo>
                    <a:lnTo>
                      <a:pt x="2387" y="642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4" name="Surface mesh patch"/>
              <p:cNvSpPr/>
              <p:nvPr/>
            </p:nvSpPr>
            <p:spPr>
              <a:xfrm>
                <a:off x="8460804" y="1814899"/>
                <a:ext cx="50120" cy="76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4">
                    <a:moveTo>
                      <a:pt x="0" y="804"/>
                    </a:moveTo>
                    <a:lnTo>
                      <a:pt x="2875" y="385"/>
                    </a:lnTo>
                    <a:lnTo>
                      <a:pt x="5262" y="0"/>
                    </a:lnTo>
                    <a:lnTo>
                      <a:pt x="2387" y="599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5" name="Surface mesh patch"/>
              <p:cNvSpPr/>
              <p:nvPr/>
            </p:nvSpPr>
            <p:spPr>
              <a:xfrm>
                <a:off x="8510923" y="1810875"/>
                <a:ext cx="50120" cy="4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">
                    <a:moveTo>
                      <a:pt x="0" y="422"/>
                    </a:moveTo>
                    <a:lnTo>
                      <a:pt x="2875" y="193"/>
                    </a:lnTo>
                    <a:lnTo>
                      <a:pt x="5262" y="0"/>
                    </a:lnTo>
                    <a:lnTo>
                      <a:pt x="2387" y="408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6" name="Surface mesh patch"/>
              <p:cNvSpPr/>
              <p:nvPr/>
            </p:nvSpPr>
            <p:spPr>
              <a:xfrm>
                <a:off x="8561043" y="1810837"/>
                <a:ext cx="50120" cy="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">
                    <a:moveTo>
                      <a:pt x="0" y="4"/>
                    </a:moveTo>
                    <a:lnTo>
                      <a:pt x="2875" y="76"/>
                    </a:lnTo>
                    <a:lnTo>
                      <a:pt x="5262" y="0"/>
                    </a:lnTo>
                    <a:lnTo>
                      <a:pt x="2387" y="99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7" name="Surface mesh patch"/>
              <p:cNvSpPr/>
              <p:nvPr/>
            </p:nvSpPr>
            <p:spPr>
              <a:xfrm>
                <a:off x="8611163" y="1810837"/>
                <a:ext cx="50120" cy="41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">
                    <a:moveTo>
                      <a:pt x="0" y="0"/>
                    </a:moveTo>
                    <a:lnTo>
                      <a:pt x="2875" y="433"/>
                    </a:lnTo>
                    <a:lnTo>
                      <a:pt x="5262" y="384"/>
                    </a:lnTo>
                    <a:lnTo>
                      <a:pt x="2387" y="108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8" name="Surface mesh patch"/>
              <p:cNvSpPr/>
              <p:nvPr/>
            </p:nvSpPr>
            <p:spPr>
              <a:xfrm>
                <a:off x="8661282" y="1814494"/>
                <a:ext cx="50120" cy="75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3">
                    <a:moveTo>
                      <a:pt x="0" y="0"/>
                    </a:moveTo>
                    <a:lnTo>
                      <a:pt x="2875" y="793"/>
                    </a:lnTo>
                    <a:lnTo>
                      <a:pt x="5262" y="681"/>
                    </a:lnTo>
                    <a:lnTo>
                      <a:pt x="2387" y="29"/>
                    </a:lnTo>
                    <a:close/>
                  </a:path>
                </a:pathLst>
              </a:custGeom>
              <a:solidFill>
                <a:srgbClr val="bfd5fa"/>
              </a:solidFill>
              <a:ln w="3334" cap="flat" cmpd="sng" algn="ctr">
                <a:solidFill>
                  <a:srgbClr val="bf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59" name="Surface mesh patch"/>
              <p:cNvSpPr/>
              <p:nvPr/>
            </p:nvSpPr>
            <p:spPr>
              <a:xfrm>
                <a:off x="8711402" y="1819815"/>
                <a:ext cx="50120" cy="115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8">
                    <a:moveTo>
                      <a:pt x="0" y="122"/>
                    </a:moveTo>
                    <a:lnTo>
                      <a:pt x="2875" y="1208"/>
                    </a:lnTo>
                    <a:lnTo>
                      <a:pt x="5262" y="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0" name="Surface mesh patch"/>
              <p:cNvSpPr/>
              <p:nvPr/>
            </p:nvSpPr>
            <p:spPr>
              <a:xfrm>
                <a:off x="8761522" y="1825850"/>
                <a:ext cx="50120" cy="150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6">
                    <a:moveTo>
                      <a:pt x="0" y="322"/>
                    </a:moveTo>
                    <a:lnTo>
                      <a:pt x="2875" y="1576"/>
                    </a:lnTo>
                    <a:lnTo>
                      <a:pt x="5262" y="11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1" name="Surface mesh patch"/>
              <p:cNvSpPr/>
              <p:nvPr/>
            </p:nvSpPr>
            <p:spPr>
              <a:xfrm>
                <a:off x="8811641" y="1831297"/>
                <a:ext cx="50120" cy="17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6">
                    <a:moveTo>
                      <a:pt x="0" y="554"/>
                    </a:moveTo>
                    <a:lnTo>
                      <a:pt x="2875" y="1816"/>
                    </a:lnTo>
                    <a:lnTo>
                      <a:pt x="5262" y="11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2" name="Surface mesh patch"/>
              <p:cNvSpPr/>
              <p:nvPr/>
            </p:nvSpPr>
            <p:spPr>
              <a:xfrm>
                <a:off x="8861761" y="1834378"/>
                <a:ext cx="50120" cy="18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3">
                    <a:moveTo>
                      <a:pt x="0" y="804"/>
                    </a:moveTo>
                    <a:lnTo>
                      <a:pt x="2875" y="1913"/>
                    </a:lnTo>
                    <a:lnTo>
                      <a:pt x="5262" y="9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3" name="Surface mesh patch"/>
              <p:cNvSpPr/>
              <p:nvPr/>
            </p:nvSpPr>
            <p:spPr>
              <a:xfrm>
                <a:off x="8438072" y="1818567"/>
                <a:ext cx="50120" cy="9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2">
                    <a:moveTo>
                      <a:pt x="0" y="1032"/>
                    </a:moveTo>
                    <a:lnTo>
                      <a:pt x="2875" y="733"/>
                    </a:lnTo>
                    <a:lnTo>
                      <a:pt x="5262" y="0"/>
                    </a:lnTo>
                    <a:lnTo>
                      <a:pt x="2387" y="419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4" name="Surface mesh patch"/>
              <p:cNvSpPr/>
              <p:nvPr/>
            </p:nvSpPr>
            <p:spPr>
              <a:xfrm>
                <a:off x="8488191" y="1812718"/>
                <a:ext cx="50120" cy="5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4">
                    <a:moveTo>
                      <a:pt x="0" y="614"/>
                    </a:moveTo>
                    <a:lnTo>
                      <a:pt x="2875" y="502"/>
                    </a:lnTo>
                    <a:lnTo>
                      <a:pt x="5262" y="0"/>
                    </a:lnTo>
                    <a:lnTo>
                      <a:pt x="2387" y="229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5" name="Surface mesh patch"/>
              <p:cNvSpPr/>
              <p:nvPr/>
            </p:nvSpPr>
            <p:spPr>
              <a:xfrm>
                <a:off x="8538311" y="1810875"/>
                <a:ext cx="50120" cy="36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">
                    <a:moveTo>
                      <a:pt x="0" y="193"/>
                    </a:moveTo>
                    <a:lnTo>
                      <a:pt x="2875" y="383"/>
                    </a:lnTo>
                    <a:lnTo>
                      <a:pt x="5262" y="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6" name="Surface mesh patch"/>
              <p:cNvSpPr/>
              <p:nvPr/>
            </p:nvSpPr>
            <p:spPr>
              <a:xfrm>
                <a:off x="8588431" y="1810837"/>
                <a:ext cx="50120" cy="5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">
                    <a:moveTo>
                      <a:pt x="0" y="76"/>
                    </a:moveTo>
                    <a:lnTo>
                      <a:pt x="2875" y="627"/>
                    </a:lnTo>
                    <a:lnTo>
                      <a:pt x="5262" y="4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7" name="Surface mesh patch"/>
              <p:cNvSpPr/>
              <p:nvPr/>
            </p:nvSpPr>
            <p:spPr>
              <a:xfrm>
                <a:off x="8638550" y="1814494"/>
                <a:ext cx="50120" cy="91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2">
                    <a:moveTo>
                      <a:pt x="0" y="49"/>
                    </a:moveTo>
                    <a:lnTo>
                      <a:pt x="2875" y="962"/>
                    </a:lnTo>
                    <a:lnTo>
                      <a:pt x="5262" y="7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8" name="Surface mesh patch"/>
              <p:cNvSpPr/>
              <p:nvPr/>
            </p:nvSpPr>
            <p:spPr>
              <a:xfrm>
                <a:off x="8688670" y="1820976"/>
                <a:ext cx="50120" cy="12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113"/>
                    </a:moveTo>
                    <a:lnTo>
                      <a:pt x="2875" y="1322"/>
                    </a:lnTo>
                    <a:lnTo>
                      <a:pt x="5262" y="10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69" name="Surface mesh patch"/>
              <p:cNvSpPr/>
              <p:nvPr/>
            </p:nvSpPr>
            <p:spPr>
              <a:xfrm>
                <a:off x="8738790" y="1828917"/>
                <a:ext cx="50120" cy="155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">
                    <a:moveTo>
                      <a:pt x="0" y="253"/>
                    </a:moveTo>
                    <a:lnTo>
                      <a:pt x="2875" y="1637"/>
                    </a:lnTo>
                    <a:lnTo>
                      <a:pt x="5262" y="12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0" name="Surface mesh patch"/>
              <p:cNvSpPr/>
              <p:nvPr/>
            </p:nvSpPr>
            <p:spPr>
              <a:xfrm>
                <a:off x="8788909" y="1836571"/>
                <a:ext cx="50120" cy="17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5">
                    <a:moveTo>
                      <a:pt x="0" y="451"/>
                    </a:moveTo>
                    <a:lnTo>
                      <a:pt x="2875" y="1855"/>
                    </a:lnTo>
                    <a:lnTo>
                      <a:pt x="5262" y="1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1" name="Surface mesh patch"/>
              <p:cNvSpPr/>
              <p:nvPr/>
            </p:nvSpPr>
            <p:spPr>
              <a:xfrm>
                <a:off x="8839029" y="1842036"/>
                <a:ext cx="50120" cy="185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1">
                    <a:moveTo>
                      <a:pt x="0" y="689"/>
                    </a:moveTo>
                    <a:lnTo>
                      <a:pt x="2875" y="1951"/>
                    </a:lnTo>
                    <a:lnTo>
                      <a:pt x="5262" y="11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2" name="Surface mesh patch"/>
              <p:cNvSpPr/>
              <p:nvPr/>
            </p:nvSpPr>
            <p:spPr>
              <a:xfrm>
                <a:off x="8465460" y="1817500"/>
                <a:ext cx="50120" cy="8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">
                    <a:moveTo>
                      <a:pt x="0" y="845"/>
                    </a:moveTo>
                    <a:lnTo>
                      <a:pt x="2875" y="795"/>
                    </a:lnTo>
                    <a:lnTo>
                      <a:pt x="5262" y="0"/>
                    </a:lnTo>
                    <a:lnTo>
                      <a:pt x="2387" y="112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3" name="Surface mesh patch"/>
              <p:cNvSpPr/>
              <p:nvPr/>
            </p:nvSpPr>
            <p:spPr>
              <a:xfrm>
                <a:off x="8515579" y="1812718"/>
                <a:ext cx="50120" cy="71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2">
                    <a:moveTo>
                      <a:pt x="0" y="502"/>
                    </a:moveTo>
                    <a:lnTo>
                      <a:pt x="2875" y="752"/>
                    </a:lnTo>
                    <a:lnTo>
                      <a:pt x="5262" y="1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4" name="Surface mesh patch"/>
              <p:cNvSpPr/>
              <p:nvPr/>
            </p:nvSpPr>
            <p:spPr>
              <a:xfrm>
                <a:off x="8565699" y="1811559"/>
                <a:ext cx="50120" cy="88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">
                    <a:moveTo>
                      <a:pt x="0" y="311"/>
                    </a:moveTo>
                    <a:lnTo>
                      <a:pt x="2875" y="931"/>
                    </a:lnTo>
                    <a:lnTo>
                      <a:pt x="5262" y="5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5" name="Surface mesh patch"/>
              <p:cNvSpPr/>
              <p:nvPr/>
            </p:nvSpPr>
            <p:spPr>
              <a:xfrm>
                <a:off x="8615819" y="1814965"/>
                <a:ext cx="50120" cy="11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8">
                    <a:moveTo>
                      <a:pt x="0" y="194"/>
                    </a:moveTo>
                    <a:lnTo>
                      <a:pt x="2875" y="1188"/>
                    </a:lnTo>
                    <a:lnTo>
                      <a:pt x="5262" y="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6" name="Surface mesh patch"/>
              <p:cNvSpPr/>
              <p:nvPr/>
            </p:nvSpPr>
            <p:spPr>
              <a:xfrm>
                <a:off x="8665938" y="1822051"/>
                <a:ext cx="50120" cy="140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6">
                    <a:moveTo>
                      <a:pt x="0" y="169"/>
                    </a:moveTo>
                    <a:lnTo>
                      <a:pt x="2875" y="1476"/>
                    </a:lnTo>
                    <a:lnTo>
                      <a:pt x="5262" y="1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7" name="Surface mesh patch"/>
              <p:cNvSpPr/>
              <p:nvPr/>
            </p:nvSpPr>
            <p:spPr>
              <a:xfrm>
                <a:off x="8716058" y="1831323"/>
                <a:ext cx="50120" cy="16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8">
                    <a:moveTo>
                      <a:pt x="0" y="235"/>
                    </a:moveTo>
                    <a:lnTo>
                      <a:pt x="2875" y="1738"/>
                    </a:lnTo>
                    <a:lnTo>
                      <a:pt x="5262" y="13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8" name="Surface mesh patch"/>
              <p:cNvSpPr/>
              <p:nvPr/>
            </p:nvSpPr>
            <p:spPr>
              <a:xfrm>
                <a:off x="8766177" y="1840865"/>
                <a:ext cx="50120" cy="183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5">
                    <a:moveTo>
                      <a:pt x="0" y="383"/>
                    </a:moveTo>
                    <a:lnTo>
                      <a:pt x="2875" y="1925"/>
                    </a:lnTo>
                    <a:lnTo>
                      <a:pt x="5262" y="14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79" name="Surface mesh patch"/>
              <p:cNvSpPr/>
              <p:nvPr/>
            </p:nvSpPr>
            <p:spPr>
              <a:xfrm>
                <a:off x="8816297" y="1848598"/>
                <a:ext cx="50120" cy="19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9">
                    <a:moveTo>
                      <a:pt x="0" y="592"/>
                    </a:moveTo>
                    <a:lnTo>
                      <a:pt x="2875" y="2009"/>
                    </a:lnTo>
                    <a:lnTo>
                      <a:pt x="5262" y="1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80" name="Surface mesh patch"/>
              <p:cNvSpPr/>
              <p:nvPr/>
            </p:nvSpPr>
            <p:spPr>
              <a:xfrm>
                <a:off x="8492847" y="1817500"/>
                <a:ext cx="50120" cy="100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6">
                    <a:moveTo>
                      <a:pt x="0" y="795"/>
                    </a:moveTo>
                    <a:lnTo>
                      <a:pt x="2875" y="1056"/>
                    </a:lnTo>
                    <a:lnTo>
                      <a:pt x="5262" y="2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81" name="Surface mesh patch"/>
              <p:cNvSpPr/>
              <p:nvPr/>
            </p:nvSpPr>
            <p:spPr>
              <a:xfrm>
                <a:off x="8542967" y="1814520"/>
                <a:ext cx="50120" cy="114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1">
                    <a:moveTo>
                      <a:pt x="0" y="563"/>
                    </a:moveTo>
                    <a:lnTo>
                      <a:pt x="2875" y="1201"/>
                    </a:lnTo>
                    <a:lnTo>
                      <a:pt x="5262" y="6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82" name="Surface mesh patch"/>
              <p:cNvSpPr/>
              <p:nvPr/>
            </p:nvSpPr>
            <p:spPr>
              <a:xfrm>
                <a:off x="8593087" y="1816813"/>
                <a:ext cx="50120" cy="134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09">
                    <a:moveTo>
                      <a:pt x="0" y="379"/>
                    </a:moveTo>
                    <a:lnTo>
                      <a:pt x="2875" y="1409"/>
                    </a:lnTo>
                    <a:lnTo>
                      <a:pt x="5262" y="9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83" name="Surface mesh patch"/>
              <p:cNvSpPr/>
              <p:nvPr/>
            </p:nvSpPr>
            <p:spPr>
              <a:xfrm>
                <a:off x="8643206" y="1823658"/>
                <a:ext cx="50120" cy="156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44">
                    <a:moveTo>
                      <a:pt x="0" y="275"/>
                    </a:moveTo>
                    <a:lnTo>
                      <a:pt x="2875" y="1644"/>
                    </a:lnTo>
                    <a:lnTo>
                      <a:pt x="5262" y="13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84" name="Surface mesh patch"/>
              <p:cNvSpPr/>
              <p:nvPr/>
            </p:nvSpPr>
            <p:spPr>
              <a:xfrm>
                <a:off x="8693326" y="1833566"/>
                <a:ext cx="50120" cy="177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267"/>
                    </a:moveTo>
                    <a:lnTo>
                      <a:pt x="2875" y="1861"/>
                    </a:lnTo>
                    <a:lnTo>
                      <a:pt x="5262" y="15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85" name="Surface mesh patch"/>
              <p:cNvSpPr/>
              <p:nvPr/>
            </p:nvSpPr>
            <p:spPr>
              <a:xfrm>
                <a:off x="8743446" y="1844511"/>
                <a:ext cx="50120" cy="19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8">
                    <a:moveTo>
                      <a:pt x="0" y="353"/>
                    </a:moveTo>
                    <a:lnTo>
                      <a:pt x="2875" y="2018"/>
                    </a:lnTo>
                    <a:lnTo>
                      <a:pt x="5262" y="15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86" name="Surface mesh patch"/>
              <p:cNvSpPr/>
              <p:nvPr/>
            </p:nvSpPr>
            <p:spPr>
              <a:xfrm>
                <a:off x="8793565" y="1854241"/>
                <a:ext cx="50120" cy="198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7">
                    <a:moveTo>
                      <a:pt x="0" y="521"/>
                    </a:moveTo>
                    <a:lnTo>
                      <a:pt x="2875" y="2087"/>
                    </a:lnTo>
                    <a:lnTo>
                      <a:pt x="5262" y="14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87" name="Surface mesh patch"/>
              <p:cNvSpPr/>
              <p:nvPr/>
            </p:nvSpPr>
            <p:spPr>
              <a:xfrm>
                <a:off x="8520235" y="1819884"/>
                <a:ext cx="50120" cy="134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5">
                    <a:moveTo>
                      <a:pt x="0" y="806"/>
                    </a:moveTo>
                    <a:lnTo>
                      <a:pt x="2875" y="1415"/>
                    </a:lnTo>
                    <a:lnTo>
                      <a:pt x="5262" y="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88" name="Surface mesh patch"/>
              <p:cNvSpPr/>
              <p:nvPr/>
            </p:nvSpPr>
            <p:spPr>
              <a:xfrm>
                <a:off x="8570355" y="1820426"/>
                <a:ext cx="50120" cy="152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">
                    <a:moveTo>
                      <a:pt x="0" y="581"/>
                    </a:moveTo>
                    <a:lnTo>
                      <a:pt x="2875" y="1600"/>
                    </a:lnTo>
                    <a:lnTo>
                      <a:pt x="5262" y="1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89" name="Surface mesh patch"/>
              <p:cNvSpPr/>
              <p:nvPr/>
            </p:nvSpPr>
            <p:spPr>
              <a:xfrm>
                <a:off x="8620474" y="1826282"/>
                <a:ext cx="50120" cy="17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4">
                    <a:moveTo>
                      <a:pt x="0" y="415"/>
                    </a:moveTo>
                    <a:lnTo>
                      <a:pt x="2875" y="1804"/>
                    </a:lnTo>
                    <a:lnTo>
                      <a:pt x="5262" y="13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90" name="Surface mesh patch"/>
              <p:cNvSpPr/>
              <p:nvPr/>
            </p:nvSpPr>
            <p:spPr>
              <a:xfrm>
                <a:off x="8670594" y="1836107"/>
                <a:ext cx="50120" cy="18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0">
                    <a:moveTo>
                      <a:pt x="0" y="337"/>
                    </a:moveTo>
                    <a:lnTo>
                      <a:pt x="2875" y="1990"/>
                    </a:lnTo>
                    <a:lnTo>
                      <a:pt x="5262" y="1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91" name="Surface mesh patch"/>
              <p:cNvSpPr/>
              <p:nvPr/>
            </p:nvSpPr>
            <p:spPr>
              <a:xfrm>
                <a:off x="8720714" y="1847873"/>
                <a:ext cx="50120" cy="202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24">
                    <a:moveTo>
                      <a:pt x="0" y="359"/>
                    </a:moveTo>
                    <a:lnTo>
                      <a:pt x="2875" y="2124"/>
                    </a:lnTo>
                    <a:lnTo>
                      <a:pt x="5262" y="16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92" name="Surface mesh patch"/>
              <p:cNvSpPr/>
              <p:nvPr/>
            </p:nvSpPr>
            <p:spPr>
              <a:xfrm>
                <a:off x="8770833" y="1859200"/>
                <a:ext cx="50120" cy="207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9">
                    <a:moveTo>
                      <a:pt x="0" y="476"/>
                    </a:moveTo>
                    <a:lnTo>
                      <a:pt x="2875" y="2179"/>
                    </a:lnTo>
                    <a:lnTo>
                      <a:pt x="5262" y="15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93" name="Surface mesh patch"/>
              <p:cNvSpPr/>
              <p:nvPr/>
            </p:nvSpPr>
            <p:spPr>
              <a:xfrm>
                <a:off x="8547623" y="1825957"/>
                <a:ext cx="50120" cy="166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4">
                    <a:moveTo>
                      <a:pt x="0" y="778"/>
                    </a:moveTo>
                    <a:lnTo>
                      <a:pt x="2875" y="1744"/>
                    </a:lnTo>
                    <a:lnTo>
                      <a:pt x="5262" y="10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94" name="Surface mesh patch"/>
              <p:cNvSpPr/>
              <p:nvPr/>
            </p:nvSpPr>
            <p:spPr>
              <a:xfrm>
                <a:off x="8597743" y="1830235"/>
                <a:ext cx="50120" cy="184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6">
                    <a:moveTo>
                      <a:pt x="0" y="570"/>
                    </a:moveTo>
                    <a:lnTo>
                      <a:pt x="2875" y="1936"/>
                    </a:lnTo>
                    <a:lnTo>
                      <a:pt x="5262" y="13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95" name="Surface mesh patch"/>
              <p:cNvSpPr/>
              <p:nvPr/>
            </p:nvSpPr>
            <p:spPr>
              <a:xfrm>
                <a:off x="8647862" y="1839320"/>
                <a:ext cx="50120" cy="200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8">
                    <a:moveTo>
                      <a:pt x="0" y="435"/>
                    </a:moveTo>
                    <a:lnTo>
                      <a:pt x="2875" y="2108"/>
                    </a:lnTo>
                    <a:lnTo>
                      <a:pt x="5262" y="16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96" name="Surface mesh patch"/>
              <p:cNvSpPr/>
              <p:nvPr/>
            </p:nvSpPr>
            <p:spPr>
              <a:xfrm>
                <a:off x="8697982" y="1851295"/>
                <a:ext cx="50120" cy="21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29">
                    <a:moveTo>
                      <a:pt x="0" y="396"/>
                    </a:moveTo>
                    <a:lnTo>
                      <a:pt x="2875" y="2229"/>
                    </a:lnTo>
                    <a:lnTo>
                      <a:pt x="5262" y="17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97" name="Surface mesh patch"/>
              <p:cNvSpPr/>
              <p:nvPr/>
            </p:nvSpPr>
            <p:spPr>
              <a:xfrm>
                <a:off x="8748102" y="1863736"/>
                <a:ext cx="50120" cy="21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75">
                    <a:moveTo>
                      <a:pt x="0" y="459"/>
                    </a:moveTo>
                    <a:lnTo>
                      <a:pt x="2875" y="2275"/>
                    </a:lnTo>
                    <a:lnTo>
                      <a:pt x="5262" y="17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98" name="Surface mesh patch"/>
              <p:cNvSpPr/>
              <p:nvPr/>
            </p:nvSpPr>
            <p:spPr>
              <a:xfrm>
                <a:off x="8575011" y="1835662"/>
                <a:ext cx="50120" cy="19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9">
                    <a:moveTo>
                      <a:pt x="0" y="725"/>
                    </a:moveTo>
                    <a:lnTo>
                      <a:pt x="2875" y="2029"/>
                    </a:lnTo>
                    <a:lnTo>
                      <a:pt x="5262" y="13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99" name="Surface mesh patch"/>
              <p:cNvSpPr/>
              <p:nvPr/>
            </p:nvSpPr>
            <p:spPr>
              <a:xfrm>
                <a:off x="8625130" y="1843462"/>
                <a:ext cx="50120" cy="209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1">
                    <a:moveTo>
                      <a:pt x="0" y="547"/>
                    </a:moveTo>
                    <a:lnTo>
                      <a:pt x="2875" y="2201"/>
                    </a:lnTo>
                    <a:lnTo>
                      <a:pt x="5262" y="16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00" name="Surface mesh patch"/>
              <p:cNvSpPr/>
              <p:nvPr/>
            </p:nvSpPr>
            <p:spPr>
              <a:xfrm>
                <a:off x="8675250" y="1855066"/>
                <a:ext cx="50120" cy="221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1">
                    <a:moveTo>
                      <a:pt x="0" y="455"/>
                    </a:moveTo>
                    <a:lnTo>
                      <a:pt x="2875" y="2321"/>
                    </a:lnTo>
                    <a:lnTo>
                      <a:pt x="5262" y="18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01" name="Surface mesh patch"/>
              <p:cNvSpPr/>
              <p:nvPr/>
            </p:nvSpPr>
            <p:spPr>
              <a:xfrm>
                <a:off x="8725370" y="1868104"/>
                <a:ext cx="50120" cy="22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67">
                    <a:moveTo>
                      <a:pt x="0" y="464"/>
                    </a:moveTo>
                    <a:lnTo>
                      <a:pt x="2875" y="2367"/>
                    </a:lnTo>
                    <a:lnTo>
                      <a:pt x="5262" y="18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02" name="Surface mesh patch"/>
              <p:cNvSpPr/>
              <p:nvPr/>
            </p:nvSpPr>
            <p:spPr>
              <a:xfrm>
                <a:off x="8602399" y="1848672"/>
                <a:ext cx="50120" cy="21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2">
                    <a:moveTo>
                      <a:pt x="0" y="664"/>
                    </a:moveTo>
                    <a:lnTo>
                      <a:pt x="2875" y="2262"/>
                    </a:lnTo>
                    <a:lnTo>
                      <a:pt x="5262" y="1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03" name="Surface mesh patch"/>
              <p:cNvSpPr/>
              <p:nvPr/>
            </p:nvSpPr>
            <p:spPr>
              <a:xfrm>
                <a:off x="8652518" y="1859398"/>
                <a:ext cx="50120" cy="227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2">
                    <a:moveTo>
                      <a:pt x="0" y="528"/>
                    </a:moveTo>
                    <a:lnTo>
                      <a:pt x="2875" y="2392"/>
                    </a:lnTo>
                    <a:lnTo>
                      <a:pt x="5262" y="1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04" name="Surface mesh patch"/>
              <p:cNvSpPr/>
              <p:nvPr/>
            </p:nvSpPr>
            <p:spPr>
              <a:xfrm>
                <a:off x="8702638" y="1872525"/>
                <a:ext cx="50120" cy="233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8">
                    <a:moveTo>
                      <a:pt x="0" y="488"/>
                    </a:moveTo>
                    <a:lnTo>
                      <a:pt x="2875" y="2448"/>
                    </a:lnTo>
                    <a:lnTo>
                      <a:pt x="5262" y="19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05" name="Surface mesh patch"/>
              <p:cNvSpPr/>
              <p:nvPr/>
            </p:nvSpPr>
            <p:spPr>
              <a:xfrm>
                <a:off x="8629786" y="1864425"/>
                <a:ext cx="50120" cy="23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7">
                    <a:moveTo>
                      <a:pt x="0" y="608"/>
                    </a:moveTo>
                    <a:lnTo>
                      <a:pt x="2875" y="2437"/>
                    </a:lnTo>
                    <a:lnTo>
                      <a:pt x="5262" y="1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06" name="Surface mesh patch"/>
              <p:cNvSpPr/>
              <p:nvPr/>
            </p:nvSpPr>
            <p:spPr>
              <a:xfrm>
                <a:off x="8679906" y="1877174"/>
                <a:ext cx="50120" cy="23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9">
                    <a:moveTo>
                      <a:pt x="0" y="526"/>
                    </a:moveTo>
                    <a:lnTo>
                      <a:pt x="2875" y="2509"/>
                    </a:lnTo>
                    <a:lnTo>
                      <a:pt x="5262" y="19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07" name="Surface mesh patch"/>
              <p:cNvSpPr/>
              <p:nvPr/>
            </p:nvSpPr>
            <p:spPr>
              <a:xfrm>
                <a:off x="8657174" y="1882180"/>
                <a:ext cx="50120" cy="24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49">
                    <a:moveTo>
                      <a:pt x="0" y="573"/>
                    </a:moveTo>
                    <a:lnTo>
                      <a:pt x="2875" y="2549"/>
                    </a:lnTo>
                    <a:lnTo>
                      <a:pt x="5262" y="19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08" name="Surface grid line"/>
              <p:cNvSpPr/>
              <p:nvPr/>
            </p:nvSpPr>
            <p:spPr>
              <a:xfrm>
                <a:off x="7534275" y="1534371"/>
                <a:ext cx="1150287" cy="372092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65">
                    <a:moveTo>
                      <a:pt x="0" y="0"/>
                    </a:moveTo>
                    <a:lnTo>
                      <a:pt x="2875" y="2034"/>
                    </a:lnTo>
                    <a:lnTo>
                      <a:pt x="5751" y="3896"/>
                    </a:lnTo>
                    <a:lnTo>
                      <a:pt x="8626" y="5522"/>
                    </a:lnTo>
                    <a:lnTo>
                      <a:pt x="11501" y="6859"/>
                    </a:lnTo>
                    <a:lnTo>
                      <a:pt x="14377" y="7877"/>
                    </a:lnTo>
                    <a:lnTo>
                      <a:pt x="17252" y="8567"/>
                    </a:lnTo>
                    <a:lnTo>
                      <a:pt x="20128" y="8950"/>
                    </a:lnTo>
                    <a:lnTo>
                      <a:pt x="23003" y="9073"/>
                    </a:lnTo>
                    <a:lnTo>
                      <a:pt x="25878" y="9010"/>
                    </a:lnTo>
                    <a:lnTo>
                      <a:pt x="28754" y="8860"/>
                    </a:lnTo>
                    <a:lnTo>
                      <a:pt x="31629" y="8731"/>
                    </a:lnTo>
                    <a:lnTo>
                      <a:pt x="34504" y="8736"/>
                    </a:lnTo>
                    <a:lnTo>
                      <a:pt x="37380" y="8977"/>
                    </a:lnTo>
                    <a:lnTo>
                      <a:pt x="40255" y="9536"/>
                    </a:lnTo>
                    <a:lnTo>
                      <a:pt x="43130" y="10468"/>
                    </a:lnTo>
                    <a:lnTo>
                      <a:pt x="46006" y="11791"/>
                    </a:lnTo>
                    <a:lnTo>
                      <a:pt x="48881" y="13490"/>
                    </a:lnTo>
                    <a:lnTo>
                      <a:pt x="51756" y="15518"/>
                    </a:lnTo>
                    <a:lnTo>
                      <a:pt x="54632" y="17795"/>
                    </a:lnTo>
                    <a:lnTo>
                      <a:pt x="57507" y="20223"/>
                    </a:lnTo>
                    <a:lnTo>
                      <a:pt x="60383" y="22686"/>
                    </a:lnTo>
                    <a:lnTo>
                      <a:pt x="63258" y="25066"/>
                    </a:lnTo>
                    <a:lnTo>
                      <a:pt x="66133" y="27249"/>
                    </a:lnTo>
                    <a:lnTo>
                      <a:pt x="69009" y="29137"/>
                    </a:lnTo>
                    <a:lnTo>
                      <a:pt x="71884" y="30654"/>
                    </a:lnTo>
                    <a:lnTo>
                      <a:pt x="74759" y="31758"/>
                    </a:lnTo>
                    <a:lnTo>
                      <a:pt x="77635" y="32438"/>
                    </a:lnTo>
                    <a:lnTo>
                      <a:pt x="80510" y="32719"/>
                    </a:lnTo>
                    <a:lnTo>
                      <a:pt x="83385" y="32658"/>
                    </a:lnTo>
                    <a:lnTo>
                      <a:pt x="86261" y="32337"/>
                    </a:lnTo>
                    <a:lnTo>
                      <a:pt x="89136" y="31859"/>
                    </a:lnTo>
                    <a:lnTo>
                      <a:pt x="92011" y="31332"/>
                    </a:lnTo>
                    <a:lnTo>
                      <a:pt x="94887" y="30869"/>
                    </a:lnTo>
                    <a:lnTo>
                      <a:pt x="97762" y="30570"/>
                    </a:lnTo>
                    <a:lnTo>
                      <a:pt x="100638" y="30520"/>
                    </a:lnTo>
                    <a:lnTo>
                      <a:pt x="103513" y="30781"/>
                    </a:lnTo>
                    <a:lnTo>
                      <a:pt x="106388" y="31390"/>
                    </a:lnTo>
                    <a:lnTo>
                      <a:pt x="109264" y="32357"/>
                    </a:lnTo>
                    <a:lnTo>
                      <a:pt x="112139" y="33661"/>
                    </a:lnTo>
                    <a:lnTo>
                      <a:pt x="115014" y="35260"/>
                    </a:lnTo>
                    <a:lnTo>
                      <a:pt x="117890" y="37088"/>
                    </a:lnTo>
                    <a:lnTo>
                      <a:pt x="120765" y="3906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09" name="Surface grid line"/>
              <p:cNvSpPr/>
              <p:nvPr/>
            </p:nvSpPr>
            <p:spPr>
              <a:xfrm>
                <a:off x="7557007" y="1529145"/>
                <a:ext cx="1150287" cy="3719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48">
                    <a:moveTo>
                      <a:pt x="0" y="0"/>
                    </a:moveTo>
                    <a:lnTo>
                      <a:pt x="2875" y="1997"/>
                    </a:lnTo>
                    <a:lnTo>
                      <a:pt x="5751" y="3804"/>
                    </a:lnTo>
                    <a:lnTo>
                      <a:pt x="8626" y="5361"/>
                    </a:lnTo>
                    <a:lnTo>
                      <a:pt x="11501" y="6623"/>
                    </a:lnTo>
                    <a:lnTo>
                      <a:pt x="14377" y="7565"/>
                    </a:lnTo>
                    <a:lnTo>
                      <a:pt x="17252" y="8183"/>
                    </a:lnTo>
                    <a:lnTo>
                      <a:pt x="20128" y="8500"/>
                    </a:lnTo>
                    <a:lnTo>
                      <a:pt x="23003" y="8570"/>
                    </a:lnTo>
                    <a:lnTo>
                      <a:pt x="25878" y="8476"/>
                    </a:lnTo>
                    <a:lnTo>
                      <a:pt x="28754" y="8323"/>
                    </a:lnTo>
                    <a:lnTo>
                      <a:pt x="31629" y="8230"/>
                    </a:lnTo>
                    <a:lnTo>
                      <a:pt x="34504" y="8317"/>
                    </a:lnTo>
                    <a:lnTo>
                      <a:pt x="37380" y="8692"/>
                    </a:lnTo>
                    <a:lnTo>
                      <a:pt x="40255" y="9439"/>
                    </a:lnTo>
                    <a:lnTo>
                      <a:pt x="43130" y="10606"/>
                    </a:lnTo>
                    <a:lnTo>
                      <a:pt x="46006" y="12204"/>
                    </a:lnTo>
                    <a:lnTo>
                      <a:pt x="48881" y="14204"/>
                    </a:lnTo>
                    <a:lnTo>
                      <a:pt x="51756" y="16540"/>
                    </a:lnTo>
                    <a:lnTo>
                      <a:pt x="54632" y="19115"/>
                    </a:lnTo>
                    <a:lnTo>
                      <a:pt x="57507" y="21809"/>
                    </a:lnTo>
                    <a:lnTo>
                      <a:pt x="60383" y="24488"/>
                    </a:lnTo>
                    <a:lnTo>
                      <a:pt x="63258" y="27017"/>
                    </a:lnTo>
                    <a:lnTo>
                      <a:pt x="66133" y="29271"/>
                    </a:lnTo>
                    <a:lnTo>
                      <a:pt x="69009" y="31144"/>
                    </a:lnTo>
                    <a:lnTo>
                      <a:pt x="71884" y="32564"/>
                    </a:lnTo>
                    <a:lnTo>
                      <a:pt x="74759" y="33493"/>
                    </a:lnTo>
                    <a:lnTo>
                      <a:pt x="77635" y="33937"/>
                    </a:lnTo>
                    <a:lnTo>
                      <a:pt x="80510" y="33938"/>
                    </a:lnTo>
                    <a:lnTo>
                      <a:pt x="83385" y="33576"/>
                    </a:lnTo>
                    <a:lnTo>
                      <a:pt x="86261" y="32958"/>
                    </a:lnTo>
                    <a:lnTo>
                      <a:pt x="89136" y="32205"/>
                    </a:lnTo>
                    <a:lnTo>
                      <a:pt x="92011" y="31447"/>
                    </a:lnTo>
                    <a:lnTo>
                      <a:pt x="94887" y="30804"/>
                    </a:lnTo>
                    <a:lnTo>
                      <a:pt x="97762" y="30386"/>
                    </a:lnTo>
                    <a:lnTo>
                      <a:pt x="100638" y="30274"/>
                    </a:lnTo>
                    <a:lnTo>
                      <a:pt x="103513" y="30524"/>
                    </a:lnTo>
                    <a:lnTo>
                      <a:pt x="106388" y="31161"/>
                    </a:lnTo>
                    <a:lnTo>
                      <a:pt x="109264" y="32180"/>
                    </a:lnTo>
                    <a:lnTo>
                      <a:pt x="112139" y="33546"/>
                    </a:lnTo>
                    <a:lnTo>
                      <a:pt x="115014" y="35200"/>
                    </a:lnTo>
                    <a:lnTo>
                      <a:pt x="117890" y="37064"/>
                    </a:lnTo>
                    <a:lnTo>
                      <a:pt x="120765" y="390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10" name="Surface grid line"/>
              <p:cNvSpPr/>
              <p:nvPr/>
            </p:nvSpPr>
            <p:spPr>
              <a:xfrm>
                <a:off x="7579739" y="1523865"/>
                <a:ext cx="1150287" cy="37197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52">
                    <a:moveTo>
                      <a:pt x="0" y="0"/>
                    </a:moveTo>
                    <a:lnTo>
                      <a:pt x="2875" y="1960"/>
                    </a:lnTo>
                    <a:lnTo>
                      <a:pt x="5751" y="3718"/>
                    </a:lnTo>
                    <a:lnTo>
                      <a:pt x="8626" y="5223"/>
                    </a:lnTo>
                    <a:lnTo>
                      <a:pt x="11501" y="6433"/>
                    </a:lnTo>
                    <a:lnTo>
                      <a:pt x="14377" y="7327"/>
                    </a:lnTo>
                    <a:lnTo>
                      <a:pt x="17252" y="7901"/>
                    </a:lnTo>
                    <a:lnTo>
                      <a:pt x="20128" y="8183"/>
                    </a:lnTo>
                    <a:lnTo>
                      <a:pt x="23003" y="8228"/>
                    </a:lnTo>
                    <a:lnTo>
                      <a:pt x="25878" y="8126"/>
                    </a:lnTo>
                    <a:lnTo>
                      <a:pt x="28754" y="7991"/>
                    </a:lnTo>
                    <a:lnTo>
                      <a:pt x="31629" y="7952"/>
                    </a:lnTo>
                    <a:lnTo>
                      <a:pt x="34504" y="8140"/>
                    </a:lnTo>
                    <a:lnTo>
                      <a:pt x="37380" y="8671"/>
                    </a:lnTo>
                    <a:lnTo>
                      <a:pt x="40255" y="9631"/>
                    </a:lnTo>
                    <a:lnTo>
                      <a:pt x="43130" y="11068"/>
                    </a:lnTo>
                    <a:lnTo>
                      <a:pt x="46006" y="12984"/>
                    </a:lnTo>
                    <a:lnTo>
                      <a:pt x="48881" y="15335"/>
                    </a:lnTo>
                    <a:lnTo>
                      <a:pt x="51756" y="18038"/>
                    </a:lnTo>
                    <a:lnTo>
                      <a:pt x="54632" y="20973"/>
                    </a:lnTo>
                    <a:lnTo>
                      <a:pt x="57507" y="23996"/>
                    </a:lnTo>
                    <a:lnTo>
                      <a:pt x="60383" y="26951"/>
                    </a:lnTo>
                    <a:lnTo>
                      <a:pt x="63258" y="29683"/>
                    </a:lnTo>
                    <a:lnTo>
                      <a:pt x="66133" y="32050"/>
                    </a:lnTo>
                    <a:lnTo>
                      <a:pt x="69009" y="33937"/>
                    </a:lnTo>
                    <a:lnTo>
                      <a:pt x="71884" y="35270"/>
                    </a:lnTo>
                    <a:lnTo>
                      <a:pt x="74759" y="36017"/>
                    </a:lnTo>
                    <a:lnTo>
                      <a:pt x="77635" y="36199"/>
                    </a:lnTo>
                    <a:lnTo>
                      <a:pt x="80510" y="35879"/>
                    </a:lnTo>
                    <a:lnTo>
                      <a:pt x="83385" y="35165"/>
                    </a:lnTo>
                    <a:lnTo>
                      <a:pt x="86261" y="34187"/>
                    </a:lnTo>
                    <a:lnTo>
                      <a:pt x="89136" y="33095"/>
                    </a:lnTo>
                    <a:lnTo>
                      <a:pt x="92011" y="32038"/>
                    </a:lnTo>
                    <a:lnTo>
                      <a:pt x="94887" y="31153"/>
                    </a:lnTo>
                    <a:lnTo>
                      <a:pt x="97762" y="30555"/>
                    </a:lnTo>
                    <a:lnTo>
                      <a:pt x="100638" y="30326"/>
                    </a:lnTo>
                    <a:lnTo>
                      <a:pt x="103513" y="30515"/>
                    </a:lnTo>
                    <a:lnTo>
                      <a:pt x="106388" y="31135"/>
                    </a:lnTo>
                    <a:lnTo>
                      <a:pt x="109264" y="32165"/>
                    </a:lnTo>
                    <a:lnTo>
                      <a:pt x="112139" y="33554"/>
                    </a:lnTo>
                    <a:lnTo>
                      <a:pt x="115014" y="35227"/>
                    </a:lnTo>
                    <a:lnTo>
                      <a:pt x="117890" y="37093"/>
                    </a:lnTo>
                    <a:lnTo>
                      <a:pt x="120765" y="3905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11" name="Surface grid line"/>
              <p:cNvSpPr/>
              <p:nvPr/>
            </p:nvSpPr>
            <p:spPr>
              <a:xfrm>
                <a:off x="7602471" y="1518490"/>
                <a:ext cx="1150287" cy="37510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382">
                    <a:moveTo>
                      <a:pt x="0" y="0"/>
                    </a:moveTo>
                    <a:lnTo>
                      <a:pt x="2875" y="1926"/>
                    </a:lnTo>
                    <a:lnTo>
                      <a:pt x="5751" y="3649"/>
                    </a:lnTo>
                    <a:lnTo>
                      <a:pt x="8626" y="5122"/>
                    </a:lnTo>
                    <a:lnTo>
                      <a:pt x="11501" y="6309"/>
                    </a:lnTo>
                    <a:lnTo>
                      <a:pt x="14377" y="7188"/>
                    </a:lnTo>
                    <a:lnTo>
                      <a:pt x="17252" y="7755"/>
                    </a:lnTo>
                    <a:lnTo>
                      <a:pt x="20128" y="8034"/>
                    </a:lnTo>
                    <a:lnTo>
                      <a:pt x="23003" y="8083"/>
                    </a:lnTo>
                    <a:lnTo>
                      <a:pt x="25878" y="7997"/>
                    </a:lnTo>
                    <a:lnTo>
                      <a:pt x="28754" y="7898"/>
                    </a:lnTo>
                    <a:lnTo>
                      <a:pt x="31629" y="7928"/>
                    </a:lnTo>
                    <a:lnTo>
                      <a:pt x="34504" y="8233"/>
                    </a:lnTo>
                    <a:lnTo>
                      <a:pt x="37380" y="8937"/>
                    </a:lnTo>
                    <a:lnTo>
                      <a:pt x="40255" y="10135"/>
                    </a:lnTo>
                    <a:lnTo>
                      <a:pt x="43130" y="11874"/>
                    </a:lnTo>
                    <a:lnTo>
                      <a:pt x="46006" y="14148"/>
                    </a:lnTo>
                    <a:lnTo>
                      <a:pt x="48881" y="16902"/>
                    </a:lnTo>
                    <a:lnTo>
                      <a:pt x="51756" y="20030"/>
                    </a:lnTo>
                    <a:lnTo>
                      <a:pt x="54632" y="23389"/>
                    </a:lnTo>
                    <a:lnTo>
                      <a:pt x="57507" y="26809"/>
                    </a:lnTo>
                    <a:lnTo>
                      <a:pt x="60383" y="30107"/>
                    </a:lnTo>
                    <a:lnTo>
                      <a:pt x="63258" y="33100"/>
                    </a:lnTo>
                    <a:lnTo>
                      <a:pt x="66133" y="35627"/>
                    </a:lnTo>
                    <a:lnTo>
                      <a:pt x="69009" y="37561"/>
                    </a:lnTo>
                    <a:lnTo>
                      <a:pt x="71884" y="38821"/>
                    </a:lnTo>
                    <a:lnTo>
                      <a:pt x="74759" y="39382"/>
                    </a:lnTo>
                    <a:lnTo>
                      <a:pt x="77635" y="39278"/>
                    </a:lnTo>
                    <a:lnTo>
                      <a:pt x="80510" y="38598"/>
                    </a:lnTo>
                    <a:lnTo>
                      <a:pt x="83385" y="37475"/>
                    </a:lnTo>
                    <a:lnTo>
                      <a:pt x="86261" y="36075"/>
                    </a:lnTo>
                    <a:lnTo>
                      <a:pt x="89136" y="34574"/>
                    </a:lnTo>
                    <a:lnTo>
                      <a:pt x="92011" y="33147"/>
                    </a:lnTo>
                    <a:lnTo>
                      <a:pt x="94887" y="31949"/>
                    </a:lnTo>
                    <a:lnTo>
                      <a:pt x="97762" y="31104"/>
                    </a:lnTo>
                    <a:lnTo>
                      <a:pt x="100638" y="30697"/>
                    </a:lnTo>
                    <a:lnTo>
                      <a:pt x="103513" y="30768"/>
                    </a:lnTo>
                    <a:lnTo>
                      <a:pt x="106388" y="31320"/>
                    </a:lnTo>
                    <a:lnTo>
                      <a:pt x="109264" y="32314"/>
                    </a:lnTo>
                    <a:lnTo>
                      <a:pt x="112139" y="33683"/>
                    </a:lnTo>
                    <a:lnTo>
                      <a:pt x="115014" y="35336"/>
                    </a:lnTo>
                    <a:lnTo>
                      <a:pt x="117890" y="37169"/>
                    </a:lnTo>
                    <a:lnTo>
                      <a:pt x="120765" y="390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12" name="Surface grid line"/>
              <p:cNvSpPr/>
              <p:nvPr/>
            </p:nvSpPr>
            <p:spPr>
              <a:xfrm>
                <a:off x="7625202" y="1512968"/>
                <a:ext cx="1150287" cy="41442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3510">
                    <a:moveTo>
                      <a:pt x="0" y="0"/>
                    </a:moveTo>
                    <a:lnTo>
                      <a:pt x="2875" y="1899"/>
                    </a:lnTo>
                    <a:lnTo>
                      <a:pt x="5751" y="3603"/>
                    </a:lnTo>
                    <a:lnTo>
                      <a:pt x="8626" y="5071"/>
                    </a:lnTo>
                    <a:lnTo>
                      <a:pt x="11501" y="6269"/>
                    </a:lnTo>
                    <a:lnTo>
                      <a:pt x="14377" y="7170"/>
                    </a:lnTo>
                    <a:lnTo>
                      <a:pt x="17252" y="7767"/>
                    </a:lnTo>
                    <a:lnTo>
                      <a:pt x="20128" y="8078"/>
                    </a:lnTo>
                    <a:lnTo>
                      <a:pt x="23003" y="8161"/>
                    </a:lnTo>
                    <a:lnTo>
                      <a:pt x="25878" y="8113"/>
                    </a:lnTo>
                    <a:lnTo>
                      <a:pt x="28754" y="8066"/>
                    </a:lnTo>
                    <a:lnTo>
                      <a:pt x="31629" y="8177"/>
                    </a:lnTo>
                    <a:lnTo>
                      <a:pt x="34504" y="8606"/>
                    </a:lnTo>
                    <a:lnTo>
                      <a:pt x="37380" y="9494"/>
                    </a:lnTo>
                    <a:lnTo>
                      <a:pt x="40255" y="10944"/>
                    </a:lnTo>
                    <a:lnTo>
                      <a:pt x="43130" y="13007"/>
                    </a:lnTo>
                    <a:lnTo>
                      <a:pt x="46006" y="15671"/>
                    </a:lnTo>
                    <a:lnTo>
                      <a:pt x="48881" y="18867"/>
                    </a:lnTo>
                    <a:lnTo>
                      <a:pt x="51756" y="22470"/>
                    </a:lnTo>
                    <a:lnTo>
                      <a:pt x="54632" y="26309"/>
                    </a:lnTo>
                    <a:lnTo>
                      <a:pt x="57507" y="30185"/>
                    </a:lnTo>
                    <a:lnTo>
                      <a:pt x="60383" y="33882"/>
                    </a:lnTo>
                    <a:lnTo>
                      <a:pt x="63258" y="37191"/>
                    </a:lnTo>
                    <a:lnTo>
                      <a:pt x="66133" y="39923"/>
                    </a:lnTo>
                    <a:lnTo>
                      <a:pt x="69009" y="41934"/>
                    </a:lnTo>
                    <a:lnTo>
                      <a:pt x="71884" y="43136"/>
                    </a:lnTo>
                    <a:lnTo>
                      <a:pt x="74759" y="43510"/>
                    </a:lnTo>
                    <a:lnTo>
                      <a:pt x="77635" y="43102"/>
                    </a:lnTo>
                    <a:lnTo>
                      <a:pt x="80510" y="42028"/>
                    </a:lnTo>
                    <a:lnTo>
                      <a:pt x="83385" y="40453"/>
                    </a:lnTo>
                    <a:lnTo>
                      <a:pt x="86261" y="38574"/>
                    </a:lnTo>
                    <a:lnTo>
                      <a:pt x="89136" y="36602"/>
                    </a:lnTo>
                    <a:lnTo>
                      <a:pt x="92011" y="34742"/>
                    </a:lnTo>
                    <a:lnTo>
                      <a:pt x="94887" y="33168"/>
                    </a:lnTo>
                    <a:lnTo>
                      <a:pt x="97762" y="32015"/>
                    </a:lnTo>
                    <a:lnTo>
                      <a:pt x="100638" y="31372"/>
                    </a:lnTo>
                    <a:lnTo>
                      <a:pt x="103513" y="31272"/>
                    </a:lnTo>
                    <a:lnTo>
                      <a:pt x="106388" y="31706"/>
                    </a:lnTo>
                    <a:lnTo>
                      <a:pt x="109264" y="32618"/>
                    </a:lnTo>
                    <a:lnTo>
                      <a:pt x="112139" y="33925"/>
                    </a:lnTo>
                    <a:lnTo>
                      <a:pt x="115014" y="35520"/>
                    </a:lnTo>
                    <a:lnTo>
                      <a:pt x="117890" y="37285"/>
                    </a:lnTo>
                    <a:lnTo>
                      <a:pt x="120765" y="391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13" name="Surface grid line"/>
              <p:cNvSpPr/>
              <p:nvPr/>
            </p:nvSpPr>
            <p:spPr>
              <a:xfrm>
                <a:off x="7647934" y="1507234"/>
                <a:ext cx="1150287" cy="45870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8158">
                    <a:moveTo>
                      <a:pt x="0" y="0"/>
                    </a:moveTo>
                    <a:lnTo>
                      <a:pt x="2875" y="1882"/>
                    </a:lnTo>
                    <a:lnTo>
                      <a:pt x="5751" y="3587"/>
                    </a:lnTo>
                    <a:lnTo>
                      <a:pt x="8626" y="5079"/>
                    </a:lnTo>
                    <a:lnTo>
                      <a:pt x="11501" y="6322"/>
                    </a:lnTo>
                    <a:lnTo>
                      <a:pt x="14377" y="7286"/>
                    </a:lnTo>
                    <a:lnTo>
                      <a:pt x="17252" y="7952"/>
                    </a:lnTo>
                    <a:lnTo>
                      <a:pt x="20128" y="8331"/>
                    </a:lnTo>
                    <a:lnTo>
                      <a:pt x="23003" y="8476"/>
                    </a:lnTo>
                    <a:lnTo>
                      <a:pt x="25878" y="8485"/>
                    </a:lnTo>
                    <a:lnTo>
                      <a:pt x="28754" y="8500"/>
                    </a:lnTo>
                    <a:lnTo>
                      <a:pt x="31629" y="8695"/>
                    </a:lnTo>
                    <a:lnTo>
                      <a:pt x="34504" y="9248"/>
                    </a:lnTo>
                    <a:lnTo>
                      <a:pt x="37380" y="10318"/>
                    </a:lnTo>
                    <a:lnTo>
                      <a:pt x="40255" y="12020"/>
                    </a:lnTo>
                    <a:lnTo>
                      <a:pt x="43130" y="14411"/>
                    </a:lnTo>
                    <a:lnTo>
                      <a:pt x="46006" y="17476"/>
                    </a:lnTo>
                    <a:lnTo>
                      <a:pt x="48881" y="21131"/>
                    </a:lnTo>
                    <a:lnTo>
                      <a:pt x="51756" y="25232"/>
                    </a:lnTo>
                    <a:lnTo>
                      <a:pt x="54632" y="29581"/>
                    </a:lnTo>
                    <a:lnTo>
                      <a:pt x="57507" y="33945"/>
                    </a:lnTo>
                    <a:lnTo>
                      <a:pt x="60383" y="38077"/>
                    </a:lnTo>
                    <a:lnTo>
                      <a:pt x="63258" y="41733"/>
                    </a:lnTo>
                    <a:lnTo>
                      <a:pt x="66133" y="44699"/>
                    </a:lnTo>
                    <a:lnTo>
                      <a:pt x="69009" y="46810"/>
                    </a:lnTo>
                    <a:lnTo>
                      <a:pt x="71884" y="47968"/>
                    </a:lnTo>
                    <a:lnTo>
                      <a:pt x="74759" y="48158"/>
                    </a:lnTo>
                    <a:lnTo>
                      <a:pt x="77635" y="47441"/>
                    </a:lnTo>
                    <a:lnTo>
                      <a:pt x="80510" y="45957"/>
                    </a:lnTo>
                    <a:lnTo>
                      <a:pt x="83385" y="43904"/>
                    </a:lnTo>
                    <a:lnTo>
                      <a:pt x="86261" y="41516"/>
                    </a:lnTo>
                    <a:lnTo>
                      <a:pt x="89136" y="39039"/>
                    </a:lnTo>
                    <a:lnTo>
                      <a:pt x="92011" y="36706"/>
                    </a:lnTo>
                    <a:lnTo>
                      <a:pt x="94887" y="34715"/>
                    </a:lnTo>
                    <a:lnTo>
                      <a:pt x="97762" y="33214"/>
                    </a:lnTo>
                    <a:lnTo>
                      <a:pt x="100638" y="32293"/>
                    </a:lnTo>
                    <a:lnTo>
                      <a:pt x="103513" y="31982"/>
                    </a:lnTo>
                    <a:lnTo>
                      <a:pt x="106388" y="32258"/>
                    </a:lnTo>
                    <a:lnTo>
                      <a:pt x="109264" y="33052"/>
                    </a:lnTo>
                    <a:lnTo>
                      <a:pt x="112139" y="34261"/>
                    </a:lnTo>
                    <a:lnTo>
                      <a:pt x="115014" y="35763"/>
                    </a:lnTo>
                    <a:lnTo>
                      <a:pt x="117890" y="37428"/>
                    </a:lnTo>
                    <a:lnTo>
                      <a:pt x="120765" y="391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14" name="Surface grid line"/>
              <p:cNvSpPr/>
              <p:nvPr/>
            </p:nvSpPr>
            <p:spPr>
              <a:xfrm>
                <a:off x="7670666" y="1501204"/>
                <a:ext cx="1150287" cy="50398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2912">
                    <a:moveTo>
                      <a:pt x="0" y="0"/>
                    </a:moveTo>
                    <a:lnTo>
                      <a:pt x="2875" y="1876"/>
                    </a:lnTo>
                    <a:lnTo>
                      <a:pt x="5751" y="3602"/>
                    </a:lnTo>
                    <a:lnTo>
                      <a:pt x="8626" y="5148"/>
                    </a:lnTo>
                    <a:lnTo>
                      <a:pt x="11501" y="6474"/>
                    </a:lnTo>
                    <a:lnTo>
                      <a:pt x="14377" y="7538"/>
                    </a:lnTo>
                    <a:lnTo>
                      <a:pt x="17252" y="8312"/>
                    </a:lnTo>
                    <a:lnTo>
                      <a:pt x="20128" y="8793"/>
                    </a:lnTo>
                    <a:lnTo>
                      <a:pt x="23003" y="9024"/>
                    </a:lnTo>
                    <a:lnTo>
                      <a:pt x="25878" y="9105"/>
                    </a:lnTo>
                    <a:lnTo>
                      <a:pt x="28754" y="9187"/>
                    </a:lnTo>
                    <a:lnTo>
                      <a:pt x="31629" y="9461"/>
                    </a:lnTo>
                    <a:lnTo>
                      <a:pt x="34504" y="10124"/>
                    </a:lnTo>
                    <a:lnTo>
                      <a:pt x="37380" y="11357"/>
                    </a:lnTo>
                    <a:lnTo>
                      <a:pt x="40255" y="13289"/>
                    </a:lnTo>
                    <a:lnTo>
                      <a:pt x="43130" y="15985"/>
                    </a:lnTo>
                    <a:lnTo>
                      <a:pt x="46006" y="19428"/>
                    </a:lnTo>
                    <a:lnTo>
                      <a:pt x="48881" y="23524"/>
                    </a:lnTo>
                    <a:lnTo>
                      <a:pt x="51756" y="28107"/>
                    </a:lnTo>
                    <a:lnTo>
                      <a:pt x="54632" y="32952"/>
                    </a:lnTo>
                    <a:lnTo>
                      <a:pt x="57507" y="37796"/>
                    </a:lnTo>
                    <a:lnTo>
                      <a:pt x="60383" y="42357"/>
                    </a:lnTo>
                    <a:lnTo>
                      <a:pt x="63258" y="46359"/>
                    </a:lnTo>
                    <a:lnTo>
                      <a:pt x="66133" y="49560"/>
                    </a:lnTo>
                    <a:lnTo>
                      <a:pt x="69009" y="51775"/>
                    </a:lnTo>
                    <a:lnTo>
                      <a:pt x="71884" y="52897"/>
                    </a:lnTo>
                    <a:lnTo>
                      <a:pt x="74759" y="52912"/>
                    </a:lnTo>
                    <a:lnTo>
                      <a:pt x="77635" y="51897"/>
                    </a:lnTo>
                    <a:lnTo>
                      <a:pt x="80510" y="50016"/>
                    </a:lnTo>
                    <a:lnTo>
                      <a:pt x="83385" y="47497"/>
                    </a:lnTo>
                    <a:lnTo>
                      <a:pt x="86261" y="44610"/>
                    </a:lnTo>
                    <a:lnTo>
                      <a:pt x="89136" y="41634"/>
                    </a:lnTo>
                    <a:lnTo>
                      <a:pt x="92011" y="38832"/>
                    </a:lnTo>
                    <a:lnTo>
                      <a:pt x="94887" y="36422"/>
                    </a:lnTo>
                    <a:lnTo>
                      <a:pt x="97762" y="34567"/>
                    </a:lnTo>
                    <a:lnTo>
                      <a:pt x="100638" y="33358"/>
                    </a:lnTo>
                    <a:lnTo>
                      <a:pt x="103513" y="32821"/>
                    </a:lnTo>
                    <a:lnTo>
                      <a:pt x="106388" y="32920"/>
                    </a:lnTo>
                    <a:lnTo>
                      <a:pt x="109264" y="33572"/>
                    </a:lnTo>
                    <a:lnTo>
                      <a:pt x="112139" y="34658"/>
                    </a:lnTo>
                    <a:lnTo>
                      <a:pt x="115014" y="36043"/>
                    </a:lnTo>
                    <a:lnTo>
                      <a:pt x="117890" y="37585"/>
                    </a:lnTo>
                    <a:lnTo>
                      <a:pt x="120765" y="3915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15" name="Surface grid line"/>
              <p:cNvSpPr/>
              <p:nvPr/>
            </p:nvSpPr>
            <p:spPr>
              <a:xfrm>
                <a:off x="7693398" y="1494766"/>
                <a:ext cx="1150287" cy="54645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7371">
                    <a:moveTo>
                      <a:pt x="0" y="0"/>
                    </a:moveTo>
                    <a:lnTo>
                      <a:pt x="2875" y="1881"/>
                    </a:lnTo>
                    <a:lnTo>
                      <a:pt x="5751" y="3649"/>
                    </a:lnTo>
                    <a:lnTo>
                      <a:pt x="8626" y="5275"/>
                    </a:lnTo>
                    <a:lnTo>
                      <a:pt x="11501" y="6717"/>
                    </a:lnTo>
                    <a:lnTo>
                      <a:pt x="14377" y="7919"/>
                    </a:lnTo>
                    <a:lnTo>
                      <a:pt x="17252" y="8834"/>
                    </a:lnTo>
                    <a:lnTo>
                      <a:pt x="20128" y="9445"/>
                    </a:lnTo>
                    <a:lnTo>
                      <a:pt x="23003" y="9783"/>
                    </a:lnTo>
                    <a:lnTo>
                      <a:pt x="25878" y="9946"/>
                    </a:lnTo>
                    <a:lnTo>
                      <a:pt x="28754" y="10093"/>
                    </a:lnTo>
                    <a:lnTo>
                      <a:pt x="31629" y="10429"/>
                    </a:lnTo>
                    <a:lnTo>
                      <a:pt x="34504" y="11176"/>
                    </a:lnTo>
                    <a:lnTo>
                      <a:pt x="37380" y="12533"/>
                    </a:lnTo>
                    <a:lnTo>
                      <a:pt x="40255" y="14649"/>
                    </a:lnTo>
                    <a:lnTo>
                      <a:pt x="43130" y="17596"/>
                    </a:lnTo>
                    <a:lnTo>
                      <a:pt x="46006" y="21356"/>
                    </a:lnTo>
                    <a:lnTo>
                      <a:pt x="48881" y="25827"/>
                    </a:lnTo>
                    <a:lnTo>
                      <a:pt x="51756" y="30823"/>
                    </a:lnTo>
                    <a:lnTo>
                      <a:pt x="54632" y="36096"/>
                    </a:lnTo>
                    <a:lnTo>
                      <a:pt x="57507" y="41355"/>
                    </a:lnTo>
                    <a:lnTo>
                      <a:pt x="60383" y="46286"/>
                    </a:lnTo>
                    <a:lnTo>
                      <a:pt x="63258" y="50585"/>
                    </a:lnTo>
                    <a:lnTo>
                      <a:pt x="66133" y="53986"/>
                    </a:lnTo>
                    <a:lnTo>
                      <a:pt x="69009" y="56286"/>
                    </a:lnTo>
                    <a:lnTo>
                      <a:pt x="71884" y="57371"/>
                    </a:lnTo>
                    <a:lnTo>
                      <a:pt x="74759" y="57228"/>
                    </a:lnTo>
                    <a:lnTo>
                      <a:pt x="77635" y="55948"/>
                    </a:lnTo>
                    <a:lnTo>
                      <a:pt x="80510" y="53716"/>
                    </a:lnTo>
                    <a:lnTo>
                      <a:pt x="83385" y="50789"/>
                    </a:lnTo>
                    <a:lnTo>
                      <a:pt x="86261" y="47466"/>
                    </a:lnTo>
                    <a:lnTo>
                      <a:pt x="89136" y="44055"/>
                    </a:lnTo>
                    <a:lnTo>
                      <a:pt x="92011" y="40843"/>
                    </a:lnTo>
                    <a:lnTo>
                      <a:pt x="94887" y="38068"/>
                    </a:lnTo>
                    <a:lnTo>
                      <a:pt x="97762" y="35899"/>
                    </a:lnTo>
                    <a:lnTo>
                      <a:pt x="100638" y="34433"/>
                    </a:lnTo>
                    <a:lnTo>
                      <a:pt x="103513" y="33687"/>
                    </a:lnTo>
                    <a:lnTo>
                      <a:pt x="106388" y="33617"/>
                    </a:lnTo>
                    <a:lnTo>
                      <a:pt x="109264" y="34126"/>
                    </a:lnTo>
                    <a:lnTo>
                      <a:pt x="112139" y="35081"/>
                    </a:lnTo>
                    <a:lnTo>
                      <a:pt x="115014" y="36336"/>
                    </a:lnTo>
                    <a:lnTo>
                      <a:pt x="117890" y="37740"/>
                    </a:lnTo>
                    <a:lnTo>
                      <a:pt x="120765" y="3915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16" name="Surface grid line"/>
              <p:cNvSpPr/>
              <p:nvPr/>
            </p:nvSpPr>
            <p:spPr>
              <a:xfrm>
                <a:off x="7716130" y="1487785"/>
                <a:ext cx="1150287" cy="57900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0788">
                    <a:moveTo>
                      <a:pt x="0" y="0"/>
                    </a:moveTo>
                    <a:lnTo>
                      <a:pt x="2875" y="1894"/>
                    </a:lnTo>
                    <a:lnTo>
                      <a:pt x="5751" y="3719"/>
                    </a:lnTo>
                    <a:lnTo>
                      <a:pt x="8626" y="5450"/>
                    </a:lnTo>
                    <a:lnTo>
                      <a:pt x="11501" y="7035"/>
                    </a:lnTo>
                    <a:lnTo>
                      <a:pt x="14377" y="8404"/>
                    </a:lnTo>
                    <a:lnTo>
                      <a:pt x="17252" y="9490"/>
                    </a:lnTo>
                    <a:lnTo>
                      <a:pt x="20128" y="10254"/>
                    </a:lnTo>
                    <a:lnTo>
                      <a:pt x="23003" y="10715"/>
                    </a:lnTo>
                    <a:lnTo>
                      <a:pt x="25878" y="10963"/>
                    </a:lnTo>
                    <a:lnTo>
                      <a:pt x="28754" y="11165"/>
                    </a:lnTo>
                    <a:lnTo>
                      <a:pt x="31629" y="11541"/>
                    </a:lnTo>
                    <a:lnTo>
                      <a:pt x="34504" y="12331"/>
                    </a:lnTo>
                    <a:lnTo>
                      <a:pt x="37380" y="13757"/>
                    </a:lnTo>
                    <a:lnTo>
                      <a:pt x="40255" y="15984"/>
                    </a:lnTo>
                    <a:lnTo>
                      <a:pt x="43130" y="19093"/>
                    </a:lnTo>
                    <a:lnTo>
                      <a:pt x="46006" y="23068"/>
                    </a:lnTo>
                    <a:lnTo>
                      <a:pt x="48881" y="27799"/>
                    </a:lnTo>
                    <a:lnTo>
                      <a:pt x="51756" y="33086"/>
                    </a:lnTo>
                    <a:lnTo>
                      <a:pt x="54632" y="38660"/>
                    </a:lnTo>
                    <a:lnTo>
                      <a:pt x="57507" y="44209"/>
                    </a:lnTo>
                    <a:lnTo>
                      <a:pt x="60383" y="49394"/>
                    </a:lnTo>
                    <a:lnTo>
                      <a:pt x="63258" y="53892"/>
                    </a:lnTo>
                    <a:lnTo>
                      <a:pt x="66133" y="57416"/>
                    </a:lnTo>
                    <a:lnTo>
                      <a:pt x="69009" y="59754"/>
                    </a:lnTo>
                    <a:lnTo>
                      <a:pt x="71884" y="60788"/>
                    </a:lnTo>
                    <a:lnTo>
                      <a:pt x="74759" y="60509"/>
                    </a:lnTo>
                    <a:lnTo>
                      <a:pt x="77635" y="59021"/>
                    </a:lnTo>
                    <a:lnTo>
                      <a:pt x="80510" y="56525"/>
                    </a:lnTo>
                    <a:lnTo>
                      <a:pt x="83385" y="53298"/>
                    </a:lnTo>
                    <a:lnTo>
                      <a:pt x="86261" y="49660"/>
                    </a:lnTo>
                    <a:lnTo>
                      <a:pt x="89136" y="45940"/>
                    </a:lnTo>
                    <a:lnTo>
                      <a:pt x="92011" y="42439"/>
                    </a:lnTo>
                    <a:lnTo>
                      <a:pt x="94887" y="39407"/>
                    </a:lnTo>
                    <a:lnTo>
                      <a:pt x="97762" y="37019"/>
                    </a:lnTo>
                    <a:lnTo>
                      <a:pt x="100638" y="35369"/>
                    </a:lnTo>
                    <a:lnTo>
                      <a:pt x="103513" y="34471"/>
                    </a:lnTo>
                    <a:lnTo>
                      <a:pt x="106388" y="34270"/>
                    </a:lnTo>
                    <a:lnTo>
                      <a:pt x="109264" y="34658"/>
                    </a:lnTo>
                    <a:lnTo>
                      <a:pt x="112139" y="35492"/>
                    </a:lnTo>
                    <a:lnTo>
                      <a:pt x="115014" y="36618"/>
                    </a:lnTo>
                    <a:lnTo>
                      <a:pt x="117890" y="37881"/>
                    </a:lnTo>
                    <a:lnTo>
                      <a:pt x="120765" y="3914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17" name="Surface grid line"/>
              <p:cNvSpPr/>
              <p:nvPr/>
            </p:nvSpPr>
            <p:spPr>
              <a:xfrm>
                <a:off x="7738862" y="1480101"/>
                <a:ext cx="1150287" cy="59634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2609">
                    <a:moveTo>
                      <a:pt x="0" y="0"/>
                    </a:moveTo>
                    <a:lnTo>
                      <a:pt x="2875" y="1911"/>
                    </a:lnTo>
                    <a:lnTo>
                      <a:pt x="5751" y="3806"/>
                    </a:lnTo>
                    <a:lnTo>
                      <a:pt x="8626" y="5657"/>
                    </a:lnTo>
                    <a:lnTo>
                      <a:pt x="11501" y="7405"/>
                    </a:lnTo>
                    <a:lnTo>
                      <a:pt x="14377" y="8962"/>
                    </a:lnTo>
                    <a:lnTo>
                      <a:pt x="17252" y="10238"/>
                    </a:lnTo>
                    <a:lnTo>
                      <a:pt x="20128" y="11171"/>
                    </a:lnTo>
                    <a:lnTo>
                      <a:pt x="23003" y="11763"/>
                    </a:lnTo>
                    <a:lnTo>
                      <a:pt x="25878" y="12096"/>
                    </a:lnTo>
                    <a:lnTo>
                      <a:pt x="28754" y="12339"/>
                    </a:lnTo>
                    <a:lnTo>
                      <a:pt x="31629" y="12724"/>
                    </a:lnTo>
                    <a:lnTo>
                      <a:pt x="34504" y="13510"/>
                    </a:lnTo>
                    <a:lnTo>
                      <a:pt x="37380" y="14936"/>
                    </a:lnTo>
                    <a:lnTo>
                      <a:pt x="40255" y="17182"/>
                    </a:lnTo>
                    <a:lnTo>
                      <a:pt x="43130" y="20339"/>
                    </a:lnTo>
                    <a:lnTo>
                      <a:pt x="46006" y="24393"/>
                    </a:lnTo>
                    <a:lnTo>
                      <a:pt x="48881" y="29227"/>
                    </a:lnTo>
                    <a:lnTo>
                      <a:pt x="51756" y="34633"/>
                    </a:lnTo>
                    <a:lnTo>
                      <a:pt x="54632" y="40331"/>
                    </a:lnTo>
                    <a:lnTo>
                      <a:pt x="57507" y="45990"/>
                    </a:lnTo>
                    <a:lnTo>
                      <a:pt x="60383" y="51263"/>
                    </a:lnTo>
                    <a:lnTo>
                      <a:pt x="63258" y="55813"/>
                    </a:lnTo>
                    <a:lnTo>
                      <a:pt x="66133" y="59347"/>
                    </a:lnTo>
                    <a:lnTo>
                      <a:pt x="69009" y="61650"/>
                    </a:lnTo>
                    <a:lnTo>
                      <a:pt x="71884" y="62609"/>
                    </a:lnTo>
                    <a:lnTo>
                      <a:pt x="74759" y="62222"/>
                    </a:lnTo>
                    <a:lnTo>
                      <a:pt x="77635" y="60602"/>
                    </a:lnTo>
                    <a:lnTo>
                      <a:pt x="80510" y="57962"/>
                    </a:lnTo>
                    <a:lnTo>
                      <a:pt x="83385" y="54589"/>
                    </a:lnTo>
                    <a:lnTo>
                      <a:pt x="86261" y="50811"/>
                    </a:lnTo>
                    <a:lnTo>
                      <a:pt x="89136" y="46963"/>
                    </a:lnTo>
                    <a:lnTo>
                      <a:pt x="92011" y="43350"/>
                    </a:lnTo>
                    <a:lnTo>
                      <a:pt x="94887" y="40223"/>
                    </a:lnTo>
                    <a:lnTo>
                      <a:pt x="97762" y="37756"/>
                    </a:lnTo>
                    <a:lnTo>
                      <a:pt x="100638" y="36038"/>
                    </a:lnTo>
                    <a:lnTo>
                      <a:pt x="103513" y="35077"/>
                    </a:lnTo>
                    <a:lnTo>
                      <a:pt x="106388" y="34809"/>
                    </a:lnTo>
                    <a:lnTo>
                      <a:pt x="109264" y="35119"/>
                    </a:lnTo>
                    <a:lnTo>
                      <a:pt x="112139" y="35860"/>
                    </a:lnTo>
                    <a:lnTo>
                      <a:pt x="115014" y="36871"/>
                    </a:lnTo>
                    <a:lnTo>
                      <a:pt x="117890" y="37998"/>
                    </a:lnTo>
                    <a:lnTo>
                      <a:pt x="120765" y="3910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18" name="Surface grid line"/>
              <p:cNvSpPr/>
              <p:nvPr/>
            </p:nvSpPr>
            <p:spPr>
              <a:xfrm>
                <a:off x="7761594" y="1471542"/>
                <a:ext cx="1150287" cy="59497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2465">
                    <a:moveTo>
                      <a:pt x="0" y="0"/>
                    </a:moveTo>
                    <a:lnTo>
                      <a:pt x="2875" y="1928"/>
                    </a:lnTo>
                    <a:lnTo>
                      <a:pt x="5751" y="3894"/>
                    </a:lnTo>
                    <a:lnTo>
                      <a:pt x="8626" y="5872"/>
                    </a:lnTo>
                    <a:lnTo>
                      <a:pt x="11501" y="7792"/>
                    </a:lnTo>
                    <a:lnTo>
                      <a:pt x="14377" y="9547"/>
                    </a:lnTo>
                    <a:lnTo>
                      <a:pt x="17252" y="11024"/>
                    </a:lnTo>
                    <a:lnTo>
                      <a:pt x="20128" y="12135"/>
                    </a:lnTo>
                    <a:lnTo>
                      <a:pt x="23003" y="12862"/>
                    </a:lnTo>
                    <a:lnTo>
                      <a:pt x="25878" y="13277"/>
                    </a:lnTo>
                    <a:lnTo>
                      <a:pt x="28754" y="13546"/>
                    </a:lnTo>
                    <a:lnTo>
                      <a:pt x="31629" y="13910"/>
                    </a:lnTo>
                    <a:lnTo>
                      <a:pt x="34504" y="14641"/>
                    </a:lnTo>
                    <a:lnTo>
                      <a:pt x="37380" y="15993"/>
                    </a:lnTo>
                    <a:lnTo>
                      <a:pt x="40255" y="18158"/>
                    </a:lnTo>
                    <a:lnTo>
                      <a:pt x="43130" y="21234"/>
                    </a:lnTo>
                    <a:lnTo>
                      <a:pt x="46006" y="25210"/>
                    </a:lnTo>
                    <a:lnTo>
                      <a:pt x="48881" y="29967"/>
                    </a:lnTo>
                    <a:lnTo>
                      <a:pt x="51756" y="35291"/>
                    </a:lnTo>
                    <a:lnTo>
                      <a:pt x="54632" y="40899"/>
                    </a:lnTo>
                    <a:lnTo>
                      <a:pt x="57507" y="46456"/>
                    </a:lnTo>
                    <a:lnTo>
                      <a:pt x="60383" y="51613"/>
                    </a:lnTo>
                    <a:lnTo>
                      <a:pt x="63258" y="56036"/>
                    </a:lnTo>
                    <a:lnTo>
                      <a:pt x="66133" y="59439"/>
                    </a:lnTo>
                    <a:lnTo>
                      <a:pt x="69009" y="61616"/>
                    </a:lnTo>
                    <a:lnTo>
                      <a:pt x="71884" y="62465"/>
                    </a:lnTo>
                    <a:lnTo>
                      <a:pt x="74759" y="61997"/>
                    </a:lnTo>
                    <a:lnTo>
                      <a:pt x="77635" y="60336"/>
                    </a:lnTo>
                    <a:lnTo>
                      <a:pt x="80510" y="57697"/>
                    </a:lnTo>
                    <a:lnTo>
                      <a:pt x="83385" y="54365"/>
                    </a:lnTo>
                    <a:lnTo>
                      <a:pt x="86261" y="50660"/>
                    </a:lnTo>
                    <a:lnTo>
                      <a:pt x="89136" y="46905"/>
                    </a:lnTo>
                    <a:lnTo>
                      <a:pt x="92011" y="43397"/>
                    </a:lnTo>
                    <a:lnTo>
                      <a:pt x="94887" y="40373"/>
                    </a:lnTo>
                    <a:lnTo>
                      <a:pt x="97762" y="37999"/>
                    </a:lnTo>
                    <a:lnTo>
                      <a:pt x="100638" y="36355"/>
                    </a:lnTo>
                    <a:lnTo>
                      <a:pt x="103513" y="35442"/>
                    </a:lnTo>
                    <a:lnTo>
                      <a:pt x="106388" y="35191"/>
                    </a:lnTo>
                    <a:lnTo>
                      <a:pt x="109264" y="35482"/>
                    </a:lnTo>
                    <a:lnTo>
                      <a:pt x="112139" y="36167"/>
                    </a:lnTo>
                    <a:lnTo>
                      <a:pt x="115014" y="37087"/>
                    </a:lnTo>
                    <a:lnTo>
                      <a:pt x="117890" y="38093"/>
                    </a:lnTo>
                    <a:lnTo>
                      <a:pt x="120765" y="3905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19" name="Surface grid line"/>
              <p:cNvSpPr/>
              <p:nvPr/>
            </p:nvSpPr>
            <p:spPr>
              <a:xfrm>
                <a:off x="7784325" y="1461937"/>
                <a:ext cx="1150287" cy="57372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0234">
                    <a:moveTo>
                      <a:pt x="0" y="0"/>
                    </a:moveTo>
                    <a:lnTo>
                      <a:pt x="2875" y="1938"/>
                    </a:lnTo>
                    <a:lnTo>
                      <a:pt x="5751" y="3971"/>
                    </a:lnTo>
                    <a:lnTo>
                      <a:pt x="8626" y="6072"/>
                    </a:lnTo>
                    <a:lnTo>
                      <a:pt x="11501" y="8160"/>
                    </a:lnTo>
                    <a:lnTo>
                      <a:pt x="14377" y="10113"/>
                    </a:lnTo>
                    <a:lnTo>
                      <a:pt x="17252" y="11789"/>
                    </a:lnTo>
                    <a:lnTo>
                      <a:pt x="20128" y="13079"/>
                    </a:lnTo>
                    <a:lnTo>
                      <a:pt x="23003" y="13940"/>
                    </a:lnTo>
                    <a:lnTo>
                      <a:pt x="25878" y="14432"/>
                    </a:lnTo>
                    <a:lnTo>
                      <a:pt x="28754" y="14716"/>
                    </a:lnTo>
                    <a:lnTo>
                      <a:pt x="31629" y="15034"/>
                    </a:lnTo>
                    <a:lnTo>
                      <a:pt x="34504" y="15666"/>
                    </a:lnTo>
                    <a:lnTo>
                      <a:pt x="37380" y="16877"/>
                    </a:lnTo>
                    <a:lnTo>
                      <a:pt x="40255" y="18866"/>
                    </a:lnTo>
                    <a:lnTo>
                      <a:pt x="43130" y="21735"/>
                    </a:lnTo>
                    <a:lnTo>
                      <a:pt x="46006" y="25476"/>
                    </a:lnTo>
                    <a:lnTo>
                      <a:pt x="48881" y="29971"/>
                    </a:lnTo>
                    <a:lnTo>
                      <a:pt x="51756" y="35008"/>
                    </a:lnTo>
                    <a:lnTo>
                      <a:pt x="54632" y="40306"/>
                    </a:lnTo>
                    <a:lnTo>
                      <a:pt x="57507" y="45538"/>
                    </a:lnTo>
                    <a:lnTo>
                      <a:pt x="60383" y="50366"/>
                    </a:lnTo>
                    <a:lnTo>
                      <a:pt x="63258" y="54472"/>
                    </a:lnTo>
                    <a:lnTo>
                      <a:pt x="66133" y="57589"/>
                    </a:lnTo>
                    <a:lnTo>
                      <a:pt x="69009" y="59536"/>
                    </a:lnTo>
                    <a:lnTo>
                      <a:pt x="71884" y="60234"/>
                    </a:lnTo>
                    <a:lnTo>
                      <a:pt x="74759" y="59712"/>
                    </a:lnTo>
                    <a:lnTo>
                      <a:pt x="77635" y="58103"/>
                    </a:lnTo>
                    <a:lnTo>
                      <a:pt x="80510" y="55619"/>
                    </a:lnTo>
                    <a:lnTo>
                      <a:pt x="83385" y="52527"/>
                    </a:lnTo>
                    <a:lnTo>
                      <a:pt x="86261" y="49124"/>
                    </a:lnTo>
                    <a:lnTo>
                      <a:pt x="89136" y="45702"/>
                    </a:lnTo>
                    <a:lnTo>
                      <a:pt x="92011" y="42529"/>
                    </a:lnTo>
                    <a:lnTo>
                      <a:pt x="94887" y="39820"/>
                    </a:lnTo>
                    <a:lnTo>
                      <a:pt x="97762" y="37721"/>
                    </a:lnTo>
                    <a:lnTo>
                      <a:pt x="100638" y="36301"/>
                    </a:lnTo>
                    <a:lnTo>
                      <a:pt x="103513" y="35554"/>
                    </a:lnTo>
                    <a:lnTo>
                      <a:pt x="106388" y="35408"/>
                    </a:lnTo>
                    <a:lnTo>
                      <a:pt x="109264" y="35742"/>
                    </a:lnTo>
                    <a:lnTo>
                      <a:pt x="112139" y="36413"/>
                    </a:lnTo>
                    <a:lnTo>
                      <a:pt x="115014" y="37270"/>
                    </a:lnTo>
                    <a:lnTo>
                      <a:pt x="117890" y="38173"/>
                    </a:lnTo>
                    <a:lnTo>
                      <a:pt x="120765" y="3900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20" name="Surface grid line"/>
              <p:cNvSpPr/>
              <p:nvPr/>
            </p:nvSpPr>
            <p:spPr>
              <a:xfrm>
                <a:off x="7807057" y="1451127"/>
                <a:ext cx="1150287" cy="53396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6060">
                    <a:moveTo>
                      <a:pt x="0" y="0"/>
                    </a:moveTo>
                    <a:lnTo>
                      <a:pt x="2875" y="1935"/>
                    </a:lnTo>
                    <a:lnTo>
                      <a:pt x="5751" y="4020"/>
                    </a:lnTo>
                    <a:lnTo>
                      <a:pt x="8626" y="6229"/>
                    </a:lnTo>
                    <a:lnTo>
                      <a:pt x="11501" y="8473"/>
                    </a:lnTo>
                    <a:lnTo>
                      <a:pt x="14377" y="10608"/>
                    </a:lnTo>
                    <a:lnTo>
                      <a:pt x="17252" y="12474"/>
                    </a:lnTo>
                    <a:lnTo>
                      <a:pt x="20128" y="13935"/>
                    </a:lnTo>
                    <a:lnTo>
                      <a:pt x="23003" y="14927"/>
                    </a:lnTo>
                    <a:lnTo>
                      <a:pt x="25878" y="15493"/>
                    </a:lnTo>
                    <a:lnTo>
                      <a:pt x="28754" y="15785"/>
                    </a:lnTo>
                    <a:lnTo>
                      <a:pt x="31629" y="16043"/>
                    </a:lnTo>
                    <a:lnTo>
                      <a:pt x="34504" y="16548"/>
                    </a:lnTo>
                    <a:lnTo>
                      <a:pt x="37380" y="17567"/>
                    </a:lnTo>
                    <a:lnTo>
                      <a:pt x="40255" y="19303"/>
                    </a:lnTo>
                    <a:lnTo>
                      <a:pt x="43130" y="21860"/>
                    </a:lnTo>
                    <a:lnTo>
                      <a:pt x="46006" y="25231"/>
                    </a:lnTo>
                    <a:lnTo>
                      <a:pt x="48881" y="29302"/>
                    </a:lnTo>
                    <a:lnTo>
                      <a:pt x="51756" y="33868"/>
                    </a:lnTo>
                    <a:lnTo>
                      <a:pt x="54632" y="38656"/>
                    </a:lnTo>
                    <a:lnTo>
                      <a:pt x="57507" y="43359"/>
                    </a:lnTo>
                    <a:lnTo>
                      <a:pt x="60383" y="47660"/>
                    </a:lnTo>
                    <a:lnTo>
                      <a:pt x="63258" y="51267"/>
                    </a:lnTo>
                    <a:lnTo>
                      <a:pt x="66133" y="53949"/>
                    </a:lnTo>
                    <a:lnTo>
                      <a:pt x="69009" y="55561"/>
                    </a:lnTo>
                    <a:lnTo>
                      <a:pt x="71884" y="56060"/>
                    </a:lnTo>
                    <a:lnTo>
                      <a:pt x="74759" y="55502"/>
                    </a:lnTo>
                    <a:lnTo>
                      <a:pt x="77635" y="54031"/>
                    </a:lnTo>
                    <a:lnTo>
                      <a:pt x="80510" y="51849"/>
                    </a:lnTo>
                    <a:lnTo>
                      <a:pt x="83385" y="49192"/>
                    </a:lnTo>
                    <a:lnTo>
                      <a:pt x="86261" y="46312"/>
                    </a:lnTo>
                    <a:lnTo>
                      <a:pt x="89136" y="43452"/>
                    </a:lnTo>
                    <a:lnTo>
                      <a:pt x="92011" y="40835"/>
                    </a:lnTo>
                    <a:lnTo>
                      <a:pt x="94887" y="38638"/>
                    </a:lnTo>
                    <a:lnTo>
                      <a:pt x="97762" y="36984"/>
                    </a:lnTo>
                    <a:lnTo>
                      <a:pt x="100638" y="35927"/>
                    </a:lnTo>
                    <a:lnTo>
                      <a:pt x="103513" y="35452"/>
                    </a:lnTo>
                    <a:lnTo>
                      <a:pt x="106388" y="35489"/>
                    </a:lnTo>
                    <a:lnTo>
                      <a:pt x="109264" y="35923"/>
                    </a:lnTo>
                    <a:lnTo>
                      <a:pt x="112139" y="36618"/>
                    </a:lnTo>
                    <a:lnTo>
                      <a:pt x="115014" y="37437"/>
                    </a:lnTo>
                    <a:lnTo>
                      <a:pt x="117890" y="38254"/>
                    </a:lnTo>
                    <a:lnTo>
                      <a:pt x="120765" y="389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21" name="Surface grid line"/>
              <p:cNvSpPr/>
              <p:nvPr/>
            </p:nvSpPr>
            <p:spPr>
              <a:xfrm>
                <a:off x="7829789" y="1438993"/>
                <a:ext cx="1150287" cy="479170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0307">
                    <a:moveTo>
                      <a:pt x="0" y="0"/>
                    </a:moveTo>
                    <a:lnTo>
                      <a:pt x="2875" y="1913"/>
                    </a:lnTo>
                    <a:lnTo>
                      <a:pt x="5751" y="4029"/>
                    </a:lnTo>
                    <a:lnTo>
                      <a:pt x="8626" y="6322"/>
                    </a:lnTo>
                    <a:lnTo>
                      <a:pt x="11501" y="8694"/>
                    </a:lnTo>
                    <a:lnTo>
                      <a:pt x="14377" y="10989"/>
                    </a:lnTo>
                    <a:lnTo>
                      <a:pt x="17252" y="13024"/>
                    </a:lnTo>
                    <a:lnTo>
                      <a:pt x="20128" y="14642"/>
                    </a:lnTo>
                    <a:lnTo>
                      <a:pt x="23003" y="15760"/>
                    </a:lnTo>
                    <a:lnTo>
                      <a:pt x="25878" y="16400"/>
                    </a:lnTo>
                    <a:lnTo>
                      <a:pt x="28754" y="16704"/>
                    </a:lnTo>
                    <a:lnTo>
                      <a:pt x="31629" y="16901"/>
                    </a:lnTo>
                    <a:lnTo>
                      <a:pt x="34504" y="17269"/>
                    </a:lnTo>
                    <a:lnTo>
                      <a:pt x="37380" y="18071"/>
                    </a:lnTo>
                    <a:lnTo>
                      <a:pt x="40255" y="19506"/>
                    </a:lnTo>
                    <a:lnTo>
                      <a:pt x="43130" y="21680"/>
                    </a:lnTo>
                    <a:lnTo>
                      <a:pt x="46006" y="24586"/>
                    </a:lnTo>
                    <a:lnTo>
                      <a:pt x="48881" y="28113"/>
                    </a:lnTo>
                    <a:lnTo>
                      <a:pt x="51756" y="32068"/>
                    </a:lnTo>
                    <a:lnTo>
                      <a:pt x="54632" y="36194"/>
                    </a:lnTo>
                    <a:lnTo>
                      <a:pt x="57507" y="40205"/>
                    </a:lnTo>
                    <a:lnTo>
                      <a:pt x="60383" y="43813"/>
                    </a:lnTo>
                    <a:lnTo>
                      <a:pt x="63258" y="46768"/>
                    </a:lnTo>
                    <a:lnTo>
                      <a:pt x="66133" y="48881"/>
                    </a:lnTo>
                    <a:lnTo>
                      <a:pt x="69009" y="50058"/>
                    </a:lnTo>
                    <a:lnTo>
                      <a:pt x="71884" y="50307"/>
                    </a:lnTo>
                    <a:lnTo>
                      <a:pt x="74759" y="49720"/>
                    </a:lnTo>
                    <a:lnTo>
                      <a:pt x="77635" y="48455"/>
                    </a:lnTo>
                    <a:lnTo>
                      <a:pt x="80510" y="46700"/>
                    </a:lnTo>
                    <a:lnTo>
                      <a:pt x="83385" y="44649"/>
                    </a:lnTo>
                    <a:lnTo>
                      <a:pt x="86261" y="42487"/>
                    </a:lnTo>
                    <a:lnTo>
                      <a:pt x="89136" y="40391"/>
                    </a:lnTo>
                    <a:lnTo>
                      <a:pt x="92011" y="38518"/>
                    </a:lnTo>
                    <a:lnTo>
                      <a:pt x="94887" y="36999"/>
                    </a:lnTo>
                    <a:lnTo>
                      <a:pt x="97762" y="35927"/>
                    </a:lnTo>
                    <a:lnTo>
                      <a:pt x="100638" y="35338"/>
                    </a:lnTo>
                    <a:lnTo>
                      <a:pt x="103513" y="35217"/>
                    </a:lnTo>
                    <a:lnTo>
                      <a:pt x="106388" y="35494"/>
                    </a:lnTo>
                    <a:lnTo>
                      <a:pt x="109264" y="36067"/>
                    </a:lnTo>
                    <a:lnTo>
                      <a:pt x="112139" y="36814"/>
                    </a:lnTo>
                    <a:lnTo>
                      <a:pt x="115014" y="37613"/>
                    </a:lnTo>
                    <a:lnTo>
                      <a:pt x="117890" y="38359"/>
                    </a:lnTo>
                    <a:lnTo>
                      <a:pt x="120765" y="389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22" name="Surface grid line"/>
              <p:cNvSpPr/>
              <p:nvPr/>
            </p:nvSpPr>
            <p:spPr>
              <a:xfrm>
                <a:off x="7852521" y="1425463"/>
                <a:ext cx="1150287" cy="414540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3521">
                    <a:moveTo>
                      <a:pt x="0" y="0"/>
                    </a:moveTo>
                    <a:lnTo>
                      <a:pt x="2875" y="1868"/>
                    </a:lnTo>
                    <a:lnTo>
                      <a:pt x="5751" y="3988"/>
                    </a:lnTo>
                    <a:lnTo>
                      <a:pt x="8626" y="6332"/>
                    </a:lnTo>
                    <a:lnTo>
                      <a:pt x="11501" y="8798"/>
                    </a:lnTo>
                    <a:lnTo>
                      <a:pt x="14377" y="11218"/>
                    </a:lnTo>
                    <a:lnTo>
                      <a:pt x="17252" y="13394"/>
                    </a:lnTo>
                    <a:lnTo>
                      <a:pt x="20128" y="15151"/>
                    </a:lnTo>
                    <a:lnTo>
                      <a:pt x="23003" y="16386"/>
                    </a:lnTo>
                    <a:lnTo>
                      <a:pt x="25878" y="17104"/>
                    </a:lnTo>
                    <a:lnTo>
                      <a:pt x="28754" y="17431"/>
                    </a:lnTo>
                    <a:lnTo>
                      <a:pt x="31629" y="17583"/>
                    </a:lnTo>
                    <a:lnTo>
                      <a:pt x="34504" y="17826"/>
                    </a:lnTo>
                    <a:lnTo>
                      <a:pt x="37380" y="18413"/>
                    </a:lnTo>
                    <a:lnTo>
                      <a:pt x="40255" y="19538"/>
                    </a:lnTo>
                    <a:lnTo>
                      <a:pt x="43130" y="21300"/>
                    </a:lnTo>
                    <a:lnTo>
                      <a:pt x="46006" y="23693"/>
                    </a:lnTo>
                    <a:lnTo>
                      <a:pt x="48881" y="26612"/>
                    </a:lnTo>
                    <a:lnTo>
                      <a:pt x="51756" y="29874"/>
                    </a:lnTo>
                    <a:lnTo>
                      <a:pt x="54632" y="33241"/>
                    </a:lnTo>
                    <a:lnTo>
                      <a:pt x="57507" y="36453"/>
                    </a:lnTo>
                    <a:lnTo>
                      <a:pt x="60383" y="39255"/>
                    </a:lnTo>
                    <a:lnTo>
                      <a:pt x="63258" y="41438"/>
                    </a:lnTo>
                    <a:lnTo>
                      <a:pt x="66133" y="42871"/>
                    </a:lnTo>
                    <a:lnTo>
                      <a:pt x="69009" y="43521"/>
                    </a:lnTo>
                    <a:lnTo>
                      <a:pt x="71884" y="43460"/>
                    </a:lnTo>
                    <a:lnTo>
                      <a:pt x="74759" y="42834"/>
                    </a:lnTo>
                    <a:lnTo>
                      <a:pt x="77635" y="41821"/>
                    </a:lnTo>
                    <a:lnTo>
                      <a:pt x="80510" y="40592"/>
                    </a:lnTo>
                    <a:lnTo>
                      <a:pt x="83385" y="39284"/>
                    </a:lnTo>
                    <a:lnTo>
                      <a:pt x="86261" y="38001"/>
                    </a:lnTo>
                    <a:lnTo>
                      <a:pt x="89136" y="36827"/>
                    </a:lnTo>
                    <a:lnTo>
                      <a:pt x="92011" y="35844"/>
                    </a:lnTo>
                    <a:lnTo>
                      <a:pt x="94887" y="35125"/>
                    </a:lnTo>
                    <a:lnTo>
                      <a:pt x="97762" y="34726"/>
                    </a:lnTo>
                    <a:lnTo>
                      <a:pt x="100638" y="34674"/>
                    </a:lnTo>
                    <a:lnTo>
                      <a:pt x="103513" y="34952"/>
                    </a:lnTo>
                    <a:lnTo>
                      <a:pt x="106388" y="35500"/>
                    </a:lnTo>
                    <a:lnTo>
                      <a:pt x="109264" y="36230"/>
                    </a:lnTo>
                    <a:lnTo>
                      <a:pt x="112139" y="37039"/>
                    </a:lnTo>
                    <a:lnTo>
                      <a:pt x="115014" y="37826"/>
                    </a:lnTo>
                    <a:lnTo>
                      <a:pt x="117890" y="38508"/>
                    </a:lnTo>
                    <a:lnTo>
                      <a:pt x="120765" y="3902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23" name="Surface grid line"/>
              <p:cNvSpPr/>
              <p:nvPr/>
            </p:nvSpPr>
            <p:spPr>
              <a:xfrm>
                <a:off x="7875253" y="1410529"/>
                <a:ext cx="1150287" cy="37289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149">
                    <a:moveTo>
                      <a:pt x="0" y="0"/>
                    </a:moveTo>
                    <a:lnTo>
                      <a:pt x="2875" y="1799"/>
                    </a:lnTo>
                    <a:lnTo>
                      <a:pt x="5751" y="3890"/>
                    </a:lnTo>
                    <a:lnTo>
                      <a:pt x="8626" y="6247"/>
                    </a:lnTo>
                    <a:lnTo>
                      <a:pt x="11501" y="8766"/>
                    </a:lnTo>
                    <a:lnTo>
                      <a:pt x="14377" y="11271"/>
                    </a:lnTo>
                    <a:lnTo>
                      <a:pt x="17252" y="13553"/>
                    </a:lnTo>
                    <a:lnTo>
                      <a:pt x="20128" y="15425"/>
                    </a:lnTo>
                    <a:lnTo>
                      <a:pt x="23003" y="16767"/>
                    </a:lnTo>
                    <a:lnTo>
                      <a:pt x="25878" y="17569"/>
                    </a:lnTo>
                    <a:lnTo>
                      <a:pt x="28754" y="17938"/>
                    </a:lnTo>
                    <a:lnTo>
                      <a:pt x="31629" y="18073"/>
                    </a:lnTo>
                    <a:lnTo>
                      <a:pt x="34504" y="18222"/>
                    </a:lnTo>
                    <a:lnTo>
                      <a:pt x="37380" y="18625"/>
                    </a:lnTo>
                    <a:lnTo>
                      <a:pt x="40255" y="19463"/>
                    </a:lnTo>
                    <a:lnTo>
                      <a:pt x="43130" y="20828"/>
                    </a:lnTo>
                    <a:lnTo>
                      <a:pt x="46006" y="22711"/>
                    </a:lnTo>
                    <a:lnTo>
                      <a:pt x="48881" y="25012"/>
                    </a:lnTo>
                    <a:lnTo>
                      <a:pt x="51756" y="27561"/>
                    </a:lnTo>
                    <a:lnTo>
                      <a:pt x="54632" y="30135"/>
                    </a:lnTo>
                    <a:lnTo>
                      <a:pt x="57507" y="32498"/>
                    </a:lnTo>
                    <a:lnTo>
                      <a:pt x="60383" y="34427"/>
                    </a:lnTo>
                    <a:lnTo>
                      <a:pt x="63258" y="35757"/>
                    </a:lnTo>
                    <a:lnTo>
                      <a:pt x="66133" y="36416"/>
                    </a:lnTo>
                    <a:lnTo>
                      <a:pt x="69009" y="36451"/>
                    </a:lnTo>
                    <a:lnTo>
                      <a:pt x="71884" y="36013"/>
                    </a:lnTo>
                    <a:lnTo>
                      <a:pt x="74759" y="35317"/>
                    </a:lnTo>
                    <a:lnTo>
                      <a:pt x="77635" y="34577"/>
                    </a:lnTo>
                    <a:lnTo>
                      <a:pt x="80510" y="33943"/>
                    </a:lnTo>
                    <a:lnTo>
                      <a:pt x="83385" y="33484"/>
                    </a:lnTo>
                    <a:lnTo>
                      <a:pt x="86261" y="33204"/>
                    </a:lnTo>
                    <a:lnTo>
                      <a:pt x="89136" y="33075"/>
                    </a:lnTo>
                    <a:lnTo>
                      <a:pt x="92011" y="33084"/>
                    </a:lnTo>
                    <a:lnTo>
                      <a:pt x="94887" y="33239"/>
                    </a:lnTo>
                    <a:lnTo>
                      <a:pt x="97762" y="33564"/>
                    </a:lnTo>
                    <a:lnTo>
                      <a:pt x="100638" y="34074"/>
                    </a:lnTo>
                    <a:lnTo>
                      <a:pt x="103513" y="34760"/>
                    </a:lnTo>
                    <a:lnTo>
                      <a:pt x="106388" y="35578"/>
                    </a:lnTo>
                    <a:lnTo>
                      <a:pt x="109264" y="36461"/>
                    </a:lnTo>
                    <a:lnTo>
                      <a:pt x="112139" y="37327"/>
                    </a:lnTo>
                    <a:lnTo>
                      <a:pt x="115014" y="38100"/>
                    </a:lnTo>
                    <a:lnTo>
                      <a:pt x="117890" y="38719"/>
                    </a:lnTo>
                    <a:lnTo>
                      <a:pt x="120765" y="3914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24" name="Surface grid line"/>
              <p:cNvSpPr/>
              <p:nvPr/>
            </p:nvSpPr>
            <p:spPr>
              <a:xfrm>
                <a:off x="7897985" y="1394254"/>
                <a:ext cx="1150287" cy="374782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347">
                    <a:moveTo>
                      <a:pt x="0" y="0"/>
                    </a:moveTo>
                    <a:lnTo>
                      <a:pt x="2875" y="1705"/>
                    </a:lnTo>
                    <a:lnTo>
                      <a:pt x="5751" y="3735"/>
                    </a:lnTo>
                    <a:lnTo>
                      <a:pt x="8626" y="6066"/>
                    </a:lnTo>
                    <a:lnTo>
                      <a:pt x="11501" y="8592"/>
                    </a:lnTo>
                    <a:lnTo>
                      <a:pt x="14377" y="11136"/>
                    </a:lnTo>
                    <a:lnTo>
                      <a:pt x="17252" y="13486"/>
                    </a:lnTo>
                    <a:lnTo>
                      <a:pt x="20128" y="15443"/>
                    </a:lnTo>
                    <a:lnTo>
                      <a:pt x="23003" y="16880"/>
                    </a:lnTo>
                    <a:lnTo>
                      <a:pt x="25878" y="17770"/>
                    </a:lnTo>
                    <a:lnTo>
                      <a:pt x="28754" y="18202"/>
                    </a:lnTo>
                    <a:lnTo>
                      <a:pt x="31629" y="18355"/>
                    </a:lnTo>
                    <a:lnTo>
                      <a:pt x="34504" y="18458"/>
                    </a:lnTo>
                    <a:lnTo>
                      <a:pt x="37380" y="18728"/>
                    </a:lnTo>
                    <a:lnTo>
                      <a:pt x="40255" y="19332"/>
                    </a:lnTo>
                    <a:lnTo>
                      <a:pt x="43130" y="20349"/>
                    </a:lnTo>
                    <a:lnTo>
                      <a:pt x="46006" y="21769"/>
                    </a:lnTo>
                    <a:lnTo>
                      <a:pt x="48881" y="23495"/>
                    </a:lnTo>
                    <a:lnTo>
                      <a:pt x="51756" y="25361"/>
                    </a:lnTo>
                    <a:lnTo>
                      <a:pt x="54632" y="27162"/>
                    </a:lnTo>
                    <a:lnTo>
                      <a:pt x="57507" y="28675"/>
                    </a:lnTo>
                    <a:lnTo>
                      <a:pt x="60383" y="29704"/>
                    </a:lnTo>
                    <a:lnTo>
                      <a:pt x="63258" y="30124"/>
                    </a:lnTo>
                    <a:lnTo>
                      <a:pt x="66133" y="29930"/>
                    </a:lnTo>
                    <a:lnTo>
                      <a:pt x="69009" y="29257"/>
                    </a:lnTo>
                    <a:lnTo>
                      <a:pt x="71884" y="28360"/>
                    </a:lnTo>
                    <a:lnTo>
                      <a:pt x="74759" y="27545"/>
                    </a:lnTo>
                    <a:lnTo>
                      <a:pt x="77635" y="27073"/>
                    </a:lnTo>
                    <a:lnTo>
                      <a:pt x="80510" y="27080"/>
                    </a:lnTo>
                    <a:lnTo>
                      <a:pt x="83385" y="27554"/>
                    </a:lnTo>
                    <a:lnTo>
                      <a:pt x="86261" y="28375"/>
                    </a:lnTo>
                    <a:lnTo>
                      <a:pt x="89136" y="29384"/>
                    </a:lnTo>
                    <a:lnTo>
                      <a:pt x="92011" y="30455"/>
                    </a:lnTo>
                    <a:lnTo>
                      <a:pt x="94887" y="31525"/>
                    </a:lnTo>
                    <a:lnTo>
                      <a:pt x="97762" y="32585"/>
                    </a:lnTo>
                    <a:lnTo>
                      <a:pt x="100638" y="33649"/>
                    </a:lnTo>
                    <a:lnTo>
                      <a:pt x="103513" y="34722"/>
                    </a:lnTo>
                    <a:lnTo>
                      <a:pt x="106388" y="35786"/>
                    </a:lnTo>
                    <a:lnTo>
                      <a:pt x="109264" y="36798"/>
                    </a:lnTo>
                    <a:lnTo>
                      <a:pt x="112139" y="37703"/>
                    </a:lnTo>
                    <a:lnTo>
                      <a:pt x="115014" y="38450"/>
                    </a:lnTo>
                    <a:lnTo>
                      <a:pt x="117890" y="39002"/>
                    </a:lnTo>
                    <a:lnTo>
                      <a:pt x="120765" y="3934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25" name="Surface grid line"/>
              <p:cNvSpPr/>
              <p:nvPr/>
            </p:nvSpPr>
            <p:spPr>
              <a:xfrm>
                <a:off x="7920717" y="1376769"/>
                <a:ext cx="1150287" cy="37737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619">
                    <a:moveTo>
                      <a:pt x="0" y="0"/>
                    </a:moveTo>
                    <a:lnTo>
                      <a:pt x="2875" y="1590"/>
                    </a:lnTo>
                    <a:lnTo>
                      <a:pt x="5751" y="3527"/>
                    </a:lnTo>
                    <a:lnTo>
                      <a:pt x="8626" y="5792"/>
                    </a:lnTo>
                    <a:lnTo>
                      <a:pt x="11501" y="8280"/>
                    </a:lnTo>
                    <a:lnTo>
                      <a:pt x="14377" y="10816"/>
                    </a:lnTo>
                    <a:lnTo>
                      <a:pt x="17252" y="13189"/>
                    </a:lnTo>
                    <a:lnTo>
                      <a:pt x="20128" y="15199"/>
                    </a:lnTo>
                    <a:lnTo>
                      <a:pt x="23003" y="16712"/>
                    </a:lnTo>
                    <a:lnTo>
                      <a:pt x="25878" y="17690"/>
                    </a:lnTo>
                    <a:lnTo>
                      <a:pt x="28754" y="18205"/>
                    </a:lnTo>
                    <a:lnTo>
                      <a:pt x="31629" y="18414"/>
                    </a:lnTo>
                    <a:lnTo>
                      <a:pt x="34504" y="18522"/>
                    </a:lnTo>
                    <a:lnTo>
                      <a:pt x="37380" y="18723"/>
                    </a:lnTo>
                    <a:lnTo>
                      <a:pt x="40255" y="19164"/>
                    </a:lnTo>
                    <a:lnTo>
                      <a:pt x="43130" y="19911"/>
                    </a:lnTo>
                    <a:lnTo>
                      <a:pt x="46006" y="20947"/>
                    </a:lnTo>
                    <a:lnTo>
                      <a:pt x="48881" y="22174"/>
                    </a:lnTo>
                    <a:lnTo>
                      <a:pt x="51756" y="23431"/>
                    </a:lnTo>
                    <a:lnTo>
                      <a:pt x="54632" y="24514"/>
                    </a:lnTo>
                    <a:lnTo>
                      <a:pt x="57507" y="25209"/>
                    </a:lnTo>
                    <a:lnTo>
                      <a:pt x="60383" y="25336"/>
                    </a:lnTo>
                    <a:lnTo>
                      <a:pt x="63258" y="24805"/>
                    </a:lnTo>
                    <a:lnTo>
                      <a:pt x="66133" y="23679"/>
                    </a:lnTo>
                    <a:lnTo>
                      <a:pt x="69009" y="22196"/>
                    </a:lnTo>
                    <a:lnTo>
                      <a:pt x="71884" y="20741"/>
                    </a:lnTo>
                    <a:lnTo>
                      <a:pt x="74759" y="19736"/>
                    </a:lnTo>
                    <a:lnTo>
                      <a:pt x="77635" y="19510"/>
                    </a:lnTo>
                    <a:lnTo>
                      <a:pt x="80510" y="20189"/>
                    </a:lnTo>
                    <a:lnTo>
                      <a:pt x="83385" y="21668"/>
                    </a:lnTo>
                    <a:lnTo>
                      <a:pt x="86261" y="23678"/>
                    </a:lnTo>
                    <a:lnTo>
                      <a:pt x="89136" y="25903"/>
                    </a:lnTo>
                    <a:lnTo>
                      <a:pt x="92011" y="28089"/>
                    </a:lnTo>
                    <a:lnTo>
                      <a:pt x="94887" y="30094"/>
                    </a:lnTo>
                    <a:lnTo>
                      <a:pt x="97762" y="31879"/>
                    </a:lnTo>
                    <a:lnTo>
                      <a:pt x="100638" y="33465"/>
                    </a:lnTo>
                    <a:lnTo>
                      <a:pt x="103513" y="34886"/>
                    </a:lnTo>
                    <a:lnTo>
                      <a:pt x="106388" y="36153"/>
                    </a:lnTo>
                    <a:lnTo>
                      <a:pt x="109264" y="37258"/>
                    </a:lnTo>
                    <a:lnTo>
                      <a:pt x="112139" y="38175"/>
                    </a:lnTo>
                    <a:lnTo>
                      <a:pt x="115014" y="38879"/>
                    </a:lnTo>
                    <a:lnTo>
                      <a:pt x="117890" y="39358"/>
                    </a:lnTo>
                    <a:lnTo>
                      <a:pt x="120765" y="3961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26" name="Surface grid line"/>
              <p:cNvSpPr/>
              <p:nvPr/>
            </p:nvSpPr>
            <p:spPr>
              <a:xfrm>
                <a:off x="7943448" y="1358265"/>
                <a:ext cx="1150287" cy="38057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956">
                    <a:moveTo>
                      <a:pt x="0" y="0"/>
                    </a:moveTo>
                    <a:lnTo>
                      <a:pt x="2875" y="1456"/>
                    </a:lnTo>
                    <a:lnTo>
                      <a:pt x="5751" y="3275"/>
                    </a:lnTo>
                    <a:lnTo>
                      <a:pt x="8626" y="5437"/>
                    </a:lnTo>
                    <a:lnTo>
                      <a:pt x="11501" y="7843"/>
                    </a:lnTo>
                    <a:lnTo>
                      <a:pt x="14377" y="10323"/>
                    </a:lnTo>
                    <a:lnTo>
                      <a:pt x="17252" y="12672"/>
                    </a:lnTo>
                    <a:lnTo>
                      <a:pt x="20128" y="14696"/>
                    </a:lnTo>
                    <a:lnTo>
                      <a:pt x="23003" y="16259"/>
                    </a:lnTo>
                    <a:lnTo>
                      <a:pt x="25878" y="17317"/>
                    </a:lnTo>
                    <a:lnTo>
                      <a:pt x="28754" y="17926"/>
                    </a:lnTo>
                    <a:lnTo>
                      <a:pt x="31629" y="18224"/>
                    </a:lnTo>
                    <a:lnTo>
                      <a:pt x="34504" y="18387"/>
                    </a:lnTo>
                    <a:lnTo>
                      <a:pt x="37380" y="18586"/>
                    </a:lnTo>
                    <a:lnTo>
                      <a:pt x="40255" y="18945"/>
                    </a:lnTo>
                    <a:lnTo>
                      <a:pt x="43130" y="19514"/>
                    </a:lnTo>
                    <a:lnTo>
                      <a:pt x="46006" y="20264"/>
                    </a:lnTo>
                    <a:lnTo>
                      <a:pt x="48881" y="21092"/>
                    </a:lnTo>
                    <a:lnTo>
                      <a:pt x="51756" y="21833"/>
                    </a:lnTo>
                    <a:lnTo>
                      <a:pt x="54632" y="22277"/>
                    </a:lnTo>
                    <a:lnTo>
                      <a:pt x="57507" y="22205"/>
                    </a:lnTo>
                    <a:lnTo>
                      <a:pt x="60383" y="21438"/>
                    </a:lnTo>
                    <a:lnTo>
                      <a:pt x="63258" y="19915"/>
                    </a:lnTo>
                    <a:lnTo>
                      <a:pt x="66133" y="17769"/>
                    </a:lnTo>
                    <a:lnTo>
                      <a:pt x="69009" y="15361"/>
                    </a:lnTo>
                    <a:lnTo>
                      <a:pt x="71884" y="13229"/>
                    </a:lnTo>
                    <a:lnTo>
                      <a:pt x="74759" y="11948"/>
                    </a:lnTo>
                    <a:lnTo>
                      <a:pt x="77635" y="11935"/>
                    </a:lnTo>
                    <a:lnTo>
                      <a:pt x="80510" y="13311"/>
                    </a:lnTo>
                    <a:lnTo>
                      <a:pt x="83385" y="15864"/>
                    </a:lnTo>
                    <a:lnTo>
                      <a:pt x="86261" y="19153"/>
                    </a:lnTo>
                    <a:lnTo>
                      <a:pt x="89136" y="22674"/>
                    </a:lnTo>
                    <a:lnTo>
                      <a:pt x="92011" y="26026"/>
                    </a:lnTo>
                    <a:lnTo>
                      <a:pt x="94887" y="28979"/>
                    </a:lnTo>
                    <a:lnTo>
                      <a:pt x="97762" y="31470"/>
                    </a:lnTo>
                    <a:lnTo>
                      <a:pt x="100638" y="33539"/>
                    </a:lnTo>
                    <a:lnTo>
                      <a:pt x="103513" y="35257"/>
                    </a:lnTo>
                    <a:lnTo>
                      <a:pt x="106388" y="36680"/>
                    </a:lnTo>
                    <a:lnTo>
                      <a:pt x="109264" y="37836"/>
                    </a:lnTo>
                    <a:lnTo>
                      <a:pt x="112139" y="38734"/>
                    </a:lnTo>
                    <a:lnTo>
                      <a:pt x="115014" y="39377"/>
                    </a:lnTo>
                    <a:lnTo>
                      <a:pt x="117890" y="39775"/>
                    </a:lnTo>
                    <a:lnTo>
                      <a:pt x="120765" y="3995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27" name="Surface grid line"/>
              <p:cNvSpPr/>
              <p:nvPr/>
            </p:nvSpPr>
            <p:spPr>
              <a:xfrm>
                <a:off x="7966180" y="1338978"/>
                <a:ext cx="1150287" cy="38424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0341">
                    <a:moveTo>
                      <a:pt x="0" y="0"/>
                    </a:moveTo>
                    <a:lnTo>
                      <a:pt x="2875" y="1312"/>
                    </a:lnTo>
                    <a:lnTo>
                      <a:pt x="5751" y="2990"/>
                    </a:lnTo>
                    <a:lnTo>
                      <a:pt x="8626" y="5017"/>
                    </a:lnTo>
                    <a:lnTo>
                      <a:pt x="11501" y="7298"/>
                    </a:lnTo>
                    <a:lnTo>
                      <a:pt x="14377" y="9675"/>
                    </a:lnTo>
                    <a:lnTo>
                      <a:pt x="17252" y="11951"/>
                    </a:lnTo>
                    <a:lnTo>
                      <a:pt x="20128" y="13943"/>
                    </a:lnTo>
                    <a:lnTo>
                      <a:pt x="23003" y="15520"/>
                    </a:lnTo>
                    <a:lnTo>
                      <a:pt x="25878" y="16637"/>
                    </a:lnTo>
                    <a:lnTo>
                      <a:pt x="28754" y="17340"/>
                    </a:lnTo>
                    <a:lnTo>
                      <a:pt x="31629" y="17746"/>
                    </a:lnTo>
                    <a:lnTo>
                      <a:pt x="34504" y="18008"/>
                    </a:lnTo>
                    <a:lnTo>
                      <a:pt x="37380" y="18268"/>
                    </a:lnTo>
                    <a:lnTo>
                      <a:pt x="40255" y="18626"/>
                    </a:lnTo>
                    <a:lnTo>
                      <a:pt x="43130" y="19111"/>
                    </a:lnTo>
                    <a:lnTo>
                      <a:pt x="46006" y="19681"/>
                    </a:lnTo>
                    <a:lnTo>
                      <a:pt x="48881" y="20219"/>
                    </a:lnTo>
                    <a:lnTo>
                      <a:pt x="51756" y="20548"/>
                    </a:lnTo>
                    <a:lnTo>
                      <a:pt x="54632" y="20441"/>
                    </a:lnTo>
                    <a:lnTo>
                      <a:pt x="57507" y="19657"/>
                    </a:lnTo>
                    <a:lnTo>
                      <a:pt x="60383" y="18004"/>
                    </a:lnTo>
                    <a:lnTo>
                      <a:pt x="63258" y="15442"/>
                    </a:lnTo>
                    <a:lnTo>
                      <a:pt x="66133" y="12179"/>
                    </a:lnTo>
                    <a:lnTo>
                      <a:pt x="69009" y="8716"/>
                    </a:lnTo>
                    <a:lnTo>
                      <a:pt x="71884" y="5777"/>
                    </a:lnTo>
                    <a:lnTo>
                      <a:pt x="74759" y="4120"/>
                    </a:lnTo>
                    <a:lnTo>
                      <a:pt x="77635" y="4281"/>
                    </a:lnTo>
                    <a:lnTo>
                      <a:pt x="80510" y="6380"/>
                    </a:lnTo>
                    <a:lnTo>
                      <a:pt x="83385" y="10084"/>
                    </a:lnTo>
                    <a:lnTo>
                      <a:pt x="86261" y="14748"/>
                    </a:lnTo>
                    <a:lnTo>
                      <a:pt x="89136" y="19654"/>
                    </a:lnTo>
                    <a:lnTo>
                      <a:pt x="92011" y="24229"/>
                    </a:lnTo>
                    <a:lnTo>
                      <a:pt x="94887" y="28149"/>
                    </a:lnTo>
                    <a:lnTo>
                      <a:pt x="97762" y="31331"/>
                    </a:lnTo>
                    <a:lnTo>
                      <a:pt x="100638" y="33844"/>
                    </a:lnTo>
                    <a:lnTo>
                      <a:pt x="103513" y="35810"/>
                    </a:lnTo>
                    <a:lnTo>
                      <a:pt x="106388" y="37340"/>
                    </a:lnTo>
                    <a:lnTo>
                      <a:pt x="109264" y="38508"/>
                    </a:lnTo>
                    <a:lnTo>
                      <a:pt x="112139" y="39359"/>
                    </a:lnTo>
                    <a:lnTo>
                      <a:pt x="115014" y="39923"/>
                    </a:lnTo>
                    <a:lnTo>
                      <a:pt x="117890" y="40235"/>
                    </a:lnTo>
                    <a:lnTo>
                      <a:pt x="120765" y="4034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28" name="Surface grid line"/>
              <p:cNvSpPr/>
              <p:nvPr/>
            </p:nvSpPr>
            <p:spPr>
              <a:xfrm>
                <a:off x="7988912" y="1282529"/>
                <a:ext cx="1150287" cy="42482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4601">
                    <a:moveTo>
                      <a:pt x="0" y="3847"/>
                    </a:moveTo>
                    <a:lnTo>
                      <a:pt x="2875" y="5008"/>
                    </a:lnTo>
                    <a:lnTo>
                      <a:pt x="5751" y="6530"/>
                    </a:lnTo>
                    <a:lnTo>
                      <a:pt x="8626" y="8395"/>
                    </a:lnTo>
                    <a:lnTo>
                      <a:pt x="11501" y="10514"/>
                    </a:lnTo>
                    <a:lnTo>
                      <a:pt x="14377" y="12738"/>
                    </a:lnTo>
                    <a:lnTo>
                      <a:pt x="17252" y="14887"/>
                    </a:lnTo>
                    <a:lnTo>
                      <a:pt x="20128" y="16792"/>
                    </a:lnTo>
                    <a:lnTo>
                      <a:pt x="23003" y="18336"/>
                    </a:lnTo>
                    <a:lnTo>
                      <a:pt x="25878" y="19478"/>
                    </a:lnTo>
                    <a:lnTo>
                      <a:pt x="28754" y="20257"/>
                    </a:lnTo>
                    <a:lnTo>
                      <a:pt x="31629" y="20776"/>
                    </a:lnTo>
                    <a:lnTo>
                      <a:pt x="34504" y="21165"/>
                    </a:lnTo>
                    <a:lnTo>
                      <a:pt x="37380" y="21541"/>
                    </a:lnTo>
                    <a:lnTo>
                      <a:pt x="40255" y="21973"/>
                    </a:lnTo>
                    <a:lnTo>
                      <a:pt x="43130" y="22468"/>
                    </a:lnTo>
                    <a:lnTo>
                      <a:pt x="46006" y="22964"/>
                    </a:lnTo>
                    <a:lnTo>
                      <a:pt x="48881" y="23324"/>
                    </a:lnTo>
                    <a:lnTo>
                      <a:pt x="51756" y="23347"/>
                    </a:lnTo>
                    <a:lnTo>
                      <a:pt x="54632" y="22775"/>
                    </a:lnTo>
                    <a:lnTo>
                      <a:pt x="57507" y="21331"/>
                    </a:lnTo>
                    <a:lnTo>
                      <a:pt x="60383" y="18798"/>
                    </a:lnTo>
                    <a:lnTo>
                      <a:pt x="63258" y="15148"/>
                    </a:lnTo>
                    <a:lnTo>
                      <a:pt x="66133" y="10666"/>
                    </a:lnTo>
                    <a:lnTo>
                      <a:pt x="69009" y="6012"/>
                    </a:lnTo>
                    <a:lnTo>
                      <a:pt x="71884" y="2132"/>
                    </a:lnTo>
                    <a:lnTo>
                      <a:pt x="74759" y="0"/>
                    </a:lnTo>
                    <a:lnTo>
                      <a:pt x="77635" y="295"/>
                    </a:lnTo>
                    <a:lnTo>
                      <a:pt x="80510" y="3144"/>
                    </a:lnTo>
                    <a:lnTo>
                      <a:pt x="83385" y="8077"/>
                    </a:lnTo>
                    <a:lnTo>
                      <a:pt x="86261" y="14220"/>
                    </a:lnTo>
                    <a:lnTo>
                      <a:pt x="89136" y="20606"/>
                    </a:lnTo>
                    <a:lnTo>
                      <a:pt x="92011" y="26467"/>
                    </a:lnTo>
                    <a:lnTo>
                      <a:pt x="94887" y="31380"/>
                    </a:lnTo>
                    <a:lnTo>
                      <a:pt x="97762" y="35244"/>
                    </a:lnTo>
                    <a:lnTo>
                      <a:pt x="100638" y="38169"/>
                    </a:lnTo>
                    <a:lnTo>
                      <a:pt x="103513" y="40341"/>
                    </a:lnTo>
                    <a:lnTo>
                      <a:pt x="106388" y="41937"/>
                    </a:lnTo>
                    <a:lnTo>
                      <a:pt x="109264" y="43082"/>
                    </a:lnTo>
                    <a:lnTo>
                      <a:pt x="112139" y="43863"/>
                    </a:lnTo>
                    <a:lnTo>
                      <a:pt x="115014" y="44338"/>
                    </a:lnTo>
                    <a:lnTo>
                      <a:pt x="117890" y="44564"/>
                    </a:lnTo>
                    <a:lnTo>
                      <a:pt x="120765" y="446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29" name="Surface grid line"/>
              <p:cNvSpPr/>
              <p:nvPr/>
            </p:nvSpPr>
            <p:spPr>
              <a:xfrm>
                <a:off x="8011644" y="1184663"/>
                <a:ext cx="1150287" cy="50682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3210">
                    <a:moveTo>
                      <a:pt x="0" y="12014"/>
                    </a:moveTo>
                    <a:lnTo>
                      <a:pt x="2875" y="13026"/>
                    </a:lnTo>
                    <a:lnTo>
                      <a:pt x="5751" y="14381"/>
                    </a:lnTo>
                    <a:lnTo>
                      <a:pt x="8626" y="16061"/>
                    </a:lnTo>
                    <a:lnTo>
                      <a:pt x="11501" y="17981"/>
                    </a:lnTo>
                    <a:lnTo>
                      <a:pt x="14377" y="20003"/>
                    </a:lnTo>
                    <a:lnTo>
                      <a:pt x="17252" y="21966"/>
                    </a:lnTo>
                    <a:lnTo>
                      <a:pt x="20128" y="23721"/>
                    </a:lnTo>
                    <a:lnTo>
                      <a:pt x="23003" y="25170"/>
                    </a:lnTo>
                    <a:lnTo>
                      <a:pt x="25878" y="26282"/>
                    </a:lnTo>
                    <a:lnTo>
                      <a:pt x="28754" y="27102"/>
                    </a:lnTo>
                    <a:lnTo>
                      <a:pt x="31629" y="27723"/>
                    </a:lnTo>
                    <a:lnTo>
                      <a:pt x="34504" y="28255"/>
                    </a:lnTo>
                    <a:lnTo>
                      <a:pt x="37380" y="28787"/>
                    </a:lnTo>
                    <a:lnTo>
                      <a:pt x="40255" y="29362"/>
                    </a:lnTo>
                    <a:lnTo>
                      <a:pt x="43130" y="29957"/>
                    </a:lnTo>
                    <a:lnTo>
                      <a:pt x="46006" y="30481"/>
                    </a:lnTo>
                    <a:lnTo>
                      <a:pt x="48881" y="30772"/>
                    </a:lnTo>
                    <a:lnTo>
                      <a:pt x="51756" y="30593"/>
                    </a:lnTo>
                    <a:lnTo>
                      <a:pt x="54632" y="29642"/>
                    </a:lnTo>
                    <a:lnTo>
                      <a:pt x="57507" y="27591"/>
                    </a:lnTo>
                    <a:lnTo>
                      <a:pt x="60383" y="24186"/>
                    </a:lnTo>
                    <a:lnTo>
                      <a:pt x="63258" y="19402"/>
                    </a:lnTo>
                    <a:lnTo>
                      <a:pt x="66133" y="13609"/>
                    </a:lnTo>
                    <a:lnTo>
                      <a:pt x="69009" y="7643"/>
                    </a:lnTo>
                    <a:lnTo>
                      <a:pt x="71884" y="2698"/>
                    </a:lnTo>
                    <a:lnTo>
                      <a:pt x="74759" y="0"/>
                    </a:lnTo>
                    <a:lnTo>
                      <a:pt x="77635" y="393"/>
                    </a:lnTo>
                    <a:lnTo>
                      <a:pt x="80510" y="4017"/>
                    </a:lnTo>
                    <a:lnTo>
                      <a:pt x="83385" y="10254"/>
                    </a:lnTo>
                    <a:lnTo>
                      <a:pt x="86261" y="17970"/>
                    </a:lnTo>
                    <a:lnTo>
                      <a:pt x="89136" y="25923"/>
                    </a:lnTo>
                    <a:lnTo>
                      <a:pt x="92011" y="33134"/>
                    </a:lnTo>
                    <a:lnTo>
                      <a:pt x="94887" y="39066"/>
                    </a:lnTo>
                    <a:lnTo>
                      <a:pt x="97762" y="43608"/>
                    </a:lnTo>
                    <a:lnTo>
                      <a:pt x="100638" y="46920"/>
                    </a:lnTo>
                    <a:lnTo>
                      <a:pt x="103513" y="49266"/>
                    </a:lnTo>
                    <a:lnTo>
                      <a:pt x="106388" y="50895"/>
                    </a:lnTo>
                    <a:lnTo>
                      <a:pt x="109264" y="51992"/>
                    </a:lnTo>
                    <a:lnTo>
                      <a:pt x="112139" y="52687"/>
                    </a:lnTo>
                    <a:lnTo>
                      <a:pt x="115014" y="53067"/>
                    </a:lnTo>
                    <a:lnTo>
                      <a:pt x="117890" y="53210"/>
                    </a:lnTo>
                    <a:lnTo>
                      <a:pt x="120765" y="5319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0" name="Surface grid line"/>
              <p:cNvSpPr/>
              <p:nvPr/>
            </p:nvSpPr>
            <p:spPr>
              <a:xfrm>
                <a:off x="8034376" y="1085335"/>
                <a:ext cx="1150287" cy="59038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1983">
                    <a:moveTo>
                      <a:pt x="0" y="20335"/>
                    </a:moveTo>
                    <a:lnTo>
                      <a:pt x="2875" y="21201"/>
                    </a:lnTo>
                    <a:lnTo>
                      <a:pt x="5751" y="22385"/>
                    </a:lnTo>
                    <a:lnTo>
                      <a:pt x="8626" y="23860"/>
                    </a:lnTo>
                    <a:lnTo>
                      <a:pt x="11501" y="25546"/>
                    </a:lnTo>
                    <a:lnTo>
                      <a:pt x="14377" y="27315"/>
                    </a:lnTo>
                    <a:lnTo>
                      <a:pt x="17252" y="29025"/>
                    </a:lnTo>
                    <a:lnTo>
                      <a:pt x="20128" y="30555"/>
                    </a:lnTo>
                    <a:lnTo>
                      <a:pt x="23003" y="31830"/>
                    </a:lnTo>
                    <a:lnTo>
                      <a:pt x="25878" y="32845"/>
                    </a:lnTo>
                    <a:lnTo>
                      <a:pt x="28754" y="33652"/>
                    </a:lnTo>
                    <a:lnTo>
                      <a:pt x="31629" y="34345"/>
                    </a:lnTo>
                    <a:lnTo>
                      <a:pt x="34504" y="35019"/>
                    </a:lnTo>
                    <a:lnTo>
                      <a:pt x="37380" y="35740"/>
                    </a:lnTo>
                    <a:lnTo>
                      <a:pt x="40255" y="36518"/>
                    </a:lnTo>
                    <a:lnTo>
                      <a:pt x="43130" y="37297"/>
                    </a:lnTo>
                    <a:lnTo>
                      <a:pt x="46006" y="37951"/>
                    </a:lnTo>
                    <a:lnTo>
                      <a:pt x="48881" y="38280"/>
                    </a:lnTo>
                    <a:lnTo>
                      <a:pt x="51756" y="38002"/>
                    </a:lnTo>
                    <a:lnTo>
                      <a:pt x="54632" y="36760"/>
                    </a:lnTo>
                    <a:lnTo>
                      <a:pt x="57507" y="34162"/>
                    </a:lnTo>
                    <a:lnTo>
                      <a:pt x="60383" y="29907"/>
                    </a:lnTo>
                    <a:lnTo>
                      <a:pt x="63258" y="23967"/>
                    </a:lnTo>
                    <a:lnTo>
                      <a:pt x="66133" y="16800"/>
                    </a:lnTo>
                    <a:lnTo>
                      <a:pt x="69009" y="9434"/>
                    </a:lnTo>
                    <a:lnTo>
                      <a:pt x="71884" y="3333"/>
                    </a:lnTo>
                    <a:lnTo>
                      <a:pt x="74759" y="0"/>
                    </a:lnTo>
                    <a:lnTo>
                      <a:pt x="77635" y="463"/>
                    </a:lnTo>
                    <a:lnTo>
                      <a:pt x="80510" y="4878"/>
                    </a:lnTo>
                    <a:lnTo>
                      <a:pt x="83385" y="12469"/>
                    </a:lnTo>
                    <a:lnTo>
                      <a:pt x="86261" y="21824"/>
                    </a:lnTo>
                    <a:lnTo>
                      <a:pt x="89136" y="31406"/>
                    </a:lnTo>
                    <a:lnTo>
                      <a:pt x="92011" y="40007"/>
                    </a:lnTo>
                    <a:lnTo>
                      <a:pt x="94887" y="46974"/>
                    </a:lnTo>
                    <a:lnTo>
                      <a:pt x="97762" y="52187"/>
                    </a:lnTo>
                    <a:lnTo>
                      <a:pt x="100638" y="55866"/>
                    </a:lnTo>
                    <a:lnTo>
                      <a:pt x="103513" y="58359"/>
                    </a:lnTo>
                    <a:lnTo>
                      <a:pt x="106388" y="59996"/>
                    </a:lnTo>
                    <a:lnTo>
                      <a:pt x="109264" y="61029"/>
                    </a:lnTo>
                    <a:lnTo>
                      <a:pt x="112139" y="61628"/>
                    </a:lnTo>
                    <a:lnTo>
                      <a:pt x="115014" y="61915"/>
                    </a:lnTo>
                    <a:lnTo>
                      <a:pt x="117890" y="61983"/>
                    </a:lnTo>
                    <a:lnTo>
                      <a:pt x="120765" y="6192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1" name="Surface grid line"/>
              <p:cNvSpPr/>
              <p:nvPr/>
            </p:nvSpPr>
            <p:spPr>
              <a:xfrm>
                <a:off x="8057108" y="986625"/>
                <a:ext cx="1150287" cy="6731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0670">
                    <a:moveTo>
                      <a:pt x="0" y="28615"/>
                    </a:moveTo>
                    <a:lnTo>
                      <a:pt x="2875" y="29344"/>
                    </a:lnTo>
                    <a:lnTo>
                      <a:pt x="5751" y="30352"/>
                    </a:lnTo>
                    <a:lnTo>
                      <a:pt x="8626" y="31605"/>
                    </a:lnTo>
                    <a:lnTo>
                      <a:pt x="11501" y="33020"/>
                    </a:lnTo>
                    <a:lnTo>
                      <a:pt x="14377" y="34480"/>
                    </a:lnTo>
                    <a:lnTo>
                      <a:pt x="17252" y="35866"/>
                    </a:lnTo>
                    <a:lnTo>
                      <a:pt x="20128" y="37084"/>
                    </a:lnTo>
                    <a:lnTo>
                      <a:pt x="23003" y="38095"/>
                    </a:lnTo>
                    <a:lnTo>
                      <a:pt x="25878" y="38925"/>
                    </a:lnTo>
                    <a:lnTo>
                      <a:pt x="28754" y="39649"/>
                    </a:lnTo>
                    <a:lnTo>
                      <a:pt x="31629" y="40370"/>
                    </a:lnTo>
                    <a:lnTo>
                      <a:pt x="34504" y="41175"/>
                    </a:lnTo>
                    <a:lnTo>
                      <a:pt x="37380" y="42107"/>
                    </a:lnTo>
                    <a:lnTo>
                      <a:pt x="40255" y="43144"/>
                    </a:lnTo>
                    <a:lnTo>
                      <a:pt x="43130" y="44189"/>
                    </a:lnTo>
                    <a:lnTo>
                      <a:pt x="46006" y="45074"/>
                    </a:lnTo>
                    <a:lnTo>
                      <a:pt x="48881" y="45549"/>
                    </a:lnTo>
                    <a:lnTo>
                      <a:pt x="51756" y="45279"/>
                    </a:lnTo>
                    <a:lnTo>
                      <a:pt x="54632" y="43840"/>
                    </a:lnTo>
                    <a:lnTo>
                      <a:pt x="57507" y="40772"/>
                    </a:lnTo>
                    <a:lnTo>
                      <a:pt x="60383" y="35716"/>
                    </a:lnTo>
                    <a:lnTo>
                      <a:pt x="63258" y="28641"/>
                    </a:lnTo>
                    <a:lnTo>
                      <a:pt x="66133" y="20093"/>
                    </a:lnTo>
                    <a:lnTo>
                      <a:pt x="69009" y="11298"/>
                    </a:lnTo>
                    <a:lnTo>
                      <a:pt x="71884" y="4003"/>
                    </a:lnTo>
                    <a:lnTo>
                      <a:pt x="74759" y="0"/>
                    </a:lnTo>
                    <a:lnTo>
                      <a:pt x="77635" y="511"/>
                    </a:lnTo>
                    <a:lnTo>
                      <a:pt x="80510" y="5713"/>
                    </a:lnTo>
                    <a:lnTo>
                      <a:pt x="83385" y="14667"/>
                    </a:lnTo>
                    <a:lnTo>
                      <a:pt x="86261" y="25676"/>
                    </a:lnTo>
                    <a:lnTo>
                      <a:pt x="89136" y="36897"/>
                    </a:lnTo>
                    <a:lnTo>
                      <a:pt x="92011" y="46886"/>
                    </a:lnTo>
                    <a:lnTo>
                      <a:pt x="94887" y="54876"/>
                    </a:lnTo>
                    <a:lnTo>
                      <a:pt x="97762" y="60739"/>
                    </a:lnTo>
                    <a:lnTo>
                      <a:pt x="100638" y="64759"/>
                    </a:lnTo>
                    <a:lnTo>
                      <a:pt x="103513" y="67376"/>
                    </a:lnTo>
                    <a:lnTo>
                      <a:pt x="106388" y="69004"/>
                    </a:lnTo>
                    <a:lnTo>
                      <a:pt x="109264" y="69962"/>
                    </a:lnTo>
                    <a:lnTo>
                      <a:pt x="112139" y="70465"/>
                    </a:lnTo>
                    <a:lnTo>
                      <a:pt x="115014" y="70663"/>
                    </a:lnTo>
                    <a:lnTo>
                      <a:pt x="117890" y="70670"/>
                    </a:lnTo>
                    <a:lnTo>
                      <a:pt x="120765" y="7058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2" name="Surface grid line"/>
              <p:cNvSpPr/>
              <p:nvPr/>
            </p:nvSpPr>
            <p:spPr>
              <a:xfrm>
                <a:off x="8079840" y="891994"/>
                <a:ext cx="1150287" cy="75203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954">
                    <a:moveTo>
                      <a:pt x="0" y="36509"/>
                    </a:moveTo>
                    <a:lnTo>
                      <a:pt x="2875" y="37112"/>
                    </a:lnTo>
                    <a:lnTo>
                      <a:pt x="5751" y="37944"/>
                    </a:lnTo>
                    <a:lnTo>
                      <a:pt x="8626" y="38957"/>
                    </a:lnTo>
                    <a:lnTo>
                      <a:pt x="11501" y="40063"/>
                    </a:lnTo>
                    <a:lnTo>
                      <a:pt x="14377" y="41156"/>
                    </a:lnTo>
                    <a:lnTo>
                      <a:pt x="17252" y="42137"/>
                    </a:lnTo>
                    <a:lnTo>
                      <a:pt x="20128" y="42948"/>
                    </a:lnTo>
                    <a:lnTo>
                      <a:pt x="23003" y="43593"/>
                    </a:lnTo>
                    <a:lnTo>
                      <a:pt x="25878" y="44138"/>
                    </a:lnTo>
                    <a:lnTo>
                      <a:pt x="28754" y="44696"/>
                    </a:lnTo>
                    <a:lnTo>
                      <a:pt x="31629" y="45388"/>
                    </a:lnTo>
                    <a:lnTo>
                      <a:pt x="34504" y="46303"/>
                    </a:lnTo>
                    <a:lnTo>
                      <a:pt x="37380" y="47463"/>
                    </a:lnTo>
                    <a:lnTo>
                      <a:pt x="40255" y="48812"/>
                    </a:lnTo>
                    <a:lnTo>
                      <a:pt x="43130" y="50205"/>
                    </a:lnTo>
                    <a:lnTo>
                      <a:pt x="46006" y="51421"/>
                    </a:lnTo>
                    <a:lnTo>
                      <a:pt x="48881" y="52154"/>
                    </a:lnTo>
                    <a:lnTo>
                      <a:pt x="51756" y="52006"/>
                    </a:lnTo>
                    <a:lnTo>
                      <a:pt x="54632" y="50481"/>
                    </a:lnTo>
                    <a:lnTo>
                      <a:pt x="57507" y="47044"/>
                    </a:lnTo>
                    <a:lnTo>
                      <a:pt x="60383" y="41279"/>
                    </a:lnTo>
                    <a:lnTo>
                      <a:pt x="63258" y="33150"/>
                    </a:lnTo>
                    <a:lnTo>
                      <a:pt x="66133" y="23288"/>
                    </a:lnTo>
                    <a:lnTo>
                      <a:pt x="69009" y="13117"/>
                    </a:lnTo>
                    <a:lnTo>
                      <a:pt x="71884" y="4661"/>
                    </a:lnTo>
                    <a:lnTo>
                      <a:pt x="74759" y="0"/>
                    </a:lnTo>
                    <a:lnTo>
                      <a:pt x="77635" y="547"/>
                    </a:lnTo>
                    <a:lnTo>
                      <a:pt x="80510" y="6503"/>
                    </a:lnTo>
                    <a:lnTo>
                      <a:pt x="83385" y="16769"/>
                    </a:lnTo>
                    <a:lnTo>
                      <a:pt x="86261" y="29369"/>
                    </a:lnTo>
                    <a:lnTo>
                      <a:pt x="89136" y="42161"/>
                    </a:lnTo>
                    <a:lnTo>
                      <a:pt x="92011" y="53475"/>
                    </a:lnTo>
                    <a:lnTo>
                      <a:pt x="94887" y="62431"/>
                    </a:lnTo>
                    <a:lnTo>
                      <a:pt x="97762" y="68897"/>
                    </a:lnTo>
                    <a:lnTo>
                      <a:pt x="100638" y="73223"/>
                    </a:lnTo>
                    <a:lnTo>
                      <a:pt x="103513" y="75938"/>
                    </a:lnTo>
                    <a:lnTo>
                      <a:pt x="106388" y="77543"/>
                    </a:lnTo>
                    <a:lnTo>
                      <a:pt x="109264" y="78421"/>
                    </a:lnTo>
                    <a:lnTo>
                      <a:pt x="112139" y="78832"/>
                    </a:lnTo>
                    <a:lnTo>
                      <a:pt x="115014" y="78954"/>
                    </a:lnTo>
                    <a:lnTo>
                      <a:pt x="117890" y="78915"/>
                    </a:lnTo>
                    <a:lnTo>
                      <a:pt x="120765" y="7882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3" name="Surface grid line"/>
              <p:cNvSpPr/>
              <p:nvPr/>
            </p:nvSpPr>
            <p:spPr>
              <a:xfrm>
                <a:off x="8102571" y="805949"/>
                <a:ext cx="1150287" cy="82217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6318">
                    <a:moveTo>
                      <a:pt x="0" y="43562"/>
                    </a:moveTo>
                    <a:lnTo>
                      <a:pt x="2875" y="44050"/>
                    </a:lnTo>
                    <a:lnTo>
                      <a:pt x="5751" y="44704"/>
                    </a:lnTo>
                    <a:lnTo>
                      <a:pt x="8626" y="45459"/>
                    </a:lnTo>
                    <a:lnTo>
                      <a:pt x="11501" y="46219"/>
                    </a:lnTo>
                    <a:lnTo>
                      <a:pt x="14377" y="46883"/>
                    </a:lnTo>
                    <a:lnTo>
                      <a:pt x="17252" y="47377"/>
                    </a:lnTo>
                    <a:lnTo>
                      <a:pt x="20128" y="47680"/>
                    </a:lnTo>
                    <a:lnTo>
                      <a:pt x="23003" y="47848"/>
                    </a:lnTo>
                    <a:lnTo>
                      <a:pt x="25878" y="48002"/>
                    </a:lnTo>
                    <a:lnTo>
                      <a:pt x="28754" y="48303"/>
                    </a:lnTo>
                    <a:lnTo>
                      <a:pt x="31629" y="48904"/>
                    </a:lnTo>
                    <a:lnTo>
                      <a:pt x="34504" y="49901"/>
                    </a:lnTo>
                    <a:lnTo>
                      <a:pt x="37380" y="51303"/>
                    </a:lnTo>
                    <a:lnTo>
                      <a:pt x="40255" y="53013"/>
                    </a:lnTo>
                    <a:lnTo>
                      <a:pt x="43130" y="54834"/>
                    </a:lnTo>
                    <a:lnTo>
                      <a:pt x="46006" y="56483"/>
                    </a:lnTo>
                    <a:lnTo>
                      <a:pt x="48881" y="57590"/>
                    </a:lnTo>
                    <a:lnTo>
                      <a:pt x="51756" y="57685"/>
                    </a:lnTo>
                    <a:lnTo>
                      <a:pt x="54632" y="56201"/>
                    </a:lnTo>
                    <a:lnTo>
                      <a:pt x="57507" y="52529"/>
                    </a:lnTo>
                    <a:lnTo>
                      <a:pt x="60383" y="46198"/>
                    </a:lnTo>
                    <a:lnTo>
                      <a:pt x="63258" y="37170"/>
                    </a:lnTo>
                    <a:lnTo>
                      <a:pt x="66133" y="26153"/>
                    </a:lnTo>
                    <a:lnTo>
                      <a:pt x="69009" y="14754"/>
                    </a:lnTo>
                    <a:lnTo>
                      <a:pt x="71884" y="5255"/>
                    </a:lnTo>
                    <a:lnTo>
                      <a:pt x="74759" y="0"/>
                    </a:lnTo>
                    <a:lnTo>
                      <a:pt x="77635" y="580"/>
                    </a:lnTo>
                    <a:lnTo>
                      <a:pt x="80510" y="7219"/>
                    </a:lnTo>
                    <a:lnTo>
                      <a:pt x="83385" y="18671"/>
                    </a:lnTo>
                    <a:lnTo>
                      <a:pt x="86261" y="32708"/>
                    </a:lnTo>
                    <a:lnTo>
                      <a:pt x="89136" y="46914"/>
                    </a:lnTo>
                    <a:lnTo>
                      <a:pt x="92011" y="59411"/>
                    </a:lnTo>
                    <a:lnTo>
                      <a:pt x="94887" y="69220"/>
                    </a:lnTo>
                    <a:lnTo>
                      <a:pt x="97762" y="76207"/>
                    </a:lnTo>
                    <a:lnTo>
                      <a:pt x="100638" y="80784"/>
                    </a:lnTo>
                    <a:lnTo>
                      <a:pt x="103513" y="83566"/>
                    </a:lnTo>
                    <a:lnTo>
                      <a:pt x="106388" y="85134"/>
                    </a:lnTo>
                    <a:lnTo>
                      <a:pt x="109264" y="85931"/>
                    </a:lnTo>
                    <a:lnTo>
                      <a:pt x="112139" y="86258"/>
                    </a:lnTo>
                    <a:lnTo>
                      <a:pt x="115014" y="86318"/>
                    </a:lnTo>
                    <a:lnTo>
                      <a:pt x="117890" y="86252"/>
                    </a:lnTo>
                    <a:lnTo>
                      <a:pt x="120765" y="8617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4" name="Surface grid line"/>
              <p:cNvSpPr/>
              <p:nvPr/>
            </p:nvSpPr>
            <p:spPr>
              <a:xfrm>
                <a:off x="8125303" y="733452"/>
                <a:ext cx="1150287" cy="87860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2242">
                    <a:moveTo>
                      <a:pt x="0" y="49266"/>
                    </a:moveTo>
                    <a:lnTo>
                      <a:pt x="2875" y="49649"/>
                    </a:lnTo>
                    <a:lnTo>
                      <a:pt x="5751" y="50125"/>
                    </a:lnTo>
                    <a:lnTo>
                      <a:pt x="8626" y="50604"/>
                    </a:lnTo>
                    <a:lnTo>
                      <a:pt x="11501" y="50981"/>
                    </a:lnTo>
                    <a:lnTo>
                      <a:pt x="14377" y="51157"/>
                    </a:lnTo>
                    <a:lnTo>
                      <a:pt x="17252" y="51081"/>
                    </a:lnTo>
                    <a:lnTo>
                      <a:pt x="20128" y="50777"/>
                    </a:lnTo>
                    <a:lnTo>
                      <a:pt x="23003" y="50360"/>
                    </a:lnTo>
                    <a:lnTo>
                      <a:pt x="25878" y="50016"/>
                    </a:lnTo>
                    <a:lnTo>
                      <a:pt x="28754" y="49969"/>
                    </a:lnTo>
                    <a:lnTo>
                      <a:pt x="31629" y="50413"/>
                    </a:lnTo>
                    <a:lnTo>
                      <a:pt x="34504" y="51464"/>
                    </a:lnTo>
                    <a:lnTo>
                      <a:pt x="37380" y="53117"/>
                    </a:lnTo>
                    <a:lnTo>
                      <a:pt x="40255" y="55234"/>
                    </a:lnTo>
                    <a:lnTo>
                      <a:pt x="43130" y="57561"/>
                    </a:lnTo>
                    <a:lnTo>
                      <a:pt x="46006" y="59743"/>
                    </a:lnTo>
                    <a:lnTo>
                      <a:pt x="48881" y="61337"/>
                    </a:lnTo>
                    <a:lnTo>
                      <a:pt x="51756" y="61803"/>
                    </a:lnTo>
                    <a:lnTo>
                      <a:pt x="54632" y="60502"/>
                    </a:lnTo>
                    <a:lnTo>
                      <a:pt x="57507" y="56761"/>
                    </a:lnTo>
                    <a:lnTo>
                      <a:pt x="60383" y="50062"/>
                    </a:lnTo>
                    <a:lnTo>
                      <a:pt x="63258" y="40364"/>
                    </a:lnTo>
                    <a:lnTo>
                      <a:pt x="66133" y="28445"/>
                    </a:lnTo>
                    <a:lnTo>
                      <a:pt x="69009" y="16067"/>
                    </a:lnTo>
                    <a:lnTo>
                      <a:pt x="71884" y="5730"/>
                    </a:lnTo>
                    <a:lnTo>
                      <a:pt x="74759" y="0"/>
                    </a:lnTo>
                    <a:lnTo>
                      <a:pt x="77635" y="619"/>
                    </a:lnTo>
                    <a:lnTo>
                      <a:pt x="80510" y="7829"/>
                    </a:lnTo>
                    <a:lnTo>
                      <a:pt x="83385" y="20265"/>
                    </a:lnTo>
                    <a:lnTo>
                      <a:pt x="86261" y="35486"/>
                    </a:lnTo>
                    <a:lnTo>
                      <a:pt x="89136" y="50848"/>
                    </a:lnTo>
                    <a:lnTo>
                      <a:pt x="92011" y="64304"/>
                    </a:lnTo>
                    <a:lnTo>
                      <a:pt x="94887" y="74791"/>
                    </a:lnTo>
                    <a:lnTo>
                      <a:pt x="97762" y="82177"/>
                    </a:lnTo>
                    <a:lnTo>
                      <a:pt x="100638" y="86931"/>
                    </a:lnTo>
                    <a:lnTo>
                      <a:pt x="103513" y="89741"/>
                    </a:lnTo>
                    <a:lnTo>
                      <a:pt x="106388" y="91257"/>
                    </a:lnTo>
                    <a:lnTo>
                      <a:pt x="109264" y="91974"/>
                    </a:lnTo>
                    <a:lnTo>
                      <a:pt x="112139" y="92228"/>
                    </a:lnTo>
                    <a:lnTo>
                      <a:pt x="115014" y="92242"/>
                    </a:lnTo>
                    <a:lnTo>
                      <a:pt x="117890" y="92169"/>
                    </a:lnTo>
                    <a:lnTo>
                      <a:pt x="120765" y="9212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5" name="Surface grid line"/>
              <p:cNvSpPr/>
              <p:nvPr/>
            </p:nvSpPr>
            <p:spPr>
              <a:xfrm>
                <a:off x="8148035" y="679173"/>
                <a:ext cx="1150287" cy="91687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6259">
                    <a:moveTo>
                      <a:pt x="0" y="53142"/>
                    </a:moveTo>
                    <a:lnTo>
                      <a:pt x="2875" y="53432"/>
                    </a:lnTo>
                    <a:lnTo>
                      <a:pt x="5751" y="53729"/>
                    </a:lnTo>
                    <a:lnTo>
                      <a:pt x="8626" y="53919"/>
                    </a:lnTo>
                    <a:lnTo>
                      <a:pt x="11501" y="53879"/>
                    </a:lnTo>
                    <a:lnTo>
                      <a:pt x="14377" y="53514"/>
                    </a:lnTo>
                    <a:lnTo>
                      <a:pt x="17252" y="52794"/>
                    </a:lnTo>
                    <a:lnTo>
                      <a:pt x="20128" y="51794"/>
                    </a:lnTo>
                    <a:lnTo>
                      <a:pt x="23003" y="50692"/>
                    </a:lnTo>
                    <a:lnTo>
                      <a:pt x="25878" y="49754"/>
                    </a:lnTo>
                    <a:lnTo>
                      <a:pt x="28754" y="49272"/>
                    </a:lnTo>
                    <a:lnTo>
                      <a:pt x="31629" y="49500"/>
                    </a:lnTo>
                    <a:lnTo>
                      <a:pt x="34504" y="50576"/>
                    </a:lnTo>
                    <a:lnTo>
                      <a:pt x="37380" y="52486"/>
                    </a:lnTo>
                    <a:lnTo>
                      <a:pt x="40255" y="55051"/>
                    </a:lnTo>
                    <a:lnTo>
                      <a:pt x="43130" y="57950"/>
                    </a:lnTo>
                    <a:lnTo>
                      <a:pt x="46006" y="60754"/>
                    </a:lnTo>
                    <a:lnTo>
                      <a:pt x="48881" y="62944"/>
                    </a:lnTo>
                    <a:lnTo>
                      <a:pt x="51756" y="63908"/>
                    </a:lnTo>
                    <a:lnTo>
                      <a:pt x="54632" y="62943"/>
                    </a:lnTo>
                    <a:lnTo>
                      <a:pt x="57507" y="59324"/>
                    </a:lnTo>
                    <a:lnTo>
                      <a:pt x="60383" y="52500"/>
                    </a:lnTo>
                    <a:lnTo>
                      <a:pt x="63258" y="42429"/>
                    </a:lnTo>
                    <a:lnTo>
                      <a:pt x="66133" y="29947"/>
                    </a:lnTo>
                    <a:lnTo>
                      <a:pt x="69009" y="16929"/>
                    </a:lnTo>
                    <a:lnTo>
                      <a:pt x="71884" y="6037"/>
                    </a:lnTo>
                    <a:lnTo>
                      <a:pt x="74759" y="0"/>
                    </a:lnTo>
                    <a:lnTo>
                      <a:pt x="77635" y="670"/>
                    </a:lnTo>
                    <a:lnTo>
                      <a:pt x="80510" y="8303"/>
                    </a:lnTo>
                    <a:lnTo>
                      <a:pt x="83385" y="21447"/>
                    </a:lnTo>
                    <a:lnTo>
                      <a:pt x="86261" y="37508"/>
                    </a:lnTo>
                    <a:lnTo>
                      <a:pt x="89136" y="53679"/>
                    </a:lnTo>
                    <a:lnTo>
                      <a:pt x="92011" y="67791"/>
                    </a:lnTo>
                    <a:lnTo>
                      <a:pt x="94887" y="78724"/>
                    </a:lnTo>
                    <a:lnTo>
                      <a:pt x="97762" y="86354"/>
                    </a:lnTo>
                    <a:lnTo>
                      <a:pt x="100638" y="91190"/>
                    </a:lnTo>
                    <a:lnTo>
                      <a:pt x="103513" y="93980"/>
                    </a:lnTo>
                    <a:lnTo>
                      <a:pt x="106388" y="95427"/>
                    </a:lnTo>
                    <a:lnTo>
                      <a:pt x="109264" y="96065"/>
                    </a:lnTo>
                    <a:lnTo>
                      <a:pt x="112139" y="96259"/>
                    </a:lnTo>
                    <a:lnTo>
                      <a:pt x="115014" y="96246"/>
                    </a:lnTo>
                    <a:lnTo>
                      <a:pt x="117890" y="96187"/>
                    </a:lnTo>
                    <a:lnTo>
                      <a:pt x="120765" y="9619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6" name="Surface grid line"/>
              <p:cNvSpPr/>
              <p:nvPr/>
            </p:nvSpPr>
            <p:spPr>
              <a:xfrm>
                <a:off x="8170767" y="646749"/>
                <a:ext cx="1150287" cy="9336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8019">
                    <a:moveTo>
                      <a:pt x="0" y="54818"/>
                    </a:moveTo>
                    <a:lnTo>
                      <a:pt x="2875" y="55027"/>
                    </a:lnTo>
                    <a:lnTo>
                      <a:pt x="5751" y="55148"/>
                    </a:lnTo>
                    <a:lnTo>
                      <a:pt x="8626" y="55040"/>
                    </a:lnTo>
                    <a:lnTo>
                      <a:pt x="11501" y="54560"/>
                    </a:lnTo>
                    <a:lnTo>
                      <a:pt x="14377" y="53613"/>
                    </a:lnTo>
                    <a:lnTo>
                      <a:pt x="17252" y="52195"/>
                    </a:lnTo>
                    <a:lnTo>
                      <a:pt x="20128" y="50428"/>
                    </a:lnTo>
                    <a:lnTo>
                      <a:pt x="23003" y="48564"/>
                    </a:lnTo>
                    <a:lnTo>
                      <a:pt x="25878" y="46952"/>
                    </a:lnTo>
                    <a:lnTo>
                      <a:pt x="28754" y="45969"/>
                    </a:lnTo>
                    <a:lnTo>
                      <a:pt x="31629" y="45928"/>
                    </a:lnTo>
                    <a:lnTo>
                      <a:pt x="34504" y="47003"/>
                    </a:lnTo>
                    <a:lnTo>
                      <a:pt x="37380" y="49170"/>
                    </a:lnTo>
                    <a:lnTo>
                      <a:pt x="40255" y="52209"/>
                    </a:lnTo>
                    <a:lnTo>
                      <a:pt x="43130" y="55733"/>
                    </a:lnTo>
                    <a:lnTo>
                      <a:pt x="46006" y="59231"/>
                    </a:lnTo>
                    <a:lnTo>
                      <a:pt x="48881" y="62108"/>
                    </a:lnTo>
                    <a:lnTo>
                      <a:pt x="51756" y="63684"/>
                    </a:lnTo>
                    <a:lnTo>
                      <a:pt x="54632" y="63207"/>
                    </a:lnTo>
                    <a:lnTo>
                      <a:pt x="57507" y="59914"/>
                    </a:lnTo>
                    <a:lnTo>
                      <a:pt x="60383" y="53237"/>
                    </a:lnTo>
                    <a:lnTo>
                      <a:pt x="63258" y="43140"/>
                    </a:lnTo>
                    <a:lnTo>
                      <a:pt x="66133" y="30495"/>
                    </a:lnTo>
                    <a:lnTo>
                      <a:pt x="69009" y="17244"/>
                    </a:lnTo>
                    <a:lnTo>
                      <a:pt x="71884" y="6139"/>
                    </a:lnTo>
                    <a:lnTo>
                      <a:pt x="74759" y="0"/>
                    </a:lnTo>
                    <a:lnTo>
                      <a:pt x="77635" y="737"/>
                    </a:lnTo>
                    <a:lnTo>
                      <a:pt x="80510" y="8615"/>
                    </a:lnTo>
                    <a:lnTo>
                      <a:pt x="83385" y="22136"/>
                    </a:lnTo>
                    <a:lnTo>
                      <a:pt x="86261" y="38623"/>
                    </a:lnTo>
                    <a:lnTo>
                      <a:pt x="89136" y="55186"/>
                    </a:lnTo>
                    <a:lnTo>
                      <a:pt x="92011" y="69592"/>
                    </a:lnTo>
                    <a:lnTo>
                      <a:pt x="94887" y="80697"/>
                    </a:lnTo>
                    <a:lnTo>
                      <a:pt x="97762" y="88384"/>
                    </a:lnTo>
                    <a:lnTo>
                      <a:pt x="100638" y="93194"/>
                    </a:lnTo>
                    <a:lnTo>
                      <a:pt x="103513" y="95910"/>
                    </a:lnTo>
                    <a:lnTo>
                      <a:pt x="106388" y="97269"/>
                    </a:lnTo>
                    <a:lnTo>
                      <a:pt x="109264" y="97832"/>
                    </a:lnTo>
                    <a:lnTo>
                      <a:pt x="112139" y="97979"/>
                    </a:lnTo>
                    <a:lnTo>
                      <a:pt x="115014" y="97958"/>
                    </a:lnTo>
                    <a:lnTo>
                      <a:pt x="117890" y="97933"/>
                    </a:lnTo>
                    <a:lnTo>
                      <a:pt x="120765" y="9801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7" name="Surface grid line"/>
              <p:cNvSpPr/>
              <p:nvPr/>
            </p:nvSpPr>
            <p:spPr>
              <a:xfrm>
                <a:off x="8193499" y="638175"/>
                <a:ext cx="1150287" cy="92761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7387">
                    <a:moveTo>
                      <a:pt x="0" y="54094"/>
                    </a:moveTo>
                    <a:lnTo>
                      <a:pt x="2875" y="54235"/>
                    </a:lnTo>
                    <a:lnTo>
                      <a:pt x="5751" y="54189"/>
                    </a:lnTo>
                    <a:lnTo>
                      <a:pt x="8626" y="53783"/>
                    </a:lnTo>
                    <a:lnTo>
                      <a:pt x="11501" y="52856"/>
                    </a:lnTo>
                    <a:lnTo>
                      <a:pt x="14377" y="51309"/>
                    </a:lnTo>
                    <a:lnTo>
                      <a:pt x="17252" y="49162"/>
                    </a:lnTo>
                    <a:lnTo>
                      <a:pt x="20128" y="46590"/>
                    </a:lnTo>
                    <a:lnTo>
                      <a:pt x="23003" y="43917"/>
                    </a:lnTo>
                    <a:lnTo>
                      <a:pt x="25878" y="41583"/>
                    </a:lnTo>
                    <a:lnTo>
                      <a:pt x="28754" y="40052"/>
                    </a:lnTo>
                    <a:lnTo>
                      <a:pt x="31629" y="39707"/>
                    </a:lnTo>
                    <a:lnTo>
                      <a:pt x="34504" y="40755"/>
                    </a:lnTo>
                    <a:lnTo>
                      <a:pt x="37380" y="43172"/>
                    </a:lnTo>
                    <a:lnTo>
                      <a:pt x="40255" y="46696"/>
                    </a:lnTo>
                    <a:lnTo>
                      <a:pt x="43130" y="50870"/>
                    </a:lnTo>
                    <a:lnTo>
                      <a:pt x="46006" y="55105"/>
                    </a:lnTo>
                    <a:lnTo>
                      <a:pt x="48881" y="58732"/>
                    </a:lnTo>
                    <a:lnTo>
                      <a:pt x="51756" y="61013"/>
                    </a:lnTo>
                    <a:lnTo>
                      <a:pt x="54632" y="61157"/>
                    </a:lnTo>
                    <a:lnTo>
                      <a:pt x="57507" y="58389"/>
                    </a:lnTo>
                    <a:lnTo>
                      <a:pt x="60383" y="52140"/>
                    </a:lnTo>
                    <a:lnTo>
                      <a:pt x="63258" y="42384"/>
                    </a:lnTo>
                    <a:lnTo>
                      <a:pt x="66133" y="30006"/>
                    </a:lnTo>
                    <a:lnTo>
                      <a:pt x="69009" y="16963"/>
                    </a:lnTo>
                    <a:lnTo>
                      <a:pt x="71884" y="6019"/>
                    </a:lnTo>
                    <a:lnTo>
                      <a:pt x="74759" y="0"/>
                    </a:lnTo>
                    <a:lnTo>
                      <a:pt x="77635" y="823"/>
                    </a:lnTo>
                    <a:lnTo>
                      <a:pt x="80510" y="8751"/>
                    </a:lnTo>
                    <a:lnTo>
                      <a:pt x="83385" y="22285"/>
                    </a:lnTo>
                    <a:lnTo>
                      <a:pt x="86261" y="38746"/>
                    </a:lnTo>
                    <a:lnTo>
                      <a:pt x="89136" y="55245"/>
                    </a:lnTo>
                    <a:lnTo>
                      <a:pt x="92011" y="69551"/>
                    </a:lnTo>
                    <a:lnTo>
                      <a:pt x="94887" y="80531"/>
                    </a:lnTo>
                    <a:lnTo>
                      <a:pt x="97762" y="88077"/>
                    </a:lnTo>
                    <a:lnTo>
                      <a:pt x="100638" y="92744"/>
                    </a:lnTo>
                    <a:lnTo>
                      <a:pt x="103513" y="95330"/>
                    </a:lnTo>
                    <a:lnTo>
                      <a:pt x="106388" y="96582"/>
                    </a:lnTo>
                    <a:lnTo>
                      <a:pt x="109264" y="97072"/>
                    </a:lnTo>
                    <a:lnTo>
                      <a:pt x="112139" y="97188"/>
                    </a:lnTo>
                    <a:lnTo>
                      <a:pt x="115014" y="97179"/>
                    </a:lnTo>
                    <a:lnTo>
                      <a:pt x="117890" y="97208"/>
                    </a:lnTo>
                    <a:lnTo>
                      <a:pt x="120765" y="9738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8" name="Surface grid line"/>
              <p:cNvSpPr/>
              <p:nvPr/>
            </p:nvSpPr>
            <p:spPr>
              <a:xfrm>
                <a:off x="8216231" y="653443"/>
                <a:ext cx="1150287" cy="89831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4311">
                    <a:moveTo>
                      <a:pt x="0" y="50980"/>
                    </a:moveTo>
                    <a:lnTo>
                      <a:pt x="2875" y="51071"/>
                    </a:lnTo>
                    <a:lnTo>
                      <a:pt x="5751" y="50874"/>
                    </a:lnTo>
                    <a:lnTo>
                      <a:pt x="8626" y="50184"/>
                    </a:lnTo>
                    <a:lnTo>
                      <a:pt x="11501" y="48820"/>
                    </a:lnTo>
                    <a:lnTo>
                      <a:pt x="14377" y="46683"/>
                    </a:lnTo>
                    <a:lnTo>
                      <a:pt x="17252" y="43814"/>
                    </a:lnTo>
                    <a:lnTo>
                      <a:pt x="20128" y="40436"/>
                    </a:lnTo>
                    <a:lnTo>
                      <a:pt x="23003" y="36950"/>
                    </a:lnTo>
                    <a:lnTo>
                      <a:pt x="25878" y="33884"/>
                    </a:lnTo>
                    <a:lnTo>
                      <a:pt x="28754" y="31789"/>
                    </a:lnTo>
                    <a:lnTo>
                      <a:pt x="31629" y="31120"/>
                    </a:lnTo>
                    <a:lnTo>
                      <a:pt x="34504" y="32122"/>
                    </a:lnTo>
                    <a:lnTo>
                      <a:pt x="37380" y="34770"/>
                    </a:lnTo>
                    <a:lnTo>
                      <a:pt x="40255" y="38763"/>
                    </a:lnTo>
                    <a:lnTo>
                      <a:pt x="43130" y="43580"/>
                    </a:lnTo>
                    <a:lnTo>
                      <a:pt x="46006" y="48558"/>
                    </a:lnTo>
                    <a:lnTo>
                      <a:pt x="48881" y="52959"/>
                    </a:lnTo>
                    <a:lnTo>
                      <a:pt x="51756" y="56000"/>
                    </a:lnTo>
                    <a:lnTo>
                      <a:pt x="54632" y="56871"/>
                    </a:lnTo>
                    <a:lnTo>
                      <a:pt x="57507" y="54802"/>
                    </a:lnTo>
                    <a:lnTo>
                      <a:pt x="60383" y="49242"/>
                    </a:lnTo>
                    <a:lnTo>
                      <a:pt x="63258" y="40180"/>
                    </a:lnTo>
                    <a:lnTo>
                      <a:pt x="66133" y="28491"/>
                    </a:lnTo>
                    <a:lnTo>
                      <a:pt x="69009" y="16091"/>
                    </a:lnTo>
                    <a:lnTo>
                      <a:pt x="71884" y="5677"/>
                    </a:lnTo>
                    <a:lnTo>
                      <a:pt x="74759" y="0"/>
                    </a:lnTo>
                    <a:lnTo>
                      <a:pt x="77635" y="924"/>
                    </a:lnTo>
                    <a:lnTo>
                      <a:pt x="80510" y="8706"/>
                    </a:lnTo>
                    <a:lnTo>
                      <a:pt x="83385" y="21890"/>
                    </a:lnTo>
                    <a:lnTo>
                      <a:pt x="86261" y="37873"/>
                    </a:lnTo>
                    <a:lnTo>
                      <a:pt x="89136" y="53851"/>
                    </a:lnTo>
                    <a:lnTo>
                      <a:pt x="92011" y="67666"/>
                    </a:lnTo>
                    <a:lnTo>
                      <a:pt x="94887" y="78223"/>
                    </a:lnTo>
                    <a:lnTo>
                      <a:pt x="97762" y="85432"/>
                    </a:lnTo>
                    <a:lnTo>
                      <a:pt x="100638" y="89844"/>
                    </a:lnTo>
                    <a:lnTo>
                      <a:pt x="103513" y="92245"/>
                    </a:lnTo>
                    <a:lnTo>
                      <a:pt x="106388" y="93375"/>
                    </a:lnTo>
                    <a:lnTo>
                      <a:pt x="109264" y="93798"/>
                    </a:lnTo>
                    <a:lnTo>
                      <a:pt x="112139" y="93898"/>
                    </a:lnTo>
                    <a:lnTo>
                      <a:pt x="115014" y="93920"/>
                    </a:lnTo>
                    <a:lnTo>
                      <a:pt x="117890" y="94023"/>
                    </a:lnTo>
                    <a:lnTo>
                      <a:pt x="120765" y="9431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39" name="Surface grid line"/>
              <p:cNvSpPr/>
              <p:nvPr/>
            </p:nvSpPr>
            <p:spPr>
              <a:xfrm>
                <a:off x="8238963" y="690499"/>
                <a:ext cx="1150287" cy="84784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9013">
                    <a:moveTo>
                      <a:pt x="0" y="45700"/>
                    </a:moveTo>
                    <a:lnTo>
                      <a:pt x="2875" y="45764"/>
                    </a:lnTo>
                    <a:lnTo>
                      <a:pt x="5751" y="45440"/>
                    </a:lnTo>
                    <a:lnTo>
                      <a:pt x="8626" y="44496"/>
                    </a:lnTo>
                    <a:lnTo>
                      <a:pt x="11501" y="42732"/>
                    </a:lnTo>
                    <a:lnTo>
                      <a:pt x="14377" y="40046"/>
                    </a:lnTo>
                    <a:lnTo>
                      <a:pt x="17252" y="36500"/>
                    </a:lnTo>
                    <a:lnTo>
                      <a:pt x="20128" y="32363"/>
                    </a:lnTo>
                    <a:lnTo>
                      <a:pt x="23003" y="28107"/>
                    </a:lnTo>
                    <a:lnTo>
                      <a:pt x="25878" y="24341"/>
                    </a:lnTo>
                    <a:lnTo>
                      <a:pt x="28754" y="21701"/>
                    </a:lnTo>
                    <a:lnTo>
                      <a:pt x="31629" y="20709"/>
                    </a:lnTo>
                    <a:lnTo>
                      <a:pt x="34504" y="21649"/>
                    </a:lnTo>
                    <a:lnTo>
                      <a:pt x="37380" y="24496"/>
                    </a:lnTo>
                    <a:lnTo>
                      <a:pt x="40255" y="28915"/>
                    </a:lnTo>
                    <a:lnTo>
                      <a:pt x="43130" y="34330"/>
                    </a:lnTo>
                    <a:lnTo>
                      <a:pt x="46006" y="40010"/>
                    </a:lnTo>
                    <a:lnTo>
                      <a:pt x="48881" y="45163"/>
                    </a:lnTo>
                    <a:lnTo>
                      <a:pt x="51756" y="48974"/>
                    </a:lnTo>
                    <a:lnTo>
                      <a:pt x="54632" y="50633"/>
                    </a:lnTo>
                    <a:lnTo>
                      <a:pt x="57507" y="49394"/>
                    </a:lnTo>
                    <a:lnTo>
                      <a:pt x="60383" y="44741"/>
                    </a:lnTo>
                    <a:lnTo>
                      <a:pt x="63258" y="36681"/>
                    </a:lnTo>
                    <a:lnTo>
                      <a:pt x="66133" y="26055"/>
                    </a:lnTo>
                    <a:lnTo>
                      <a:pt x="69009" y="14690"/>
                    </a:lnTo>
                    <a:lnTo>
                      <a:pt x="71884" y="5137"/>
                    </a:lnTo>
                    <a:lnTo>
                      <a:pt x="74759" y="0"/>
                    </a:lnTo>
                    <a:lnTo>
                      <a:pt x="77635" y="1037"/>
                    </a:lnTo>
                    <a:lnTo>
                      <a:pt x="80510" y="8491"/>
                    </a:lnTo>
                    <a:lnTo>
                      <a:pt x="83385" y="20988"/>
                    </a:lnTo>
                    <a:lnTo>
                      <a:pt x="86261" y="36078"/>
                    </a:lnTo>
                    <a:lnTo>
                      <a:pt x="89136" y="51120"/>
                    </a:lnTo>
                    <a:lnTo>
                      <a:pt x="92011" y="64085"/>
                    </a:lnTo>
                    <a:lnTo>
                      <a:pt x="94887" y="73952"/>
                    </a:lnTo>
                    <a:lnTo>
                      <a:pt x="97762" y="80647"/>
                    </a:lnTo>
                    <a:lnTo>
                      <a:pt x="100638" y="84703"/>
                    </a:lnTo>
                    <a:lnTo>
                      <a:pt x="103513" y="86875"/>
                    </a:lnTo>
                    <a:lnTo>
                      <a:pt x="106388" y="87871"/>
                    </a:lnTo>
                    <a:lnTo>
                      <a:pt x="109264" y="88235"/>
                    </a:lnTo>
                    <a:lnTo>
                      <a:pt x="112139" y="88335"/>
                    </a:lnTo>
                    <a:lnTo>
                      <a:pt x="115014" y="88407"/>
                    </a:lnTo>
                    <a:lnTo>
                      <a:pt x="117890" y="88601"/>
                    </a:lnTo>
                    <a:lnTo>
                      <a:pt x="120765" y="8901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0" name="Surface grid line"/>
              <p:cNvSpPr/>
              <p:nvPr/>
            </p:nvSpPr>
            <p:spPr>
              <a:xfrm>
                <a:off x="8261695" y="745513"/>
                <a:ext cx="1150287" cy="78009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1900">
                    <a:moveTo>
                      <a:pt x="0" y="38665"/>
                    </a:moveTo>
                    <a:lnTo>
                      <a:pt x="2875" y="38727"/>
                    </a:lnTo>
                    <a:lnTo>
                      <a:pt x="5751" y="38311"/>
                    </a:lnTo>
                    <a:lnTo>
                      <a:pt x="8626" y="37160"/>
                    </a:lnTo>
                    <a:lnTo>
                      <a:pt x="11501" y="35057"/>
                    </a:lnTo>
                    <a:lnTo>
                      <a:pt x="14377" y="31897"/>
                    </a:lnTo>
                    <a:lnTo>
                      <a:pt x="17252" y="27762"/>
                    </a:lnTo>
                    <a:lnTo>
                      <a:pt x="20128" y="22962"/>
                    </a:lnTo>
                    <a:lnTo>
                      <a:pt x="23003" y="18026"/>
                    </a:lnTo>
                    <a:lnTo>
                      <a:pt x="25878" y="13639"/>
                    </a:lnTo>
                    <a:lnTo>
                      <a:pt x="28754" y="10508"/>
                    </a:lnTo>
                    <a:lnTo>
                      <a:pt x="31629" y="9215"/>
                    </a:lnTo>
                    <a:lnTo>
                      <a:pt x="34504" y="10079"/>
                    </a:lnTo>
                    <a:lnTo>
                      <a:pt x="37380" y="13078"/>
                    </a:lnTo>
                    <a:lnTo>
                      <a:pt x="40255" y="17852"/>
                    </a:lnTo>
                    <a:lnTo>
                      <a:pt x="43130" y="23777"/>
                    </a:lnTo>
                    <a:lnTo>
                      <a:pt x="46006" y="30074"/>
                    </a:lnTo>
                    <a:lnTo>
                      <a:pt x="48881" y="35907"/>
                    </a:lnTo>
                    <a:lnTo>
                      <a:pt x="51756" y="40447"/>
                    </a:lnTo>
                    <a:lnTo>
                      <a:pt x="54632" y="42902"/>
                    </a:lnTo>
                    <a:lnTo>
                      <a:pt x="57507" y="42568"/>
                    </a:lnTo>
                    <a:lnTo>
                      <a:pt x="60383" y="38978"/>
                    </a:lnTo>
                    <a:lnTo>
                      <a:pt x="63258" y="32153"/>
                    </a:lnTo>
                    <a:lnTo>
                      <a:pt x="66133" y="22886"/>
                    </a:lnTo>
                    <a:lnTo>
                      <a:pt x="69009" y="12866"/>
                    </a:lnTo>
                    <a:lnTo>
                      <a:pt x="71884" y="4441"/>
                    </a:lnTo>
                    <a:lnTo>
                      <a:pt x="74759" y="0"/>
                    </a:lnTo>
                    <a:lnTo>
                      <a:pt x="77635" y="1154"/>
                    </a:lnTo>
                    <a:lnTo>
                      <a:pt x="80510" y="8125"/>
                    </a:lnTo>
                    <a:lnTo>
                      <a:pt x="83385" y="19657"/>
                    </a:lnTo>
                    <a:lnTo>
                      <a:pt x="86261" y="33510"/>
                    </a:lnTo>
                    <a:lnTo>
                      <a:pt x="89136" y="47271"/>
                    </a:lnTo>
                    <a:lnTo>
                      <a:pt x="92011" y="59092"/>
                    </a:lnTo>
                    <a:lnTo>
                      <a:pt x="94887" y="68050"/>
                    </a:lnTo>
                    <a:lnTo>
                      <a:pt x="97762" y="74089"/>
                    </a:lnTo>
                    <a:lnTo>
                      <a:pt x="100638" y="77711"/>
                    </a:lnTo>
                    <a:lnTo>
                      <a:pt x="103513" y="79620"/>
                    </a:lnTo>
                    <a:lnTo>
                      <a:pt x="106388" y="80478"/>
                    </a:lnTo>
                    <a:lnTo>
                      <a:pt x="109264" y="80793"/>
                    </a:lnTo>
                    <a:lnTo>
                      <a:pt x="112139" y="80911"/>
                    </a:lnTo>
                    <a:lnTo>
                      <a:pt x="115014" y="81052"/>
                    </a:lnTo>
                    <a:lnTo>
                      <a:pt x="117890" y="81353"/>
                    </a:lnTo>
                    <a:lnTo>
                      <a:pt x="120765" y="8190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1" name="Surface grid line"/>
              <p:cNvSpPr/>
              <p:nvPr/>
            </p:nvSpPr>
            <p:spPr>
              <a:xfrm>
                <a:off x="8284426" y="789386"/>
                <a:ext cx="1150287" cy="72418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6030">
                    <a:moveTo>
                      <a:pt x="0" y="32935"/>
                    </a:moveTo>
                    <a:lnTo>
                      <a:pt x="2875" y="33025"/>
                    </a:lnTo>
                    <a:lnTo>
                      <a:pt x="5751" y="32561"/>
                    </a:lnTo>
                    <a:lnTo>
                      <a:pt x="8626" y="31265"/>
                    </a:lnTo>
                    <a:lnTo>
                      <a:pt x="11501" y="28906"/>
                    </a:lnTo>
                    <a:lnTo>
                      <a:pt x="14377" y="25381"/>
                    </a:lnTo>
                    <a:lnTo>
                      <a:pt x="17252" y="20784"/>
                    </a:lnTo>
                    <a:lnTo>
                      <a:pt x="20128" y="15457"/>
                    </a:lnTo>
                    <a:lnTo>
                      <a:pt x="23003" y="9979"/>
                    </a:lnTo>
                    <a:lnTo>
                      <a:pt x="25878" y="5089"/>
                    </a:lnTo>
                    <a:lnTo>
                      <a:pt x="28754" y="1553"/>
                    </a:lnTo>
                    <a:lnTo>
                      <a:pt x="31629" y="0"/>
                    </a:lnTo>
                    <a:lnTo>
                      <a:pt x="34504" y="778"/>
                    </a:lnTo>
                    <a:lnTo>
                      <a:pt x="37380" y="3871"/>
                    </a:lnTo>
                    <a:lnTo>
                      <a:pt x="40255" y="8901"/>
                    </a:lnTo>
                    <a:lnTo>
                      <a:pt x="43130" y="15213"/>
                    </a:lnTo>
                    <a:lnTo>
                      <a:pt x="46006" y="21994"/>
                    </a:lnTo>
                    <a:lnTo>
                      <a:pt x="48881" y="28387"/>
                    </a:lnTo>
                    <a:lnTo>
                      <a:pt x="51756" y="33566"/>
                    </a:lnTo>
                    <a:lnTo>
                      <a:pt x="54632" y="36770"/>
                    </a:lnTo>
                    <a:lnTo>
                      <a:pt x="57507" y="37354"/>
                    </a:lnTo>
                    <a:lnTo>
                      <a:pt x="60383" y="34905"/>
                    </a:lnTo>
                    <a:lnTo>
                      <a:pt x="63258" y="29459"/>
                    </a:lnTo>
                    <a:lnTo>
                      <a:pt x="66133" y="21745"/>
                    </a:lnTo>
                    <a:lnTo>
                      <a:pt x="69009" y="13280"/>
                    </a:lnTo>
                    <a:lnTo>
                      <a:pt x="71884" y="6163"/>
                    </a:lnTo>
                    <a:lnTo>
                      <a:pt x="74759" y="2521"/>
                    </a:lnTo>
                    <a:lnTo>
                      <a:pt x="77635" y="3787"/>
                    </a:lnTo>
                    <a:lnTo>
                      <a:pt x="80510" y="10158"/>
                    </a:lnTo>
                    <a:lnTo>
                      <a:pt x="83385" y="20520"/>
                    </a:lnTo>
                    <a:lnTo>
                      <a:pt x="86261" y="32885"/>
                    </a:lnTo>
                    <a:lnTo>
                      <a:pt x="89136" y="45118"/>
                    </a:lnTo>
                    <a:lnTo>
                      <a:pt x="92011" y="55586"/>
                    </a:lnTo>
                    <a:lnTo>
                      <a:pt x="94887" y="63481"/>
                    </a:lnTo>
                    <a:lnTo>
                      <a:pt x="97762" y="68767"/>
                    </a:lnTo>
                    <a:lnTo>
                      <a:pt x="100638" y="71904"/>
                    </a:lnTo>
                    <a:lnTo>
                      <a:pt x="103513" y="73533"/>
                    </a:lnTo>
                    <a:lnTo>
                      <a:pt x="106388" y="74257"/>
                    </a:lnTo>
                    <a:lnTo>
                      <a:pt x="109264" y="74538"/>
                    </a:lnTo>
                    <a:lnTo>
                      <a:pt x="112139" y="74691"/>
                    </a:lnTo>
                    <a:lnTo>
                      <a:pt x="115014" y="74917"/>
                    </a:lnTo>
                    <a:lnTo>
                      <a:pt x="117890" y="75340"/>
                    </a:lnTo>
                    <a:lnTo>
                      <a:pt x="120765" y="760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2" name="Surface grid line"/>
              <p:cNvSpPr/>
              <p:nvPr/>
            </p:nvSpPr>
            <p:spPr>
              <a:xfrm>
                <a:off x="8307158" y="758348"/>
                <a:ext cx="1150287" cy="74392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103">
                    <a:moveTo>
                      <a:pt x="0" y="35207"/>
                    </a:moveTo>
                    <a:lnTo>
                      <a:pt x="2875" y="35358"/>
                    </a:lnTo>
                    <a:lnTo>
                      <a:pt x="5751" y="34896"/>
                    </a:lnTo>
                    <a:lnTo>
                      <a:pt x="8626" y="33528"/>
                    </a:lnTo>
                    <a:lnTo>
                      <a:pt x="11501" y="31016"/>
                    </a:lnTo>
                    <a:lnTo>
                      <a:pt x="14377" y="27256"/>
                    </a:lnTo>
                    <a:lnTo>
                      <a:pt x="17252" y="22355"/>
                    </a:lnTo>
                    <a:lnTo>
                      <a:pt x="20128" y="16674"/>
                    </a:lnTo>
                    <a:lnTo>
                      <a:pt x="23003" y="10825"/>
                    </a:lnTo>
                    <a:lnTo>
                      <a:pt x="25878" y="5584"/>
                    </a:lnTo>
                    <a:lnTo>
                      <a:pt x="28754" y="1756"/>
                    </a:lnTo>
                    <a:lnTo>
                      <a:pt x="31629" y="0"/>
                    </a:lnTo>
                    <a:lnTo>
                      <a:pt x="34504" y="686"/>
                    </a:lnTo>
                    <a:lnTo>
                      <a:pt x="37380" y="3803"/>
                    </a:lnTo>
                    <a:lnTo>
                      <a:pt x="40255" y="8969"/>
                    </a:lnTo>
                    <a:lnTo>
                      <a:pt x="43130" y="15516"/>
                    </a:lnTo>
                    <a:lnTo>
                      <a:pt x="46006" y="22615"/>
                    </a:lnTo>
                    <a:lnTo>
                      <a:pt x="48881" y="29410"/>
                    </a:lnTo>
                    <a:lnTo>
                      <a:pt x="51756" y="35093"/>
                    </a:lnTo>
                    <a:lnTo>
                      <a:pt x="54632" y="38950"/>
                    </a:lnTo>
                    <a:lnTo>
                      <a:pt x="57507" y="40401"/>
                    </a:lnTo>
                    <a:lnTo>
                      <a:pt x="60383" y="39093"/>
                    </a:lnTo>
                    <a:lnTo>
                      <a:pt x="63258" y="35076"/>
                    </a:lnTo>
                    <a:lnTo>
                      <a:pt x="66133" y="28998"/>
                    </a:lnTo>
                    <a:lnTo>
                      <a:pt x="69009" y="22185"/>
                    </a:lnTo>
                    <a:lnTo>
                      <a:pt x="71884" y="16461"/>
                    </a:lnTo>
                    <a:lnTo>
                      <a:pt x="74759" y="13662"/>
                    </a:lnTo>
                    <a:lnTo>
                      <a:pt x="77635" y="15026"/>
                    </a:lnTo>
                    <a:lnTo>
                      <a:pt x="80510" y="20723"/>
                    </a:lnTo>
                    <a:lnTo>
                      <a:pt x="83385" y="29793"/>
                    </a:lnTo>
                    <a:lnTo>
                      <a:pt x="86261" y="40527"/>
                    </a:lnTo>
                    <a:lnTo>
                      <a:pt x="89136" y="51091"/>
                    </a:lnTo>
                    <a:lnTo>
                      <a:pt x="92011" y="60090"/>
                    </a:lnTo>
                    <a:lnTo>
                      <a:pt x="94887" y="66840"/>
                    </a:lnTo>
                    <a:lnTo>
                      <a:pt x="97762" y="71324"/>
                    </a:lnTo>
                    <a:lnTo>
                      <a:pt x="100638" y="73957"/>
                    </a:lnTo>
                    <a:lnTo>
                      <a:pt x="103513" y="75307"/>
                    </a:lnTo>
                    <a:lnTo>
                      <a:pt x="106388" y="75908"/>
                    </a:lnTo>
                    <a:lnTo>
                      <a:pt x="109264" y="76171"/>
                    </a:lnTo>
                    <a:lnTo>
                      <a:pt x="112139" y="76378"/>
                    </a:lnTo>
                    <a:lnTo>
                      <a:pt x="115014" y="76706"/>
                    </a:lnTo>
                    <a:lnTo>
                      <a:pt x="117890" y="77262"/>
                    </a:lnTo>
                    <a:lnTo>
                      <a:pt x="120765" y="7810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3" name="Surface grid line"/>
              <p:cNvSpPr/>
              <p:nvPr/>
            </p:nvSpPr>
            <p:spPr>
              <a:xfrm>
                <a:off x="8329890" y="741484"/>
                <a:ext cx="1150287" cy="75022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764">
                    <a:moveTo>
                      <a:pt x="0" y="36124"/>
                    </a:moveTo>
                    <a:lnTo>
                      <a:pt x="2875" y="36370"/>
                    </a:lnTo>
                    <a:lnTo>
                      <a:pt x="5751" y="35962"/>
                    </a:lnTo>
                    <a:lnTo>
                      <a:pt x="8626" y="34602"/>
                    </a:lnTo>
                    <a:lnTo>
                      <a:pt x="11501" y="32048"/>
                    </a:lnTo>
                    <a:lnTo>
                      <a:pt x="14377" y="28200"/>
                    </a:lnTo>
                    <a:lnTo>
                      <a:pt x="17252" y="23168"/>
                    </a:lnTo>
                    <a:lnTo>
                      <a:pt x="20128" y="17328"/>
                    </a:lnTo>
                    <a:lnTo>
                      <a:pt x="23003" y="11303"/>
                    </a:lnTo>
                    <a:lnTo>
                      <a:pt x="25878" y="5884"/>
                    </a:lnTo>
                    <a:lnTo>
                      <a:pt x="28754" y="1891"/>
                    </a:lnTo>
                    <a:lnTo>
                      <a:pt x="31629" y="0"/>
                    </a:lnTo>
                    <a:lnTo>
                      <a:pt x="34504" y="590"/>
                    </a:lnTo>
                    <a:lnTo>
                      <a:pt x="37380" y="3659"/>
                    </a:lnTo>
                    <a:lnTo>
                      <a:pt x="40255" y="8831"/>
                    </a:lnTo>
                    <a:lnTo>
                      <a:pt x="43130" y="15441"/>
                    </a:lnTo>
                    <a:lnTo>
                      <a:pt x="46006" y="22672"/>
                    </a:lnTo>
                    <a:lnTo>
                      <a:pt x="48881" y="29684"/>
                    </a:lnTo>
                    <a:lnTo>
                      <a:pt x="51756" y="35705"/>
                    </a:lnTo>
                    <a:lnTo>
                      <a:pt x="54632" y="40079"/>
                    </a:lnTo>
                    <a:lnTo>
                      <a:pt x="57507" y="42295"/>
                    </a:lnTo>
                    <a:lnTo>
                      <a:pt x="60383" y="42057"/>
                    </a:lnTo>
                    <a:lnTo>
                      <a:pt x="63258" y="39425"/>
                    </a:lnTo>
                    <a:lnTo>
                      <a:pt x="66133" y="34961"/>
                    </a:lnTo>
                    <a:lnTo>
                      <a:pt x="69009" y="29792"/>
                    </a:lnTo>
                    <a:lnTo>
                      <a:pt x="71884" y="25453"/>
                    </a:lnTo>
                    <a:lnTo>
                      <a:pt x="74759" y="23485"/>
                    </a:lnTo>
                    <a:lnTo>
                      <a:pt x="77635" y="24925"/>
                    </a:lnTo>
                    <a:lnTo>
                      <a:pt x="80510" y="29915"/>
                    </a:lnTo>
                    <a:lnTo>
                      <a:pt x="83385" y="37653"/>
                    </a:lnTo>
                    <a:lnTo>
                      <a:pt x="86261" y="46716"/>
                    </a:lnTo>
                    <a:lnTo>
                      <a:pt x="89136" y="55578"/>
                    </a:lnTo>
                    <a:lnTo>
                      <a:pt x="92011" y="63083"/>
                    </a:lnTo>
                    <a:lnTo>
                      <a:pt x="94887" y="68676"/>
                    </a:lnTo>
                    <a:lnTo>
                      <a:pt x="97762" y="72360"/>
                    </a:lnTo>
                    <a:lnTo>
                      <a:pt x="100638" y="74499"/>
                    </a:lnTo>
                    <a:lnTo>
                      <a:pt x="103513" y="75586"/>
                    </a:lnTo>
                    <a:lnTo>
                      <a:pt x="106388" y="76084"/>
                    </a:lnTo>
                    <a:lnTo>
                      <a:pt x="109264" y="76350"/>
                    </a:lnTo>
                    <a:lnTo>
                      <a:pt x="112139" y="76628"/>
                    </a:lnTo>
                    <a:lnTo>
                      <a:pt x="115014" y="77073"/>
                    </a:lnTo>
                    <a:lnTo>
                      <a:pt x="117890" y="77771"/>
                    </a:lnTo>
                    <a:lnTo>
                      <a:pt x="120765" y="7876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4" name="Surface grid line"/>
              <p:cNvSpPr/>
              <p:nvPr/>
            </p:nvSpPr>
            <p:spPr>
              <a:xfrm>
                <a:off x="8352622" y="738953"/>
                <a:ext cx="1150287" cy="74291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7997">
                    <a:moveTo>
                      <a:pt x="0" y="35662"/>
                    </a:moveTo>
                    <a:lnTo>
                      <a:pt x="2875" y="36033"/>
                    </a:lnTo>
                    <a:lnTo>
                      <a:pt x="5751" y="35730"/>
                    </a:lnTo>
                    <a:lnTo>
                      <a:pt x="8626" y="34455"/>
                    </a:lnTo>
                    <a:lnTo>
                      <a:pt x="11501" y="31972"/>
                    </a:lnTo>
                    <a:lnTo>
                      <a:pt x="14377" y="28182"/>
                    </a:lnTo>
                    <a:lnTo>
                      <a:pt x="17252" y="23199"/>
                    </a:lnTo>
                    <a:lnTo>
                      <a:pt x="20128" y="17397"/>
                    </a:lnTo>
                    <a:lnTo>
                      <a:pt x="23003" y="11394"/>
                    </a:lnTo>
                    <a:lnTo>
                      <a:pt x="25878" y="5976"/>
                    </a:lnTo>
                    <a:lnTo>
                      <a:pt x="28754" y="1954"/>
                    </a:lnTo>
                    <a:lnTo>
                      <a:pt x="31629" y="0"/>
                    </a:lnTo>
                    <a:lnTo>
                      <a:pt x="34504" y="494"/>
                    </a:lnTo>
                    <a:lnTo>
                      <a:pt x="37380" y="3445"/>
                    </a:lnTo>
                    <a:lnTo>
                      <a:pt x="40255" y="8492"/>
                    </a:lnTo>
                    <a:lnTo>
                      <a:pt x="43130" y="14994"/>
                    </a:lnTo>
                    <a:lnTo>
                      <a:pt x="46006" y="22163"/>
                    </a:lnTo>
                    <a:lnTo>
                      <a:pt x="48881" y="29198"/>
                    </a:lnTo>
                    <a:lnTo>
                      <a:pt x="51756" y="35378"/>
                    </a:lnTo>
                    <a:lnTo>
                      <a:pt x="54632" y="40108"/>
                    </a:lnTo>
                    <a:lnTo>
                      <a:pt x="57507" y="42946"/>
                    </a:lnTo>
                    <a:lnTo>
                      <a:pt x="60383" y="43652"/>
                    </a:lnTo>
                    <a:lnTo>
                      <a:pt x="63258" y="42287"/>
                    </a:lnTo>
                    <a:lnTo>
                      <a:pt x="66133" y="39325"/>
                    </a:lnTo>
                    <a:lnTo>
                      <a:pt x="69009" y="35697"/>
                    </a:lnTo>
                    <a:lnTo>
                      <a:pt x="71884" y="32657"/>
                    </a:lnTo>
                    <a:lnTo>
                      <a:pt x="74759" y="31460"/>
                    </a:lnTo>
                    <a:lnTo>
                      <a:pt x="77635" y="32948"/>
                    </a:lnTo>
                    <a:lnTo>
                      <a:pt x="80510" y="37235"/>
                    </a:lnTo>
                    <a:lnTo>
                      <a:pt x="83385" y="43675"/>
                    </a:lnTo>
                    <a:lnTo>
                      <a:pt x="86261" y="51117"/>
                    </a:lnTo>
                    <a:lnTo>
                      <a:pt x="89136" y="58335"/>
                    </a:lnTo>
                    <a:lnTo>
                      <a:pt x="92011" y="64404"/>
                    </a:lnTo>
                    <a:lnTo>
                      <a:pt x="94887" y="68891"/>
                    </a:lnTo>
                    <a:lnTo>
                      <a:pt x="97762" y="71817"/>
                    </a:lnTo>
                    <a:lnTo>
                      <a:pt x="100638" y="73498"/>
                    </a:lnTo>
                    <a:lnTo>
                      <a:pt x="103513" y="74353"/>
                    </a:lnTo>
                    <a:lnTo>
                      <a:pt x="106388" y="74774"/>
                    </a:lnTo>
                    <a:lnTo>
                      <a:pt x="109264" y="75065"/>
                    </a:lnTo>
                    <a:lnTo>
                      <a:pt x="112139" y="75432"/>
                    </a:lnTo>
                    <a:lnTo>
                      <a:pt x="115014" y="76004"/>
                    </a:lnTo>
                    <a:lnTo>
                      <a:pt x="117890" y="76851"/>
                    </a:lnTo>
                    <a:lnTo>
                      <a:pt x="120765" y="7799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5" name="Surface grid line"/>
              <p:cNvSpPr/>
              <p:nvPr/>
            </p:nvSpPr>
            <p:spPr>
              <a:xfrm>
                <a:off x="8375354" y="749723"/>
                <a:ext cx="1150287" cy="72301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5907">
                    <a:moveTo>
                      <a:pt x="0" y="33915"/>
                    </a:moveTo>
                    <a:lnTo>
                      <a:pt x="2875" y="34435"/>
                    </a:lnTo>
                    <a:lnTo>
                      <a:pt x="5751" y="34280"/>
                    </a:lnTo>
                    <a:lnTo>
                      <a:pt x="8626" y="33161"/>
                    </a:lnTo>
                    <a:lnTo>
                      <a:pt x="11501" y="30851"/>
                    </a:lnTo>
                    <a:lnTo>
                      <a:pt x="14377" y="27255"/>
                    </a:lnTo>
                    <a:lnTo>
                      <a:pt x="17252" y="22487"/>
                    </a:lnTo>
                    <a:lnTo>
                      <a:pt x="20128" y="16909"/>
                    </a:lnTo>
                    <a:lnTo>
                      <a:pt x="23003" y="11116"/>
                    </a:lnTo>
                    <a:lnTo>
                      <a:pt x="25878" y="5868"/>
                    </a:lnTo>
                    <a:lnTo>
                      <a:pt x="28754" y="1946"/>
                    </a:lnTo>
                    <a:lnTo>
                      <a:pt x="31629" y="0"/>
                    </a:lnTo>
                    <a:lnTo>
                      <a:pt x="34504" y="403"/>
                    </a:lnTo>
                    <a:lnTo>
                      <a:pt x="37380" y="3173"/>
                    </a:lnTo>
                    <a:lnTo>
                      <a:pt x="40255" y="7976"/>
                    </a:lnTo>
                    <a:lnTo>
                      <a:pt x="43130" y="14210"/>
                    </a:lnTo>
                    <a:lnTo>
                      <a:pt x="46006" y="21138"/>
                    </a:lnTo>
                    <a:lnTo>
                      <a:pt x="48881" y="28012"/>
                    </a:lnTo>
                    <a:lnTo>
                      <a:pt x="51756" y="34172"/>
                    </a:lnTo>
                    <a:lnTo>
                      <a:pt x="54632" y="39090"/>
                    </a:lnTo>
                    <a:lnTo>
                      <a:pt x="57507" y="42388"/>
                    </a:lnTo>
                    <a:lnTo>
                      <a:pt x="60383" y="43873"/>
                    </a:lnTo>
                    <a:lnTo>
                      <a:pt x="63258" y="43603"/>
                    </a:lnTo>
                    <a:lnTo>
                      <a:pt x="66133" y="41966"/>
                    </a:lnTo>
                    <a:lnTo>
                      <a:pt x="69009" y="39706"/>
                    </a:lnTo>
                    <a:lnTo>
                      <a:pt x="71884" y="37819"/>
                    </a:lnTo>
                    <a:lnTo>
                      <a:pt x="74759" y="37296"/>
                    </a:lnTo>
                    <a:lnTo>
                      <a:pt x="77635" y="38798"/>
                    </a:lnTo>
                    <a:lnTo>
                      <a:pt x="80510" y="42418"/>
                    </a:lnTo>
                    <a:lnTo>
                      <a:pt x="83385" y="47650"/>
                    </a:lnTo>
                    <a:lnTo>
                      <a:pt x="86261" y="53594"/>
                    </a:lnTo>
                    <a:lnTo>
                      <a:pt x="89136" y="59299"/>
                    </a:lnTo>
                    <a:lnTo>
                      <a:pt x="92011" y="64052"/>
                    </a:lnTo>
                    <a:lnTo>
                      <a:pt x="94887" y="67532"/>
                    </a:lnTo>
                    <a:lnTo>
                      <a:pt x="97762" y="69776"/>
                    </a:lnTo>
                    <a:lnTo>
                      <a:pt x="100638" y="71055"/>
                    </a:lnTo>
                    <a:lnTo>
                      <a:pt x="103513" y="71718"/>
                    </a:lnTo>
                    <a:lnTo>
                      <a:pt x="106388" y="72093"/>
                    </a:lnTo>
                    <a:lnTo>
                      <a:pt x="109264" y="72431"/>
                    </a:lnTo>
                    <a:lnTo>
                      <a:pt x="112139" y="72904"/>
                    </a:lnTo>
                    <a:lnTo>
                      <a:pt x="115014" y="73614"/>
                    </a:lnTo>
                    <a:lnTo>
                      <a:pt x="117890" y="74611"/>
                    </a:lnTo>
                    <a:lnTo>
                      <a:pt x="120765" y="7590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6" name="Surface grid line"/>
              <p:cNvSpPr/>
              <p:nvPr/>
            </p:nvSpPr>
            <p:spPr>
              <a:xfrm>
                <a:off x="8398086" y="771711"/>
                <a:ext cx="1150287" cy="69256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2711">
                    <a:moveTo>
                      <a:pt x="0" y="31082"/>
                    </a:moveTo>
                    <a:lnTo>
                      <a:pt x="2875" y="31767"/>
                    </a:lnTo>
                    <a:lnTo>
                      <a:pt x="5751" y="31793"/>
                    </a:lnTo>
                    <a:lnTo>
                      <a:pt x="8626" y="30886"/>
                    </a:lnTo>
                    <a:lnTo>
                      <a:pt x="11501" y="28831"/>
                    </a:lnTo>
                    <a:lnTo>
                      <a:pt x="14377" y="25543"/>
                    </a:lnTo>
                    <a:lnTo>
                      <a:pt x="17252" y="21130"/>
                    </a:lnTo>
                    <a:lnTo>
                      <a:pt x="20128" y="15933"/>
                    </a:lnTo>
                    <a:lnTo>
                      <a:pt x="23003" y="10513"/>
                    </a:lnTo>
                    <a:lnTo>
                      <a:pt x="25878" y="5581"/>
                    </a:lnTo>
                    <a:lnTo>
                      <a:pt x="28754" y="1872"/>
                    </a:lnTo>
                    <a:lnTo>
                      <a:pt x="31629" y="0"/>
                    </a:lnTo>
                    <a:lnTo>
                      <a:pt x="34504" y="321"/>
                    </a:lnTo>
                    <a:lnTo>
                      <a:pt x="37380" y="2861"/>
                    </a:lnTo>
                    <a:lnTo>
                      <a:pt x="40255" y="7322"/>
                    </a:lnTo>
                    <a:lnTo>
                      <a:pt x="43130" y="13157"/>
                    </a:lnTo>
                    <a:lnTo>
                      <a:pt x="46006" y="19690"/>
                    </a:lnTo>
                    <a:lnTo>
                      <a:pt x="48881" y="26244"/>
                    </a:lnTo>
                    <a:lnTo>
                      <a:pt x="51756" y="32226"/>
                    </a:lnTo>
                    <a:lnTo>
                      <a:pt x="54632" y="37172"/>
                    </a:lnTo>
                    <a:lnTo>
                      <a:pt x="57507" y="40763"/>
                    </a:lnTo>
                    <a:lnTo>
                      <a:pt x="60383" y="42846"/>
                    </a:lnTo>
                    <a:lnTo>
                      <a:pt x="63258" y="43470"/>
                    </a:lnTo>
                    <a:lnTo>
                      <a:pt x="66133" y="42940"/>
                    </a:lnTo>
                    <a:lnTo>
                      <a:pt x="69009" y="41835"/>
                    </a:lnTo>
                    <a:lnTo>
                      <a:pt x="71884" y="40918"/>
                    </a:lnTo>
                    <a:lnTo>
                      <a:pt x="74759" y="40948"/>
                    </a:lnTo>
                    <a:lnTo>
                      <a:pt x="77635" y="42431"/>
                    </a:lnTo>
                    <a:lnTo>
                      <a:pt x="80510" y="45439"/>
                    </a:lnTo>
                    <a:lnTo>
                      <a:pt x="83385" y="49590"/>
                    </a:lnTo>
                    <a:lnTo>
                      <a:pt x="86261" y="54208"/>
                    </a:lnTo>
                    <a:lnTo>
                      <a:pt x="89136" y="58579"/>
                    </a:lnTo>
                    <a:lnTo>
                      <a:pt x="92011" y="62178"/>
                    </a:lnTo>
                    <a:lnTo>
                      <a:pt x="94887" y="64781"/>
                    </a:lnTo>
                    <a:lnTo>
                      <a:pt x="97762" y="66441"/>
                    </a:lnTo>
                    <a:lnTo>
                      <a:pt x="100638" y="67386"/>
                    </a:lnTo>
                    <a:lnTo>
                      <a:pt x="103513" y="67906"/>
                    </a:lnTo>
                    <a:lnTo>
                      <a:pt x="106388" y="68267"/>
                    </a:lnTo>
                    <a:lnTo>
                      <a:pt x="109264" y="68675"/>
                    </a:lnTo>
                    <a:lnTo>
                      <a:pt x="112139" y="69267"/>
                    </a:lnTo>
                    <a:lnTo>
                      <a:pt x="115014" y="70121"/>
                    </a:lnTo>
                    <a:lnTo>
                      <a:pt x="117890" y="71271"/>
                    </a:lnTo>
                    <a:lnTo>
                      <a:pt x="120765" y="7271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7" name="Surface grid line"/>
              <p:cNvSpPr/>
              <p:nvPr/>
            </p:nvSpPr>
            <p:spPr>
              <a:xfrm>
                <a:off x="8420818" y="802060"/>
                <a:ext cx="1150287" cy="65437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8701">
                    <a:moveTo>
                      <a:pt x="0" y="27441"/>
                    </a:moveTo>
                    <a:lnTo>
                      <a:pt x="2875" y="28296"/>
                    </a:lnTo>
                    <a:lnTo>
                      <a:pt x="5751" y="28521"/>
                    </a:lnTo>
                    <a:lnTo>
                      <a:pt x="8626" y="27862"/>
                    </a:lnTo>
                    <a:lnTo>
                      <a:pt x="11501" y="26122"/>
                    </a:lnTo>
                    <a:lnTo>
                      <a:pt x="14377" y="23225"/>
                    </a:lnTo>
                    <a:lnTo>
                      <a:pt x="17252" y="19271"/>
                    </a:lnTo>
                    <a:lnTo>
                      <a:pt x="20128" y="14575"/>
                    </a:lnTo>
                    <a:lnTo>
                      <a:pt x="23003" y="9650"/>
                    </a:lnTo>
                    <a:lnTo>
                      <a:pt x="25878" y="5148"/>
                    </a:lnTo>
                    <a:lnTo>
                      <a:pt x="28754" y="1744"/>
                    </a:lnTo>
                    <a:lnTo>
                      <a:pt x="31629" y="0"/>
                    </a:lnTo>
                    <a:lnTo>
                      <a:pt x="34504" y="251"/>
                    </a:lnTo>
                    <a:lnTo>
                      <a:pt x="37380" y="2532"/>
                    </a:lnTo>
                    <a:lnTo>
                      <a:pt x="40255" y="6584"/>
                    </a:lnTo>
                    <a:lnTo>
                      <a:pt x="43130" y="11923"/>
                    </a:lnTo>
                    <a:lnTo>
                      <a:pt x="46006" y="17948"/>
                    </a:lnTo>
                    <a:lnTo>
                      <a:pt x="48881" y="24060"/>
                    </a:lnTo>
                    <a:lnTo>
                      <a:pt x="51756" y="29734"/>
                    </a:lnTo>
                    <a:lnTo>
                      <a:pt x="54632" y="34571"/>
                    </a:lnTo>
                    <a:lnTo>
                      <a:pt x="57507" y="38304"/>
                    </a:lnTo>
                    <a:lnTo>
                      <a:pt x="60383" y="40806"/>
                    </a:lnTo>
                    <a:lnTo>
                      <a:pt x="63258" y="42114"/>
                    </a:lnTo>
                    <a:lnTo>
                      <a:pt x="66133" y="42460"/>
                    </a:lnTo>
                    <a:lnTo>
                      <a:pt x="69009" y="42276"/>
                    </a:lnTo>
                    <a:lnTo>
                      <a:pt x="71884" y="42131"/>
                    </a:lnTo>
                    <a:lnTo>
                      <a:pt x="74759" y="42586"/>
                    </a:lnTo>
                    <a:lnTo>
                      <a:pt x="77635" y="44017"/>
                    </a:lnTo>
                    <a:lnTo>
                      <a:pt x="80510" y="46480"/>
                    </a:lnTo>
                    <a:lnTo>
                      <a:pt x="83385" y="49699"/>
                    </a:lnTo>
                    <a:lnTo>
                      <a:pt x="86261" y="53185"/>
                    </a:lnTo>
                    <a:lnTo>
                      <a:pt x="89136" y="56425"/>
                    </a:lnTo>
                    <a:lnTo>
                      <a:pt x="92011" y="59053"/>
                    </a:lnTo>
                    <a:lnTo>
                      <a:pt x="94887" y="60927"/>
                    </a:lnTo>
                    <a:lnTo>
                      <a:pt x="97762" y="62110"/>
                    </a:lnTo>
                    <a:lnTo>
                      <a:pt x="100638" y="62796"/>
                    </a:lnTo>
                    <a:lnTo>
                      <a:pt x="103513" y="63223"/>
                    </a:lnTo>
                    <a:lnTo>
                      <a:pt x="106388" y="63603"/>
                    </a:lnTo>
                    <a:lnTo>
                      <a:pt x="109264" y="64102"/>
                    </a:lnTo>
                    <a:lnTo>
                      <a:pt x="112139" y="64825"/>
                    </a:lnTo>
                    <a:lnTo>
                      <a:pt x="115014" y="65828"/>
                    </a:lnTo>
                    <a:lnTo>
                      <a:pt x="117890" y="67126"/>
                    </a:lnTo>
                    <a:lnTo>
                      <a:pt x="120765" y="687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8" name="Surface grid line"/>
              <p:cNvSpPr/>
              <p:nvPr/>
            </p:nvSpPr>
            <p:spPr>
              <a:xfrm>
                <a:off x="8443549" y="837505"/>
                <a:ext cx="1150287" cy="61163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4214">
                    <a:moveTo>
                      <a:pt x="0" y="23310"/>
                    </a:moveTo>
                    <a:lnTo>
                      <a:pt x="2875" y="24330"/>
                    </a:lnTo>
                    <a:lnTo>
                      <a:pt x="5751" y="24757"/>
                    </a:lnTo>
                    <a:lnTo>
                      <a:pt x="8626" y="24361"/>
                    </a:lnTo>
                    <a:lnTo>
                      <a:pt x="11501" y="22966"/>
                    </a:lnTo>
                    <a:lnTo>
                      <a:pt x="14377" y="20507"/>
                    </a:lnTo>
                    <a:lnTo>
                      <a:pt x="17252" y="17075"/>
                    </a:lnTo>
                    <a:lnTo>
                      <a:pt x="20128" y="12955"/>
                    </a:lnTo>
                    <a:lnTo>
                      <a:pt x="23003" y="8606"/>
                    </a:lnTo>
                    <a:lnTo>
                      <a:pt x="25878" y="4610"/>
                    </a:lnTo>
                    <a:lnTo>
                      <a:pt x="28754" y="1573"/>
                    </a:lnTo>
                    <a:lnTo>
                      <a:pt x="31629" y="0"/>
                    </a:lnTo>
                    <a:lnTo>
                      <a:pt x="34504" y="198"/>
                    </a:lnTo>
                    <a:lnTo>
                      <a:pt x="37380" y="2209"/>
                    </a:lnTo>
                    <a:lnTo>
                      <a:pt x="40255" y="5817"/>
                    </a:lnTo>
                    <a:lnTo>
                      <a:pt x="43130" y="10606"/>
                    </a:lnTo>
                    <a:lnTo>
                      <a:pt x="46006" y="16056"/>
                    </a:lnTo>
                    <a:lnTo>
                      <a:pt x="48881" y="21645"/>
                    </a:lnTo>
                    <a:lnTo>
                      <a:pt x="51756" y="26923"/>
                    </a:lnTo>
                    <a:lnTo>
                      <a:pt x="54632" y="31547"/>
                    </a:lnTo>
                    <a:lnTo>
                      <a:pt x="57507" y="35291"/>
                    </a:lnTo>
                    <a:lnTo>
                      <a:pt x="60383" y="38050"/>
                    </a:lnTo>
                    <a:lnTo>
                      <a:pt x="63258" y="39844"/>
                    </a:lnTo>
                    <a:lnTo>
                      <a:pt x="66133" y="40841"/>
                    </a:lnTo>
                    <a:lnTo>
                      <a:pt x="69009" y="41351"/>
                    </a:lnTo>
                    <a:lnTo>
                      <a:pt x="71884" y="41782"/>
                    </a:lnTo>
                    <a:lnTo>
                      <a:pt x="74759" y="42538"/>
                    </a:lnTo>
                    <a:lnTo>
                      <a:pt x="77635" y="43887"/>
                    </a:lnTo>
                    <a:lnTo>
                      <a:pt x="80510" y="45876"/>
                    </a:lnTo>
                    <a:lnTo>
                      <a:pt x="83385" y="48315"/>
                    </a:lnTo>
                    <a:lnTo>
                      <a:pt x="86261" y="50867"/>
                    </a:lnTo>
                    <a:lnTo>
                      <a:pt x="89136" y="53185"/>
                    </a:lnTo>
                    <a:lnTo>
                      <a:pt x="92011" y="55028"/>
                    </a:lnTo>
                    <a:lnTo>
                      <a:pt x="94887" y="56321"/>
                    </a:lnTo>
                    <a:lnTo>
                      <a:pt x="97762" y="57137"/>
                    </a:lnTo>
                    <a:lnTo>
                      <a:pt x="100638" y="57640"/>
                    </a:lnTo>
                    <a:lnTo>
                      <a:pt x="103513" y="58021"/>
                    </a:lnTo>
                    <a:lnTo>
                      <a:pt x="106388" y="58452"/>
                    </a:lnTo>
                    <a:lnTo>
                      <a:pt x="109264" y="59060"/>
                    </a:lnTo>
                    <a:lnTo>
                      <a:pt x="112139" y="59923"/>
                    </a:lnTo>
                    <a:lnTo>
                      <a:pt x="115014" y="61076"/>
                    </a:lnTo>
                    <a:lnTo>
                      <a:pt x="117890" y="62517"/>
                    </a:lnTo>
                    <a:lnTo>
                      <a:pt x="120765" y="6421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49" name="Surface grid line"/>
              <p:cNvSpPr/>
              <p:nvPr/>
            </p:nvSpPr>
            <p:spPr>
              <a:xfrm>
                <a:off x="8466281" y="874764"/>
                <a:ext cx="1150287" cy="56756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9587">
                    <a:moveTo>
                      <a:pt x="0" y="19008"/>
                    </a:moveTo>
                    <a:lnTo>
                      <a:pt x="2875" y="20176"/>
                    </a:lnTo>
                    <a:lnTo>
                      <a:pt x="5751" y="20793"/>
                    </a:lnTo>
                    <a:lnTo>
                      <a:pt x="8626" y="20654"/>
                    </a:lnTo>
                    <a:lnTo>
                      <a:pt x="11501" y="19608"/>
                    </a:lnTo>
                    <a:lnTo>
                      <a:pt x="14377" y="17599"/>
                    </a:lnTo>
                    <a:lnTo>
                      <a:pt x="17252" y="14712"/>
                    </a:lnTo>
                    <a:lnTo>
                      <a:pt x="20128" y="11197"/>
                    </a:lnTo>
                    <a:lnTo>
                      <a:pt x="23003" y="7459"/>
                    </a:lnTo>
                    <a:lnTo>
                      <a:pt x="25878" y="4008"/>
                    </a:lnTo>
                    <a:lnTo>
                      <a:pt x="28754" y="1373"/>
                    </a:lnTo>
                    <a:lnTo>
                      <a:pt x="31629" y="0"/>
                    </a:lnTo>
                    <a:lnTo>
                      <a:pt x="34504" y="165"/>
                    </a:lnTo>
                    <a:lnTo>
                      <a:pt x="37380" y="1915"/>
                    </a:lnTo>
                    <a:lnTo>
                      <a:pt x="40255" y="5078"/>
                    </a:lnTo>
                    <a:lnTo>
                      <a:pt x="43130" y="9304"/>
                    </a:lnTo>
                    <a:lnTo>
                      <a:pt x="46006" y="14156"/>
                    </a:lnTo>
                    <a:lnTo>
                      <a:pt x="48881" y="19190"/>
                    </a:lnTo>
                    <a:lnTo>
                      <a:pt x="51756" y="24023"/>
                    </a:lnTo>
                    <a:lnTo>
                      <a:pt x="54632" y="28363"/>
                    </a:lnTo>
                    <a:lnTo>
                      <a:pt x="57507" y="32020"/>
                    </a:lnTo>
                    <a:lnTo>
                      <a:pt x="60383" y="34899"/>
                    </a:lnTo>
                    <a:lnTo>
                      <a:pt x="63258" y="37007"/>
                    </a:lnTo>
                    <a:lnTo>
                      <a:pt x="66133" y="38452"/>
                    </a:lnTo>
                    <a:lnTo>
                      <a:pt x="69009" y="39449"/>
                    </a:lnTo>
                    <a:lnTo>
                      <a:pt x="71884" y="40277"/>
                    </a:lnTo>
                    <a:lnTo>
                      <a:pt x="74759" y="41218"/>
                    </a:lnTo>
                    <a:lnTo>
                      <a:pt x="77635" y="42462"/>
                    </a:lnTo>
                    <a:lnTo>
                      <a:pt x="80510" y="44045"/>
                    </a:lnTo>
                    <a:lnTo>
                      <a:pt x="83385" y="45849"/>
                    </a:lnTo>
                    <a:lnTo>
                      <a:pt x="86261" y="47656"/>
                    </a:lnTo>
                    <a:lnTo>
                      <a:pt x="89136" y="49247"/>
                    </a:lnTo>
                    <a:lnTo>
                      <a:pt x="92011" y="50481"/>
                    </a:lnTo>
                    <a:lnTo>
                      <a:pt x="94887" y="51334"/>
                    </a:lnTo>
                    <a:lnTo>
                      <a:pt x="97762" y="51885"/>
                    </a:lnTo>
                    <a:lnTo>
                      <a:pt x="100638" y="52274"/>
                    </a:lnTo>
                    <a:lnTo>
                      <a:pt x="103513" y="52657"/>
                    </a:lnTo>
                    <a:lnTo>
                      <a:pt x="106388" y="53166"/>
                    </a:lnTo>
                    <a:lnTo>
                      <a:pt x="109264" y="53898"/>
                    </a:lnTo>
                    <a:lnTo>
                      <a:pt x="112139" y="54906"/>
                    </a:lnTo>
                    <a:lnTo>
                      <a:pt x="115014" y="56207"/>
                    </a:lnTo>
                    <a:lnTo>
                      <a:pt x="117890" y="57782"/>
                    </a:lnTo>
                    <a:lnTo>
                      <a:pt x="120765" y="5958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0" name="Surface grid line"/>
              <p:cNvSpPr/>
              <p:nvPr/>
            </p:nvSpPr>
            <p:spPr>
              <a:xfrm>
                <a:off x="8489013" y="910888"/>
                <a:ext cx="1150287" cy="52502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5121">
                    <a:moveTo>
                      <a:pt x="0" y="14820"/>
                    </a:moveTo>
                    <a:lnTo>
                      <a:pt x="2875" y="16113"/>
                    </a:lnTo>
                    <a:lnTo>
                      <a:pt x="5751" y="16894"/>
                    </a:lnTo>
                    <a:lnTo>
                      <a:pt x="8626" y="16989"/>
                    </a:lnTo>
                    <a:lnTo>
                      <a:pt x="11501" y="16269"/>
                    </a:lnTo>
                    <a:lnTo>
                      <a:pt x="14377" y="14691"/>
                    </a:lnTo>
                    <a:lnTo>
                      <a:pt x="17252" y="12334"/>
                    </a:lnTo>
                    <a:lnTo>
                      <a:pt x="20128" y="9415"/>
                    </a:lnTo>
                    <a:lnTo>
                      <a:pt x="23003" y="6284"/>
                    </a:lnTo>
                    <a:lnTo>
                      <a:pt x="25878" y="3380"/>
                    </a:lnTo>
                    <a:lnTo>
                      <a:pt x="28754" y="1156"/>
                    </a:lnTo>
                    <a:lnTo>
                      <a:pt x="31629" y="0"/>
                    </a:lnTo>
                    <a:lnTo>
                      <a:pt x="34504" y="154"/>
                    </a:lnTo>
                    <a:lnTo>
                      <a:pt x="37380" y="1671"/>
                    </a:lnTo>
                    <a:lnTo>
                      <a:pt x="40255" y="4415"/>
                    </a:lnTo>
                    <a:lnTo>
                      <a:pt x="43130" y="8104"/>
                    </a:lnTo>
                    <a:lnTo>
                      <a:pt x="46006" y="12376"/>
                    </a:lnTo>
                    <a:lnTo>
                      <a:pt x="48881" y="16861"/>
                    </a:lnTo>
                    <a:lnTo>
                      <a:pt x="51756" y="21238"/>
                    </a:lnTo>
                    <a:lnTo>
                      <a:pt x="54632" y="25260"/>
                    </a:lnTo>
                    <a:lnTo>
                      <a:pt x="57507" y="28762"/>
                    </a:lnTo>
                    <a:lnTo>
                      <a:pt x="60383" y="31657"/>
                    </a:lnTo>
                    <a:lnTo>
                      <a:pt x="63258" y="33933"/>
                    </a:lnTo>
                    <a:lnTo>
                      <a:pt x="66133" y="35656"/>
                    </a:lnTo>
                    <a:lnTo>
                      <a:pt x="69009" y="36961"/>
                    </a:lnTo>
                    <a:lnTo>
                      <a:pt x="71884" y="38035"/>
                    </a:lnTo>
                    <a:lnTo>
                      <a:pt x="74759" y="39064"/>
                    </a:lnTo>
                    <a:lnTo>
                      <a:pt x="77635" y="40183"/>
                    </a:lnTo>
                    <a:lnTo>
                      <a:pt x="80510" y="41423"/>
                    </a:lnTo>
                    <a:lnTo>
                      <a:pt x="83385" y="42721"/>
                    </a:lnTo>
                    <a:lnTo>
                      <a:pt x="86261" y="43950"/>
                    </a:lnTo>
                    <a:lnTo>
                      <a:pt x="89136" y="44988"/>
                    </a:lnTo>
                    <a:lnTo>
                      <a:pt x="92011" y="45770"/>
                    </a:lnTo>
                    <a:lnTo>
                      <a:pt x="94887" y="46309"/>
                    </a:lnTo>
                    <a:lnTo>
                      <a:pt x="97762" y="46688"/>
                    </a:lnTo>
                    <a:lnTo>
                      <a:pt x="100638" y="47027"/>
                    </a:lnTo>
                    <a:lnTo>
                      <a:pt x="103513" y="47450"/>
                    </a:lnTo>
                    <a:lnTo>
                      <a:pt x="106388" y="48061"/>
                    </a:lnTo>
                    <a:lnTo>
                      <a:pt x="109264" y="48928"/>
                    </a:lnTo>
                    <a:lnTo>
                      <a:pt x="112139" y="50084"/>
                    </a:lnTo>
                    <a:lnTo>
                      <a:pt x="115014" y="51526"/>
                    </a:lnTo>
                    <a:lnTo>
                      <a:pt x="117890" y="53224"/>
                    </a:lnTo>
                    <a:lnTo>
                      <a:pt x="120765" y="5512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1" name="Surface grid line"/>
              <p:cNvSpPr/>
              <p:nvPr/>
            </p:nvSpPr>
            <p:spPr>
              <a:xfrm>
                <a:off x="7534275" y="1052054"/>
                <a:ext cx="954738" cy="48231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0637">
                    <a:moveTo>
                      <a:pt x="0" y="50637"/>
                    </a:moveTo>
                    <a:lnTo>
                      <a:pt x="2387" y="50088"/>
                    </a:lnTo>
                    <a:lnTo>
                      <a:pt x="4773" y="49534"/>
                    </a:lnTo>
                    <a:lnTo>
                      <a:pt x="7160" y="48970"/>
                    </a:lnTo>
                    <a:lnTo>
                      <a:pt x="9546" y="48390"/>
                    </a:lnTo>
                    <a:lnTo>
                      <a:pt x="11933" y="47788"/>
                    </a:lnTo>
                    <a:lnTo>
                      <a:pt x="14319" y="47155"/>
                    </a:lnTo>
                    <a:lnTo>
                      <a:pt x="16706" y="46479"/>
                    </a:lnTo>
                    <a:lnTo>
                      <a:pt x="19092" y="45746"/>
                    </a:lnTo>
                    <a:lnTo>
                      <a:pt x="21479" y="44939"/>
                    </a:lnTo>
                    <a:lnTo>
                      <a:pt x="23865" y="44041"/>
                    </a:lnTo>
                    <a:lnTo>
                      <a:pt x="26252" y="43032"/>
                    </a:lnTo>
                    <a:lnTo>
                      <a:pt x="28639" y="41898"/>
                    </a:lnTo>
                    <a:lnTo>
                      <a:pt x="31025" y="40624"/>
                    </a:lnTo>
                    <a:lnTo>
                      <a:pt x="33412" y="39203"/>
                    </a:lnTo>
                    <a:lnTo>
                      <a:pt x="35798" y="37635"/>
                    </a:lnTo>
                    <a:lnTo>
                      <a:pt x="38185" y="35927"/>
                    </a:lnTo>
                    <a:lnTo>
                      <a:pt x="40571" y="34091"/>
                    </a:lnTo>
                    <a:lnTo>
                      <a:pt x="42958" y="32148"/>
                    </a:lnTo>
                    <a:lnTo>
                      <a:pt x="45344" y="30123"/>
                    </a:lnTo>
                    <a:lnTo>
                      <a:pt x="47731" y="28043"/>
                    </a:lnTo>
                    <a:lnTo>
                      <a:pt x="50117" y="25937"/>
                    </a:lnTo>
                    <a:lnTo>
                      <a:pt x="52504" y="23829"/>
                    </a:lnTo>
                    <a:lnTo>
                      <a:pt x="54891" y="21745"/>
                    </a:lnTo>
                    <a:lnTo>
                      <a:pt x="57277" y="19705"/>
                    </a:lnTo>
                    <a:lnTo>
                      <a:pt x="59664" y="17725"/>
                    </a:lnTo>
                    <a:lnTo>
                      <a:pt x="62050" y="15817"/>
                    </a:lnTo>
                    <a:lnTo>
                      <a:pt x="64437" y="13995"/>
                    </a:lnTo>
                    <a:lnTo>
                      <a:pt x="66823" y="12267"/>
                    </a:lnTo>
                    <a:lnTo>
                      <a:pt x="69210" y="10642"/>
                    </a:lnTo>
                    <a:lnTo>
                      <a:pt x="71596" y="9131"/>
                    </a:lnTo>
                    <a:lnTo>
                      <a:pt x="73983" y="7742"/>
                    </a:lnTo>
                    <a:lnTo>
                      <a:pt x="76370" y="6483"/>
                    </a:lnTo>
                    <a:lnTo>
                      <a:pt x="78756" y="5359"/>
                    </a:lnTo>
                    <a:lnTo>
                      <a:pt x="81143" y="4372"/>
                    </a:lnTo>
                    <a:lnTo>
                      <a:pt x="83529" y="3518"/>
                    </a:lnTo>
                    <a:lnTo>
                      <a:pt x="85916" y="2791"/>
                    </a:lnTo>
                    <a:lnTo>
                      <a:pt x="88302" y="2174"/>
                    </a:lnTo>
                    <a:lnTo>
                      <a:pt x="90689" y="1650"/>
                    </a:lnTo>
                    <a:lnTo>
                      <a:pt x="93075" y="1195"/>
                    </a:lnTo>
                    <a:lnTo>
                      <a:pt x="95462" y="785"/>
                    </a:lnTo>
                    <a:lnTo>
                      <a:pt x="97848" y="39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2" name="Surface grid line"/>
              <p:cNvSpPr/>
              <p:nvPr/>
            </p:nvSpPr>
            <p:spPr>
              <a:xfrm>
                <a:off x="7561663" y="1064363"/>
                <a:ext cx="954738" cy="48937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1378">
                    <a:moveTo>
                      <a:pt x="0" y="51378"/>
                    </a:moveTo>
                    <a:lnTo>
                      <a:pt x="2387" y="50793"/>
                    </a:lnTo>
                    <a:lnTo>
                      <a:pt x="4773" y="50202"/>
                    </a:lnTo>
                    <a:lnTo>
                      <a:pt x="7160" y="49603"/>
                    </a:lnTo>
                    <a:lnTo>
                      <a:pt x="9546" y="48997"/>
                    </a:lnTo>
                    <a:lnTo>
                      <a:pt x="11933" y="48378"/>
                    </a:lnTo>
                    <a:lnTo>
                      <a:pt x="14319" y="47739"/>
                    </a:lnTo>
                    <a:lnTo>
                      <a:pt x="16706" y="47068"/>
                    </a:lnTo>
                    <a:lnTo>
                      <a:pt x="19092" y="46348"/>
                    </a:lnTo>
                    <a:lnTo>
                      <a:pt x="21479" y="45558"/>
                    </a:lnTo>
                    <a:lnTo>
                      <a:pt x="23865" y="44677"/>
                    </a:lnTo>
                    <a:lnTo>
                      <a:pt x="26252" y="43678"/>
                    </a:lnTo>
                    <a:lnTo>
                      <a:pt x="28639" y="42540"/>
                    </a:lnTo>
                    <a:lnTo>
                      <a:pt x="31025" y="41244"/>
                    </a:lnTo>
                    <a:lnTo>
                      <a:pt x="33412" y="39779"/>
                    </a:lnTo>
                    <a:lnTo>
                      <a:pt x="35798" y="38142"/>
                    </a:lnTo>
                    <a:lnTo>
                      <a:pt x="38185" y="36339"/>
                    </a:lnTo>
                    <a:lnTo>
                      <a:pt x="40571" y="34388"/>
                    </a:lnTo>
                    <a:lnTo>
                      <a:pt x="42958" y="32312"/>
                    </a:lnTo>
                    <a:lnTo>
                      <a:pt x="45344" y="30143"/>
                    </a:lnTo>
                    <a:lnTo>
                      <a:pt x="47731" y="27912"/>
                    </a:lnTo>
                    <a:lnTo>
                      <a:pt x="50117" y="25655"/>
                    </a:lnTo>
                    <a:lnTo>
                      <a:pt x="52504" y="23403"/>
                    </a:lnTo>
                    <a:lnTo>
                      <a:pt x="54891" y="21182"/>
                    </a:lnTo>
                    <a:lnTo>
                      <a:pt x="57277" y="19016"/>
                    </a:lnTo>
                    <a:lnTo>
                      <a:pt x="59664" y="16920"/>
                    </a:lnTo>
                    <a:lnTo>
                      <a:pt x="62050" y="14908"/>
                    </a:lnTo>
                    <a:lnTo>
                      <a:pt x="64437" y="12992"/>
                    </a:lnTo>
                    <a:lnTo>
                      <a:pt x="66823" y="11183"/>
                    </a:lnTo>
                    <a:lnTo>
                      <a:pt x="69210" y="9491"/>
                    </a:lnTo>
                    <a:lnTo>
                      <a:pt x="71596" y="7930"/>
                    </a:lnTo>
                    <a:lnTo>
                      <a:pt x="73983" y="6513"/>
                    </a:lnTo>
                    <a:lnTo>
                      <a:pt x="76370" y="5252"/>
                    </a:lnTo>
                    <a:lnTo>
                      <a:pt x="78756" y="4156"/>
                    </a:lnTo>
                    <a:lnTo>
                      <a:pt x="81143" y="3231"/>
                    </a:lnTo>
                    <a:lnTo>
                      <a:pt x="83529" y="2472"/>
                    </a:lnTo>
                    <a:lnTo>
                      <a:pt x="85916" y="1869"/>
                    </a:lnTo>
                    <a:lnTo>
                      <a:pt x="88302" y="1402"/>
                    </a:lnTo>
                    <a:lnTo>
                      <a:pt x="90689" y="1042"/>
                    </a:lnTo>
                    <a:lnTo>
                      <a:pt x="93075" y="758"/>
                    </a:lnTo>
                    <a:lnTo>
                      <a:pt x="95462" y="513"/>
                    </a:lnTo>
                    <a:lnTo>
                      <a:pt x="97848" y="271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3" name="Surface grid line"/>
              <p:cNvSpPr/>
              <p:nvPr/>
            </p:nvSpPr>
            <p:spPr>
              <a:xfrm>
                <a:off x="7589051" y="1071805"/>
                <a:ext cx="954738" cy="49967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2460">
                    <a:moveTo>
                      <a:pt x="0" y="52460"/>
                    </a:moveTo>
                    <a:lnTo>
                      <a:pt x="2387" y="51818"/>
                    </a:lnTo>
                    <a:lnTo>
                      <a:pt x="4773" y="51179"/>
                    </a:lnTo>
                    <a:lnTo>
                      <a:pt x="7160" y="50545"/>
                    </a:lnTo>
                    <a:lnTo>
                      <a:pt x="9546" y="49919"/>
                    </a:lnTo>
                    <a:lnTo>
                      <a:pt x="11933" y="49301"/>
                    </a:lnTo>
                    <a:lnTo>
                      <a:pt x="14319" y="48684"/>
                    </a:lnTo>
                    <a:lnTo>
                      <a:pt x="16706" y="48054"/>
                    </a:lnTo>
                    <a:lnTo>
                      <a:pt x="19092" y="47392"/>
                    </a:lnTo>
                    <a:lnTo>
                      <a:pt x="21479" y="46671"/>
                    </a:lnTo>
                    <a:lnTo>
                      <a:pt x="23865" y="45861"/>
                    </a:lnTo>
                    <a:lnTo>
                      <a:pt x="26252" y="44929"/>
                    </a:lnTo>
                    <a:lnTo>
                      <a:pt x="28639" y="43844"/>
                    </a:lnTo>
                    <a:lnTo>
                      <a:pt x="31025" y="42579"/>
                    </a:lnTo>
                    <a:lnTo>
                      <a:pt x="33412" y="41117"/>
                    </a:lnTo>
                    <a:lnTo>
                      <a:pt x="35798" y="39451"/>
                    </a:lnTo>
                    <a:lnTo>
                      <a:pt x="38185" y="37588"/>
                    </a:lnTo>
                    <a:lnTo>
                      <a:pt x="40571" y="35544"/>
                    </a:lnTo>
                    <a:lnTo>
                      <a:pt x="42958" y="33350"/>
                    </a:lnTo>
                    <a:lnTo>
                      <a:pt x="45344" y="31039"/>
                    </a:lnTo>
                    <a:lnTo>
                      <a:pt x="47731" y="28653"/>
                    </a:lnTo>
                    <a:lnTo>
                      <a:pt x="50117" y="26229"/>
                    </a:lnTo>
                    <a:lnTo>
                      <a:pt x="52504" y="23805"/>
                    </a:lnTo>
                    <a:lnTo>
                      <a:pt x="54891" y="21409"/>
                    </a:lnTo>
                    <a:lnTo>
                      <a:pt x="57277" y="19066"/>
                    </a:lnTo>
                    <a:lnTo>
                      <a:pt x="59664" y="16792"/>
                    </a:lnTo>
                    <a:lnTo>
                      <a:pt x="62050" y="14602"/>
                    </a:lnTo>
                    <a:lnTo>
                      <a:pt x="64437" y="12508"/>
                    </a:lnTo>
                    <a:lnTo>
                      <a:pt x="66823" y="10523"/>
                    </a:lnTo>
                    <a:lnTo>
                      <a:pt x="69210" y="8664"/>
                    </a:lnTo>
                    <a:lnTo>
                      <a:pt x="71596" y="6951"/>
                    </a:lnTo>
                    <a:lnTo>
                      <a:pt x="73983" y="5408"/>
                    </a:lnTo>
                    <a:lnTo>
                      <a:pt x="76370" y="4055"/>
                    </a:lnTo>
                    <a:lnTo>
                      <a:pt x="78756" y="2911"/>
                    </a:lnTo>
                    <a:lnTo>
                      <a:pt x="81143" y="1987"/>
                    </a:lnTo>
                    <a:lnTo>
                      <a:pt x="83529" y="1283"/>
                    </a:lnTo>
                    <a:lnTo>
                      <a:pt x="85916" y="785"/>
                    </a:lnTo>
                    <a:lnTo>
                      <a:pt x="88302" y="466"/>
                    </a:lnTo>
                    <a:lnTo>
                      <a:pt x="90689" y="287"/>
                    </a:lnTo>
                    <a:lnTo>
                      <a:pt x="93075" y="201"/>
                    </a:lnTo>
                    <a:lnTo>
                      <a:pt x="95462" y="158"/>
                    </a:lnTo>
                    <a:lnTo>
                      <a:pt x="97848" y="106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4" name="Surface grid line"/>
              <p:cNvSpPr/>
              <p:nvPr/>
            </p:nvSpPr>
            <p:spPr>
              <a:xfrm>
                <a:off x="7616438" y="1065586"/>
                <a:ext cx="954738" cy="52137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4738">
                    <a:moveTo>
                      <a:pt x="0" y="54738"/>
                    </a:moveTo>
                    <a:lnTo>
                      <a:pt x="2387" y="54028"/>
                    </a:lnTo>
                    <a:lnTo>
                      <a:pt x="4773" y="53336"/>
                    </a:lnTo>
                    <a:lnTo>
                      <a:pt x="7160" y="52671"/>
                    </a:lnTo>
                    <a:lnTo>
                      <a:pt x="9546" y="52040"/>
                    </a:lnTo>
                    <a:lnTo>
                      <a:pt x="11933" y="51446"/>
                    </a:lnTo>
                    <a:lnTo>
                      <a:pt x="14319" y="50882"/>
                    </a:lnTo>
                    <a:lnTo>
                      <a:pt x="16706" y="50334"/>
                    </a:lnTo>
                    <a:lnTo>
                      <a:pt x="19092" y="49776"/>
                    </a:lnTo>
                    <a:lnTo>
                      <a:pt x="21479" y="49175"/>
                    </a:lnTo>
                    <a:lnTo>
                      <a:pt x="23865" y="48492"/>
                    </a:lnTo>
                    <a:lnTo>
                      <a:pt x="26252" y="47683"/>
                    </a:lnTo>
                    <a:lnTo>
                      <a:pt x="28639" y="46706"/>
                    </a:lnTo>
                    <a:lnTo>
                      <a:pt x="31025" y="45525"/>
                    </a:lnTo>
                    <a:lnTo>
                      <a:pt x="33412" y="44114"/>
                    </a:lnTo>
                    <a:lnTo>
                      <a:pt x="35798" y="42462"/>
                    </a:lnTo>
                    <a:lnTo>
                      <a:pt x="38185" y="40572"/>
                    </a:lnTo>
                    <a:lnTo>
                      <a:pt x="40571" y="38462"/>
                    </a:lnTo>
                    <a:lnTo>
                      <a:pt x="42958" y="36165"/>
                    </a:lnTo>
                    <a:lnTo>
                      <a:pt x="45344" y="33719"/>
                    </a:lnTo>
                    <a:lnTo>
                      <a:pt x="47731" y="31171"/>
                    </a:lnTo>
                    <a:lnTo>
                      <a:pt x="50117" y="28563"/>
                    </a:lnTo>
                    <a:lnTo>
                      <a:pt x="52504" y="25934"/>
                    </a:lnTo>
                    <a:lnTo>
                      <a:pt x="54891" y="23316"/>
                    </a:lnTo>
                    <a:lnTo>
                      <a:pt x="57277" y="20732"/>
                    </a:lnTo>
                    <a:lnTo>
                      <a:pt x="59664" y="18200"/>
                    </a:lnTo>
                    <a:lnTo>
                      <a:pt x="62050" y="15735"/>
                    </a:lnTo>
                    <a:lnTo>
                      <a:pt x="64437" y="13351"/>
                    </a:lnTo>
                    <a:lnTo>
                      <a:pt x="66823" y="11067"/>
                    </a:lnTo>
                    <a:lnTo>
                      <a:pt x="69210" y="8911"/>
                    </a:lnTo>
                    <a:lnTo>
                      <a:pt x="71596" y="6915"/>
                    </a:lnTo>
                    <a:lnTo>
                      <a:pt x="73983" y="5117"/>
                    </a:lnTo>
                    <a:lnTo>
                      <a:pt x="76370" y="3557"/>
                    </a:lnTo>
                    <a:lnTo>
                      <a:pt x="78756" y="2268"/>
                    </a:lnTo>
                    <a:lnTo>
                      <a:pt x="81143" y="1272"/>
                    </a:lnTo>
                    <a:lnTo>
                      <a:pt x="83529" y="575"/>
                    </a:lnTo>
                    <a:lnTo>
                      <a:pt x="85916" y="163"/>
                    </a:lnTo>
                    <a:lnTo>
                      <a:pt x="88302" y="0"/>
                    </a:lnTo>
                    <a:lnTo>
                      <a:pt x="90689" y="33"/>
                    </a:lnTo>
                    <a:lnTo>
                      <a:pt x="93075" y="195"/>
                    </a:lnTo>
                    <a:lnTo>
                      <a:pt x="95462" y="415"/>
                    </a:lnTo>
                    <a:lnTo>
                      <a:pt x="97848" y="621"/>
                    </a:lnTo>
                    <a:lnTo>
                      <a:pt x="100235" y="7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5" name="Surface grid line"/>
              <p:cNvSpPr/>
              <p:nvPr/>
            </p:nvSpPr>
            <p:spPr>
              <a:xfrm>
                <a:off x="7643826" y="1043487"/>
                <a:ext cx="954738" cy="556215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8395">
                    <a:moveTo>
                      <a:pt x="0" y="58395"/>
                    </a:moveTo>
                    <a:lnTo>
                      <a:pt x="2387" y="57611"/>
                    </a:lnTo>
                    <a:lnTo>
                      <a:pt x="4773" y="56867"/>
                    </a:lnTo>
                    <a:lnTo>
                      <a:pt x="7160" y="56178"/>
                    </a:lnTo>
                    <a:lnTo>
                      <a:pt x="9546" y="55558"/>
                    </a:lnTo>
                    <a:lnTo>
                      <a:pt x="11933" y="55010"/>
                    </a:lnTo>
                    <a:lnTo>
                      <a:pt x="14319" y="54528"/>
                    </a:lnTo>
                    <a:lnTo>
                      <a:pt x="16706" y="54095"/>
                    </a:lnTo>
                    <a:lnTo>
                      <a:pt x="19092" y="53681"/>
                    </a:lnTo>
                    <a:lnTo>
                      <a:pt x="21479" y="53243"/>
                    </a:lnTo>
                    <a:lnTo>
                      <a:pt x="23865" y="52732"/>
                    </a:lnTo>
                    <a:lnTo>
                      <a:pt x="26252" y="52092"/>
                    </a:lnTo>
                    <a:lnTo>
                      <a:pt x="28639" y="51269"/>
                    </a:lnTo>
                    <a:lnTo>
                      <a:pt x="31025" y="50217"/>
                    </a:lnTo>
                    <a:lnTo>
                      <a:pt x="33412" y="48900"/>
                    </a:lnTo>
                    <a:lnTo>
                      <a:pt x="35798" y="47301"/>
                    </a:lnTo>
                    <a:lnTo>
                      <a:pt x="38185" y="45418"/>
                    </a:lnTo>
                    <a:lnTo>
                      <a:pt x="40571" y="43270"/>
                    </a:lnTo>
                    <a:lnTo>
                      <a:pt x="42958" y="40890"/>
                    </a:lnTo>
                    <a:lnTo>
                      <a:pt x="45344" y="38321"/>
                    </a:lnTo>
                    <a:lnTo>
                      <a:pt x="47731" y="35610"/>
                    </a:lnTo>
                    <a:lnTo>
                      <a:pt x="50117" y="32803"/>
                    </a:lnTo>
                    <a:lnTo>
                      <a:pt x="52504" y="29939"/>
                    </a:lnTo>
                    <a:lnTo>
                      <a:pt x="54891" y="27050"/>
                    </a:lnTo>
                    <a:lnTo>
                      <a:pt x="57277" y="24159"/>
                    </a:lnTo>
                    <a:lnTo>
                      <a:pt x="59664" y="21281"/>
                    </a:lnTo>
                    <a:lnTo>
                      <a:pt x="62050" y="18432"/>
                    </a:lnTo>
                    <a:lnTo>
                      <a:pt x="64437" y="15631"/>
                    </a:lnTo>
                    <a:lnTo>
                      <a:pt x="66823" y="12908"/>
                    </a:lnTo>
                    <a:lnTo>
                      <a:pt x="69210" y="10303"/>
                    </a:lnTo>
                    <a:lnTo>
                      <a:pt x="71596" y="7871"/>
                    </a:lnTo>
                    <a:lnTo>
                      <a:pt x="73983" y="5673"/>
                    </a:lnTo>
                    <a:lnTo>
                      <a:pt x="76370" y="3773"/>
                    </a:lnTo>
                    <a:lnTo>
                      <a:pt x="78756" y="2229"/>
                    </a:lnTo>
                    <a:lnTo>
                      <a:pt x="81143" y="1080"/>
                    </a:lnTo>
                    <a:lnTo>
                      <a:pt x="83529" y="342"/>
                    </a:lnTo>
                    <a:lnTo>
                      <a:pt x="85916" y="0"/>
                    </a:lnTo>
                    <a:lnTo>
                      <a:pt x="88302" y="9"/>
                    </a:lnTo>
                    <a:lnTo>
                      <a:pt x="90689" y="298"/>
                    </a:lnTo>
                    <a:lnTo>
                      <a:pt x="93075" y="775"/>
                    </a:lnTo>
                    <a:lnTo>
                      <a:pt x="95462" y="1341"/>
                    </a:lnTo>
                    <a:lnTo>
                      <a:pt x="97848" y="1894"/>
                    </a:lnTo>
                    <a:lnTo>
                      <a:pt x="100235" y="23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6" name="Surface grid line"/>
              <p:cNvSpPr/>
              <p:nvPr/>
            </p:nvSpPr>
            <p:spPr>
              <a:xfrm>
                <a:off x="7671214" y="1007385"/>
                <a:ext cx="954738" cy="60201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3203">
                    <a:moveTo>
                      <a:pt x="0" y="63203"/>
                    </a:moveTo>
                    <a:lnTo>
                      <a:pt x="2387" y="62343"/>
                    </a:lnTo>
                    <a:lnTo>
                      <a:pt x="4773" y="61550"/>
                    </a:lnTo>
                    <a:lnTo>
                      <a:pt x="7160" y="60847"/>
                    </a:lnTo>
                    <a:lnTo>
                      <a:pt x="9546" y="60249"/>
                    </a:lnTo>
                    <a:lnTo>
                      <a:pt x="11933" y="59763"/>
                    </a:lnTo>
                    <a:lnTo>
                      <a:pt x="14319" y="59383"/>
                    </a:lnTo>
                    <a:lnTo>
                      <a:pt x="16706" y="59087"/>
                    </a:lnTo>
                    <a:lnTo>
                      <a:pt x="19092" y="58840"/>
                    </a:lnTo>
                    <a:lnTo>
                      <a:pt x="21479" y="58591"/>
                    </a:lnTo>
                    <a:lnTo>
                      <a:pt x="23865" y="58278"/>
                    </a:lnTo>
                    <a:lnTo>
                      <a:pt x="26252" y="57835"/>
                    </a:lnTo>
                    <a:lnTo>
                      <a:pt x="28639" y="57195"/>
                    </a:lnTo>
                    <a:lnTo>
                      <a:pt x="31025" y="56302"/>
                    </a:lnTo>
                    <a:lnTo>
                      <a:pt x="33412" y="55110"/>
                    </a:lnTo>
                    <a:lnTo>
                      <a:pt x="35798" y="53595"/>
                    </a:lnTo>
                    <a:lnTo>
                      <a:pt x="38185" y="51752"/>
                    </a:lnTo>
                    <a:lnTo>
                      <a:pt x="40571" y="49597"/>
                    </a:lnTo>
                    <a:lnTo>
                      <a:pt x="42958" y="47161"/>
                    </a:lnTo>
                    <a:lnTo>
                      <a:pt x="45344" y="44487"/>
                    </a:lnTo>
                    <a:lnTo>
                      <a:pt x="47731" y="41624"/>
                    </a:lnTo>
                    <a:lnTo>
                      <a:pt x="50117" y="38615"/>
                    </a:lnTo>
                    <a:lnTo>
                      <a:pt x="52504" y="35498"/>
                    </a:lnTo>
                    <a:lnTo>
                      <a:pt x="54891" y="32301"/>
                    </a:lnTo>
                    <a:lnTo>
                      <a:pt x="57277" y="29042"/>
                    </a:lnTo>
                    <a:lnTo>
                      <a:pt x="59664" y="25735"/>
                    </a:lnTo>
                    <a:lnTo>
                      <a:pt x="62050" y="22398"/>
                    </a:lnTo>
                    <a:lnTo>
                      <a:pt x="64437" y="19056"/>
                    </a:lnTo>
                    <a:lnTo>
                      <a:pt x="66823" y="15751"/>
                    </a:lnTo>
                    <a:lnTo>
                      <a:pt x="69210" y="12547"/>
                    </a:lnTo>
                    <a:lnTo>
                      <a:pt x="71596" y="9523"/>
                    </a:lnTo>
                    <a:lnTo>
                      <a:pt x="73983" y="6777"/>
                    </a:lnTo>
                    <a:lnTo>
                      <a:pt x="76370" y="4404"/>
                    </a:lnTo>
                    <a:lnTo>
                      <a:pt x="78756" y="2494"/>
                    </a:lnTo>
                    <a:lnTo>
                      <a:pt x="81143" y="1110"/>
                    </a:lnTo>
                    <a:lnTo>
                      <a:pt x="83529" y="283"/>
                    </a:lnTo>
                    <a:lnTo>
                      <a:pt x="85916" y="0"/>
                    </a:lnTo>
                    <a:lnTo>
                      <a:pt x="88302" y="204"/>
                    </a:lnTo>
                    <a:lnTo>
                      <a:pt x="90689" y="801"/>
                    </a:lnTo>
                    <a:lnTo>
                      <a:pt x="93075" y="1668"/>
                    </a:lnTo>
                    <a:lnTo>
                      <a:pt x="95462" y="2671"/>
                    </a:lnTo>
                    <a:lnTo>
                      <a:pt x="97848" y="3675"/>
                    </a:lnTo>
                    <a:lnTo>
                      <a:pt x="100235" y="456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7" name="Surface grid line"/>
              <p:cNvSpPr/>
              <p:nvPr/>
            </p:nvSpPr>
            <p:spPr>
              <a:xfrm>
                <a:off x="7698602" y="959927"/>
                <a:ext cx="954738" cy="65604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8877">
                    <a:moveTo>
                      <a:pt x="0" y="68877"/>
                    </a:moveTo>
                    <a:lnTo>
                      <a:pt x="2387" y="67943"/>
                    </a:lnTo>
                    <a:lnTo>
                      <a:pt x="4773" y="67108"/>
                    </a:lnTo>
                    <a:lnTo>
                      <a:pt x="7160" y="66396"/>
                    </a:lnTo>
                    <a:lnTo>
                      <a:pt x="9546" y="65829"/>
                    </a:lnTo>
                    <a:lnTo>
                      <a:pt x="11933" y="65412"/>
                    </a:lnTo>
                    <a:lnTo>
                      <a:pt x="14319" y="65139"/>
                    </a:lnTo>
                    <a:lnTo>
                      <a:pt x="16706" y="64985"/>
                    </a:lnTo>
                    <a:lnTo>
                      <a:pt x="19092" y="64908"/>
                    </a:lnTo>
                    <a:lnTo>
                      <a:pt x="21479" y="64849"/>
                    </a:lnTo>
                    <a:lnTo>
                      <a:pt x="23865" y="64737"/>
                    </a:lnTo>
                    <a:lnTo>
                      <a:pt x="26252" y="64493"/>
                    </a:lnTo>
                    <a:lnTo>
                      <a:pt x="28639" y="64044"/>
                    </a:lnTo>
                    <a:lnTo>
                      <a:pt x="31025" y="63320"/>
                    </a:lnTo>
                    <a:lnTo>
                      <a:pt x="33412" y="62269"/>
                    </a:lnTo>
                    <a:lnTo>
                      <a:pt x="35798" y="60861"/>
                    </a:lnTo>
                    <a:lnTo>
                      <a:pt x="38185" y="59084"/>
                    </a:lnTo>
                    <a:lnTo>
                      <a:pt x="40571" y="56952"/>
                    </a:lnTo>
                    <a:lnTo>
                      <a:pt x="42958" y="54493"/>
                    </a:lnTo>
                    <a:lnTo>
                      <a:pt x="45344" y="51746"/>
                    </a:lnTo>
                    <a:lnTo>
                      <a:pt x="47731" y="48756"/>
                    </a:lnTo>
                    <a:lnTo>
                      <a:pt x="50117" y="45560"/>
                    </a:lnTo>
                    <a:lnTo>
                      <a:pt x="52504" y="42191"/>
                    </a:lnTo>
                    <a:lnTo>
                      <a:pt x="54891" y="38669"/>
                    </a:lnTo>
                    <a:lnTo>
                      <a:pt x="57277" y="35005"/>
                    </a:lnTo>
                    <a:lnTo>
                      <a:pt x="59664" y="31211"/>
                    </a:lnTo>
                    <a:lnTo>
                      <a:pt x="62050" y="27304"/>
                    </a:lnTo>
                    <a:lnTo>
                      <a:pt x="64437" y="23319"/>
                    </a:lnTo>
                    <a:lnTo>
                      <a:pt x="66823" y="19315"/>
                    </a:lnTo>
                    <a:lnTo>
                      <a:pt x="69210" y="15383"/>
                    </a:lnTo>
                    <a:lnTo>
                      <a:pt x="71596" y="11637"/>
                    </a:lnTo>
                    <a:lnTo>
                      <a:pt x="73983" y="8213"/>
                    </a:lnTo>
                    <a:lnTo>
                      <a:pt x="76370" y="5252"/>
                    </a:lnTo>
                    <a:lnTo>
                      <a:pt x="78756" y="2879"/>
                    </a:lnTo>
                    <a:lnTo>
                      <a:pt x="81143" y="1191"/>
                    </a:lnTo>
                    <a:lnTo>
                      <a:pt x="83529" y="235"/>
                    </a:lnTo>
                    <a:lnTo>
                      <a:pt x="85916" y="0"/>
                    </a:lnTo>
                    <a:lnTo>
                      <a:pt x="88302" y="419"/>
                    </a:lnTo>
                    <a:lnTo>
                      <a:pt x="90689" y="1370"/>
                    </a:lnTo>
                    <a:lnTo>
                      <a:pt x="93075" y="2697"/>
                    </a:lnTo>
                    <a:lnTo>
                      <a:pt x="95462" y="4223"/>
                    </a:lnTo>
                    <a:lnTo>
                      <a:pt x="97848" y="5771"/>
                    </a:lnTo>
                    <a:lnTo>
                      <a:pt x="100235" y="718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8" name="Surface grid line"/>
              <p:cNvSpPr/>
              <p:nvPr/>
            </p:nvSpPr>
            <p:spPr>
              <a:xfrm>
                <a:off x="7725989" y="904662"/>
                <a:ext cx="954738" cy="71495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5061">
                    <a:moveTo>
                      <a:pt x="0" y="75061"/>
                    </a:moveTo>
                    <a:lnTo>
                      <a:pt x="2387" y="74062"/>
                    </a:lnTo>
                    <a:lnTo>
                      <a:pt x="4773" y="73191"/>
                    </a:lnTo>
                    <a:lnTo>
                      <a:pt x="7160" y="72478"/>
                    </a:lnTo>
                    <a:lnTo>
                      <a:pt x="9546" y="71942"/>
                    </a:lnTo>
                    <a:lnTo>
                      <a:pt x="11933" y="71593"/>
                    </a:lnTo>
                    <a:lnTo>
                      <a:pt x="14319" y="71422"/>
                    </a:lnTo>
                    <a:lnTo>
                      <a:pt x="16706" y="71398"/>
                    </a:lnTo>
                    <a:lnTo>
                      <a:pt x="19092" y="71474"/>
                    </a:lnTo>
                    <a:lnTo>
                      <a:pt x="21479" y="71585"/>
                    </a:lnTo>
                    <a:lnTo>
                      <a:pt x="23865" y="71650"/>
                    </a:lnTo>
                    <a:lnTo>
                      <a:pt x="26252" y="71585"/>
                    </a:lnTo>
                    <a:lnTo>
                      <a:pt x="28639" y="71306"/>
                    </a:lnTo>
                    <a:lnTo>
                      <a:pt x="31025" y="70740"/>
                    </a:lnTo>
                    <a:lnTo>
                      <a:pt x="33412" y="69828"/>
                    </a:lnTo>
                    <a:lnTo>
                      <a:pt x="35798" y="68534"/>
                    </a:lnTo>
                    <a:lnTo>
                      <a:pt x="38185" y="66844"/>
                    </a:lnTo>
                    <a:lnTo>
                      <a:pt x="40571" y="64764"/>
                    </a:lnTo>
                    <a:lnTo>
                      <a:pt x="42958" y="62319"/>
                    </a:lnTo>
                    <a:lnTo>
                      <a:pt x="45344" y="59540"/>
                    </a:lnTo>
                    <a:lnTo>
                      <a:pt x="47731" y="56463"/>
                    </a:lnTo>
                    <a:lnTo>
                      <a:pt x="50117" y="53118"/>
                    </a:lnTo>
                    <a:lnTo>
                      <a:pt x="52504" y="49523"/>
                    </a:lnTo>
                    <a:lnTo>
                      <a:pt x="54891" y="45689"/>
                    </a:lnTo>
                    <a:lnTo>
                      <a:pt x="57277" y="41618"/>
                    </a:lnTo>
                    <a:lnTo>
                      <a:pt x="59664" y="37316"/>
                    </a:lnTo>
                    <a:lnTo>
                      <a:pt x="62050" y="32802"/>
                    </a:lnTo>
                    <a:lnTo>
                      <a:pt x="64437" y="28120"/>
                    </a:lnTo>
                    <a:lnTo>
                      <a:pt x="66823" y="23350"/>
                    </a:lnTo>
                    <a:lnTo>
                      <a:pt x="69210" y="18612"/>
                    </a:lnTo>
                    <a:lnTo>
                      <a:pt x="71596" y="14061"/>
                    </a:lnTo>
                    <a:lnTo>
                      <a:pt x="73983" y="9879"/>
                    </a:lnTo>
                    <a:lnTo>
                      <a:pt x="76370" y="6253"/>
                    </a:lnTo>
                    <a:lnTo>
                      <a:pt x="78756" y="3355"/>
                    </a:lnTo>
                    <a:lnTo>
                      <a:pt x="81143" y="1313"/>
                    </a:lnTo>
                    <a:lnTo>
                      <a:pt x="83529" y="197"/>
                    </a:lnTo>
                    <a:lnTo>
                      <a:pt x="85916" y="0"/>
                    </a:lnTo>
                    <a:lnTo>
                      <a:pt x="88302" y="642"/>
                    </a:lnTo>
                    <a:lnTo>
                      <a:pt x="90689" y="1975"/>
                    </a:lnTo>
                    <a:lnTo>
                      <a:pt x="93075" y="3803"/>
                    </a:lnTo>
                    <a:lnTo>
                      <a:pt x="95462" y="5904"/>
                    </a:lnTo>
                    <a:lnTo>
                      <a:pt x="97848" y="8058"/>
                    </a:lnTo>
                    <a:lnTo>
                      <a:pt x="100235" y="1006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59" name="Surface grid line"/>
              <p:cNvSpPr/>
              <p:nvPr/>
            </p:nvSpPr>
            <p:spPr>
              <a:xfrm>
                <a:off x="7753377" y="847485"/>
                <a:ext cx="954738" cy="773304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1187">
                    <a:moveTo>
                      <a:pt x="0" y="81187"/>
                    </a:moveTo>
                    <a:lnTo>
                      <a:pt x="2387" y="80136"/>
                    </a:lnTo>
                    <a:lnTo>
                      <a:pt x="4773" y="79239"/>
                    </a:lnTo>
                    <a:lnTo>
                      <a:pt x="7160" y="78530"/>
                    </a:lnTo>
                    <a:lnTo>
                      <a:pt x="9546" y="78028"/>
                    </a:lnTo>
                    <a:lnTo>
                      <a:pt x="11933" y="77741"/>
                    </a:lnTo>
                    <a:lnTo>
                      <a:pt x="14319" y="77656"/>
                    </a:lnTo>
                    <a:lnTo>
                      <a:pt x="16706" y="77739"/>
                    </a:lnTo>
                    <a:lnTo>
                      <a:pt x="19092" y="77938"/>
                    </a:lnTo>
                    <a:lnTo>
                      <a:pt x="21479" y="78179"/>
                    </a:lnTo>
                    <a:lnTo>
                      <a:pt x="23865" y="78380"/>
                    </a:lnTo>
                    <a:lnTo>
                      <a:pt x="26252" y="78450"/>
                    </a:lnTo>
                    <a:lnTo>
                      <a:pt x="28639" y="78302"/>
                    </a:lnTo>
                    <a:lnTo>
                      <a:pt x="31025" y="77860"/>
                    </a:lnTo>
                    <a:lnTo>
                      <a:pt x="33412" y="77066"/>
                    </a:lnTo>
                    <a:lnTo>
                      <a:pt x="35798" y="75879"/>
                    </a:lnTo>
                    <a:lnTo>
                      <a:pt x="38185" y="74283"/>
                    </a:lnTo>
                    <a:lnTo>
                      <a:pt x="40571" y="72280"/>
                    </a:lnTo>
                    <a:lnTo>
                      <a:pt x="42958" y="69884"/>
                    </a:lnTo>
                    <a:lnTo>
                      <a:pt x="45344" y="67120"/>
                    </a:lnTo>
                    <a:lnTo>
                      <a:pt x="47731" y="64010"/>
                    </a:lnTo>
                    <a:lnTo>
                      <a:pt x="50117" y="60569"/>
                    </a:lnTo>
                    <a:lnTo>
                      <a:pt x="52504" y="56801"/>
                    </a:lnTo>
                    <a:lnTo>
                      <a:pt x="54891" y="52703"/>
                    </a:lnTo>
                    <a:lnTo>
                      <a:pt x="57277" y="48266"/>
                    </a:lnTo>
                    <a:lnTo>
                      <a:pt x="59664" y="43487"/>
                    </a:lnTo>
                    <a:lnTo>
                      <a:pt x="62050" y="38388"/>
                    </a:lnTo>
                    <a:lnTo>
                      <a:pt x="64437" y="33021"/>
                    </a:lnTo>
                    <a:lnTo>
                      <a:pt x="66823" y="27489"/>
                    </a:lnTo>
                    <a:lnTo>
                      <a:pt x="69210" y="21942"/>
                    </a:lnTo>
                    <a:lnTo>
                      <a:pt x="71596" y="16578"/>
                    </a:lnTo>
                    <a:lnTo>
                      <a:pt x="73983" y="11625"/>
                    </a:lnTo>
                    <a:lnTo>
                      <a:pt x="76370" y="7320"/>
                    </a:lnTo>
                    <a:lnTo>
                      <a:pt x="78756" y="3879"/>
                    </a:lnTo>
                    <a:lnTo>
                      <a:pt x="81143" y="1467"/>
                    </a:lnTo>
                    <a:lnTo>
                      <a:pt x="83529" y="174"/>
                    </a:lnTo>
                    <a:lnTo>
                      <a:pt x="85916" y="0"/>
                    </a:lnTo>
                    <a:lnTo>
                      <a:pt x="88302" y="853"/>
                    </a:lnTo>
                    <a:lnTo>
                      <a:pt x="90689" y="2558"/>
                    </a:lnTo>
                    <a:lnTo>
                      <a:pt x="93075" y="4881"/>
                    </a:lnTo>
                    <a:lnTo>
                      <a:pt x="95462" y="7558"/>
                    </a:lnTo>
                    <a:lnTo>
                      <a:pt x="97848" y="10323"/>
                    </a:lnTo>
                    <a:lnTo>
                      <a:pt x="100235" y="1294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0" name="Surface grid line"/>
              <p:cNvSpPr/>
              <p:nvPr/>
            </p:nvSpPr>
            <p:spPr>
              <a:xfrm>
                <a:off x="7780765" y="795876"/>
                <a:ext cx="954738" cy="82431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6543">
                    <a:moveTo>
                      <a:pt x="0" y="86543"/>
                    </a:moveTo>
                    <a:lnTo>
                      <a:pt x="2387" y="85460"/>
                    </a:lnTo>
                    <a:lnTo>
                      <a:pt x="4773" y="84555"/>
                    </a:lnTo>
                    <a:lnTo>
                      <a:pt x="7160" y="83862"/>
                    </a:lnTo>
                    <a:lnTo>
                      <a:pt x="9546" y="83398"/>
                    </a:lnTo>
                    <a:lnTo>
                      <a:pt x="11933" y="83168"/>
                    </a:lnTo>
                    <a:lnTo>
                      <a:pt x="14319" y="83155"/>
                    </a:lnTo>
                    <a:lnTo>
                      <a:pt x="16706" y="83320"/>
                    </a:lnTo>
                    <a:lnTo>
                      <a:pt x="19092" y="83604"/>
                    </a:lnTo>
                    <a:lnTo>
                      <a:pt x="21479" y="83931"/>
                    </a:lnTo>
                    <a:lnTo>
                      <a:pt x="23865" y="84213"/>
                    </a:lnTo>
                    <a:lnTo>
                      <a:pt x="26252" y="84360"/>
                    </a:lnTo>
                    <a:lnTo>
                      <a:pt x="28639" y="84286"/>
                    </a:lnTo>
                    <a:lnTo>
                      <a:pt x="31025" y="83919"/>
                    </a:lnTo>
                    <a:lnTo>
                      <a:pt x="33412" y="83203"/>
                    </a:lnTo>
                    <a:lnTo>
                      <a:pt x="35798" y="82100"/>
                    </a:lnTo>
                    <a:lnTo>
                      <a:pt x="38185" y="80592"/>
                    </a:lnTo>
                    <a:lnTo>
                      <a:pt x="40571" y="78676"/>
                    </a:lnTo>
                    <a:lnTo>
                      <a:pt x="42958" y="76361"/>
                    </a:lnTo>
                    <a:lnTo>
                      <a:pt x="45344" y="73656"/>
                    </a:lnTo>
                    <a:lnTo>
                      <a:pt x="47731" y="70570"/>
                    </a:lnTo>
                    <a:lnTo>
                      <a:pt x="50117" y="67100"/>
                    </a:lnTo>
                    <a:lnTo>
                      <a:pt x="52504" y="63234"/>
                    </a:lnTo>
                    <a:lnTo>
                      <a:pt x="54891" y="58951"/>
                    </a:lnTo>
                    <a:lnTo>
                      <a:pt x="57277" y="54229"/>
                    </a:lnTo>
                    <a:lnTo>
                      <a:pt x="59664" y="49060"/>
                    </a:lnTo>
                    <a:lnTo>
                      <a:pt x="62050" y="43463"/>
                    </a:lnTo>
                    <a:lnTo>
                      <a:pt x="64437" y="37501"/>
                    </a:lnTo>
                    <a:lnTo>
                      <a:pt x="66823" y="31296"/>
                    </a:lnTo>
                    <a:lnTo>
                      <a:pt x="69210" y="25027"/>
                    </a:lnTo>
                    <a:lnTo>
                      <a:pt x="71596" y="18930"/>
                    </a:lnTo>
                    <a:lnTo>
                      <a:pt x="73983" y="13278"/>
                    </a:lnTo>
                    <a:lnTo>
                      <a:pt x="76370" y="8351"/>
                    </a:lnTo>
                    <a:lnTo>
                      <a:pt x="78756" y="4407"/>
                    </a:lnTo>
                    <a:lnTo>
                      <a:pt x="81143" y="1644"/>
                    </a:lnTo>
                    <a:lnTo>
                      <a:pt x="83529" y="173"/>
                    </a:lnTo>
                    <a:lnTo>
                      <a:pt x="85916" y="0"/>
                    </a:lnTo>
                    <a:lnTo>
                      <a:pt x="88302" y="1022"/>
                    </a:lnTo>
                    <a:lnTo>
                      <a:pt x="90689" y="3044"/>
                    </a:lnTo>
                    <a:lnTo>
                      <a:pt x="93075" y="5797"/>
                    </a:lnTo>
                    <a:lnTo>
                      <a:pt x="95462" y="8981"/>
                    </a:lnTo>
                    <a:lnTo>
                      <a:pt x="97848" y="12290"/>
                    </a:lnTo>
                    <a:lnTo>
                      <a:pt x="100235" y="1545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1" name="Surface grid line"/>
              <p:cNvSpPr/>
              <p:nvPr/>
            </p:nvSpPr>
            <p:spPr>
              <a:xfrm>
                <a:off x="7808153" y="757569"/>
                <a:ext cx="954738" cy="86119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0414">
                    <a:moveTo>
                      <a:pt x="0" y="90414"/>
                    </a:moveTo>
                    <a:lnTo>
                      <a:pt x="2387" y="89328"/>
                    </a:lnTo>
                    <a:lnTo>
                      <a:pt x="4773" y="88442"/>
                    </a:lnTo>
                    <a:lnTo>
                      <a:pt x="7160" y="87784"/>
                    </a:lnTo>
                    <a:lnTo>
                      <a:pt x="9546" y="87373"/>
                    </a:lnTo>
                    <a:lnTo>
                      <a:pt x="11933" y="87206"/>
                    </a:lnTo>
                    <a:lnTo>
                      <a:pt x="14319" y="87259"/>
                    </a:lnTo>
                    <a:lnTo>
                      <a:pt x="16706" y="87489"/>
                    </a:lnTo>
                    <a:lnTo>
                      <a:pt x="19092" y="87828"/>
                    </a:lnTo>
                    <a:lnTo>
                      <a:pt x="21479" y="88196"/>
                    </a:lnTo>
                    <a:lnTo>
                      <a:pt x="23865" y="88504"/>
                    </a:lnTo>
                    <a:lnTo>
                      <a:pt x="26252" y="88665"/>
                    </a:lnTo>
                    <a:lnTo>
                      <a:pt x="28639" y="88600"/>
                    </a:lnTo>
                    <a:lnTo>
                      <a:pt x="31025" y="88245"/>
                    </a:lnTo>
                    <a:lnTo>
                      <a:pt x="33412" y="87551"/>
                    </a:lnTo>
                    <a:lnTo>
                      <a:pt x="35798" y="86490"/>
                    </a:lnTo>
                    <a:lnTo>
                      <a:pt x="38185" y="85045"/>
                    </a:lnTo>
                    <a:lnTo>
                      <a:pt x="40571" y="83212"/>
                    </a:lnTo>
                    <a:lnTo>
                      <a:pt x="42958" y="80992"/>
                    </a:lnTo>
                    <a:lnTo>
                      <a:pt x="45344" y="78381"/>
                    </a:lnTo>
                    <a:lnTo>
                      <a:pt x="47731" y="75371"/>
                    </a:lnTo>
                    <a:lnTo>
                      <a:pt x="50117" y="71942"/>
                    </a:lnTo>
                    <a:lnTo>
                      <a:pt x="52504" y="68063"/>
                    </a:lnTo>
                    <a:lnTo>
                      <a:pt x="54891" y="63697"/>
                    </a:lnTo>
                    <a:lnTo>
                      <a:pt x="57277" y="58809"/>
                    </a:lnTo>
                    <a:lnTo>
                      <a:pt x="59664" y="53383"/>
                    </a:lnTo>
                    <a:lnTo>
                      <a:pt x="62050" y="47437"/>
                    </a:lnTo>
                    <a:lnTo>
                      <a:pt x="64437" y="41042"/>
                    </a:lnTo>
                    <a:lnTo>
                      <a:pt x="66823" y="34334"/>
                    </a:lnTo>
                    <a:lnTo>
                      <a:pt x="69210" y="27517"/>
                    </a:lnTo>
                    <a:lnTo>
                      <a:pt x="71596" y="20857"/>
                    </a:lnTo>
                    <a:lnTo>
                      <a:pt x="73983" y="14660"/>
                    </a:lnTo>
                    <a:lnTo>
                      <a:pt x="76370" y="9242"/>
                    </a:lnTo>
                    <a:lnTo>
                      <a:pt x="78756" y="4893"/>
                    </a:lnTo>
                    <a:lnTo>
                      <a:pt x="81143" y="1838"/>
                    </a:lnTo>
                    <a:lnTo>
                      <a:pt x="83529" y="203"/>
                    </a:lnTo>
                    <a:lnTo>
                      <a:pt x="85916" y="0"/>
                    </a:lnTo>
                    <a:lnTo>
                      <a:pt x="88302" y="1122"/>
                    </a:lnTo>
                    <a:lnTo>
                      <a:pt x="90689" y="3357"/>
                    </a:lnTo>
                    <a:lnTo>
                      <a:pt x="93075" y="6415"/>
                    </a:lnTo>
                    <a:lnTo>
                      <a:pt x="95462" y="9965"/>
                    </a:lnTo>
                    <a:lnTo>
                      <a:pt x="97848" y="13677"/>
                    </a:lnTo>
                    <a:lnTo>
                      <a:pt x="100235" y="1725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2" name="Surface grid line"/>
              <p:cNvSpPr/>
              <p:nvPr/>
            </p:nvSpPr>
            <p:spPr>
              <a:xfrm>
                <a:off x="7835541" y="738953"/>
                <a:ext cx="954738" cy="87857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2239">
                    <a:moveTo>
                      <a:pt x="0" y="92239"/>
                    </a:moveTo>
                    <a:lnTo>
                      <a:pt x="2387" y="91189"/>
                    </a:lnTo>
                    <a:lnTo>
                      <a:pt x="4773" y="90357"/>
                    </a:lnTo>
                    <a:lnTo>
                      <a:pt x="7160" y="89770"/>
                    </a:lnTo>
                    <a:lnTo>
                      <a:pt x="9546" y="89438"/>
                    </a:lnTo>
                    <a:lnTo>
                      <a:pt x="11933" y="89355"/>
                    </a:lnTo>
                    <a:lnTo>
                      <a:pt x="14319" y="89487"/>
                    </a:lnTo>
                    <a:lnTo>
                      <a:pt x="16706" y="89780"/>
                    </a:lnTo>
                    <a:lnTo>
                      <a:pt x="19092" y="90158"/>
                    </a:lnTo>
                    <a:lnTo>
                      <a:pt x="21479" y="90535"/>
                    </a:lnTo>
                    <a:lnTo>
                      <a:pt x="23865" y="90822"/>
                    </a:lnTo>
                    <a:lnTo>
                      <a:pt x="26252" y="90937"/>
                    </a:lnTo>
                    <a:lnTo>
                      <a:pt x="28639" y="90812"/>
                    </a:lnTo>
                    <a:lnTo>
                      <a:pt x="31025" y="90396"/>
                    </a:lnTo>
                    <a:lnTo>
                      <a:pt x="33412" y="89658"/>
                    </a:lnTo>
                    <a:lnTo>
                      <a:pt x="35798" y="88579"/>
                    </a:lnTo>
                    <a:lnTo>
                      <a:pt x="38185" y="87153"/>
                    </a:lnTo>
                    <a:lnTo>
                      <a:pt x="40571" y="85377"/>
                    </a:lnTo>
                    <a:lnTo>
                      <a:pt x="42958" y="83243"/>
                    </a:lnTo>
                    <a:lnTo>
                      <a:pt x="45344" y="80741"/>
                    </a:lnTo>
                    <a:lnTo>
                      <a:pt x="47731" y="77845"/>
                    </a:lnTo>
                    <a:lnTo>
                      <a:pt x="50117" y="74517"/>
                    </a:lnTo>
                    <a:lnTo>
                      <a:pt x="52504" y="70710"/>
                    </a:lnTo>
                    <a:lnTo>
                      <a:pt x="54891" y="66372"/>
                    </a:lnTo>
                    <a:lnTo>
                      <a:pt x="57277" y="61455"/>
                    </a:lnTo>
                    <a:lnTo>
                      <a:pt x="59664" y="55937"/>
                    </a:lnTo>
                    <a:lnTo>
                      <a:pt x="62050" y="49835"/>
                    </a:lnTo>
                    <a:lnTo>
                      <a:pt x="64437" y="43224"/>
                    </a:lnTo>
                    <a:lnTo>
                      <a:pt x="66823" y="36248"/>
                    </a:lnTo>
                    <a:lnTo>
                      <a:pt x="69210" y="29126"/>
                    </a:lnTo>
                    <a:lnTo>
                      <a:pt x="71596" y="22142"/>
                    </a:lnTo>
                    <a:lnTo>
                      <a:pt x="73983" y="15622"/>
                    </a:lnTo>
                    <a:lnTo>
                      <a:pt x="76370" y="9903"/>
                    </a:lnTo>
                    <a:lnTo>
                      <a:pt x="78756" y="5295"/>
                    </a:lnTo>
                    <a:lnTo>
                      <a:pt x="81143" y="2036"/>
                    </a:lnTo>
                    <a:lnTo>
                      <a:pt x="83529" y="266"/>
                    </a:lnTo>
                    <a:lnTo>
                      <a:pt x="85916" y="0"/>
                    </a:lnTo>
                    <a:lnTo>
                      <a:pt x="88302" y="1131"/>
                    </a:lnTo>
                    <a:lnTo>
                      <a:pt x="90689" y="3439"/>
                    </a:lnTo>
                    <a:lnTo>
                      <a:pt x="93075" y="6625"/>
                    </a:lnTo>
                    <a:lnTo>
                      <a:pt x="95462" y="10347"/>
                    </a:lnTo>
                    <a:lnTo>
                      <a:pt x="97848" y="14258"/>
                    </a:lnTo>
                    <a:lnTo>
                      <a:pt x="100235" y="1805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3" name="Surface grid line"/>
              <p:cNvSpPr/>
              <p:nvPr/>
            </p:nvSpPr>
            <p:spPr>
              <a:xfrm>
                <a:off x="7862928" y="743661"/>
                <a:ext cx="954738" cy="87391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1750">
                    <a:moveTo>
                      <a:pt x="0" y="91750"/>
                    </a:moveTo>
                    <a:lnTo>
                      <a:pt x="2387" y="90782"/>
                    </a:lnTo>
                    <a:lnTo>
                      <a:pt x="4773" y="90051"/>
                    </a:lnTo>
                    <a:lnTo>
                      <a:pt x="7160" y="89579"/>
                    </a:lnTo>
                    <a:lnTo>
                      <a:pt x="9546" y="89373"/>
                    </a:lnTo>
                    <a:lnTo>
                      <a:pt x="11933" y="89413"/>
                    </a:lnTo>
                    <a:lnTo>
                      <a:pt x="14319" y="89656"/>
                    </a:lnTo>
                    <a:lnTo>
                      <a:pt x="16706" y="90032"/>
                    </a:lnTo>
                    <a:lnTo>
                      <a:pt x="19092" y="90454"/>
                    </a:lnTo>
                    <a:lnTo>
                      <a:pt x="21479" y="90827"/>
                    </a:lnTo>
                    <a:lnTo>
                      <a:pt x="23865" y="91059"/>
                    </a:lnTo>
                    <a:lnTo>
                      <a:pt x="26252" y="91076"/>
                    </a:lnTo>
                    <a:lnTo>
                      <a:pt x="28639" y="90823"/>
                    </a:lnTo>
                    <a:lnTo>
                      <a:pt x="31025" y="90270"/>
                    </a:lnTo>
                    <a:lnTo>
                      <a:pt x="33412" y="89406"/>
                    </a:lnTo>
                    <a:lnTo>
                      <a:pt x="35798" y="88235"/>
                    </a:lnTo>
                    <a:lnTo>
                      <a:pt x="38185" y="86761"/>
                    </a:lnTo>
                    <a:lnTo>
                      <a:pt x="40571" y="84990"/>
                    </a:lnTo>
                    <a:lnTo>
                      <a:pt x="42958" y="82912"/>
                    </a:lnTo>
                    <a:lnTo>
                      <a:pt x="45344" y="80508"/>
                    </a:lnTo>
                    <a:lnTo>
                      <a:pt x="47731" y="77739"/>
                    </a:lnTo>
                    <a:lnTo>
                      <a:pt x="50117" y="74555"/>
                    </a:lnTo>
                    <a:lnTo>
                      <a:pt x="52504" y="70891"/>
                    </a:lnTo>
                    <a:lnTo>
                      <a:pt x="54891" y="66683"/>
                    </a:lnTo>
                    <a:lnTo>
                      <a:pt x="57277" y="61876"/>
                    </a:lnTo>
                    <a:lnTo>
                      <a:pt x="59664" y="56441"/>
                    </a:lnTo>
                    <a:lnTo>
                      <a:pt x="62050" y="50392"/>
                    </a:lnTo>
                    <a:lnTo>
                      <a:pt x="64437" y="43806"/>
                    </a:lnTo>
                    <a:lnTo>
                      <a:pt x="66823" y="36828"/>
                    </a:lnTo>
                    <a:lnTo>
                      <a:pt x="69210" y="29681"/>
                    </a:lnTo>
                    <a:lnTo>
                      <a:pt x="71596" y="22650"/>
                    </a:lnTo>
                    <a:lnTo>
                      <a:pt x="73983" y="16068"/>
                    </a:lnTo>
                    <a:lnTo>
                      <a:pt x="76370" y="10273"/>
                    </a:lnTo>
                    <a:lnTo>
                      <a:pt x="78756" y="5579"/>
                    </a:lnTo>
                    <a:lnTo>
                      <a:pt x="81143" y="2227"/>
                    </a:lnTo>
                    <a:lnTo>
                      <a:pt x="83529" y="361"/>
                    </a:lnTo>
                    <a:lnTo>
                      <a:pt x="85916" y="0"/>
                    </a:lnTo>
                    <a:lnTo>
                      <a:pt x="88302" y="1040"/>
                    </a:lnTo>
                    <a:lnTo>
                      <a:pt x="90689" y="3266"/>
                    </a:lnTo>
                    <a:lnTo>
                      <a:pt x="93075" y="6382"/>
                    </a:lnTo>
                    <a:lnTo>
                      <a:pt x="95462" y="10050"/>
                    </a:lnTo>
                    <a:lnTo>
                      <a:pt x="97848" y="13929"/>
                    </a:lnTo>
                    <a:lnTo>
                      <a:pt x="100235" y="1771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4" name="Surface grid line"/>
              <p:cNvSpPr/>
              <p:nvPr/>
            </p:nvSpPr>
            <p:spPr>
              <a:xfrm>
                <a:off x="7890316" y="771767"/>
                <a:ext cx="954738" cy="852110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9460">
                    <a:moveTo>
                      <a:pt x="0" y="89040"/>
                    </a:moveTo>
                    <a:lnTo>
                      <a:pt x="2387" y="88207"/>
                    </a:lnTo>
                    <a:lnTo>
                      <a:pt x="4773" y="87631"/>
                    </a:lnTo>
                    <a:lnTo>
                      <a:pt x="7160" y="87333"/>
                    </a:lnTo>
                    <a:lnTo>
                      <a:pt x="9546" y="87310"/>
                    </a:lnTo>
                    <a:lnTo>
                      <a:pt x="11933" y="87532"/>
                    </a:lnTo>
                    <a:lnTo>
                      <a:pt x="14319" y="87938"/>
                    </a:lnTo>
                    <a:lnTo>
                      <a:pt x="16706" y="88439"/>
                    </a:lnTo>
                    <a:lnTo>
                      <a:pt x="19092" y="88930"/>
                    </a:lnTo>
                    <a:lnTo>
                      <a:pt x="21479" y="89302"/>
                    </a:lnTo>
                    <a:lnTo>
                      <a:pt x="23865" y="89460"/>
                    </a:lnTo>
                    <a:lnTo>
                      <a:pt x="26252" y="89336"/>
                    </a:lnTo>
                    <a:lnTo>
                      <a:pt x="28639" y="88891"/>
                    </a:lnTo>
                    <a:lnTo>
                      <a:pt x="31025" y="88121"/>
                    </a:lnTo>
                    <a:lnTo>
                      <a:pt x="33412" y="87043"/>
                    </a:lnTo>
                    <a:lnTo>
                      <a:pt x="35798" y="85687"/>
                    </a:lnTo>
                    <a:lnTo>
                      <a:pt x="38185" y="84081"/>
                    </a:lnTo>
                    <a:lnTo>
                      <a:pt x="40571" y="82240"/>
                    </a:lnTo>
                    <a:lnTo>
                      <a:pt x="42958" y="80161"/>
                    </a:lnTo>
                    <a:lnTo>
                      <a:pt x="45344" y="77818"/>
                    </a:lnTo>
                    <a:lnTo>
                      <a:pt x="47731" y="75164"/>
                    </a:lnTo>
                    <a:lnTo>
                      <a:pt x="50117" y="72136"/>
                    </a:lnTo>
                    <a:lnTo>
                      <a:pt x="52504" y="68661"/>
                    </a:lnTo>
                    <a:lnTo>
                      <a:pt x="54891" y="64664"/>
                    </a:lnTo>
                    <a:lnTo>
                      <a:pt x="57277" y="60086"/>
                    </a:lnTo>
                    <a:lnTo>
                      <a:pt x="59664" y="54892"/>
                    </a:lnTo>
                    <a:lnTo>
                      <a:pt x="62050" y="49094"/>
                    </a:lnTo>
                    <a:lnTo>
                      <a:pt x="64437" y="42765"/>
                    </a:lnTo>
                    <a:lnTo>
                      <a:pt x="66823" y="36045"/>
                    </a:lnTo>
                    <a:lnTo>
                      <a:pt x="69210" y="29147"/>
                    </a:lnTo>
                    <a:lnTo>
                      <a:pt x="71596" y="22348"/>
                    </a:lnTo>
                    <a:lnTo>
                      <a:pt x="73983" y="15964"/>
                    </a:lnTo>
                    <a:lnTo>
                      <a:pt x="76370" y="10321"/>
                    </a:lnTo>
                    <a:lnTo>
                      <a:pt x="78756" y="5720"/>
                    </a:lnTo>
                    <a:lnTo>
                      <a:pt x="81143" y="2394"/>
                    </a:lnTo>
                    <a:lnTo>
                      <a:pt x="83529" y="480"/>
                    </a:lnTo>
                    <a:lnTo>
                      <a:pt x="85916" y="0"/>
                    </a:lnTo>
                    <a:lnTo>
                      <a:pt x="88302" y="859"/>
                    </a:lnTo>
                    <a:lnTo>
                      <a:pt x="90689" y="2855"/>
                    </a:lnTo>
                    <a:lnTo>
                      <a:pt x="93075" y="5712"/>
                    </a:lnTo>
                    <a:lnTo>
                      <a:pt x="95462" y="9111"/>
                    </a:lnTo>
                    <a:lnTo>
                      <a:pt x="97848" y="12729"/>
                    </a:lnTo>
                    <a:lnTo>
                      <a:pt x="100235" y="1627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5" name="Surface grid line"/>
              <p:cNvSpPr/>
              <p:nvPr/>
            </p:nvSpPr>
            <p:spPr>
              <a:xfrm>
                <a:off x="7917704" y="819839"/>
                <a:ext cx="954738" cy="82466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6579">
                    <a:moveTo>
                      <a:pt x="0" y="84553"/>
                    </a:moveTo>
                    <a:lnTo>
                      <a:pt x="2387" y="83906"/>
                    </a:lnTo>
                    <a:lnTo>
                      <a:pt x="4773" y="83545"/>
                    </a:lnTo>
                    <a:lnTo>
                      <a:pt x="7160" y="83484"/>
                    </a:lnTo>
                    <a:lnTo>
                      <a:pt x="9546" y="83714"/>
                    </a:lnTo>
                    <a:lnTo>
                      <a:pt x="11933" y="84188"/>
                    </a:lnTo>
                    <a:lnTo>
                      <a:pt x="14319" y="84824"/>
                    </a:lnTo>
                    <a:lnTo>
                      <a:pt x="16706" y="85508"/>
                    </a:lnTo>
                    <a:lnTo>
                      <a:pt x="19092" y="86110"/>
                    </a:lnTo>
                    <a:lnTo>
                      <a:pt x="21479" y="86501"/>
                    </a:lnTo>
                    <a:lnTo>
                      <a:pt x="23865" y="86579"/>
                    </a:lnTo>
                    <a:lnTo>
                      <a:pt x="26252" y="86277"/>
                    </a:lnTo>
                    <a:lnTo>
                      <a:pt x="28639" y="85580"/>
                    </a:lnTo>
                    <a:lnTo>
                      <a:pt x="31025" y="84510"/>
                    </a:lnTo>
                    <a:lnTo>
                      <a:pt x="33412" y="83121"/>
                    </a:lnTo>
                    <a:lnTo>
                      <a:pt x="35798" y="81478"/>
                    </a:lnTo>
                    <a:lnTo>
                      <a:pt x="38185" y="79638"/>
                    </a:lnTo>
                    <a:lnTo>
                      <a:pt x="40571" y="77634"/>
                    </a:lnTo>
                    <a:lnTo>
                      <a:pt x="42958" y="75473"/>
                    </a:lnTo>
                    <a:lnTo>
                      <a:pt x="45344" y="73128"/>
                    </a:lnTo>
                    <a:lnTo>
                      <a:pt x="47731" y="70549"/>
                    </a:lnTo>
                    <a:lnTo>
                      <a:pt x="50117" y="67664"/>
                    </a:lnTo>
                    <a:lnTo>
                      <a:pt x="52504" y="64392"/>
                    </a:lnTo>
                    <a:lnTo>
                      <a:pt x="54891" y="60654"/>
                    </a:lnTo>
                    <a:lnTo>
                      <a:pt x="57277" y="56387"/>
                    </a:lnTo>
                    <a:lnTo>
                      <a:pt x="59664" y="51555"/>
                    </a:lnTo>
                    <a:lnTo>
                      <a:pt x="62050" y="46165"/>
                    </a:lnTo>
                    <a:lnTo>
                      <a:pt x="64437" y="40282"/>
                    </a:lnTo>
                    <a:lnTo>
                      <a:pt x="66823" y="34037"/>
                    </a:lnTo>
                    <a:lnTo>
                      <a:pt x="69210" y="27624"/>
                    </a:lnTo>
                    <a:lnTo>
                      <a:pt x="71596" y="21294"/>
                    </a:lnTo>
                    <a:lnTo>
                      <a:pt x="73983" y="15336"/>
                    </a:lnTo>
                    <a:lnTo>
                      <a:pt x="76370" y="10049"/>
                    </a:lnTo>
                    <a:lnTo>
                      <a:pt x="78756" y="5704"/>
                    </a:lnTo>
                    <a:lnTo>
                      <a:pt x="81143" y="2514"/>
                    </a:lnTo>
                    <a:lnTo>
                      <a:pt x="83529" y="605"/>
                    </a:lnTo>
                    <a:lnTo>
                      <a:pt x="85916" y="0"/>
                    </a:lnTo>
                    <a:lnTo>
                      <a:pt x="88302" y="614"/>
                    </a:lnTo>
                    <a:lnTo>
                      <a:pt x="90689" y="2270"/>
                    </a:lnTo>
                    <a:lnTo>
                      <a:pt x="93075" y="4717"/>
                    </a:lnTo>
                    <a:lnTo>
                      <a:pt x="95462" y="7672"/>
                    </a:lnTo>
                    <a:lnTo>
                      <a:pt x="97848" y="10844"/>
                    </a:lnTo>
                    <a:lnTo>
                      <a:pt x="100235" y="1397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6" name="Surface grid line"/>
              <p:cNvSpPr/>
              <p:nvPr/>
            </p:nvSpPr>
            <p:spPr>
              <a:xfrm>
                <a:off x="7945092" y="881770"/>
                <a:ext cx="954738" cy="79206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3156">
                    <a:moveTo>
                      <a:pt x="0" y="78982"/>
                    </a:moveTo>
                    <a:lnTo>
                      <a:pt x="2387" y="78571"/>
                    </a:lnTo>
                    <a:lnTo>
                      <a:pt x="4773" y="78480"/>
                    </a:lnTo>
                    <a:lnTo>
                      <a:pt x="7160" y="78721"/>
                    </a:lnTo>
                    <a:lnTo>
                      <a:pt x="9546" y="79274"/>
                    </a:lnTo>
                    <a:lnTo>
                      <a:pt x="11933" y="80076"/>
                    </a:lnTo>
                    <a:lnTo>
                      <a:pt x="14319" y="81018"/>
                    </a:lnTo>
                    <a:lnTo>
                      <a:pt x="16706" y="81952"/>
                    </a:lnTo>
                    <a:lnTo>
                      <a:pt x="19092" y="82717"/>
                    </a:lnTo>
                    <a:lnTo>
                      <a:pt x="21479" y="83156"/>
                    </a:lnTo>
                    <a:lnTo>
                      <a:pt x="23865" y="83153"/>
                    </a:lnTo>
                    <a:lnTo>
                      <a:pt x="26252" y="82645"/>
                    </a:lnTo>
                    <a:lnTo>
                      <a:pt x="28639" y="81635"/>
                    </a:lnTo>
                    <a:lnTo>
                      <a:pt x="31025" y="80181"/>
                    </a:lnTo>
                    <a:lnTo>
                      <a:pt x="33412" y="78381"/>
                    </a:lnTo>
                    <a:lnTo>
                      <a:pt x="35798" y="76341"/>
                    </a:lnTo>
                    <a:lnTo>
                      <a:pt x="38185" y="74153"/>
                    </a:lnTo>
                    <a:lnTo>
                      <a:pt x="40571" y="71880"/>
                    </a:lnTo>
                    <a:lnTo>
                      <a:pt x="42958" y="69539"/>
                    </a:lnTo>
                    <a:lnTo>
                      <a:pt x="45344" y="67112"/>
                    </a:lnTo>
                    <a:lnTo>
                      <a:pt x="47731" y="64543"/>
                    </a:lnTo>
                    <a:lnTo>
                      <a:pt x="50117" y="61757"/>
                    </a:lnTo>
                    <a:lnTo>
                      <a:pt x="52504" y="58669"/>
                    </a:lnTo>
                    <a:lnTo>
                      <a:pt x="54891" y="55198"/>
                    </a:lnTo>
                    <a:lnTo>
                      <a:pt x="57277" y="51278"/>
                    </a:lnTo>
                    <a:lnTo>
                      <a:pt x="59664" y="46874"/>
                    </a:lnTo>
                    <a:lnTo>
                      <a:pt x="62050" y="41989"/>
                    </a:lnTo>
                    <a:lnTo>
                      <a:pt x="64437" y="36680"/>
                    </a:lnTo>
                    <a:lnTo>
                      <a:pt x="66823" y="31059"/>
                    </a:lnTo>
                    <a:lnTo>
                      <a:pt x="69210" y="25295"/>
                    </a:lnTo>
                    <a:lnTo>
                      <a:pt x="71596" y="19609"/>
                    </a:lnTo>
                    <a:lnTo>
                      <a:pt x="73983" y="14249"/>
                    </a:lnTo>
                    <a:lnTo>
                      <a:pt x="76370" y="9472"/>
                    </a:lnTo>
                    <a:lnTo>
                      <a:pt x="78756" y="5514"/>
                    </a:lnTo>
                    <a:lnTo>
                      <a:pt x="81143" y="2558"/>
                    </a:lnTo>
                    <a:lnTo>
                      <a:pt x="83529" y="713"/>
                    </a:lnTo>
                    <a:lnTo>
                      <a:pt x="85916" y="0"/>
                    </a:lnTo>
                    <a:lnTo>
                      <a:pt x="88302" y="347"/>
                    </a:lnTo>
                    <a:lnTo>
                      <a:pt x="90689" y="1602"/>
                    </a:lnTo>
                    <a:lnTo>
                      <a:pt x="93075" y="3554"/>
                    </a:lnTo>
                    <a:lnTo>
                      <a:pt x="95462" y="5958"/>
                    </a:lnTo>
                    <a:lnTo>
                      <a:pt x="97848" y="8568"/>
                    </a:lnTo>
                    <a:lnTo>
                      <a:pt x="100235" y="1116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7" name="Surface grid line"/>
              <p:cNvSpPr/>
              <p:nvPr/>
            </p:nvSpPr>
            <p:spPr>
              <a:xfrm>
                <a:off x="7972480" y="950056"/>
                <a:ext cx="954738" cy="76238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0041">
                    <a:moveTo>
                      <a:pt x="0" y="73136"/>
                    </a:moveTo>
                    <a:lnTo>
                      <a:pt x="2387" y="73000"/>
                    </a:lnTo>
                    <a:lnTo>
                      <a:pt x="4773" y="73226"/>
                    </a:lnTo>
                    <a:lnTo>
                      <a:pt x="7160" y="73826"/>
                    </a:lnTo>
                    <a:lnTo>
                      <a:pt x="9546" y="74770"/>
                    </a:lnTo>
                    <a:lnTo>
                      <a:pt x="11933" y="75972"/>
                    </a:lnTo>
                    <a:lnTo>
                      <a:pt x="14319" y="77292"/>
                    </a:lnTo>
                    <a:lnTo>
                      <a:pt x="16706" y="78544"/>
                    </a:lnTo>
                    <a:lnTo>
                      <a:pt x="19092" y="79523"/>
                    </a:lnTo>
                    <a:lnTo>
                      <a:pt x="21479" y="80041"/>
                    </a:lnTo>
                    <a:lnTo>
                      <a:pt x="23865" y="79959"/>
                    </a:lnTo>
                    <a:lnTo>
                      <a:pt x="26252" y="79217"/>
                    </a:lnTo>
                    <a:lnTo>
                      <a:pt x="28639" y="77837"/>
                    </a:lnTo>
                    <a:lnTo>
                      <a:pt x="31025" y="75918"/>
                    </a:lnTo>
                    <a:lnTo>
                      <a:pt x="33412" y="73605"/>
                    </a:lnTo>
                    <a:lnTo>
                      <a:pt x="35798" y="71054"/>
                    </a:lnTo>
                    <a:lnTo>
                      <a:pt x="38185" y="68404"/>
                    </a:lnTo>
                    <a:lnTo>
                      <a:pt x="40571" y="65747"/>
                    </a:lnTo>
                    <a:lnTo>
                      <a:pt x="42958" y="63120"/>
                    </a:lnTo>
                    <a:lnTo>
                      <a:pt x="45344" y="60512"/>
                    </a:lnTo>
                    <a:lnTo>
                      <a:pt x="47731" y="57869"/>
                    </a:lnTo>
                    <a:lnTo>
                      <a:pt x="50117" y="55112"/>
                    </a:lnTo>
                    <a:lnTo>
                      <a:pt x="52504" y="52154"/>
                    </a:lnTo>
                    <a:lnTo>
                      <a:pt x="54891" y="48913"/>
                    </a:lnTo>
                    <a:lnTo>
                      <a:pt x="57277" y="45325"/>
                    </a:lnTo>
                    <a:lnTo>
                      <a:pt x="59664" y="41354"/>
                    </a:lnTo>
                    <a:lnTo>
                      <a:pt x="62050" y="37002"/>
                    </a:lnTo>
                    <a:lnTo>
                      <a:pt x="64437" y="32315"/>
                    </a:lnTo>
                    <a:lnTo>
                      <a:pt x="66823" y="27388"/>
                    </a:lnTo>
                    <a:lnTo>
                      <a:pt x="69210" y="22362"/>
                    </a:lnTo>
                    <a:lnTo>
                      <a:pt x="71596" y="17418"/>
                    </a:lnTo>
                    <a:lnTo>
                      <a:pt x="73983" y="12760"/>
                    </a:lnTo>
                    <a:lnTo>
                      <a:pt x="76370" y="8599"/>
                    </a:lnTo>
                    <a:lnTo>
                      <a:pt x="78756" y="5126"/>
                    </a:lnTo>
                    <a:lnTo>
                      <a:pt x="81143" y="2488"/>
                    </a:lnTo>
                    <a:lnTo>
                      <a:pt x="83529" y="775"/>
                    </a:lnTo>
                    <a:lnTo>
                      <a:pt x="85916" y="0"/>
                    </a:lnTo>
                    <a:lnTo>
                      <a:pt x="88302" y="105"/>
                    </a:lnTo>
                    <a:lnTo>
                      <a:pt x="90689" y="967"/>
                    </a:lnTo>
                    <a:lnTo>
                      <a:pt x="93075" y="2411"/>
                    </a:lnTo>
                    <a:lnTo>
                      <a:pt x="95462" y="4239"/>
                    </a:lnTo>
                    <a:lnTo>
                      <a:pt x="97848" y="6251"/>
                    </a:lnTo>
                    <a:lnTo>
                      <a:pt x="100235" y="826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8" name="Surface grid line"/>
              <p:cNvSpPr/>
              <p:nvPr/>
            </p:nvSpPr>
            <p:spPr>
              <a:xfrm>
                <a:off x="7999867" y="1016538"/>
                <a:ext cx="954738" cy="74195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7895">
                    <a:moveTo>
                      <a:pt x="0" y="67856"/>
                    </a:moveTo>
                    <a:lnTo>
                      <a:pt x="2387" y="68021"/>
                    </a:lnTo>
                    <a:lnTo>
                      <a:pt x="4773" y="68598"/>
                    </a:lnTo>
                    <a:lnTo>
                      <a:pt x="7160" y="69600"/>
                    </a:lnTo>
                    <a:lnTo>
                      <a:pt x="9546" y="70986"/>
                    </a:lnTo>
                    <a:lnTo>
                      <a:pt x="11933" y="72648"/>
                    </a:lnTo>
                    <a:lnTo>
                      <a:pt x="14319" y="74408"/>
                    </a:lnTo>
                    <a:lnTo>
                      <a:pt x="16706" y="76034"/>
                    </a:lnTo>
                    <a:lnTo>
                      <a:pt x="19092" y="77274"/>
                    </a:lnTo>
                    <a:lnTo>
                      <a:pt x="21479" y="77895"/>
                    </a:lnTo>
                    <a:lnTo>
                      <a:pt x="23865" y="77736"/>
                    </a:lnTo>
                    <a:lnTo>
                      <a:pt x="26252" y="76732"/>
                    </a:lnTo>
                    <a:lnTo>
                      <a:pt x="28639" y="74928"/>
                    </a:lnTo>
                    <a:lnTo>
                      <a:pt x="31025" y="72466"/>
                    </a:lnTo>
                    <a:lnTo>
                      <a:pt x="33412" y="69544"/>
                    </a:lnTo>
                    <a:lnTo>
                      <a:pt x="35798" y="66376"/>
                    </a:lnTo>
                    <a:lnTo>
                      <a:pt x="38185" y="63150"/>
                    </a:lnTo>
                    <a:lnTo>
                      <a:pt x="40571" y="59994"/>
                    </a:lnTo>
                    <a:lnTo>
                      <a:pt x="42958" y="56969"/>
                    </a:lnTo>
                    <a:lnTo>
                      <a:pt x="45344" y="54071"/>
                    </a:lnTo>
                    <a:lnTo>
                      <a:pt x="47731" y="51249"/>
                    </a:lnTo>
                    <a:lnTo>
                      <a:pt x="50117" y="48423"/>
                    </a:lnTo>
                    <a:lnTo>
                      <a:pt x="52504" y="45503"/>
                    </a:lnTo>
                    <a:lnTo>
                      <a:pt x="54891" y="42409"/>
                    </a:lnTo>
                    <a:lnTo>
                      <a:pt x="57277" y="39079"/>
                    </a:lnTo>
                    <a:lnTo>
                      <a:pt x="59664" y="35481"/>
                    </a:lnTo>
                    <a:lnTo>
                      <a:pt x="62050" y="31617"/>
                    </a:lnTo>
                    <a:lnTo>
                      <a:pt x="64437" y="27525"/>
                    </a:lnTo>
                    <a:lnTo>
                      <a:pt x="66823" y="23285"/>
                    </a:lnTo>
                    <a:lnTo>
                      <a:pt x="69210" y="19009"/>
                    </a:lnTo>
                    <a:lnTo>
                      <a:pt x="71596" y="14839"/>
                    </a:lnTo>
                    <a:lnTo>
                      <a:pt x="73983" y="10933"/>
                    </a:lnTo>
                    <a:lnTo>
                      <a:pt x="76370" y="7453"/>
                    </a:lnTo>
                    <a:lnTo>
                      <a:pt x="78756" y="4539"/>
                    </a:lnTo>
                    <a:lnTo>
                      <a:pt x="81143" y="2303"/>
                    </a:lnTo>
                    <a:lnTo>
                      <a:pt x="83529" y="807"/>
                    </a:lnTo>
                    <a:lnTo>
                      <a:pt x="85916" y="55"/>
                    </a:lnTo>
                    <a:lnTo>
                      <a:pt x="88302" y="0"/>
                    </a:lnTo>
                    <a:lnTo>
                      <a:pt x="90689" y="541"/>
                    </a:lnTo>
                    <a:lnTo>
                      <a:pt x="93075" y="1542"/>
                    </a:lnTo>
                    <a:lnTo>
                      <a:pt x="95462" y="2849"/>
                    </a:lnTo>
                    <a:lnTo>
                      <a:pt x="97848" y="4306"/>
                    </a:lnTo>
                    <a:lnTo>
                      <a:pt x="100235" y="576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69" name="Surface grid line"/>
              <p:cNvSpPr/>
              <p:nvPr/>
            </p:nvSpPr>
            <p:spPr>
              <a:xfrm>
                <a:off x="8027255" y="1075216"/>
                <a:ext cx="954738" cy="73476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7141">
                    <a:moveTo>
                      <a:pt x="0" y="63723"/>
                    </a:moveTo>
                    <a:lnTo>
                      <a:pt x="2387" y="64197"/>
                    </a:lnTo>
                    <a:lnTo>
                      <a:pt x="4773" y="65140"/>
                    </a:lnTo>
                    <a:lnTo>
                      <a:pt x="7160" y="66568"/>
                    </a:lnTo>
                    <a:lnTo>
                      <a:pt x="9546" y="68428"/>
                    </a:lnTo>
                    <a:lnTo>
                      <a:pt x="11933" y="70588"/>
                    </a:lnTo>
                    <a:lnTo>
                      <a:pt x="14319" y="72830"/>
                    </a:lnTo>
                    <a:lnTo>
                      <a:pt x="16706" y="74870"/>
                    </a:lnTo>
                    <a:lnTo>
                      <a:pt x="19092" y="76400"/>
                    </a:lnTo>
                    <a:lnTo>
                      <a:pt x="21479" y="77141"/>
                    </a:lnTo>
                    <a:lnTo>
                      <a:pt x="23865" y="76900"/>
                    </a:lnTo>
                    <a:lnTo>
                      <a:pt x="26252" y="75609"/>
                    </a:lnTo>
                    <a:lnTo>
                      <a:pt x="28639" y="73333"/>
                    </a:lnTo>
                    <a:lnTo>
                      <a:pt x="31025" y="70260"/>
                    </a:lnTo>
                    <a:lnTo>
                      <a:pt x="33412" y="66645"/>
                    </a:lnTo>
                    <a:lnTo>
                      <a:pt x="35798" y="62764"/>
                    </a:lnTo>
                    <a:lnTo>
                      <a:pt x="38185" y="58856"/>
                    </a:lnTo>
                    <a:lnTo>
                      <a:pt x="40571" y="55090"/>
                    </a:lnTo>
                    <a:lnTo>
                      <a:pt x="42958" y="51549"/>
                    </a:lnTo>
                    <a:lnTo>
                      <a:pt x="45344" y="48240"/>
                    </a:lnTo>
                    <a:lnTo>
                      <a:pt x="47731" y="45112"/>
                    </a:lnTo>
                    <a:lnTo>
                      <a:pt x="50117" y="42083"/>
                    </a:lnTo>
                    <a:lnTo>
                      <a:pt x="52504" y="39065"/>
                    </a:lnTo>
                    <a:lnTo>
                      <a:pt x="54891" y="35978"/>
                    </a:lnTo>
                    <a:lnTo>
                      <a:pt x="57277" y="32770"/>
                    </a:lnTo>
                    <a:lnTo>
                      <a:pt x="59664" y="29416"/>
                    </a:lnTo>
                    <a:lnTo>
                      <a:pt x="62050" y="25923"/>
                    </a:lnTo>
                    <a:lnTo>
                      <a:pt x="64437" y="22329"/>
                    </a:lnTo>
                    <a:lnTo>
                      <a:pt x="66823" y="18701"/>
                    </a:lnTo>
                    <a:lnTo>
                      <a:pt x="69210" y="15129"/>
                    </a:lnTo>
                    <a:lnTo>
                      <a:pt x="71596" y="11719"/>
                    </a:lnTo>
                    <a:lnTo>
                      <a:pt x="73983" y="8584"/>
                    </a:lnTo>
                    <a:lnTo>
                      <a:pt x="76370" y="5832"/>
                    </a:lnTo>
                    <a:lnTo>
                      <a:pt x="78756" y="3558"/>
                    </a:lnTo>
                    <a:lnTo>
                      <a:pt x="81143" y="1826"/>
                    </a:lnTo>
                    <a:lnTo>
                      <a:pt x="83529" y="668"/>
                    </a:lnTo>
                    <a:lnTo>
                      <a:pt x="85916" y="75"/>
                    </a:lnTo>
                    <a:lnTo>
                      <a:pt x="88302" y="0"/>
                    </a:lnTo>
                    <a:lnTo>
                      <a:pt x="90689" y="362"/>
                    </a:lnTo>
                    <a:lnTo>
                      <a:pt x="93075" y="1056"/>
                    </a:lnTo>
                    <a:lnTo>
                      <a:pt x="95462" y="1967"/>
                    </a:lnTo>
                    <a:lnTo>
                      <a:pt x="97848" y="2978"/>
                    </a:lnTo>
                    <a:lnTo>
                      <a:pt x="100235" y="398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0" name="Surface grid line"/>
              <p:cNvSpPr/>
              <p:nvPr/>
            </p:nvSpPr>
            <p:spPr>
              <a:xfrm>
                <a:off x="8054643" y="1120983"/>
                <a:ext cx="954738" cy="74326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8033">
                    <a:moveTo>
                      <a:pt x="0" y="61196"/>
                    </a:moveTo>
                    <a:lnTo>
                      <a:pt x="2387" y="61967"/>
                    </a:lnTo>
                    <a:lnTo>
                      <a:pt x="4773" y="63270"/>
                    </a:lnTo>
                    <a:lnTo>
                      <a:pt x="7160" y="65122"/>
                    </a:lnTo>
                    <a:lnTo>
                      <a:pt x="9546" y="67462"/>
                    </a:lnTo>
                    <a:lnTo>
                      <a:pt x="11933" y="70132"/>
                    </a:lnTo>
                    <a:lnTo>
                      <a:pt x="14319" y="72870"/>
                    </a:lnTo>
                    <a:lnTo>
                      <a:pt x="16706" y="75339"/>
                    </a:lnTo>
                    <a:lnTo>
                      <a:pt x="19092" y="77170"/>
                    </a:lnTo>
                    <a:lnTo>
                      <a:pt x="21479" y="78033"/>
                    </a:lnTo>
                    <a:lnTo>
                      <a:pt x="23865" y="77703"/>
                    </a:lnTo>
                    <a:lnTo>
                      <a:pt x="26252" y="76101"/>
                    </a:lnTo>
                    <a:lnTo>
                      <a:pt x="28639" y="73317"/>
                    </a:lnTo>
                    <a:lnTo>
                      <a:pt x="31025" y="69581"/>
                    </a:lnTo>
                    <a:lnTo>
                      <a:pt x="33412" y="65207"/>
                    </a:lnTo>
                    <a:lnTo>
                      <a:pt x="35798" y="60534"/>
                    </a:lnTo>
                    <a:lnTo>
                      <a:pt x="38185" y="55852"/>
                    </a:lnTo>
                    <a:lnTo>
                      <a:pt x="40571" y="51368"/>
                    </a:lnTo>
                    <a:lnTo>
                      <a:pt x="42958" y="47189"/>
                    </a:lnTo>
                    <a:lnTo>
                      <a:pt x="45344" y="43328"/>
                    </a:lnTo>
                    <a:lnTo>
                      <a:pt x="47731" y="39735"/>
                    </a:lnTo>
                    <a:lnTo>
                      <a:pt x="50117" y="36327"/>
                    </a:lnTo>
                    <a:lnTo>
                      <a:pt x="52504" y="33017"/>
                    </a:lnTo>
                    <a:lnTo>
                      <a:pt x="54891" y="29735"/>
                    </a:lnTo>
                    <a:lnTo>
                      <a:pt x="57277" y="26440"/>
                    </a:lnTo>
                    <a:lnTo>
                      <a:pt x="59664" y="23126"/>
                    </a:lnTo>
                    <a:lnTo>
                      <a:pt x="62050" y="19817"/>
                    </a:lnTo>
                    <a:lnTo>
                      <a:pt x="64437" y="16559"/>
                    </a:lnTo>
                    <a:lnTo>
                      <a:pt x="66823" y="13418"/>
                    </a:lnTo>
                    <a:lnTo>
                      <a:pt x="69210" y="10469"/>
                    </a:lnTo>
                    <a:lnTo>
                      <a:pt x="71596" y="7785"/>
                    </a:lnTo>
                    <a:lnTo>
                      <a:pt x="73983" y="5438"/>
                    </a:lnTo>
                    <a:lnTo>
                      <a:pt x="76370" y="3482"/>
                    </a:lnTo>
                    <a:lnTo>
                      <a:pt x="78756" y="1957"/>
                    </a:lnTo>
                    <a:lnTo>
                      <a:pt x="81143" y="878"/>
                    </a:lnTo>
                    <a:lnTo>
                      <a:pt x="83529" y="237"/>
                    </a:lnTo>
                    <a:lnTo>
                      <a:pt x="85916" y="0"/>
                    </a:lnTo>
                    <a:lnTo>
                      <a:pt x="88302" y="112"/>
                    </a:lnTo>
                    <a:lnTo>
                      <a:pt x="90689" y="503"/>
                    </a:lnTo>
                    <a:lnTo>
                      <a:pt x="93075" y="1088"/>
                    </a:lnTo>
                    <a:lnTo>
                      <a:pt x="95462" y="1785"/>
                    </a:lnTo>
                    <a:lnTo>
                      <a:pt x="97848" y="2513"/>
                    </a:lnTo>
                    <a:lnTo>
                      <a:pt x="100235" y="320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1" name="Surface grid line"/>
              <p:cNvSpPr/>
              <p:nvPr/>
            </p:nvSpPr>
            <p:spPr>
              <a:xfrm>
                <a:off x="8082031" y="1143169"/>
                <a:ext cx="954738" cy="774990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1364">
                    <a:moveTo>
                      <a:pt x="0" y="61294"/>
                    </a:moveTo>
                    <a:lnTo>
                      <a:pt x="2387" y="62332"/>
                    </a:lnTo>
                    <a:lnTo>
                      <a:pt x="4773" y="63964"/>
                    </a:lnTo>
                    <a:lnTo>
                      <a:pt x="7160" y="66213"/>
                    </a:lnTo>
                    <a:lnTo>
                      <a:pt x="9546" y="69009"/>
                    </a:lnTo>
                    <a:lnTo>
                      <a:pt x="11933" y="72167"/>
                    </a:lnTo>
                    <a:lnTo>
                      <a:pt x="14319" y="75385"/>
                    </a:lnTo>
                    <a:lnTo>
                      <a:pt x="16706" y="78268"/>
                    </a:lnTo>
                    <a:lnTo>
                      <a:pt x="19092" y="80389"/>
                    </a:lnTo>
                    <a:lnTo>
                      <a:pt x="21479" y="81364"/>
                    </a:lnTo>
                    <a:lnTo>
                      <a:pt x="23865" y="80931"/>
                    </a:lnTo>
                    <a:lnTo>
                      <a:pt x="26252" y="79004"/>
                    </a:lnTo>
                    <a:lnTo>
                      <a:pt x="28639" y="75691"/>
                    </a:lnTo>
                    <a:lnTo>
                      <a:pt x="31025" y="71262"/>
                    </a:lnTo>
                    <a:lnTo>
                      <a:pt x="33412" y="66090"/>
                    </a:lnTo>
                    <a:lnTo>
                      <a:pt x="35798" y="60567"/>
                    </a:lnTo>
                    <a:lnTo>
                      <a:pt x="38185" y="55035"/>
                    </a:lnTo>
                    <a:lnTo>
                      <a:pt x="40571" y="49734"/>
                    </a:lnTo>
                    <a:lnTo>
                      <a:pt x="42958" y="44787"/>
                    </a:lnTo>
                    <a:lnTo>
                      <a:pt x="45344" y="40214"/>
                    </a:lnTo>
                    <a:lnTo>
                      <a:pt x="47731" y="35962"/>
                    </a:lnTo>
                    <a:lnTo>
                      <a:pt x="50117" y="31948"/>
                    </a:lnTo>
                    <a:lnTo>
                      <a:pt x="52504" y="28090"/>
                    </a:lnTo>
                    <a:lnTo>
                      <a:pt x="54891" y="24337"/>
                    </a:lnTo>
                    <a:lnTo>
                      <a:pt x="57277" y="20674"/>
                    </a:lnTo>
                    <a:lnTo>
                      <a:pt x="59664" y="17125"/>
                    </a:lnTo>
                    <a:lnTo>
                      <a:pt x="62050" y="13746"/>
                    </a:lnTo>
                    <a:lnTo>
                      <a:pt x="64437" y="10611"/>
                    </a:lnTo>
                    <a:lnTo>
                      <a:pt x="66823" y="7796"/>
                    </a:lnTo>
                    <a:lnTo>
                      <a:pt x="69210" y="5371"/>
                    </a:lnTo>
                    <a:lnTo>
                      <a:pt x="71596" y="3387"/>
                    </a:lnTo>
                    <a:lnTo>
                      <a:pt x="73983" y="1869"/>
                    </a:lnTo>
                    <a:lnTo>
                      <a:pt x="76370" y="819"/>
                    </a:lnTo>
                    <a:lnTo>
                      <a:pt x="78756" y="211"/>
                    </a:lnTo>
                    <a:lnTo>
                      <a:pt x="81143" y="0"/>
                    </a:lnTo>
                    <a:lnTo>
                      <a:pt x="83529" y="123"/>
                    </a:lnTo>
                    <a:lnTo>
                      <a:pt x="85916" y="509"/>
                    </a:lnTo>
                    <a:lnTo>
                      <a:pt x="88302" y="1081"/>
                    </a:lnTo>
                    <a:lnTo>
                      <a:pt x="90689" y="1765"/>
                    </a:lnTo>
                    <a:lnTo>
                      <a:pt x="93075" y="2492"/>
                    </a:lnTo>
                    <a:lnTo>
                      <a:pt x="95462" y="3200"/>
                    </a:lnTo>
                    <a:lnTo>
                      <a:pt x="97848" y="3841"/>
                    </a:lnTo>
                    <a:lnTo>
                      <a:pt x="100235" y="437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2" name="Surface grid line"/>
              <p:cNvSpPr/>
              <p:nvPr/>
            </p:nvSpPr>
            <p:spPr>
              <a:xfrm>
                <a:off x="8109418" y="1116661"/>
                <a:ext cx="954738" cy="8517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9420">
                    <a:moveTo>
                      <a:pt x="0" y="66541"/>
                    </a:moveTo>
                    <a:lnTo>
                      <a:pt x="2387" y="67794"/>
                    </a:lnTo>
                    <a:lnTo>
                      <a:pt x="4773" y="69702"/>
                    </a:lnTo>
                    <a:lnTo>
                      <a:pt x="7160" y="72293"/>
                    </a:lnTo>
                    <a:lnTo>
                      <a:pt x="9546" y="75489"/>
                    </a:lnTo>
                    <a:lnTo>
                      <a:pt x="11933" y="79082"/>
                    </a:lnTo>
                    <a:lnTo>
                      <a:pt x="14319" y="82729"/>
                    </a:lnTo>
                    <a:lnTo>
                      <a:pt x="16706" y="85982"/>
                    </a:lnTo>
                    <a:lnTo>
                      <a:pt x="19092" y="88357"/>
                    </a:lnTo>
                    <a:lnTo>
                      <a:pt x="21479" y="89420"/>
                    </a:lnTo>
                    <a:lnTo>
                      <a:pt x="23865" y="88871"/>
                    </a:lnTo>
                    <a:lnTo>
                      <a:pt x="26252" y="86616"/>
                    </a:lnTo>
                    <a:lnTo>
                      <a:pt x="28639" y="82774"/>
                    </a:lnTo>
                    <a:lnTo>
                      <a:pt x="31025" y="77654"/>
                    </a:lnTo>
                    <a:lnTo>
                      <a:pt x="33412" y="71675"/>
                    </a:lnTo>
                    <a:lnTo>
                      <a:pt x="35798" y="65279"/>
                    </a:lnTo>
                    <a:lnTo>
                      <a:pt x="38185" y="58847"/>
                    </a:lnTo>
                    <a:lnTo>
                      <a:pt x="40571" y="52644"/>
                    </a:lnTo>
                    <a:lnTo>
                      <a:pt x="42958" y="46803"/>
                    </a:lnTo>
                    <a:lnTo>
                      <a:pt x="45344" y="41344"/>
                    </a:lnTo>
                    <a:lnTo>
                      <a:pt x="47731" y="36212"/>
                    </a:lnTo>
                    <a:lnTo>
                      <a:pt x="50117" y="31326"/>
                    </a:lnTo>
                    <a:lnTo>
                      <a:pt x="52504" y="26618"/>
                    </a:lnTo>
                    <a:lnTo>
                      <a:pt x="54891" y="22064"/>
                    </a:lnTo>
                    <a:lnTo>
                      <a:pt x="57277" y="17692"/>
                    </a:lnTo>
                    <a:lnTo>
                      <a:pt x="59664" y="13578"/>
                    </a:lnTo>
                    <a:lnTo>
                      <a:pt x="62050" y="9830"/>
                    </a:lnTo>
                    <a:lnTo>
                      <a:pt x="64437" y="6569"/>
                    </a:lnTo>
                    <a:lnTo>
                      <a:pt x="66823" y="3902"/>
                    </a:lnTo>
                    <a:lnTo>
                      <a:pt x="69210" y="1905"/>
                    </a:lnTo>
                    <a:lnTo>
                      <a:pt x="71596" y="610"/>
                    </a:lnTo>
                    <a:lnTo>
                      <a:pt x="73983" y="0"/>
                    </a:lnTo>
                    <a:lnTo>
                      <a:pt x="76370" y="12"/>
                    </a:lnTo>
                    <a:lnTo>
                      <a:pt x="78756" y="545"/>
                    </a:lnTo>
                    <a:lnTo>
                      <a:pt x="81143" y="1475"/>
                    </a:lnTo>
                    <a:lnTo>
                      <a:pt x="83529" y="2669"/>
                    </a:lnTo>
                    <a:lnTo>
                      <a:pt x="85916" y="3998"/>
                    </a:lnTo>
                    <a:lnTo>
                      <a:pt x="88302" y="5349"/>
                    </a:lnTo>
                    <a:lnTo>
                      <a:pt x="90689" y="6631"/>
                    </a:lnTo>
                    <a:lnTo>
                      <a:pt x="93075" y="7777"/>
                    </a:lnTo>
                    <a:lnTo>
                      <a:pt x="95462" y="8742"/>
                    </a:lnTo>
                    <a:lnTo>
                      <a:pt x="97848" y="9503"/>
                    </a:lnTo>
                    <a:lnTo>
                      <a:pt x="100235" y="1005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3" name="Surface grid line"/>
              <p:cNvSpPr/>
              <p:nvPr/>
            </p:nvSpPr>
            <p:spPr>
              <a:xfrm>
                <a:off x="8136806" y="1036155"/>
                <a:ext cx="954738" cy="97556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02421">
                    <a:moveTo>
                      <a:pt x="0" y="77373"/>
                    </a:moveTo>
                    <a:lnTo>
                      <a:pt x="2387" y="78775"/>
                    </a:lnTo>
                    <a:lnTo>
                      <a:pt x="4773" y="80886"/>
                    </a:lnTo>
                    <a:lnTo>
                      <a:pt x="7160" y="83739"/>
                    </a:lnTo>
                    <a:lnTo>
                      <a:pt x="9546" y="87250"/>
                    </a:lnTo>
                    <a:lnTo>
                      <a:pt x="11933" y="91190"/>
                    </a:lnTo>
                    <a:lnTo>
                      <a:pt x="14319" y="95183"/>
                    </a:lnTo>
                    <a:lnTo>
                      <a:pt x="16706" y="98734"/>
                    </a:lnTo>
                    <a:lnTo>
                      <a:pt x="19092" y="101307"/>
                    </a:lnTo>
                    <a:lnTo>
                      <a:pt x="21479" y="102421"/>
                    </a:lnTo>
                    <a:lnTo>
                      <a:pt x="23865" y="101746"/>
                    </a:lnTo>
                    <a:lnTo>
                      <a:pt x="26252" y="99173"/>
                    </a:lnTo>
                    <a:lnTo>
                      <a:pt x="28639" y="94833"/>
                    </a:lnTo>
                    <a:lnTo>
                      <a:pt x="31025" y="89060"/>
                    </a:lnTo>
                    <a:lnTo>
                      <a:pt x="33412" y="82311"/>
                    </a:lnTo>
                    <a:lnTo>
                      <a:pt x="35798" y="75061"/>
                    </a:lnTo>
                    <a:lnTo>
                      <a:pt x="38185" y="67720"/>
                    </a:lnTo>
                    <a:lnTo>
                      <a:pt x="40571" y="60565"/>
                    </a:lnTo>
                    <a:lnTo>
                      <a:pt x="42958" y="53732"/>
                    </a:lnTo>
                    <a:lnTo>
                      <a:pt x="45344" y="47235"/>
                    </a:lnTo>
                    <a:lnTo>
                      <a:pt x="47731" y="41014"/>
                    </a:lnTo>
                    <a:lnTo>
                      <a:pt x="50117" y="34994"/>
                    </a:lnTo>
                    <a:lnTo>
                      <a:pt x="52504" y="29131"/>
                    </a:lnTo>
                    <a:lnTo>
                      <a:pt x="54891" y="23441"/>
                    </a:lnTo>
                    <a:lnTo>
                      <a:pt x="57277" y="18015"/>
                    </a:lnTo>
                    <a:lnTo>
                      <a:pt x="59664" y="13001"/>
                    </a:lnTo>
                    <a:lnTo>
                      <a:pt x="62050" y="8584"/>
                    </a:lnTo>
                    <a:lnTo>
                      <a:pt x="64437" y="4951"/>
                    </a:lnTo>
                    <a:lnTo>
                      <a:pt x="66823" y="2258"/>
                    </a:lnTo>
                    <a:lnTo>
                      <a:pt x="69210" y="601"/>
                    </a:lnTo>
                    <a:lnTo>
                      <a:pt x="71596" y="0"/>
                    </a:lnTo>
                    <a:lnTo>
                      <a:pt x="73983" y="391"/>
                    </a:lnTo>
                    <a:lnTo>
                      <a:pt x="76370" y="1639"/>
                    </a:lnTo>
                    <a:lnTo>
                      <a:pt x="78756" y="3552"/>
                    </a:lnTo>
                    <a:lnTo>
                      <a:pt x="81143" y="5910"/>
                    </a:lnTo>
                    <a:lnTo>
                      <a:pt x="83529" y="8488"/>
                    </a:lnTo>
                    <a:lnTo>
                      <a:pt x="85916" y="11085"/>
                    </a:lnTo>
                    <a:lnTo>
                      <a:pt x="88302" y="13531"/>
                    </a:lnTo>
                    <a:lnTo>
                      <a:pt x="90689" y="15707"/>
                    </a:lnTo>
                    <a:lnTo>
                      <a:pt x="93075" y="17537"/>
                    </a:lnTo>
                    <a:lnTo>
                      <a:pt x="95462" y="18989"/>
                    </a:lnTo>
                    <a:lnTo>
                      <a:pt x="97848" y="20063"/>
                    </a:lnTo>
                    <a:lnTo>
                      <a:pt x="100235" y="2078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4" name="Surface grid line"/>
              <p:cNvSpPr/>
              <p:nvPr/>
            </p:nvSpPr>
            <p:spPr>
              <a:xfrm>
                <a:off x="8164194" y="923982"/>
                <a:ext cx="954738" cy="112139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17732">
                    <a:moveTo>
                      <a:pt x="0" y="91332"/>
                    </a:moveTo>
                    <a:lnTo>
                      <a:pt x="2387" y="92805"/>
                    </a:lnTo>
                    <a:lnTo>
                      <a:pt x="4773" y="95030"/>
                    </a:lnTo>
                    <a:lnTo>
                      <a:pt x="7160" y="98043"/>
                    </a:lnTo>
                    <a:lnTo>
                      <a:pt x="9546" y="101758"/>
                    </a:lnTo>
                    <a:lnTo>
                      <a:pt x="11933" y="105933"/>
                    </a:lnTo>
                    <a:lnTo>
                      <a:pt x="14319" y="110160"/>
                    </a:lnTo>
                    <a:lnTo>
                      <a:pt x="16706" y="113911"/>
                    </a:lnTo>
                    <a:lnTo>
                      <a:pt x="19092" y="116608"/>
                    </a:lnTo>
                    <a:lnTo>
                      <a:pt x="21479" y="117732"/>
                    </a:lnTo>
                    <a:lnTo>
                      <a:pt x="23865" y="116925"/>
                    </a:lnTo>
                    <a:lnTo>
                      <a:pt x="26252" y="114067"/>
                    </a:lnTo>
                    <a:lnTo>
                      <a:pt x="28639" y="109292"/>
                    </a:lnTo>
                    <a:lnTo>
                      <a:pt x="31025" y="102950"/>
                    </a:lnTo>
                    <a:lnTo>
                      <a:pt x="33412" y="95520"/>
                    </a:lnTo>
                    <a:lnTo>
                      <a:pt x="35798" y="87497"/>
                    </a:lnTo>
                    <a:lnTo>
                      <a:pt x="38185" y="79303"/>
                    </a:lnTo>
                    <a:lnTo>
                      <a:pt x="40571" y="71215"/>
                    </a:lnTo>
                    <a:lnTo>
                      <a:pt x="42958" y="63363"/>
                    </a:lnTo>
                    <a:lnTo>
                      <a:pt x="45344" y="55748"/>
                    </a:lnTo>
                    <a:lnTo>
                      <a:pt x="47731" y="48308"/>
                    </a:lnTo>
                    <a:lnTo>
                      <a:pt x="50117" y="40977"/>
                    </a:lnTo>
                    <a:lnTo>
                      <a:pt x="52504" y="33740"/>
                    </a:lnTo>
                    <a:lnTo>
                      <a:pt x="54891" y="26670"/>
                    </a:lnTo>
                    <a:lnTo>
                      <a:pt x="57277" y="19930"/>
                    </a:lnTo>
                    <a:lnTo>
                      <a:pt x="59664" y="13761"/>
                    </a:lnTo>
                    <a:lnTo>
                      <a:pt x="62050" y="8442"/>
                    </a:lnTo>
                    <a:lnTo>
                      <a:pt x="64437" y="4245"/>
                    </a:lnTo>
                    <a:lnTo>
                      <a:pt x="66823" y="1389"/>
                    </a:lnTo>
                    <a:lnTo>
                      <a:pt x="69210" y="0"/>
                    </a:lnTo>
                    <a:lnTo>
                      <a:pt x="71596" y="88"/>
                    </a:lnTo>
                    <a:lnTo>
                      <a:pt x="73983" y="1543"/>
                    </a:lnTo>
                    <a:lnTo>
                      <a:pt x="76370" y="4149"/>
                    </a:lnTo>
                    <a:lnTo>
                      <a:pt x="78756" y="7615"/>
                    </a:lnTo>
                    <a:lnTo>
                      <a:pt x="81143" y="11608"/>
                    </a:lnTo>
                    <a:lnTo>
                      <a:pt x="83529" y="15801"/>
                    </a:lnTo>
                    <a:lnTo>
                      <a:pt x="85916" y="19900"/>
                    </a:lnTo>
                    <a:lnTo>
                      <a:pt x="88302" y="23671"/>
                    </a:lnTo>
                    <a:lnTo>
                      <a:pt x="90689" y="26954"/>
                    </a:lnTo>
                    <a:lnTo>
                      <a:pt x="93075" y="29660"/>
                    </a:lnTo>
                    <a:lnTo>
                      <a:pt x="95462" y="31762"/>
                    </a:lnTo>
                    <a:lnTo>
                      <a:pt x="97848" y="33285"/>
                    </a:lnTo>
                    <a:lnTo>
                      <a:pt x="100235" y="3428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5" name="Surface grid line"/>
              <p:cNvSpPr/>
              <p:nvPr/>
            </p:nvSpPr>
            <p:spPr>
              <a:xfrm>
                <a:off x="8191582" y="799745"/>
                <a:ext cx="954738" cy="126757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33079">
                    <a:moveTo>
                      <a:pt x="0" y="106263"/>
                    </a:moveTo>
                    <a:lnTo>
                      <a:pt x="2387" y="107722"/>
                    </a:lnTo>
                    <a:lnTo>
                      <a:pt x="4773" y="109960"/>
                    </a:lnTo>
                    <a:lnTo>
                      <a:pt x="7160" y="113020"/>
                    </a:lnTo>
                    <a:lnTo>
                      <a:pt x="9546" y="116813"/>
                    </a:lnTo>
                    <a:lnTo>
                      <a:pt x="11933" y="121087"/>
                    </a:lnTo>
                    <a:lnTo>
                      <a:pt x="14319" y="125419"/>
                    </a:lnTo>
                    <a:lnTo>
                      <a:pt x="16706" y="129254"/>
                    </a:lnTo>
                    <a:lnTo>
                      <a:pt x="19092" y="131989"/>
                    </a:lnTo>
                    <a:lnTo>
                      <a:pt x="21479" y="133079"/>
                    </a:lnTo>
                    <a:lnTo>
                      <a:pt x="23865" y="132146"/>
                    </a:lnTo>
                    <a:lnTo>
                      <a:pt x="26252" y="129057"/>
                    </a:lnTo>
                    <a:lnTo>
                      <a:pt x="28639" y="123948"/>
                    </a:lnTo>
                    <a:lnTo>
                      <a:pt x="31025" y="117171"/>
                    </a:lnTo>
                    <a:lnTo>
                      <a:pt x="33412" y="109213"/>
                    </a:lnTo>
                    <a:lnTo>
                      <a:pt x="35798" y="100575"/>
                    </a:lnTo>
                    <a:lnTo>
                      <a:pt x="38185" y="91673"/>
                    </a:lnTo>
                    <a:lnTo>
                      <a:pt x="40571" y="82776"/>
                    </a:lnTo>
                    <a:lnTo>
                      <a:pt x="42958" y="73998"/>
                    </a:lnTo>
                    <a:lnTo>
                      <a:pt x="45344" y="65328"/>
                    </a:lnTo>
                    <a:lnTo>
                      <a:pt x="47731" y="56698"/>
                    </a:lnTo>
                    <a:lnTo>
                      <a:pt x="50117" y="48054"/>
                    </a:lnTo>
                    <a:lnTo>
                      <a:pt x="52504" y="39417"/>
                    </a:lnTo>
                    <a:lnTo>
                      <a:pt x="54891" y="30918"/>
                    </a:lnTo>
                    <a:lnTo>
                      <a:pt x="57277" y="22802"/>
                    </a:lnTo>
                    <a:lnTo>
                      <a:pt x="59664" y="15405"/>
                    </a:lnTo>
                    <a:lnTo>
                      <a:pt x="62050" y="9107"/>
                    </a:lnTo>
                    <a:lnTo>
                      <a:pt x="64437" y="4270"/>
                    </a:lnTo>
                    <a:lnTo>
                      <a:pt x="66823" y="1181"/>
                    </a:lnTo>
                    <a:lnTo>
                      <a:pt x="69210" y="0"/>
                    </a:lnTo>
                    <a:lnTo>
                      <a:pt x="71596" y="731"/>
                    </a:lnTo>
                    <a:lnTo>
                      <a:pt x="73983" y="3220"/>
                    </a:lnTo>
                    <a:lnTo>
                      <a:pt x="76370" y="7172"/>
                    </a:lnTo>
                    <a:lnTo>
                      <a:pt x="78756" y="12193"/>
                    </a:lnTo>
                    <a:lnTo>
                      <a:pt x="81143" y="17839"/>
                    </a:lnTo>
                    <a:lnTo>
                      <a:pt x="83529" y="23675"/>
                    </a:lnTo>
                    <a:lnTo>
                      <a:pt x="85916" y="29314"/>
                    </a:lnTo>
                    <a:lnTo>
                      <a:pt x="88302" y="34455"/>
                    </a:lnTo>
                    <a:lnTo>
                      <a:pt x="90689" y="38891"/>
                    </a:lnTo>
                    <a:lnTo>
                      <a:pt x="93075" y="42519"/>
                    </a:lnTo>
                    <a:lnTo>
                      <a:pt x="95462" y="45316"/>
                    </a:lnTo>
                    <a:lnTo>
                      <a:pt x="97848" y="47325"/>
                    </a:lnTo>
                    <a:lnTo>
                      <a:pt x="100235" y="486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6" name="Surface grid line"/>
              <p:cNvSpPr/>
              <p:nvPr/>
            </p:nvSpPr>
            <p:spPr>
              <a:xfrm>
                <a:off x="8218970" y="695502"/>
                <a:ext cx="954738" cy="138094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44981">
                    <a:moveTo>
                      <a:pt x="0" y="118725"/>
                    </a:moveTo>
                    <a:lnTo>
                      <a:pt x="2387" y="120086"/>
                    </a:lnTo>
                    <a:lnTo>
                      <a:pt x="4773" y="122237"/>
                    </a:lnTo>
                    <a:lnTo>
                      <a:pt x="7160" y="125224"/>
                    </a:lnTo>
                    <a:lnTo>
                      <a:pt x="9546" y="128960"/>
                    </a:lnTo>
                    <a:lnTo>
                      <a:pt x="11933" y="133190"/>
                    </a:lnTo>
                    <a:lnTo>
                      <a:pt x="14319" y="137485"/>
                    </a:lnTo>
                    <a:lnTo>
                      <a:pt x="16706" y="141283"/>
                    </a:lnTo>
                    <a:lnTo>
                      <a:pt x="19092" y="143967"/>
                    </a:lnTo>
                    <a:lnTo>
                      <a:pt x="21479" y="144981"/>
                    </a:lnTo>
                    <a:lnTo>
                      <a:pt x="23865" y="143939"/>
                    </a:lnTo>
                    <a:lnTo>
                      <a:pt x="26252" y="140699"/>
                    </a:lnTo>
                    <a:lnTo>
                      <a:pt x="28639" y="135391"/>
                    </a:lnTo>
                    <a:lnTo>
                      <a:pt x="31025" y="128363"/>
                    </a:lnTo>
                    <a:lnTo>
                      <a:pt x="33412" y="120097"/>
                    </a:lnTo>
                    <a:lnTo>
                      <a:pt x="35798" y="111081"/>
                    </a:lnTo>
                    <a:lnTo>
                      <a:pt x="38185" y="101720"/>
                    </a:lnTo>
                    <a:lnTo>
                      <a:pt x="40571" y="92265"/>
                    </a:lnTo>
                    <a:lnTo>
                      <a:pt x="42958" y="82811"/>
                    </a:lnTo>
                    <a:lnTo>
                      <a:pt x="45344" y="73334"/>
                    </a:lnTo>
                    <a:lnTo>
                      <a:pt x="47731" y="63762"/>
                    </a:lnTo>
                    <a:lnTo>
                      <a:pt x="50117" y="54053"/>
                    </a:lnTo>
                    <a:lnTo>
                      <a:pt x="52504" y="44260"/>
                    </a:lnTo>
                    <a:lnTo>
                      <a:pt x="54891" y="34567"/>
                    </a:lnTo>
                    <a:lnTo>
                      <a:pt x="57277" y="25290"/>
                    </a:lnTo>
                    <a:lnTo>
                      <a:pt x="59664" y="16851"/>
                    </a:lnTo>
                    <a:lnTo>
                      <a:pt x="62050" y="9714"/>
                    </a:lnTo>
                    <a:lnTo>
                      <a:pt x="64437" y="4323"/>
                    </a:lnTo>
                    <a:lnTo>
                      <a:pt x="66823" y="1021"/>
                    </a:lnTo>
                    <a:lnTo>
                      <a:pt x="69210" y="0"/>
                    </a:lnTo>
                    <a:lnTo>
                      <a:pt x="71596" y="1261"/>
                    </a:lnTo>
                    <a:lnTo>
                      <a:pt x="73983" y="4612"/>
                    </a:lnTo>
                    <a:lnTo>
                      <a:pt x="76370" y="9692"/>
                    </a:lnTo>
                    <a:lnTo>
                      <a:pt x="78756" y="16020"/>
                    </a:lnTo>
                    <a:lnTo>
                      <a:pt x="81143" y="23059"/>
                    </a:lnTo>
                    <a:lnTo>
                      <a:pt x="83529" y="30280"/>
                    </a:lnTo>
                    <a:lnTo>
                      <a:pt x="85916" y="37218"/>
                    </a:lnTo>
                    <a:lnTo>
                      <a:pt x="88302" y="43512"/>
                    </a:lnTo>
                    <a:lnTo>
                      <a:pt x="90689" y="48919"/>
                    </a:lnTo>
                    <a:lnTo>
                      <a:pt x="93075" y="53318"/>
                    </a:lnTo>
                    <a:lnTo>
                      <a:pt x="95462" y="56691"/>
                    </a:lnTo>
                    <a:lnTo>
                      <a:pt x="97848" y="59098"/>
                    </a:lnTo>
                    <a:lnTo>
                      <a:pt x="100235" y="6064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7" name="Surface grid line"/>
              <p:cNvSpPr/>
              <p:nvPr/>
            </p:nvSpPr>
            <p:spPr>
              <a:xfrm>
                <a:off x="8246357" y="638175"/>
                <a:ext cx="954738" cy="143458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50613">
                    <a:moveTo>
                      <a:pt x="0" y="125847"/>
                    </a:moveTo>
                    <a:lnTo>
                      <a:pt x="2387" y="127034"/>
                    </a:lnTo>
                    <a:lnTo>
                      <a:pt x="4773" y="129003"/>
                    </a:lnTo>
                    <a:lnTo>
                      <a:pt x="7160" y="131803"/>
                    </a:lnTo>
                    <a:lnTo>
                      <a:pt x="9546" y="135351"/>
                    </a:lnTo>
                    <a:lnTo>
                      <a:pt x="11933" y="139397"/>
                    </a:lnTo>
                    <a:lnTo>
                      <a:pt x="14319" y="143519"/>
                    </a:lnTo>
                    <a:lnTo>
                      <a:pt x="16706" y="147158"/>
                    </a:lnTo>
                    <a:lnTo>
                      <a:pt x="19092" y="149707"/>
                    </a:lnTo>
                    <a:lnTo>
                      <a:pt x="21479" y="150613"/>
                    </a:lnTo>
                    <a:lnTo>
                      <a:pt x="23865" y="149490"/>
                    </a:lnTo>
                    <a:lnTo>
                      <a:pt x="26252" y="146196"/>
                    </a:lnTo>
                    <a:lnTo>
                      <a:pt x="28639" y="140852"/>
                    </a:lnTo>
                    <a:lnTo>
                      <a:pt x="31025" y="133795"/>
                    </a:lnTo>
                    <a:lnTo>
                      <a:pt x="33412" y="125489"/>
                    </a:lnTo>
                    <a:lnTo>
                      <a:pt x="35798" y="116404"/>
                    </a:lnTo>
                    <a:lnTo>
                      <a:pt x="38185" y="106924"/>
                    </a:lnTo>
                    <a:lnTo>
                      <a:pt x="40571" y="97279"/>
                    </a:lnTo>
                    <a:lnTo>
                      <a:pt x="42958" y="87548"/>
                    </a:lnTo>
                    <a:lnTo>
                      <a:pt x="45344" y="77696"/>
                    </a:lnTo>
                    <a:lnTo>
                      <a:pt x="47731" y="67649"/>
                    </a:lnTo>
                    <a:lnTo>
                      <a:pt x="50117" y="57374"/>
                    </a:lnTo>
                    <a:lnTo>
                      <a:pt x="52504" y="46946"/>
                    </a:lnTo>
                    <a:lnTo>
                      <a:pt x="54891" y="36583"/>
                    </a:lnTo>
                    <a:lnTo>
                      <a:pt x="57277" y="26648"/>
                    </a:lnTo>
                    <a:lnTo>
                      <a:pt x="59664" y="17614"/>
                    </a:lnTo>
                    <a:lnTo>
                      <a:pt x="62050" y="10003"/>
                    </a:lnTo>
                    <a:lnTo>
                      <a:pt x="64437" y="4304"/>
                    </a:lnTo>
                    <a:lnTo>
                      <a:pt x="66823" y="900"/>
                    </a:lnTo>
                    <a:lnTo>
                      <a:pt x="69210" y="0"/>
                    </a:lnTo>
                    <a:lnTo>
                      <a:pt x="71596" y="1603"/>
                    </a:lnTo>
                    <a:lnTo>
                      <a:pt x="73983" y="5493"/>
                    </a:lnTo>
                    <a:lnTo>
                      <a:pt x="76370" y="11269"/>
                    </a:lnTo>
                    <a:lnTo>
                      <a:pt x="78756" y="18396"/>
                    </a:lnTo>
                    <a:lnTo>
                      <a:pt x="81143" y="26279"/>
                    </a:lnTo>
                    <a:lnTo>
                      <a:pt x="83529" y="34331"/>
                    </a:lnTo>
                    <a:lnTo>
                      <a:pt x="85916" y="42040"/>
                    </a:lnTo>
                    <a:lnTo>
                      <a:pt x="88302" y="49007"/>
                    </a:lnTo>
                    <a:lnTo>
                      <a:pt x="90689" y="54968"/>
                    </a:lnTo>
                    <a:lnTo>
                      <a:pt x="93075" y="59792"/>
                    </a:lnTo>
                    <a:lnTo>
                      <a:pt x="95462" y="63465"/>
                    </a:lnTo>
                    <a:lnTo>
                      <a:pt x="97848" y="66057"/>
                    </a:lnTo>
                    <a:lnTo>
                      <a:pt x="100235" y="6769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8" name="Surface grid line"/>
              <p:cNvSpPr/>
              <p:nvPr/>
            </p:nvSpPr>
            <p:spPr>
              <a:xfrm>
                <a:off x="8273745" y="646011"/>
                <a:ext cx="954738" cy="14113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48170">
                    <a:moveTo>
                      <a:pt x="0" y="125704"/>
                    </a:moveTo>
                    <a:lnTo>
                      <a:pt x="2387" y="126654"/>
                    </a:lnTo>
                    <a:lnTo>
                      <a:pt x="4773" y="128362"/>
                    </a:lnTo>
                    <a:lnTo>
                      <a:pt x="7160" y="130877"/>
                    </a:lnTo>
                    <a:lnTo>
                      <a:pt x="9546" y="134122"/>
                    </a:lnTo>
                    <a:lnTo>
                      <a:pt x="11933" y="137858"/>
                    </a:lnTo>
                    <a:lnTo>
                      <a:pt x="14319" y="141681"/>
                    </a:lnTo>
                    <a:lnTo>
                      <a:pt x="16706" y="145056"/>
                    </a:lnTo>
                    <a:lnTo>
                      <a:pt x="19092" y="147396"/>
                    </a:lnTo>
                    <a:lnTo>
                      <a:pt x="21479" y="148170"/>
                    </a:lnTo>
                    <a:lnTo>
                      <a:pt x="23865" y="147006"/>
                    </a:lnTo>
                    <a:lnTo>
                      <a:pt x="26252" y="143764"/>
                    </a:lnTo>
                    <a:lnTo>
                      <a:pt x="28639" y="138558"/>
                    </a:lnTo>
                    <a:lnTo>
                      <a:pt x="31025" y="131708"/>
                    </a:lnTo>
                    <a:lnTo>
                      <a:pt x="33412" y="123654"/>
                    </a:lnTo>
                    <a:lnTo>
                      <a:pt x="35798" y="114841"/>
                    </a:lnTo>
                    <a:lnTo>
                      <a:pt x="38185" y="105629"/>
                    </a:lnTo>
                    <a:lnTo>
                      <a:pt x="40571" y="96230"/>
                    </a:lnTo>
                    <a:lnTo>
                      <a:pt x="42958" y="86712"/>
                    </a:lnTo>
                    <a:lnTo>
                      <a:pt x="45344" y="77034"/>
                    </a:lnTo>
                    <a:lnTo>
                      <a:pt x="47731" y="67121"/>
                    </a:lnTo>
                    <a:lnTo>
                      <a:pt x="50117" y="56945"/>
                    </a:lnTo>
                    <a:lnTo>
                      <a:pt x="52504" y="46586"/>
                    </a:lnTo>
                    <a:lnTo>
                      <a:pt x="54891" y="36271"/>
                    </a:lnTo>
                    <a:lnTo>
                      <a:pt x="57277" y="26372"/>
                    </a:lnTo>
                    <a:lnTo>
                      <a:pt x="59664" y="17372"/>
                    </a:lnTo>
                    <a:lnTo>
                      <a:pt x="62050" y="9799"/>
                    </a:lnTo>
                    <a:lnTo>
                      <a:pt x="64437" y="4152"/>
                    </a:lnTo>
                    <a:lnTo>
                      <a:pt x="66823" y="815"/>
                    </a:lnTo>
                    <a:lnTo>
                      <a:pt x="69210" y="0"/>
                    </a:lnTo>
                    <a:lnTo>
                      <a:pt x="71596" y="1704"/>
                    </a:lnTo>
                    <a:lnTo>
                      <a:pt x="73983" y="5708"/>
                    </a:lnTo>
                    <a:lnTo>
                      <a:pt x="76370" y="11600"/>
                    </a:lnTo>
                    <a:lnTo>
                      <a:pt x="78756" y="18839"/>
                    </a:lnTo>
                    <a:lnTo>
                      <a:pt x="81143" y="26820"/>
                    </a:lnTo>
                    <a:lnTo>
                      <a:pt x="83529" y="34949"/>
                    </a:lnTo>
                    <a:lnTo>
                      <a:pt x="85916" y="42705"/>
                    </a:lnTo>
                    <a:lnTo>
                      <a:pt x="88302" y="49687"/>
                    </a:lnTo>
                    <a:lnTo>
                      <a:pt x="90689" y="55628"/>
                    </a:lnTo>
                    <a:lnTo>
                      <a:pt x="93075" y="60400"/>
                    </a:lnTo>
                    <a:lnTo>
                      <a:pt x="95462" y="63992"/>
                    </a:lnTo>
                    <a:lnTo>
                      <a:pt x="97848" y="66478"/>
                    </a:lnTo>
                    <a:lnTo>
                      <a:pt x="100235" y="6799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79" name="Surface grid line"/>
              <p:cNvSpPr/>
              <p:nvPr/>
            </p:nvSpPr>
            <p:spPr>
              <a:xfrm>
                <a:off x="8301133" y="721525"/>
                <a:ext cx="954738" cy="1310664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37603">
                    <a:moveTo>
                      <a:pt x="0" y="118057"/>
                    </a:moveTo>
                    <a:lnTo>
                      <a:pt x="2387" y="118727"/>
                    </a:lnTo>
                    <a:lnTo>
                      <a:pt x="4773" y="120115"/>
                    </a:lnTo>
                    <a:lnTo>
                      <a:pt x="7160" y="122269"/>
                    </a:lnTo>
                    <a:lnTo>
                      <a:pt x="9546" y="125119"/>
                    </a:lnTo>
                    <a:lnTo>
                      <a:pt x="11933" y="128446"/>
                    </a:lnTo>
                    <a:lnTo>
                      <a:pt x="14319" y="131872"/>
                    </a:lnTo>
                    <a:lnTo>
                      <a:pt x="16706" y="134896"/>
                    </a:lnTo>
                    <a:lnTo>
                      <a:pt x="19092" y="136972"/>
                    </a:lnTo>
                    <a:lnTo>
                      <a:pt x="21479" y="137603"/>
                    </a:lnTo>
                    <a:lnTo>
                      <a:pt x="23865" y="136439"/>
                    </a:lnTo>
                    <a:lnTo>
                      <a:pt x="26252" y="133352"/>
                    </a:lnTo>
                    <a:lnTo>
                      <a:pt x="28639" y="128447"/>
                    </a:lnTo>
                    <a:lnTo>
                      <a:pt x="31025" y="122025"/>
                    </a:lnTo>
                    <a:lnTo>
                      <a:pt x="33412" y="114496"/>
                    </a:lnTo>
                    <a:lnTo>
                      <a:pt x="35798" y="106279"/>
                    </a:lnTo>
                    <a:lnTo>
                      <a:pt x="38185" y="97708"/>
                    </a:lnTo>
                    <a:lnTo>
                      <a:pt x="40571" y="88981"/>
                    </a:lnTo>
                    <a:lnTo>
                      <a:pt x="42958" y="80160"/>
                    </a:lnTo>
                    <a:lnTo>
                      <a:pt x="45344" y="71204"/>
                    </a:lnTo>
                    <a:lnTo>
                      <a:pt x="47731" y="62042"/>
                    </a:lnTo>
                    <a:lnTo>
                      <a:pt x="50117" y="52641"/>
                    </a:lnTo>
                    <a:lnTo>
                      <a:pt x="52504" y="43073"/>
                    </a:lnTo>
                    <a:lnTo>
                      <a:pt x="54891" y="33545"/>
                    </a:lnTo>
                    <a:lnTo>
                      <a:pt x="57277" y="24400"/>
                    </a:lnTo>
                    <a:lnTo>
                      <a:pt x="59664" y="16082"/>
                    </a:lnTo>
                    <a:lnTo>
                      <a:pt x="62050" y="9081"/>
                    </a:lnTo>
                    <a:lnTo>
                      <a:pt x="64437" y="3856"/>
                    </a:lnTo>
                    <a:lnTo>
                      <a:pt x="66823" y="765"/>
                    </a:lnTo>
                    <a:lnTo>
                      <a:pt x="69210" y="0"/>
                    </a:lnTo>
                    <a:lnTo>
                      <a:pt x="71596" y="1558"/>
                    </a:lnTo>
                    <a:lnTo>
                      <a:pt x="73983" y="5234"/>
                    </a:lnTo>
                    <a:lnTo>
                      <a:pt x="76370" y="10643"/>
                    </a:lnTo>
                    <a:lnTo>
                      <a:pt x="78756" y="17283"/>
                    </a:lnTo>
                    <a:lnTo>
                      <a:pt x="81143" y="24589"/>
                    </a:lnTo>
                    <a:lnTo>
                      <a:pt x="83529" y="32011"/>
                    </a:lnTo>
                    <a:lnTo>
                      <a:pt x="85916" y="39065"/>
                    </a:lnTo>
                    <a:lnTo>
                      <a:pt x="88302" y="45379"/>
                    </a:lnTo>
                    <a:lnTo>
                      <a:pt x="90689" y="50708"/>
                    </a:lnTo>
                    <a:lnTo>
                      <a:pt x="93075" y="54935"/>
                    </a:lnTo>
                    <a:lnTo>
                      <a:pt x="95462" y="58052"/>
                    </a:lnTo>
                    <a:lnTo>
                      <a:pt x="97848" y="60133"/>
                    </a:lnTo>
                    <a:lnTo>
                      <a:pt x="100235" y="6130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0" name="Surface grid line"/>
              <p:cNvSpPr/>
              <p:nvPr/>
            </p:nvSpPr>
            <p:spPr>
              <a:xfrm>
                <a:off x="8328521" y="850439"/>
                <a:ext cx="954738" cy="11496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20695">
                    <a:moveTo>
                      <a:pt x="0" y="104462"/>
                    </a:moveTo>
                    <a:lnTo>
                      <a:pt x="2387" y="104831"/>
                    </a:lnTo>
                    <a:lnTo>
                      <a:pt x="4773" y="105865"/>
                    </a:lnTo>
                    <a:lnTo>
                      <a:pt x="7160" y="107612"/>
                    </a:lnTo>
                    <a:lnTo>
                      <a:pt x="9546" y="110009"/>
                    </a:lnTo>
                    <a:lnTo>
                      <a:pt x="11933" y="112859"/>
                    </a:lnTo>
                    <a:lnTo>
                      <a:pt x="14319" y="115819"/>
                    </a:lnTo>
                    <a:lnTo>
                      <a:pt x="16706" y="118435"/>
                    </a:lnTo>
                    <a:lnTo>
                      <a:pt x="19092" y="120211"/>
                    </a:lnTo>
                    <a:lnTo>
                      <a:pt x="21479" y="120695"/>
                    </a:lnTo>
                    <a:lnTo>
                      <a:pt x="23865" y="119573"/>
                    </a:lnTo>
                    <a:lnTo>
                      <a:pt x="26252" y="116727"/>
                    </a:lnTo>
                    <a:lnTo>
                      <a:pt x="28639" y="112256"/>
                    </a:lnTo>
                    <a:lnTo>
                      <a:pt x="31025" y="106439"/>
                    </a:lnTo>
                    <a:lnTo>
                      <a:pt x="33412" y="99654"/>
                    </a:lnTo>
                    <a:lnTo>
                      <a:pt x="35798" y="92287"/>
                    </a:lnTo>
                    <a:lnTo>
                      <a:pt x="38185" y="84648"/>
                    </a:lnTo>
                    <a:lnTo>
                      <a:pt x="40571" y="76926"/>
                    </a:lnTo>
                    <a:lnTo>
                      <a:pt x="42958" y="69179"/>
                    </a:lnTo>
                    <a:lnTo>
                      <a:pt x="45344" y="61374"/>
                    </a:lnTo>
                    <a:lnTo>
                      <a:pt x="47731" y="53441"/>
                    </a:lnTo>
                    <a:lnTo>
                      <a:pt x="50117" y="45343"/>
                    </a:lnTo>
                    <a:lnTo>
                      <a:pt x="52504" y="37130"/>
                    </a:lnTo>
                    <a:lnTo>
                      <a:pt x="54891" y="28965"/>
                    </a:lnTo>
                    <a:lnTo>
                      <a:pt x="57277" y="21131"/>
                    </a:lnTo>
                    <a:lnTo>
                      <a:pt x="59664" y="14001"/>
                    </a:lnTo>
                    <a:lnTo>
                      <a:pt x="62050" y="7983"/>
                    </a:lnTo>
                    <a:lnTo>
                      <a:pt x="64437" y="3466"/>
                    </a:lnTo>
                    <a:lnTo>
                      <a:pt x="66823" y="751"/>
                    </a:lnTo>
                    <a:lnTo>
                      <a:pt x="69210" y="0"/>
                    </a:lnTo>
                    <a:lnTo>
                      <a:pt x="71596" y="1208"/>
                    </a:lnTo>
                    <a:lnTo>
                      <a:pt x="73983" y="4197"/>
                    </a:lnTo>
                    <a:lnTo>
                      <a:pt x="76370" y="8641"/>
                    </a:lnTo>
                    <a:lnTo>
                      <a:pt x="78756" y="14110"/>
                    </a:lnTo>
                    <a:lnTo>
                      <a:pt x="81143" y="20125"/>
                    </a:lnTo>
                    <a:lnTo>
                      <a:pt x="83529" y="26215"/>
                    </a:lnTo>
                    <a:lnTo>
                      <a:pt x="85916" y="31970"/>
                    </a:lnTo>
                    <a:lnTo>
                      <a:pt x="88302" y="37076"/>
                    </a:lnTo>
                    <a:lnTo>
                      <a:pt x="90689" y="41325"/>
                    </a:lnTo>
                    <a:lnTo>
                      <a:pt x="93075" y="44620"/>
                    </a:lnTo>
                    <a:lnTo>
                      <a:pt x="95462" y="46957"/>
                    </a:lnTo>
                    <a:lnTo>
                      <a:pt x="97848" y="48403"/>
                    </a:lnTo>
                    <a:lnTo>
                      <a:pt x="100235" y="4906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1" name="Surface grid line"/>
              <p:cNvSpPr/>
              <p:nvPr/>
            </p:nvSpPr>
            <p:spPr>
              <a:xfrm>
                <a:off x="8355908" y="1007235"/>
                <a:ext cx="954738" cy="95684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00456">
                    <a:moveTo>
                      <a:pt x="0" y="87680"/>
                    </a:moveTo>
                    <a:lnTo>
                      <a:pt x="2387" y="87751"/>
                    </a:lnTo>
                    <a:lnTo>
                      <a:pt x="4773" y="88426"/>
                    </a:lnTo>
                    <a:lnTo>
                      <a:pt x="7160" y="89750"/>
                    </a:lnTo>
                    <a:lnTo>
                      <a:pt x="9546" y="91669"/>
                    </a:lnTo>
                    <a:lnTo>
                      <a:pt x="11933" y="94009"/>
                    </a:lnTo>
                    <a:lnTo>
                      <a:pt x="14319" y="96470"/>
                    </a:lnTo>
                    <a:lnTo>
                      <a:pt x="16706" y="98650"/>
                    </a:lnTo>
                    <a:lnTo>
                      <a:pt x="19092" y="100112"/>
                    </a:lnTo>
                    <a:lnTo>
                      <a:pt x="21479" y="100456"/>
                    </a:lnTo>
                    <a:lnTo>
                      <a:pt x="23865" y="99406"/>
                    </a:lnTo>
                    <a:lnTo>
                      <a:pt x="26252" y="96862"/>
                    </a:lnTo>
                    <a:lnTo>
                      <a:pt x="28639" y="92914"/>
                    </a:lnTo>
                    <a:lnTo>
                      <a:pt x="31025" y="87816"/>
                    </a:lnTo>
                    <a:lnTo>
                      <a:pt x="33412" y="81909"/>
                    </a:lnTo>
                    <a:lnTo>
                      <a:pt x="35798" y="75544"/>
                    </a:lnTo>
                    <a:lnTo>
                      <a:pt x="38185" y="69007"/>
                    </a:lnTo>
                    <a:lnTo>
                      <a:pt x="40571" y="62474"/>
                    </a:lnTo>
                    <a:lnTo>
                      <a:pt x="42958" y="56006"/>
                    </a:lnTo>
                    <a:lnTo>
                      <a:pt x="45344" y="49576"/>
                    </a:lnTo>
                    <a:lnTo>
                      <a:pt x="47731" y="43122"/>
                    </a:lnTo>
                    <a:lnTo>
                      <a:pt x="50117" y="36598"/>
                    </a:lnTo>
                    <a:lnTo>
                      <a:pt x="52504" y="30024"/>
                    </a:lnTo>
                    <a:lnTo>
                      <a:pt x="54891" y="23513"/>
                    </a:lnTo>
                    <a:lnTo>
                      <a:pt x="57277" y="17270"/>
                    </a:lnTo>
                    <a:lnTo>
                      <a:pt x="59664" y="11576"/>
                    </a:lnTo>
                    <a:lnTo>
                      <a:pt x="62050" y="6742"/>
                    </a:lnTo>
                    <a:lnTo>
                      <a:pt x="64437" y="3066"/>
                    </a:lnTo>
                    <a:lnTo>
                      <a:pt x="66823" y="777"/>
                    </a:lnTo>
                    <a:lnTo>
                      <a:pt x="69210" y="0"/>
                    </a:lnTo>
                    <a:lnTo>
                      <a:pt x="71596" y="729"/>
                    </a:lnTo>
                    <a:lnTo>
                      <a:pt x="73983" y="2825"/>
                    </a:lnTo>
                    <a:lnTo>
                      <a:pt x="76370" y="6032"/>
                    </a:lnTo>
                    <a:lnTo>
                      <a:pt x="78756" y="10014"/>
                    </a:lnTo>
                    <a:lnTo>
                      <a:pt x="81143" y="14397"/>
                    </a:lnTo>
                    <a:lnTo>
                      <a:pt x="83529" y="18815"/>
                    </a:lnTo>
                    <a:lnTo>
                      <a:pt x="85916" y="22951"/>
                    </a:lnTo>
                    <a:lnTo>
                      <a:pt x="88302" y="26559"/>
                    </a:lnTo>
                    <a:lnTo>
                      <a:pt x="90689" y="29481"/>
                    </a:lnTo>
                    <a:lnTo>
                      <a:pt x="93075" y="31644"/>
                    </a:lnTo>
                    <a:lnTo>
                      <a:pt x="95462" y="33048"/>
                    </a:lnTo>
                    <a:lnTo>
                      <a:pt x="97848" y="33748"/>
                    </a:lnTo>
                    <a:lnTo>
                      <a:pt x="100235" y="3383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2" name="Surface grid line"/>
              <p:cNvSpPr/>
              <p:nvPr/>
            </p:nvSpPr>
            <p:spPr>
              <a:xfrm>
                <a:off x="8383296" y="1164381"/>
                <a:ext cx="954738" cy="76303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0109">
                    <a:moveTo>
                      <a:pt x="0" y="70703"/>
                    </a:moveTo>
                    <a:lnTo>
                      <a:pt x="2387" y="70500"/>
                    </a:lnTo>
                    <a:lnTo>
                      <a:pt x="4773" y="70836"/>
                    </a:lnTo>
                    <a:lnTo>
                      <a:pt x="7160" y="71750"/>
                    </a:lnTo>
                    <a:lnTo>
                      <a:pt x="9546" y="73199"/>
                    </a:lnTo>
                    <a:lnTo>
                      <a:pt x="11933" y="75034"/>
                    </a:lnTo>
                    <a:lnTo>
                      <a:pt x="14319" y="76996"/>
                    </a:lnTo>
                    <a:lnTo>
                      <a:pt x="16706" y="78741"/>
                    </a:lnTo>
                    <a:lnTo>
                      <a:pt x="19092" y="79893"/>
                    </a:lnTo>
                    <a:lnTo>
                      <a:pt x="21479" y="80109"/>
                    </a:lnTo>
                    <a:lnTo>
                      <a:pt x="23865" y="79153"/>
                    </a:lnTo>
                    <a:lnTo>
                      <a:pt x="26252" y="76942"/>
                    </a:lnTo>
                    <a:lnTo>
                      <a:pt x="28639" y="73557"/>
                    </a:lnTo>
                    <a:lnTo>
                      <a:pt x="31025" y="69221"/>
                    </a:lnTo>
                    <a:lnTo>
                      <a:pt x="33412" y="64238"/>
                    </a:lnTo>
                    <a:lnTo>
                      <a:pt x="35798" y="58917"/>
                    </a:lnTo>
                    <a:lnTo>
                      <a:pt x="38185" y="53518"/>
                    </a:lnTo>
                    <a:lnTo>
                      <a:pt x="40571" y="48201"/>
                    </a:lnTo>
                    <a:lnTo>
                      <a:pt x="42958" y="43030"/>
                    </a:lnTo>
                    <a:lnTo>
                      <a:pt x="45344" y="37985"/>
                    </a:lnTo>
                    <a:lnTo>
                      <a:pt x="47731" y="33009"/>
                    </a:lnTo>
                    <a:lnTo>
                      <a:pt x="50117" y="28053"/>
                    </a:lnTo>
                    <a:lnTo>
                      <a:pt x="52504" y="23108"/>
                    </a:lnTo>
                    <a:lnTo>
                      <a:pt x="54891" y="18235"/>
                    </a:lnTo>
                    <a:lnTo>
                      <a:pt x="57277" y="13564"/>
                    </a:lnTo>
                    <a:lnTo>
                      <a:pt x="59664" y="9284"/>
                    </a:lnTo>
                    <a:lnTo>
                      <a:pt x="62050" y="5606"/>
                    </a:lnTo>
                    <a:lnTo>
                      <a:pt x="64437" y="2739"/>
                    </a:lnTo>
                    <a:lnTo>
                      <a:pt x="66823" y="841"/>
                    </a:lnTo>
                    <a:lnTo>
                      <a:pt x="69210" y="0"/>
                    </a:lnTo>
                    <a:lnTo>
                      <a:pt x="71596" y="209"/>
                    </a:lnTo>
                    <a:lnTo>
                      <a:pt x="73983" y="1368"/>
                    </a:lnTo>
                    <a:lnTo>
                      <a:pt x="76370" y="3295"/>
                    </a:lnTo>
                    <a:lnTo>
                      <a:pt x="78756" y="5749"/>
                    </a:lnTo>
                    <a:lnTo>
                      <a:pt x="81143" y="8463"/>
                    </a:lnTo>
                    <a:lnTo>
                      <a:pt x="83529" y="11179"/>
                    </a:lnTo>
                    <a:lnTo>
                      <a:pt x="85916" y="13670"/>
                    </a:lnTo>
                    <a:lnTo>
                      <a:pt x="88302" y="15765"/>
                    </a:lnTo>
                    <a:lnTo>
                      <a:pt x="90689" y="17353"/>
                    </a:lnTo>
                    <a:lnTo>
                      <a:pt x="93075" y="18386"/>
                    </a:lnTo>
                    <a:lnTo>
                      <a:pt x="95462" y="18867"/>
                    </a:lnTo>
                    <a:lnTo>
                      <a:pt x="97848" y="18841"/>
                    </a:lnTo>
                    <a:lnTo>
                      <a:pt x="100235" y="1837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3" name="Surface grid line"/>
              <p:cNvSpPr/>
              <p:nvPr/>
            </p:nvSpPr>
            <p:spPr>
              <a:xfrm>
                <a:off x="8410684" y="1297959"/>
                <a:ext cx="954738" cy="59505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2473">
                    <a:moveTo>
                      <a:pt x="0" y="56153"/>
                    </a:moveTo>
                    <a:lnTo>
                      <a:pt x="2387" y="55718"/>
                    </a:lnTo>
                    <a:lnTo>
                      <a:pt x="4773" y="55755"/>
                    </a:lnTo>
                    <a:lnTo>
                      <a:pt x="7160" y="56300"/>
                    </a:lnTo>
                    <a:lnTo>
                      <a:pt x="9546" y="57315"/>
                    </a:lnTo>
                    <a:lnTo>
                      <a:pt x="11933" y="58677"/>
                    </a:lnTo>
                    <a:lnTo>
                      <a:pt x="14319" y="60170"/>
                    </a:lnTo>
                    <a:lnTo>
                      <a:pt x="16706" y="61505"/>
                    </a:lnTo>
                    <a:lnTo>
                      <a:pt x="19092" y="62368"/>
                    </a:lnTo>
                    <a:lnTo>
                      <a:pt x="21479" y="62473"/>
                    </a:lnTo>
                    <a:lnTo>
                      <a:pt x="23865" y="61621"/>
                    </a:lnTo>
                    <a:lnTo>
                      <a:pt x="26252" y="59745"/>
                    </a:lnTo>
                    <a:lnTo>
                      <a:pt x="28639" y="56916"/>
                    </a:lnTo>
                    <a:lnTo>
                      <a:pt x="31025" y="53324"/>
                    </a:lnTo>
                    <a:lnTo>
                      <a:pt x="33412" y="49230"/>
                    </a:lnTo>
                    <a:lnTo>
                      <a:pt x="35798" y="44902"/>
                    </a:lnTo>
                    <a:lnTo>
                      <a:pt x="38185" y="40565"/>
                    </a:lnTo>
                    <a:lnTo>
                      <a:pt x="40571" y="36363"/>
                    </a:lnTo>
                    <a:lnTo>
                      <a:pt x="42958" y="32357"/>
                    </a:lnTo>
                    <a:lnTo>
                      <a:pt x="45344" y="28535"/>
                    </a:lnTo>
                    <a:lnTo>
                      <a:pt x="47731" y="24847"/>
                    </a:lnTo>
                    <a:lnTo>
                      <a:pt x="50117" y="21239"/>
                    </a:lnTo>
                    <a:lnTo>
                      <a:pt x="52504" y="17684"/>
                    </a:lnTo>
                    <a:lnTo>
                      <a:pt x="54891" y="14200"/>
                    </a:lnTo>
                    <a:lnTo>
                      <a:pt x="57277" y="10854"/>
                    </a:lnTo>
                    <a:lnTo>
                      <a:pt x="59664" y="7757"/>
                    </a:lnTo>
                    <a:lnTo>
                      <a:pt x="62050" y="5038"/>
                    </a:lnTo>
                    <a:lnTo>
                      <a:pt x="64437" y="2826"/>
                    </a:lnTo>
                    <a:lnTo>
                      <a:pt x="66823" y="1223"/>
                    </a:lnTo>
                    <a:lnTo>
                      <a:pt x="69210" y="283"/>
                    </a:lnTo>
                    <a:lnTo>
                      <a:pt x="71596" y="0"/>
                    </a:lnTo>
                    <a:lnTo>
                      <a:pt x="73983" y="310"/>
                    </a:lnTo>
                    <a:lnTo>
                      <a:pt x="76370" y="1093"/>
                    </a:lnTo>
                    <a:lnTo>
                      <a:pt x="78756" y="2193"/>
                    </a:lnTo>
                    <a:lnTo>
                      <a:pt x="81143" y="3438"/>
                    </a:lnTo>
                    <a:lnTo>
                      <a:pt x="83529" y="4661"/>
                    </a:lnTo>
                    <a:lnTo>
                      <a:pt x="85916" y="5716"/>
                    </a:lnTo>
                    <a:lnTo>
                      <a:pt x="88302" y="6495"/>
                    </a:lnTo>
                    <a:lnTo>
                      <a:pt x="90689" y="6929"/>
                    </a:lnTo>
                    <a:lnTo>
                      <a:pt x="93075" y="6990"/>
                    </a:lnTo>
                    <a:lnTo>
                      <a:pt x="95462" y="6687"/>
                    </a:lnTo>
                    <a:lnTo>
                      <a:pt x="97848" y="6051"/>
                    </a:lnTo>
                    <a:lnTo>
                      <a:pt x="100235" y="513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4" name="Surface grid line"/>
              <p:cNvSpPr/>
              <p:nvPr/>
            </p:nvSpPr>
            <p:spPr>
              <a:xfrm>
                <a:off x="8438072" y="1351981"/>
                <a:ext cx="954738" cy="511245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3674">
                    <a:moveTo>
                      <a:pt x="0" y="50018"/>
                    </a:moveTo>
                    <a:lnTo>
                      <a:pt x="2387" y="49404"/>
                    </a:lnTo>
                    <a:lnTo>
                      <a:pt x="4773" y="49199"/>
                    </a:lnTo>
                    <a:lnTo>
                      <a:pt x="7160" y="49430"/>
                    </a:lnTo>
                    <a:lnTo>
                      <a:pt x="9546" y="50069"/>
                    </a:lnTo>
                    <a:lnTo>
                      <a:pt x="11933" y="51014"/>
                    </a:lnTo>
                    <a:lnTo>
                      <a:pt x="14319" y="52089"/>
                    </a:lnTo>
                    <a:lnTo>
                      <a:pt x="16706" y="53058"/>
                    </a:lnTo>
                    <a:lnTo>
                      <a:pt x="19092" y="53664"/>
                    </a:lnTo>
                    <a:lnTo>
                      <a:pt x="21479" y="53674"/>
                    </a:lnTo>
                    <a:lnTo>
                      <a:pt x="23865" y="52926"/>
                    </a:lnTo>
                    <a:lnTo>
                      <a:pt x="26252" y="51364"/>
                    </a:lnTo>
                    <a:lnTo>
                      <a:pt x="28639" y="49048"/>
                    </a:lnTo>
                    <a:lnTo>
                      <a:pt x="31025" y="46134"/>
                    </a:lnTo>
                    <a:lnTo>
                      <a:pt x="33412" y="42839"/>
                    </a:lnTo>
                    <a:lnTo>
                      <a:pt x="35798" y="39386"/>
                    </a:lnTo>
                    <a:lnTo>
                      <a:pt x="38185" y="35963"/>
                    </a:lnTo>
                    <a:lnTo>
                      <a:pt x="40571" y="32696"/>
                    </a:lnTo>
                    <a:lnTo>
                      <a:pt x="42958" y="29638"/>
                    </a:lnTo>
                    <a:lnTo>
                      <a:pt x="45344" y="26783"/>
                    </a:lnTo>
                    <a:lnTo>
                      <a:pt x="47731" y="24088"/>
                    </a:lnTo>
                    <a:lnTo>
                      <a:pt x="50117" y="21500"/>
                    </a:lnTo>
                    <a:lnTo>
                      <a:pt x="52504" y="18980"/>
                    </a:lnTo>
                    <a:lnTo>
                      <a:pt x="54891" y="16518"/>
                    </a:lnTo>
                    <a:lnTo>
                      <a:pt x="57277" y="14139"/>
                    </a:lnTo>
                    <a:lnTo>
                      <a:pt x="59664" y="11894"/>
                    </a:lnTo>
                    <a:lnTo>
                      <a:pt x="62050" y="9853"/>
                    </a:lnTo>
                    <a:lnTo>
                      <a:pt x="64437" y="8088"/>
                    </a:lnTo>
                    <a:lnTo>
                      <a:pt x="66823" y="6657"/>
                    </a:lnTo>
                    <a:lnTo>
                      <a:pt x="69210" y="5590"/>
                    </a:lnTo>
                    <a:lnTo>
                      <a:pt x="71596" y="4886"/>
                    </a:lnTo>
                    <a:lnTo>
                      <a:pt x="73983" y="4505"/>
                    </a:lnTo>
                    <a:lnTo>
                      <a:pt x="76370" y="4379"/>
                    </a:lnTo>
                    <a:lnTo>
                      <a:pt x="78756" y="4416"/>
                    </a:lnTo>
                    <a:lnTo>
                      <a:pt x="81143" y="4516"/>
                    </a:lnTo>
                    <a:lnTo>
                      <a:pt x="83529" y="4582"/>
                    </a:lnTo>
                    <a:lnTo>
                      <a:pt x="85916" y="4531"/>
                    </a:lnTo>
                    <a:lnTo>
                      <a:pt x="88302" y="4303"/>
                    </a:lnTo>
                    <a:lnTo>
                      <a:pt x="90689" y="3860"/>
                    </a:lnTo>
                    <a:lnTo>
                      <a:pt x="93075" y="3192"/>
                    </a:lnTo>
                    <a:lnTo>
                      <a:pt x="95462" y="2308"/>
                    </a:lnTo>
                    <a:lnTo>
                      <a:pt x="97848" y="1232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5" name="Surface grid line"/>
              <p:cNvSpPr/>
              <p:nvPr/>
            </p:nvSpPr>
            <p:spPr>
              <a:xfrm>
                <a:off x="8465460" y="1355589"/>
                <a:ext cx="954738" cy="48480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0898">
                    <a:moveTo>
                      <a:pt x="0" y="49340"/>
                    </a:moveTo>
                    <a:lnTo>
                      <a:pt x="2387" y="48607"/>
                    </a:lnTo>
                    <a:lnTo>
                      <a:pt x="4773" y="48222"/>
                    </a:lnTo>
                    <a:lnTo>
                      <a:pt x="7160" y="48207"/>
                    </a:lnTo>
                    <a:lnTo>
                      <a:pt x="9546" y="48538"/>
                    </a:lnTo>
                    <a:lnTo>
                      <a:pt x="11933" y="49135"/>
                    </a:lnTo>
                    <a:lnTo>
                      <a:pt x="14319" y="49855"/>
                    </a:lnTo>
                    <a:lnTo>
                      <a:pt x="16706" y="50511"/>
                    </a:lnTo>
                    <a:lnTo>
                      <a:pt x="19092" y="50898"/>
                    </a:lnTo>
                    <a:lnTo>
                      <a:pt x="21479" y="50828"/>
                    </a:lnTo>
                    <a:lnTo>
                      <a:pt x="23865" y="50173"/>
                    </a:lnTo>
                    <a:lnTo>
                      <a:pt x="26252" y="48886"/>
                    </a:lnTo>
                    <a:lnTo>
                      <a:pt x="28639" y="47015"/>
                    </a:lnTo>
                    <a:lnTo>
                      <a:pt x="31025" y="44683"/>
                    </a:lnTo>
                    <a:lnTo>
                      <a:pt x="33412" y="42062"/>
                    </a:lnTo>
                    <a:lnTo>
                      <a:pt x="35798" y="39332"/>
                    </a:lnTo>
                    <a:lnTo>
                      <a:pt x="38185" y="36644"/>
                    </a:lnTo>
                    <a:lnTo>
                      <a:pt x="40571" y="34102"/>
                    </a:lnTo>
                    <a:lnTo>
                      <a:pt x="42958" y="31751"/>
                    </a:lnTo>
                    <a:lnTo>
                      <a:pt x="45344" y="29587"/>
                    </a:lnTo>
                    <a:lnTo>
                      <a:pt x="47731" y="27573"/>
                    </a:lnTo>
                    <a:lnTo>
                      <a:pt x="50117" y="25663"/>
                    </a:lnTo>
                    <a:lnTo>
                      <a:pt x="52504" y="23814"/>
                    </a:lnTo>
                    <a:lnTo>
                      <a:pt x="54891" y="22003"/>
                    </a:lnTo>
                    <a:lnTo>
                      <a:pt x="57277" y="20226"/>
                    </a:lnTo>
                    <a:lnTo>
                      <a:pt x="59664" y="18502"/>
                    </a:lnTo>
                    <a:lnTo>
                      <a:pt x="62050" y="16861"/>
                    </a:lnTo>
                    <a:lnTo>
                      <a:pt x="64437" y="15339"/>
                    </a:lnTo>
                    <a:lnTo>
                      <a:pt x="66823" y="13965"/>
                    </a:lnTo>
                    <a:lnTo>
                      <a:pt x="69210" y="12758"/>
                    </a:lnTo>
                    <a:lnTo>
                      <a:pt x="71596" y="11716"/>
                    </a:lnTo>
                    <a:lnTo>
                      <a:pt x="73983" y="10822"/>
                    </a:lnTo>
                    <a:lnTo>
                      <a:pt x="76370" y="10039"/>
                    </a:lnTo>
                    <a:lnTo>
                      <a:pt x="78756" y="9323"/>
                    </a:lnTo>
                    <a:lnTo>
                      <a:pt x="81143" y="8622"/>
                    </a:lnTo>
                    <a:lnTo>
                      <a:pt x="83529" y="7887"/>
                    </a:lnTo>
                    <a:lnTo>
                      <a:pt x="85916" y="7079"/>
                    </a:lnTo>
                    <a:lnTo>
                      <a:pt x="88302" y="6168"/>
                    </a:lnTo>
                    <a:lnTo>
                      <a:pt x="90689" y="5141"/>
                    </a:lnTo>
                    <a:lnTo>
                      <a:pt x="93075" y="3996"/>
                    </a:lnTo>
                    <a:lnTo>
                      <a:pt x="95462" y="2745"/>
                    </a:lnTo>
                    <a:lnTo>
                      <a:pt x="97848" y="140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6" name="Surface grid line"/>
              <p:cNvSpPr/>
              <p:nvPr/>
            </p:nvSpPr>
            <p:spPr>
              <a:xfrm>
                <a:off x="8492847" y="1358819"/>
                <a:ext cx="954738" cy="46625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950">
                    <a:moveTo>
                      <a:pt x="0" y="48950"/>
                    </a:moveTo>
                    <a:lnTo>
                      <a:pt x="2387" y="48156"/>
                    </a:lnTo>
                    <a:lnTo>
                      <a:pt x="4773" y="47653"/>
                    </a:lnTo>
                    <a:lnTo>
                      <a:pt x="7160" y="47460"/>
                    </a:lnTo>
                    <a:lnTo>
                      <a:pt x="9546" y="47555"/>
                    </a:lnTo>
                    <a:lnTo>
                      <a:pt x="11933" y="47875"/>
                    </a:lnTo>
                    <a:lnTo>
                      <a:pt x="14319" y="48307"/>
                    </a:lnTo>
                    <a:lnTo>
                      <a:pt x="16706" y="48705"/>
                    </a:lnTo>
                    <a:lnTo>
                      <a:pt x="19092" y="48909"/>
                    </a:lnTo>
                    <a:lnTo>
                      <a:pt x="21479" y="48771"/>
                    </a:lnTo>
                    <a:lnTo>
                      <a:pt x="23865" y="48190"/>
                    </a:lnTo>
                    <a:lnTo>
                      <a:pt x="26252" y="47127"/>
                    </a:lnTo>
                    <a:lnTo>
                      <a:pt x="28639" y="45618"/>
                    </a:lnTo>
                    <a:lnTo>
                      <a:pt x="31025" y="43756"/>
                    </a:lnTo>
                    <a:lnTo>
                      <a:pt x="33412" y="41671"/>
                    </a:lnTo>
                    <a:lnTo>
                      <a:pt x="35798" y="39503"/>
                    </a:lnTo>
                    <a:lnTo>
                      <a:pt x="38185" y="37369"/>
                    </a:lnTo>
                    <a:lnTo>
                      <a:pt x="40571" y="35350"/>
                    </a:lnTo>
                    <a:lnTo>
                      <a:pt x="42958" y="33481"/>
                    </a:lnTo>
                    <a:lnTo>
                      <a:pt x="45344" y="31761"/>
                    </a:lnTo>
                    <a:lnTo>
                      <a:pt x="47731" y="30159"/>
                    </a:lnTo>
                    <a:lnTo>
                      <a:pt x="50117" y="28636"/>
                    </a:lnTo>
                    <a:lnTo>
                      <a:pt x="52504" y="27154"/>
                    </a:lnTo>
                    <a:lnTo>
                      <a:pt x="54891" y="25684"/>
                    </a:lnTo>
                    <a:lnTo>
                      <a:pt x="57277" y="24212"/>
                    </a:lnTo>
                    <a:lnTo>
                      <a:pt x="59664" y="22740"/>
                    </a:lnTo>
                    <a:lnTo>
                      <a:pt x="62050" y="21276"/>
                    </a:lnTo>
                    <a:lnTo>
                      <a:pt x="64437" y="19836"/>
                    </a:lnTo>
                    <a:lnTo>
                      <a:pt x="66823" y="18436"/>
                    </a:lnTo>
                    <a:lnTo>
                      <a:pt x="69210" y="17086"/>
                    </a:lnTo>
                    <a:lnTo>
                      <a:pt x="71596" y="15789"/>
                    </a:lnTo>
                    <a:lnTo>
                      <a:pt x="73983" y="14538"/>
                    </a:lnTo>
                    <a:lnTo>
                      <a:pt x="76370" y="13322"/>
                    </a:lnTo>
                    <a:lnTo>
                      <a:pt x="78756" y="12121"/>
                    </a:lnTo>
                    <a:lnTo>
                      <a:pt x="81143" y="10916"/>
                    </a:lnTo>
                    <a:lnTo>
                      <a:pt x="83529" y="9687"/>
                    </a:lnTo>
                    <a:lnTo>
                      <a:pt x="85916" y="8420"/>
                    </a:lnTo>
                    <a:lnTo>
                      <a:pt x="88302" y="7108"/>
                    </a:lnTo>
                    <a:lnTo>
                      <a:pt x="90689" y="5747"/>
                    </a:lnTo>
                    <a:lnTo>
                      <a:pt x="93075" y="4344"/>
                    </a:lnTo>
                    <a:lnTo>
                      <a:pt x="95462" y="2909"/>
                    </a:lnTo>
                    <a:lnTo>
                      <a:pt x="97848" y="145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7" name="Surface grid line"/>
              <p:cNvSpPr/>
              <p:nvPr/>
            </p:nvSpPr>
            <p:spPr>
              <a:xfrm>
                <a:off x="8520235" y="1362851"/>
                <a:ext cx="954738" cy="46470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788">
                    <a:moveTo>
                      <a:pt x="0" y="48788"/>
                    </a:moveTo>
                    <a:lnTo>
                      <a:pt x="2387" y="47983"/>
                    </a:lnTo>
                    <a:lnTo>
                      <a:pt x="4773" y="47419"/>
                    </a:lnTo>
                    <a:lnTo>
                      <a:pt x="7160" y="47108"/>
                    </a:lnTo>
                    <a:lnTo>
                      <a:pt x="9546" y="47033"/>
                    </a:lnTo>
                    <a:lnTo>
                      <a:pt x="11933" y="47141"/>
                    </a:lnTo>
                    <a:lnTo>
                      <a:pt x="14319" y="47346"/>
                    </a:lnTo>
                    <a:lnTo>
                      <a:pt x="16706" y="47537"/>
                    </a:lnTo>
                    <a:lnTo>
                      <a:pt x="19092" y="47588"/>
                    </a:lnTo>
                    <a:lnTo>
                      <a:pt x="21479" y="47386"/>
                    </a:lnTo>
                    <a:lnTo>
                      <a:pt x="23865" y="46853"/>
                    </a:lnTo>
                    <a:lnTo>
                      <a:pt x="26252" y="45957"/>
                    </a:lnTo>
                    <a:lnTo>
                      <a:pt x="28639" y="44720"/>
                    </a:lnTo>
                    <a:lnTo>
                      <a:pt x="31025" y="43211"/>
                    </a:lnTo>
                    <a:lnTo>
                      <a:pt x="33412" y="41525"/>
                    </a:lnTo>
                    <a:lnTo>
                      <a:pt x="35798" y="39765"/>
                    </a:lnTo>
                    <a:lnTo>
                      <a:pt x="38185" y="38019"/>
                    </a:lnTo>
                    <a:lnTo>
                      <a:pt x="40571" y="36347"/>
                    </a:lnTo>
                    <a:lnTo>
                      <a:pt x="42958" y="34776"/>
                    </a:lnTo>
                    <a:lnTo>
                      <a:pt x="45344" y="33303"/>
                    </a:lnTo>
                    <a:lnTo>
                      <a:pt x="47731" y="31908"/>
                    </a:lnTo>
                    <a:lnTo>
                      <a:pt x="50117" y="30559"/>
                    </a:lnTo>
                    <a:lnTo>
                      <a:pt x="52504" y="29224"/>
                    </a:lnTo>
                    <a:lnTo>
                      <a:pt x="54891" y="27877"/>
                    </a:lnTo>
                    <a:lnTo>
                      <a:pt x="57277" y="26504"/>
                    </a:lnTo>
                    <a:lnTo>
                      <a:pt x="59664" y="25099"/>
                    </a:lnTo>
                    <a:lnTo>
                      <a:pt x="62050" y="23663"/>
                    </a:lnTo>
                    <a:lnTo>
                      <a:pt x="64437" y="22203"/>
                    </a:lnTo>
                    <a:lnTo>
                      <a:pt x="66823" y="20729"/>
                    </a:lnTo>
                    <a:lnTo>
                      <a:pt x="69210" y="19248"/>
                    </a:lnTo>
                    <a:lnTo>
                      <a:pt x="71596" y="17767"/>
                    </a:lnTo>
                    <a:lnTo>
                      <a:pt x="73983" y="16287"/>
                    </a:lnTo>
                    <a:lnTo>
                      <a:pt x="76370" y="14808"/>
                    </a:lnTo>
                    <a:lnTo>
                      <a:pt x="78756" y="13327"/>
                    </a:lnTo>
                    <a:lnTo>
                      <a:pt x="81143" y="11843"/>
                    </a:lnTo>
                    <a:lnTo>
                      <a:pt x="83529" y="10351"/>
                    </a:lnTo>
                    <a:lnTo>
                      <a:pt x="85916" y="8852"/>
                    </a:lnTo>
                    <a:lnTo>
                      <a:pt x="88302" y="7348"/>
                    </a:lnTo>
                    <a:lnTo>
                      <a:pt x="90689" y="5844"/>
                    </a:lnTo>
                    <a:lnTo>
                      <a:pt x="93075" y="4347"/>
                    </a:lnTo>
                    <a:lnTo>
                      <a:pt x="95462" y="2867"/>
                    </a:lnTo>
                    <a:lnTo>
                      <a:pt x="97848" y="1414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8" name="Surface grid line"/>
              <p:cNvSpPr/>
              <p:nvPr/>
            </p:nvSpPr>
            <p:spPr>
              <a:xfrm>
                <a:off x="8547623" y="1368667"/>
                <a:ext cx="954738" cy="46469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787">
                    <a:moveTo>
                      <a:pt x="0" y="48787"/>
                    </a:moveTo>
                    <a:lnTo>
                      <a:pt x="2387" y="48009"/>
                    </a:lnTo>
                    <a:lnTo>
                      <a:pt x="4773" y="47429"/>
                    </a:lnTo>
                    <a:lnTo>
                      <a:pt x="7160" y="47049"/>
                    </a:lnTo>
                    <a:lnTo>
                      <a:pt x="9546" y="46855"/>
                    </a:lnTo>
                    <a:lnTo>
                      <a:pt x="11933" y="46806"/>
                    </a:lnTo>
                    <a:lnTo>
                      <a:pt x="14319" y="46835"/>
                    </a:lnTo>
                    <a:lnTo>
                      <a:pt x="16706" y="46856"/>
                    </a:lnTo>
                    <a:lnTo>
                      <a:pt x="19092" y="46776"/>
                    </a:lnTo>
                    <a:lnTo>
                      <a:pt x="21479" y="46508"/>
                    </a:lnTo>
                    <a:lnTo>
                      <a:pt x="23865" y="45991"/>
                    </a:lnTo>
                    <a:lnTo>
                      <a:pt x="26252" y="45200"/>
                    </a:lnTo>
                    <a:lnTo>
                      <a:pt x="28639" y="44146"/>
                    </a:lnTo>
                    <a:lnTo>
                      <a:pt x="31025" y="42878"/>
                    </a:lnTo>
                    <a:lnTo>
                      <a:pt x="33412" y="41462"/>
                    </a:lnTo>
                    <a:lnTo>
                      <a:pt x="35798" y="39973"/>
                    </a:lnTo>
                    <a:lnTo>
                      <a:pt x="38185" y="38472"/>
                    </a:lnTo>
                    <a:lnTo>
                      <a:pt x="40571" y="37004"/>
                    </a:lnTo>
                    <a:lnTo>
                      <a:pt x="42958" y="35588"/>
                    </a:lnTo>
                    <a:lnTo>
                      <a:pt x="45344" y="34223"/>
                    </a:lnTo>
                    <a:lnTo>
                      <a:pt x="47731" y="32893"/>
                    </a:lnTo>
                    <a:lnTo>
                      <a:pt x="50117" y="31577"/>
                    </a:lnTo>
                    <a:lnTo>
                      <a:pt x="52504" y="30250"/>
                    </a:lnTo>
                    <a:lnTo>
                      <a:pt x="54891" y="28895"/>
                    </a:lnTo>
                    <a:lnTo>
                      <a:pt x="57277" y="27499"/>
                    </a:lnTo>
                    <a:lnTo>
                      <a:pt x="59664" y="26056"/>
                    </a:lnTo>
                    <a:lnTo>
                      <a:pt x="62050" y="24568"/>
                    </a:lnTo>
                    <a:lnTo>
                      <a:pt x="64437" y="23039"/>
                    </a:lnTo>
                    <a:lnTo>
                      <a:pt x="66823" y="21477"/>
                    </a:lnTo>
                    <a:lnTo>
                      <a:pt x="69210" y="19890"/>
                    </a:lnTo>
                    <a:lnTo>
                      <a:pt x="71596" y="18286"/>
                    </a:lnTo>
                    <a:lnTo>
                      <a:pt x="73983" y="16672"/>
                    </a:lnTo>
                    <a:lnTo>
                      <a:pt x="76370" y="15055"/>
                    </a:lnTo>
                    <a:lnTo>
                      <a:pt x="78756" y="13440"/>
                    </a:lnTo>
                    <a:lnTo>
                      <a:pt x="81143" y="11833"/>
                    </a:lnTo>
                    <a:lnTo>
                      <a:pt x="83529" y="10238"/>
                    </a:lnTo>
                    <a:lnTo>
                      <a:pt x="85916" y="8663"/>
                    </a:lnTo>
                    <a:lnTo>
                      <a:pt x="88302" y="7112"/>
                    </a:lnTo>
                    <a:lnTo>
                      <a:pt x="90689" y="5594"/>
                    </a:lnTo>
                    <a:lnTo>
                      <a:pt x="93075" y="4117"/>
                    </a:lnTo>
                    <a:lnTo>
                      <a:pt x="95462" y="2687"/>
                    </a:lnTo>
                    <a:lnTo>
                      <a:pt x="97848" y="1313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89" name="Surface grid line"/>
              <p:cNvSpPr/>
              <p:nvPr/>
            </p:nvSpPr>
            <p:spPr>
              <a:xfrm>
                <a:off x="8575011" y="1376926"/>
                <a:ext cx="954738" cy="46564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886">
                    <a:moveTo>
                      <a:pt x="0" y="48886"/>
                    </a:moveTo>
                    <a:lnTo>
                      <a:pt x="2387" y="48161"/>
                    </a:lnTo>
                    <a:lnTo>
                      <a:pt x="4773" y="47591"/>
                    </a:lnTo>
                    <a:lnTo>
                      <a:pt x="7160" y="47176"/>
                    </a:lnTo>
                    <a:lnTo>
                      <a:pt x="9546" y="46901"/>
                    </a:lnTo>
                    <a:lnTo>
                      <a:pt x="11933" y="46732"/>
                    </a:lnTo>
                    <a:lnTo>
                      <a:pt x="14319" y="46619"/>
                    </a:lnTo>
                    <a:lnTo>
                      <a:pt x="16706" y="46498"/>
                    </a:lnTo>
                    <a:lnTo>
                      <a:pt x="19092" y="46296"/>
                    </a:lnTo>
                    <a:lnTo>
                      <a:pt x="21479" y="45951"/>
                    </a:lnTo>
                    <a:lnTo>
                      <a:pt x="23865" y="45415"/>
                    </a:lnTo>
                    <a:lnTo>
                      <a:pt x="26252" y="44667"/>
                    </a:lnTo>
                    <a:lnTo>
                      <a:pt x="28639" y="43713"/>
                    </a:lnTo>
                    <a:lnTo>
                      <a:pt x="31025" y="42584"/>
                    </a:lnTo>
                    <a:lnTo>
                      <a:pt x="33412" y="41325"/>
                    </a:lnTo>
                    <a:lnTo>
                      <a:pt x="35798" y="39989"/>
                    </a:lnTo>
                    <a:lnTo>
                      <a:pt x="38185" y="38617"/>
                    </a:lnTo>
                    <a:lnTo>
                      <a:pt x="40571" y="37242"/>
                    </a:lnTo>
                    <a:lnTo>
                      <a:pt x="42958" y="35877"/>
                    </a:lnTo>
                    <a:lnTo>
                      <a:pt x="45344" y="34524"/>
                    </a:lnTo>
                    <a:lnTo>
                      <a:pt x="47731" y="33172"/>
                    </a:lnTo>
                    <a:lnTo>
                      <a:pt x="50117" y="31807"/>
                    </a:lnTo>
                    <a:lnTo>
                      <a:pt x="52504" y="30416"/>
                    </a:lnTo>
                    <a:lnTo>
                      <a:pt x="54891" y="28985"/>
                    </a:lnTo>
                    <a:lnTo>
                      <a:pt x="57277" y="27509"/>
                    </a:lnTo>
                    <a:lnTo>
                      <a:pt x="59664" y="25986"/>
                    </a:lnTo>
                    <a:lnTo>
                      <a:pt x="62050" y="24417"/>
                    </a:lnTo>
                    <a:lnTo>
                      <a:pt x="64437" y="22810"/>
                    </a:lnTo>
                    <a:lnTo>
                      <a:pt x="66823" y="21173"/>
                    </a:lnTo>
                    <a:lnTo>
                      <a:pt x="69210" y="19513"/>
                    </a:lnTo>
                    <a:lnTo>
                      <a:pt x="71596" y="17842"/>
                    </a:lnTo>
                    <a:lnTo>
                      <a:pt x="73983" y="16169"/>
                    </a:lnTo>
                    <a:lnTo>
                      <a:pt x="76370" y="14503"/>
                    </a:lnTo>
                    <a:lnTo>
                      <a:pt x="78756" y="12854"/>
                    </a:lnTo>
                    <a:lnTo>
                      <a:pt x="81143" y="11229"/>
                    </a:lnTo>
                    <a:lnTo>
                      <a:pt x="83529" y="9637"/>
                    </a:lnTo>
                    <a:lnTo>
                      <a:pt x="85916" y="8086"/>
                    </a:lnTo>
                    <a:lnTo>
                      <a:pt x="88302" y="6583"/>
                    </a:lnTo>
                    <a:lnTo>
                      <a:pt x="90689" y="5135"/>
                    </a:lnTo>
                    <a:lnTo>
                      <a:pt x="93075" y="3748"/>
                    </a:lnTo>
                    <a:lnTo>
                      <a:pt x="95462" y="2427"/>
                    </a:lnTo>
                    <a:lnTo>
                      <a:pt x="97848" y="1177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90" name="Surface grid line"/>
              <p:cNvSpPr/>
              <p:nvPr/>
            </p:nvSpPr>
            <p:spPr>
              <a:xfrm>
                <a:off x="8602399" y="1387936"/>
                <a:ext cx="954738" cy="46705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035">
                    <a:moveTo>
                      <a:pt x="0" y="49035"/>
                    </a:moveTo>
                    <a:lnTo>
                      <a:pt x="2387" y="48371"/>
                    </a:lnTo>
                    <a:lnTo>
                      <a:pt x="4773" y="47824"/>
                    </a:lnTo>
                    <a:lnTo>
                      <a:pt x="7160" y="47389"/>
                    </a:lnTo>
                    <a:lnTo>
                      <a:pt x="9546" y="47052"/>
                    </a:lnTo>
                    <a:lnTo>
                      <a:pt x="11933" y="46785"/>
                    </a:lnTo>
                    <a:lnTo>
                      <a:pt x="14319" y="46550"/>
                    </a:lnTo>
                    <a:lnTo>
                      <a:pt x="16706" y="46297"/>
                    </a:lnTo>
                    <a:lnTo>
                      <a:pt x="19092" y="45975"/>
                    </a:lnTo>
                    <a:lnTo>
                      <a:pt x="21479" y="45536"/>
                    </a:lnTo>
                    <a:lnTo>
                      <a:pt x="23865" y="44944"/>
                    </a:lnTo>
                    <a:lnTo>
                      <a:pt x="26252" y="44182"/>
                    </a:lnTo>
                    <a:lnTo>
                      <a:pt x="28639" y="43252"/>
                    </a:lnTo>
                    <a:lnTo>
                      <a:pt x="31025" y="42174"/>
                    </a:lnTo>
                    <a:lnTo>
                      <a:pt x="33412" y="40978"/>
                    </a:lnTo>
                    <a:lnTo>
                      <a:pt x="35798" y="39699"/>
                    </a:lnTo>
                    <a:lnTo>
                      <a:pt x="38185" y="38366"/>
                    </a:lnTo>
                    <a:lnTo>
                      <a:pt x="40571" y="37003"/>
                    </a:lnTo>
                    <a:lnTo>
                      <a:pt x="42958" y="35619"/>
                    </a:lnTo>
                    <a:lnTo>
                      <a:pt x="45344" y="34219"/>
                    </a:lnTo>
                    <a:lnTo>
                      <a:pt x="47731" y="32796"/>
                    </a:lnTo>
                    <a:lnTo>
                      <a:pt x="50117" y="31346"/>
                    </a:lnTo>
                    <a:lnTo>
                      <a:pt x="52504" y="29859"/>
                    </a:lnTo>
                    <a:lnTo>
                      <a:pt x="54891" y="28333"/>
                    </a:lnTo>
                    <a:lnTo>
                      <a:pt x="57277" y="26765"/>
                    </a:lnTo>
                    <a:lnTo>
                      <a:pt x="59664" y="25157"/>
                    </a:lnTo>
                    <a:lnTo>
                      <a:pt x="62050" y="23516"/>
                    </a:lnTo>
                    <a:lnTo>
                      <a:pt x="64437" y="21849"/>
                    </a:lnTo>
                    <a:lnTo>
                      <a:pt x="66823" y="20164"/>
                    </a:lnTo>
                    <a:lnTo>
                      <a:pt x="69210" y="18473"/>
                    </a:lnTo>
                    <a:lnTo>
                      <a:pt x="71596" y="16786"/>
                    </a:lnTo>
                    <a:lnTo>
                      <a:pt x="73983" y="15113"/>
                    </a:lnTo>
                    <a:lnTo>
                      <a:pt x="76370" y="13465"/>
                    </a:lnTo>
                    <a:lnTo>
                      <a:pt x="78756" y="11851"/>
                    </a:lnTo>
                    <a:lnTo>
                      <a:pt x="81143" y="10280"/>
                    </a:lnTo>
                    <a:lnTo>
                      <a:pt x="83529" y="8759"/>
                    </a:lnTo>
                    <a:lnTo>
                      <a:pt x="85916" y="7298"/>
                    </a:lnTo>
                    <a:lnTo>
                      <a:pt x="88302" y="5900"/>
                    </a:lnTo>
                    <a:lnTo>
                      <a:pt x="90689" y="4571"/>
                    </a:lnTo>
                    <a:lnTo>
                      <a:pt x="93075" y="3315"/>
                    </a:lnTo>
                    <a:lnTo>
                      <a:pt x="95462" y="2134"/>
                    </a:lnTo>
                    <a:lnTo>
                      <a:pt x="97848" y="1030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91" name="Surface grid line"/>
              <p:cNvSpPr/>
              <p:nvPr/>
            </p:nvSpPr>
            <p:spPr>
              <a:xfrm>
                <a:off x="8629786" y="1401677"/>
                <a:ext cx="954738" cy="46854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191">
                    <a:moveTo>
                      <a:pt x="0" y="49191"/>
                    </a:moveTo>
                    <a:lnTo>
                      <a:pt x="2387" y="48582"/>
                    </a:lnTo>
                    <a:lnTo>
                      <a:pt x="4773" y="48055"/>
                    </a:lnTo>
                    <a:lnTo>
                      <a:pt x="7160" y="47600"/>
                    </a:lnTo>
                    <a:lnTo>
                      <a:pt x="9546" y="47204"/>
                    </a:lnTo>
                    <a:lnTo>
                      <a:pt x="11933" y="46845"/>
                    </a:lnTo>
                    <a:lnTo>
                      <a:pt x="14319" y="46492"/>
                    </a:lnTo>
                    <a:lnTo>
                      <a:pt x="16706" y="46109"/>
                    </a:lnTo>
                    <a:lnTo>
                      <a:pt x="19092" y="45658"/>
                    </a:lnTo>
                    <a:lnTo>
                      <a:pt x="21479" y="45104"/>
                    </a:lnTo>
                    <a:lnTo>
                      <a:pt x="23865" y="44422"/>
                    </a:lnTo>
                    <a:lnTo>
                      <a:pt x="26252" y="43596"/>
                    </a:lnTo>
                    <a:lnTo>
                      <a:pt x="28639" y="42628"/>
                    </a:lnTo>
                    <a:lnTo>
                      <a:pt x="31025" y="41531"/>
                    </a:lnTo>
                    <a:lnTo>
                      <a:pt x="33412" y="40323"/>
                    </a:lnTo>
                    <a:lnTo>
                      <a:pt x="35798" y="39029"/>
                    </a:lnTo>
                    <a:lnTo>
                      <a:pt x="38185" y="37671"/>
                    </a:lnTo>
                    <a:lnTo>
                      <a:pt x="40571" y="36264"/>
                    </a:lnTo>
                    <a:lnTo>
                      <a:pt x="42958" y="34819"/>
                    </a:lnTo>
                    <a:lnTo>
                      <a:pt x="45344" y="33341"/>
                    </a:lnTo>
                    <a:lnTo>
                      <a:pt x="47731" y="31829"/>
                    </a:lnTo>
                    <a:lnTo>
                      <a:pt x="50117" y="30283"/>
                    </a:lnTo>
                    <a:lnTo>
                      <a:pt x="52504" y="28703"/>
                    </a:lnTo>
                    <a:lnTo>
                      <a:pt x="54891" y="27088"/>
                    </a:lnTo>
                    <a:lnTo>
                      <a:pt x="57277" y="25444"/>
                    </a:lnTo>
                    <a:lnTo>
                      <a:pt x="59664" y="23774"/>
                    </a:lnTo>
                    <a:lnTo>
                      <a:pt x="62050" y="22087"/>
                    </a:lnTo>
                    <a:lnTo>
                      <a:pt x="64437" y="20393"/>
                    </a:lnTo>
                    <a:lnTo>
                      <a:pt x="66823" y="18701"/>
                    </a:lnTo>
                    <a:lnTo>
                      <a:pt x="69210" y="17021"/>
                    </a:lnTo>
                    <a:lnTo>
                      <a:pt x="71596" y="15365"/>
                    </a:lnTo>
                    <a:lnTo>
                      <a:pt x="73983" y="13743"/>
                    </a:lnTo>
                    <a:lnTo>
                      <a:pt x="76370" y="12163"/>
                    </a:lnTo>
                    <a:lnTo>
                      <a:pt x="78756" y="10635"/>
                    </a:lnTo>
                    <a:lnTo>
                      <a:pt x="81143" y="9165"/>
                    </a:lnTo>
                    <a:lnTo>
                      <a:pt x="83529" y="7761"/>
                    </a:lnTo>
                    <a:lnTo>
                      <a:pt x="85916" y="6427"/>
                    </a:lnTo>
                    <a:lnTo>
                      <a:pt x="88302" y="5167"/>
                    </a:lnTo>
                    <a:lnTo>
                      <a:pt x="90689" y="3983"/>
                    </a:lnTo>
                    <a:lnTo>
                      <a:pt x="93075" y="2876"/>
                    </a:lnTo>
                    <a:lnTo>
                      <a:pt x="95462" y="1845"/>
                    </a:lnTo>
                    <a:lnTo>
                      <a:pt x="97848" y="888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92" name="Surface grid line"/>
              <p:cNvSpPr/>
              <p:nvPr/>
            </p:nvSpPr>
            <p:spPr>
              <a:xfrm>
                <a:off x="8657174" y="1417847"/>
                <a:ext cx="954738" cy="46978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321">
                    <a:moveTo>
                      <a:pt x="0" y="49321"/>
                    </a:moveTo>
                    <a:lnTo>
                      <a:pt x="2387" y="48749"/>
                    </a:lnTo>
                    <a:lnTo>
                      <a:pt x="4773" y="48223"/>
                    </a:lnTo>
                    <a:lnTo>
                      <a:pt x="7160" y="47735"/>
                    </a:lnTo>
                    <a:lnTo>
                      <a:pt x="9546" y="47271"/>
                    </a:lnTo>
                    <a:lnTo>
                      <a:pt x="11933" y="46812"/>
                    </a:lnTo>
                    <a:lnTo>
                      <a:pt x="14319" y="46336"/>
                    </a:lnTo>
                    <a:lnTo>
                      <a:pt x="16706" y="45816"/>
                    </a:lnTo>
                    <a:lnTo>
                      <a:pt x="19092" y="45223"/>
                    </a:lnTo>
                    <a:lnTo>
                      <a:pt x="21479" y="44534"/>
                    </a:lnTo>
                    <a:lnTo>
                      <a:pt x="23865" y="43730"/>
                    </a:lnTo>
                    <a:lnTo>
                      <a:pt x="26252" y="42802"/>
                    </a:lnTo>
                    <a:lnTo>
                      <a:pt x="28639" y="41748"/>
                    </a:lnTo>
                    <a:lnTo>
                      <a:pt x="31025" y="40579"/>
                    </a:lnTo>
                    <a:lnTo>
                      <a:pt x="33412" y="39307"/>
                    </a:lnTo>
                    <a:lnTo>
                      <a:pt x="35798" y="37951"/>
                    </a:lnTo>
                    <a:lnTo>
                      <a:pt x="38185" y="36525"/>
                    </a:lnTo>
                    <a:lnTo>
                      <a:pt x="40571" y="35045"/>
                    </a:lnTo>
                    <a:lnTo>
                      <a:pt x="42958" y="33519"/>
                    </a:lnTo>
                    <a:lnTo>
                      <a:pt x="45344" y="31955"/>
                    </a:lnTo>
                    <a:lnTo>
                      <a:pt x="47731" y="30357"/>
                    </a:lnTo>
                    <a:lnTo>
                      <a:pt x="50117" y="28728"/>
                    </a:lnTo>
                    <a:lnTo>
                      <a:pt x="52504" y="27073"/>
                    </a:lnTo>
                    <a:lnTo>
                      <a:pt x="54891" y="25397"/>
                    </a:lnTo>
                    <a:lnTo>
                      <a:pt x="57277" y="23707"/>
                    </a:lnTo>
                    <a:lnTo>
                      <a:pt x="59664" y="22010"/>
                    </a:lnTo>
                    <a:lnTo>
                      <a:pt x="62050" y="20317"/>
                    </a:lnTo>
                    <a:lnTo>
                      <a:pt x="64437" y="18636"/>
                    </a:lnTo>
                    <a:lnTo>
                      <a:pt x="66823" y="16978"/>
                    </a:lnTo>
                    <a:lnTo>
                      <a:pt x="69210" y="15353"/>
                    </a:lnTo>
                    <a:lnTo>
                      <a:pt x="71596" y="13771"/>
                    </a:lnTo>
                    <a:lnTo>
                      <a:pt x="73983" y="12239"/>
                    </a:lnTo>
                    <a:lnTo>
                      <a:pt x="76370" y="10767"/>
                    </a:lnTo>
                    <a:lnTo>
                      <a:pt x="78756" y="9360"/>
                    </a:lnTo>
                    <a:lnTo>
                      <a:pt x="81143" y="8024"/>
                    </a:lnTo>
                    <a:lnTo>
                      <a:pt x="83529" y="6761"/>
                    </a:lnTo>
                    <a:lnTo>
                      <a:pt x="85916" y="5576"/>
                    </a:lnTo>
                    <a:lnTo>
                      <a:pt x="88302" y="4467"/>
                    </a:lnTo>
                    <a:lnTo>
                      <a:pt x="90689" y="3435"/>
                    </a:lnTo>
                    <a:lnTo>
                      <a:pt x="93075" y="2477"/>
                    </a:lnTo>
                    <a:lnTo>
                      <a:pt x="95462" y="1589"/>
                    </a:lnTo>
                    <a:lnTo>
                      <a:pt x="97848" y="76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93" name="Surface grid line"/>
              <p:cNvSpPr/>
              <p:nvPr/>
            </p:nvSpPr>
            <p:spPr>
              <a:xfrm>
                <a:off x="8684562" y="1435918"/>
                <a:ext cx="954738" cy="47054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401">
                    <a:moveTo>
                      <a:pt x="0" y="49401"/>
                    </a:moveTo>
                    <a:lnTo>
                      <a:pt x="2387" y="48835"/>
                    </a:lnTo>
                    <a:lnTo>
                      <a:pt x="4773" y="48286"/>
                    </a:lnTo>
                    <a:lnTo>
                      <a:pt x="7160" y="47741"/>
                    </a:lnTo>
                    <a:lnTo>
                      <a:pt x="9546" y="47190"/>
                    </a:lnTo>
                    <a:lnTo>
                      <a:pt x="11933" y="46618"/>
                    </a:lnTo>
                    <a:lnTo>
                      <a:pt x="14319" y="46006"/>
                    </a:lnTo>
                    <a:lnTo>
                      <a:pt x="16706" y="45335"/>
                    </a:lnTo>
                    <a:lnTo>
                      <a:pt x="19092" y="44588"/>
                    </a:lnTo>
                    <a:lnTo>
                      <a:pt x="21479" y="43746"/>
                    </a:lnTo>
                    <a:lnTo>
                      <a:pt x="23865" y="42799"/>
                    </a:lnTo>
                    <a:lnTo>
                      <a:pt x="26252" y="41739"/>
                    </a:lnTo>
                    <a:lnTo>
                      <a:pt x="28639" y="40569"/>
                    </a:lnTo>
                    <a:lnTo>
                      <a:pt x="31025" y="39295"/>
                    </a:lnTo>
                    <a:lnTo>
                      <a:pt x="33412" y="37929"/>
                    </a:lnTo>
                    <a:lnTo>
                      <a:pt x="35798" y="36484"/>
                    </a:lnTo>
                    <a:lnTo>
                      <a:pt x="38185" y="34973"/>
                    </a:lnTo>
                    <a:lnTo>
                      <a:pt x="40571" y="33409"/>
                    </a:lnTo>
                    <a:lnTo>
                      <a:pt x="42958" y="31803"/>
                    </a:lnTo>
                    <a:lnTo>
                      <a:pt x="45344" y="30163"/>
                    </a:lnTo>
                    <a:lnTo>
                      <a:pt x="47731" y="28497"/>
                    </a:lnTo>
                    <a:lnTo>
                      <a:pt x="50117" y="26812"/>
                    </a:lnTo>
                    <a:lnTo>
                      <a:pt x="52504" y="25114"/>
                    </a:lnTo>
                    <a:lnTo>
                      <a:pt x="54891" y="23413"/>
                    </a:lnTo>
                    <a:lnTo>
                      <a:pt x="57277" y="21717"/>
                    </a:lnTo>
                    <a:lnTo>
                      <a:pt x="59664" y="20034"/>
                    </a:lnTo>
                    <a:lnTo>
                      <a:pt x="62050" y="18375"/>
                    </a:lnTo>
                    <a:lnTo>
                      <a:pt x="64437" y="16750"/>
                    </a:lnTo>
                    <a:lnTo>
                      <a:pt x="66823" y="15167"/>
                    </a:lnTo>
                    <a:lnTo>
                      <a:pt x="69210" y="13635"/>
                    </a:lnTo>
                    <a:lnTo>
                      <a:pt x="71596" y="12161"/>
                    </a:lnTo>
                    <a:lnTo>
                      <a:pt x="73983" y="10754"/>
                    </a:lnTo>
                    <a:lnTo>
                      <a:pt x="76370" y="9416"/>
                    </a:lnTo>
                    <a:lnTo>
                      <a:pt x="78756" y="8153"/>
                    </a:lnTo>
                    <a:lnTo>
                      <a:pt x="81143" y="6967"/>
                    </a:lnTo>
                    <a:lnTo>
                      <a:pt x="83529" y="5857"/>
                    </a:lnTo>
                    <a:lnTo>
                      <a:pt x="85916" y="4825"/>
                    </a:lnTo>
                    <a:lnTo>
                      <a:pt x="88302" y="3866"/>
                    </a:lnTo>
                    <a:lnTo>
                      <a:pt x="90689" y="2978"/>
                    </a:lnTo>
                    <a:lnTo>
                      <a:pt x="93075" y="2154"/>
                    </a:lnTo>
                    <a:lnTo>
                      <a:pt x="95462" y="1388"/>
                    </a:lnTo>
                    <a:lnTo>
                      <a:pt x="97848" y="673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594" name="Editable search space mesh 1118"/>
            <p:cNvGrpSpPr/>
            <p:nvPr/>
          </p:nvGrpSpPr>
          <p:grpSpPr>
            <a:xfrm>
              <a:off x="10648950" y="638175"/>
              <a:ext cx="2105025" cy="1438275"/>
              <a:chOff x="10648950" y="638175"/>
              <a:chExt cx="2105025" cy="1438275"/>
            </a:xfrm>
          </p:grpSpPr>
          <p:sp>
            <p:nvSpPr>
              <p:cNvPr id="5595" name="Surface mesh patch"/>
              <p:cNvSpPr/>
              <p:nvPr/>
            </p:nvSpPr>
            <p:spPr>
              <a:xfrm>
                <a:off x="11580956" y="1052054"/>
                <a:ext cx="50120" cy="148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63">
                    <a:moveTo>
                      <a:pt x="0" y="395"/>
                    </a:moveTo>
                    <a:lnTo>
                      <a:pt x="2875" y="1563"/>
                    </a:lnTo>
                    <a:lnTo>
                      <a:pt x="5262" y="12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96" name="Surface mesh patch"/>
              <p:cNvSpPr/>
              <p:nvPr/>
            </p:nvSpPr>
            <p:spPr>
              <a:xfrm>
                <a:off x="11558224" y="1055813"/>
                <a:ext cx="50120" cy="134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0">
                    <a:moveTo>
                      <a:pt x="0" y="390"/>
                    </a:moveTo>
                    <a:lnTo>
                      <a:pt x="2875" y="1410"/>
                    </a:lnTo>
                    <a:lnTo>
                      <a:pt x="5262" y="11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97" name="Surface mesh patch"/>
              <p:cNvSpPr/>
              <p:nvPr/>
            </p:nvSpPr>
            <p:spPr>
              <a:xfrm>
                <a:off x="11608344" y="1064363"/>
                <a:ext cx="50120" cy="84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8">
                    <a:moveTo>
                      <a:pt x="0" y="271"/>
                    </a:moveTo>
                    <a:lnTo>
                      <a:pt x="2875" y="888"/>
                    </a:lnTo>
                    <a:lnTo>
                      <a:pt x="5262" y="7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98" name="Surface mesh patch"/>
              <p:cNvSpPr/>
              <p:nvPr/>
            </p:nvSpPr>
            <p:spPr>
              <a:xfrm>
                <a:off x="11535493" y="1059532"/>
                <a:ext cx="50120" cy="120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65">
                    <a:moveTo>
                      <a:pt x="0" y="410"/>
                    </a:moveTo>
                    <a:lnTo>
                      <a:pt x="2875" y="1265"/>
                    </a:lnTo>
                    <a:lnTo>
                      <a:pt x="5262" y="10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99" name="Surface mesh patch"/>
              <p:cNvSpPr/>
              <p:nvPr/>
            </p:nvSpPr>
            <p:spPr>
              <a:xfrm>
                <a:off x="11585612" y="1066944"/>
                <a:ext cx="50120" cy="63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8">
                    <a:moveTo>
                      <a:pt x="0" y="242"/>
                    </a:moveTo>
                    <a:lnTo>
                      <a:pt x="2875" y="668"/>
                    </a:lnTo>
                    <a:lnTo>
                      <a:pt x="5262" y="6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0" name="Surface mesh patch"/>
              <p:cNvSpPr/>
              <p:nvPr/>
            </p:nvSpPr>
            <p:spPr>
              <a:xfrm>
                <a:off x="11635732" y="1071497"/>
                <a:ext cx="50120" cy="13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">
                    <a:moveTo>
                      <a:pt x="0" y="139"/>
                    </a:moveTo>
                    <a:lnTo>
                      <a:pt x="2875" y="0"/>
                    </a:lnTo>
                    <a:lnTo>
                      <a:pt x="5262" y="127"/>
                    </a:lnTo>
                    <a:lnTo>
                      <a:pt x="2387" y="32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1" name="Surface mesh patch"/>
              <p:cNvSpPr/>
              <p:nvPr/>
            </p:nvSpPr>
            <p:spPr>
              <a:xfrm>
                <a:off x="11512761" y="1063437"/>
                <a:ext cx="50120" cy="10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0">
                    <a:moveTo>
                      <a:pt x="0" y="455"/>
                    </a:moveTo>
                    <a:lnTo>
                      <a:pt x="2875" y="1140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2" name="Surface mesh patch"/>
              <p:cNvSpPr/>
              <p:nvPr/>
            </p:nvSpPr>
            <p:spPr>
              <a:xfrm>
                <a:off x="11562880" y="1069246"/>
                <a:ext cx="50120" cy="4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">
                    <a:moveTo>
                      <a:pt x="0" y="245"/>
                    </a:moveTo>
                    <a:lnTo>
                      <a:pt x="2875" y="470"/>
                    </a:lnTo>
                    <a:lnTo>
                      <a:pt x="5262" y="4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3" name="Surface mesh patch"/>
              <p:cNvSpPr/>
              <p:nvPr/>
            </p:nvSpPr>
            <p:spPr>
              <a:xfrm>
                <a:off x="11613000" y="1069539"/>
                <a:ext cx="50120" cy="37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">
                    <a:moveTo>
                      <a:pt x="0" y="396"/>
                    </a:moveTo>
                    <a:lnTo>
                      <a:pt x="2875" y="0"/>
                    </a:lnTo>
                    <a:lnTo>
                      <a:pt x="5262" y="206"/>
                    </a:lnTo>
                    <a:lnTo>
                      <a:pt x="2387" y="344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4" name="Surface mesh patch"/>
              <p:cNvSpPr/>
              <p:nvPr/>
            </p:nvSpPr>
            <p:spPr>
              <a:xfrm>
                <a:off x="11663120" y="1061530"/>
                <a:ext cx="50120" cy="111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4">
                    <a:moveTo>
                      <a:pt x="0" y="1046"/>
                    </a:moveTo>
                    <a:lnTo>
                      <a:pt x="2875" y="0"/>
                    </a:lnTo>
                    <a:lnTo>
                      <a:pt x="5262" y="454"/>
                    </a:lnTo>
                    <a:lnTo>
                      <a:pt x="2387" y="1174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5" name="Surface mesh patch"/>
              <p:cNvSpPr/>
              <p:nvPr/>
            </p:nvSpPr>
            <p:spPr>
              <a:xfrm>
                <a:off x="11490029" y="1067769"/>
                <a:ext cx="50120" cy="9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4">
                    <a:moveTo>
                      <a:pt x="0" y="524"/>
                    </a:moveTo>
                    <a:lnTo>
                      <a:pt x="2875" y="1044"/>
                    </a:lnTo>
                    <a:lnTo>
                      <a:pt x="5262" y="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6" name="Surface mesh patch"/>
              <p:cNvSpPr/>
              <p:nvPr/>
            </p:nvSpPr>
            <p:spPr>
              <a:xfrm>
                <a:off x="11540148" y="1071582"/>
                <a:ext cx="50120" cy="2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0">
                    <a:moveTo>
                      <a:pt x="0" y="284"/>
                    </a:moveTo>
                    <a:lnTo>
                      <a:pt x="2875" y="310"/>
                    </a:lnTo>
                    <a:lnTo>
                      <a:pt x="5262" y="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7" name="Surface mesh patch"/>
              <p:cNvSpPr/>
              <p:nvPr/>
            </p:nvSpPr>
            <p:spPr>
              <a:xfrm>
                <a:off x="11590268" y="1067445"/>
                <a:ext cx="50120" cy="6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">
                    <a:moveTo>
                      <a:pt x="0" y="659"/>
                    </a:moveTo>
                    <a:lnTo>
                      <a:pt x="2875" y="0"/>
                    </a:lnTo>
                    <a:lnTo>
                      <a:pt x="5262" y="220"/>
                    </a:lnTo>
                    <a:lnTo>
                      <a:pt x="2387" y="616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8" name="Surface mesh patch"/>
              <p:cNvSpPr/>
              <p:nvPr/>
            </p:nvSpPr>
            <p:spPr>
              <a:xfrm>
                <a:off x="11640388" y="1056256"/>
                <a:ext cx="50120" cy="1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">
                    <a:moveTo>
                      <a:pt x="0" y="1394"/>
                    </a:moveTo>
                    <a:lnTo>
                      <a:pt x="2875" y="0"/>
                    </a:lnTo>
                    <a:lnTo>
                      <a:pt x="5262" y="554"/>
                    </a:lnTo>
                    <a:lnTo>
                      <a:pt x="2387" y="160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09" name="Surface mesh patch"/>
              <p:cNvSpPr/>
              <p:nvPr/>
            </p:nvSpPr>
            <p:spPr>
              <a:xfrm>
                <a:off x="11690507" y="1042393"/>
                <a:ext cx="50120" cy="23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3">
                    <a:moveTo>
                      <a:pt x="0" y="2009"/>
                    </a:moveTo>
                    <a:lnTo>
                      <a:pt x="2875" y="0"/>
                    </a:lnTo>
                    <a:lnTo>
                      <a:pt x="5262" y="885"/>
                    </a:lnTo>
                    <a:lnTo>
                      <a:pt x="2387" y="2463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0" name="Surface mesh patch"/>
              <p:cNvSpPr/>
              <p:nvPr/>
            </p:nvSpPr>
            <p:spPr>
              <a:xfrm>
                <a:off x="11467297" y="1072763"/>
                <a:ext cx="50120" cy="9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">
                    <a:moveTo>
                      <a:pt x="0" y="617"/>
                    </a:moveTo>
                    <a:lnTo>
                      <a:pt x="2875" y="987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1" name="Surface mesh patch"/>
              <p:cNvSpPr/>
              <p:nvPr/>
            </p:nvSpPr>
            <p:spPr>
              <a:xfrm>
                <a:off x="11517417" y="1074291"/>
                <a:ext cx="50120" cy="3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">
                    <a:moveTo>
                      <a:pt x="0" y="359"/>
                    </a:moveTo>
                    <a:lnTo>
                      <a:pt x="2875" y="205"/>
                    </a:lnTo>
                    <a:lnTo>
                      <a:pt x="5262" y="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2" name="Surface mesh patch"/>
              <p:cNvSpPr/>
              <p:nvPr/>
            </p:nvSpPr>
            <p:spPr>
              <a:xfrm>
                <a:off x="11567536" y="1065898"/>
                <a:ext cx="50120" cy="86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7">
                    <a:moveTo>
                      <a:pt x="0" y="907"/>
                    </a:moveTo>
                    <a:lnTo>
                      <a:pt x="2875" y="0"/>
                    </a:lnTo>
                    <a:lnTo>
                      <a:pt x="5262" y="162"/>
                    </a:lnTo>
                    <a:lnTo>
                      <a:pt x="2387" y="822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3" name="Surface mesh patch"/>
              <p:cNvSpPr/>
              <p:nvPr/>
            </p:nvSpPr>
            <p:spPr>
              <a:xfrm>
                <a:off x="11617656" y="1050873"/>
                <a:ext cx="50120" cy="18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0">
                    <a:moveTo>
                      <a:pt x="0" y="1740"/>
                    </a:moveTo>
                    <a:lnTo>
                      <a:pt x="2875" y="0"/>
                    </a:lnTo>
                    <a:lnTo>
                      <a:pt x="5262" y="565"/>
                    </a:lnTo>
                    <a:lnTo>
                      <a:pt x="2387" y="196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4" name="Surface mesh patch"/>
              <p:cNvSpPr/>
              <p:nvPr/>
            </p:nvSpPr>
            <p:spPr>
              <a:xfrm>
                <a:off x="11667776" y="1032830"/>
                <a:ext cx="50120" cy="28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3">
                    <a:moveTo>
                      <a:pt x="0" y="2459"/>
                    </a:moveTo>
                    <a:lnTo>
                      <a:pt x="2875" y="0"/>
                    </a:lnTo>
                    <a:lnTo>
                      <a:pt x="5262" y="1004"/>
                    </a:lnTo>
                    <a:lnTo>
                      <a:pt x="2387" y="3013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5" name="Surface mesh patch"/>
              <p:cNvSpPr/>
              <p:nvPr/>
            </p:nvSpPr>
            <p:spPr>
              <a:xfrm>
                <a:off x="11717895" y="1014896"/>
                <a:ext cx="50120" cy="35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72">
                    <a:moveTo>
                      <a:pt x="0" y="2887"/>
                    </a:moveTo>
                    <a:lnTo>
                      <a:pt x="2875" y="0"/>
                    </a:lnTo>
                    <a:lnTo>
                      <a:pt x="5262" y="1415"/>
                    </a:lnTo>
                    <a:lnTo>
                      <a:pt x="2387" y="3772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6" name="Surface mesh patch"/>
              <p:cNvSpPr/>
              <p:nvPr/>
            </p:nvSpPr>
            <p:spPr>
              <a:xfrm>
                <a:off x="11444565" y="1078635"/>
                <a:ext cx="50120" cy="92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4">
                    <a:moveTo>
                      <a:pt x="0" y="728"/>
                    </a:moveTo>
                    <a:lnTo>
                      <a:pt x="2875" y="974"/>
                    </a:lnTo>
                    <a:lnTo>
                      <a:pt x="5262" y="3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7" name="Surface mesh patch"/>
              <p:cNvSpPr/>
              <p:nvPr/>
            </p:nvSpPr>
            <p:spPr>
              <a:xfrm>
                <a:off x="11494685" y="1076240"/>
                <a:ext cx="50120" cy="5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">
                    <a:moveTo>
                      <a:pt x="0" y="622"/>
                    </a:moveTo>
                    <a:lnTo>
                      <a:pt x="2875" y="319"/>
                    </a:lnTo>
                    <a:lnTo>
                      <a:pt x="5262" y="0"/>
                    </a:lnTo>
                    <a:lnTo>
                      <a:pt x="2387" y="155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8" name="Surface mesh patch"/>
              <p:cNvSpPr/>
              <p:nvPr/>
            </p:nvSpPr>
            <p:spPr>
              <a:xfrm>
                <a:off x="11544804" y="1065586"/>
                <a:ext cx="50120" cy="10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9">
                    <a:moveTo>
                      <a:pt x="0" y="1119"/>
                    </a:moveTo>
                    <a:lnTo>
                      <a:pt x="2875" y="0"/>
                    </a:lnTo>
                    <a:lnTo>
                      <a:pt x="5262" y="33"/>
                    </a:lnTo>
                    <a:lnTo>
                      <a:pt x="2387" y="94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19" name="Surface mesh patch"/>
              <p:cNvSpPr/>
              <p:nvPr/>
            </p:nvSpPr>
            <p:spPr>
              <a:xfrm>
                <a:off x="11594924" y="1046327"/>
                <a:ext cx="50120" cy="21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7">
                    <a:moveTo>
                      <a:pt x="0" y="2055"/>
                    </a:moveTo>
                    <a:lnTo>
                      <a:pt x="2875" y="0"/>
                    </a:lnTo>
                    <a:lnTo>
                      <a:pt x="5262" y="477"/>
                    </a:lnTo>
                    <a:lnTo>
                      <a:pt x="2387" y="2217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0" name="Surface mesh patch"/>
              <p:cNvSpPr/>
              <p:nvPr/>
            </p:nvSpPr>
            <p:spPr>
              <a:xfrm>
                <a:off x="11645044" y="1023275"/>
                <a:ext cx="50120" cy="329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3">
                    <a:moveTo>
                      <a:pt x="0" y="2897"/>
                    </a:moveTo>
                    <a:lnTo>
                      <a:pt x="2875" y="0"/>
                    </a:lnTo>
                    <a:lnTo>
                      <a:pt x="5262" y="1003"/>
                    </a:lnTo>
                    <a:lnTo>
                      <a:pt x="2387" y="3463"/>
                    </a:lnTo>
                    <a:close/>
                  </a:path>
                </a:pathLst>
              </a:custGeom>
              <a:solidFill>
                <a:srgbClr val="dce2ee"/>
              </a:solidFill>
              <a:ln w="3334" cap="flat" cmpd="sng" algn="ctr">
                <a:solidFill>
                  <a:srgbClr val="dce2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1" name="Surface mesh patch"/>
              <p:cNvSpPr/>
              <p:nvPr/>
            </p:nvSpPr>
            <p:spPr>
              <a:xfrm>
                <a:off x="11695163" y="1000148"/>
                <a:ext cx="50120" cy="42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35">
                    <a:moveTo>
                      <a:pt x="0" y="3431"/>
                    </a:moveTo>
                    <a:lnTo>
                      <a:pt x="2875" y="0"/>
                    </a:lnTo>
                    <a:lnTo>
                      <a:pt x="5262" y="1548"/>
                    </a:lnTo>
                    <a:lnTo>
                      <a:pt x="2387" y="4435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2" name="Surface mesh patch"/>
              <p:cNvSpPr/>
              <p:nvPr/>
            </p:nvSpPr>
            <p:spPr>
              <a:xfrm>
                <a:off x="11745283" y="981418"/>
                <a:ext cx="50120" cy="469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9">
                    <a:moveTo>
                      <a:pt x="0" y="3515"/>
                    </a:moveTo>
                    <a:lnTo>
                      <a:pt x="2875" y="0"/>
                    </a:lnTo>
                    <a:lnTo>
                      <a:pt x="5262" y="2011"/>
                    </a:lnTo>
                    <a:lnTo>
                      <a:pt x="2387" y="4929"/>
                    </a:lnTo>
                    <a:close/>
                  </a:path>
                </a:pathLst>
              </a:custGeom>
              <a:solidFill>
                <a:srgbClr val="e3dee2"/>
              </a:solidFill>
              <a:ln w="3334" cap="flat" cmpd="sng" algn="ctr">
                <a:solidFill>
                  <a:srgbClr val="e3de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3" name="Surface mesh patch"/>
              <p:cNvSpPr/>
              <p:nvPr/>
            </p:nvSpPr>
            <p:spPr>
              <a:xfrm>
                <a:off x="11421833" y="1085567"/>
                <a:ext cx="50120" cy="95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5">
                    <a:moveTo>
                      <a:pt x="0" y="853"/>
                    </a:moveTo>
                    <a:lnTo>
                      <a:pt x="2875" y="1005"/>
                    </a:lnTo>
                    <a:lnTo>
                      <a:pt x="5262" y="2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4"/>
              </a:solidFill>
              <a:ln w="3334" cap="flat" cmpd="sng" algn="ctr">
                <a:solidFill>
                  <a:srgbClr val="d3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4" name="Surface mesh patch"/>
              <p:cNvSpPr/>
              <p:nvPr/>
            </p:nvSpPr>
            <p:spPr>
              <a:xfrm>
                <a:off x="11471953" y="1079280"/>
                <a:ext cx="50120" cy="8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">
                    <a:moveTo>
                      <a:pt x="0" y="906"/>
                    </a:moveTo>
                    <a:lnTo>
                      <a:pt x="2875" y="498"/>
                    </a:lnTo>
                    <a:lnTo>
                      <a:pt x="5262" y="0"/>
                    </a:lnTo>
                    <a:lnTo>
                      <a:pt x="2387" y="303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5" name="Surface mesh patch"/>
              <p:cNvSpPr/>
              <p:nvPr/>
            </p:nvSpPr>
            <p:spPr>
              <a:xfrm>
                <a:off x="11522073" y="1065586"/>
                <a:ext cx="50120" cy="13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8">
                    <a:moveTo>
                      <a:pt x="0" y="1438"/>
                    </a:moveTo>
                    <a:lnTo>
                      <a:pt x="2875" y="163"/>
                    </a:lnTo>
                    <a:lnTo>
                      <a:pt x="5262" y="0"/>
                    </a:lnTo>
                    <a:lnTo>
                      <a:pt x="2387" y="1119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6" name="Surface mesh patch"/>
              <p:cNvSpPr/>
              <p:nvPr/>
            </p:nvSpPr>
            <p:spPr>
              <a:xfrm>
                <a:off x="11572192" y="1043576"/>
                <a:ext cx="50120" cy="223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3">
                    <a:moveTo>
                      <a:pt x="0" y="2311"/>
                    </a:moveTo>
                    <a:lnTo>
                      <a:pt x="2875" y="0"/>
                    </a:lnTo>
                    <a:lnTo>
                      <a:pt x="5262" y="289"/>
                    </a:lnTo>
                    <a:lnTo>
                      <a:pt x="2387" y="2343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7" name="Surface mesh patch"/>
              <p:cNvSpPr/>
              <p:nvPr/>
            </p:nvSpPr>
            <p:spPr>
              <a:xfrm>
                <a:off x="11622312" y="1015010"/>
                <a:ext cx="50120" cy="358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5">
                    <a:moveTo>
                      <a:pt x="0" y="3288"/>
                    </a:moveTo>
                    <a:lnTo>
                      <a:pt x="2875" y="0"/>
                    </a:lnTo>
                    <a:lnTo>
                      <a:pt x="5262" y="868"/>
                    </a:lnTo>
                    <a:lnTo>
                      <a:pt x="2387" y="3765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8" name="Surface mesh patch"/>
              <p:cNvSpPr/>
              <p:nvPr/>
            </p:nvSpPr>
            <p:spPr>
              <a:xfrm>
                <a:off x="11672431" y="985617"/>
                <a:ext cx="50120" cy="472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57">
                    <a:moveTo>
                      <a:pt x="0" y="3954"/>
                    </a:moveTo>
                    <a:lnTo>
                      <a:pt x="2875" y="0"/>
                    </a:lnTo>
                    <a:lnTo>
                      <a:pt x="5262" y="1525"/>
                    </a:lnTo>
                    <a:lnTo>
                      <a:pt x="2387" y="4957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29" name="Surface mesh patch"/>
              <p:cNvSpPr/>
              <p:nvPr/>
            </p:nvSpPr>
            <p:spPr>
              <a:xfrm>
                <a:off x="11722551" y="960898"/>
                <a:ext cx="50120" cy="53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9">
                    <a:moveTo>
                      <a:pt x="0" y="4121"/>
                    </a:moveTo>
                    <a:lnTo>
                      <a:pt x="2875" y="0"/>
                    </a:lnTo>
                    <a:lnTo>
                      <a:pt x="5262" y="2154"/>
                    </a:lnTo>
                    <a:lnTo>
                      <a:pt x="2387" y="5669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0" name="Surface mesh patch"/>
              <p:cNvSpPr/>
              <p:nvPr/>
            </p:nvSpPr>
            <p:spPr>
              <a:xfrm>
                <a:off x="11772671" y="945814"/>
                <a:ext cx="50120" cy="547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49">
                    <a:moveTo>
                      <a:pt x="0" y="3738"/>
                    </a:moveTo>
                    <a:lnTo>
                      <a:pt x="2875" y="0"/>
                    </a:lnTo>
                    <a:lnTo>
                      <a:pt x="5262" y="2618"/>
                    </a:lnTo>
                    <a:lnTo>
                      <a:pt x="2387" y="5749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1" name="Surface mesh patch"/>
              <p:cNvSpPr/>
              <p:nvPr/>
            </p:nvSpPr>
            <p:spPr>
              <a:xfrm>
                <a:off x="11399101" y="1093693"/>
                <a:ext cx="50120" cy="102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">
                    <a:moveTo>
                      <a:pt x="0" y="987"/>
                    </a:moveTo>
                    <a:lnTo>
                      <a:pt x="2875" y="1077"/>
                    </a:lnTo>
                    <a:lnTo>
                      <a:pt x="5262" y="1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2" name="Surface mesh patch"/>
              <p:cNvSpPr/>
              <p:nvPr/>
            </p:nvSpPr>
            <p:spPr>
              <a:xfrm>
                <a:off x="11449221" y="1084025"/>
                <a:ext cx="50120" cy="111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6">
                    <a:moveTo>
                      <a:pt x="0" y="1166"/>
                    </a:moveTo>
                    <a:lnTo>
                      <a:pt x="2875" y="704"/>
                    </a:lnTo>
                    <a:lnTo>
                      <a:pt x="5262" y="0"/>
                    </a:lnTo>
                    <a:lnTo>
                      <a:pt x="2387" y="408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3" name="Surface mesh patch"/>
              <p:cNvSpPr/>
              <p:nvPr/>
            </p:nvSpPr>
            <p:spPr>
              <a:xfrm>
                <a:off x="11499341" y="1067140"/>
                <a:ext cx="50120" cy="168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3">
                    <a:moveTo>
                      <a:pt x="0" y="1773"/>
                    </a:moveTo>
                    <a:lnTo>
                      <a:pt x="2875" y="412"/>
                    </a:lnTo>
                    <a:lnTo>
                      <a:pt x="5262" y="0"/>
                    </a:lnTo>
                    <a:lnTo>
                      <a:pt x="2387" y="1275"/>
                    </a:lnTo>
                    <a:close/>
                  </a:path>
                </a:pathLst>
              </a:custGeom>
              <a:solidFill>
                <a:srgbClr val="dae3f1"/>
              </a:solidFill>
              <a:ln w="3334" cap="flat" cmpd="sng" algn="ctr">
                <a:solidFill>
                  <a:srgbClr val="da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4" name="Surface mesh patch"/>
              <p:cNvSpPr/>
              <p:nvPr/>
            </p:nvSpPr>
            <p:spPr>
              <a:xfrm>
                <a:off x="11549460" y="1043487"/>
                <a:ext cx="50120" cy="23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3">
                    <a:moveTo>
                      <a:pt x="0" y="2483"/>
                    </a:moveTo>
                    <a:lnTo>
                      <a:pt x="2875" y="0"/>
                    </a:lnTo>
                    <a:lnTo>
                      <a:pt x="5262" y="9"/>
                    </a:lnTo>
                    <a:lnTo>
                      <a:pt x="2387" y="2320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5" name="Surface mesh patch"/>
              <p:cNvSpPr/>
              <p:nvPr/>
            </p:nvSpPr>
            <p:spPr>
              <a:xfrm>
                <a:off x="11599580" y="1009326"/>
                <a:ext cx="50120" cy="37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5">
                    <a:moveTo>
                      <a:pt x="0" y="3596"/>
                    </a:moveTo>
                    <a:lnTo>
                      <a:pt x="2875" y="0"/>
                    </a:lnTo>
                    <a:lnTo>
                      <a:pt x="5262" y="597"/>
                    </a:lnTo>
                    <a:lnTo>
                      <a:pt x="2387" y="3885"/>
                    </a:lnTo>
                    <a:close/>
                  </a:path>
                </a:pathLst>
              </a:custGeom>
              <a:solidFill>
                <a:srgbClr val="e4dee1"/>
              </a:solidFill>
              <a:ln w="3334" cap="flat" cmpd="sng" algn="ctr">
                <a:solidFill>
                  <a:srgbClr val="e4de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6" name="Surface mesh patch"/>
              <p:cNvSpPr/>
              <p:nvPr/>
            </p:nvSpPr>
            <p:spPr>
              <a:xfrm>
                <a:off x="11649700" y="972979"/>
                <a:ext cx="50120" cy="502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0">
                    <a:moveTo>
                      <a:pt x="0" y="4413"/>
                    </a:moveTo>
                    <a:lnTo>
                      <a:pt x="2875" y="0"/>
                    </a:lnTo>
                    <a:lnTo>
                      <a:pt x="5262" y="1327"/>
                    </a:lnTo>
                    <a:lnTo>
                      <a:pt x="2387" y="5280"/>
                    </a:lnTo>
                    <a:close/>
                  </a:path>
                </a:pathLst>
              </a:custGeom>
              <a:solidFill>
                <a:srgbClr val="e9dbd5"/>
              </a:solidFill>
              <a:ln w="3334" cap="flat" cmpd="sng" algn="ctr">
                <a:solidFill>
                  <a:srgbClr val="e9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7" name="Surface mesh patch"/>
              <p:cNvSpPr/>
              <p:nvPr/>
            </p:nvSpPr>
            <p:spPr>
              <a:xfrm>
                <a:off x="11699819" y="940884"/>
                <a:ext cx="50120" cy="592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2">
                    <a:moveTo>
                      <a:pt x="0" y="4696"/>
                    </a:moveTo>
                    <a:lnTo>
                      <a:pt x="2875" y="0"/>
                    </a:lnTo>
                    <a:lnTo>
                      <a:pt x="5262" y="2101"/>
                    </a:lnTo>
                    <a:lnTo>
                      <a:pt x="2387" y="6222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8" name="Surface mesh patch"/>
              <p:cNvSpPr/>
              <p:nvPr/>
            </p:nvSpPr>
            <p:spPr>
              <a:xfrm>
                <a:off x="11749939" y="919472"/>
                <a:ext cx="50120" cy="61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4">
                    <a:moveTo>
                      <a:pt x="0" y="4349"/>
                    </a:moveTo>
                    <a:lnTo>
                      <a:pt x="2875" y="0"/>
                    </a:lnTo>
                    <a:lnTo>
                      <a:pt x="5262" y="2766"/>
                    </a:lnTo>
                    <a:lnTo>
                      <a:pt x="2387" y="6504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39" name="Surface mesh patch"/>
              <p:cNvSpPr/>
              <p:nvPr/>
            </p:nvSpPr>
            <p:spPr>
              <a:xfrm>
                <a:off x="11800059" y="912940"/>
                <a:ext cx="50120" cy="57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69">
                    <a:moveTo>
                      <a:pt x="0" y="3451"/>
                    </a:moveTo>
                    <a:lnTo>
                      <a:pt x="2875" y="0"/>
                    </a:lnTo>
                    <a:lnTo>
                      <a:pt x="5262" y="3164"/>
                    </a:lnTo>
                    <a:lnTo>
                      <a:pt x="2387" y="6069"/>
                    </a:lnTo>
                    <a:close/>
                  </a:path>
                </a:pathLst>
              </a:custGeom>
              <a:solidFill>
                <a:srgbClr val="f4d5c1"/>
              </a:solidFill>
              <a:ln w="3334" cap="flat" cmpd="sng" algn="ctr">
                <a:solidFill>
                  <a:srgbClr val="f4d5c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40" name="Surface mesh patch"/>
              <p:cNvSpPr/>
              <p:nvPr/>
            </p:nvSpPr>
            <p:spPr>
              <a:xfrm>
                <a:off x="11376370" y="1103095"/>
                <a:ext cx="50120" cy="11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5">
                    <a:moveTo>
                      <a:pt x="0" y="1124"/>
                    </a:moveTo>
                    <a:lnTo>
                      <a:pt x="2875" y="1185"/>
                    </a:lnTo>
                    <a:lnTo>
                      <a:pt x="5262" y="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41" name="Surface mesh patch"/>
              <p:cNvSpPr/>
              <p:nvPr/>
            </p:nvSpPr>
            <p:spPr>
              <a:xfrm>
                <a:off x="11426489" y="1090732"/>
                <a:ext cx="50120" cy="13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8">
                    <a:moveTo>
                      <a:pt x="0" y="1388"/>
                    </a:moveTo>
                    <a:lnTo>
                      <a:pt x="2875" y="924"/>
                    </a:lnTo>
                    <a:lnTo>
                      <a:pt x="5262" y="0"/>
                    </a:lnTo>
                    <a:lnTo>
                      <a:pt x="2387" y="462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42" name="Surface mesh patch"/>
              <p:cNvSpPr/>
              <p:nvPr/>
            </p:nvSpPr>
            <p:spPr>
              <a:xfrm>
                <a:off x="11476609" y="1071067"/>
                <a:ext cx="50120" cy="19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5">
                    <a:moveTo>
                      <a:pt x="0" y="2065"/>
                    </a:moveTo>
                    <a:lnTo>
                      <a:pt x="2875" y="697"/>
                    </a:lnTo>
                    <a:lnTo>
                      <a:pt x="5262" y="0"/>
                    </a:lnTo>
                    <a:lnTo>
                      <a:pt x="2387" y="1360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43" name="Surface mesh patch"/>
              <p:cNvSpPr/>
              <p:nvPr/>
            </p:nvSpPr>
            <p:spPr>
              <a:xfrm>
                <a:off x="11526728" y="1043487"/>
                <a:ext cx="50120" cy="27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5">
                    <a:moveTo>
                      <a:pt x="0" y="2895"/>
                    </a:moveTo>
                    <a:lnTo>
                      <a:pt x="2875" y="342"/>
                    </a:lnTo>
                    <a:lnTo>
                      <a:pt x="5262" y="0"/>
                    </a:lnTo>
                    <a:lnTo>
                      <a:pt x="2387" y="2483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44" name="Surface mesh patch"/>
              <p:cNvSpPr/>
              <p:nvPr/>
            </p:nvSpPr>
            <p:spPr>
              <a:xfrm>
                <a:off x="11576848" y="1007385"/>
                <a:ext cx="50120" cy="36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00">
                    <a:moveTo>
                      <a:pt x="0" y="3790"/>
                    </a:moveTo>
                    <a:lnTo>
                      <a:pt x="2875" y="0"/>
                    </a:lnTo>
                    <a:lnTo>
                      <a:pt x="5262" y="204"/>
                    </a:lnTo>
                    <a:lnTo>
                      <a:pt x="2387" y="3800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45" name="Surface mesh patch"/>
              <p:cNvSpPr/>
              <p:nvPr/>
            </p:nvSpPr>
            <p:spPr>
              <a:xfrm>
                <a:off x="11626968" y="963914"/>
                <a:ext cx="50120" cy="51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64">
                    <a:moveTo>
                      <a:pt x="0" y="4768"/>
                    </a:moveTo>
                    <a:lnTo>
                      <a:pt x="2875" y="0"/>
                    </a:lnTo>
                    <a:lnTo>
                      <a:pt x="5262" y="952"/>
                    </a:lnTo>
                    <a:lnTo>
                      <a:pt x="2387" y="5364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46" name="Surface mesh patch"/>
              <p:cNvSpPr/>
              <p:nvPr/>
            </p:nvSpPr>
            <p:spPr>
              <a:xfrm>
                <a:off x="11677087" y="923475"/>
                <a:ext cx="50120" cy="62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4">
                    <a:moveTo>
                      <a:pt x="0" y="5197"/>
                    </a:moveTo>
                    <a:lnTo>
                      <a:pt x="2875" y="0"/>
                    </a:lnTo>
                    <a:lnTo>
                      <a:pt x="5262" y="1828"/>
                    </a:lnTo>
                    <a:lnTo>
                      <a:pt x="2387" y="6524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47" name="Surface mesh patch"/>
              <p:cNvSpPr/>
              <p:nvPr/>
            </p:nvSpPr>
            <p:spPr>
              <a:xfrm>
                <a:off x="11727207" y="893977"/>
                <a:ext cx="50120" cy="66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6">
                    <a:moveTo>
                      <a:pt x="0" y="4925"/>
                    </a:moveTo>
                    <a:lnTo>
                      <a:pt x="2875" y="0"/>
                    </a:lnTo>
                    <a:lnTo>
                      <a:pt x="5262" y="2677"/>
                    </a:lnTo>
                    <a:lnTo>
                      <a:pt x="2387" y="7026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48" name="Surface mesh patch"/>
              <p:cNvSpPr/>
              <p:nvPr/>
            </p:nvSpPr>
            <p:spPr>
              <a:xfrm>
                <a:off x="11777327" y="881416"/>
                <a:ext cx="50120" cy="64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61">
                    <a:moveTo>
                      <a:pt x="0" y="3995"/>
                    </a:moveTo>
                    <a:lnTo>
                      <a:pt x="2875" y="0"/>
                    </a:lnTo>
                    <a:lnTo>
                      <a:pt x="5262" y="3310"/>
                    </a:lnTo>
                    <a:lnTo>
                      <a:pt x="2387" y="6761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49" name="Surface mesh patch"/>
              <p:cNvSpPr/>
              <p:nvPr/>
            </p:nvSpPr>
            <p:spPr>
              <a:xfrm>
                <a:off x="11827446" y="887838"/>
                <a:ext cx="50120" cy="5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00">
                    <a:moveTo>
                      <a:pt x="0" y="2635"/>
                    </a:moveTo>
                    <a:lnTo>
                      <a:pt x="2875" y="0"/>
                    </a:lnTo>
                    <a:lnTo>
                      <a:pt x="5262" y="3576"/>
                    </a:lnTo>
                    <a:lnTo>
                      <a:pt x="2387" y="580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50" name="Surface mesh patch"/>
              <p:cNvSpPr/>
              <p:nvPr/>
            </p:nvSpPr>
            <p:spPr>
              <a:xfrm>
                <a:off x="11353638" y="1113801"/>
                <a:ext cx="50120" cy="12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1259"/>
                    </a:moveTo>
                    <a:lnTo>
                      <a:pt x="2875" y="1322"/>
                    </a:lnTo>
                    <a:lnTo>
                      <a:pt x="5262" y="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51" name="Surface mesh patch"/>
              <p:cNvSpPr/>
              <p:nvPr/>
            </p:nvSpPr>
            <p:spPr>
              <a:xfrm>
                <a:off x="11403757" y="1099531"/>
                <a:ext cx="50120" cy="14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">
                    <a:moveTo>
                      <a:pt x="0" y="1559"/>
                    </a:moveTo>
                    <a:lnTo>
                      <a:pt x="2875" y="1144"/>
                    </a:lnTo>
                    <a:lnTo>
                      <a:pt x="5262" y="0"/>
                    </a:lnTo>
                    <a:lnTo>
                      <a:pt x="2387" y="464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52" name="Surface mesh patch"/>
              <p:cNvSpPr/>
              <p:nvPr/>
            </p:nvSpPr>
            <p:spPr>
              <a:xfrm>
                <a:off x="11453877" y="1077702"/>
                <a:ext cx="50120" cy="218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2">
                    <a:moveTo>
                      <a:pt x="0" y="2292"/>
                    </a:moveTo>
                    <a:lnTo>
                      <a:pt x="2875" y="996"/>
                    </a:lnTo>
                    <a:lnTo>
                      <a:pt x="5262" y="0"/>
                    </a:lnTo>
                    <a:lnTo>
                      <a:pt x="2387" y="1368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53" name="Surface mesh patch"/>
              <p:cNvSpPr/>
              <p:nvPr/>
            </p:nvSpPr>
            <p:spPr>
              <a:xfrm>
                <a:off x="11503997" y="1046744"/>
                <a:ext cx="50120" cy="30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50">
                    <a:moveTo>
                      <a:pt x="0" y="3250"/>
                    </a:moveTo>
                    <a:lnTo>
                      <a:pt x="2875" y="738"/>
                    </a:lnTo>
                    <a:lnTo>
                      <a:pt x="5262" y="0"/>
                    </a:lnTo>
                    <a:lnTo>
                      <a:pt x="2387" y="2554"/>
                    </a:lnTo>
                    <a:close/>
                  </a:path>
                </a:pathLst>
              </a:custGeom>
              <a:solidFill>
                <a:srgbClr val="e1dfe5"/>
              </a:solidFill>
              <a:ln w="3334" cap="flat" cmpd="sng" algn="ctr">
                <a:solidFill>
                  <a:srgbClr val="e1df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54" name="Surface mesh patch"/>
              <p:cNvSpPr/>
              <p:nvPr/>
            </p:nvSpPr>
            <p:spPr>
              <a:xfrm>
                <a:off x="11554116" y="1007385"/>
                <a:ext cx="50120" cy="39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32">
                    <a:moveTo>
                      <a:pt x="0" y="4132"/>
                    </a:moveTo>
                    <a:lnTo>
                      <a:pt x="2875" y="283"/>
                    </a:lnTo>
                    <a:lnTo>
                      <a:pt x="5262" y="0"/>
                    </a:lnTo>
                    <a:lnTo>
                      <a:pt x="2387" y="379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55" name="Surface mesh patch"/>
              <p:cNvSpPr/>
              <p:nvPr/>
            </p:nvSpPr>
            <p:spPr>
              <a:xfrm>
                <a:off x="11604236" y="959927"/>
                <a:ext cx="50120" cy="493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86">
                    <a:moveTo>
                      <a:pt x="0" y="4982"/>
                    </a:moveTo>
                    <a:lnTo>
                      <a:pt x="2875" y="0"/>
                    </a:lnTo>
                    <a:lnTo>
                      <a:pt x="5262" y="419"/>
                    </a:lnTo>
                    <a:lnTo>
                      <a:pt x="2387" y="5186"/>
                    </a:lnTo>
                    <a:close/>
                  </a:path>
                </a:pathLst>
              </a:custGeom>
              <a:solidFill>
                <a:srgbClr val="f1d7c7"/>
              </a:solidFill>
              <a:ln w="3334" cap="flat" cmpd="sng" algn="ctr">
                <a:solidFill>
                  <a:srgbClr val="f1d7c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56" name="Surface mesh patch"/>
              <p:cNvSpPr/>
              <p:nvPr/>
            </p:nvSpPr>
            <p:spPr>
              <a:xfrm>
                <a:off x="11654356" y="910778"/>
                <a:ext cx="50120" cy="622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0">
                    <a:moveTo>
                      <a:pt x="0" y="5579"/>
                    </a:moveTo>
                    <a:lnTo>
                      <a:pt x="2875" y="0"/>
                    </a:lnTo>
                    <a:lnTo>
                      <a:pt x="5262" y="1333"/>
                    </a:lnTo>
                    <a:lnTo>
                      <a:pt x="2387" y="6530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57" name="Surface mesh patch"/>
              <p:cNvSpPr/>
              <p:nvPr/>
            </p:nvSpPr>
            <p:spPr>
              <a:xfrm>
                <a:off x="11704475" y="871848"/>
                <a:ext cx="50120" cy="690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8">
                    <a:moveTo>
                      <a:pt x="0" y="5420"/>
                    </a:moveTo>
                    <a:lnTo>
                      <a:pt x="2875" y="0"/>
                    </a:lnTo>
                    <a:lnTo>
                      <a:pt x="5262" y="2323"/>
                    </a:lnTo>
                    <a:lnTo>
                      <a:pt x="2387" y="7248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58" name="Surface mesh patch"/>
              <p:cNvSpPr/>
              <p:nvPr/>
            </p:nvSpPr>
            <p:spPr>
              <a:xfrm>
                <a:off x="11754595" y="851096"/>
                <a:ext cx="50120" cy="68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79">
                    <a:moveTo>
                      <a:pt x="0" y="4502"/>
                    </a:moveTo>
                    <a:lnTo>
                      <a:pt x="2875" y="0"/>
                    </a:lnTo>
                    <a:lnTo>
                      <a:pt x="5262" y="3183"/>
                    </a:lnTo>
                    <a:lnTo>
                      <a:pt x="2387" y="7179"/>
                    </a:lnTo>
                    <a:close/>
                  </a:path>
                </a:pathLst>
              </a:custGeom>
              <a:solidFill>
                <a:srgbClr val="fbc5a9"/>
              </a:solidFill>
              <a:ln w="3334" cap="flat" cmpd="sng" algn="ctr">
                <a:solidFill>
                  <a:srgbClr val="fbc5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59" name="Surface mesh patch"/>
              <p:cNvSpPr/>
              <p:nvPr/>
            </p:nvSpPr>
            <p:spPr>
              <a:xfrm>
                <a:off x="11804714" y="852483"/>
                <a:ext cx="50120" cy="6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7">
                    <a:moveTo>
                      <a:pt x="0" y="3038"/>
                    </a:moveTo>
                    <a:lnTo>
                      <a:pt x="2875" y="0"/>
                    </a:lnTo>
                    <a:lnTo>
                      <a:pt x="5262" y="3712"/>
                    </a:lnTo>
                    <a:lnTo>
                      <a:pt x="2387" y="6347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60" name="Surface mesh patch"/>
              <p:cNvSpPr/>
              <p:nvPr/>
            </p:nvSpPr>
            <p:spPr>
              <a:xfrm>
                <a:off x="11854834" y="874764"/>
                <a:ext cx="50120" cy="47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8">
                    <a:moveTo>
                      <a:pt x="0" y="1373"/>
                    </a:moveTo>
                    <a:lnTo>
                      <a:pt x="2875" y="0"/>
                    </a:lnTo>
                    <a:lnTo>
                      <a:pt x="5262" y="3793"/>
                    </a:lnTo>
                    <a:lnTo>
                      <a:pt x="2387" y="4948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61" name="Surface mesh patch"/>
              <p:cNvSpPr/>
              <p:nvPr/>
            </p:nvSpPr>
            <p:spPr>
              <a:xfrm>
                <a:off x="11330906" y="1125796"/>
                <a:ext cx="50120" cy="14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80">
                    <a:moveTo>
                      <a:pt x="0" y="1389"/>
                    </a:moveTo>
                    <a:lnTo>
                      <a:pt x="2875" y="1480"/>
                    </a:lnTo>
                    <a:lnTo>
                      <a:pt x="5262" y="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62" name="Surface mesh patch"/>
              <p:cNvSpPr/>
              <p:nvPr/>
            </p:nvSpPr>
            <p:spPr>
              <a:xfrm>
                <a:off x="11381025" y="1110425"/>
                <a:ext cx="50120" cy="15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7">
                    <a:moveTo>
                      <a:pt x="0" y="1677"/>
                    </a:moveTo>
                    <a:lnTo>
                      <a:pt x="2875" y="1353"/>
                    </a:lnTo>
                    <a:lnTo>
                      <a:pt x="5262" y="0"/>
                    </a:lnTo>
                    <a:lnTo>
                      <a:pt x="2387" y="416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63" name="Surface mesh patch"/>
              <p:cNvSpPr/>
              <p:nvPr/>
            </p:nvSpPr>
            <p:spPr>
              <a:xfrm>
                <a:off x="11431145" y="1087184"/>
                <a:ext cx="50120" cy="23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0">
                    <a:moveTo>
                      <a:pt x="0" y="2440"/>
                    </a:moveTo>
                    <a:lnTo>
                      <a:pt x="2875" y="1289"/>
                    </a:lnTo>
                    <a:lnTo>
                      <a:pt x="5262" y="0"/>
                    </a:lnTo>
                    <a:lnTo>
                      <a:pt x="2387" y="1296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64" name="Surface mesh patch"/>
              <p:cNvSpPr/>
              <p:nvPr/>
            </p:nvSpPr>
            <p:spPr>
              <a:xfrm>
                <a:off x="11481265" y="1053775"/>
                <a:ext cx="50120" cy="334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07">
                    <a:moveTo>
                      <a:pt x="0" y="3507"/>
                    </a:moveTo>
                    <a:lnTo>
                      <a:pt x="2875" y="1149"/>
                    </a:lnTo>
                    <a:lnTo>
                      <a:pt x="5262" y="0"/>
                    </a:lnTo>
                    <a:lnTo>
                      <a:pt x="2387" y="2512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65" name="Surface mesh patch"/>
              <p:cNvSpPr/>
              <p:nvPr/>
            </p:nvSpPr>
            <p:spPr>
              <a:xfrm>
                <a:off x="11531384" y="1010085"/>
                <a:ext cx="50120" cy="436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7">
                    <a:moveTo>
                      <a:pt x="0" y="4587"/>
                    </a:moveTo>
                    <a:lnTo>
                      <a:pt x="2875" y="827"/>
                    </a:lnTo>
                    <a:lnTo>
                      <a:pt x="5262" y="0"/>
                    </a:lnTo>
                    <a:lnTo>
                      <a:pt x="2387" y="3849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66" name="Surface mesh patch"/>
              <p:cNvSpPr/>
              <p:nvPr/>
            </p:nvSpPr>
            <p:spPr>
              <a:xfrm>
                <a:off x="11581504" y="959927"/>
                <a:ext cx="50120" cy="50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66">
                    <a:moveTo>
                      <a:pt x="0" y="5266"/>
                    </a:moveTo>
                    <a:lnTo>
                      <a:pt x="2875" y="235"/>
                    </a:lnTo>
                    <a:lnTo>
                      <a:pt x="5262" y="0"/>
                    </a:lnTo>
                    <a:lnTo>
                      <a:pt x="2387" y="4982"/>
                    </a:lnTo>
                    <a:close/>
                  </a:path>
                </a:pathLst>
              </a:custGeom>
              <a:solidFill>
                <a:srgbClr val="f3d5c2"/>
              </a:solidFill>
              <a:ln w="3334" cap="flat" cmpd="sng" algn="ctr">
                <a:solidFill>
                  <a:srgbClr val="f3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67" name="Surface mesh patch"/>
              <p:cNvSpPr/>
              <p:nvPr/>
            </p:nvSpPr>
            <p:spPr>
              <a:xfrm>
                <a:off x="11631624" y="904662"/>
                <a:ext cx="50120" cy="592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1">
                    <a:moveTo>
                      <a:pt x="0" y="5802"/>
                    </a:moveTo>
                    <a:lnTo>
                      <a:pt x="2875" y="0"/>
                    </a:lnTo>
                    <a:lnTo>
                      <a:pt x="5262" y="642"/>
                    </a:lnTo>
                    <a:lnTo>
                      <a:pt x="2387" y="6221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68" name="Surface mesh patch"/>
              <p:cNvSpPr/>
              <p:nvPr/>
            </p:nvSpPr>
            <p:spPr>
              <a:xfrm>
                <a:off x="11681743" y="855607"/>
                <a:ext cx="50120" cy="67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25">
                    <a:moveTo>
                      <a:pt x="0" y="5792"/>
                    </a:moveTo>
                    <a:lnTo>
                      <a:pt x="2875" y="0"/>
                    </a:lnTo>
                    <a:lnTo>
                      <a:pt x="5262" y="1705"/>
                    </a:lnTo>
                    <a:lnTo>
                      <a:pt x="2387" y="7125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69" name="Surface mesh patch"/>
              <p:cNvSpPr/>
              <p:nvPr/>
            </p:nvSpPr>
            <p:spPr>
              <a:xfrm>
                <a:off x="11731863" y="824867"/>
                <a:ext cx="50120" cy="691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56">
                    <a:moveTo>
                      <a:pt x="0" y="4932"/>
                    </a:moveTo>
                    <a:lnTo>
                      <a:pt x="2875" y="0"/>
                    </a:lnTo>
                    <a:lnTo>
                      <a:pt x="5262" y="2754"/>
                    </a:lnTo>
                    <a:lnTo>
                      <a:pt x="2387" y="7256"/>
                    </a:lnTo>
                    <a:close/>
                  </a:path>
                </a:pathLst>
              </a:custGeom>
              <a:solidFill>
                <a:srgbClr val="fbbca0"/>
              </a:solidFill>
              <a:ln w="3334" cap="flat" cmpd="sng" algn="ctr">
                <a:solidFill>
                  <a:srgbClr val="fbbc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70" name="Surface mesh patch"/>
              <p:cNvSpPr/>
              <p:nvPr/>
            </p:nvSpPr>
            <p:spPr>
              <a:xfrm>
                <a:off x="11781983" y="818667"/>
                <a:ext cx="50120" cy="62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88">
                    <a:moveTo>
                      <a:pt x="0" y="3405"/>
                    </a:moveTo>
                    <a:lnTo>
                      <a:pt x="2875" y="0"/>
                    </a:lnTo>
                    <a:lnTo>
                      <a:pt x="5262" y="3550"/>
                    </a:lnTo>
                    <a:lnTo>
                      <a:pt x="2387" y="6588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71" name="Surface mesh patch"/>
              <p:cNvSpPr/>
              <p:nvPr/>
            </p:nvSpPr>
            <p:spPr>
              <a:xfrm>
                <a:off x="11832102" y="837505"/>
                <a:ext cx="50120" cy="503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4">
                    <a:moveTo>
                      <a:pt x="0" y="1573"/>
                    </a:moveTo>
                    <a:lnTo>
                      <a:pt x="2875" y="0"/>
                    </a:lnTo>
                    <a:lnTo>
                      <a:pt x="5262" y="3912"/>
                    </a:lnTo>
                    <a:lnTo>
                      <a:pt x="2387" y="5284"/>
                    </a:lnTo>
                    <a:close/>
                  </a:path>
                </a:pathLst>
              </a:custGeom>
              <a:solidFill>
                <a:srgbClr val="fbbea1"/>
              </a:solidFill>
              <a:ln w="3334" cap="flat" cmpd="sng" algn="ctr">
                <a:solidFill>
                  <a:srgbClr val="fbbe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72" name="Surface mesh patch"/>
              <p:cNvSpPr/>
              <p:nvPr/>
            </p:nvSpPr>
            <p:spPr>
              <a:xfrm>
                <a:off x="11882222" y="874764"/>
                <a:ext cx="50120" cy="37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46">
                    <a:moveTo>
                      <a:pt x="0" y="0"/>
                    </a:moveTo>
                    <a:lnTo>
                      <a:pt x="2875" y="165"/>
                    </a:lnTo>
                    <a:lnTo>
                      <a:pt x="5262" y="3946"/>
                    </a:lnTo>
                    <a:lnTo>
                      <a:pt x="2387" y="3793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73" name="Surface mesh patch"/>
              <p:cNvSpPr/>
              <p:nvPr/>
            </p:nvSpPr>
            <p:spPr>
              <a:xfrm>
                <a:off x="11308174" y="1139027"/>
                <a:ext cx="50120" cy="15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2">
                    <a:moveTo>
                      <a:pt x="0" y="1511"/>
                    </a:moveTo>
                    <a:lnTo>
                      <a:pt x="2875" y="1652"/>
                    </a:lnTo>
                    <a:lnTo>
                      <a:pt x="5262" y="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74" name="Surface mesh patch"/>
              <p:cNvSpPr/>
              <p:nvPr/>
            </p:nvSpPr>
            <p:spPr>
              <a:xfrm>
                <a:off x="11358294" y="1123312"/>
                <a:ext cx="50120" cy="16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1">
                    <a:moveTo>
                      <a:pt x="0" y="1741"/>
                    </a:moveTo>
                    <a:lnTo>
                      <a:pt x="2875" y="1544"/>
                    </a:lnTo>
                    <a:lnTo>
                      <a:pt x="5262" y="0"/>
                    </a:lnTo>
                    <a:lnTo>
                      <a:pt x="2387" y="324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75" name="Surface mesh patch"/>
              <p:cNvSpPr/>
              <p:nvPr/>
            </p:nvSpPr>
            <p:spPr>
              <a:xfrm>
                <a:off x="11408413" y="1099463"/>
                <a:ext cx="50120" cy="238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4">
                    <a:moveTo>
                      <a:pt x="0" y="2504"/>
                    </a:moveTo>
                    <a:lnTo>
                      <a:pt x="2875" y="1560"/>
                    </a:lnTo>
                    <a:lnTo>
                      <a:pt x="5262" y="0"/>
                    </a:lnTo>
                    <a:lnTo>
                      <a:pt x="2387" y="1151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76" name="Surface mesh patch"/>
              <p:cNvSpPr/>
              <p:nvPr/>
            </p:nvSpPr>
            <p:spPr>
              <a:xfrm>
                <a:off x="11458533" y="1064718"/>
                <a:ext cx="50120" cy="347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48">
                    <a:moveTo>
                      <a:pt x="0" y="3648"/>
                    </a:moveTo>
                    <a:lnTo>
                      <a:pt x="2875" y="1544"/>
                    </a:lnTo>
                    <a:lnTo>
                      <a:pt x="5262" y="0"/>
                    </a:lnTo>
                    <a:lnTo>
                      <a:pt x="2387" y="2359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77" name="Surface mesh patch"/>
              <p:cNvSpPr/>
              <p:nvPr/>
            </p:nvSpPr>
            <p:spPr>
              <a:xfrm>
                <a:off x="11508653" y="1017962"/>
                <a:ext cx="50120" cy="467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9">
                    <a:moveTo>
                      <a:pt x="0" y="4909"/>
                    </a:moveTo>
                    <a:lnTo>
                      <a:pt x="2875" y="1383"/>
                    </a:lnTo>
                    <a:lnTo>
                      <a:pt x="5262" y="0"/>
                    </a:lnTo>
                    <a:lnTo>
                      <a:pt x="2387" y="3760"/>
                    </a:lnTo>
                    <a:close/>
                  </a:path>
                </a:pathLst>
              </a:custGeom>
              <a:solidFill>
                <a:srgbClr val="eadbd4"/>
              </a:solidFill>
              <a:ln w="3334" cap="flat" cmpd="sng" algn="ctr">
                <a:solidFill>
                  <a:srgbClr val="eadb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78" name="Surface mesh patch"/>
              <p:cNvSpPr/>
              <p:nvPr/>
            </p:nvSpPr>
            <p:spPr>
              <a:xfrm>
                <a:off x="11558772" y="962163"/>
                <a:ext cx="50120" cy="557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8">
                    <a:moveTo>
                      <a:pt x="0" y="5858"/>
                    </a:moveTo>
                    <a:lnTo>
                      <a:pt x="2875" y="957"/>
                    </a:lnTo>
                    <a:lnTo>
                      <a:pt x="5262" y="0"/>
                    </a:lnTo>
                    <a:lnTo>
                      <a:pt x="2387" y="5031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79" name="Surface mesh patch"/>
              <p:cNvSpPr/>
              <p:nvPr/>
            </p:nvSpPr>
            <p:spPr>
              <a:xfrm>
                <a:off x="11608892" y="904662"/>
                <a:ext cx="50120" cy="575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37">
                    <a:moveTo>
                      <a:pt x="0" y="6037"/>
                    </a:moveTo>
                    <a:lnTo>
                      <a:pt x="2875" y="197"/>
                    </a:lnTo>
                    <a:lnTo>
                      <a:pt x="5262" y="0"/>
                    </a:lnTo>
                    <a:lnTo>
                      <a:pt x="2387" y="5802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80" name="Surface mesh patch"/>
              <p:cNvSpPr/>
              <p:nvPr/>
            </p:nvSpPr>
            <p:spPr>
              <a:xfrm>
                <a:off x="11659011" y="847485"/>
                <a:ext cx="50120" cy="63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45">
                    <a:moveTo>
                      <a:pt x="0" y="6003"/>
                    </a:moveTo>
                    <a:lnTo>
                      <a:pt x="2875" y="0"/>
                    </a:lnTo>
                    <a:lnTo>
                      <a:pt x="5262" y="853"/>
                    </a:lnTo>
                    <a:lnTo>
                      <a:pt x="2387" y="6645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81" name="Surface mesh patch"/>
              <p:cNvSpPr/>
              <p:nvPr/>
            </p:nvSpPr>
            <p:spPr>
              <a:xfrm>
                <a:off x="11709131" y="805614"/>
                <a:ext cx="50120" cy="662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54">
                    <a:moveTo>
                      <a:pt x="0" y="5249"/>
                    </a:moveTo>
                    <a:lnTo>
                      <a:pt x="2875" y="0"/>
                    </a:lnTo>
                    <a:lnTo>
                      <a:pt x="5262" y="2021"/>
                    </a:lnTo>
                    <a:lnTo>
                      <a:pt x="2387" y="6954"/>
                    </a:lnTo>
                    <a:close/>
                  </a:path>
                </a:pathLst>
              </a:custGeom>
              <a:solidFill>
                <a:srgbClr val="fbb498"/>
              </a:solidFill>
              <a:ln w="3334" cap="flat" cmpd="sng" algn="ctr">
                <a:solidFill>
                  <a:srgbClr val="fbb49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82" name="Surface mesh patch"/>
              <p:cNvSpPr/>
              <p:nvPr/>
            </p:nvSpPr>
            <p:spPr>
              <a:xfrm>
                <a:off x="11759251" y="789545"/>
                <a:ext cx="50120" cy="61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62">
                    <a:moveTo>
                      <a:pt x="0" y="3708"/>
                    </a:moveTo>
                    <a:lnTo>
                      <a:pt x="2875" y="0"/>
                    </a:lnTo>
                    <a:lnTo>
                      <a:pt x="5262" y="3058"/>
                    </a:lnTo>
                    <a:lnTo>
                      <a:pt x="2387" y="6462"/>
                    </a:lnTo>
                    <a:close/>
                  </a:path>
                </a:pathLst>
              </a:custGeom>
              <a:solidFill>
                <a:srgbClr val="fab094"/>
              </a:solidFill>
              <a:ln w="3334" cap="flat" cmpd="sng" algn="ctr">
                <a:solidFill>
                  <a:srgbClr val="fab09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83" name="Surface mesh patch"/>
              <p:cNvSpPr/>
              <p:nvPr/>
            </p:nvSpPr>
            <p:spPr>
              <a:xfrm>
                <a:off x="11809370" y="802060"/>
                <a:ext cx="50120" cy="50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94">
                    <a:moveTo>
                      <a:pt x="0" y="1744"/>
                    </a:moveTo>
                    <a:lnTo>
                      <a:pt x="2875" y="0"/>
                    </a:lnTo>
                    <a:lnTo>
                      <a:pt x="5262" y="3721"/>
                    </a:lnTo>
                    <a:lnTo>
                      <a:pt x="2387" y="5294"/>
                    </a:lnTo>
                    <a:close/>
                  </a:path>
                </a:pathLst>
              </a:custGeom>
              <a:solidFill>
                <a:srgbClr val="fab296"/>
              </a:solidFill>
              <a:ln w="3334" cap="flat" cmpd="sng" algn="ctr">
                <a:solidFill>
                  <a:srgbClr val="fab2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84" name="Surface mesh patch"/>
              <p:cNvSpPr/>
              <p:nvPr/>
            </p:nvSpPr>
            <p:spPr>
              <a:xfrm>
                <a:off x="11859490" y="837505"/>
                <a:ext cx="50120" cy="388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6">
                    <a:moveTo>
                      <a:pt x="0" y="0"/>
                    </a:moveTo>
                    <a:lnTo>
                      <a:pt x="2875" y="198"/>
                    </a:lnTo>
                    <a:lnTo>
                      <a:pt x="5262" y="4076"/>
                    </a:lnTo>
                    <a:lnTo>
                      <a:pt x="2387" y="3912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85" name="Surface mesh patch"/>
              <p:cNvSpPr/>
              <p:nvPr/>
            </p:nvSpPr>
            <p:spPr>
              <a:xfrm>
                <a:off x="11909610" y="876332"/>
                <a:ext cx="50120" cy="50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99">
                    <a:moveTo>
                      <a:pt x="0" y="0"/>
                    </a:moveTo>
                    <a:lnTo>
                      <a:pt x="2875" y="1751"/>
                    </a:lnTo>
                    <a:lnTo>
                      <a:pt x="5262" y="5299"/>
                    </a:lnTo>
                    <a:lnTo>
                      <a:pt x="2387" y="3782"/>
                    </a:lnTo>
                    <a:close/>
                  </a:path>
                </a:pathLst>
              </a:custGeom>
              <a:solidFill>
                <a:srgbClr val="fbc5a9"/>
              </a:solidFill>
              <a:ln w="3334" cap="flat" cmpd="sng" algn="ctr">
                <a:solidFill>
                  <a:srgbClr val="fbc5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86" name="Surface mesh patch"/>
              <p:cNvSpPr/>
              <p:nvPr/>
            </p:nvSpPr>
            <p:spPr>
              <a:xfrm>
                <a:off x="11285442" y="1153421"/>
                <a:ext cx="50120" cy="17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3">
                    <a:moveTo>
                      <a:pt x="0" y="1624"/>
                    </a:moveTo>
                    <a:lnTo>
                      <a:pt x="2875" y="1833"/>
                    </a:lnTo>
                    <a:lnTo>
                      <a:pt x="5262" y="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87" name="Surface mesh patch"/>
              <p:cNvSpPr/>
              <p:nvPr/>
            </p:nvSpPr>
            <p:spPr>
              <a:xfrm>
                <a:off x="11335562" y="1138017"/>
                <a:ext cx="50120" cy="16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8">
                    <a:moveTo>
                      <a:pt x="0" y="1758"/>
                    </a:moveTo>
                    <a:lnTo>
                      <a:pt x="2875" y="1713"/>
                    </a:lnTo>
                    <a:lnTo>
                      <a:pt x="5262" y="0"/>
                    </a:lnTo>
                    <a:lnTo>
                      <a:pt x="2387" y="19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88" name="Surface mesh patch"/>
              <p:cNvSpPr/>
              <p:nvPr/>
            </p:nvSpPr>
            <p:spPr>
              <a:xfrm>
                <a:off x="11385681" y="1114324"/>
                <a:ext cx="50120" cy="236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7">
                    <a:moveTo>
                      <a:pt x="0" y="2487"/>
                    </a:moveTo>
                    <a:lnTo>
                      <a:pt x="2875" y="1798"/>
                    </a:lnTo>
                    <a:lnTo>
                      <a:pt x="5262" y="0"/>
                    </a:lnTo>
                    <a:lnTo>
                      <a:pt x="2387" y="944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89" name="Surface mesh patch"/>
              <p:cNvSpPr/>
              <p:nvPr/>
            </p:nvSpPr>
            <p:spPr>
              <a:xfrm>
                <a:off x="11435801" y="1079428"/>
                <a:ext cx="50120" cy="34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4">
                    <a:moveTo>
                      <a:pt x="0" y="3664"/>
                    </a:moveTo>
                    <a:lnTo>
                      <a:pt x="2875" y="1900"/>
                    </a:lnTo>
                    <a:lnTo>
                      <a:pt x="5262" y="0"/>
                    </a:lnTo>
                    <a:lnTo>
                      <a:pt x="2387" y="2103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90" name="Surface mesh patch"/>
              <p:cNvSpPr/>
              <p:nvPr/>
            </p:nvSpPr>
            <p:spPr>
              <a:xfrm>
                <a:off x="11485921" y="1031138"/>
                <a:ext cx="50120" cy="48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70">
                    <a:moveTo>
                      <a:pt x="0" y="5070"/>
                    </a:moveTo>
                    <a:lnTo>
                      <a:pt x="2875" y="1910"/>
                    </a:lnTo>
                    <a:lnTo>
                      <a:pt x="5262" y="0"/>
                    </a:lnTo>
                    <a:lnTo>
                      <a:pt x="2387" y="3525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91" name="Surface mesh patch"/>
              <p:cNvSpPr/>
              <p:nvPr/>
            </p:nvSpPr>
            <p:spPr>
              <a:xfrm>
                <a:off x="11536040" y="971274"/>
                <a:ext cx="50120" cy="59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5">
                    <a:moveTo>
                      <a:pt x="0" y="6285"/>
                    </a:moveTo>
                    <a:lnTo>
                      <a:pt x="2875" y="1688"/>
                    </a:lnTo>
                    <a:lnTo>
                      <a:pt x="5262" y="0"/>
                    </a:lnTo>
                    <a:lnTo>
                      <a:pt x="2387" y="4902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92" name="Surface mesh patch"/>
              <p:cNvSpPr/>
              <p:nvPr/>
            </p:nvSpPr>
            <p:spPr>
              <a:xfrm>
                <a:off x="11586160" y="906536"/>
                <a:ext cx="50120" cy="647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97">
                    <a:moveTo>
                      <a:pt x="0" y="6797"/>
                    </a:moveTo>
                    <a:lnTo>
                      <a:pt x="2875" y="1116"/>
                    </a:lnTo>
                    <a:lnTo>
                      <a:pt x="5262" y="0"/>
                    </a:lnTo>
                    <a:lnTo>
                      <a:pt x="2387" y="5840"/>
                    </a:lnTo>
                    <a:close/>
                  </a:path>
                </a:pathLst>
              </a:custGeom>
              <a:solidFill>
                <a:srgbClr val="fbc9ad"/>
              </a:solidFill>
              <a:ln w="3334" cap="flat" cmpd="sng" algn="ctr">
                <a:solidFill>
                  <a:srgbClr val="fbc9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93" name="Surface mesh patch"/>
              <p:cNvSpPr/>
              <p:nvPr/>
            </p:nvSpPr>
            <p:spPr>
              <a:xfrm>
                <a:off x="11636280" y="847485"/>
                <a:ext cx="50120" cy="590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00">
                    <a:moveTo>
                      <a:pt x="0" y="6200"/>
                    </a:moveTo>
                    <a:lnTo>
                      <a:pt x="2875" y="174"/>
                    </a:lnTo>
                    <a:lnTo>
                      <a:pt x="5262" y="0"/>
                    </a:lnTo>
                    <a:lnTo>
                      <a:pt x="2387" y="6003"/>
                    </a:lnTo>
                    <a:close/>
                  </a:path>
                </a:pathLst>
              </a:custGeom>
              <a:solidFill>
                <a:srgbClr val="fbbb9e"/>
              </a:solidFill>
              <a:ln w="3334" cap="flat" cmpd="sng" algn="ctr">
                <a:solidFill>
                  <a:srgbClr val="fbbb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94" name="Surface mesh patch"/>
              <p:cNvSpPr/>
              <p:nvPr/>
            </p:nvSpPr>
            <p:spPr>
              <a:xfrm>
                <a:off x="11686399" y="795876"/>
                <a:ext cx="50120" cy="59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1">
                    <a:moveTo>
                      <a:pt x="0" y="5418"/>
                    </a:moveTo>
                    <a:lnTo>
                      <a:pt x="2875" y="0"/>
                    </a:lnTo>
                    <a:lnTo>
                      <a:pt x="5262" y="1022"/>
                    </a:lnTo>
                    <a:lnTo>
                      <a:pt x="2387" y="6271"/>
                    </a:lnTo>
                    <a:close/>
                  </a:path>
                </a:pathLst>
              </a:custGeom>
              <a:solidFill>
                <a:srgbClr val="faae93"/>
              </a:solidFill>
              <a:ln w="3334" cap="flat" cmpd="sng" algn="ctr">
                <a:solidFill>
                  <a:srgbClr val="faae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95" name="Surface mesh patch"/>
              <p:cNvSpPr/>
              <p:nvPr/>
            </p:nvSpPr>
            <p:spPr>
              <a:xfrm>
                <a:off x="11736519" y="768259"/>
                <a:ext cx="50120" cy="56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43">
                    <a:moveTo>
                      <a:pt x="0" y="3922"/>
                    </a:moveTo>
                    <a:lnTo>
                      <a:pt x="2875" y="0"/>
                    </a:lnTo>
                    <a:lnTo>
                      <a:pt x="5262" y="2235"/>
                    </a:lnTo>
                    <a:lnTo>
                      <a:pt x="2387" y="5943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96" name="Surface mesh patch"/>
              <p:cNvSpPr/>
              <p:nvPr/>
            </p:nvSpPr>
            <p:spPr>
              <a:xfrm>
                <a:off x="11786639" y="771711"/>
                <a:ext cx="50120" cy="46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0">
                    <a:moveTo>
                      <a:pt x="0" y="1872"/>
                    </a:moveTo>
                    <a:lnTo>
                      <a:pt x="2875" y="0"/>
                    </a:lnTo>
                    <a:lnTo>
                      <a:pt x="5262" y="3186"/>
                    </a:lnTo>
                    <a:lnTo>
                      <a:pt x="2387" y="4930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97" name="Surface mesh patch"/>
              <p:cNvSpPr/>
              <p:nvPr/>
            </p:nvSpPr>
            <p:spPr>
              <a:xfrm>
                <a:off x="11836758" y="802060"/>
                <a:ext cx="50120" cy="37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19">
                    <a:moveTo>
                      <a:pt x="0" y="0"/>
                    </a:moveTo>
                    <a:lnTo>
                      <a:pt x="2875" y="251"/>
                    </a:lnTo>
                    <a:lnTo>
                      <a:pt x="5262" y="3919"/>
                    </a:lnTo>
                    <a:lnTo>
                      <a:pt x="2387" y="3721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98" name="Surface mesh patch"/>
              <p:cNvSpPr/>
              <p:nvPr/>
            </p:nvSpPr>
            <p:spPr>
              <a:xfrm>
                <a:off x="11886878" y="839389"/>
                <a:ext cx="50120" cy="536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29">
                    <a:moveTo>
                      <a:pt x="0" y="0"/>
                    </a:moveTo>
                    <a:lnTo>
                      <a:pt x="2875" y="2011"/>
                    </a:lnTo>
                    <a:lnTo>
                      <a:pt x="5262" y="5629"/>
                    </a:lnTo>
                    <a:lnTo>
                      <a:pt x="2387" y="3879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99" name="Surface mesh patch"/>
              <p:cNvSpPr/>
              <p:nvPr/>
            </p:nvSpPr>
            <p:spPr>
              <a:xfrm>
                <a:off x="11936997" y="893008"/>
                <a:ext cx="50120" cy="599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92">
                    <a:moveTo>
                      <a:pt x="0" y="0"/>
                    </a:moveTo>
                    <a:lnTo>
                      <a:pt x="2875" y="3162"/>
                    </a:lnTo>
                    <a:lnTo>
                      <a:pt x="5262" y="6292"/>
                    </a:lnTo>
                    <a:lnTo>
                      <a:pt x="2387" y="3548"/>
                    </a:lnTo>
                    <a:close/>
                  </a:path>
                </a:pathLst>
              </a:custGeom>
              <a:solidFill>
                <a:srgbClr val="fbc8ac"/>
              </a:solidFill>
              <a:ln w="3334" cap="flat" cmpd="sng" algn="ctr">
                <a:solidFill>
                  <a:srgbClr val="fbc8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0" name="Surface mesh patch"/>
              <p:cNvSpPr/>
              <p:nvPr/>
            </p:nvSpPr>
            <p:spPr>
              <a:xfrm>
                <a:off x="11262710" y="1168892"/>
                <a:ext cx="50120" cy="192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8">
                    <a:moveTo>
                      <a:pt x="0" y="1728"/>
                    </a:moveTo>
                    <a:lnTo>
                      <a:pt x="2875" y="2018"/>
                    </a:lnTo>
                    <a:lnTo>
                      <a:pt x="5262" y="2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1" name="Surface mesh patch"/>
              <p:cNvSpPr/>
              <p:nvPr/>
            </p:nvSpPr>
            <p:spPr>
              <a:xfrm>
                <a:off x="11312830" y="1154329"/>
                <a:ext cx="50120" cy="17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9">
                    <a:moveTo>
                      <a:pt x="0" y="1737"/>
                    </a:moveTo>
                    <a:lnTo>
                      <a:pt x="2875" y="1859"/>
                    </a:lnTo>
                    <a:lnTo>
                      <a:pt x="5262" y="0"/>
                    </a:lnTo>
                    <a:lnTo>
                      <a:pt x="2387" y="46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2" name="Surface mesh patch"/>
              <p:cNvSpPr/>
              <p:nvPr/>
            </p:nvSpPr>
            <p:spPr>
              <a:xfrm>
                <a:off x="11362950" y="1131447"/>
                <a:ext cx="50120" cy="228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02">
                    <a:moveTo>
                      <a:pt x="0" y="2402"/>
                    </a:moveTo>
                    <a:lnTo>
                      <a:pt x="2875" y="1996"/>
                    </a:lnTo>
                    <a:lnTo>
                      <a:pt x="5262" y="0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3" name="Surface mesh patch"/>
              <p:cNvSpPr/>
              <p:nvPr/>
            </p:nvSpPr>
            <p:spPr>
              <a:xfrm>
                <a:off x="11413069" y="1097521"/>
                <a:ext cx="50120" cy="33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2">
                    <a:moveTo>
                      <a:pt x="0" y="3562"/>
                    </a:moveTo>
                    <a:lnTo>
                      <a:pt x="2875" y="2198"/>
                    </a:lnTo>
                    <a:lnTo>
                      <a:pt x="5262" y="0"/>
                    </a:lnTo>
                    <a:lnTo>
                      <a:pt x="2387" y="1764"/>
                    </a:lnTo>
                    <a:close/>
                  </a:path>
                </a:pathLst>
              </a:custGeom>
              <a:solidFill>
                <a:srgbClr val="dfe0e9"/>
              </a:solidFill>
              <a:ln w="3334" cap="flat" cmpd="sng" algn="ctr">
                <a:solidFill>
                  <a:srgbClr val="dfe0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4" name="Surface mesh patch"/>
              <p:cNvSpPr/>
              <p:nvPr/>
            </p:nvSpPr>
            <p:spPr>
              <a:xfrm>
                <a:off x="11463189" y="1049333"/>
                <a:ext cx="50120" cy="481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9">
                    <a:moveTo>
                      <a:pt x="0" y="5059"/>
                    </a:moveTo>
                    <a:lnTo>
                      <a:pt x="2875" y="2373"/>
                    </a:lnTo>
                    <a:lnTo>
                      <a:pt x="5262" y="0"/>
                    </a:lnTo>
                    <a:lnTo>
                      <a:pt x="2387" y="316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5" name="Surface mesh patch"/>
              <p:cNvSpPr/>
              <p:nvPr/>
            </p:nvSpPr>
            <p:spPr>
              <a:xfrm>
                <a:off x="11513308" y="987354"/>
                <a:ext cx="50120" cy="61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7">
                    <a:moveTo>
                      <a:pt x="0" y="6507"/>
                    </a:moveTo>
                    <a:lnTo>
                      <a:pt x="2875" y="2372"/>
                    </a:lnTo>
                    <a:lnTo>
                      <a:pt x="5262" y="0"/>
                    </a:lnTo>
                    <a:lnTo>
                      <a:pt x="2387" y="4597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6" name="Surface mesh patch"/>
              <p:cNvSpPr/>
              <p:nvPr/>
            </p:nvSpPr>
            <p:spPr>
              <a:xfrm>
                <a:off x="11563428" y="917170"/>
                <a:ext cx="50120" cy="70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68">
                    <a:moveTo>
                      <a:pt x="0" y="7368"/>
                    </a:moveTo>
                    <a:lnTo>
                      <a:pt x="2875" y="2042"/>
                    </a:lnTo>
                    <a:lnTo>
                      <a:pt x="5262" y="0"/>
                    </a:lnTo>
                    <a:lnTo>
                      <a:pt x="2387" y="5680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7" name="Surface mesh patch"/>
              <p:cNvSpPr/>
              <p:nvPr/>
            </p:nvSpPr>
            <p:spPr>
              <a:xfrm>
                <a:off x="11613548" y="849141"/>
                <a:ext cx="50120" cy="68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42">
                    <a:moveTo>
                      <a:pt x="0" y="7142"/>
                    </a:moveTo>
                    <a:lnTo>
                      <a:pt x="2875" y="1293"/>
                    </a:lnTo>
                    <a:lnTo>
                      <a:pt x="5262" y="0"/>
                    </a:lnTo>
                    <a:lnTo>
                      <a:pt x="2387" y="6026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8" name="Surface mesh patch"/>
              <p:cNvSpPr/>
              <p:nvPr/>
            </p:nvSpPr>
            <p:spPr>
              <a:xfrm>
                <a:off x="11663667" y="795876"/>
                <a:ext cx="50120" cy="53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2">
                    <a:moveTo>
                      <a:pt x="0" y="5592"/>
                    </a:moveTo>
                    <a:lnTo>
                      <a:pt x="2875" y="173"/>
                    </a:lnTo>
                    <a:lnTo>
                      <a:pt x="5262" y="0"/>
                    </a:lnTo>
                    <a:lnTo>
                      <a:pt x="2387" y="5418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09" name="Surface mesh patch"/>
              <p:cNvSpPr/>
              <p:nvPr/>
            </p:nvSpPr>
            <p:spPr>
              <a:xfrm>
                <a:off x="11713787" y="757569"/>
                <a:ext cx="50120" cy="48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4">
                    <a:moveTo>
                      <a:pt x="0" y="4022"/>
                    </a:moveTo>
                    <a:lnTo>
                      <a:pt x="2875" y="0"/>
                    </a:lnTo>
                    <a:lnTo>
                      <a:pt x="5262" y="1122"/>
                    </a:lnTo>
                    <a:lnTo>
                      <a:pt x="2387" y="5044"/>
                    </a:lnTo>
                    <a:close/>
                  </a:path>
                </a:pathLst>
              </a:custGeom>
              <a:solidFill>
                <a:srgbClr val="faa186"/>
              </a:solidFill>
              <a:ln w="3334" cap="flat" cmpd="sng" algn="ctr">
                <a:solidFill>
                  <a:srgbClr val="faa1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0" name="Surface mesh patch"/>
              <p:cNvSpPr/>
              <p:nvPr/>
            </p:nvSpPr>
            <p:spPr>
              <a:xfrm>
                <a:off x="11763907" y="749723"/>
                <a:ext cx="50120" cy="398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81">
                    <a:moveTo>
                      <a:pt x="0" y="1946"/>
                    </a:moveTo>
                    <a:lnTo>
                      <a:pt x="2875" y="0"/>
                    </a:lnTo>
                    <a:lnTo>
                      <a:pt x="5262" y="2308"/>
                    </a:lnTo>
                    <a:lnTo>
                      <a:pt x="2387" y="4181"/>
                    </a:lnTo>
                    <a:close/>
                  </a:path>
                </a:pathLst>
              </a:custGeom>
              <a:solidFill>
                <a:srgbClr val="fa9f83"/>
              </a:solidFill>
              <a:ln w="3334" cap="flat" cmpd="sng" algn="ctr">
                <a:solidFill>
                  <a:srgbClr val="fa9f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1" name="Surface mesh patch"/>
              <p:cNvSpPr/>
              <p:nvPr/>
            </p:nvSpPr>
            <p:spPr>
              <a:xfrm>
                <a:off x="11814026" y="771711"/>
                <a:ext cx="50120" cy="32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7">
                    <a:moveTo>
                      <a:pt x="0" y="0"/>
                    </a:moveTo>
                    <a:lnTo>
                      <a:pt x="2875" y="321"/>
                    </a:lnTo>
                    <a:lnTo>
                      <a:pt x="5262" y="3437"/>
                    </a:lnTo>
                    <a:lnTo>
                      <a:pt x="2387" y="3186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2" name="Surface mesh patch"/>
              <p:cNvSpPr/>
              <p:nvPr/>
            </p:nvSpPr>
            <p:spPr>
              <a:xfrm>
                <a:off x="11864146" y="804450"/>
                <a:ext cx="50120" cy="54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79">
                    <a:moveTo>
                      <a:pt x="0" y="0"/>
                    </a:moveTo>
                    <a:lnTo>
                      <a:pt x="2875" y="2281"/>
                    </a:lnTo>
                    <a:lnTo>
                      <a:pt x="5262" y="5679"/>
                    </a:lnTo>
                    <a:lnTo>
                      <a:pt x="2387" y="3668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3" name="Surface mesh patch"/>
              <p:cNvSpPr/>
              <p:nvPr/>
            </p:nvSpPr>
            <p:spPr>
              <a:xfrm>
                <a:off x="11914266" y="858547"/>
                <a:ext cx="50120" cy="64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0">
                    <a:moveTo>
                      <a:pt x="0" y="0"/>
                    </a:moveTo>
                    <a:lnTo>
                      <a:pt x="2875" y="3608"/>
                    </a:lnTo>
                    <a:lnTo>
                      <a:pt x="5262" y="6780"/>
                    </a:lnTo>
                    <a:lnTo>
                      <a:pt x="2387" y="3618"/>
                    </a:lnTo>
                    <a:close/>
                  </a:path>
                </a:pathLst>
              </a:custGeom>
              <a:solidFill>
                <a:srgbClr val="fbbea1"/>
              </a:solidFill>
              <a:ln w="3334" cap="flat" cmpd="sng" algn="ctr">
                <a:solidFill>
                  <a:srgbClr val="fbbe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4" name="Surface mesh patch"/>
              <p:cNvSpPr/>
              <p:nvPr/>
            </p:nvSpPr>
            <p:spPr>
              <a:xfrm>
                <a:off x="11964385" y="923130"/>
                <a:ext cx="50120" cy="64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8">
                    <a:moveTo>
                      <a:pt x="0" y="0"/>
                    </a:moveTo>
                    <a:lnTo>
                      <a:pt x="2875" y="4226"/>
                    </a:lnTo>
                    <a:lnTo>
                      <a:pt x="5262" y="6818"/>
                    </a:lnTo>
                    <a:lnTo>
                      <a:pt x="2387" y="3129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5" name="Surface mesh patch"/>
              <p:cNvSpPr/>
              <p:nvPr/>
            </p:nvSpPr>
            <p:spPr>
              <a:xfrm>
                <a:off x="11239978" y="1185354"/>
                <a:ext cx="50120" cy="21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6">
                    <a:moveTo>
                      <a:pt x="0" y="1823"/>
                    </a:moveTo>
                    <a:lnTo>
                      <a:pt x="2875" y="2206"/>
                    </a:lnTo>
                    <a:lnTo>
                      <a:pt x="5262" y="2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6" name="Surface mesh patch"/>
              <p:cNvSpPr/>
              <p:nvPr/>
            </p:nvSpPr>
            <p:spPr>
              <a:xfrm>
                <a:off x="11290098" y="1170878"/>
                <a:ext cx="50120" cy="20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6">
                    <a:moveTo>
                      <a:pt x="0" y="1809"/>
                    </a:moveTo>
                    <a:lnTo>
                      <a:pt x="2875" y="2106"/>
                    </a:lnTo>
                    <a:lnTo>
                      <a:pt x="5262" y="1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7" name="Surface mesh patch"/>
              <p:cNvSpPr/>
              <p:nvPr/>
            </p:nvSpPr>
            <p:spPr>
              <a:xfrm>
                <a:off x="11340218" y="1150462"/>
                <a:ext cx="50120" cy="215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5">
                    <a:moveTo>
                      <a:pt x="0" y="2265"/>
                    </a:moveTo>
                    <a:lnTo>
                      <a:pt x="2875" y="2156"/>
                    </a:lnTo>
                    <a:lnTo>
                      <a:pt x="5262" y="0"/>
                    </a:lnTo>
                    <a:lnTo>
                      <a:pt x="2387" y="406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8" name="Surface mesh patch"/>
              <p:cNvSpPr/>
              <p:nvPr/>
            </p:nvSpPr>
            <p:spPr>
              <a:xfrm>
                <a:off x="11390337" y="1118456"/>
                <a:ext cx="50120" cy="320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0">
                    <a:moveTo>
                      <a:pt x="0" y="3360"/>
                    </a:moveTo>
                    <a:lnTo>
                      <a:pt x="2875" y="2432"/>
                    </a:lnTo>
                    <a:lnTo>
                      <a:pt x="5262" y="0"/>
                    </a:lnTo>
                    <a:lnTo>
                      <a:pt x="2387" y="1364"/>
                    </a:lnTo>
                    <a:close/>
                  </a:path>
                </a:pathLst>
              </a:custGeom>
              <a:solidFill>
                <a:srgbClr val="dee2ec"/>
              </a:solidFill>
              <a:ln w="3334" cap="flat" cmpd="sng" algn="ctr">
                <a:solidFill>
                  <a:srgbClr val="dee2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19" name="Surface mesh patch"/>
              <p:cNvSpPr/>
              <p:nvPr/>
            </p:nvSpPr>
            <p:spPr>
              <a:xfrm>
                <a:off x="11440457" y="1071932"/>
                <a:ext cx="50120" cy="465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4">
                    <a:moveTo>
                      <a:pt x="0" y="4884"/>
                    </a:moveTo>
                    <a:lnTo>
                      <a:pt x="2875" y="2747"/>
                    </a:lnTo>
                    <a:lnTo>
                      <a:pt x="5262" y="0"/>
                    </a:lnTo>
                    <a:lnTo>
                      <a:pt x="2387" y="2686"/>
                    </a:lnTo>
                    <a:close/>
                  </a:path>
                </a:pathLst>
              </a:custGeom>
              <a:solidFill>
                <a:srgbClr val="e5dddd"/>
              </a:solidFill>
              <a:ln w="3334" cap="flat" cmpd="sng" algn="ctr">
                <a:solidFill>
                  <a:srgbClr val="e5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0" name="Surface mesh patch"/>
              <p:cNvSpPr/>
              <p:nvPr/>
            </p:nvSpPr>
            <p:spPr>
              <a:xfrm>
                <a:off x="11490577" y="1009950"/>
                <a:ext cx="50120" cy="619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7">
                    <a:moveTo>
                      <a:pt x="0" y="6507"/>
                    </a:moveTo>
                    <a:lnTo>
                      <a:pt x="2875" y="2961"/>
                    </a:lnTo>
                    <a:lnTo>
                      <a:pt x="5262" y="0"/>
                    </a:lnTo>
                    <a:lnTo>
                      <a:pt x="2387" y="4135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1" name="Surface mesh patch"/>
              <p:cNvSpPr/>
              <p:nvPr/>
            </p:nvSpPr>
            <p:spPr>
              <a:xfrm>
                <a:off x="11540696" y="936616"/>
                <a:ext cx="50120" cy="733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99">
                    <a:moveTo>
                      <a:pt x="0" y="7699"/>
                    </a:moveTo>
                    <a:lnTo>
                      <a:pt x="2875" y="2898"/>
                    </a:lnTo>
                    <a:lnTo>
                      <a:pt x="5262" y="0"/>
                    </a:lnTo>
                    <a:lnTo>
                      <a:pt x="2387" y="5327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2" name="Surface mesh patch"/>
              <p:cNvSpPr/>
              <p:nvPr/>
            </p:nvSpPr>
            <p:spPr>
              <a:xfrm>
                <a:off x="11590816" y="861457"/>
                <a:ext cx="50120" cy="7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91">
                    <a:moveTo>
                      <a:pt x="0" y="7891"/>
                    </a:moveTo>
                    <a:lnTo>
                      <a:pt x="2875" y="2412"/>
                    </a:lnTo>
                    <a:lnTo>
                      <a:pt x="5262" y="0"/>
                    </a:lnTo>
                    <a:lnTo>
                      <a:pt x="2387" y="5849"/>
                    </a:lnTo>
                    <a:close/>
                  </a:path>
                </a:pathLst>
              </a:custGeom>
              <a:solidFill>
                <a:srgbClr val="fbbb9f"/>
              </a:solidFill>
              <a:ln w="3334" cap="flat" cmpd="sng" algn="ctr">
                <a:solidFill>
                  <a:srgbClr val="fbbb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3" name="Surface mesh patch"/>
              <p:cNvSpPr/>
              <p:nvPr/>
            </p:nvSpPr>
            <p:spPr>
              <a:xfrm>
                <a:off x="11640935" y="797528"/>
                <a:ext cx="50120" cy="639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12">
                    <a:moveTo>
                      <a:pt x="0" y="6712"/>
                    </a:moveTo>
                    <a:lnTo>
                      <a:pt x="2875" y="1471"/>
                    </a:lnTo>
                    <a:lnTo>
                      <a:pt x="5262" y="0"/>
                    </a:lnTo>
                    <a:lnTo>
                      <a:pt x="2387" y="5419"/>
                    </a:lnTo>
                    <a:close/>
                  </a:path>
                </a:pathLst>
              </a:custGeom>
              <a:solidFill>
                <a:srgbClr val="faaa8e"/>
              </a:solidFill>
              <a:ln w="3334" cap="flat" cmpd="sng" algn="ctr">
                <a:solidFill>
                  <a:srgbClr val="faaa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4" name="Surface mesh patch"/>
              <p:cNvSpPr/>
              <p:nvPr/>
            </p:nvSpPr>
            <p:spPr>
              <a:xfrm>
                <a:off x="11691055" y="757569"/>
                <a:ext cx="50120" cy="39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5">
                    <a:moveTo>
                      <a:pt x="0" y="4195"/>
                    </a:moveTo>
                    <a:lnTo>
                      <a:pt x="2875" y="203"/>
                    </a:lnTo>
                    <a:lnTo>
                      <a:pt x="5262" y="0"/>
                    </a:lnTo>
                    <a:lnTo>
                      <a:pt x="2387" y="4022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5" name="Surface mesh patch"/>
              <p:cNvSpPr/>
              <p:nvPr/>
            </p:nvSpPr>
            <p:spPr>
              <a:xfrm>
                <a:off x="11741175" y="738953"/>
                <a:ext cx="50120" cy="29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77">
                    <a:moveTo>
                      <a:pt x="0" y="1954"/>
                    </a:moveTo>
                    <a:lnTo>
                      <a:pt x="2875" y="0"/>
                    </a:lnTo>
                    <a:lnTo>
                      <a:pt x="5262" y="1131"/>
                    </a:lnTo>
                    <a:lnTo>
                      <a:pt x="2387" y="3077"/>
                    </a:lnTo>
                    <a:close/>
                  </a:path>
                </a:pathLst>
              </a:custGeom>
              <a:solidFill>
                <a:srgbClr val="fa987d"/>
              </a:solidFill>
              <a:ln w="3334" cap="flat" cmpd="sng" algn="ctr">
                <a:solidFill>
                  <a:srgbClr val="fa98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6" name="Surface mesh patch"/>
              <p:cNvSpPr/>
              <p:nvPr/>
            </p:nvSpPr>
            <p:spPr>
              <a:xfrm>
                <a:off x="11791294" y="749723"/>
                <a:ext cx="50120" cy="250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29">
                    <a:moveTo>
                      <a:pt x="0" y="0"/>
                    </a:moveTo>
                    <a:lnTo>
                      <a:pt x="2875" y="403"/>
                    </a:lnTo>
                    <a:lnTo>
                      <a:pt x="5262" y="2629"/>
                    </a:lnTo>
                    <a:lnTo>
                      <a:pt x="2387" y="2308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7" name="Surface mesh patch"/>
              <p:cNvSpPr/>
              <p:nvPr/>
            </p:nvSpPr>
            <p:spPr>
              <a:xfrm>
                <a:off x="11841414" y="774766"/>
                <a:ext cx="50120" cy="514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98">
                    <a:moveTo>
                      <a:pt x="0" y="0"/>
                    </a:moveTo>
                    <a:lnTo>
                      <a:pt x="2875" y="2541"/>
                    </a:lnTo>
                    <a:lnTo>
                      <a:pt x="5262" y="5398"/>
                    </a:lnTo>
                    <a:lnTo>
                      <a:pt x="2387" y="3116"/>
                    </a:lnTo>
                    <a:close/>
                  </a:path>
                </a:pathLst>
              </a:custGeom>
              <a:solidFill>
                <a:srgbClr val="faa489"/>
              </a:solidFill>
              <a:ln w="3334" cap="flat" cmpd="sng" algn="ctr">
                <a:solidFill>
                  <a:srgbClr val="faa4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8" name="Surface mesh patch"/>
              <p:cNvSpPr/>
              <p:nvPr/>
            </p:nvSpPr>
            <p:spPr>
              <a:xfrm>
                <a:off x="11891534" y="826177"/>
                <a:ext cx="50120" cy="66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06">
                    <a:moveTo>
                      <a:pt x="0" y="0"/>
                    </a:moveTo>
                    <a:lnTo>
                      <a:pt x="2875" y="4052"/>
                    </a:lnTo>
                    <a:lnTo>
                      <a:pt x="5262" y="7006"/>
                    </a:lnTo>
                    <a:lnTo>
                      <a:pt x="2387" y="3398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29" name="Surface mesh patch"/>
              <p:cNvSpPr/>
              <p:nvPr/>
            </p:nvSpPr>
            <p:spPr>
              <a:xfrm>
                <a:off x="11941653" y="892913"/>
                <a:ext cx="50120" cy="70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99">
                    <a:moveTo>
                      <a:pt x="0" y="0"/>
                    </a:moveTo>
                    <a:lnTo>
                      <a:pt x="2875" y="4789"/>
                    </a:lnTo>
                    <a:lnTo>
                      <a:pt x="5262" y="7399"/>
                    </a:lnTo>
                    <a:lnTo>
                      <a:pt x="2387" y="3172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0" name="Surface mesh patch"/>
              <p:cNvSpPr/>
              <p:nvPr/>
            </p:nvSpPr>
            <p:spPr>
              <a:xfrm>
                <a:off x="11991773" y="963384"/>
                <a:ext cx="50120" cy="65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64">
                    <a:moveTo>
                      <a:pt x="0" y="0"/>
                    </a:moveTo>
                    <a:lnTo>
                      <a:pt x="2875" y="4852"/>
                    </a:lnTo>
                    <a:lnTo>
                      <a:pt x="5262" y="6864"/>
                    </a:lnTo>
                    <a:lnTo>
                      <a:pt x="2387" y="2592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1" name="Surface mesh patch"/>
              <p:cNvSpPr/>
              <p:nvPr/>
            </p:nvSpPr>
            <p:spPr>
              <a:xfrm>
                <a:off x="11217246" y="1202714"/>
                <a:ext cx="50120" cy="22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5">
                    <a:moveTo>
                      <a:pt x="0" y="1907"/>
                    </a:moveTo>
                    <a:lnTo>
                      <a:pt x="2875" y="2395"/>
                    </a:lnTo>
                    <a:lnTo>
                      <a:pt x="5262" y="3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2" name="Surface mesh patch"/>
              <p:cNvSpPr/>
              <p:nvPr/>
            </p:nvSpPr>
            <p:spPr>
              <a:xfrm>
                <a:off x="11267366" y="1188113"/>
                <a:ext cx="50120" cy="22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1">
                    <a:moveTo>
                      <a:pt x="0" y="1916"/>
                    </a:moveTo>
                    <a:lnTo>
                      <a:pt x="2875" y="2391"/>
                    </a:lnTo>
                    <a:lnTo>
                      <a:pt x="5262" y="2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3" name="Surface mesh patch"/>
              <p:cNvSpPr/>
              <p:nvPr/>
            </p:nvSpPr>
            <p:spPr>
              <a:xfrm>
                <a:off x="11317486" y="1171002"/>
                <a:ext cx="50120" cy="21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3">
                    <a:moveTo>
                      <a:pt x="0" y="2093"/>
                    </a:moveTo>
                    <a:lnTo>
                      <a:pt x="2875" y="2283"/>
                    </a:lnTo>
                    <a:lnTo>
                      <a:pt x="5262" y="0"/>
                    </a:lnTo>
                    <a:lnTo>
                      <a:pt x="2387" y="108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4" name="Surface mesh patch"/>
              <p:cNvSpPr/>
              <p:nvPr/>
            </p:nvSpPr>
            <p:spPr>
              <a:xfrm>
                <a:off x="11367605" y="1141625"/>
                <a:ext cx="50120" cy="293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84">
                    <a:moveTo>
                      <a:pt x="0" y="3084"/>
                    </a:moveTo>
                    <a:lnTo>
                      <a:pt x="2875" y="2605"/>
                    </a:lnTo>
                    <a:lnTo>
                      <a:pt x="5262" y="0"/>
                    </a:lnTo>
                    <a:lnTo>
                      <a:pt x="2387" y="928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5" name="Surface mesh patch"/>
              <p:cNvSpPr/>
              <p:nvPr/>
            </p:nvSpPr>
            <p:spPr>
              <a:xfrm>
                <a:off x="11417725" y="1098096"/>
                <a:ext cx="50120" cy="435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70">
                    <a:moveTo>
                      <a:pt x="0" y="4570"/>
                    </a:moveTo>
                    <a:lnTo>
                      <a:pt x="2875" y="3023"/>
                    </a:lnTo>
                    <a:lnTo>
                      <a:pt x="5262" y="0"/>
                    </a:lnTo>
                    <a:lnTo>
                      <a:pt x="2387" y="2138"/>
                    </a:lnTo>
                    <a:close/>
                  </a:path>
                </a:pathLst>
              </a:custGeom>
              <a:solidFill>
                <a:srgbClr val="e3dfe3"/>
              </a:solidFill>
              <a:ln w="3334" cap="flat" cmpd="sng" algn="ctr">
                <a:solidFill>
                  <a:srgbClr val="e3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6" name="Surface mesh patch"/>
              <p:cNvSpPr/>
              <p:nvPr/>
            </p:nvSpPr>
            <p:spPr>
              <a:xfrm>
                <a:off x="11467845" y="1038157"/>
                <a:ext cx="50120" cy="59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93">
                    <a:moveTo>
                      <a:pt x="0" y="6293"/>
                    </a:moveTo>
                    <a:lnTo>
                      <a:pt x="2875" y="3424"/>
                    </a:lnTo>
                    <a:lnTo>
                      <a:pt x="5262" y="0"/>
                    </a:lnTo>
                    <a:lnTo>
                      <a:pt x="2387" y="3546"/>
                    </a:lnTo>
                    <a:close/>
                  </a:path>
                </a:pathLst>
              </a:custGeom>
              <a:solidFill>
                <a:srgbClr val="edd9ce"/>
              </a:solidFill>
              <a:ln w="3334" cap="flat" cmpd="sng" algn="ctr">
                <a:solidFill>
                  <a:srgbClr val="edd9c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7" name="Surface mesh patch"/>
              <p:cNvSpPr/>
              <p:nvPr/>
            </p:nvSpPr>
            <p:spPr>
              <a:xfrm>
                <a:off x="11517964" y="964223"/>
                <a:ext cx="50120" cy="73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2">
                    <a:moveTo>
                      <a:pt x="0" y="7762"/>
                    </a:moveTo>
                    <a:lnTo>
                      <a:pt x="2875" y="3626"/>
                    </a:lnTo>
                    <a:lnTo>
                      <a:pt x="5262" y="0"/>
                    </a:lnTo>
                    <a:lnTo>
                      <a:pt x="2387" y="4801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8" name="Surface mesh patch"/>
              <p:cNvSpPr/>
              <p:nvPr/>
            </p:nvSpPr>
            <p:spPr>
              <a:xfrm>
                <a:off x="11568084" y="884434"/>
                <a:ext cx="50120" cy="79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77">
                    <a:moveTo>
                      <a:pt x="0" y="8377"/>
                    </a:moveTo>
                    <a:lnTo>
                      <a:pt x="2875" y="3441"/>
                    </a:lnTo>
                    <a:lnTo>
                      <a:pt x="5262" y="0"/>
                    </a:lnTo>
                    <a:lnTo>
                      <a:pt x="2387" y="5478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39" name="Surface mesh patch"/>
              <p:cNvSpPr/>
              <p:nvPr/>
            </p:nvSpPr>
            <p:spPr>
              <a:xfrm>
                <a:off x="11618204" y="811539"/>
                <a:ext cx="50120" cy="728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53">
                    <a:moveTo>
                      <a:pt x="0" y="7653"/>
                    </a:moveTo>
                    <a:lnTo>
                      <a:pt x="2875" y="2763"/>
                    </a:lnTo>
                    <a:lnTo>
                      <a:pt x="5262" y="0"/>
                    </a:lnTo>
                    <a:lnTo>
                      <a:pt x="2387" y="5241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0" name="Surface mesh patch"/>
              <p:cNvSpPr/>
              <p:nvPr/>
            </p:nvSpPr>
            <p:spPr>
              <a:xfrm>
                <a:off x="11668323" y="759499"/>
                <a:ext cx="50120" cy="52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64">
                    <a:moveTo>
                      <a:pt x="0" y="5464"/>
                    </a:moveTo>
                    <a:lnTo>
                      <a:pt x="2875" y="1635"/>
                    </a:lnTo>
                    <a:lnTo>
                      <a:pt x="5262" y="0"/>
                    </a:lnTo>
                    <a:lnTo>
                      <a:pt x="2387" y="3993"/>
                    </a:lnTo>
                    <a:close/>
                  </a:path>
                </a:pathLst>
              </a:custGeom>
              <a:solidFill>
                <a:srgbClr val="fa9d81"/>
              </a:solidFill>
              <a:ln w="3334" cap="flat" cmpd="sng" algn="ctr">
                <a:solidFill>
                  <a:srgbClr val="fa9d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1" name="Surface mesh patch"/>
              <p:cNvSpPr/>
              <p:nvPr/>
            </p:nvSpPr>
            <p:spPr>
              <a:xfrm>
                <a:off x="11718443" y="738953"/>
                <a:ext cx="50120" cy="205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7">
                    <a:moveTo>
                      <a:pt x="0" y="2157"/>
                    </a:moveTo>
                    <a:lnTo>
                      <a:pt x="2875" y="266"/>
                    </a:lnTo>
                    <a:lnTo>
                      <a:pt x="5262" y="0"/>
                    </a:lnTo>
                    <a:lnTo>
                      <a:pt x="2387" y="1954"/>
                    </a:lnTo>
                    <a:close/>
                  </a:path>
                </a:pathLst>
              </a:custGeom>
              <a:solidFill>
                <a:srgbClr val="f99379"/>
              </a:solidFill>
              <a:ln w="3334" cap="flat" cmpd="sng" algn="ctr">
                <a:solidFill>
                  <a:srgbClr val="f993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2" name="Surface mesh patch"/>
              <p:cNvSpPr/>
              <p:nvPr/>
            </p:nvSpPr>
            <p:spPr>
              <a:xfrm>
                <a:off x="11768563" y="738953"/>
                <a:ext cx="50120" cy="146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34">
                    <a:moveTo>
                      <a:pt x="0" y="0"/>
                    </a:moveTo>
                    <a:lnTo>
                      <a:pt x="2875" y="494"/>
                    </a:lnTo>
                    <a:lnTo>
                      <a:pt x="5262" y="1534"/>
                    </a:lnTo>
                    <a:lnTo>
                      <a:pt x="2387" y="1131"/>
                    </a:lnTo>
                    <a:close/>
                  </a:path>
                </a:pathLst>
              </a:custGeom>
              <a:solidFill>
                <a:srgbClr val="f99379"/>
              </a:solidFill>
              <a:ln w="3334" cap="flat" cmpd="sng" algn="ctr">
                <a:solidFill>
                  <a:srgbClr val="f993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3" name="Surface mesh patch"/>
              <p:cNvSpPr/>
              <p:nvPr/>
            </p:nvSpPr>
            <p:spPr>
              <a:xfrm>
                <a:off x="11818682" y="753564"/>
                <a:ext cx="50120" cy="45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67">
                    <a:moveTo>
                      <a:pt x="0" y="0"/>
                    </a:moveTo>
                    <a:lnTo>
                      <a:pt x="2875" y="2770"/>
                    </a:lnTo>
                    <a:lnTo>
                      <a:pt x="5262" y="4767"/>
                    </a:lnTo>
                    <a:lnTo>
                      <a:pt x="2387" y="2226"/>
                    </a:lnTo>
                    <a:close/>
                  </a:path>
                </a:pathLst>
              </a:custGeom>
              <a:solidFill>
                <a:srgbClr val="fa9c80"/>
              </a:solidFill>
              <a:ln w="3334" cap="flat" cmpd="sng" algn="ctr">
                <a:solidFill>
                  <a:srgbClr val="fa9c8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4" name="Surface mesh patch"/>
              <p:cNvSpPr/>
              <p:nvPr/>
            </p:nvSpPr>
            <p:spPr>
              <a:xfrm>
                <a:off x="11868802" y="798965"/>
                <a:ext cx="50120" cy="65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9">
                    <a:moveTo>
                      <a:pt x="0" y="0"/>
                    </a:moveTo>
                    <a:lnTo>
                      <a:pt x="2875" y="4461"/>
                    </a:lnTo>
                    <a:lnTo>
                      <a:pt x="5262" y="6909"/>
                    </a:lnTo>
                    <a:lnTo>
                      <a:pt x="2387" y="2857"/>
                    </a:lnTo>
                    <a:close/>
                  </a:path>
                </a:pathLst>
              </a:custGeom>
              <a:solidFill>
                <a:srgbClr val="faaa8e"/>
              </a:solidFill>
              <a:ln w="3334" cap="flat" cmpd="sng" algn="ctr">
                <a:solidFill>
                  <a:srgbClr val="faaa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5" name="Surface mesh patch"/>
              <p:cNvSpPr/>
              <p:nvPr/>
            </p:nvSpPr>
            <p:spPr>
              <a:xfrm>
                <a:off x="11918921" y="864772"/>
                <a:ext cx="50120" cy="737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43">
                    <a:moveTo>
                      <a:pt x="0" y="0"/>
                    </a:moveTo>
                    <a:lnTo>
                      <a:pt x="2875" y="5339"/>
                    </a:lnTo>
                    <a:lnTo>
                      <a:pt x="5262" y="7743"/>
                    </a:lnTo>
                    <a:lnTo>
                      <a:pt x="2387" y="2954"/>
                    </a:lnTo>
                    <a:close/>
                  </a:path>
                </a:pathLst>
              </a:custGeom>
              <a:solidFill>
                <a:srgbClr val="fbbc9f"/>
              </a:solidFill>
              <a:ln w="3334" cap="flat" cmpd="sng" algn="ctr">
                <a:solidFill>
                  <a:srgbClr val="fbbc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6" name="Surface mesh patch"/>
              <p:cNvSpPr/>
              <p:nvPr/>
            </p:nvSpPr>
            <p:spPr>
              <a:xfrm>
                <a:off x="11969041" y="938523"/>
                <a:ext cx="50120" cy="71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62">
                    <a:moveTo>
                      <a:pt x="0" y="0"/>
                    </a:moveTo>
                    <a:lnTo>
                      <a:pt x="2875" y="5450"/>
                    </a:lnTo>
                    <a:lnTo>
                      <a:pt x="5262" y="7462"/>
                    </a:lnTo>
                    <a:lnTo>
                      <a:pt x="2387" y="261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7" name="Surface mesh patch"/>
              <p:cNvSpPr/>
              <p:nvPr/>
            </p:nvSpPr>
            <p:spPr>
              <a:xfrm>
                <a:off x="12019161" y="1009598"/>
                <a:ext cx="50120" cy="61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8">
                    <a:moveTo>
                      <a:pt x="0" y="0"/>
                    </a:moveTo>
                    <a:lnTo>
                      <a:pt x="2875" y="5034"/>
                    </a:lnTo>
                    <a:lnTo>
                      <a:pt x="5262" y="6498"/>
                    </a:lnTo>
                    <a:lnTo>
                      <a:pt x="2387" y="2012"/>
                    </a:lnTo>
                    <a:close/>
                  </a:path>
                </a:pathLst>
              </a:custGeom>
              <a:solidFill>
                <a:srgbClr val="efd8ca"/>
              </a:solidFill>
              <a:ln w="3334" cap="flat" cmpd="sng" algn="ctr">
                <a:solidFill>
                  <a:srgbClr val="efd8c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8" name="Surface mesh patch"/>
              <p:cNvSpPr/>
              <p:nvPr/>
            </p:nvSpPr>
            <p:spPr>
              <a:xfrm>
                <a:off x="11194515" y="1220879"/>
                <a:ext cx="50120" cy="246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3">
                    <a:moveTo>
                      <a:pt x="0" y="1980"/>
                    </a:moveTo>
                    <a:lnTo>
                      <a:pt x="2875" y="2583"/>
                    </a:lnTo>
                    <a:lnTo>
                      <a:pt x="5262" y="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49" name="Surface mesh patch"/>
              <p:cNvSpPr/>
              <p:nvPr/>
            </p:nvSpPr>
            <p:spPr>
              <a:xfrm>
                <a:off x="11244634" y="1206362"/>
                <a:ext cx="50120" cy="25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5">
                    <a:moveTo>
                      <a:pt x="0" y="2012"/>
                    </a:moveTo>
                    <a:lnTo>
                      <a:pt x="2875" y="2665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0" name="Surface mesh patch"/>
              <p:cNvSpPr/>
              <p:nvPr/>
            </p:nvSpPr>
            <p:spPr>
              <a:xfrm>
                <a:off x="11294754" y="1190939"/>
                <a:ext cx="50120" cy="245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4">
                    <a:moveTo>
                      <a:pt x="0" y="2094"/>
                    </a:moveTo>
                    <a:lnTo>
                      <a:pt x="2875" y="2574"/>
                    </a:lnTo>
                    <a:lnTo>
                      <a:pt x="5262" y="1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1" name="Surface mesh patch"/>
              <p:cNvSpPr/>
              <p:nvPr/>
            </p:nvSpPr>
            <p:spPr>
              <a:xfrm>
                <a:off x="11344874" y="1166433"/>
                <a:ext cx="50120" cy="26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3">
                    <a:moveTo>
                      <a:pt x="0" y="2763"/>
                    </a:moveTo>
                    <a:lnTo>
                      <a:pt x="2875" y="2723"/>
                    </a:lnTo>
                    <a:lnTo>
                      <a:pt x="5262" y="0"/>
                    </a:lnTo>
                    <a:lnTo>
                      <a:pt x="2387" y="48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2" name="Surface mesh patch"/>
              <p:cNvSpPr/>
              <p:nvPr/>
            </p:nvSpPr>
            <p:spPr>
              <a:xfrm>
                <a:off x="11394993" y="1126891"/>
                <a:ext cx="50120" cy="395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51">
                    <a:moveTo>
                      <a:pt x="0" y="4151"/>
                    </a:moveTo>
                    <a:lnTo>
                      <a:pt x="2875" y="3204"/>
                    </a:lnTo>
                    <a:lnTo>
                      <a:pt x="5262" y="0"/>
                    </a:lnTo>
                    <a:lnTo>
                      <a:pt x="2387" y="1547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3" name="Surface mesh patch"/>
              <p:cNvSpPr/>
              <p:nvPr/>
            </p:nvSpPr>
            <p:spPr>
              <a:xfrm>
                <a:off x="11445113" y="1070768"/>
                <a:ext cx="50120" cy="56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92">
                    <a:moveTo>
                      <a:pt x="0" y="5892"/>
                    </a:moveTo>
                    <a:lnTo>
                      <a:pt x="2875" y="3746"/>
                    </a:lnTo>
                    <a:lnTo>
                      <a:pt x="5262" y="0"/>
                    </a:lnTo>
                    <a:lnTo>
                      <a:pt x="2387" y="2869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4" name="Surface mesh patch"/>
              <p:cNvSpPr/>
              <p:nvPr/>
            </p:nvSpPr>
            <p:spPr>
              <a:xfrm>
                <a:off x="11495232" y="998757"/>
                <a:ext cx="50120" cy="720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60">
                    <a:moveTo>
                      <a:pt x="0" y="7560"/>
                    </a:moveTo>
                    <a:lnTo>
                      <a:pt x="2875" y="4182"/>
                    </a:lnTo>
                    <a:lnTo>
                      <a:pt x="5262" y="0"/>
                    </a:lnTo>
                    <a:lnTo>
                      <a:pt x="2387" y="4137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5" name="Surface mesh patch"/>
              <p:cNvSpPr/>
              <p:nvPr/>
            </p:nvSpPr>
            <p:spPr>
              <a:xfrm>
                <a:off x="11545352" y="917211"/>
                <a:ext cx="50120" cy="815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61">
                    <a:moveTo>
                      <a:pt x="0" y="8561"/>
                    </a:moveTo>
                    <a:lnTo>
                      <a:pt x="2875" y="4305"/>
                    </a:lnTo>
                    <a:lnTo>
                      <a:pt x="5262" y="0"/>
                    </a:lnTo>
                    <a:lnTo>
                      <a:pt x="2387" y="4936"/>
                    </a:lnTo>
                    <a:close/>
                  </a:path>
                </a:pathLst>
              </a:custGeom>
              <a:solidFill>
                <a:srgbClr val="fbc4a8"/>
              </a:solidFill>
              <a:ln w="3334" cap="flat" cmpd="sng" algn="ctr">
                <a:solidFill>
                  <a:srgbClr val="fbc4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6" name="Surface mesh patch"/>
              <p:cNvSpPr/>
              <p:nvPr/>
            </p:nvSpPr>
            <p:spPr>
              <a:xfrm>
                <a:off x="11595472" y="837855"/>
                <a:ext cx="50120" cy="793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31">
                    <a:moveTo>
                      <a:pt x="0" y="8331"/>
                    </a:moveTo>
                    <a:lnTo>
                      <a:pt x="2875" y="3944"/>
                    </a:lnTo>
                    <a:lnTo>
                      <a:pt x="5262" y="0"/>
                    </a:lnTo>
                    <a:lnTo>
                      <a:pt x="2387" y="489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7" name="Surface mesh patch"/>
              <p:cNvSpPr/>
              <p:nvPr/>
            </p:nvSpPr>
            <p:spPr>
              <a:xfrm>
                <a:off x="11645591" y="775071"/>
                <a:ext cx="50120" cy="62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2">
                    <a:moveTo>
                      <a:pt x="0" y="6592"/>
                    </a:moveTo>
                    <a:lnTo>
                      <a:pt x="2875" y="3056"/>
                    </a:lnTo>
                    <a:lnTo>
                      <a:pt x="5262" y="0"/>
                    </a:lnTo>
                    <a:lnTo>
                      <a:pt x="2387" y="3829"/>
                    </a:lnTo>
                    <a:close/>
                  </a:path>
                </a:pathLst>
              </a:custGeom>
              <a:solidFill>
                <a:srgbClr val="fa9f84"/>
              </a:solidFill>
              <a:ln w="3334" cap="flat" cmpd="sng" algn="ctr">
                <a:solidFill>
                  <a:srgbClr val="fa9f8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8" name="Surface mesh patch"/>
              <p:cNvSpPr/>
              <p:nvPr/>
            </p:nvSpPr>
            <p:spPr>
              <a:xfrm>
                <a:off x="11695711" y="741484"/>
                <a:ext cx="50120" cy="33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26">
                    <a:moveTo>
                      <a:pt x="0" y="3526"/>
                    </a:moveTo>
                    <a:lnTo>
                      <a:pt x="2875" y="1770"/>
                    </a:lnTo>
                    <a:lnTo>
                      <a:pt x="5262" y="0"/>
                    </a:lnTo>
                    <a:lnTo>
                      <a:pt x="2387" y="1891"/>
                    </a:lnTo>
                    <a:close/>
                  </a:path>
                </a:pathLst>
              </a:custGeom>
              <a:solidFill>
                <a:srgbClr val="f99378"/>
              </a:solidFill>
              <a:ln w="3334" cap="flat" cmpd="sng" algn="ctr">
                <a:solidFill>
                  <a:srgbClr val="f993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59" name="Surface mesh patch"/>
              <p:cNvSpPr/>
              <p:nvPr/>
            </p:nvSpPr>
            <p:spPr>
              <a:xfrm>
                <a:off x="11745831" y="738953"/>
                <a:ext cx="50120" cy="81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5">
                    <a:moveTo>
                      <a:pt x="0" y="266"/>
                    </a:moveTo>
                    <a:lnTo>
                      <a:pt x="2875" y="855"/>
                    </a:lnTo>
                    <a:lnTo>
                      <a:pt x="5262" y="4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8c74"/>
              </a:solidFill>
              <a:ln w="3334" cap="flat" cmpd="sng" algn="ctr">
                <a:solidFill>
                  <a:srgbClr val="f68c7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0" name="Surface mesh patch"/>
              <p:cNvSpPr/>
              <p:nvPr/>
            </p:nvSpPr>
            <p:spPr>
              <a:xfrm>
                <a:off x="11795950" y="743661"/>
                <a:ext cx="50120" cy="362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0">
                    <a:moveTo>
                      <a:pt x="0" y="0"/>
                    </a:moveTo>
                    <a:lnTo>
                      <a:pt x="2875" y="2951"/>
                    </a:lnTo>
                    <a:lnTo>
                      <a:pt x="5262" y="3810"/>
                    </a:lnTo>
                    <a:lnTo>
                      <a:pt x="2387" y="1040"/>
                    </a:lnTo>
                    <a:close/>
                  </a:path>
                </a:pathLst>
              </a:custGeom>
              <a:solidFill>
                <a:srgbClr val="fa957a"/>
              </a:solidFill>
              <a:ln w="3334" cap="flat" cmpd="sng" algn="ctr">
                <a:solidFill>
                  <a:srgbClr val="fa95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1" name="Surface mesh patch"/>
              <p:cNvSpPr/>
              <p:nvPr/>
            </p:nvSpPr>
            <p:spPr>
              <a:xfrm>
                <a:off x="11846070" y="779946"/>
                <a:ext cx="50120" cy="615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8">
                    <a:moveTo>
                      <a:pt x="0" y="0"/>
                    </a:moveTo>
                    <a:lnTo>
                      <a:pt x="2875" y="4803"/>
                    </a:lnTo>
                    <a:lnTo>
                      <a:pt x="5262" y="6458"/>
                    </a:lnTo>
                    <a:lnTo>
                      <a:pt x="2387" y="1997"/>
                    </a:lnTo>
                    <a:close/>
                  </a:path>
                </a:pathLst>
              </a:custGeom>
              <a:solidFill>
                <a:srgbClr val="faa286"/>
              </a:solidFill>
              <a:ln w="3334" cap="flat" cmpd="sng" algn="ctr">
                <a:solidFill>
                  <a:srgbClr val="faa2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2" name="Surface mesh patch"/>
              <p:cNvSpPr/>
              <p:nvPr/>
            </p:nvSpPr>
            <p:spPr>
              <a:xfrm>
                <a:off x="11896190" y="841458"/>
                <a:ext cx="50120" cy="741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6">
                    <a:moveTo>
                      <a:pt x="0" y="0"/>
                    </a:moveTo>
                    <a:lnTo>
                      <a:pt x="2875" y="5834"/>
                    </a:lnTo>
                    <a:lnTo>
                      <a:pt x="5262" y="7786"/>
                    </a:lnTo>
                    <a:lnTo>
                      <a:pt x="2387" y="2448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3" name="Surface mesh patch"/>
              <p:cNvSpPr/>
              <p:nvPr/>
            </p:nvSpPr>
            <p:spPr>
              <a:xfrm>
                <a:off x="11946309" y="915622"/>
                <a:ext cx="50120" cy="748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55">
                    <a:moveTo>
                      <a:pt x="0" y="0"/>
                    </a:moveTo>
                    <a:lnTo>
                      <a:pt x="2875" y="6026"/>
                    </a:lnTo>
                    <a:lnTo>
                      <a:pt x="5262" y="7855"/>
                    </a:lnTo>
                    <a:lnTo>
                      <a:pt x="2387" y="2404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4" name="Surface mesh patch"/>
              <p:cNvSpPr/>
              <p:nvPr/>
            </p:nvSpPr>
            <p:spPr>
              <a:xfrm>
                <a:off x="11996429" y="990437"/>
                <a:ext cx="50120" cy="671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6">
                    <a:moveTo>
                      <a:pt x="0" y="0"/>
                    </a:moveTo>
                    <a:lnTo>
                      <a:pt x="2875" y="5590"/>
                    </a:lnTo>
                    <a:lnTo>
                      <a:pt x="5262" y="7046"/>
                    </a:lnTo>
                    <a:lnTo>
                      <a:pt x="2387" y="2012"/>
                    </a:lnTo>
                    <a:close/>
                  </a:path>
                </a:pathLst>
              </a:custGeom>
              <a:solidFill>
                <a:srgbClr val="f5d4bf"/>
              </a:solidFill>
              <a:ln w="3334" cap="flat" cmpd="sng" algn="ctr">
                <a:solidFill>
                  <a:srgbClr val="f5d4b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5" name="Surface mesh patch"/>
              <p:cNvSpPr/>
              <p:nvPr/>
            </p:nvSpPr>
            <p:spPr>
              <a:xfrm>
                <a:off x="12046549" y="1057549"/>
                <a:ext cx="50120" cy="556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0"/>
                    </a:moveTo>
                    <a:lnTo>
                      <a:pt x="2875" y="4833"/>
                    </a:lnTo>
                    <a:lnTo>
                      <a:pt x="5262" y="5841"/>
                    </a:lnTo>
                    <a:lnTo>
                      <a:pt x="2387" y="1464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6" name="Surface mesh patch"/>
              <p:cNvSpPr/>
              <p:nvPr/>
            </p:nvSpPr>
            <p:spPr>
              <a:xfrm>
                <a:off x="11171783" y="1239744"/>
                <a:ext cx="50120" cy="263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0">
                    <a:moveTo>
                      <a:pt x="0" y="2040"/>
                    </a:moveTo>
                    <a:lnTo>
                      <a:pt x="2875" y="2770"/>
                    </a:lnTo>
                    <a:lnTo>
                      <a:pt x="5262" y="6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7" name="Surface mesh patch"/>
              <p:cNvSpPr/>
              <p:nvPr/>
            </p:nvSpPr>
            <p:spPr>
              <a:xfrm>
                <a:off x="11221902" y="1225522"/>
                <a:ext cx="50120" cy="27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8">
                    <a:moveTo>
                      <a:pt x="0" y="2096"/>
                    </a:moveTo>
                    <a:lnTo>
                      <a:pt x="2875" y="2928"/>
                    </a:lnTo>
                    <a:lnTo>
                      <a:pt x="5262" y="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8" name="Surface mesh patch"/>
              <p:cNvSpPr/>
              <p:nvPr/>
            </p:nvSpPr>
            <p:spPr>
              <a:xfrm>
                <a:off x="11272022" y="1210888"/>
                <a:ext cx="50120" cy="28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5">
                    <a:moveTo>
                      <a:pt x="0" y="2190"/>
                    </a:moveTo>
                    <a:lnTo>
                      <a:pt x="2875" y="2945"/>
                    </a:lnTo>
                    <a:lnTo>
                      <a:pt x="5262" y="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69" name="Surface mesh patch"/>
              <p:cNvSpPr/>
              <p:nvPr/>
            </p:nvSpPr>
            <p:spPr>
              <a:xfrm>
                <a:off x="11322142" y="1192372"/>
                <a:ext cx="50120" cy="26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01">
                    <a:moveTo>
                      <a:pt x="0" y="2424"/>
                    </a:moveTo>
                    <a:lnTo>
                      <a:pt x="2875" y="2801"/>
                    </a:lnTo>
                    <a:lnTo>
                      <a:pt x="5262" y="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0" name="Surface mesh patch"/>
              <p:cNvSpPr/>
              <p:nvPr/>
            </p:nvSpPr>
            <p:spPr>
              <a:xfrm>
                <a:off x="11372261" y="1157414"/>
                <a:ext cx="50120" cy="349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70">
                    <a:moveTo>
                      <a:pt x="0" y="3670"/>
                    </a:moveTo>
                    <a:lnTo>
                      <a:pt x="2875" y="3304"/>
                    </a:lnTo>
                    <a:lnTo>
                      <a:pt x="5262" y="0"/>
                    </a:lnTo>
                    <a:lnTo>
                      <a:pt x="2387" y="947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1" name="Surface mesh patch"/>
              <p:cNvSpPr/>
              <p:nvPr/>
            </p:nvSpPr>
            <p:spPr>
              <a:xfrm>
                <a:off x="11422381" y="1106448"/>
                <a:ext cx="50120" cy="509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1">
                    <a:moveTo>
                      <a:pt x="0" y="5351"/>
                    </a:moveTo>
                    <a:lnTo>
                      <a:pt x="2875" y="3933"/>
                    </a:lnTo>
                    <a:lnTo>
                      <a:pt x="5262" y="0"/>
                    </a:lnTo>
                    <a:lnTo>
                      <a:pt x="2387" y="2146"/>
                    </a:lnTo>
                    <a:close/>
                  </a:path>
                </a:pathLst>
              </a:custGeom>
              <a:solidFill>
                <a:srgbClr val="e4dedf"/>
              </a:solidFill>
              <a:ln w="3334" cap="flat" cmpd="sng" algn="ctr">
                <a:solidFill>
                  <a:srgbClr val="e4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2" name="Surface mesh patch"/>
              <p:cNvSpPr/>
              <p:nvPr/>
            </p:nvSpPr>
            <p:spPr>
              <a:xfrm>
                <a:off x="11472501" y="1038592"/>
                <a:ext cx="50120" cy="678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24">
                    <a:moveTo>
                      <a:pt x="0" y="7124"/>
                    </a:moveTo>
                    <a:lnTo>
                      <a:pt x="2875" y="4551"/>
                    </a:lnTo>
                    <a:lnTo>
                      <a:pt x="5262" y="0"/>
                    </a:lnTo>
                    <a:lnTo>
                      <a:pt x="2387" y="3378"/>
                    </a:lnTo>
                    <a:close/>
                  </a:path>
                </a:pathLst>
              </a:custGeom>
              <a:solidFill>
                <a:srgbClr val="f0d7c8"/>
              </a:solidFill>
              <a:ln w="3334" cap="flat" cmpd="sng" algn="ctr">
                <a:solidFill>
                  <a:srgbClr val="f0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3" name="Surface mesh patch"/>
              <p:cNvSpPr/>
              <p:nvPr/>
            </p:nvSpPr>
            <p:spPr>
              <a:xfrm>
                <a:off x="11522620" y="958216"/>
                <a:ext cx="50120" cy="80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38">
                    <a:moveTo>
                      <a:pt x="0" y="8438"/>
                    </a:moveTo>
                    <a:lnTo>
                      <a:pt x="2875" y="4953"/>
                    </a:lnTo>
                    <a:lnTo>
                      <a:pt x="5262" y="0"/>
                    </a:lnTo>
                    <a:lnTo>
                      <a:pt x="2387" y="4256"/>
                    </a:lnTo>
                    <a:close/>
                  </a:path>
                </a:pathLst>
              </a:custGeom>
              <a:solidFill>
                <a:srgbClr val="fbcbaf"/>
              </a:solidFill>
              <a:ln w="3334" cap="flat" cmpd="sng" algn="ctr">
                <a:solidFill>
                  <a:srgbClr val="fbcb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4" name="Surface mesh patch"/>
              <p:cNvSpPr/>
              <p:nvPr/>
            </p:nvSpPr>
            <p:spPr>
              <a:xfrm>
                <a:off x="11572740" y="875420"/>
                <a:ext cx="50120" cy="827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2">
                    <a:moveTo>
                      <a:pt x="0" y="8692"/>
                    </a:moveTo>
                    <a:lnTo>
                      <a:pt x="2875" y="4927"/>
                    </a:lnTo>
                    <a:lnTo>
                      <a:pt x="5262" y="0"/>
                    </a:lnTo>
                    <a:lnTo>
                      <a:pt x="2387" y="4388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5" name="Surface mesh patch"/>
              <p:cNvSpPr/>
              <p:nvPr/>
            </p:nvSpPr>
            <p:spPr>
              <a:xfrm>
                <a:off x="11622860" y="804175"/>
                <a:ext cx="50120" cy="71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80">
                    <a:moveTo>
                      <a:pt x="0" y="7480"/>
                    </a:moveTo>
                    <a:lnTo>
                      <a:pt x="2875" y="4349"/>
                    </a:lnTo>
                    <a:lnTo>
                      <a:pt x="5262" y="0"/>
                    </a:lnTo>
                    <a:lnTo>
                      <a:pt x="2387" y="3536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6" name="Surface mesh patch"/>
              <p:cNvSpPr/>
              <p:nvPr/>
            </p:nvSpPr>
            <p:spPr>
              <a:xfrm>
                <a:off x="11672979" y="758348"/>
                <a:ext cx="50120" cy="458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1">
                    <a:moveTo>
                      <a:pt x="0" y="4811"/>
                    </a:moveTo>
                    <a:lnTo>
                      <a:pt x="2875" y="3259"/>
                    </a:lnTo>
                    <a:lnTo>
                      <a:pt x="5262" y="0"/>
                    </a:lnTo>
                    <a:lnTo>
                      <a:pt x="2387" y="1756"/>
                    </a:lnTo>
                    <a:close/>
                  </a:path>
                </a:pathLst>
              </a:custGeom>
              <a:solidFill>
                <a:srgbClr val="fa977c"/>
              </a:solidFill>
              <a:ln w="3334" cap="flat" cmpd="sng" algn="ctr">
                <a:solidFill>
                  <a:srgbClr val="fa977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7" name="Surface mesh patch"/>
              <p:cNvSpPr/>
              <p:nvPr/>
            </p:nvSpPr>
            <p:spPr>
              <a:xfrm>
                <a:off x="11723099" y="741484"/>
                <a:ext cx="50120" cy="233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6">
                    <a:moveTo>
                      <a:pt x="0" y="1770"/>
                    </a:moveTo>
                    <a:lnTo>
                      <a:pt x="2875" y="2456"/>
                    </a:lnTo>
                    <a:lnTo>
                      <a:pt x="5262" y="5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8c74"/>
              </a:solidFill>
              <a:ln w="3334" cap="flat" cmpd="sng" algn="ctr">
                <a:solidFill>
                  <a:srgbClr val="f68c7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8" name="Surface mesh patch"/>
              <p:cNvSpPr/>
              <p:nvPr/>
            </p:nvSpPr>
            <p:spPr>
              <a:xfrm>
                <a:off x="11773218" y="743661"/>
                <a:ext cx="50120" cy="32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1">
                    <a:moveTo>
                      <a:pt x="0" y="361"/>
                    </a:moveTo>
                    <a:lnTo>
                      <a:pt x="2875" y="3431"/>
                    </a:lnTo>
                    <a:lnTo>
                      <a:pt x="5262" y="29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6"/>
              </a:solidFill>
              <a:ln w="3334" cap="flat" cmpd="sng" algn="ctr">
                <a:solidFill>
                  <a:srgbClr val="f890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79" name="Surface mesh patch"/>
              <p:cNvSpPr/>
              <p:nvPr/>
            </p:nvSpPr>
            <p:spPr>
              <a:xfrm>
                <a:off x="11823338" y="771767"/>
                <a:ext cx="50120" cy="539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1">
                    <a:moveTo>
                      <a:pt x="0" y="0"/>
                    </a:moveTo>
                    <a:lnTo>
                      <a:pt x="2875" y="5047"/>
                    </a:lnTo>
                    <a:lnTo>
                      <a:pt x="5262" y="5661"/>
                    </a:lnTo>
                    <a:lnTo>
                      <a:pt x="2387" y="859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0" name="Surface mesh patch"/>
              <p:cNvSpPr/>
              <p:nvPr/>
            </p:nvSpPr>
            <p:spPr>
              <a:xfrm>
                <a:off x="11873458" y="825692"/>
                <a:ext cx="50120" cy="713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0">
                    <a:moveTo>
                      <a:pt x="0" y="0"/>
                    </a:moveTo>
                    <a:lnTo>
                      <a:pt x="2875" y="6234"/>
                    </a:lnTo>
                    <a:lnTo>
                      <a:pt x="5262" y="7490"/>
                    </a:lnTo>
                    <a:lnTo>
                      <a:pt x="2387" y="1655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1" name="Surface mesh patch"/>
              <p:cNvSpPr/>
              <p:nvPr/>
            </p:nvSpPr>
            <p:spPr>
              <a:xfrm>
                <a:off x="11923577" y="897031"/>
                <a:ext cx="50120" cy="75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78">
                    <a:moveTo>
                      <a:pt x="0" y="0"/>
                    </a:moveTo>
                    <a:lnTo>
                      <a:pt x="2875" y="6533"/>
                    </a:lnTo>
                    <a:lnTo>
                      <a:pt x="5262" y="7978"/>
                    </a:lnTo>
                    <a:lnTo>
                      <a:pt x="2387" y="1952"/>
                    </a:lnTo>
                    <a:close/>
                  </a:path>
                </a:pathLst>
              </a:custGeom>
              <a:solidFill>
                <a:srgbClr val="fbbfa2"/>
              </a:solidFill>
              <a:ln w="3334" cap="flat" cmpd="sng" algn="ctr">
                <a:solidFill>
                  <a:srgbClr val="fbbf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2" name="Surface mesh patch"/>
              <p:cNvSpPr/>
              <p:nvPr/>
            </p:nvSpPr>
            <p:spPr>
              <a:xfrm>
                <a:off x="11973697" y="973019"/>
                <a:ext cx="50120" cy="706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8">
                    <a:moveTo>
                      <a:pt x="0" y="0"/>
                    </a:moveTo>
                    <a:lnTo>
                      <a:pt x="2875" y="6111"/>
                    </a:lnTo>
                    <a:lnTo>
                      <a:pt x="5262" y="7418"/>
                    </a:lnTo>
                    <a:lnTo>
                      <a:pt x="2387" y="1829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3" name="Surface mesh patch"/>
              <p:cNvSpPr/>
              <p:nvPr/>
            </p:nvSpPr>
            <p:spPr>
              <a:xfrm>
                <a:off x="12023817" y="1043678"/>
                <a:ext cx="50120" cy="59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9">
                    <a:moveTo>
                      <a:pt x="0" y="0"/>
                    </a:moveTo>
                    <a:lnTo>
                      <a:pt x="2875" y="5278"/>
                    </a:lnTo>
                    <a:lnTo>
                      <a:pt x="5262" y="6289"/>
                    </a:lnTo>
                    <a:lnTo>
                      <a:pt x="2387" y="1456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4" name="Surface mesh patch"/>
              <p:cNvSpPr/>
              <p:nvPr/>
            </p:nvSpPr>
            <p:spPr>
              <a:xfrm>
                <a:off x="12073936" y="1103580"/>
                <a:ext cx="50120" cy="47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0">
                    <a:moveTo>
                      <a:pt x="0" y="0"/>
                    </a:moveTo>
                    <a:lnTo>
                      <a:pt x="2875" y="4340"/>
                    </a:lnTo>
                    <a:lnTo>
                      <a:pt x="5262" y="5030"/>
                    </a:lnTo>
                    <a:lnTo>
                      <a:pt x="2387" y="1008"/>
                    </a:lnTo>
                    <a:close/>
                  </a:path>
                </a:pathLst>
              </a:custGeom>
              <a:solidFill>
                <a:srgbClr val="e1e0e5"/>
              </a:solidFill>
              <a:ln w="3334" cap="flat" cmpd="sng" algn="ctr">
                <a:solidFill>
                  <a:srgbClr val="e1e0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5" name="Surface mesh patch"/>
              <p:cNvSpPr/>
              <p:nvPr/>
            </p:nvSpPr>
            <p:spPr>
              <a:xfrm>
                <a:off x="11149051" y="1259179"/>
                <a:ext cx="50120" cy="28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50">
                    <a:moveTo>
                      <a:pt x="0" y="2084"/>
                    </a:moveTo>
                    <a:lnTo>
                      <a:pt x="2875" y="2950"/>
                    </a:lnTo>
                    <a:lnTo>
                      <a:pt x="5262" y="7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6" name="Surface mesh patch"/>
              <p:cNvSpPr/>
              <p:nvPr/>
            </p:nvSpPr>
            <p:spPr>
              <a:xfrm>
                <a:off x="11199171" y="1245486"/>
                <a:ext cx="50120" cy="302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5">
                    <a:moveTo>
                      <a:pt x="0" y="2167"/>
                    </a:moveTo>
                    <a:lnTo>
                      <a:pt x="2875" y="3175"/>
                    </a:lnTo>
                    <a:lnTo>
                      <a:pt x="5262" y="8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7" name="Surface mesh patch"/>
              <p:cNvSpPr/>
              <p:nvPr/>
            </p:nvSpPr>
            <p:spPr>
              <a:xfrm>
                <a:off x="11249290" y="1231750"/>
                <a:ext cx="50120" cy="313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7">
                    <a:moveTo>
                      <a:pt x="0" y="2274"/>
                    </a:moveTo>
                    <a:lnTo>
                      <a:pt x="2875" y="3287"/>
                    </a:lnTo>
                    <a:lnTo>
                      <a:pt x="5262" y="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8" name="Surface mesh patch"/>
              <p:cNvSpPr/>
              <p:nvPr/>
            </p:nvSpPr>
            <p:spPr>
              <a:xfrm>
                <a:off x="11299410" y="1215459"/>
                <a:ext cx="50120" cy="307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6">
                    <a:moveTo>
                      <a:pt x="0" y="2465"/>
                    </a:moveTo>
                    <a:lnTo>
                      <a:pt x="2875" y="3226"/>
                    </a:lnTo>
                    <a:lnTo>
                      <a:pt x="5262" y="3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89" name="Surface mesh patch"/>
              <p:cNvSpPr/>
              <p:nvPr/>
            </p:nvSpPr>
            <p:spPr>
              <a:xfrm>
                <a:off x="11349529" y="1188889"/>
                <a:ext cx="50120" cy="318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2">
                    <a:moveTo>
                      <a:pt x="0" y="3166"/>
                    </a:moveTo>
                    <a:lnTo>
                      <a:pt x="2875" y="3342"/>
                    </a:lnTo>
                    <a:lnTo>
                      <a:pt x="5262" y="0"/>
                    </a:lnTo>
                    <a:lnTo>
                      <a:pt x="2387" y="366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0" name="Surface mesh patch"/>
              <p:cNvSpPr/>
              <p:nvPr/>
            </p:nvSpPr>
            <p:spPr>
              <a:xfrm>
                <a:off x="11399649" y="1143907"/>
                <a:ext cx="50120" cy="44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3">
                    <a:moveTo>
                      <a:pt x="0" y="4723"/>
                    </a:moveTo>
                    <a:lnTo>
                      <a:pt x="2875" y="4003"/>
                    </a:lnTo>
                    <a:lnTo>
                      <a:pt x="5262" y="0"/>
                    </a:lnTo>
                    <a:lnTo>
                      <a:pt x="2387" y="1418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1" name="Surface mesh patch"/>
              <p:cNvSpPr/>
              <p:nvPr/>
            </p:nvSpPr>
            <p:spPr>
              <a:xfrm>
                <a:off x="11449769" y="1081940"/>
                <a:ext cx="50120" cy="61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6">
                    <a:moveTo>
                      <a:pt x="0" y="6506"/>
                    </a:moveTo>
                    <a:lnTo>
                      <a:pt x="2875" y="4739"/>
                    </a:lnTo>
                    <a:lnTo>
                      <a:pt x="5262" y="0"/>
                    </a:lnTo>
                    <a:lnTo>
                      <a:pt x="2387" y="2573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2" name="Surface mesh patch"/>
              <p:cNvSpPr/>
              <p:nvPr/>
            </p:nvSpPr>
            <p:spPr>
              <a:xfrm>
                <a:off x="11499888" y="1005392"/>
                <a:ext cx="50120" cy="765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37">
                    <a:moveTo>
                      <a:pt x="0" y="8037"/>
                    </a:moveTo>
                    <a:lnTo>
                      <a:pt x="2875" y="5364"/>
                    </a:lnTo>
                    <a:lnTo>
                      <a:pt x="5262" y="0"/>
                    </a:lnTo>
                    <a:lnTo>
                      <a:pt x="2387" y="3486"/>
                    </a:lnTo>
                    <a:close/>
                  </a:path>
                </a:pathLst>
              </a:custGeom>
              <a:solidFill>
                <a:srgbClr val="f9d2b9"/>
              </a:solidFill>
              <a:ln w="3334" cap="flat" cmpd="sng" algn="ctr">
                <a:solidFill>
                  <a:srgbClr val="f9d2b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3" name="Surface mesh patch"/>
              <p:cNvSpPr/>
              <p:nvPr/>
            </p:nvSpPr>
            <p:spPr>
              <a:xfrm>
                <a:off x="11550008" y="922346"/>
                <a:ext cx="50120" cy="83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19">
                    <a:moveTo>
                      <a:pt x="0" y="8719"/>
                    </a:moveTo>
                    <a:lnTo>
                      <a:pt x="2875" y="5652"/>
                    </a:lnTo>
                    <a:lnTo>
                      <a:pt x="5262" y="0"/>
                    </a:lnTo>
                    <a:lnTo>
                      <a:pt x="2387" y="3766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4" name="Surface mesh patch"/>
              <p:cNvSpPr/>
              <p:nvPr/>
            </p:nvSpPr>
            <p:spPr>
              <a:xfrm>
                <a:off x="11600128" y="845598"/>
                <a:ext cx="50120" cy="76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58">
                    <a:moveTo>
                      <a:pt x="0" y="8058"/>
                    </a:moveTo>
                    <a:lnTo>
                      <a:pt x="2875" y="5418"/>
                    </a:lnTo>
                    <a:lnTo>
                      <a:pt x="5262" y="0"/>
                    </a:lnTo>
                    <a:lnTo>
                      <a:pt x="2387" y="3131"/>
                    </a:lnTo>
                    <a:close/>
                  </a:path>
                </a:pathLst>
              </a:custGeom>
              <a:solidFill>
                <a:srgbClr val="faad91"/>
              </a:solidFill>
              <a:ln w="3334" cap="flat" cmpd="sng" algn="ctr">
                <a:solidFill>
                  <a:srgbClr val="faad9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5" name="Surface mesh patch"/>
              <p:cNvSpPr/>
              <p:nvPr/>
            </p:nvSpPr>
            <p:spPr>
              <a:xfrm>
                <a:off x="11650247" y="789386"/>
                <a:ext cx="50120" cy="562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01">
                    <a:moveTo>
                      <a:pt x="0" y="5901"/>
                    </a:moveTo>
                    <a:lnTo>
                      <a:pt x="2875" y="4609"/>
                    </a:lnTo>
                    <a:lnTo>
                      <a:pt x="5262" y="0"/>
                    </a:lnTo>
                    <a:lnTo>
                      <a:pt x="2387" y="1553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6" name="Surface mesh patch"/>
              <p:cNvSpPr/>
              <p:nvPr/>
            </p:nvSpPr>
            <p:spPr>
              <a:xfrm>
                <a:off x="11700367" y="758348"/>
                <a:ext cx="50120" cy="384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37">
                    <a:moveTo>
                      <a:pt x="0" y="3259"/>
                    </a:moveTo>
                    <a:lnTo>
                      <a:pt x="2875" y="4037"/>
                    </a:lnTo>
                    <a:lnTo>
                      <a:pt x="5262" y="6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9278"/>
              </a:solidFill>
              <a:ln w="3334" cap="flat" cmpd="sng" algn="ctr">
                <a:solidFill>
                  <a:srgbClr val="f992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7" name="Surface mesh patch"/>
              <p:cNvSpPr/>
              <p:nvPr/>
            </p:nvSpPr>
            <p:spPr>
              <a:xfrm>
                <a:off x="11750487" y="747101"/>
                <a:ext cx="50120" cy="47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4">
                    <a:moveTo>
                      <a:pt x="0" y="1866"/>
                    </a:moveTo>
                    <a:lnTo>
                      <a:pt x="2875" y="4984"/>
                    </a:lnTo>
                    <a:lnTo>
                      <a:pt x="5262" y="30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6"/>
              </a:solidFill>
              <a:ln w="3334" cap="flat" cmpd="sng" algn="ctr">
                <a:solidFill>
                  <a:srgbClr val="f890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8" name="Surface mesh patch"/>
              <p:cNvSpPr/>
              <p:nvPr/>
            </p:nvSpPr>
            <p:spPr>
              <a:xfrm>
                <a:off x="11800606" y="771767"/>
                <a:ext cx="50120" cy="53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52">
                    <a:moveTo>
                      <a:pt x="0" y="480"/>
                    </a:moveTo>
                    <a:lnTo>
                      <a:pt x="2875" y="5652"/>
                    </a:lnTo>
                    <a:lnTo>
                      <a:pt x="5262" y="50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99" name="Surface mesh patch"/>
              <p:cNvSpPr/>
              <p:nvPr/>
            </p:nvSpPr>
            <p:spPr>
              <a:xfrm>
                <a:off x="11850726" y="819839"/>
                <a:ext cx="50120" cy="65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9">
                    <a:moveTo>
                      <a:pt x="0" y="0"/>
                    </a:moveTo>
                    <a:lnTo>
                      <a:pt x="2875" y="6502"/>
                    </a:lnTo>
                    <a:lnTo>
                      <a:pt x="5262" y="6849"/>
                    </a:lnTo>
                    <a:lnTo>
                      <a:pt x="2387" y="614"/>
                    </a:lnTo>
                    <a:close/>
                  </a:path>
                </a:pathLst>
              </a:custGeom>
              <a:solidFill>
                <a:srgbClr val="faa78b"/>
              </a:solidFill>
              <a:ln w="3334" cap="flat" cmpd="sng" algn="ctr">
                <a:solidFill>
                  <a:srgbClr val="faa78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0" name="Surface mesh patch"/>
              <p:cNvSpPr/>
              <p:nvPr/>
            </p:nvSpPr>
            <p:spPr>
              <a:xfrm>
                <a:off x="11900846" y="885074"/>
                <a:ext cx="50120" cy="74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9">
                    <a:moveTo>
                      <a:pt x="0" y="0"/>
                    </a:moveTo>
                    <a:lnTo>
                      <a:pt x="2875" y="6928"/>
                    </a:lnTo>
                    <a:lnTo>
                      <a:pt x="5262" y="7789"/>
                    </a:lnTo>
                    <a:lnTo>
                      <a:pt x="2387" y="1255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1" name="Surface mesh patch"/>
              <p:cNvSpPr/>
              <p:nvPr/>
            </p:nvSpPr>
            <p:spPr>
              <a:xfrm>
                <a:off x="11950965" y="959262"/>
                <a:ext cx="50120" cy="719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56">
                    <a:moveTo>
                      <a:pt x="0" y="0"/>
                    </a:moveTo>
                    <a:lnTo>
                      <a:pt x="2875" y="6554"/>
                    </a:lnTo>
                    <a:lnTo>
                      <a:pt x="5262" y="7556"/>
                    </a:lnTo>
                    <a:lnTo>
                      <a:pt x="2387" y="1444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2" name="Surface mesh patch"/>
              <p:cNvSpPr/>
              <p:nvPr/>
            </p:nvSpPr>
            <p:spPr>
              <a:xfrm>
                <a:off x="12001085" y="1031228"/>
                <a:ext cx="50120" cy="627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85">
                    <a:moveTo>
                      <a:pt x="0" y="0"/>
                    </a:moveTo>
                    <a:lnTo>
                      <a:pt x="2875" y="5674"/>
                    </a:lnTo>
                    <a:lnTo>
                      <a:pt x="5262" y="6585"/>
                    </a:lnTo>
                    <a:lnTo>
                      <a:pt x="2387" y="1307"/>
                    </a:lnTo>
                    <a:close/>
                  </a:path>
                </a:pathLst>
              </a:custGeom>
              <a:solidFill>
                <a:srgbClr val="f1d6c6"/>
              </a:solidFill>
              <a:ln w="3334" cap="flat" cmpd="sng" algn="ctr">
                <a:solidFill>
                  <a:srgbClr val="f1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3" name="Surface mesh patch"/>
              <p:cNvSpPr/>
              <p:nvPr/>
            </p:nvSpPr>
            <p:spPr>
              <a:xfrm>
                <a:off x="12051204" y="1093949"/>
                <a:ext cx="50120" cy="509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1">
                    <a:moveTo>
                      <a:pt x="0" y="0"/>
                    </a:moveTo>
                    <a:lnTo>
                      <a:pt x="2875" y="4623"/>
                    </a:lnTo>
                    <a:lnTo>
                      <a:pt x="5262" y="5351"/>
                    </a:lnTo>
                    <a:lnTo>
                      <a:pt x="2387" y="1011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4" name="Surface mesh patch"/>
              <p:cNvSpPr/>
              <p:nvPr/>
            </p:nvSpPr>
            <p:spPr>
              <a:xfrm>
                <a:off x="12101324" y="1144921"/>
                <a:ext cx="50120" cy="399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1">
                    <a:moveTo>
                      <a:pt x="0" y="0"/>
                    </a:moveTo>
                    <a:lnTo>
                      <a:pt x="2875" y="3657"/>
                    </a:lnTo>
                    <a:lnTo>
                      <a:pt x="5262" y="4191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5" name="Surface mesh patch"/>
              <p:cNvSpPr/>
              <p:nvPr/>
            </p:nvSpPr>
            <p:spPr>
              <a:xfrm>
                <a:off x="11126319" y="1279028"/>
                <a:ext cx="50120" cy="297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8">
                    <a:moveTo>
                      <a:pt x="0" y="2107"/>
                    </a:moveTo>
                    <a:lnTo>
                      <a:pt x="2875" y="3118"/>
                    </a:lnTo>
                    <a:lnTo>
                      <a:pt x="5262" y="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6" name="Surface mesh patch"/>
              <p:cNvSpPr/>
              <p:nvPr/>
            </p:nvSpPr>
            <p:spPr>
              <a:xfrm>
                <a:off x="11176439" y="1266126"/>
                <a:ext cx="50120" cy="324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04">
                    <a:moveTo>
                      <a:pt x="0" y="2221"/>
                    </a:moveTo>
                    <a:lnTo>
                      <a:pt x="2875" y="3404"/>
                    </a:lnTo>
                    <a:lnTo>
                      <a:pt x="5262" y="10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7" name="Surface mesh patch"/>
              <p:cNvSpPr/>
              <p:nvPr/>
            </p:nvSpPr>
            <p:spPr>
              <a:xfrm>
                <a:off x="11226558" y="1253408"/>
                <a:ext cx="50120" cy="34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7">
                    <a:moveTo>
                      <a:pt x="0" y="2343"/>
                    </a:moveTo>
                    <a:lnTo>
                      <a:pt x="2875" y="3597"/>
                    </a:lnTo>
                    <a:lnTo>
                      <a:pt x="5262" y="10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8" name="Surface mesh patch"/>
              <p:cNvSpPr/>
              <p:nvPr/>
            </p:nvSpPr>
            <p:spPr>
              <a:xfrm>
                <a:off x="11276678" y="1238942"/>
                <a:ext cx="50120" cy="346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532"/>
                    </a:moveTo>
                    <a:lnTo>
                      <a:pt x="2875" y="3638"/>
                    </a:lnTo>
                    <a:lnTo>
                      <a:pt x="5262" y="7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09" name="Surface mesh patch"/>
              <p:cNvSpPr/>
              <p:nvPr/>
            </p:nvSpPr>
            <p:spPr>
              <a:xfrm>
                <a:off x="11326798" y="1219048"/>
                <a:ext cx="50120" cy="33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13">
                    <a:moveTo>
                      <a:pt x="0" y="2849"/>
                    </a:moveTo>
                    <a:lnTo>
                      <a:pt x="2875" y="3513"/>
                    </a:lnTo>
                    <a:lnTo>
                      <a:pt x="5262" y="1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ef4"/>
              </a:solidFill>
              <a:ln w="3334" cap="flat" cmpd="sng" algn="ctr">
                <a:solidFill>
                  <a:srgbClr val="d0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0" name="Surface mesh patch"/>
              <p:cNvSpPr/>
              <p:nvPr/>
            </p:nvSpPr>
            <p:spPr>
              <a:xfrm>
                <a:off x="11376917" y="1182039"/>
                <a:ext cx="50120" cy="386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1">
                    <a:moveTo>
                      <a:pt x="0" y="4061"/>
                    </a:moveTo>
                    <a:lnTo>
                      <a:pt x="2875" y="3985"/>
                    </a:lnTo>
                    <a:lnTo>
                      <a:pt x="5262" y="0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1" name="Surface mesh patch"/>
              <p:cNvSpPr/>
              <p:nvPr/>
            </p:nvSpPr>
            <p:spPr>
              <a:xfrm>
                <a:off x="11427037" y="1127075"/>
                <a:ext cx="50120" cy="549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71">
                    <a:moveTo>
                      <a:pt x="0" y="5771"/>
                    </a:moveTo>
                    <a:lnTo>
                      <a:pt x="2875" y="4770"/>
                    </a:lnTo>
                    <a:lnTo>
                      <a:pt x="5262" y="0"/>
                    </a:lnTo>
                    <a:lnTo>
                      <a:pt x="2387" y="176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2" name="Surface mesh patch"/>
              <p:cNvSpPr/>
              <p:nvPr/>
            </p:nvSpPr>
            <p:spPr>
              <a:xfrm>
                <a:off x="11477157" y="1056486"/>
                <a:ext cx="50120" cy="705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1">
                    <a:moveTo>
                      <a:pt x="0" y="7411"/>
                    </a:moveTo>
                    <a:lnTo>
                      <a:pt x="2875" y="5547"/>
                    </a:lnTo>
                    <a:lnTo>
                      <a:pt x="5262" y="0"/>
                    </a:lnTo>
                    <a:lnTo>
                      <a:pt x="2387" y="2672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3" name="Surface mesh patch"/>
              <p:cNvSpPr/>
              <p:nvPr/>
            </p:nvSpPr>
            <p:spPr>
              <a:xfrm>
                <a:off x="11527276" y="976186"/>
                <a:ext cx="50120" cy="803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30">
                    <a:moveTo>
                      <a:pt x="0" y="8430"/>
                    </a:moveTo>
                    <a:lnTo>
                      <a:pt x="2875" y="6097"/>
                    </a:lnTo>
                    <a:lnTo>
                      <a:pt x="5262" y="0"/>
                    </a:lnTo>
                    <a:lnTo>
                      <a:pt x="2387" y="3066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4" name="Surface mesh patch"/>
              <p:cNvSpPr/>
              <p:nvPr/>
            </p:nvSpPr>
            <p:spPr>
              <a:xfrm>
                <a:off x="11577396" y="897202"/>
                <a:ext cx="50120" cy="789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92">
                    <a:moveTo>
                      <a:pt x="0" y="8292"/>
                    </a:moveTo>
                    <a:lnTo>
                      <a:pt x="2875" y="6197"/>
                    </a:lnTo>
                    <a:lnTo>
                      <a:pt x="5262" y="0"/>
                    </a:lnTo>
                    <a:lnTo>
                      <a:pt x="2387" y="2640"/>
                    </a:lnTo>
                    <a:close/>
                  </a:path>
                </a:pathLst>
              </a:custGeom>
              <a:solidFill>
                <a:srgbClr val="fbb79b"/>
              </a:solidFill>
              <a:ln w="3334" cap="flat" cmpd="sng" algn="ctr">
                <a:solidFill>
                  <a:srgbClr val="fbb7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5" name="Surface mesh patch"/>
              <p:cNvSpPr/>
              <p:nvPr/>
            </p:nvSpPr>
            <p:spPr>
              <a:xfrm>
                <a:off x="11627515" y="833283"/>
                <a:ext cx="50120" cy="639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11">
                    <a:moveTo>
                      <a:pt x="0" y="6711"/>
                    </a:moveTo>
                    <a:lnTo>
                      <a:pt x="2875" y="5719"/>
                    </a:lnTo>
                    <a:lnTo>
                      <a:pt x="5262" y="0"/>
                    </a:lnTo>
                    <a:lnTo>
                      <a:pt x="2387" y="1293"/>
                    </a:lnTo>
                    <a:close/>
                  </a:path>
                </a:pathLst>
              </a:custGeom>
              <a:solidFill>
                <a:srgbClr val="faa68a"/>
              </a:solidFill>
              <a:ln w="3334" cap="flat" cmpd="sng" algn="ctr">
                <a:solidFill>
                  <a:srgbClr val="faa68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6" name="Surface mesh patch"/>
              <p:cNvSpPr/>
              <p:nvPr/>
            </p:nvSpPr>
            <p:spPr>
              <a:xfrm>
                <a:off x="11677635" y="789386"/>
                <a:ext cx="50120" cy="521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73">
                    <a:moveTo>
                      <a:pt x="0" y="4609"/>
                    </a:moveTo>
                    <a:lnTo>
                      <a:pt x="2875" y="5473"/>
                    </a:lnTo>
                    <a:lnTo>
                      <a:pt x="5262" y="7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7" name="Surface mesh patch"/>
              <p:cNvSpPr/>
              <p:nvPr/>
            </p:nvSpPr>
            <p:spPr>
              <a:xfrm>
                <a:off x="11727755" y="764877"/>
                <a:ext cx="50120" cy="61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4">
                    <a:moveTo>
                      <a:pt x="0" y="3351"/>
                    </a:moveTo>
                    <a:lnTo>
                      <a:pt x="2875" y="6444"/>
                    </a:lnTo>
                    <a:lnTo>
                      <a:pt x="5262" y="3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57a"/>
              </a:solidFill>
              <a:ln w="3334" cap="flat" cmpd="sng" algn="ctr">
                <a:solidFill>
                  <a:srgbClr val="fa95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8" name="Surface mesh patch"/>
              <p:cNvSpPr/>
              <p:nvPr/>
            </p:nvSpPr>
            <p:spPr>
              <a:xfrm>
                <a:off x="11777874" y="776337"/>
                <a:ext cx="50120" cy="674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1">
                    <a:moveTo>
                      <a:pt x="0" y="1914"/>
                    </a:moveTo>
                    <a:lnTo>
                      <a:pt x="2875" y="7081"/>
                    </a:lnTo>
                    <a:lnTo>
                      <a:pt x="5262" y="51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19" name="Surface mesh patch"/>
              <p:cNvSpPr/>
              <p:nvPr/>
            </p:nvSpPr>
            <p:spPr>
              <a:xfrm>
                <a:off x="11827994" y="819839"/>
                <a:ext cx="50120" cy="687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15">
                    <a:moveTo>
                      <a:pt x="0" y="605"/>
                    </a:moveTo>
                    <a:lnTo>
                      <a:pt x="2875" y="7215"/>
                    </a:lnTo>
                    <a:lnTo>
                      <a:pt x="5262" y="65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0" name="Surface mesh patch"/>
              <p:cNvSpPr/>
              <p:nvPr/>
            </p:nvSpPr>
            <p:spPr>
              <a:xfrm>
                <a:off x="11878114" y="881770"/>
                <a:ext cx="50120" cy="69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75">
                    <a:moveTo>
                      <a:pt x="0" y="0"/>
                    </a:moveTo>
                    <a:lnTo>
                      <a:pt x="2875" y="7169"/>
                    </a:lnTo>
                    <a:lnTo>
                      <a:pt x="5262" y="7275"/>
                    </a:lnTo>
                    <a:lnTo>
                      <a:pt x="2387" y="347"/>
                    </a:lnTo>
                    <a:close/>
                  </a:path>
                </a:pathLst>
              </a:custGeom>
              <a:solidFill>
                <a:srgbClr val="fbb599"/>
              </a:solidFill>
              <a:ln w="3334" cap="flat" cmpd="sng" algn="ctr">
                <a:solidFill>
                  <a:srgbClr val="fbb5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1" name="Surface mesh patch"/>
              <p:cNvSpPr/>
              <p:nvPr/>
            </p:nvSpPr>
            <p:spPr>
              <a:xfrm>
                <a:off x="11928233" y="951059"/>
                <a:ext cx="50120" cy="70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5">
                    <a:moveTo>
                      <a:pt x="0" y="0"/>
                    </a:moveTo>
                    <a:lnTo>
                      <a:pt x="2875" y="6874"/>
                    </a:lnTo>
                    <a:lnTo>
                      <a:pt x="5262" y="7415"/>
                    </a:lnTo>
                    <a:lnTo>
                      <a:pt x="2387" y="861"/>
                    </a:lnTo>
                    <a:close/>
                  </a:path>
                </a:pathLst>
              </a:custGeom>
              <a:solidFill>
                <a:srgbClr val="fbc6aa"/>
              </a:solidFill>
              <a:ln w="3334" cap="flat" cmpd="sng" algn="ctr">
                <a:solidFill>
                  <a:srgbClr val="fbc6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2" name="Surface mesh patch"/>
              <p:cNvSpPr/>
              <p:nvPr/>
            </p:nvSpPr>
            <p:spPr>
              <a:xfrm>
                <a:off x="11978353" y="1021690"/>
                <a:ext cx="50120" cy="63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76">
                    <a:moveTo>
                      <a:pt x="0" y="0"/>
                    </a:moveTo>
                    <a:lnTo>
                      <a:pt x="2875" y="5982"/>
                    </a:lnTo>
                    <a:lnTo>
                      <a:pt x="5262" y="6676"/>
                    </a:lnTo>
                    <a:lnTo>
                      <a:pt x="2387" y="1001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3" name="Surface mesh patch"/>
              <p:cNvSpPr/>
              <p:nvPr/>
            </p:nvSpPr>
            <p:spPr>
              <a:xfrm>
                <a:off x="12028473" y="1085277"/>
                <a:ext cx="50120" cy="527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4">
                    <a:moveTo>
                      <a:pt x="0" y="0"/>
                    </a:moveTo>
                    <a:lnTo>
                      <a:pt x="2875" y="4837"/>
                    </a:lnTo>
                    <a:lnTo>
                      <a:pt x="5262" y="5534"/>
                    </a:lnTo>
                    <a:lnTo>
                      <a:pt x="2387" y="910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4" name="Surface mesh patch"/>
              <p:cNvSpPr/>
              <p:nvPr/>
            </p:nvSpPr>
            <p:spPr>
              <a:xfrm>
                <a:off x="12078592" y="1137988"/>
                <a:ext cx="50120" cy="41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5">
                    <a:moveTo>
                      <a:pt x="0" y="0"/>
                    </a:moveTo>
                    <a:lnTo>
                      <a:pt x="2875" y="3744"/>
                    </a:lnTo>
                    <a:lnTo>
                      <a:pt x="5262" y="4385"/>
                    </a:lnTo>
                    <a:lnTo>
                      <a:pt x="2387" y="728"/>
                    </a:lnTo>
                    <a:close/>
                  </a:path>
                </a:pathLst>
              </a:custGeom>
              <a:solidFill>
                <a:srgbClr val="dfe1ea"/>
              </a:solidFill>
              <a:ln w="3334" cap="flat" cmpd="sng" algn="ctr">
                <a:solidFill>
                  <a:srgbClr val="df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5" name="Surface mesh patch"/>
              <p:cNvSpPr/>
              <p:nvPr/>
            </p:nvSpPr>
            <p:spPr>
              <a:xfrm>
                <a:off x="12128712" y="1179751"/>
                <a:ext cx="50120" cy="32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0">
                    <a:moveTo>
                      <a:pt x="0" y="0"/>
                    </a:moveTo>
                    <a:lnTo>
                      <a:pt x="2875" y="2880"/>
                    </a:lnTo>
                    <a:lnTo>
                      <a:pt x="5262" y="3430"/>
                    </a:lnTo>
                    <a:lnTo>
                      <a:pt x="2387" y="535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6" name="Surface mesh patch"/>
              <p:cNvSpPr/>
              <p:nvPr/>
            </p:nvSpPr>
            <p:spPr>
              <a:xfrm>
                <a:off x="11103587" y="1299100"/>
                <a:ext cx="50120" cy="31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68">
                    <a:moveTo>
                      <a:pt x="0" y="2107"/>
                    </a:moveTo>
                    <a:lnTo>
                      <a:pt x="2875" y="3268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7" name="Surface mesh patch"/>
              <p:cNvSpPr/>
              <p:nvPr/>
            </p:nvSpPr>
            <p:spPr>
              <a:xfrm>
                <a:off x="11153707" y="1287278"/>
                <a:ext cx="50120" cy="343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08">
                    <a:moveTo>
                      <a:pt x="0" y="2252"/>
                    </a:moveTo>
                    <a:lnTo>
                      <a:pt x="2875" y="3608"/>
                    </a:lnTo>
                    <a:lnTo>
                      <a:pt x="5262" y="1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8" name="Surface mesh patch"/>
              <p:cNvSpPr/>
              <p:nvPr/>
            </p:nvSpPr>
            <p:spPr>
              <a:xfrm>
                <a:off x="11203826" y="1275729"/>
                <a:ext cx="50120" cy="36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1">
                    <a:moveTo>
                      <a:pt x="0" y="2396"/>
                    </a:moveTo>
                    <a:lnTo>
                      <a:pt x="2875" y="3871"/>
                    </a:lnTo>
                    <a:lnTo>
                      <a:pt x="5262" y="12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29" name="Surface mesh patch"/>
              <p:cNvSpPr/>
              <p:nvPr/>
            </p:nvSpPr>
            <p:spPr>
              <a:xfrm>
                <a:off x="11253946" y="1263057"/>
                <a:ext cx="50120" cy="38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98">
                    <a:moveTo>
                      <a:pt x="0" y="2584"/>
                    </a:moveTo>
                    <a:lnTo>
                      <a:pt x="2875" y="3998"/>
                    </a:lnTo>
                    <a:lnTo>
                      <a:pt x="5262" y="1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0" name="Surface mesh patch"/>
              <p:cNvSpPr/>
              <p:nvPr/>
            </p:nvSpPr>
            <p:spPr>
              <a:xfrm>
                <a:off x="11304066" y="1246185"/>
                <a:ext cx="50120" cy="37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1">
                    <a:moveTo>
                      <a:pt x="0" y="2878"/>
                    </a:moveTo>
                    <a:lnTo>
                      <a:pt x="2875" y="3971"/>
                    </a:lnTo>
                    <a:lnTo>
                      <a:pt x="5262" y="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1" name="Surface mesh patch"/>
              <p:cNvSpPr/>
              <p:nvPr/>
            </p:nvSpPr>
            <p:spPr>
              <a:xfrm>
                <a:off x="11354185" y="1219997"/>
                <a:ext cx="50120" cy="372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07">
                    <a:moveTo>
                      <a:pt x="0" y="3414"/>
                    </a:moveTo>
                    <a:lnTo>
                      <a:pt x="2875" y="3907"/>
                    </a:lnTo>
                    <a:lnTo>
                      <a:pt x="5262" y="0"/>
                    </a:lnTo>
                    <a:lnTo>
                      <a:pt x="2387" y="76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2" name="Surface mesh patch"/>
              <p:cNvSpPr/>
              <p:nvPr/>
            </p:nvSpPr>
            <p:spPr>
              <a:xfrm>
                <a:off x="11404305" y="1172509"/>
                <a:ext cx="50120" cy="474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6">
                    <a:moveTo>
                      <a:pt x="0" y="4986"/>
                    </a:moveTo>
                    <a:lnTo>
                      <a:pt x="2875" y="4682"/>
                    </a:lnTo>
                    <a:lnTo>
                      <a:pt x="5262" y="0"/>
                    </a:lnTo>
                    <a:lnTo>
                      <a:pt x="2387" y="1001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3" name="Surface mesh patch"/>
              <p:cNvSpPr/>
              <p:nvPr/>
            </p:nvSpPr>
            <p:spPr>
              <a:xfrm>
                <a:off x="11454425" y="1109320"/>
                <a:ext cx="50120" cy="63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34">
                    <a:moveTo>
                      <a:pt x="0" y="6634"/>
                    </a:moveTo>
                    <a:lnTo>
                      <a:pt x="2875" y="5532"/>
                    </a:lnTo>
                    <a:lnTo>
                      <a:pt x="5262" y="0"/>
                    </a:lnTo>
                    <a:lnTo>
                      <a:pt x="2387" y="1864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4" name="Surface mesh patch"/>
              <p:cNvSpPr/>
              <p:nvPr/>
            </p:nvSpPr>
            <p:spPr>
              <a:xfrm>
                <a:off x="11504544" y="1034257"/>
                <a:ext cx="50120" cy="750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81">
                    <a:moveTo>
                      <a:pt x="0" y="7881"/>
                    </a:moveTo>
                    <a:lnTo>
                      <a:pt x="2875" y="6269"/>
                    </a:lnTo>
                    <a:lnTo>
                      <a:pt x="5262" y="0"/>
                    </a:lnTo>
                    <a:lnTo>
                      <a:pt x="2387" y="2334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5" name="Surface mesh patch"/>
              <p:cNvSpPr/>
              <p:nvPr/>
            </p:nvSpPr>
            <p:spPr>
              <a:xfrm>
                <a:off x="11554664" y="956231"/>
                <a:ext cx="50120" cy="78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2">
                    <a:moveTo>
                      <a:pt x="0" y="8192"/>
                    </a:moveTo>
                    <a:lnTo>
                      <a:pt x="2875" y="6660"/>
                    </a:lnTo>
                    <a:lnTo>
                      <a:pt x="5262" y="0"/>
                    </a:lnTo>
                    <a:lnTo>
                      <a:pt x="2387" y="2095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6" name="Surface mesh patch"/>
              <p:cNvSpPr/>
              <p:nvPr/>
            </p:nvSpPr>
            <p:spPr>
              <a:xfrm>
                <a:off x="11604784" y="887752"/>
                <a:ext cx="50120" cy="68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9">
                    <a:moveTo>
                      <a:pt x="0" y="7189"/>
                    </a:moveTo>
                    <a:lnTo>
                      <a:pt x="2875" y="6520"/>
                    </a:lnTo>
                    <a:lnTo>
                      <a:pt x="5262" y="0"/>
                    </a:lnTo>
                    <a:lnTo>
                      <a:pt x="2387" y="992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7" name="Surface mesh patch"/>
              <p:cNvSpPr/>
              <p:nvPr/>
            </p:nvSpPr>
            <p:spPr>
              <a:xfrm>
                <a:off x="11654903" y="833283"/>
                <a:ext cx="50120" cy="634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59">
                    <a:moveTo>
                      <a:pt x="0" y="5719"/>
                    </a:moveTo>
                    <a:lnTo>
                      <a:pt x="2875" y="6659"/>
                    </a:lnTo>
                    <a:lnTo>
                      <a:pt x="5262" y="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8" name="Surface mesh patch"/>
              <p:cNvSpPr/>
              <p:nvPr/>
            </p:nvSpPr>
            <p:spPr>
              <a:xfrm>
                <a:off x="11705023" y="796798"/>
                <a:ext cx="50120" cy="73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94">
                    <a:moveTo>
                      <a:pt x="0" y="4694"/>
                    </a:moveTo>
                    <a:lnTo>
                      <a:pt x="2875" y="7694"/>
                    </a:lnTo>
                    <a:lnTo>
                      <a:pt x="5262" y="30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39" name="Surface mesh patch"/>
              <p:cNvSpPr/>
              <p:nvPr/>
            </p:nvSpPr>
            <p:spPr>
              <a:xfrm>
                <a:off x="11755143" y="794569"/>
                <a:ext cx="50120" cy="79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57">
                    <a:moveTo>
                      <a:pt x="0" y="3326"/>
                    </a:moveTo>
                    <a:lnTo>
                      <a:pt x="2875" y="8357"/>
                    </a:lnTo>
                    <a:lnTo>
                      <a:pt x="5262" y="5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40" name="Surface mesh patch"/>
              <p:cNvSpPr/>
              <p:nvPr/>
            </p:nvSpPr>
            <p:spPr>
              <a:xfrm>
                <a:off x="11805262" y="825601"/>
                <a:ext cx="50120" cy="80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5">
                    <a:moveTo>
                      <a:pt x="0" y="1909"/>
                    </a:moveTo>
                    <a:lnTo>
                      <a:pt x="2875" y="8455"/>
                    </a:lnTo>
                    <a:lnTo>
                      <a:pt x="5262" y="66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41" name="Surface mesh patch"/>
              <p:cNvSpPr/>
              <p:nvPr/>
            </p:nvSpPr>
            <p:spPr>
              <a:xfrm>
                <a:off x="11855382" y="881770"/>
                <a:ext cx="50120" cy="75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44">
                    <a:moveTo>
                      <a:pt x="0" y="713"/>
                    </a:moveTo>
                    <a:lnTo>
                      <a:pt x="2875" y="7944"/>
                    </a:lnTo>
                    <a:lnTo>
                      <a:pt x="5262" y="71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296"/>
              </a:solidFill>
              <a:ln w="3334" cap="flat" cmpd="sng" algn="ctr">
                <a:solidFill>
                  <a:srgbClr val="fab2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42" name="Surface mesh patch"/>
              <p:cNvSpPr/>
              <p:nvPr/>
            </p:nvSpPr>
            <p:spPr>
              <a:xfrm>
                <a:off x="11905501" y="950056"/>
                <a:ext cx="50120" cy="670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35">
                    <a:moveTo>
                      <a:pt x="0" y="0"/>
                    </a:moveTo>
                    <a:lnTo>
                      <a:pt x="2875" y="7035"/>
                    </a:lnTo>
                    <a:lnTo>
                      <a:pt x="5262" y="6980"/>
                    </a:lnTo>
                    <a:lnTo>
                      <a:pt x="2387" y="105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43" name="Surface mesh patch"/>
              <p:cNvSpPr/>
              <p:nvPr/>
            </p:nvSpPr>
            <p:spPr>
              <a:xfrm>
                <a:off x="11955621" y="1016538"/>
                <a:ext cx="50120" cy="621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2">
                    <a:moveTo>
                      <a:pt x="0" y="0"/>
                    </a:moveTo>
                    <a:lnTo>
                      <a:pt x="2875" y="6160"/>
                    </a:lnTo>
                    <a:lnTo>
                      <a:pt x="5262" y="6522"/>
                    </a:lnTo>
                    <a:lnTo>
                      <a:pt x="2387" y="541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44" name="Surface mesh patch"/>
              <p:cNvSpPr/>
              <p:nvPr/>
            </p:nvSpPr>
            <p:spPr>
              <a:xfrm>
                <a:off x="12005741" y="1078663"/>
                <a:ext cx="50120" cy="526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1">
                    <a:moveTo>
                      <a:pt x="0" y="0"/>
                    </a:moveTo>
                    <a:lnTo>
                      <a:pt x="2875" y="4946"/>
                    </a:lnTo>
                    <a:lnTo>
                      <a:pt x="5262" y="5531"/>
                    </a:lnTo>
                    <a:lnTo>
                      <a:pt x="2387" y="694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45" name="Surface mesh patch"/>
              <p:cNvSpPr/>
              <p:nvPr/>
            </p:nvSpPr>
            <p:spPr>
              <a:xfrm>
                <a:off x="12055860" y="1131350"/>
                <a:ext cx="50120" cy="42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41">
                    <a:moveTo>
                      <a:pt x="0" y="0"/>
                    </a:moveTo>
                    <a:lnTo>
                      <a:pt x="2875" y="3733"/>
                    </a:lnTo>
                    <a:lnTo>
                      <a:pt x="5262" y="4441"/>
                    </a:lnTo>
                    <a:lnTo>
                      <a:pt x="2387" y="697"/>
                    </a:lnTo>
                    <a:close/>
                  </a:path>
                </a:pathLst>
              </a:custGeom>
              <a:solidFill>
                <a:srgbClr val="e3dfe3"/>
              </a:solidFill>
              <a:ln w="3334" cap="flat" cmpd="sng" algn="ctr">
                <a:solidFill>
                  <a:srgbClr val="e3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46" name="Surface mesh patch"/>
              <p:cNvSpPr/>
              <p:nvPr/>
            </p:nvSpPr>
            <p:spPr>
              <a:xfrm>
                <a:off x="12105980" y="1173651"/>
                <a:ext cx="50120" cy="335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20">
                    <a:moveTo>
                      <a:pt x="0" y="0"/>
                    </a:moveTo>
                    <a:lnTo>
                      <a:pt x="2875" y="2759"/>
                    </a:lnTo>
                    <a:lnTo>
                      <a:pt x="5262" y="3520"/>
                    </a:lnTo>
                    <a:lnTo>
                      <a:pt x="2387" y="640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47" name="Surface mesh patch"/>
              <p:cNvSpPr/>
              <p:nvPr/>
            </p:nvSpPr>
            <p:spPr>
              <a:xfrm>
                <a:off x="12156100" y="1207179"/>
                <a:ext cx="50120" cy="269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7">
                    <a:moveTo>
                      <a:pt x="0" y="0"/>
                    </a:moveTo>
                    <a:lnTo>
                      <a:pt x="2875" y="2107"/>
                    </a:lnTo>
                    <a:lnTo>
                      <a:pt x="5262" y="2827"/>
                    </a:lnTo>
                    <a:lnTo>
                      <a:pt x="2387" y="55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48" name="Surface mesh patch"/>
              <p:cNvSpPr/>
              <p:nvPr/>
            </p:nvSpPr>
            <p:spPr>
              <a:xfrm>
                <a:off x="11080855" y="1319167"/>
                <a:ext cx="50120" cy="32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92">
                    <a:moveTo>
                      <a:pt x="0" y="2080"/>
                    </a:moveTo>
                    <a:lnTo>
                      <a:pt x="2875" y="3392"/>
                    </a:lnTo>
                    <a:lnTo>
                      <a:pt x="5262" y="1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49" name="Surface mesh patch"/>
              <p:cNvSpPr/>
              <p:nvPr/>
            </p:nvSpPr>
            <p:spPr>
              <a:xfrm>
                <a:off x="11130975" y="1308731"/>
                <a:ext cx="50120" cy="35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79">
                    <a:moveTo>
                      <a:pt x="0" y="2257"/>
                    </a:moveTo>
                    <a:lnTo>
                      <a:pt x="2875" y="3779"/>
                    </a:lnTo>
                    <a:lnTo>
                      <a:pt x="5262" y="13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50" name="Surface mesh patch"/>
              <p:cNvSpPr/>
              <p:nvPr/>
            </p:nvSpPr>
            <p:spPr>
              <a:xfrm>
                <a:off x="11181095" y="1298548"/>
                <a:ext cx="50120" cy="39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5">
                    <a:moveTo>
                      <a:pt x="0" y="2424"/>
                    </a:moveTo>
                    <a:lnTo>
                      <a:pt x="2875" y="4105"/>
                    </a:lnTo>
                    <a:lnTo>
                      <a:pt x="5262" y="14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51" name="Surface mesh patch"/>
              <p:cNvSpPr/>
              <p:nvPr/>
            </p:nvSpPr>
            <p:spPr>
              <a:xfrm>
                <a:off x="11231214" y="1287666"/>
                <a:ext cx="50120" cy="40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04">
                    <a:moveTo>
                      <a:pt x="0" y="2618"/>
                    </a:moveTo>
                    <a:lnTo>
                      <a:pt x="2875" y="4304"/>
                    </a:lnTo>
                    <a:lnTo>
                      <a:pt x="5262" y="14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52" name="Surface mesh patch"/>
              <p:cNvSpPr/>
              <p:nvPr/>
            </p:nvSpPr>
            <p:spPr>
              <a:xfrm>
                <a:off x="11281334" y="1273599"/>
                <a:ext cx="50120" cy="41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52">
                    <a:moveTo>
                      <a:pt x="0" y="2892"/>
                    </a:moveTo>
                    <a:lnTo>
                      <a:pt x="2875" y="4352"/>
                    </a:lnTo>
                    <a:lnTo>
                      <a:pt x="5262" y="10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53" name="Surface mesh patch"/>
              <p:cNvSpPr/>
              <p:nvPr/>
            </p:nvSpPr>
            <p:spPr>
              <a:xfrm>
                <a:off x="11331454" y="1252513"/>
                <a:ext cx="50120" cy="408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7">
                    <a:moveTo>
                      <a:pt x="0" y="3307"/>
                    </a:moveTo>
                    <a:lnTo>
                      <a:pt x="2875" y="4287"/>
                    </a:lnTo>
                    <a:lnTo>
                      <a:pt x="5262" y="4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54" name="Surface mesh patch"/>
              <p:cNvSpPr/>
              <p:nvPr/>
            </p:nvSpPr>
            <p:spPr>
              <a:xfrm>
                <a:off x="11381573" y="1217104"/>
                <a:ext cx="50120" cy="429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14">
                    <a:moveTo>
                      <a:pt x="0" y="4211"/>
                    </a:moveTo>
                    <a:lnTo>
                      <a:pt x="2875" y="4514"/>
                    </a:lnTo>
                    <a:lnTo>
                      <a:pt x="5262" y="0"/>
                    </a:lnTo>
                    <a:lnTo>
                      <a:pt x="2387" y="304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55" name="Surface mesh patch"/>
              <p:cNvSpPr/>
              <p:nvPr/>
            </p:nvSpPr>
            <p:spPr>
              <a:xfrm>
                <a:off x="11431693" y="1162014"/>
                <a:ext cx="50120" cy="550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84">
                    <a:moveTo>
                      <a:pt x="0" y="5784"/>
                    </a:moveTo>
                    <a:lnTo>
                      <a:pt x="2875" y="5366"/>
                    </a:lnTo>
                    <a:lnTo>
                      <a:pt x="5262" y="0"/>
                    </a:lnTo>
                    <a:lnTo>
                      <a:pt x="2387" y="1102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56" name="Surface mesh patch"/>
              <p:cNvSpPr/>
              <p:nvPr/>
            </p:nvSpPr>
            <p:spPr>
              <a:xfrm>
                <a:off x="11481812" y="1093967"/>
                <a:ext cx="50120" cy="68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44">
                    <a:moveTo>
                      <a:pt x="0" y="7144"/>
                    </a:moveTo>
                    <a:lnTo>
                      <a:pt x="2875" y="6206"/>
                    </a:lnTo>
                    <a:lnTo>
                      <a:pt x="5262" y="0"/>
                    </a:lnTo>
                    <a:lnTo>
                      <a:pt x="2387" y="1612"/>
                    </a:lnTo>
                    <a:close/>
                  </a:path>
                </a:pathLst>
              </a:custGeom>
              <a:solidFill>
                <a:srgbClr val="edd9ce"/>
              </a:solidFill>
              <a:ln w="3334" cap="flat" cmpd="sng" algn="ctr">
                <a:solidFill>
                  <a:srgbClr val="edd9c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57" name="Surface mesh patch"/>
              <p:cNvSpPr/>
              <p:nvPr/>
            </p:nvSpPr>
            <p:spPr>
              <a:xfrm>
                <a:off x="11531932" y="1019670"/>
                <a:ext cx="50120" cy="742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00">
                    <a:moveTo>
                      <a:pt x="0" y="7800"/>
                    </a:moveTo>
                    <a:lnTo>
                      <a:pt x="2875" y="6817"/>
                    </a:lnTo>
                    <a:lnTo>
                      <a:pt x="5262" y="0"/>
                    </a:lnTo>
                    <a:lnTo>
                      <a:pt x="2387" y="1531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58" name="Surface mesh patch"/>
              <p:cNvSpPr/>
              <p:nvPr/>
            </p:nvSpPr>
            <p:spPr>
              <a:xfrm>
                <a:off x="11582052" y="949856"/>
                <a:ext cx="50120" cy="69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30">
                    <a:moveTo>
                      <a:pt x="0" y="7330"/>
                    </a:moveTo>
                    <a:lnTo>
                      <a:pt x="2875" y="6984"/>
                    </a:lnTo>
                    <a:lnTo>
                      <a:pt x="5262" y="0"/>
                    </a:lnTo>
                    <a:lnTo>
                      <a:pt x="2387" y="669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59" name="Surface mesh patch"/>
              <p:cNvSpPr/>
              <p:nvPr/>
            </p:nvSpPr>
            <p:spPr>
              <a:xfrm>
                <a:off x="11632171" y="887752"/>
                <a:ext cx="50120" cy="71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23">
                    <a:moveTo>
                      <a:pt x="0" y="6520"/>
                    </a:moveTo>
                    <a:lnTo>
                      <a:pt x="2875" y="7523"/>
                    </a:lnTo>
                    <a:lnTo>
                      <a:pt x="5262" y="9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60" name="Surface mesh patch"/>
              <p:cNvSpPr/>
              <p:nvPr/>
            </p:nvSpPr>
            <p:spPr>
              <a:xfrm>
                <a:off x="11682291" y="841512"/>
                <a:ext cx="50120" cy="823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41">
                    <a:moveTo>
                      <a:pt x="0" y="5795"/>
                    </a:moveTo>
                    <a:lnTo>
                      <a:pt x="2875" y="8641"/>
                    </a:lnTo>
                    <a:lnTo>
                      <a:pt x="5262" y="29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68a"/>
              </a:solidFill>
              <a:ln w="3334" cap="flat" cmpd="sng" algn="ctr">
                <a:solidFill>
                  <a:srgbClr val="faa68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61" name="Surface mesh patch"/>
              <p:cNvSpPr/>
              <p:nvPr/>
            </p:nvSpPr>
            <p:spPr>
              <a:xfrm>
                <a:off x="11732411" y="826253"/>
                <a:ext cx="50120" cy="893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75">
                    <a:moveTo>
                      <a:pt x="0" y="4601"/>
                    </a:moveTo>
                    <a:lnTo>
                      <a:pt x="2875" y="9375"/>
                    </a:lnTo>
                    <a:lnTo>
                      <a:pt x="5262" y="5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62" name="Surface mesh patch"/>
              <p:cNvSpPr/>
              <p:nvPr/>
            </p:nvSpPr>
            <p:spPr>
              <a:xfrm>
                <a:off x="11782530" y="843781"/>
                <a:ext cx="50120" cy="90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02">
                    <a:moveTo>
                      <a:pt x="0" y="3190"/>
                    </a:moveTo>
                    <a:lnTo>
                      <a:pt x="2875" y="9502"/>
                    </a:lnTo>
                    <a:lnTo>
                      <a:pt x="5262" y="6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63" name="Surface mesh patch"/>
              <p:cNvSpPr/>
              <p:nvPr/>
            </p:nvSpPr>
            <p:spPr>
              <a:xfrm>
                <a:off x="11832650" y="888563"/>
                <a:ext cx="50120" cy="851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44">
                    <a:moveTo>
                      <a:pt x="0" y="1845"/>
                    </a:moveTo>
                    <a:lnTo>
                      <a:pt x="2875" y="8944"/>
                    </a:lnTo>
                    <a:lnTo>
                      <a:pt x="5262" y="72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397"/>
              </a:solidFill>
              <a:ln w="3334" cap="flat" cmpd="sng" algn="ctr">
                <a:solidFill>
                  <a:srgbClr val="fa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64" name="Surface mesh patch"/>
              <p:cNvSpPr/>
              <p:nvPr/>
            </p:nvSpPr>
            <p:spPr>
              <a:xfrm>
                <a:off x="11882770" y="950056"/>
                <a:ext cx="50120" cy="741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6">
                    <a:moveTo>
                      <a:pt x="0" y="775"/>
                    </a:moveTo>
                    <a:lnTo>
                      <a:pt x="2875" y="7786"/>
                    </a:lnTo>
                    <a:lnTo>
                      <a:pt x="5262" y="70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65" name="Surface mesh patch"/>
              <p:cNvSpPr/>
              <p:nvPr/>
            </p:nvSpPr>
            <p:spPr>
              <a:xfrm>
                <a:off x="11932889" y="1016538"/>
                <a:ext cx="50120" cy="59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35">
                    <a:moveTo>
                      <a:pt x="0" y="55"/>
                    </a:moveTo>
                    <a:lnTo>
                      <a:pt x="2875" y="6235"/>
                    </a:lnTo>
                    <a:lnTo>
                      <a:pt x="5262" y="61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66" name="Surface mesh patch"/>
              <p:cNvSpPr/>
              <p:nvPr/>
            </p:nvSpPr>
            <p:spPr>
              <a:xfrm>
                <a:off x="11983009" y="1075216"/>
                <a:ext cx="50120" cy="505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8">
                    <a:moveTo>
                      <a:pt x="0" y="0"/>
                    </a:moveTo>
                    <a:lnTo>
                      <a:pt x="2875" y="4917"/>
                    </a:lnTo>
                    <a:lnTo>
                      <a:pt x="5262" y="5308"/>
                    </a:lnTo>
                    <a:lnTo>
                      <a:pt x="2387" y="362"/>
                    </a:lnTo>
                    <a:close/>
                  </a:path>
                </a:pathLst>
              </a:custGeom>
              <a:solidFill>
                <a:srgbClr val="f0d7c9"/>
              </a:solidFill>
              <a:ln w="3334" cap="flat" cmpd="sng" algn="ctr">
                <a:solidFill>
                  <a:srgbClr val="f0d7c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67" name="Surface mesh patch"/>
              <p:cNvSpPr/>
              <p:nvPr/>
            </p:nvSpPr>
            <p:spPr>
              <a:xfrm>
                <a:off x="12033129" y="1125770"/>
                <a:ext cx="50120" cy="411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8">
                    <a:moveTo>
                      <a:pt x="0" y="0"/>
                    </a:moveTo>
                    <a:lnTo>
                      <a:pt x="2875" y="3592"/>
                    </a:lnTo>
                    <a:lnTo>
                      <a:pt x="5262" y="4318"/>
                    </a:lnTo>
                    <a:lnTo>
                      <a:pt x="2387" y="586"/>
                    </a:lnTo>
                    <a:close/>
                  </a:path>
                </a:pathLst>
              </a:custGeom>
              <a:solidFill>
                <a:srgbClr val="e6dddc"/>
              </a:solidFill>
              <a:ln w="3334" cap="flat" cmpd="sng" algn="ctr">
                <a:solidFill>
                  <a:srgbClr val="e6ddd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68" name="Surface mesh patch"/>
              <p:cNvSpPr/>
              <p:nvPr/>
            </p:nvSpPr>
            <p:spPr>
              <a:xfrm>
                <a:off x="12083248" y="1166903"/>
                <a:ext cx="50120" cy="33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7">
                    <a:moveTo>
                      <a:pt x="0" y="0"/>
                    </a:moveTo>
                    <a:lnTo>
                      <a:pt x="2875" y="2502"/>
                    </a:lnTo>
                    <a:lnTo>
                      <a:pt x="5262" y="3467"/>
                    </a:lnTo>
                    <a:lnTo>
                      <a:pt x="2387" y="708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69" name="Surface mesh patch"/>
              <p:cNvSpPr/>
              <p:nvPr/>
            </p:nvSpPr>
            <p:spPr>
              <a:xfrm>
                <a:off x="12133368" y="1199927"/>
                <a:ext cx="50120" cy="273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9">
                    <a:moveTo>
                      <a:pt x="0" y="0"/>
                    </a:moveTo>
                    <a:lnTo>
                      <a:pt x="2875" y="1795"/>
                    </a:lnTo>
                    <a:lnTo>
                      <a:pt x="5262" y="2869"/>
                    </a:lnTo>
                    <a:lnTo>
                      <a:pt x="2387" y="761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0" name="Surface mesh patch"/>
              <p:cNvSpPr/>
              <p:nvPr/>
            </p:nvSpPr>
            <p:spPr>
              <a:xfrm>
                <a:off x="12183487" y="1227252"/>
                <a:ext cx="50120" cy="232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2">
                    <a:moveTo>
                      <a:pt x="0" y="0"/>
                    </a:moveTo>
                    <a:lnTo>
                      <a:pt x="2875" y="1446"/>
                    </a:lnTo>
                    <a:lnTo>
                      <a:pt x="5262" y="2442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1" name="Surface mesh patch"/>
              <p:cNvSpPr/>
              <p:nvPr/>
            </p:nvSpPr>
            <p:spPr>
              <a:xfrm>
                <a:off x="11058123" y="1338978"/>
                <a:ext cx="50120" cy="33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81">
                    <a:moveTo>
                      <a:pt x="0" y="2025"/>
                    </a:moveTo>
                    <a:lnTo>
                      <a:pt x="2875" y="3481"/>
                    </a:lnTo>
                    <a:lnTo>
                      <a:pt x="5262" y="1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2" name="Surface mesh patch"/>
              <p:cNvSpPr/>
              <p:nvPr/>
            </p:nvSpPr>
            <p:spPr>
              <a:xfrm>
                <a:off x="11108243" y="1330229"/>
                <a:ext cx="50120" cy="37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08">
                    <a:moveTo>
                      <a:pt x="0" y="2230"/>
                    </a:moveTo>
                    <a:lnTo>
                      <a:pt x="2875" y="3908"/>
                    </a:lnTo>
                    <a:lnTo>
                      <a:pt x="5262" y="15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3" name="Surface mesh patch"/>
              <p:cNvSpPr/>
              <p:nvPr/>
            </p:nvSpPr>
            <p:spPr>
              <a:xfrm>
                <a:off x="11158363" y="1321641"/>
                <a:ext cx="50120" cy="408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8">
                    <a:moveTo>
                      <a:pt x="0" y="2423"/>
                    </a:moveTo>
                    <a:lnTo>
                      <a:pt x="2875" y="4288"/>
                    </a:lnTo>
                    <a:lnTo>
                      <a:pt x="5262" y="16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4" name="Surface mesh patch"/>
              <p:cNvSpPr/>
              <p:nvPr/>
            </p:nvSpPr>
            <p:spPr>
              <a:xfrm>
                <a:off x="11208482" y="1312604"/>
                <a:ext cx="50120" cy="43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9">
                    <a:moveTo>
                      <a:pt x="0" y="2629"/>
                    </a:moveTo>
                    <a:lnTo>
                      <a:pt x="2875" y="4549"/>
                    </a:lnTo>
                    <a:lnTo>
                      <a:pt x="5262" y="1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5" name="Surface mesh patch"/>
              <p:cNvSpPr/>
              <p:nvPr/>
            </p:nvSpPr>
            <p:spPr>
              <a:xfrm>
                <a:off x="11258602" y="1301142"/>
                <a:ext cx="50120" cy="44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8">
                    <a:moveTo>
                      <a:pt x="0" y="2889"/>
                    </a:moveTo>
                    <a:lnTo>
                      <a:pt x="2875" y="4658"/>
                    </a:lnTo>
                    <a:lnTo>
                      <a:pt x="5262" y="14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6" name="Surface mesh patch"/>
              <p:cNvSpPr/>
              <p:nvPr/>
            </p:nvSpPr>
            <p:spPr>
              <a:xfrm>
                <a:off x="11308722" y="1284008"/>
                <a:ext cx="50120" cy="442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5">
                    <a:moveTo>
                      <a:pt x="0" y="3259"/>
                    </a:moveTo>
                    <a:lnTo>
                      <a:pt x="2875" y="4645"/>
                    </a:lnTo>
                    <a:lnTo>
                      <a:pt x="5262" y="9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7" name="Surface mesh patch"/>
              <p:cNvSpPr/>
              <p:nvPr/>
            </p:nvSpPr>
            <p:spPr>
              <a:xfrm>
                <a:off x="11358841" y="1257211"/>
                <a:ext cx="50120" cy="438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05">
                    <a:moveTo>
                      <a:pt x="0" y="3794"/>
                    </a:moveTo>
                    <a:lnTo>
                      <a:pt x="2875" y="4605"/>
                    </a:lnTo>
                    <a:lnTo>
                      <a:pt x="5262" y="3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8" name="Surface mesh patch"/>
              <p:cNvSpPr/>
              <p:nvPr/>
            </p:nvSpPr>
            <p:spPr>
              <a:xfrm>
                <a:off x="11408961" y="1213128"/>
                <a:ext cx="50120" cy="485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00">
                    <a:moveTo>
                      <a:pt x="0" y="4932"/>
                    </a:moveTo>
                    <a:lnTo>
                      <a:pt x="2875" y="5100"/>
                    </a:lnTo>
                    <a:lnTo>
                      <a:pt x="5262" y="0"/>
                    </a:lnTo>
                    <a:lnTo>
                      <a:pt x="2387" y="417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79" name="Surface mesh patch"/>
              <p:cNvSpPr/>
              <p:nvPr/>
            </p:nvSpPr>
            <p:spPr>
              <a:xfrm>
                <a:off x="11459081" y="1153075"/>
                <a:ext cx="50120" cy="600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05">
                    <a:moveTo>
                      <a:pt x="0" y="6305"/>
                    </a:moveTo>
                    <a:lnTo>
                      <a:pt x="2875" y="5961"/>
                    </a:lnTo>
                    <a:lnTo>
                      <a:pt x="5262" y="0"/>
                    </a:lnTo>
                    <a:lnTo>
                      <a:pt x="2387" y="938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0" name="Surface mesh patch"/>
              <p:cNvSpPr/>
              <p:nvPr/>
            </p:nvSpPr>
            <p:spPr>
              <a:xfrm>
                <a:off x="11509200" y="1084600"/>
                <a:ext cx="50120" cy="684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9">
                    <a:moveTo>
                      <a:pt x="0" y="7189"/>
                    </a:moveTo>
                    <a:lnTo>
                      <a:pt x="2875" y="6708"/>
                    </a:lnTo>
                    <a:lnTo>
                      <a:pt x="5262" y="0"/>
                    </a:lnTo>
                    <a:lnTo>
                      <a:pt x="2387" y="983"/>
                    </a:lnTo>
                    <a:close/>
                  </a:path>
                </a:pathLst>
              </a:custGeom>
              <a:solidFill>
                <a:srgbClr val="f1d6c6"/>
              </a:solidFill>
              <a:ln w="3334" cap="flat" cmpd="sng" algn="ctr">
                <a:solidFill>
                  <a:srgbClr val="f1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1" name="Surface mesh patch"/>
              <p:cNvSpPr/>
              <p:nvPr/>
            </p:nvSpPr>
            <p:spPr>
              <a:xfrm>
                <a:off x="11559320" y="1016381"/>
                <a:ext cx="50120" cy="682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62">
                    <a:moveTo>
                      <a:pt x="0" y="7162"/>
                    </a:moveTo>
                    <a:lnTo>
                      <a:pt x="2875" y="7122"/>
                    </a:lnTo>
                    <a:lnTo>
                      <a:pt x="5262" y="0"/>
                    </a:lnTo>
                    <a:lnTo>
                      <a:pt x="2387" y="345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2" name="Surface mesh patch"/>
              <p:cNvSpPr/>
              <p:nvPr/>
            </p:nvSpPr>
            <p:spPr>
              <a:xfrm>
                <a:off x="11609440" y="949856"/>
                <a:ext cx="50120" cy="76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33">
                    <a:moveTo>
                      <a:pt x="0" y="6984"/>
                    </a:moveTo>
                    <a:lnTo>
                      <a:pt x="2875" y="8033"/>
                    </a:lnTo>
                    <a:lnTo>
                      <a:pt x="5262" y="10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ca0"/>
              </a:solidFill>
              <a:ln w="3334" cap="flat" cmpd="sng" algn="ctr">
                <a:solidFill>
                  <a:srgbClr val="fbbc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3" name="Surface mesh patch"/>
              <p:cNvSpPr/>
              <p:nvPr/>
            </p:nvSpPr>
            <p:spPr>
              <a:xfrm>
                <a:off x="11659559" y="896705"/>
                <a:ext cx="50120" cy="879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31">
                    <a:moveTo>
                      <a:pt x="0" y="6583"/>
                    </a:moveTo>
                    <a:lnTo>
                      <a:pt x="2875" y="9231"/>
                    </a:lnTo>
                    <a:lnTo>
                      <a:pt x="5262" y="28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4" name="Surface mesh patch"/>
              <p:cNvSpPr/>
              <p:nvPr/>
            </p:nvSpPr>
            <p:spPr>
              <a:xfrm>
                <a:off x="11709679" y="870079"/>
                <a:ext cx="50120" cy="958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62">
                    <a:moveTo>
                      <a:pt x="0" y="5642"/>
                    </a:moveTo>
                    <a:lnTo>
                      <a:pt x="2875" y="10062"/>
                    </a:lnTo>
                    <a:lnTo>
                      <a:pt x="5262" y="47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5" name="Surface mesh patch"/>
              <p:cNvSpPr/>
              <p:nvPr/>
            </p:nvSpPr>
            <p:spPr>
              <a:xfrm>
                <a:off x="11759798" y="874166"/>
                <a:ext cx="50120" cy="97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70">
                    <a:moveTo>
                      <a:pt x="0" y="4345"/>
                    </a:moveTo>
                    <a:lnTo>
                      <a:pt x="2875" y="10270"/>
                    </a:lnTo>
                    <a:lnTo>
                      <a:pt x="5262" y="6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6" name="Surface mesh patch"/>
              <p:cNvSpPr/>
              <p:nvPr/>
            </p:nvSpPr>
            <p:spPr>
              <a:xfrm>
                <a:off x="11809918" y="906134"/>
                <a:ext cx="50120" cy="927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37">
                    <a:moveTo>
                      <a:pt x="0" y="2956"/>
                    </a:moveTo>
                    <a:lnTo>
                      <a:pt x="2875" y="9737"/>
                    </a:lnTo>
                    <a:lnTo>
                      <a:pt x="5262" y="7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599"/>
              </a:solidFill>
              <a:ln w="3334" cap="flat" cmpd="sng" algn="ctr">
                <a:solidFill>
                  <a:srgbClr val="fbb5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7" name="Surface mesh patch"/>
              <p:cNvSpPr/>
              <p:nvPr/>
            </p:nvSpPr>
            <p:spPr>
              <a:xfrm>
                <a:off x="11860038" y="957435"/>
                <a:ext cx="50120" cy="810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08">
                    <a:moveTo>
                      <a:pt x="0" y="1714"/>
                    </a:moveTo>
                    <a:lnTo>
                      <a:pt x="2875" y="8508"/>
                    </a:lnTo>
                    <a:lnTo>
                      <a:pt x="5262" y="70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8" name="Surface mesh patch"/>
              <p:cNvSpPr/>
              <p:nvPr/>
            </p:nvSpPr>
            <p:spPr>
              <a:xfrm>
                <a:off x="11910157" y="1017066"/>
                <a:ext cx="50120" cy="645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73">
                    <a:moveTo>
                      <a:pt x="0" y="751"/>
                    </a:moveTo>
                    <a:lnTo>
                      <a:pt x="2875" y="6773"/>
                    </a:lnTo>
                    <a:lnTo>
                      <a:pt x="5262" y="61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89" name="Surface mesh patch"/>
              <p:cNvSpPr/>
              <p:nvPr/>
            </p:nvSpPr>
            <p:spPr>
              <a:xfrm>
                <a:off x="11960277" y="1075216"/>
                <a:ext cx="50120" cy="468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7">
                    <a:moveTo>
                      <a:pt x="0" y="75"/>
                    </a:moveTo>
                    <a:lnTo>
                      <a:pt x="2875" y="4805"/>
                    </a:lnTo>
                    <a:lnTo>
                      <a:pt x="5262" y="49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3"/>
              </a:solidFill>
              <a:ln w="3334" cap="flat" cmpd="sng" algn="ctr">
                <a:solidFill>
                  <a:srgbClr val="f3d6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0" name="Surface mesh patch"/>
              <p:cNvSpPr/>
              <p:nvPr/>
            </p:nvSpPr>
            <p:spPr>
              <a:xfrm>
                <a:off x="12010397" y="1122055"/>
                <a:ext cx="50120" cy="37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2">
                    <a:moveTo>
                      <a:pt x="0" y="0"/>
                    </a:moveTo>
                    <a:lnTo>
                      <a:pt x="2875" y="3298"/>
                    </a:lnTo>
                    <a:lnTo>
                      <a:pt x="5262" y="3982"/>
                    </a:lnTo>
                    <a:lnTo>
                      <a:pt x="2387" y="390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1" name="Surface mesh patch"/>
              <p:cNvSpPr/>
              <p:nvPr/>
            </p:nvSpPr>
            <p:spPr>
              <a:xfrm>
                <a:off x="12060516" y="1159982"/>
                <a:ext cx="50120" cy="307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9">
                    <a:moveTo>
                      <a:pt x="0" y="0"/>
                    </a:moveTo>
                    <a:lnTo>
                      <a:pt x="2875" y="2083"/>
                    </a:lnTo>
                    <a:lnTo>
                      <a:pt x="5262" y="3229"/>
                    </a:lnTo>
                    <a:lnTo>
                      <a:pt x="2387" y="727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2" name="Surface mesh patch"/>
              <p:cNvSpPr/>
              <p:nvPr/>
            </p:nvSpPr>
            <p:spPr>
              <a:xfrm>
                <a:off x="12110636" y="1190733"/>
                <a:ext cx="50120" cy="26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0">
                    <a:moveTo>
                      <a:pt x="0" y="0"/>
                    </a:moveTo>
                    <a:lnTo>
                      <a:pt x="2875" y="1308"/>
                    </a:lnTo>
                    <a:lnTo>
                      <a:pt x="5262" y="2760"/>
                    </a:lnTo>
                    <a:lnTo>
                      <a:pt x="2387" y="965"/>
                    </a:lnTo>
                    <a:close/>
                  </a:path>
                </a:pathLst>
              </a:custGeom>
              <a:solidFill>
                <a:srgbClr val="dce3ef"/>
              </a:solidFill>
              <a:ln w="3334" cap="flat" cmpd="sng" algn="ctr">
                <a:solidFill>
                  <a:srgbClr val="dce3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3" name="Surface mesh patch"/>
              <p:cNvSpPr/>
              <p:nvPr/>
            </p:nvSpPr>
            <p:spPr>
              <a:xfrm>
                <a:off x="12160756" y="1217023"/>
                <a:ext cx="50120" cy="23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0"/>
                    </a:moveTo>
                    <a:lnTo>
                      <a:pt x="2875" y="997"/>
                    </a:lnTo>
                    <a:lnTo>
                      <a:pt x="5262" y="2520"/>
                    </a:lnTo>
                    <a:lnTo>
                      <a:pt x="2387" y="1074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4" name="Surface mesh patch"/>
              <p:cNvSpPr/>
              <p:nvPr/>
            </p:nvSpPr>
            <p:spPr>
              <a:xfrm>
                <a:off x="12210875" y="1241021"/>
                <a:ext cx="50120" cy="21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1">
                    <a:moveTo>
                      <a:pt x="0" y="0"/>
                    </a:moveTo>
                    <a:lnTo>
                      <a:pt x="2875" y="996"/>
                    </a:lnTo>
                    <a:lnTo>
                      <a:pt x="5262" y="2301"/>
                    </a:lnTo>
                    <a:lnTo>
                      <a:pt x="2387" y="996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5" name="Surface mesh patch"/>
              <p:cNvSpPr/>
              <p:nvPr/>
            </p:nvSpPr>
            <p:spPr>
              <a:xfrm>
                <a:off x="11035392" y="1358265"/>
                <a:ext cx="50120" cy="336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32">
                    <a:moveTo>
                      <a:pt x="0" y="1943"/>
                    </a:moveTo>
                    <a:lnTo>
                      <a:pt x="2875" y="3532"/>
                    </a:lnTo>
                    <a:lnTo>
                      <a:pt x="5262" y="14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6" name="Surface mesh patch"/>
              <p:cNvSpPr/>
              <p:nvPr/>
            </p:nvSpPr>
            <p:spPr>
              <a:xfrm>
                <a:off x="11085511" y="1351471"/>
                <a:ext cx="50120" cy="37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8">
                    <a:moveTo>
                      <a:pt x="0" y="2170"/>
                    </a:moveTo>
                    <a:lnTo>
                      <a:pt x="2875" y="3988"/>
                    </a:lnTo>
                    <a:lnTo>
                      <a:pt x="5262" y="16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7" name="Surface mesh patch"/>
              <p:cNvSpPr/>
              <p:nvPr/>
            </p:nvSpPr>
            <p:spPr>
              <a:xfrm>
                <a:off x="11135631" y="1344723"/>
                <a:ext cx="50120" cy="420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4">
                    <a:moveTo>
                      <a:pt x="0" y="2386"/>
                    </a:moveTo>
                    <a:lnTo>
                      <a:pt x="2875" y="4414"/>
                    </a:lnTo>
                    <a:lnTo>
                      <a:pt x="5262" y="18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8" name="Surface mesh patch"/>
              <p:cNvSpPr/>
              <p:nvPr/>
            </p:nvSpPr>
            <p:spPr>
              <a:xfrm>
                <a:off x="11185751" y="1337645"/>
                <a:ext cx="50120" cy="450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7">
                    <a:moveTo>
                      <a:pt x="0" y="2608"/>
                    </a:moveTo>
                    <a:lnTo>
                      <a:pt x="2875" y="4727"/>
                    </a:lnTo>
                    <a:lnTo>
                      <a:pt x="5262" y="1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99" name="Surface mesh patch"/>
              <p:cNvSpPr/>
              <p:nvPr/>
            </p:nvSpPr>
            <p:spPr>
              <a:xfrm>
                <a:off x="11235870" y="1328658"/>
                <a:ext cx="50120" cy="465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6">
                    <a:moveTo>
                      <a:pt x="0" y="2864"/>
                    </a:moveTo>
                    <a:lnTo>
                      <a:pt x="2875" y="4886"/>
                    </a:lnTo>
                    <a:lnTo>
                      <a:pt x="5262" y="17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0" name="Surface mesh patch"/>
              <p:cNvSpPr/>
              <p:nvPr/>
            </p:nvSpPr>
            <p:spPr>
              <a:xfrm>
                <a:off x="11285990" y="1315051"/>
                <a:ext cx="50120" cy="46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8">
                    <a:moveTo>
                      <a:pt x="0" y="3197"/>
                    </a:moveTo>
                    <a:lnTo>
                      <a:pt x="2875" y="4908"/>
                    </a:lnTo>
                    <a:lnTo>
                      <a:pt x="5262" y="13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1" name="Surface mesh patch"/>
              <p:cNvSpPr/>
              <p:nvPr/>
            </p:nvSpPr>
            <p:spPr>
              <a:xfrm>
                <a:off x="11336109" y="1293351"/>
                <a:ext cx="50120" cy="464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2">
                    <a:moveTo>
                      <a:pt x="0" y="3664"/>
                    </a:moveTo>
                    <a:lnTo>
                      <a:pt x="2875" y="4882"/>
                    </a:lnTo>
                    <a:lnTo>
                      <a:pt x="5262" y="8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2" name="Surface mesh patch"/>
              <p:cNvSpPr/>
              <p:nvPr/>
            </p:nvSpPr>
            <p:spPr>
              <a:xfrm>
                <a:off x="11386229" y="1260101"/>
                <a:ext cx="50120" cy="47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6">
                    <a:moveTo>
                      <a:pt x="0" y="4302"/>
                    </a:moveTo>
                    <a:lnTo>
                      <a:pt x="2875" y="4946"/>
                    </a:lnTo>
                    <a:lnTo>
                      <a:pt x="5262" y="1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3" name="Surface mesh patch"/>
              <p:cNvSpPr/>
              <p:nvPr/>
            </p:nvSpPr>
            <p:spPr>
              <a:xfrm>
                <a:off x="11436349" y="1209858"/>
                <a:ext cx="50120" cy="53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7">
                    <a:moveTo>
                      <a:pt x="0" y="5443"/>
                    </a:moveTo>
                    <a:lnTo>
                      <a:pt x="2875" y="5597"/>
                    </a:lnTo>
                    <a:lnTo>
                      <a:pt x="5262" y="0"/>
                    </a:lnTo>
                    <a:lnTo>
                      <a:pt x="2387" y="343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4" name="Surface mesh patch"/>
              <p:cNvSpPr/>
              <p:nvPr/>
            </p:nvSpPr>
            <p:spPr>
              <a:xfrm>
                <a:off x="11486468" y="1148492"/>
                <a:ext cx="50120" cy="613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3">
                    <a:moveTo>
                      <a:pt x="0" y="6443"/>
                    </a:moveTo>
                    <a:lnTo>
                      <a:pt x="2875" y="6395"/>
                    </a:lnTo>
                    <a:lnTo>
                      <a:pt x="5262" y="0"/>
                    </a:lnTo>
                    <a:lnTo>
                      <a:pt x="2387" y="481"/>
                    </a:lnTo>
                    <a:close/>
                  </a:path>
                </a:pathLst>
              </a:custGeom>
              <a:solidFill>
                <a:srgbClr val="e7dcda"/>
              </a:solidFill>
              <a:ln w="3334" cap="flat" cmpd="sng" algn="ctr">
                <a:solidFill>
                  <a:srgbClr val="e7dcd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5" name="Surface mesh patch"/>
              <p:cNvSpPr/>
              <p:nvPr/>
            </p:nvSpPr>
            <p:spPr>
              <a:xfrm>
                <a:off x="11536588" y="1084215"/>
                <a:ext cx="50120" cy="66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76">
                    <a:moveTo>
                      <a:pt x="0" y="6748"/>
                    </a:moveTo>
                    <a:lnTo>
                      <a:pt x="2875" y="6976"/>
                    </a:lnTo>
                    <a:lnTo>
                      <a:pt x="5262" y="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f4d5c1"/>
              </a:solidFill>
              <a:ln w="3334" cap="flat" cmpd="sng" algn="ctr">
                <a:solidFill>
                  <a:srgbClr val="f4d5c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6" name="Surface mesh patch"/>
              <p:cNvSpPr/>
              <p:nvPr/>
            </p:nvSpPr>
            <p:spPr>
              <a:xfrm>
                <a:off x="11586708" y="1016381"/>
                <a:ext cx="50120" cy="78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6">
                    <a:moveTo>
                      <a:pt x="0" y="7122"/>
                    </a:moveTo>
                    <a:lnTo>
                      <a:pt x="2875" y="8196"/>
                    </a:lnTo>
                    <a:lnTo>
                      <a:pt x="5262" y="10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aae"/>
              </a:solidFill>
              <a:ln w="3334" cap="flat" cmpd="sng" algn="ctr">
                <a:solidFill>
                  <a:srgbClr val="fbca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7" name="Surface mesh patch"/>
              <p:cNvSpPr/>
              <p:nvPr/>
            </p:nvSpPr>
            <p:spPr>
              <a:xfrm>
                <a:off x="11636827" y="959406"/>
                <a:ext cx="50120" cy="89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7">
                    <a:moveTo>
                      <a:pt x="0" y="7030"/>
                    </a:moveTo>
                    <a:lnTo>
                      <a:pt x="2875" y="9447"/>
                    </a:lnTo>
                    <a:lnTo>
                      <a:pt x="5262" y="26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8" name="Surface mesh patch"/>
              <p:cNvSpPr/>
              <p:nvPr/>
            </p:nvSpPr>
            <p:spPr>
              <a:xfrm>
                <a:off x="11686947" y="923820"/>
                <a:ext cx="50120" cy="98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77">
                    <a:moveTo>
                      <a:pt x="0" y="6384"/>
                    </a:moveTo>
                    <a:lnTo>
                      <a:pt x="2875" y="10377"/>
                    </a:lnTo>
                    <a:lnTo>
                      <a:pt x="5262" y="4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79b"/>
              </a:solidFill>
              <a:ln w="3334" cap="flat" cmpd="sng" algn="ctr">
                <a:solidFill>
                  <a:srgbClr val="fbb7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09" name="Surface mesh patch"/>
              <p:cNvSpPr/>
              <p:nvPr/>
            </p:nvSpPr>
            <p:spPr>
              <a:xfrm>
                <a:off x="11737067" y="915555"/>
                <a:ext cx="50120" cy="101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02">
                    <a:moveTo>
                      <a:pt x="0" y="5287"/>
                    </a:moveTo>
                    <a:lnTo>
                      <a:pt x="2875" y="10702"/>
                    </a:lnTo>
                    <a:lnTo>
                      <a:pt x="5262" y="59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0" name="Surface mesh patch"/>
              <p:cNvSpPr/>
              <p:nvPr/>
            </p:nvSpPr>
            <p:spPr>
              <a:xfrm>
                <a:off x="11787186" y="934290"/>
                <a:ext cx="50120" cy="976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55">
                    <a:moveTo>
                      <a:pt x="0" y="3958"/>
                    </a:moveTo>
                    <a:lnTo>
                      <a:pt x="2875" y="10255"/>
                    </a:lnTo>
                    <a:lnTo>
                      <a:pt x="5262" y="67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1" name="Surface mesh patch"/>
              <p:cNvSpPr/>
              <p:nvPr/>
            </p:nvSpPr>
            <p:spPr>
              <a:xfrm>
                <a:off x="11837306" y="973758"/>
                <a:ext cx="50120" cy="86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31">
                    <a:moveTo>
                      <a:pt x="0" y="2637"/>
                    </a:moveTo>
                    <a:lnTo>
                      <a:pt x="2875" y="9031"/>
                    </a:lnTo>
                    <a:lnTo>
                      <a:pt x="5262" y="67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2" name="Surface mesh patch"/>
              <p:cNvSpPr/>
              <p:nvPr/>
            </p:nvSpPr>
            <p:spPr>
              <a:xfrm>
                <a:off x="11887426" y="1024221"/>
                <a:ext cx="50120" cy="683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0">
                    <a:moveTo>
                      <a:pt x="0" y="1497"/>
                    </a:moveTo>
                    <a:lnTo>
                      <a:pt x="2875" y="7180"/>
                    </a:lnTo>
                    <a:lnTo>
                      <a:pt x="5262" y="60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3" name="Surface mesh patch"/>
              <p:cNvSpPr/>
              <p:nvPr/>
            </p:nvSpPr>
            <p:spPr>
              <a:xfrm>
                <a:off x="11937545" y="1075930"/>
                <a:ext cx="50120" cy="473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67">
                    <a:moveTo>
                      <a:pt x="0" y="593"/>
                    </a:moveTo>
                    <a:lnTo>
                      <a:pt x="2875" y="4967"/>
                    </a:lnTo>
                    <a:lnTo>
                      <a:pt x="5262" y="47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4" name="Surface mesh patch"/>
              <p:cNvSpPr/>
              <p:nvPr/>
            </p:nvSpPr>
            <p:spPr>
              <a:xfrm>
                <a:off x="11987665" y="1120983"/>
                <a:ext cx="50120" cy="324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10">
                    <a:moveTo>
                      <a:pt x="0" y="0"/>
                    </a:moveTo>
                    <a:lnTo>
                      <a:pt x="2875" y="2838"/>
                    </a:lnTo>
                    <a:lnTo>
                      <a:pt x="5262" y="3410"/>
                    </a:lnTo>
                    <a:lnTo>
                      <a:pt x="2387" y="112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5" name="Surface mesh patch"/>
              <p:cNvSpPr/>
              <p:nvPr/>
            </p:nvSpPr>
            <p:spPr>
              <a:xfrm>
                <a:off x="12037784" y="1153465"/>
                <a:ext cx="50120" cy="263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7">
                    <a:moveTo>
                      <a:pt x="0" y="0"/>
                    </a:moveTo>
                    <a:lnTo>
                      <a:pt x="2875" y="1485"/>
                    </a:lnTo>
                    <a:lnTo>
                      <a:pt x="5262" y="2767"/>
                    </a:lnTo>
                    <a:lnTo>
                      <a:pt x="2387" y="684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6" name="Surface mesh patch"/>
              <p:cNvSpPr/>
              <p:nvPr/>
            </p:nvSpPr>
            <p:spPr>
              <a:xfrm>
                <a:off x="12087904" y="1179822"/>
                <a:ext cx="50120" cy="233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4">
                    <a:moveTo>
                      <a:pt x="0" y="0"/>
                    </a:moveTo>
                    <a:lnTo>
                      <a:pt x="2875" y="624"/>
                    </a:lnTo>
                    <a:lnTo>
                      <a:pt x="5262" y="2454"/>
                    </a:lnTo>
                    <a:lnTo>
                      <a:pt x="2387" y="1146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7" name="Surface mesh patch"/>
              <p:cNvSpPr/>
              <p:nvPr/>
            </p:nvSpPr>
            <p:spPr>
              <a:xfrm>
                <a:off x="12138024" y="1203193"/>
                <a:ext cx="50120" cy="233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9">
                    <a:moveTo>
                      <a:pt x="0" y="0"/>
                    </a:moveTo>
                    <a:lnTo>
                      <a:pt x="2875" y="346"/>
                    </a:lnTo>
                    <a:lnTo>
                      <a:pt x="5262" y="2449"/>
                    </a:lnTo>
                    <a:lnTo>
                      <a:pt x="2387" y="1452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8" name="Surface mesh patch"/>
              <p:cNvSpPr/>
              <p:nvPr/>
            </p:nvSpPr>
            <p:spPr>
              <a:xfrm>
                <a:off x="12188143" y="1226520"/>
                <a:ext cx="50120" cy="239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9">
                    <a:moveTo>
                      <a:pt x="0" y="0"/>
                    </a:moveTo>
                    <a:lnTo>
                      <a:pt x="2875" y="510"/>
                    </a:lnTo>
                    <a:lnTo>
                      <a:pt x="5262" y="2519"/>
                    </a:lnTo>
                    <a:lnTo>
                      <a:pt x="2387" y="1522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19" name="Surface mesh patch"/>
              <p:cNvSpPr/>
              <p:nvPr/>
            </p:nvSpPr>
            <p:spPr>
              <a:xfrm>
                <a:off x="12238263" y="1250512"/>
                <a:ext cx="50120" cy="226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79">
                    <a:moveTo>
                      <a:pt x="0" y="0"/>
                    </a:moveTo>
                    <a:lnTo>
                      <a:pt x="2875" y="829"/>
                    </a:lnTo>
                    <a:lnTo>
                      <a:pt x="5262" y="2379"/>
                    </a:lnTo>
                    <a:lnTo>
                      <a:pt x="2387" y="1305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0" name="Surface mesh patch"/>
              <p:cNvSpPr/>
              <p:nvPr/>
            </p:nvSpPr>
            <p:spPr>
              <a:xfrm>
                <a:off x="11012660" y="1376769"/>
                <a:ext cx="50120" cy="337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1">
                    <a:moveTo>
                      <a:pt x="0" y="1836"/>
                    </a:moveTo>
                    <a:lnTo>
                      <a:pt x="2875" y="3541"/>
                    </a:lnTo>
                    <a:lnTo>
                      <a:pt x="5262" y="15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1" name="Surface mesh patch"/>
              <p:cNvSpPr/>
              <p:nvPr/>
            </p:nvSpPr>
            <p:spPr>
              <a:xfrm>
                <a:off x="11062779" y="1372138"/>
                <a:ext cx="50120" cy="38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13">
                    <a:moveTo>
                      <a:pt x="0" y="2076"/>
                    </a:moveTo>
                    <a:lnTo>
                      <a:pt x="2875" y="4013"/>
                    </a:lnTo>
                    <a:lnTo>
                      <a:pt x="5262" y="1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2" name="Surface mesh patch"/>
              <p:cNvSpPr/>
              <p:nvPr/>
            </p:nvSpPr>
            <p:spPr>
              <a:xfrm>
                <a:off x="11112899" y="1367453"/>
                <a:ext cx="50120" cy="426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2">
                    <a:moveTo>
                      <a:pt x="0" y="2310"/>
                    </a:moveTo>
                    <a:lnTo>
                      <a:pt x="2875" y="4472"/>
                    </a:lnTo>
                    <a:lnTo>
                      <a:pt x="5262" y="20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3" name="Surface mesh patch"/>
              <p:cNvSpPr/>
              <p:nvPr/>
            </p:nvSpPr>
            <p:spPr>
              <a:xfrm>
                <a:off x="11163019" y="1362487"/>
                <a:ext cx="50120" cy="46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0">
                    <a:moveTo>
                      <a:pt x="0" y="2549"/>
                    </a:moveTo>
                    <a:lnTo>
                      <a:pt x="2875" y="4830"/>
                    </a:lnTo>
                    <a:lnTo>
                      <a:pt x="5262" y="21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4" name="Surface mesh patch"/>
              <p:cNvSpPr/>
              <p:nvPr/>
            </p:nvSpPr>
            <p:spPr>
              <a:xfrm>
                <a:off x="11213138" y="1355933"/>
                <a:ext cx="50120" cy="47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1">
                    <a:moveTo>
                      <a:pt x="0" y="2807"/>
                    </a:moveTo>
                    <a:lnTo>
                      <a:pt x="2875" y="5031"/>
                    </a:lnTo>
                    <a:lnTo>
                      <a:pt x="5262" y="20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5" name="Surface mesh patch"/>
              <p:cNvSpPr/>
              <p:nvPr/>
            </p:nvSpPr>
            <p:spPr>
              <a:xfrm>
                <a:off x="11263258" y="1345506"/>
                <a:ext cx="50120" cy="483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0">
                    <a:moveTo>
                      <a:pt x="0" y="3117"/>
                    </a:moveTo>
                    <a:lnTo>
                      <a:pt x="2875" y="5080"/>
                    </a:lnTo>
                    <a:lnTo>
                      <a:pt x="5262" y="17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6" name="Surface mesh patch"/>
              <p:cNvSpPr/>
              <p:nvPr/>
            </p:nvSpPr>
            <p:spPr>
              <a:xfrm>
                <a:off x="11313378" y="1328247"/>
                <a:ext cx="50120" cy="481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2">
                    <a:moveTo>
                      <a:pt x="0" y="3523"/>
                    </a:moveTo>
                    <a:lnTo>
                      <a:pt x="2875" y="5052"/>
                    </a:lnTo>
                    <a:lnTo>
                      <a:pt x="5262" y="12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7" name="Surface mesh patch"/>
              <p:cNvSpPr/>
              <p:nvPr/>
            </p:nvSpPr>
            <p:spPr>
              <a:xfrm>
                <a:off x="11363497" y="1301076"/>
                <a:ext cx="50120" cy="484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2">
                    <a:moveTo>
                      <a:pt x="0" y="4071"/>
                    </a:moveTo>
                    <a:lnTo>
                      <a:pt x="2875" y="5082"/>
                    </a:lnTo>
                    <a:lnTo>
                      <a:pt x="5262" y="6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8" name="Surface mesh patch"/>
              <p:cNvSpPr/>
              <p:nvPr/>
            </p:nvSpPr>
            <p:spPr>
              <a:xfrm>
                <a:off x="11413617" y="1261701"/>
                <a:ext cx="50120" cy="507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24">
                    <a:moveTo>
                      <a:pt x="0" y="4778"/>
                    </a:moveTo>
                    <a:lnTo>
                      <a:pt x="2875" y="5324"/>
                    </a:lnTo>
                    <a:lnTo>
                      <a:pt x="5262" y="1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29" name="Surface mesh patch"/>
              <p:cNvSpPr/>
              <p:nvPr/>
            </p:nvSpPr>
            <p:spPr>
              <a:xfrm>
                <a:off x="11463737" y="1209403"/>
                <a:ext cx="50120" cy="566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46">
                    <a:moveTo>
                      <a:pt x="0" y="5645"/>
                    </a:moveTo>
                    <a:lnTo>
                      <a:pt x="2875" y="5946"/>
                    </a:lnTo>
                    <a:lnTo>
                      <a:pt x="5262" y="0"/>
                    </a:lnTo>
                    <a:lnTo>
                      <a:pt x="2387" y="48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0" name="Surface mesh patch"/>
              <p:cNvSpPr/>
              <p:nvPr/>
            </p:nvSpPr>
            <p:spPr>
              <a:xfrm>
                <a:off x="11513856" y="1148492"/>
                <a:ext cx="50120" cy="65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39">
                    <a:moveTo>
                      <a:pt x="0" y="6395"/>
                    </a:moveTo>
                    <a:lnTo>
                      <a:pt x="2875" y="6839"/>
                    </a:lnTo>
                    <a:lnTo>
                      <a:pt x="5262" y="2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1" name="Surface mesh patch"/>
              <p:cNvSpPr/>
              <p:nvPr/>
            </p:nvSpPr>
            <p:spPr>
              <a:xfrm>
                <a:off x="11563976" y="1084215"/>
                <a:ext cx="50120" cy="76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52">
                    <a:moveTo>
                      <a:pt x="0" y="6976"/>
                    </a:moveTo>
                    <a:lnTo>
                      <a:pt x="2875" y="8052"/>
                    </a:lnTo>
                    <a:lnTo>
                      <a:pt x="5262" y="10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2" name="Surface mesh patch"/>
              <p:cNvSpPr/>
              <p:nvPr/>
            </p:nvSpPr>
            <p:spPr>
              <a:xfrm>
                <a:off x="11614095" y="1026369"/>
                <a:ext cx="50120" cy="88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5">
                    <a:moveTo>
                      <a:pt x="0" y="7147"/>
                    </a:moveTo>
                    <a:lnTo>
                      <a:pt x="2875" y="9315"/>
                    </a:lnTo>
                    <a:lnTo>
                      <a:pt x="5262" y="24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3" name="Surface mesh patch"/>
              <p:cNvSpPr/>
              <p:nvPr/>
            </p:nvSpPr>
            <p:spPr>
              <a:xfrm>
                <a:off x="11664215" y="984629"/>
                <a:ext cx="50120" cy="983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23">
                    <a:moveTo>
                      <a:pt x="0" y="6799"/>
                    </a:moveTo>
                    <a:lnTo>
                      <a:pt x="2875" y="10323"/>
                    </a:lnTo>
                    <a:lnTo>
                      <a:pt x="5262" y="39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4" name="Surface mesh patch"/>
              <p:cNvSpPr/>
              <p:nvPr/>
            </p:nvSpPr>
            <p:spPr>
              <a:xfrm>
                <a:off x="11714335" y="965917"/>
                <a:ext cx="50120" cy="1026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4">
                    <a:moveTo>
                      <a:pt x="0" y="5957"/>
                    </a:moveTo>
                    <a:lnTo>
                      <a:pt x="2875" y="10774"/>
                    </a:lnTo>
                    <a:lnTo>
                      <a:pt x="5262" y="54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0a3"/>
              </a:solidFill>
              <a:ln w="3334" cap="flat" cmpd="sng" algn="ctr">
                <a:solidFill>
                  <a:srgbClr val="fbc0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5" name="Surface mesh patch"/>
              <p:cNvSpPr/>
              <p:nvPr/>
            </p:nvSpPr>
            <p:spPr>
              <a:xfrm>
                <a:off x="11764454" y="971991"/>
                <a:ext cx="50120" cy="996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57">
                    <a:moveTo>
                      <a:pt x="0" y="4777"/>
                    </a:moveTo>
                    <a:lnTo>
                      <a:pt x="2875" y="10457"/>
                    </a:lnTo>
                    <a:lnTo>
                      <a:pt x="5262" y="62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5"/>
              </a:solidFill>
              <a:ln w="3334" cap="flat" cmpd="sng" algn="ctr">
                <a:solidFill>
                  <a:srgbClr val="fbc1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6" name="Surface mesh patch"/>
              <p:cNvSpPr/>
              <p:nvPr/>
            </p:nvSpPr>
            <p:spPr>
              <a:xfrm>
                <a:off x="11814574" y="998879"/>
                <a:ext cx="50120" cy="88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06">
                    <a:moveTo>
                      <a:pt x="0" y="3474"/>
                    </a:moveTo>
                    <a:lnTo>
                      <a:pt x="2875" y="9306"/>
                    </a:lnTo>
                    <a:lnTo>
                      <a:pt x="5262" y="6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7" name="Surface mesh patch"/>
              <p:cNvSpPr/>
              <p:nvPr/>
            </p:nvSpPr>
            <p:spPr>
              <a:xfrm>
                <a:off x="11864694" y="1038478"/>
                <a:ext cx="50120" cy="706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5">
                    <a:moveTo>
                      <a:pt x="0" y="2236"/>
                    </a:moveTo>
                    <a:lnTo>
                      <a:pt x="2875" y="7415"/>
                    </a:lnTo>
                    <a:lnTo>
                      <a:pt x="5262" y="56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8" name="Surface mesh patch"/>
              <p:cNvSpPr/>
              <p:nvPr/>
            </p:nvSpPr>
            <p:spPr>
              <a:xfrm>
                <a:off x="11914813" y="1081577"/>
                <a:ext cx="50120" cy="477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15">
                    <a:moveTo>
                      <a:pt x="0" y="1158"/>
                    </a:moveTo>
                    <a:lnTo>
                      <a:pt x="2875" y="5015"/>
                    </a:lnTo>
                    <a:lnTo>
                      <a:pt x="5262" y="43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39" name="Surface mesh patch"/>
              <p:cNvSpPr/>
              <p:nvPr/>
            </p:nvSpPr>
            <p:spPr>
              <a:xfrm>
                <a:off x="11964933" y="1120983"/>
                <a:ext cx="50120" cy="270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8">
                    <a:moveTo>
                      <a:pt x="0" y="237"/>
                    </a:moveTo>
                    <a:lnTo>
                      <a:pt x="2875" y="2452"/>
                    </a:lnTo>
                    <a:lnTo>
                      <a:pt x="5262" y="28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d7ca"/>
              </a:solidFill>
              <a:ln w="3334" cap="flat" cmpd="sng" algn="ctr">
                <a:solidFill>
                  <a:srgbClr val="f0d7c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0" name="Surface mesh patch"/>
              <p:cNvSpPr/>
              <p:nvPr/>
            </p:nvSpPr>
            <p:spPr>
              <a:xfrm>
                <a:off x="12015053" y="1148014"/>
                <a:ext cx="50120" cy="19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57">
                    <a:moveTo>
                      <a:pt x="0" y="0"/>
                    </a:moveTo>
                    <a:lnTo>
                      <a:pt x="2875" y="706"/>
                    </a:lnTo>
                    <a:lnTo>
                      <a:pt x="5262" y="2057"/>
                    </a:lnTo>
                    <a:lnTo>
                      <a:pt x="2387" y="572"/>
                    </a:lnTo>
                    <a:close/>
                  </a:path>
                </a:pathLst>
              </a:custGeom>
              <a:solidFill>
                <a:srgbClr val="ebdad3"/>
              </a:solidFill>
              <a:ln w="3334" cap="flat" cmpd="sng" algn="ctr">
                <a:solidFill>
                  <a:srgbClr val="eb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1" name="Surface mesh patch"/>
              <p:cNvSpPr/>
              <p:nvPr/>
            </p:nvSpPr>
            <p:spPr>
              <a:xfrm>
                <a:off x="12065172" y="1165038"/>
                <a:ext cx="50120" cy="20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6">
                    <a:moveTo>
                      <a:pt x="0" y="270"/>
                    </a:moveTo>
                    <a:lnTo>
                      <a:pt x="2875" y="0"/>
                    </a:lnTo>
                    <a:lnTo>
                      <a:pt x="5262" y="2176"/>
                    </a:lnTo>
                    <a:lnTo>
                      <a:pt x="2387" y="1552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2" name="Surface mesh patch"/>
              <p:cNvSpPr/>
              <p:nvPr/>
            </p:nvSpPr>
            <p:spPr>
              <a:xfrm>
                <a:off x="12115292" y="1180717"/>
                <a:ext cx="50120" cy="25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6">
                    <a:moveTo>
                      <a:pt x="0" y="530"/>
                    </a:moveTo>
                    <a:lnTo>
                      <a:pt x="2875" y="0"/>
                    </a:lnTo>
                    <a:lnTo>
                      <a:pt x="5262" y="2706"/>
                    </a:lnTo>
                    <a:lnTo>
                      <a:pt x="2387" y="2360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3" name="Surface mesh patch"/>
              <p:cNvSpPr/>
              <p:nvPr/>
            </p:nvSpPr>
            <p:spPr>
              <a:xfrm>
                <a:off x="12165412" y="1204738"/>
                <a:ext cx="50120" cy="266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97">
                    <a:moveTo>
                      <a:pt x="0" y="184"/>
                    </a:moveTo>
                    <a:lnTo>
                      <a:pt x="2875" y="0"/>
                    </a:lnTo>
                    <a:lnTo>
                      <a:pt x="5262" y="2797"/>
                    </a:lnTo>
                    <a:lnTo>
                      <a:pt x="2387" y="2287"/>
                    </a:lnTo>
                    <a:close/>
                  </a:path>
                </a:pathLst>
              </a:custGeom>
              <a:solidFill>
                <a:srgbClr val="dde2ee"/>
              </a:solidFill>
              <a:ln w="3334" cap="flat" cmpd="sng" algn="ctr">
                <a:solidFill>
                  <a:srgbClr val="dde2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4" name="Surface mesh patch"/>
              <p:cNvSpPr/>
              <p:nvPr/>
            </p:nvSpPr>
            <p:spPr>
              <a:xfrm>
                <a:off x="12215531" y="1231378"/>
                <a:ext cx="50120" cy="27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8">
                    <a:moveTo>
                      <a:pt x="0" y="0"/>
                    </a:moveTo>
                    <a:lnTo>
                      <a:pt x="2875" y="431"/>
                    </a:lnTo>
                    <a:lnTo>
                      <a:pt x="5262" y="2838"/>
                    </a:lnTo>
                    <a:lnTo>
                      <a:pt x="2387" y="2009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5" name="Surface mesh patch"/>
              <p:cNvSpPr/>
              <p:nvPr/>
            </p:nvSpPr>
            <p:spPr>
              <a:xfrm>
                <a:off x="12265651" y="1258406"/>
                <a:ext cx="50120" cy="24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0">
                    <a:moveTo>
                      <a:pt x="0" y="0"/>
                    </a:moveTo>
                    <a:lnTo>
                      <a:pt x="2875" y="941"/>
                    </a:lnTo>
                    <a:lnTo>
                      <a:pt x="5262" y="2580"/>
                    </a:lnTo>
                    <a:lnTo>
                      <a:pt x="2387" y="155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6" name="Surface mesh patch"/>
              <p:cNvSpPr/>
              <p:nvPr/>
            </p:nvSpPr>
            <p:spPr>
              <a:xfrm>
                <a:off x="10989928" y="1394254"/>
                <a:ext cx="50120" cy="334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08">
                    <a:moveTo>
                      <a:pt x="0" y="1709"/>
                    </a:moveTo>
                    <a:lnTo>
                      <a:pt x="2875" y="3508"/>
                    </a:lnTo>
                    <a:lnTo>
                      <a:pt x="5262" y="17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7" name="Surface mesh patch"/>
              <p:cNvSpPr/>
              <p:nvPr/>
            </p:nvSpPr>
            <p:spPr>
              <a:xfrm>
                <a:off x="11040048" y="1391910"/>
                <a:ext cx="50120" cy="379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1">
                    <a:moveTo>
                      <a:pt x="0" y="1951"/>
                    </a:moveTo>
                    <a:lnTo>
                      <a:pt x="2875" y="3981"/>
                    </a:lnTo>
                    <a:lnTo>
                      <a:pt x="5262" y="19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8" name="Surface mesh patch"/>
              <p:cNvSpPr/>
              <p:nvPr/>
            </p:nvSpPr>
            <p:spPr>
              <a:xfrm>
                <a:off x="11090167" y="1389459"/>
                <a:ext cx="50120" cy="42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60">
                    <a:moveTo>
                      <a:pt x="0" y="2195"/>
                    </a:moveTo>
                    <a:lnTo>
                      <a:pt x="2875" y="4460"/>
                    </a:lnTo>
                    <a:lnTo>
                      <a:pt x="5262" y="21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bfd"/>
              </a:solidFill>
              <a:ln w="3334" cap="flat" cmpd="sng" algn="ctr">
                <a:solidFill>
                  <a:srgbClr val="ae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49" name="Surface mesh patch"/>
              <p:cNvSpPr/>
              <p:nvPr/>
            </p:nvSpPr>
            <p:spPr>
              <a:xfrm>
                <a:off x="11140287" y="1386762"/>
                <a:ext cx="50120" cy="462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1">
                    <a:moveTo>
                      <a:pt x="0" y="2445"/>
                    </a:moveTo>
                    <a:lnTo>
                      <a:pt x="2875" y="4851"/>
                    </a:lnTo>
                    <a:lnTo>
                      <a:pt x="5262" y="22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0" name="Surface mesh patch"/>
              <p:cNvSpPr/>
              <p:nvPr/>
            </p:nvSpPr>
            <p:spPr>
              <a:xfrm>
                <a:off x="11190406" y="1382672"/>
                <a:ext cx="50120" cy="48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7">
                    <a:moveTo>
                      <a:pt x="0" y="2711"/>
                    </a:moveTo>
                    <a:lnTo>
                      <a:pt x="2875" y="5087"/>
                    </a:lnTo>
                    <a:lnTo>
                      <a:pt x="5262" y="22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1" name="Surface mesh patch"/>
              <p:cNvSpPr/>
              <p:nvPr/>
            </p:nvSpPr>
            <p:spPr>
              <a:xfrm>
                <a:off x="11240526" y="1375195"/>
                <a:ext cx="50120" cy="491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58">
                    <a:moveTo>
                      <a:pt x="0" y="3009"/>
                    </a:moveTo>
                    <a:lnTo>
                      <a:pt x="2875" y="5158"/>
                    </a:lnTo>
                    <a:lnTo>
                      <a:pt x="5262" y="19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2" name="Surface mesh patch"/>
              <p:cNvSpPr/>
              <p:nvPr/>
            </p:nvSpPr>
            <p:spPr>
              <a:xfrm>
                <a:off x="11290646" y="1361800"/>
                <a:ext cx="50120" cy="48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24">
                    <a:moveTo>
                      <a:pt x="0" y="3369"/>
                    </a:moveTo>
                    <a:lnTo>
                      <a:pt x="2875" y="5124"/>
                    </a:lnTo>
                    <a:lnTo>
                      <a:pt x="5262" y="15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3" name="Surface mesh patch"/>
              <p:cNvSpPr/>
              <p:nvPr/>
            </p:nvSpPr>
            <p:spPr>
              <a:xfrm>
                <a:off x="11340765" y="1339849"/>
                <a:ext cx="50120" cy="48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0">
                    <a:moveTo>
                      <a:pt x="0" y="3834"/>
                    </a:moveTo>
                    <a:lnTo>
                      <a:pt x="2875" y="5110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4" name="Surface mesh patch"/>
              <p:cNvSpPr/>
              <p:nvPr/>
            </p:nvSpPr>
            <p:spPr>
              <a:xfrm>
                <a:off x="11390885" y="1307215"/>
                <a:ext cx="50120" cy="501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67">
                    <a:moveTo>
                      <a:pt x="0" y="4438"/>
                    </a:moveTo>
                    <a:lnTo>
                      <a:pt x="2875" y="5267"/>
                    </a:lnTo>
                    <a:lnTo>
                      <a:pt x="5262" y="5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5" name="Surface mesh patch"/>
              <p:cNvSpPr/>
              <p:nvPr/>
            </p:nvSpPr>
            <p:spPr>
              <a:xfrm>
                <a:off x="11441005" y="1263172"/>
                <a:ext cx="50120" cy="54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7">
                    <a:moveTo>
                      <a:pt x="0" y="5169"/>
                    </a:moveTo>
                    <a:lnTo>
                      <a:pt x="2875" y="5727"/>
                    </a:lnTo>
                    <a:lnTo>
                      <a:pt x="5262" y="3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6" name="Surface mesh patch"/>
              <p:cNvSpPr/>
              <p:nvPr/>
            </p:nvSpPr>
            <p:spPr>
              <a:xfrm>
                <a:off x="11491124" y="1209403"/>
                <a:ext cx="50120" cy="62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46">
                    <a:moveTo>
                      <a:pt x="0" y="5946"/>
                    </a:moveTo>
                    <a:lnTo>
                      <a:pt x="2875" y="6546"/>
                    </a:lnTo>
                    <a:lnTo>
                      <a:pt x="5262" y="4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a"/>
              </a:solidFill>
              <a:ln w="3334" cap="flat" cmpd="sng" algn="ctr">
                <a:solidFill>
                  <a:srgbClr val="df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7" name="Surface mesh patch"/>
              <p:cNvSpPr/>
              <p:nvPr/>
            </p:nvSpPr>
            <p:spPr>
              <a:xfrm>
                <a:off x="11541244" y="1150660"/>
                <a:ext cx="50120" cy="72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63">
                    <a:moveTo>
                      <a:pt x="0" y="6611"/>
                    </a:moveTo>
                    <a:lnTo>
                      <a:pt x="2875" y="7663"/>
                    </a:lnTo>
                    <a:lnTo>
                      <a:pt x="5262" y="10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5"/>
              </a:solidFill>
              <a:ln w="3334" cap="flat" cmpd="sng" algn="ctr">
                <a:solidFill>
                  <a:srgbClr val="e9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8" name="Surface mesh patch"/>
              <p:cNvSpPr/>
              <p:nvPr/>
            </p:nvSpPr>
            <p:spPr>
              <a:xfrm>
                <a:off x="11591364" y="1094448"/>
                <a:ext cx="50120" cy="8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88">
                    <a:moveTo>
                      <a:pt x="0" y="6978"/>
                    </a:moveTo>
                    <a:lnTo>
                      <a:pt x="2875" y="8888"/>
                    </a:lnTo>
                    <a:lnTo>
                      <a:pt x="5262" y="2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59" name="Surface mesh patch"/>
              <p:cNvSpPr/>
              <p:nvPr/>
            </p:nvSpPr>
            <p:spPr>
              <a:xfrm>
                <a:off x="11641483" y="1049392"/>
                <a:ext cx="50120" cy="946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7">
                    <a:moveTo>
                      <a:pt x="0" y="6898"/>
                    </a:moveTo>
                    <a:lnTo>
                      <a:pt x="2875" y="9937"/>
                    </a:lnTo>
                    <a:lnTo>
                      <a:pt x="5262" y="35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60" name="Surface mesh patch"/>
              <p:cNvSpPr/>
              <p:nvPr/>
            </p:nvSpPr>
            <p:spPr>
              <a:xfrm>
                <a:off x="11691603" y="1022661"/>
                <a:ext cx="50120" cy="100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04">
                    <a:moveTo>
                      <a:pt x="0" y="6330"/>
                    </a:moveTo>
                    <a:lnTo>
                      <a:pt x="2875" y="10504"/>
                    </a:lnTo>
                    <a:lnTo>
                      <a:pt x="5262" y="48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61" name="Surface mesh patch"/>
              <p:cNvSpPr/>
              <p:nvPr/>
            </p:nvSpPr>
            <p:spPr>
              <a:xfrm>
                <a:off x="11741723" y="1017488"/>
                <a:ext cx="50120" cy="984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38">
                    <a:moveTo>
                      <a:pt x="0" y="5360"/>
                    </a:moveTo>
                    <a:lnTo>
                      <a:pt x="2875" y="10338"/>
                    </a:lnTo>
                    <a:lnTo>
                      <a:pt x="5262" y="56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62" name="Surface mesh patch"/>
              <p:cNvSpPr/>
              <p:nvPr/>
            </p:nvSpPr>
            <p:spPr>
              <a:xfrm>
                <a:off x="11791842" y="1031964"/>
                <a:ext cx="50120" cy="88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4">
                    <a:moveTo>
                      <a:pt x="0" y="4161"/>
                    </a:moveTo>
                    <a:lnTo>
                      <a:pt x="2875" y="9314"/>
                    </a:lnTo>
                    <a:lnTo>
                      <a:pt x="5262" y="58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b0"/>
              </a:solidFill>
              <a:ln w="3334" cap="flat" cmpd="sng" algn="ctr">
                <a:solidFill>
                  <a:srgbClr val="fbcc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63" name="Surface mesh patch"/>
              <p:cNvSpPr/>
              <p:nvPr/>
            </p:nvSpPr>
            <p:spPr>
              <a:xfrm>
                <a:off x="11841962" y="1059775"/>
                <a:ext cx="50120" cy="709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4">
                    <a:moveTo>
                      <a:pt x="0" y="2913"/>
                    </a:moveTo>
                    <a:lnTo>
                      <a:pt x="2875" y="7454"/>
                    </a:lnTo>
                    <a:lnTo>
                      <a:pt x="5262" y="51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1b5"/>
              </a:solidFill>
              <a:ln w="3334" cap="flat" cmpd="sng" algn="ctr">
                <a:solidFill>
                  <a:srgbClr val="fb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64" name="Surface mesh patch"/>
              <p:cNvSpPr/>
              <p:nvPr/>
            </p:nvSpPr>
            <p:spPr>
              <a:xfrm>
                <a:off x="11892081" y="1092607"/>
                <a:ext cx="50120" cy="47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6">
                    <a:moveTo>
                      <a:pt x="0" y="1732"/>
                    </a:moveTo>
                    <a:lnTo>
                      <a:pt x="2875" y="4936"/>
                    </a:lnTo>
                    <a:lnTo>
                      <a:pt x="5262" y="38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65" name="Surface mesh patch"/>
              <p:cNvSpPr/>
              <p:nvPr/>
            </p:nvSpPr>
            <p:spPr>
              <a:xfrm>
                <a:off x="11942201" y="1123240"/>
                <a:ext cx="50120" cy="211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5">
                    <a:moveTo>
                      <a:pt x="0" y="641"/>
                    </a:moveTo>
                    <a:lnTo>
                      <a:pt x="2875" y="2092"/>
                    </a:lnTo>
                    <a:lnTo>
                      <a:pt x="5262" y="22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66" name="Surface mesh patch"/>
              <p:cNvSpPr/>
              <p:nvPr/>
            </p:nvSpPr>
            <p:spPr>
              <a:xfrm>
                <a:off x="11992321" y="1142080"/>
                <a:ext cx="50120" cy="12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9">
                    <a:moveTo>
                      <a:pt x="0" y="237"/>
                    </a:moveTo>
                    <a:lnTo>
                      <a:pt x="2875" y="0"/>
                    </a:lnTo>
                    <a:lnTo>
                      <a:pt x="5262" y="1329"/>
                    </a:lnTo>
                    <a:lnTo>
                      <a:pt x="2387" y="623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67" name="Surface mesh patch"/>
              <p:cNvSpPr/>
              <p:nvPr/>
            </p:nvSpPr>
            <p:spPr>
              <a:xfrm>
                <a:off x="12042440" y="1141736"/>
                <a:ext cx="50120" cy="25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16">
                    <a:moveTo>
                      <a:pt x="0" y="1365"/>
                    </a:moveTo>
                    <a:lnTo>
                      <a:pt x="2875" y="0"/>
                    </a:lnTo>
                    <a:lnTo>
                      <a:pt x="5262" y="2447"/>
                    </a:lnTo>
                    <a:lnTo>
                      <a:pt x="2387" y="2716"/>
                    </a:lnTo>
                    <a:close/>
                  </a:path>
                </a:pathLst>
              </a:custGeom>
              <a:solidFill>
                <a:srgbClr val="ecd9d0"/>
              </a:solidFill>
              <a:ln w="3334" cap="flat" cmpd="sng" algn="ctr">
                <a:solidFill>
                  <a:srgbClr val="ec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68" name="Surface mesh patch"/>
              <p:cNvSpPr/>
              <p:nvPr/>
            </p:nvSpPr>
            <p:spPr>
              <a:xfrm>
                <a:off x="12092560" y="1149447"/>
                <a:ext cx="50120" cy="36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3">
                    <a:moveTo>
                      <a:pt x="0" y="1637"/>
                    </a:moveTo>
                    <a:lnTo>
                      <a:pt x="2875" y="0"/>
                    </a:lnTo>
                    <a:lnTo>
                      <a:pt x="5262" y="3283"/>
                    </a:lnTo>
                    <a:lnTo>
                      <a:pt x="2387" y="3813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69" name="Surface mesh patch"/>
              <p:cNvSpPr/>
              <p:nvPr/>
            </p:nvSpPr>
            <p:spPr>
              <a:xfrm>
                <a:off x="12142680" y="1170186"/>
                <a:ext cx="50120" cy="36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1">
                    <a:moveTo>
                      <a:pt x="0" y="1106"/>
                    </a:moveTo>
                    <a:lnTo>
                      <a:pt x="2875" y="0"/>
                    </a:lnTo>
                    <a:lnTo>
                      <a:pt x="5262" y="3628"/>
                    </a:lnTo>
                    <a:lnTo>
                      <a:pt x="2387" y="3811"/>
                    </a:lnTo>
                    <a:close/>
                  </a:path>
                </a:pathLst>
              </a:custGeom>
              <a:solidFill>
                <a:srgbClr val="e5dede"/>
              </a:solidFill>
              <a:ln w="3334" cap="flat" cmpd="sng" algn="ctr">
                <a:solidFill>
                  <a:srgbClr val="e5de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70" name="Surface mesh patch"/>
              <p:cNvSpPr/>
              <p:nvPr/>
            </p:nvSpPr>
            <p:spPr>
              <a:xfrm>
                <a:off x="12192799" y="1203355"/>
                <a:ext cx="50120" cy="321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3">
                    <a:moveTo>
                      <a:pt x="0" y="145"/>
                    </a:moveTo>
                    <a:lnTo>
                      <a:pt x="2875" y="0"/>
                    </a:lnTo>
                    <a:lnTo>
                      <a:pt x="5262" y="3373"/>
                    </a:lnTo>
                    <a:lnTo>
                      <a:pt x="2387" y="2942"/>
                    </a:lnTo>
                    <a:close/>
                  </a:path>
                </a:pathLst>
              </a:custGeom>
              <a:solidFill>
                <a:srgbClr val="dee1ea"/>
              </a:solidFill>
              <a:ln w="3334" cap="flat" cmpd="sng" algn="ctr">
                <a:solidFill>
                  <a:srgbClr val="de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71" name="Surface mesh patch"/>
              <p:cNvSpPr/>
              <p:nvPr/>
            </p:nvSpPr>
            <p:spPr>
              <a:xfrm>
                <a:off x="12242919" y="1235482"/>
                <a:ext cx="50120" cy="31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8">
                    <a:moveTo>
                      <a:pt x="0" y="0"/>
                    </a:moveTo>
                    <a:lnTo>
                      <a:pt x="2875" y="755"/>
                    </a:lnTo>
                    <a:lnTo>
                      <a:pt x="5262" y="3348"/>
                    </a:lnTo>
                    <a:lnTo>
                      <a:pt x="2387" y="240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72" name="Surface mesh patch"/>
              <p:cNvSpPr/>
              <p:nvPr/>
            </p:nvSpPr>
            <p:spPr>
              <a:xfrm>
                <a:off x="12293039" y="1267369"/>
                <a:ext cx="50120" cy="26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7">
                    <a:moveTo>
                      <a:pt x="0" y="0"/>
                    </a:moveTo>
                    <a:lnTo>
                      <a:pt x="2875" y="1243"/>
                    </a:lnTo>
                    <a:lnTo>
                      <a:pt x="5262" y="2757"/>
                    </a:lnTo>
                    <a:lnTo>
                      <a:pt x="2387" y="1639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73" name="Surface mesh patch"/>
              <p:cNvSpPr/>
              <p:nvPr/>
            </p:nvSpPr>
            <p:spPr>
              <a:xfrm>
                <a:off x="10967196" y="1410529"/>
                <a:ext cx="50120" cy="327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6">
                    <a:moveTo>
                      <a:pt x="0" y="1568"/>
                    </a:moveTo>
                    <a:lnTo>
                      <a:pt x="2875" y="3436"/>
                    </a:lnTo>
                    <a:lnTo>
                      <a:pt x="5262" y="17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74" name="Surface mesh patch"/>
              <p:cNvSpPr/>
              <p:nvPr/>
            </p:nvSpPr>
            <p:spPr>
              <a:xfrm>
                <a:off x="11017316" y="1410496"/>
                <a:ext cx="50120" cy="370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93">
                    <a:moveTo>
                      <a:pt x="0" y="1802"/>
                    </a:moveTo>
                    <a:lnTo>
                      <a:pt x="2875" y="3893"/>
                    </a:lnTo>
                    <a:lnTo>
                      <a:pt x="5262" y="2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75" name="Surface mesh patch"/>
              <p:cNvSpPr/>
              <p:nvPr/>
            </p:nvSpPr>
            <p:spPr>
              <a:xfrm>
                <a:off x="11067435" y="1410365"/>
                <a:ext cx="50120" cy="41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74">
                    <a:moveTo>
                      <a:pt x="0" y="2043"/>
                    </a:moveTo>
                    <a:lnTo>
                      <a:pt x="2875" y="4374"/>
                    </a:lnTo>
                    <a:lnTo>
                      <a:pt x="5262" y="22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76" name="Surface mesh patch"/>
              <p:cNvSpPr/>
              <p:nvPr/>
            </p:nvSpPr>
            <p:spPr>
              <a:xfrm>
                <a:off x="11117555" y="1410053"/>
                <a:ext cx="50120" cy="45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86">
                    <a:moveTo>
                      <a:pt x="0" y="2298"/>
                    </a:moveTo>
                    <a:lnTo>
                      <a:pt x="2875" y="4786"/>
                    </a:lnTo>
                    <a:lnTo>
                      <a:pt x="5262" y="2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77" name="Surface mesh patch"/>
              <p:cNvSpPr/>
              <p:nvPr/>
            </p:nvSpPr>
            <p:spPr>
              <a:xfrm>
                <a:off x="11167675" y="1408495"/>
                <a:ext cx="50120" cy="48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9">
                    <a:moveTo>
                      <a:pt x="0" y="2569"/>
                    </a:moveTo>
                    <a:lnTo>
                      <a:pt x="2875" y="5049"/>
                    </a:lnTo>
                    <a:lnTo>
                      <a:pt x="5262" y="23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78" name="Surface mesh patch"/>
              <p:cNvSpPr/>
              <p:nvPr/>
            </p:nvSpPr>
            <p:spPr>
              <a:xfrm>
                <a:off x="11217794" y="1403854"/>
                <a:ext cx="50120" cy="48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40">
                    <a:moveTo>
                      <a:pt x="0" y="2863"/>
                    </a:moveTo>
                    <a:lnTo>
                      <a:pt x="2875" y="5140"/>
                    </a:lnTo>
                    <a:lnTo>
                      <a:pt x="5262" y="21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79" name="Surface mesh patch"/>
              <p:cNvSpPr/>
              <p:nvPr/>
            </p:nvSpPr>
            <p:spPr>
              <a:xfrm>
                <a:off x="11267914" y="1393890"/>
                <a:ext cx="50120" cy="48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01">
                    <a:moveTo>
                      <a:pt x="0" y="3195"/>
                    </a:moveTo>
                    <a:lnTo>
                      <a:pt x="2875" y="5101"/>
                    </a:lnTo>
                    <a:lnTo>
                      <a:pt x="5262" y="1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80" name="Surface mesh patch"/>
              <p:cNvSpPr/>
              <p:nvPr/>
            </p:nvSpPr>
            <p:spPr>
              <a:xfrm>
                <a:off x="11318034" y="1376369"/>
                <a:ext cx="50120" cy="480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3">
                    <a:moveTo>
                      <a:pt x="0" y="3595"/>
                    </a:moveTo>
                    <a:lnTo>
                      <a:pt x="2875" y="5043"/>
                    </a:lnTo>
                    <a:lnTo>
                      <a:pt x="5262" y="1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81" name="Surface mesh patch"/>
              <p:cNvSpPr/>
              <p:nvPr/>
            </p:nvSpPr>
            <p:spPr>
              <a:xfrm>
                <a:off x="11368153" y="1349483"/>
                <a:ext cx="50120" cy="48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3">
                    <a:moveTo>
                      <a:pt x="0" y="4098"/>
                    </a:moveTo>
                    <a:lnTo>
                      <a:pt x="2875" y="5113"/>
                    </a:lnTo>
                    <a:lnTo>
                      <a:pt x="5262" y="8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82" name="Surface mesh patch"/>
              <p:cNvSpPr/>
              <p:nvPr/>
            </p:nvSpPr>
            <p:spPr>
              <a:xfrm>
                <a:off x="11418273" y="1312409"/>
                <a:ext cx="50120" cy="518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46">
                    <a:moveTo>
                      <a:pt x="0" y="4722"/>
                    </a:moveTo>
                    <a:lnTo>
                      <a:pt x="2875" y="5446"/>
                    </a:lnTo>
                    <a:lnTo>
                      <a:pt x="5262" y="5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83" name="Surface mesh patch"/>
              <p:cNvSpPr/>
              <p:nvPr/>
            </p:nvSpPr>
            <p:spPr>
              <a:xfrm>
                <a:off x="11468392" y="1266039"/>
                <a:ext cx="50120" cy="582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18">
                    <a:moveTo>
                      <a:pt x="0" y="5426"/>
                    </a:moveTo>
                    <a:lnTo>
                      <a:pt x="2875" y="6118"/>
                    </a:lnTo>
                    <a:lnTo>
                      <a:pt x="5262" y="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84" name="Surface mesh patch"/>
              <p:cNvSpPr/>
              <p:nvPr/>
            </p:nvSpPr>
            <p:spPr>
              <a:xfrm>
                <a:off x="11518512" y="1213635"/>
                <a:ext cx="50120" cy="67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00">
                    <a:moveTo>
                      <a:pt x="0" y="6102"/>
                    </a:moveTo>
                    <a:lnTo>
                      <a:pt x="2875" y="7100"/>
                    </a:lnTo>
                    <a:lnTo>
                      <a:pt x="5262" y="10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85" name="Surface mesh patch"/>
              <p:cNvSpPr/>
              <p:nvPr/>
            </p:nvSpPr>
            <p:spPr>
              <a:xfrm>
                <a:off x="11568632" y="1160912"/>
                <a:ext cx="50120" cy="784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39">
                    <a:moveTo>
                      <a:pt x="0" y="6587"/>
                    </a:moveTo>
                    <a:lnTo>
                      <a:pt x="2875" y="8239"/>
                    </a:lnTo>
                    <a:lnTo>
                      <a:pt x="5262" y="19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86" name="Surface mesh patch"/>
              <p:cNvSpPr/>
              <p:nvPr/>
            </p:nvSpPr>
            <p:spPr>
              <a:xfrm>
                <a:off x="11618751" y="1115092"/>
                <a:ext cx="50120" cy="88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85">
                    <a:moveTo>
                      <a:pt x="0" y="6720"/>
                    </a:moveTo>
                    <a:lnTo>
                      <a:pt x="2875" y="9285"/>
                    </a:lnTo>
                    <a:lnTo>
                      <a:pt x="5262" y="30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87" name="Surface mesh patch"/>
              <p:cNvSpPr/>
              <p:nvPr/>
            </p:nvSpPr>
            <p:spPr>
              <a:xfrm>
                <a:off x="11668871" y="1082953"/>
                <a:ext cx="50120" cy="94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7">
                    <a:moveTo>
                      <a:pt x="0" y="6414"/>
                    </a:moveTo>
                    <a:lnTo>
                      <a:pt x="2875" y="9937"/>
                    </a:lnTo>
                    <a:lnTo>
                      <a:pt x="5262" y="41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88" name="Surface mesh patch"/>
              <p:cNvSpPr/>
              <p:nvPr/>
            </p:nvSpPr>
            <p:spPr>
              <a:xfrm>
                <a:off x="11718991" y="1068542"/>
                <a:ext cx="50120" cy="945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23">
                    <a:moveTo>
                      <a:pt x="0" y="5687"/>
                    </a:moveTo>
                    <a:lnTo>
                      <a:pt x="2875" y="9923"/>
                    </a:lnTo>
                    <a:lnTo>
                      <a:pt x="5262" y="4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89" name="Surface mesh patch"/>
              <p:cNvSpPr/>
              <p:nvPr/>
            </p:nvSpPr>
            <p:spPr>
              <a:xfrm>
                <a:off x="11769110" y="1071597"/>
                <a:ext cx="50120" cy="86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58">
                    <a:moveTo>
                      <a:pt x="0" y="4657"/>
                    </a:moveTo>
                    <a:lnTo>
                      <a:pt x="2875" y="9058"/>
                    </a:lnTo>
                    <a:lnTo>
                      <a:pt x="5262" y="5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90" name="Surface mesh patch"/>
              <p:cNvSpPr/>
              <p:nvPr/>
            </p:nvSpPr>
            <p:spPr>
              <a:xfrm>
                <a:off x="11819230" y="1087523"/>
                <a:ext cx="50120" cy="69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2">
                    <a:moveTo>
                      <a:pt x="0" y="3481"/>
                    </a:moveTo>
                    <a:lnTo>
                      <a:pt x="2875" y="7292"/>
                    </a:lnTo>
                    <a:lnTo>
                      <a:pt x="5262" y="45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7d3bb"/>
              </a:solidFill>
              <a:ln w="3334" cap="flat" cmpd="sng" algn="ctr">
                <a:solidFill>
                  <a:srgbClr val="f7d3b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91" name="Surface mesh patch"/>
              <p:cNvSpPr/>
              <p:nvPr/>
            </p:nvSpPr>
            <p:spPr>
              <a:xfrm>
                <a:off x="11869350" y="1109103"/>
                <a:ext cx="50120" cy="45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9">
                    <a:moveTo>
                      <a:pt x="0" y="2275"/>
                    </a:moveTo>
                    <a:lnTo>
                      <a:pt x="2875" y="4729"/>
                    </a:lnTo>
                    <a:lnTo>
                      <a:pt x="5262" y="32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92" name="Surface mesh patch"/>
              <p:cNvSpPr/>
              <p:nvPr/>
            </p:nvSpPr>
            <p:spPr>
              <a:xfrm>
                <a:off x="11919469" y="1129348"/>
                <a:ext cx="50120" cy="15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2">
                    <a:moveTo>
                      <a:pt x="0" y="1079"/>
                    </a:moveTo>
                    <a:lnTo>
                      <a:pt x="2875" y="1662"/>
                    </a:lnTo>
                    <a:lnTo>
                      <a:pt x="5262" y="14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93" name="Surface mesh patch"/>
              <p:cNvSpPr/>
              <p:nvPr/>
            </p:nvSpPr>
            <p:spPr>
              <a:xfrm>
                <a:off x="11969589" y="1130710"/>
                <a:ext cx="50120" cy="13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1">
                    <a:moveTo>
                      <a:pt x="0" y="1308"/>
                    </a:moveTo>
                    <a:lnTo>
                      <a:pt x="2875" y="0"/>
                    </a:lnTo>
                    <a:lnTo>
                      <a:pt x="5262" y="1194"/>
                    </a:lnTo>
                    <a:lnTo>
                      <a:pt x="2387" y="1431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94" name="Surface mesh patch"/>
              <p:cNvSpPr/>
              <p:nvPr/>
            </p:nvSpPr>
            <p:spPr>
              <a:xfrm>
                <a:off x="12019709" y="1117008"/>
                <a:ext cx="50120" cy="37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1">
                    <a:moveTo>
                      <a:pt x="0" y="2632"/>
                    </a:moveTo>
                    <a:lnTo>
                      <a:pt x="2875" y="0"/>
                    </a:lnTo>
                    <a:lnTo>
                      <a:pt x="5262" y="2596"/>
                    </a:lnTo>
                    <a:lnTo>
                      <a:pt x="2387" y="3961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95" name="Surface mesh patch"/>
              <p:cNvSpPr/>
              <p:nvPr/>
            </p:nvSpPr>
            <p:spPr>
              <a:xfrm>
                <a:off x="12069828" y="1113525"/>
                <a:ext cx="50120" cy="51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8">
                    <a:moveTo>
                      <a:pt x="0" y="2962"/>
                    </a:moveTo>
                    <a:lnTo>
                      <a:pt x="2875" y="0"/>
                    </a:lnTo>
                    <a:lnTo>
                      <a:pt x="5262" y="3771"/>
                    </a:lnTo>
                    <a:lnTo>
                      <a:pt x="2387" y="5408"/>
                    </a:lnTo>
                    <a:close/>
                  </a:path>
                </a:pathLst>
              </a:custGeom>
              <a:solidFill>
                <a:srgbClr val="f2d6c6"/>
              </a:solidFill>
              <a:ln w="3334" cap="flat" cmpd="sng" algn="ctr">
                <a:solidFill>
                  <a:srgbClr val="f2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96" name="Surface mesh patch"/>
              <p:cNvSpPr/>
              <p:nvPr/>
            </p:nvSpPr>
            <p:spPr>
              <a:xfrm>
                <a:off x="12119948" y="1127925"/>
                <a:ext cx="50120" cy="527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2">
                    <a:moveTo>
                      <a:pt x="0" y="2260"/>
                    </a:moveTo>
                    <a:lnTo>
                      <a:pt x="2875" y="0"/>
                    </a:lnTo>
                    <a:lnTo>
                      <a:pt x="5262" y="4437"/>
                    </a:lnTo>
                    <a:lnTo>
                      <a:pt x="2387" y="5542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97" name="Surface mesh patch"/>
              <p:cNvSpPr/>
              <p:nvPr/>
            </p:nvSpPr>
            <p:spPr>
              <a:xfrm>
                <a:off x="12170067" y="1161453"/>
                <a:ext cx="50120" cy="432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4">
                    <a:moveTo>
                      <a:pt x="0" y="917"/>
                    </a:moveTo>
                    <a:lnTo>
                      <a:pt x="2875" y="0"/>
                    </a:lnTo>
                    <a:lnTo>
                      <a:pt x="5262" y="4399"/>
                    </a:lnTo>
                    <a:lnTo>
                      <a:pt x="2387" y="4544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98" name="Surface mesh patch"/>
              <p:cNvSpPr/>
              <p:nvPr/>
            </p:nvSpPr>
            <p:spPr>
              <a:xfrm>
                <a:off x="12220187" y="1203355"/>
                <a:ext cx="50120" cy="393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8">
                    <a:moveTo>
                      <a:pt x="0" y="0"/>
                    </a:moveTo>
                    <a:lnTo>
                      <a:pt x="2875" y="455"/>
                    </a:lnTo>
                    <a:lnTo>
                      <a:pt x="5262" y="4128"/>
                    </a:lnTo>
                    <a:lnTo>
                      <a:pt x="2387" y="3373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99" name="Surface mesh patch"/>
              <p:cNvSpPr/>
              <p:nvPr/>
            </p:nvSpPr>
            <p:spPr>
              <a:xfrm>
                <a:off x="12270307" y="1242675"/>
                <a:ext cx="50120" cy="365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6">
                    <a:moveTo>
                      <a:pt x="0" y="0"/>
                    </a:moveTo>
                    <a:lnTo>
                      <a:pt x="2875" y="1350"/>
                    </a:lnTo>
                    <a:lnTo>
                      <a:pt x="5262" y="3836"/>
                    </a:lnTo>
                    <a:lnTo>
                      <a:pt x="2387" y="2593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00" name="Surface mesh patch"/>
              <p:cNvSpPr/>
              <p:nvPr/>
            </p:nvSpPr>
            <p:spPr>
              <a:xfrm>
                <a:off x="12320426" y="1279212"/>
                <a:ext cx="50120" cy="262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4">
                    <a:moveTo>
                      <a:pt x="0" y="0"/>
                    </a:moveTo>
                    <a:lnTo>
                      <a:pt x="2875" y="1583"/>
                    </a:lnTo>
                    <a:lnTo>
                      <a:pt x="5262" y="2754"/>
                    </a:lnTo>
                    <a:lnTo>
                      <a:pt x="2387" y="1513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01" name="Surface mesh patch"/>
              <p:cNvSpPr/>
              <p:nvPr/>
            </p:nvSpPr>
            <p:spPr>
              <a:xfrm>
                <a:off x="10944464" y="1425463"/>
                <a:ext cx="50120" cy="317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33">
                    <a:moveTo>
                      <a:pt x="0" y="1421"/>
                    </a:moveTo>
                    <a:lnTo>
                      <a:pt x="2875" y="3333"/>
                    </a:lnTo>
                    <a:lnTo>
                      <a:pt x="5262" y="18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02" name="Surface mesh patch"/>
              <p:cNvSpPr/>
              <p:nvPr/>
            </p:nvSpPr>
            <p:spPr>
              <a:xfrm>
                <a:off x="10994584" y="1427664"/>
                <a:ext cx="50120" cy="35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56">
                    <a:moveTo>
                      <a:pt x="0" y="1637"/>
                    </a:moveTo>
                    <a:lnTo>
                      <a:pt x="2875" y="3756"/>
                    </a:lnTo>
                    <a:lnTo>
                      <a:pt x="5262" y="20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03" name="Surface mesh patch"/>
              <p:cNvSpPr/>
              <p:nvPr/>
            </p:nvSpPr>
            <p:spPr>
              <a:xfrm>
                <a:off x="11044703" y="1429828"/>
                <a:ext cx="50120" cy="40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1">
                    <a:moveTo>
                      <a:pt x="0" y="1864"/>
                    </a:moveTo>
                    <a:lnTo>
                      <a:pt x="2875" y="4221"/>
                    </a:lnTo>
                    <a:lnTo>
                      <a:pt x="5262" y="23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04" name="Surface mesh patch"/>
              <p:cNvSpPr/>
              <p:nvPr/>
            </p:nvSpPr>
            <p:spPr>
              <a:xfrm>
                <a:off x="11094823" y="1431937"/>
                <a:ext cx="50120" cy="441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36">
                    <a:moveTo>
                      <a:pt x="0" y="2110"/>
                    </a:moveTo>
                    <a:lnTo>
                      <a:pt x="2875" y="4636"/>
                    </a:lnTo>
                    <a:lnTo>
                      <a:pt x="5262" y="24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05" name="Surface mesh patch"/>
              <p:cNvSpPr/>
              <p:nvPr/>
            </p:nvSpPr>
            <p:spPr>
              <a:xfrm>
                <a:off x="11144943" y="1432967"/>
                <a:ext cx="50120" cy="468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6">
                    <a:moveTo>
                      <a:pt x="0" y="2380"/>
                    </a:moveTo>
                    <a:lnTo>
                      <a:pt x="2875" y="4916"/>
                    </a:lnTo>
                    <a:lnTo>
                      <a:pt x="5262" y="2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06" name="Surface mesh patch"/>
              <p:cNvSpPr/>
              <p:nvPr/>
            </p:nvSpPr>
            <p:spPr>
              <a:xfrm>
                <a:off x="11195062" y="1431128"/>
                <a:ext cx="50120" cy="47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3">
                    <a:moveTo>
                      <a:pt x="0" y="2673"/>
                    </a:moveTo>
                    <a:lnTo>
                      <a:pt x="2875" y="5023"/>
                    </a:lnTo>
                    <a:lnTo>
                      <a:pt x="5262" y="2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07" name="Surface mesh patch"/>
              <p:cNvSpPr/>
              <p:nvPr/>
            </p:nvSpPr>
            <p:spPr>
              <a:xfrm>
                <a:off x="11245182" y="1424324"/>
                <a:ext cx="50120" cy="47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2">
                    <a:moveTo>
                      <a:pt x="0" y="2991"/>
                    </a:moveTo>
                    <a:lnTo>
                      <a:pt x="2875" y="4982"/>
                    </a:lnTo>
                    <a:lnTo>
                      <a:pt x="5262" y="19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08" name="Surface mesh patch"/>
              <p:cNvSpPr/>
              <p:nvPr/>
            </p:nvSpPr>
            <p:spPr>
              <a:xfrm>
                <a:off x="11295302" y="1410608"/>
                <a:ext cx="50120" cy="4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90">
                    <a:moveTo>
                      <a:pt x="0" y="3346"/>
                    </a:moveTo>
                    <a:lnTo>
                      <a:pt x="2875" y="4890"/>
                    </a:lnTo>
                    <a:lnTo>
                      <a:pt x="5262" y="14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09" name="Surface mesh patch"/>
              <p:cNvSpPr/>
              <p:nvPr/>
            </p:nvSpPr>
            <p:spPr>
              <a:xfrm>
                <a:off x="11345421" y="1388519"/>
                <a:ext cx="50120" cy="464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0">
                    <a:moveTo>
                      <a:pt x="0" y="3767"/>
                    </a:moveTo>
                    <a:lnTo>
                      <a:pt x="2875" y="4880"/>
                    </a:lnTo>
                    <a:lnTo>
                      <a:pt x="5262" y="10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10" name="Surface mesh patch"/>
              <p:cNvSpPr/>
              <p:nvPr/>
            </p:nvSpPr>
            <p:spPr>
              <a:xfrm>
                <a:off x="11395541" y="1357383"/>
                <a:ext cx="50120" cy="484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0">
                    <a:moveTo>
                      <a:pt x="0" y="4283"/>
                    </a:moveTo>
                    <a:lnTo>
                      <a:pt x="2875" y="5090"/>
                    </a:lnTo>
                    <a:lnTo>
                      <a:pt x="5262" y="7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11" name="Surface mesh patch"/>
              <p:cNvSpPr/>
              <p:nvPr/>
            </p:nvSpPr>
            <p:spPr>
              <a:xfrm>
                <a:off x="11445661" y="1317725"/>
                <a:ext cx="50120" cy="53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08">
                    <a:moveTo>
                      <a:pt x="0" y="4888"/>
                    </a:moveTo>
                    <a:lnTo>
                      <a:pt x="2875" y="5608"/>
                    </a:lnTo>
                    <a:lnTo>
                      <a:pt x="5262" y="6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12" name="Surface mesh patch"/>
              <p:cNvSpPr/>
              <p:nvPr/>
            </p:nvSpPr>
            <p:spPr>
              <a:xfrm>
                <a:off x="11495780" y="1271758"/>
                <a:ext cx="50120" cy="61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2">
                    <a:moveTo>
                      <a:pt x="0" y="5518"/>
                    </a:moveTo>
                    <a:lnTo>
                      <a:pt x="2875" y="6432"/>
                    </a:lnTo>
                    <a:lnTo>
                      <a:pt x="5262" y="9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13" name="Surface mesh patch"/>
              <p:cNvSpPr/>
              <p:nvPr/>
            </p:nvSpPr>
            <p:spPr>
              <a:xfrm>
                <a:off x="11545900" y="1223649"/>
                <a:ext cx="50120" cy="709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0">
                    <a:moveTo>
                      <a:pt x="0" y="6048"/>
                    </a:moveTo>
                    <a:lnTo>
                      <a:pt x="2875" y="7450"/>
                    </a:lnTo>
                    <a:lnTo>
                      <a:pt x="5262" y="16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14" name="Surface mesh patch"/>
              <p:cNvSpPr/>
              <p:nvPr/>
            </p:nvSpPr>
            <p:spPr>
              <a:xfrm>
                <a:off x="11596020" y="1179102"/>
                <a:ext cx="50120" cy="8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47">
                    <a:moveTo>
                      <a:pt x="0" y="6330"/>
                    </a:moveTo>
                    <a:lnTo>
                      <a:pt x="2875" y="8447"/>
                    </a:lnTo>
                    <a:lnTo>
                      <a:pt x="5262" y="25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15" name="Surface mesh patch"/>
              <p:cNvSpPr/>
              <p:nvPr/>
            </p:nvSpPr>
            <p:spPr>
              <a:xfrm>
                <a:off x="11646139" y="1144042"/>
                <a:ext cx="50120" cy="871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45">
                    <a:moveTo>
                      <a:pt x="0" y="6245"/>
                    </a:moveTo>
                    <a:lnTo>
                      <a:pt x="2875" y="9145"/>
                    </a:lnTo>
                    <a:lnTo>
                      <a:pt x="5262" y="35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16" name="Surface mesh patch"/>
              <p:cNvSpPr/>
              <p:nvPr/>
            </p:nvSpPr>
            <p:spPr>
              <a:xfrm>
                <a:off x="11696259" y="1122707"/>
                <a:ext cx="50120" cy="882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62">
                    <a:moveTo>
                      <a:pt x="0" y="5763"/>
                    </a:moveTo>
                    <a:lnTo>
                      <a:pt x="2875" y="9262"/>
                    </a:lnTo>
                    <a:lnTo>
                      <a:pt x="5262" y="42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17" name="Surface mesh patch"/>
              <p:cNvSpPr/>
              <p:nvPr/>
            </p:nvSpPr>
            <p:spPr>
              <a:xfrm>
                <a:off x="11746378" y="1115960"/>
                <a:ext cx="50120" cy="816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1">
                    <a:moveTo>
                      <a:pt x="0" y="4944"/>
                    </a:moveTo>
                    <a:lnTo>
                      <a:pt x="2875" y="8571"/>
                    </a:lnTo>
                    <a:lnTo>
                      <a:pt x="5262" y="44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4"/>
              </a:solidFill>
              <a:ln w="3334" cap="flat" cmpd="sng" algn="ctr">
                <a:solidFill>
                  <a:srgbClr val="f2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18" name="Surface mesh patch"/>
              <p:cNvSpPr/>
              <p:nvPr/>
            </p:nvSpPr>
            <p:spPr>
              <a:xfrm>
                <a:off x="11796498" y="1120679"/>
                <a:ext cx="50120" cy="66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46">
                    <a:moveTo>
                      <a:pt x="0" y="3905"/>
                    </a:moveTo>
                    <a:lnTo>
                      <a:pt x="2875" y="6946"/>
                    </a:lnTo>
                    <a:lnTo>
                      <a:pt x="5262" y="38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19" name="Surface mesh patch"/>
              <p:cNvSpPr/>
              <p:nvPr/>
            </p:nvSpPr>
            <p:spPr>
              <a:xfrm>
                <a:off x="11846618" y="1130770"/>
                <a:ext cx="50120" cy="420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0">
                    <a:moveTo>
                      <a:pt x="0" y="2751"/>
                    </a:moveTo>
                    <a:lnTo>
                      <a:pt x="2875" y="4410"/>
                    </a:lnTo>
                    <a:lnTo>
                      <a:pt x="5262" y="24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20" name="Surface mesh patch"/>
              <p:cNvSpPr/>
              <p:nvPr/>
            </p:nvSpPr>
            <p:spPr>
              <a:xfrm>
                <a:off x="11896737" y="1139624"/>
                <a:ext cx="50120" cy="145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5">
                    <a:moveTo>
                      <a:pt x="0" y="1525"/>
                    </a:moveTo>
                    <a:lnTo>
                      <a:pt x="2875" y="1191"/>
                    </a:lnTo>
                    <a:lnTo>
                      <a:pt x="5262" y="5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21" name="Surface mesh patch"/>
              <p:cNvSpPr/>
              <p:nvPr/>
            </p:nvSpPr>
            <p:spPr>
              <a:xfrm>
                <a:off x="11946857" y="1121852"/>
                <a:ext cx="50120" cy="233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9">
                    <a:moveTo>
                      <a:pt x="0" y="2449"/>
                    </a:moveTo>
                    <a:lnTo>
                      <a:pt x="2875" y="0"/>
                    </a:lnTo>
                    <a:lnTo>
                      <a:pt x="5262" y="930"/>
                    </a:lnTo>
                    <a:lnTo>
                      <a:pt x="2387" y="2238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22" name="Surface mesh patch"/>
              <p:cNvSpPr/>
              <p:nvPr/>
            </p:nvSpPr>
            <p:spPr>
              <a:xfrm>
                <a:off x="11996977" y="1092444"/>
                <a:ext cx="50120" cy="496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11">
                    <a:moveTo>
                      <a:pt x="0" y="4017"/>
                    </a:moveTo>
                    <a:lnTo>
                      <a:pt x="2875" y="0"/>
                    </a:lnTo>
                    <a:lnTo>
                      <a:pt x="5262" y="2579"/>
                    </a:lnTo>
                    <a:lnTo>
                      <a:pt x="2387" y="5211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23" name="Surface mesh patch"/>
              <p:cNvSpPr/>
              <p:nvPr/>
            </p:nvSpPr>
            <p:spPr>
              <a:xfrm>
                <a:off x="12047096" y="1074486"/>
                <a:ext cx="50120" cy="672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60">
                    <a:moveTo>
                      <a:pt x="0" y="4464"/>
                    </a:moveTo>
                    <a:lnTo>
                      <a:pt x="2875" y="0"/>
                    </a:lnTo>
                    <a:lnTo>
                      <a:pt x="5262" y="4099"/>
                    </a:lnTo>
                    <a:lnTo>
                      <a:pt x="2387" y="7060"/>
                    </a:lnTo>
                    <a:close/>
                  </a:path>
                </a:pathLst>
              </a:custGeom>
              <a:solidFill>
                <a:srgbClr val="fad1b5"/>
              </a:solidFill>
              <a:ln w="3334" cap="flat" cmpd="sng" algn="ctr">
                <a:solidFill>
                  <a:srgbClr val="fa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24" name="Surface mesh patch"/>
              <p:cNvSpPr/>
              <p:nvPr/>
            </p:nvSpPr>
            <p:spPr>
              <a:xfrm>
                <a:off x="12097216" y="1078965"/>
                <a:ext cx="50120" cy="704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00">
                    <a:moveTo>
                      <a:pt x="0" y="3628"/>
                    </a:moveTo>
                    <a:lnTo>
                      <a:pt x="2875" y="0"/>
                    </a:lnTo>
                    <a:lnTo>
                      <a:pt x="5262" y="5140"/>
                    </a:lnTo>
                    <a:lnTo>
                      <a:pt x="2387" y="740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25" name="Surface mesh patch"/>
              <p:cNvSpPr/>
              <p:nvPr/>
            </p:nvSpPr>
            <p:spPr>
              <a:xfrm>
                <a:off x="12147336" y="1109952"/>
                <a:ext cx="50120" cy="60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24">
                    <a:moveTo>
                      <a:pt x="0" y="1887"/>
                    </a:moveTo>
                    <a:lnTo>
                      <a:pt x="2875" y="0"/>
                    </a:lnTo>
                    <a:lnTo>
                      <a:pt x="5262" y="5407"/>
                    </a:lnTo>
                    <a:lnTo>
                      <a:pt x="2387" y="6324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26" name="Surface mesh patch"/>
              <p:cNvSpPr/>
              <p:nvPr/>
            </p:nvSpPr>
            <p:spPr>
              <a:xfrm>
                <a:off x="12197455" y="1161453"/>
                <a:ext cx="50120" cy="462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4">
                    <a:moveTo>
                      <a:pt x="0" y="0"/>
                    </a:moveTo>
                    <a:lnTo>
                      <a:pt x="2875" y="30"/>
                    </a:lnTo>
                    <a:lnTo>
                      <a:pt x="5262" y="4854"/>
                    </a:lnTo>
                    <a:lnTo>
                      <a:pt x="2387" y="4399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27" name="Surface mesh patch"/>
              <p:cNvSpPr/>
              <p:nvPr/>
            </p:nvSpPr>
            <p:spPr>
              <a:xfrm>
                <a:off x="12247575" y="1207692"/>
                <a:ext cx="50120" cy="478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2">
                    <a:moveTo>
                      <a:pt x="0" y="0"/>
                    </a:moveTo>
                    <a:lnTo>
                      <a:pt x="2875" y="1431"/>
                    </a:lnTo>
                    <a:lnTo>
                      <a:pt x="5262" y="5022"/>
                    </a:lnTo>
                    <a:lnTo>
                      <a:pt x="2387" y="3673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28" name="Surface mesh patch"/>
              <p:cNvSpPr/>
              <p:nvPr/>
            </p:nvSpPr>
            <p:spPr>
              <a:xfrm>
                <a:off x="12297695" y="1255531"/>
                <a:ext cx="50120" cy="38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0">
                    <a:moveTo>
                      <a:pt x="0" y="0"/>
                    </a:moveTo>
                    <a:lnTo>
                      <a:pt x="2875" y="1989"/>
                    </a:lnTo>
                    <a:lnTo>
                      <a:pt x="5262" y="4070"/>
                    </a:lnTo>
                    <a:lnTo>
                      <a:pt x="2387" y="2486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29" name="Surface mesh patch"/>
              <p:cNvSpPr/>
              <p:nvPr/>
            </p:nvSpPr>
            <p:spPr>
              <a:xfrm>
                <a:off x="12347814" y="1294294"/>
                <a:ext cx="50120" cy="235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8">
                    <a:moveTo>
                      <a:pt x="0" y="0"/>
                    </a:moveTo>
                    <a:lnTo>
                      <a:pt x="2875" y="1804"/>
                    </a:lnTo>
                    <a:lnTo>
                      <a:pt x="5262" y="2468"/>
                    </a:lnTo>
                    <a:lnTo>
                      <a:pt x="2387" y="1171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30" name="Surface mesh patch"/>
              <p:cNvSpPr/>
              <p:nvPr/>
            </p:nvSpPr>
            <p:spPr>
              <a:xfrm>
                <a:off x="10921732" y="1438993"/>
                <a:ext cx="50120" cy="30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09">
                    <a:moveTo>
                      <a:pt x="0" y="1274"/>
                    </a:moveTo>
                    <a:lnTo>
                      <a:pt x="2875" y="3209"/>
                    </a:lnTo>
                    <a:lnTo>
                      <a:pt x="5262" y="1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31" name="Surface mesh patch"/>
              <p:cNvSpPr/>
              <p:nvPr/>
            </p:nvSpPr>
            <p:spPr>
              <a:xfrm>
                <a:off x="10971852" y="1443258"/>
                <a:ext cx="50120" cy="341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81">
                    <a:moveTo>
                      <a:pt x="0" y="1465"/>
                    </a:moveTo>
                    <a:lnTo>
                      <a:pt x="2875" y="3581"/>
                    </a:lnTo>
                    <a:lnTo>
                      <a:pt x="5262" y="21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32" name="Surface mesh patch"/>
              <p:cNvSpPr/>
              <p:nvPr/>
            </p:nvSpPr>
            <p:spPr>
              <a:xfrm>
                <a:off x="11021972" y="1447578"/>
                <a:ext cx="50120" cy="38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10">
                    <a:moveTo>
                      <a:pt x="0" y="1666"/>
                    </a:moveTo>
                    <a:lnTo>
                      <a:pt x="2875" y="4010"/>
                    </a:lnTo>
                    <a:lnTo>
                      <a:pt x="5262" y="23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33" name="Surface mesh patch"/>
              <p:cNvSpPr/>
              <p:nvPr/>
            </p:nvSpPr>
            <p:spPr>
              <a:xfrm>
                <a:off x="11072091" y="1452031"/>
                <a:ext cx="50120" cy="419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09">
                    <a:moveTo>
                      <a:pt x="0" y="1890"/>
                    </a:moveTo>
                    <a:lnTo>
                      <a:pt x="2875" y="4409"/>
                    </a:lnTo>
                    <a:lnTo>
                      <a:pt x="5262" y="25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34" name="Surface mesh patch"/>
              <p:cNvSpPr/>
              <p:nvPr/>
            </p:nvSpPr>
            <p:spPr>
              <a:xfrm>
                <a:off x="11122211" y="1455637"/>
                <a:ext cx="50120" cy="446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2">
                    <a:moveTo>
                      <a:pt x="0" y="2148"/>
                    </a:moveTo>
                    <a:lnTo>
                      <a:pt x="2875" y="4692"/>
                    </a:lnTo>
                    <a:lnTo>
                      <a:pt x="5262" y="25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35" name="Surface mesh patch"/>
              <p:cNvSpPr/>
              <p:nvPr/>
            </p:nvSpPr>
            <p:spPr>
              <a:xfrm>
                <a:off x="11172331" y="1456592"/>
                <a:ext cx="50120" cy="458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9">
                    <a:moveTo>
                      <a:pt x="0" y="2436"/>
                    </a:moveTo>
                    <a:lnTo>
                      <a:pt x="2875" y="4809"/>
                    </a:lnTo>
                    <a:lnTo>
                      <a:pt x="5262" y="23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36" name="Surface mesh patch"/>
              <p:cNvSpPr/>
              <p:nvPr/>
            </p:nvSpPr>
            <p:spPr>
              <a:xfrm>
                <a:off x="11222450" y="1452809"/>
                <a:ext cx="50120" cy="45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71">
                    <a:moveTo>
                      <a:pt x="0" y="2746"/>
                    </a:moveTo>
                    <a:lnTo>
                      <a:pt x="2875" y="4771"/>
                    </a:lnTo>
                    <a:lnTo>
                      <a:pt x="5262" y="19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37" name="Surface mesh patch"/>
              <p:cNvSpPr/>
              <p:nvPr/>
            </p:nvSpPr>
            <p:spPr>
              <a:xfrm>
                <a:off x="11272570" y="1442475"/>
                <a:ext cx="50120" cy="443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4">
                    <a:moveTo>
                      <a:pt x="0" y="3077"/>
                    </a:moveTo>
                    <a:lnTo>
                      <a:pt x="2875" y="4654"/>
                    </a:lnTo>
                    <a:lnTo>
                      <a:pt x="5262" y="15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38" name="Surface mesh patch"/>
              <p:cNvSpPr/>
              <p:nvPr/>
            </p:nvSpPr>
            <p:spPr>
              <a:xfrm>
                <a:off x="11322689" y="1424403"/>
                <a:ext cx="50120" cy="4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3">
                    <a:moveTo>
                      <a:pt x="0" y="3441"/>
                    </a:moveTo>
                    <a:lnTo>
                      <a:pt x="2875" y="4583"/>
                    </a:lnTo>
                    <a:lnTo>
                      <a:pt x="5262" y="11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39" name="Surface mesh patch"/>
              <p:cNvSpPr/>
              <p:nvPr/>
            </p:nvSpPr>
            <p:spPr>
              <a:xfrm>
                <a:off x="11372809" y="1398180"/>
                <a:ext cx="50120" cy="446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86">
                    <a:moveTo>
                      <a:pt x="0" y="3866"/>
                    </a:moveTo>
                    <a:lnTo>
                      <a:pt x="2875" y="4686"/>
                    </a:lnTo>
                    <a:lnTo>
                      <a:pt x="5262" y="8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0" name="Surface mesh patch"/>
              <p:cNvSpPr/>
              <p:nvPr/>
            </p:nvSpPr>
            <p:spPr>
              <a:xfrm>
                <a:off x="11422929" y="1364283"/>
                <a:ext cx="50120" cy="48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9">
                    <a:moveTo>
                      <a:pt x="0" y="4366"/>
                    </a:moveTo>
                    <a:lnTo>
                      <a:pt x="2875" y="5059"/>
                    </a:lnTo>
                    <a:lnTo>
                      <a:pt x="5262" y="7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1" name="Surface mesh patch"/>
              <p:cNvSpPr/>
              <p:nvPr/>
            </p:nvSpPr>
            <p:spPr>
              <a:xfrm>
                <a:off x="11473048" y="1324315"/>
                <a:ext cx="50120" cy="544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2">
                    <a:moveTo>
                      <a:pt x="0" y="4917"/>
                    </a:moveTo>
                    <a:lnTo>
                      <a:pt x="2875" y="5722"/>
                    </a:lnTo>
                    <a:lnTo>
                      <a:pt x="5262" y="9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2" name="Surface mesh patch"/>
              <p:cNvSpPr/>
              <p:nvPr/>
            </p:nvSpPr>
            <p:spPr>
              <a:xfrm>
                <a:off x="11523168" y="1281259"/>
                <a:ext cx="50120" cy="628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6">
                    <a:moveTo>
                      <a:pt x="0" y="5435"/>
                    </a:moveTo>
                    <a:lnTo>
                      <a:pt x="2875" y="6596"/>
                    </a:lnTo>
                    <a:lnTo>
                      <a:pt x="5262" y="14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3" name="Surface mesh patch"/>
              <p:cNvSpPr/>
              <p:nvPr/>
            </p:nvSpPr>
            <p:spPr>
              <a:xfrm>
                <a:off x="11573288" y="1239392"/>
                <a:ext cx="50120" cy="715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07">
                    <a:moveTo>
                      <a:pt x="0" y="5797"/>
                    </a:moveTo>
                    <a:lnTo>
                      <a:pt x="2875" y="7507"/>
                    </a:lnTo>
                    <a:lnTo>
                      <a:pt x="5262" y="2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4" name="Surface mesh patch"/>
              <p:cNvSpPr/>
              <p:nvPr/>
            </p:nvSpPr>
            <p:spPr>
              <a:xfrm>
                <a:off x="11623407" y="1203530"/>
                <a:ext cx="50120" cy="78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09">
                    <a:moveTo>
                      <a:pt x="0" y="5882"/>
                    </a:moveTo>
                    <a:lnTo>
                      <a:pt x="2875" y="8209"/>
                    </a:lnTo>
                    <a:lnTo>
                      <a:pt x="5262" y="28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3dee1"/>
              </a:solidFill>
              <a:ln w="3334" cap="flat" cmpd="sng" algn="ctr">
                <a:solidFill>
                  <a:srgbClr val="e3de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5" name="Surface mesh patch"/>
              <p:cNvSpPr/>
              <p:nvPr/>
            </p:nvSpPr>
            <p:spPr>
              <a:xfrm>
                <a:off x="11673527" y="1177602"/>
                <a:ext cx="50120" cy="80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26">
                    <a:moveTo>
                      <a:pt x="0" y="5621"/>
                    </a:moveTo>
                    <a:lnTo>
                      <a:pt x="2875" y="8426"/>
                    </a:lnTo>
                    <a:lnTo>
                      <a:pt x="5262" y="34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6" name="Surface mesh patch"/>
              <p:cNvSpPr/>
              <p:nvPr/>
            </p:nvSpPr>
            <p:spPr>
              <a:xfrm>
                <a:off x="11723647" y="1163054"/>
                <a:ext cx="50120" cy="752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03">
                    <a:moveTo>
                      <a:pt x="0" y="5026"/>
                    </a:moveTo>
                    <a:lnTo>
                      <a:pt x="2875" y="7903"/>
                    </a:lnTo>
                    <a:lnTo>
                      <a:pt x="5262" y="36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2"/>
              </a:solidFill>
              <a:ln w="3334" cap="flat" cmpd="sng" algn="ctr">
                <a:solidFill>
                  <a:srgbClr val="ecdad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7" name="Surface mesh patch"/>
              <p:cNvSpPr/>
              <p:nvPr/>
            </p:nvSpPr>
            <p:spPr>
              <a:xfrm>
                <a:off x="11773766" y="1157877"/>
                <a:ext cx="50120" cy="61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1">
                    <a:moveTo>
                      <a:pt x="0" y="4170"/>
                    </a:moveTo>
                    <a:lnTo>
                      <a:pt x="2875" y="6451"/>
                    </a:lnTo>
                    <a:lnTo>
                      <a:pt x="5262" y="30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8" name="Surface mesh patch"/>
              <p:cNvSpPr/>
              <p:nvPr/>
            </p:nvSpPr>
            <p:spPr>
              <a:xfrm>
                <a:off x="11823886" y="1156977"/>
                <a:ext cx="50120" cy="38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06">
                    <a:moveTo>
                      <a:pt x="0" y="3135"/>
                    </a:moveTo>
                    <a:lnTo>
                      <a:pt x="2875" y="4006"/>
                    </a:lnTo>
                    <a:lnTo>
                      <a:pt x="5262" y="16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d7c9"/>
              </a:solidFill>
              <a:ln w="3334" cap="flat" cmpd="sng" algn="ctr">
                <a:solidFill>
                  <a:srgbClr val="f0d7c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49" name="Surface mesh patch"/>
              <p:cNvSpPr/>
              <p:nvPr/>
            </p:nvSpPr>
            <p:spPr>
              <a:xfrm>
                <a:off x="11874006" y="1150972"/>
                <a:ext cx="50120" cy="21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9">
                    <a:moveTo>
                      <a:pt x="0" y="2289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334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0" name="Surface mesh patch"/>
              <p:cNvSpPr/>
              <p:nvPr/>
            </p:nvSpPr>
            <p:spPr>
              <a:xfrm>
                <a:off x="11924125" y="1116775"/>
                <a:ext cx="50120" cy="341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0">
                    <a:moveTo>
                      <a:pt x="0" y="3590"/>
                    </a:moveTo>
                    <a:lnTo>
                      <a:pt x="2875" y="0"/>
                    </a:lnTo>
                    <a:lnTo>
                      <a:pt x="5262" y="533"/>
                    </a:lnTo>
                    <a:lnTo>
                      <a:pt x="2387" y="2982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1" name="Surface mesh patch"/>
              <p:cNvSpPr/>
              <p:nvPr/>
            </p:nvSpPr>
            <p:spPr>
              <a:xfrm>
                <a:off x="11974245" y="1069987"/>
                <a:ext cx="50120" cy="60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75">
                    <a:moveTo>
                      <a:pt x="0" y="5445"/>
                    </a:moveTo>
                    <a:lnTo>
                      <a:pt x="2875" y="0"/>
                    </a:lnTo>
                    <a:lnTo>
                      <a:pt x="5262" y="2358"/>
                    </a:lnTo>
                    <a:lnTo>
                      <a:pt x="2387" y="6375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2" name="Surface mesh patch"/>
              <p:cNvSpPr/>
              <p:nvPr/>
            </p:nvSpPr>
            <p:spPr>
              <a:xfrm>
                <a:off x="12024364" y="1034550"/>
                <a:ext cx="50120" cy="82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57">
                    <a:moveTo>
                      <a:pt x="0" y="6078"/>
                    </a:moveTo>
                    <a:lnTo>
                      <a:pt x="2875" y="0"/>
                    </a:lnTo>
                    <a:lnTo>
                      <a:pt x="5262" y="4193"/>
                    </a:lnTo>
                    <a:lnTo>
                      <a:pt x="2387" y="8657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3" name="Surface mesh patch"/>
              <p:cNvSpPr/>
              <p:nvPr/>
            </p:nvSpPr>
            <p:spPr>
              <a:xfrm>
                <a:off x="12074484" y="1025251"/>
                <a:ext cx="50120" cy="882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68">
                    <a:moveTo>
                      <a:pt x="0" y="5169"/>
                    </a:moveTo>
                    <a:lnTo>
                      <a:pt x="2875" y="0"/>
                    </a:lnTo>
                    <a:lnTo>
                      <a:pt x="5262" y="5639"/>
                    </a:lnTo>
                    <a:lnTo>
                      <a:pt x="2387" y="9268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4" name="Surface mesh patch"/>
              <p:cNvSpPr/>
              <p:nvPr/>
            </p:nvSpPr>
            <p:spPr>
              <a:xfrm>
                <a:off x="12124604" y="1050008"/>
                <a:ext cx="50120" cy="77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80">
                    <a:moveTo>
                      <a:pt x="0" y="3040"/>
                    </a:moveTo>
                    <a:lnTo>
                      <a:pt x="2875" y="0"/>
                    </a:lnTo>
                    <a:lnTo>
                      <a:pt x="5262" y="6293"/>
                    </a:lnTo>
                    <a:lnTo>
                      <a:pt x="2387" y="8180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5" name="Surface mesh patch"/>
              <p:cNvSpPr/>
              <p:nvPr/>
            </p:nvSpPr>
            <p:spPr>
              <a:xfrm>
                <a:off x="12174723" y="1104966"/>
                <a:ext cx="50120" cy="567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1">
                    <a:moveTo>
                      <a:pt x="0" y="523"/>
                    </a:moveTo>
                    <a:lnTo>
                      <a:pt x="2875" y="0"/>
                    </a:lnTo>
                    <a:lnTo>
                      <a:pt x="5262" y="5961"/>
                    </a:lnTo>
                    <a:lnTo>
                      <a:pt x="2387" y="5930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6" name="Surface mesh patch"/>
              <p:cNvSpPr/>
              <p:nvPr/>
            </p:nvSpPr>
            <p:spPr>
              <a:xfrm>
                <a:off x="12224843" y="1161741"/>
                <a:ext cx="50120" cy="59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56">
                    <a:moveTo>
                      <a:pt x="0" y="0"/>
                    </a:moveTo>
                    <a:lnTo>
                      <a:pt x="2875" y="1483"/>
                    </a:lnTo>
                    <a:lnTo>
                      <a:pt x="5262" y="6256"/>
                    </a:lnTo>
                    <a:lnTo>
                      <a:pt x="2387" y="4824"/>
                    </a:lnTo>
                    <a:close/>
                  </a:path>
                </a:pathLst>
              </a:custGeom>
              <a:solidFill>
                <a:srgbClr val="eadad3"/>
              </a:solidFill>
              <a:ln w="3334" cap="flat" cmpd="sng" algn="ctr">
                <a:solidFill>
                  <a:srgbClr val="ea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7" name="Surface mesh patch"/>
              <p:cNvSpPr/>
              <p:nvPr/>
            </p:nvSpPr>
            <p:spPr>
              <a:xfrm>
                <a:off x="12274963" y="1221324"/>
                <a:ext cx="50120" cy="531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80">
                    <a:moveTo>
                      <a:pt x="0" y="0"/>
                    </a:moveTo>
                    <a:lnTo>
                      <a:pt x="2875" y="2463"/>
                    </a:lnTo>
                    <a:lnTo>
                      <a:pt x="5262" y="5580"/>
                    </a:lnTo>
                    <a:lnTo>
                      <a:pt x="2387" y="3591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8" name="Surface mesh patch"/>
              <p:cNvSpPr/>
              <p:nvPr/>
            </p:nvSpPr>
            <p:spPr>
              <a:xfrm>
                <a:off x="12325082" y="1274474"/>
                <a:ext cx="50120" cy="369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4">
                    <a:moveTo>
                      <a:pt x="0" y="0"/>
                    </a:moveTo>
                    <a:lnTo>
                      <a:pt x="2875" y="2439"/>
                    </a:lnTo>
                    <a:lnTo>
                      <a:pt x="5262" y="3884"/>
                    </a:lnTo>
                    <a:lnTo>
                      <a:pt x="2387" y="2081"/>
                    </a:lnTo>
                    <a:close/>
                  </a:path>
                </a:pathLst>
              </a:custGeom>
              <a:solidFill>
                <a:srgbClr val="d0def4"/>
              </a:solidFill>
              <a:ln w="3334" cap="flat" cmpd="sng" algn="ctr">
                <a:solidFill>
                  <a:srgbClr val="d0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59" name="Surface mesh patch"/>
              <p:cNvSpPr/>
              <p:nvPr/>
            </p:nvSpPr>
            <p:spPr>
              <a:xfrm>
                <a:off x="12375202" y="1311473"/>
                <a:ext cx="50120" cy="180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4">
                    <a:moveTo>
                      <a:pt x="0" y="0"/>
                    </a:moveTo>
                    <a:lnTo>
                      <a:pt x="2875" y="1807"/>
                    </a:lnTo>
                    <a:lnTo>
                      <a:pt x="5262" y="1894"/>
                    </a:lnTo>
                    <a:lnTo>
                      <a:pt x="2387" y="665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0" name="Surface mesh patch"/>
              <p:cNvSpPr/>
              <p:nvPr/>
            </p:nvSpPr>
            <p:spPr>
              <a:xfrm>
                <a:off x="10899000" y="1451127"/>
                <a:ext cx="50120" cy="29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73">
                    <a:moveTo>
                      <a:pt x="0" y="1135"/>
                    </a:moveTo>
                    <a:lnTo>
                      <a:pt x="2875" y="3073"/>
                    </a:lnTo>
                    <a:lnTo>
                      <a:pt x="5262" y="19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1" name="Surface mesh patch"/>
              <p:cNvSpPr/>
              <p:nvPr/>
            </p:nvSpPr>
            <p:spPr>
              <a:xfrm>
                <a:off x="10949120" y="1457213"/>
                <a:ext cx="50120" cy="322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1">
                    <a:moveTo>
                      <a:pt x="0" y="1296"/>
                    </a:moveTo>
                    <a:lnTo>
                      <a:pt x="2875" y="3381"/>
                    </a:lnTo>
                    <a:lnTo>
                      <a:pt x="5262" y="21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2" name="Surface mesh patch"/>
              <p:cNvSpPr/>
              <p:nvPr/>
            </p:nvSpPr>
            <p:spPr>
              <a:xfrm>
                <a:off x="10999240" y="1463444"/>
                <a:ext cx="50120" cy="357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55">
                    <a:moveTo>
                      <a:pt x="0" y="1462"/>
                    </a:moveTo>
                    <a:lnTo>
                      <a:pt x="2875" y="3755"/>
                    </a:lnTo>
                    <a:lnTo>
                      <a:pt x="5262" y="23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3" name="Surface mesh patch"/>
              <p:cNvSpPr/>
              <p:nvPr/>
            </p:nvSpPr>
            <p:spPr>
              <a:xfrm>
                <a:off x="11049359" y="1470036"/>
                <a:ext cx="50120" cy="39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18">
                    <a:moveTo>
                      <a:pt x="0" y="1652"/>
                    </a:moveTo>
                    <a:lnTo>
                      <a:pt x="2875" y="4118"/>
                    </a:lnTo>
                    <a:lnTo>
                      <a:pt x="5262" y="25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4" name="Surface mesh patch"/>
              <p:cNvSpPr/>
              <p:nvPr/>
            </p:nvSpPr>
            <p:spPr>
              <a:xfrm>
                <a:off x="11099479" y="1476094"/>
                <a:ext cx="50120" cy="417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7">
                    <a:moveTo>
                      <a:pt x="0" y="1883"/>
                    </a:moveTo>
                    <a:lnTo>
                      <a:pt x="2875" y="4387"/>
                    </a:lnTo>
                    <a:lnTo>
                      <a:pt x="5262" y="25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5" name="Surface mesh patch"/>
              <p:cNvSpPr/>
              <p:nvPr/>
            </p:nvSpPr>
            <p:spPr>
              <a:xfrm>
                <a:off x="11149599" y="1479794"/>
                <a:ext cx="50120" cy="429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05">
                    <a:moveTo>
                      <a:pt x="0" y="2156"/>
                    </a:moveTo>
                    <a:lnTo>
                      <a:pt x="2875" y="4505"/>
                    </a:lnTo>
                    <a:lnTo>
                      <a:pt x="5262" y="23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6" name="Surface mesh patch"/>
              <p:cNvSpPr/>
              <p:nvPr/>
            </p:nvSpPr>
            <p:spPr>
              <a:xfrm>
                <a:off x="11199718" y="1478970"/>
                <a:ext cx="50120" cy="42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0">
                    <a:moveTo>
                      <a:pt x="0" y="2459"/>
                    </a:moveTo>
                    <a:lnTo>
                      <a:pt x="2875" y="4470"/>
                    </a:lnTo>
                    <a:lnTo>
                      <a:pt x="5262" y="20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7" name="Surface mesh patch"/>
              <p:cNvSpPr/>
              <p:nvPr/>
            </p:nvSpPr>
            <p:spPr>
              <a:xfrm>
                <a:off x="11249838" y="1471782"/>
                <a:ext cx="50120" cy="41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41">
                    <a:moveTo>
                      <a:pt x="0" y="2779"/>
                    </a:moveTo>
                    <a:lnTo>
                      <a:pt x="2875" y="4341"/>
                    </a:lnTo>
                    <a:lnTo>
                      <a:pt x="5262" y="15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8" name="Surface mesh patch"/>
              <p:cNvSpPr/>
              <p:nvPr/>
            </p:nvSpPr>
            <p:spPr>
              <a:xfrm>
                <a:off x="11299958" y="1457181"/>
                <a:ext cx="50120" cy="402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8">
                    <a:moveTo>
                      <a:pt x="0" y="3110"/>
                    </a:moveTo>
                    <a:lnTo>
                      <a:pt x="2875" y="4228"/>
                    </a:lnTo>
                    <a:lnTo>
                      <a:pt x="5262" y="1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69" name="Surface mesh patch"/>
              <p:cNvSpPr/>
              <p:nvPr/>
            </p:nvSpPr>
            <p:spPr>
              <a:xfrm>
                <a:off x="11350077" y="1435002"/>
                <a:ext cx="50120" cy="40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49">
                    <a:moveTo>
                      <a:pt x="0" y="3470"/>
                    </a:moveTo>
                    <a:lnTo>
                      <a:pt x="2875" y="4249"/>
                    </a:lnTo>
                    <a:lnTo>
                      <a:pt x="5262" y="8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70" name="Surface mesh patch"/>
              <p:cNvSpPr/>
              <p:nvPr/>
            </p:nvSpPr>
            <p:spPr>
              <a:xfrm>
                <a:off x="11400197" y="1405870"/>
                <a:ext cx="50120" cy="42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00">
                    <a:moveTo>
                      <a:pt x="0" y="3879"/>
                    </a:moveTo>
                    <a:lnTo>
                      <a:pt x="2875" y="4500"/>
                    </a:lnTo>
                    <a:lnTo>
                      <a:pt x="5262" y="6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71" name="Surface mesh patch"/>
              <p:cNvSpPr/>
              <p:nvPr/>
            </p:nvSpPr>
            <p:spPr>
              <a:xfrm>
                <a:off x="11450317" y="1371145"/>
                <a:ext cx="50120" cy="47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13">
                    <a:moveTo>
                      <a:pt x="0" y="4339"/>
                    </a:moveTo>
                    <a:lnTo>
                      <a:pt x="2875" y="5013"/>
                    </a:lnTo>
                    <a:lnTo>
                      <a:pt x="5262" y="8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72" name="Surface mesh patch"/>
              <p:cNvSpPr/>
              <p:nvPr/>
            </p:nvSpPr>
            <p:spPr>
              <a:xfrm>
                <a:off x="11500436" y="1333027"/>
                <a:ext cx="50120" cy="546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39">
                    <a:moveTo>
                      <a:pt x="0" y="4807"/>
                    </a:moveTo>
                    <a:lnTo>
                      <a:pt x="2875" y="5739"/>
                    </a:lnTo>
                    <a:lnTo>
                      <a:pt x="5262" y="1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73" name="Surface mesh patch"/>
              <p:cNvSpPr/>
              <p:nvPr/>
            </p:nvSpPr>
            <p:spPr>
              <a:xfrm>
                <a:off x="11550556" y="1294612"/>
                <a:ext cx="50120" cy="62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42">
                    <a:moveTo>
                      <a:pt x="0" y="5194"/>
                    </a:moveTo>
                    <a:lnTo>
                      <a:pt x="2875" y="6542"/>
                    </a:lnTo>
                    <a:lnTo>
                      <a:pt x="5262" y="17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74" name="Surface mesh patch"/>
              <p:cNvSpPr/>
              <p:nvPr/>
            </p:nvSpPr>
            <p:spPr>
              <a:xfrm>
                <a:off x="11600675" y="1259559"/>
                <a:ext cx="50120" cy="686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11">
                    <a:moveTo>
                      <a:pt x="0" y="5390"/>
                    </a:moveTo>
                    <a:lnTo>
                      <a:pt x="2875" y="7211"/>
                    </a:lnTo>
                    <a:lnTo>
                      <a:pt x="5262" y="23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75" name="Surface mesh patch"/>
              <p:cNvSpPr/>
              <p:nvPr/>
            </p:nvSpPr>
            <p:spPr>
              <a:xfrm>
                <a:off x="11650795" y="1231145"/>
                <a:ext cx="50120" cy="71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1">
                    <a:moveTo>
                      <a:pt x="0" y="5309"/>
                    </a:moveTo>
                    <a:lnTo>
                      <a:pt x="2875" y="7491"/>
                    </a:lnTo>
                    <a:lnTo>
                      <a:pt x="5262" y="28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76" name="Surface mesh patch"/>
              <p:cNvSpPr/>
              <p:nvPr/>
            </p:nvSpPr>
            <p:spPr>
              <a:xfrm>
                <a:off x="11700915" y="1210927"/>
                <a:ext cx="50120" cy="677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17">
                    <a:moveTo>
                      <a:pt x="0" y="4927"/>
                    </a:moveTo>
                    <a:lnTo>
                      <a:pt x="2875" y="7117"/>
                    </a:lnTo>
                    <a:lnTo>
                      <a:pt x="5262" y="28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5dedf"/>
              </a:solidFill>
              <a:ln w="3334" cap="flat" cmpd="sng" algn="ctr">
                <a:solidFill>
                  <a:srgbClr val="e5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77" name="Surface mesh patch"/>
              <p:cNvSpPr/>
              <p:nvPr/>
            </p:nvSpPr>
            <p:spPr>
              <a:xfrm>
                <a:off x="11751034" y="1197597"/>
                <a:ext cx="50120" cy="557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3">
                    <a:moveTo>
                      <a:pt x="0" y="4276"/>
                    </a:moveTo>
                    <a:lnTo>
                      <a:pt x="2875" y="5853"/>
                    </a:lnTo>
                    <a:lnTo>
                      <a:pt x="5262" y="22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78" name="Surface mesh patch"/>
              <p:cNvSpPr/>
              <p:nvPr/>
            </p:nvSpPr>
            <p:spPr>
              <a:xfrm>
                <a:off x="11801154" y="1186839"/>
                <a:ext cx="50120" cy="33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55">
                    <a:moveTo>
                      <a:pt x="0" y="3410"/>
                    </a:moveTo>
                    <a:lnTo>
                      <a:pt x="2875" y="3555"/>
                    </a:lnTo>
                    <a:lnTo>
                      <a:pt x="5262" y="8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dd9d0"/>
              </a:solidFill>
              <a:ln w="3334" cap="flat" cmpd="sng" algn="ctr">
                <a:solidFill>
                  <a:srgbClr val="ed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79" name="Surface mesh patch"/>
              <p:cNvSpPr/>
              <p:nvPr/>
            </p:nvSpPr>
            <p:spPr>
              <a:xfrm>
                <a:off x="11851274" y="1160975"/>
                <a:ext cx="50120" cy="341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87">
                    <a:moveTo>
                      <a:pt x="0" y="3587"/>
                    </a:moveTo>
                    <a:lnTo>
                      <a:pt x="2875" y="1517"/>
                    </a:lnTo>
                    <a:lnTo>
                      <a:pt x="5262" y="0"/>
                    </a:lnTo>
                    <a:lnTo>
                      <a:pt x="2387" y="1239"/>
                    </a:lnTo>
                    <a:close/>
                  </a:path>
                </a:pathLst>
              </a:custGeom>
              <a:solidFill>
                <a:srgbClr val="f2d6c4"/>
              </a:solidFill>
              <a:ln w="3334" cap="flat" cmpd="sng" algn="ctr">
                <a:solidFill>
                  <a:srgbClr val="f2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0" name="Surface mesh patch"/>
              <p:cNvSpPr/>
              <p:nvPr/>
            </p:nvSpPr>
            <p:spPr>
              <a:xfrm>
                <a:off x="11901393" y="1116661"/>
                <a:ext cx="50120" cy="443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2">
                    <a:moveTo>
                      <a:pt x="0" y="4652"/>
                    </a:moveTo>
                    <a:lnTo>
                      <a:pt x="2875" y="0"/>
                    </a:lnTo>
                    <a:lnTo>
                      <a:pt x="5262" y="12"/>
                    </a:lnTo>
                    <a:lnTo>
                      <a:pt x="2387" y="3602"/>
                    </a:lnTo>
                    <a:close/>
                  </a:path>
                </a:pathLst>
              </a:custGeom>
              <a:solidFill>
                <a:srgbClr val="fad1b5"/>
              </a:solidFill>
              <a:ln w="3334" cap="flat" cmpd="sng" algn="ctr">
                <a:solidFill>
                  <a:srgbClr val="fa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1" name="Surface mesh patch"/>
              <p:cNvSpPr/>
              <p:nvPr/>
            </p:nvSpPr>
            <p:spPr>
              <a:xfrm>
                <a:off x="11951513" y="1051766"/>
                <a:ext cx="50120" cy="700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8">
                    <a:moveTo>
                      <a:pt x="0" y="6825"/>
                    </a:moveTo>
                    <a:lnTo>
                      <a:pt x="2875" y="0"/>
                    </a:lnTo>
                    <a:lnTo>
                      <a:pt x="5262" y="1913"/>
                    </a:lnTo>
                    <a:lnTo>
                      <a:pt x="2387" y="7358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2" name="Surface mesh patch"/>
              <p:cNvSpPr/>
              <p:nvPr/>
            </p:nvSpPr>
            <p:spPr>
              <a:xfrm>
                <a:off x="12001633" y="996510"/>
                <a:ext cx="50120" cy="95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72">
                    <a:moveTo>
                      <a:pt x="0" y="7714"/>
                    </a:moveTo>
                    <a:lnTo>
                      <a:pt x="2875" y="0"/>
                    </a:lnTo>
                    <a:lnTo>
                      <a:pt x="5262" y="3994"/>
                    </a:lnTo>
                    <a:lnTo>
                      <a:pt x="2387" y="10072"/>
                    </a:lnTo>
                    <a:close/>
                  </a:path>
                </a:pathLst>
              </a:custGeom>
              <a:solidFill>
                <a:srgbClr val="fbbda0"/>
              </a:solidFill>
              <a:ln w="3334" cap="flat" cmpd="sng" algn="ctr">
                <a:solidFill>
                  <a:srgbClr val="fbbd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3" name="Surface mesh patch"/>
              <p:cNvSpPr/>
              <p:nvPr/>
            </p:nvSpPr>
            <p:spPr>
              <a:xfrm>
                <a:off x="12051752" y="969664"/>
                <a:ext cx="50120" cy="104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05">
                    <a:moveTo>
                      <a:pt x="0" y="6812"/>
                    </a:moveTo>
                    <a:lnTo>
                      <a:pt x="2875" y="0"/>
                    </a:lnTo>
                    <a:lnTo>
                      <a:pt x="5262" y="5836"/>
                    </a:lnTo>
                    <a:lnTo>
                      <a:pt x="2387" y="11005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4" name="Surface mesh patch"/>
              <p:cNvSpPr/>
              <p:nvPr/>
            </p:nvSpPr>
            <p:spPr>
              <a:xfrm>
                <a:off x="12101872" y="983920"/>
                <a:ext cx="50120" cy="95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79">
                    <a:moveTo>
                      <a:pt x="0" y="4339"/>
                    </a:moveTo>
                    <a:lnTo>
                      <a:pt x="2875" y="0"/>
                    </a:lnTo>
                    <a:lnTo>
                      <a:pt x="5262" y="6938"/>
                    </a:lnTo>
                    <a:lnTo>
                      <a:pt x="2387" y="9979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5" name="Surface mesh patch"/>
              <p:cNvSpPr/>
              <p:nvPr/>
            </p:nvSpPr>
            <p:spPr>
              <a:xfrm>
                <a:off x="12151992" y="1038609"/>
                <a:ext cx="50120" cy="713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0">
                    <a:moveTo>
                      <a:pt x="0" y="1197"/>
                    </a:moveTo>
                    <a:lnTo>
                      <a:pt x="2875" y="0"/>
                    </a:lnTo>
                    <a:lnTo>
                      <a:pt x="5262" y="6967"/>
                    </a:lnTo>
                    <a:lnTo>
                      <a:pt x="2387" y="7490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6" name="Surface mesh patch"/>
              <p:cNvSpPr/>
              <p:nvPr/>
            </p:nvSpPr>
            <p:spPr>
              <a:xfrm>
                <a:off x="12202111" y="1104966"/>
                <a:ext cx="50120" cy="70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44">
                    <a:moveTo>
                      <a:pt x="0" y="0"/>
                    </a:moveTo>
                    <a:lnTo>
                      <a:pt x="2875" y="1502"/>
                    </a:lnTo>
                    <a:lnTo>
                      <a:pt x="5262" y="7444"/>
                    </a:lnTo>
                    <a:lnTo>
                      <a:pt x="2387" y="5961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7" name="Surface mesh patch"/>
              <p:cNvSpPr/>
              <p:nvPr/>
            </p:nvSpPr>
            <p:spPr>
              <a:xfrm>
                <a:off x="12252231" y="1175868"/>
                <a:ext cx="50120" cy="689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35">
                    <a:moveTo>
                      <a:pt x="0" y="0"/>
                    </a:moveTo>
                    <a:lnTo>
                      <a:pt x="2875" y="3008"/>
                    </a:lnTo>
                    <a:lnTo>
                      <a:pt x="5262" y="7235"/>
                    </a:lnTo>
                    <a:lnTo>
                      <a:pt x="2387" y="4772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8" name="Surface mesh patch"/>
              <p:cNvSpPr/>
              <p:nvPr/>
            </p:nvSpPr>
            <p:spPr>
              <a:xfrm>
                <a:off x="12302350" y="1244784"/>
                <a:ext cx="50120" cy="529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56">
                    <a:moveTo>
                      <a:pt x="0" y="0"/>
                    </a:moveTo>
                    <a:lnTo>
                      <a:pt x="2875" y="3219"/>
                    </a:lnTo>
                    <a:lnTo>
                      <a:pt x="5262" y="5556"/>
                    </a:lnTo>
                    <a:lnTo>
                      <a:pt x="2387" y="3117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9" name="Surface mesh patch"/>
              <p:cNvSpPr/>
              <p:nvPr/>
            </p:nvSpPr>
            <p:spPr>
              <a:xfrm>
                <a:off x="12352470" y="1297705"/>
                <a:ext cx="50120" cy="309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53">
                    <a:moveTo>
                      <a:pt x="0" y="0"/>
                    </a:moveTo>
                    <a:lnTo>
                      <a:pt x="2875" y="2552"/>
                    </a:lnTo>
                    <a:lnTo>
                      <a:pt x="5262" y="3253"/>
                    </a:lnTo>
                    <a:lnTo>
                      <a:pt x="2387" y="1446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0" name="Surface mesh patch"/>
              <p:cNvSpPr/>
              <p:nvPr/>
            </p:nvSpPr>
            <p:spPr>
              <a:xfrm>
                <a:off x="12402590" y="1328685"/>
                <a:ext cx="50120" cy="151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91">
                    <a:moveTo>
                      <a:pt x="0" y="0"/>
                    </a:moveTo>
                    <a:lnTo>
                      <a:pt x="2875" y="1591"/>
                    </a:lnTo>
                    <a:lnTo>
                      <a:pt x="5262" y="1125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1" name="Surface mesh patch"/>
              <p:cNvSpPr/>
              <p:nvPr/>
            </p:nvSpPr>
            <p:spPr>
              <a:xfrm>
                <a:off x="10876269" y="1461937"/>
                <a:ext cx="50120" cy="27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37">
                    <a:moveTo>
                      <a:pt x="0" y="1008"/>
                    </a:moveTo>
                    <a:lnTo>
                      <a:pt x="2875" y="2937"/>
                    </a:lnTo>
                    <a:lnTo>
                      <a:pt x="5262" y="19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2" name="Surface mesh patch"/>
              <p:cNvSpPr/>
              <p:nvPr/>
            </p:nvSpPr>
            <p:spPr>
              <a:xfrm>
                <a:off x="10926388" y="1469556"/>
                <a:ext cx="50120" cy="302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1">
                    <a:moveTo>
                      <a:pt x="0" y="1138"/>
                    </a:moveTo>
                    <a:lnTo>
                      <a:pt x="2875" y="3171"/>
                    </a:lnTo>
                    <a:lnTo>
                      <a:pt x="5262" y="20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3" name="Surface mesh patch"/>
              <p:cNvSpPr/>
              <p:nvPr/>
            </p:nvSpPr>
            <p:spPr>
              <a:xfrm>
                <a:off x="10976508" y="1477370"/>
                <a:ext cx="50120" cy="33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4">
                    <a:moveTo>
                      <a:pt x="0" y="1265"/>
                    </a:moveTo>
                    <a:lnTo>
                      <a:pt x="2875" y="3474"/>
                    </a:lnTo>
                    <a:lnTo>
                      <a:pt x="5262" y="22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4" name="Surface mesh patch"/>
              <p:cNvSpPr/>
              <p:nvPr/>
            </p:nvSpPr>
            <p:spPr>
              <a:xfrm>
                <a:off x="11026628" y="1485774"/>
                <a:ext cx="50120" cy="360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3">
                    <a:moveTo>
                      <a:pt x="0" y="1411"/>
                    </a:moveTo>
                    <a:lnTo>
                      <a:pt x="2875" y="3783"/>
                    </a:lnTo>
                    <a:lnTo>
                      <a:pt x="5262" y="2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5" name="Surface mesh patch"/>
              <p:cNvSpPr/>
              <p:nvPr/>
            </p:nvSpPr>
            <p:spPr>
              <a:xfrm>
                <a:off x="11076747" y="1494025"/>
                <a:ext cx="50120" cy="382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20">
                    <a:moveTo>
                      <a:pt x="0" y="1600"/>
                    </a:moveTo>
                    <a:lnTo>
                      <a:pt x="2875" y="4020"/>
                    </a:lnTo>
                    <a:lnTo>
                      <a:pt x="5262" y="25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6" name="Surface mesh patch"/>
              <p:cNvSpPr/>
              <p:nvPr/>
            </p:nvSpPr>
            <p:spPr>
              <a:xfrm>
                <a:off x="11126867" y="1500326"/>
                <a:ext cx="50120" cy="392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6">
                    <a:moveTo>
                      <a:pt x="0" y="1843"/>
                    </a:moveTo>
                    <a:lnTo>
                      <a:pt x="2875" y="4126"/>
                    </a:lnTo>
                    <a:lnTo>
                      <a:pt x="5262" y="23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7" name="Surface mesh patch"/>
              <p:cNvSpPr/>
              <p:nvPr/>
            </p:nvSpPr>
            <p:spPr>
              <a:xfrm>
                <a:off x="11176986" y="1502394"/>
                <a:ext cx="50120" cy="38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90">
                    <a:moveTo>
                      <a:pt x="0" y="2132"/>
                    </a:moveTo>
                    <a:lnTo>
                      <a:pt x="2875" y="4090"/>
                    </a:lnTo>
                    <a:lnTo>
                      <a:pt x="5262" y="20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8" name="Surface mesh patch"/>
              <p:cNvSpPr/>
              <p:nvPr/>
            </p:nvSpPr>
            <p:spPr>
              <a:xfrm>
                <a:off x="11227106" y="1498248"/>
                <a:ext cx="50120" cy="37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58">
                    <a:moveTo>
                      <a:pt x="0" y="2446"/>
                    </a:moveTo>
                    <a:lnTo>
                      <a:pt x="2875" y="3958"/>
                    </a:lnTo>
                    <a:lnTo>
                      <a:pt x="5262" y="1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9" name="Surface mesh patch"/>
              <p:cNvSpPr/>
              <p:nvPr/>
            </p:nvSpPr>
            <p:spPr>
              <a:xfrm>
                <a:off x="11277226" y="1486807"/>
                <a:ext cx="50120" cy="364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2">
                    <a:moveTo>
                      <a:pt x="0" y="2764"/>
                    </a:moveTo>
                    <a:lnTo>
                      <a:pt x="2875" y="3822"/>
                    </a:lnTo>
                    <a:lnTo>
                      <a:pt x="5262" y="1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dfd"/>
              </a:solidFill>
              <a:ln w="3334" cap="flat" cmpd="sng" algn="ctr">
                <a:solidFill>
                  <a:srgbClr val="a1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0" name="Surface mesh patch"/>
              <p:cNvSpPr/>
              <p:nvPr/>
            </p:nvSpPr>
            <p:spPr>
              <a:xfrm>
                <a:off x="11327345" y="1468052"/>
                <a:ext cx="50120" cy="36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9">
                    <a:moveTo>
                      <a:pt x="0" y="3086"/>
                    </a:moveTo>
                    <a:lnTo>
                      <a:pt x="2875" y="3789"/>
                    </a:lnTo>
                    <a:lnTo>
                      <a:pt x="5262" y="7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1" name="Surface mesh patch"/>
              <p:cNvSpPr/>
              <p:nvPr/>
            </p:nvSpPr>
            <p:spPr>
              <a:xfrm>
                <a:off x="11377465" y="1442814"/>
                <a:ext cx="50120" cy="376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48">
                    <a:moveTo>
                      <a:pt x="0" y="3429"/>
                    </a:moveTo>
                    <a:lnTo>
                      <a:pt x="2875" y="3948"/>
                    </a:lnTo>
                    <a:lnTo>
                      <a:pt x="5262" y="6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2" name="Surface mesh patch"/>
              <p:cNvSpPr/>
              <p:nvPr/>
            </p:nvSpPr>
            <p:spPr>
              <a:xfrm>
                <a:off x="11427585" y="1412470"/>
                <a:ext cx="50120" cy="413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8">
                    <a:moveTo>
                      <a:pt x="0" y="3807"/>
                    </a:moveTo>
                    <a:lnTo>
                      <a:pt x="2875" y="4338"/>
                    </a:lnTo>
                    <a:lnTo>
                      <a:pt x="5262" y="6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3" name="Surface mesh patch"/>
              <p:cNvSpPr/>
              <p:nvPr/>
            </p:nvSpPr>
            <p:spPr>
              <a:xfrm>
                <a:off x="11477704" y="1378813"/>
                <a:ext cx="50120" cy="469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9">
                    <a:moveTo>
                      <a:pt x="0" y="4208"/>
                    </a:moveTo>
                    <a:lnTo>
                      <a:pt x="2875" y="4929"/>
                    </a:lnTo>
                    <a:lnTo>
                      <a:pt x="5262" y="9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4" name="Surface mesh patch"/>
              <p:cNvSpPr/>
              <p:nvPr/>
            </p:nvSpPr>
            <p:spPr>
              <a:xfrm>
                <a:off x="11527824" y="1344084"/>
                <a:ext cx="50120" cy="534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6">
                    <a:moveTo>
                      <a:pt x="0" y="4579"/>
                    </a:moveTo>
                    <a:lnTo>
                      <a:pt x="2875" y="5616"/>
                    </a:lnTo>
                    <a:lnTo>
                      <a:pt x="5262" y="13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5" name="Surface mesh patch"/>
              <p:cNvSpPr/>
              <p:nvPr/>
            </p:nvSpPr>
            <p:spPr>
              <a:xfrm>
                <a:off x="11577944" y="1310896"/>
                <a:ext cx="50120" cy="59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6">
                    <a:moveTo>
                      <a:pt x="0" y="4833"/>
                    </a:moveTo>
                    <a:lnTo>
                      <a:pt x="2875" y="6226"/>
                    </a:lnTo>
                    <a:lnTo>
                      <a:pt x="5262" y="18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4"/>
              </a:solidFill>
              <a:ln w="3334" cap="flat" cmpd="sng" algn="ctr">
                <a:solidFill>
                  <a:srgbClr val="cf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6" name="Surface mesh patch"/>
              <p:cNvSpPr/>
              <p:nvPr/>
            </p:nvSpPr>
            <p:spPr>
              <a:xfrm>
                <a:off x="11628063" y="1281717"/>
                <a:ext cx="50120" cy="622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4">
                    <a:moveTo>
                      <a:pt x="0" y="4885"/>
                    </a:moveTo>
                    <a:lnTo>
                      <a:pt x="2875" y="6534"/>
                    </a:lnTo>
                    <a:lnTo>
                      <a:pt x="5262" y="21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7" name="Surface mesh patch"/>
              <p:cNvSpPr/>
              <p:nvPr/>
            </p:nvSpPr>
            <p:spPr>
              <a:xfrm>
                <a:off x="11678183" y="1257857"/>
                <a:ext cx="50120" cy="59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1">
                    <a:moveTo>
                      <a:pt x="0" y="4687"/>
                    </a:moveTo>
                    <a:lnTo>
                      <a:pt x="2875" y="6281"/>
                    </a:lnTo>
                    <a:lnTo>
                      <a:pt x="5262" y="21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ee1ec"/>
              </a:solidFill>
              <a:ln w="3334" cap="flat" cmpd="sng" algn="ctr">
                <a:solidFill>
                  <a:srgbClr val="dee1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8" name="Surface mesh patch"/>
              <p:cNvSpPr/>
              <p:nvPr/>
            </p:nvSpPr>
            <p:spPr>
              <a:xfrm>
                <a:off x="11728303" y="1238328"/>
                <a:ext cx="50120" cy="495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04">
                    <a:moveTo>
                      <a:pt x="0" y="4240"/>
                    </a:moveTo>
                    <a:lnTo>
                      <a:pt x="2875" y="5204"/>
                    </a:lnTo>
                    <a:lnTo>
                      <a:pt x="5262" y="15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3dfe2"/>
              </a:solidFill>
              <a:ln w="3334" cap="flat" cmpd="sng" algn="ctr">
                <a:solidFill>
                  <a:srgbClr val="e3df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9" name="Surface mesh patch"/>
              <p:cNvSpPr/>
              <p:nvPr/>
            </p:nvSpPr>
            <p:spPr>
              <a:xfrm>
                <a:off x="11778422" y="1219320"/>
                <a:ext cx="50120" cy="340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2">
                    <a:moveTo>
                      <a:pt x="0" y="3572"/>
                    </a:moveTo>
                    <a:lnTo>
                      <a:pt x="2875" y="3094"/>
                    </a:lnTo>
                    <a:lnTo>
                      <a:pt x="5262" y="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bd7"/>
              </a:solidFill>
              <a:ln w="3334" cap="flat" cmpd="sng" algn="ctr">
                <a:solidFill>
                  <a:srgbClr val="e8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0" name="Surface mesh patch"/>
              <p:cNvSpPr/>
              <p:nvPr/>
            </p:nvSpPr>
            <p:spPr>
              <a:xfrm>
                <a:off x="11828542" y="1175428"/>
                <a:ext cx="50120" cy="45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53">
                    <a:moveTo>
                      <a:pt x="0" y="4753"/>
                    </a:moveTo>
                    <a:lnTo>
                      <a:pt x="2875" y="1984"/>
                    </a:lnTo>
                    <a:lnTo>
                      <a:pt x="5262" y="0"/>
                    </a:lnTo>
                    <a:lnTo>
                      <a:pt x="2387" y="2069"/>
                    </a:lnTo>
                    <a:close/>
                  </a:path>
                </a:pathLst>
              </a:custGeom>
              <a:solidFill>
                <a:srgbClr val="f0d7c8"/>
              </a:solidFill>
              <a:ln w="3334" cap="flat" cmpd="sng" algn="ctr">
                <a:solidFill>
                  <a:srgbClr val="f0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1" name="Surface mesh patch"/>
              <p:cNvSpPr/>
              <p:nvPr/>
            </p:nvSpPr>
            <p:spPr>
              <a:xfrm>
                <a:off x="11878661" y="1116661"/>
                <a:ext cx="50120" cy="587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70">
                    <a:moveTo>
                      <a:pt x="0" y="6170"/>
                    </a:moveTo>
                    <a:lnTo>
                      <a:pt x="2875" y="610"/>
                    </a:lnTo>
                    <a:lnTo>
                      <a:pt x="5262" y="0"/>
                    </a:lnTo>
                    <a:lnTo>
                      <a:pt x="2387" y="4652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2" name="Surface mesh patch"/>
              <p:cNvSpPr/>
              <p:nvPr/>
            </p:nvSpPr>
            <p:spPr>
              <a:xfrm>
                <a:off x="11928781" y="1039882"/>
                <a:ext cx="50120" cy="76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73">
                    <a:moveTo>
                      <a:pt x="0" y="8061"/>
                    </a:moveTo>
                    <a:lnTo>
                      <a:pt x="2875" y="0"/>
                    </a:lnTo>
                    <a:lnTo>
                      <a:pt x="5262" y="1248"/>
                    </a:lnTo>
                    <a:lnTo>
                      <a:pt x="2387" y="8073"/>
                    </a:lnTo>
                    <a:close/>
                  </a:path>
                </a:pathLst>
              </a:custGeom>
              <a:solidFill>
                <a:srgbClr val="fbc2a5"/>
              </a:solidFill>
              <a:ln w="3334" cap="flat" cmpd="sng" algn="ctr">
                <a:solidFill>
                  <a:srgbClr val="fbc2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3" name="Surface mesh patch"/>
              <p:cNvSpPr/>
              <p:nvPr/>
            </p:nvSpPr>
            <p:spPr>
              <a:xfrm>
                <a:off x="11978901" y="963503"/>
                <a:ext cx="50120" cy="1064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79">
                    <a:moveTo>
                      <a:pt x="0" y="9266"/>
                    </a:moveTo>
                    <a:lnTo>
                      <a:pt x="2875" y="0"/>
                    </a:lnTo>
                    <a:lnTo>
                      <a:pt x="5262" y="3465"/>
                    </a:lnTo>
                    <a:lnTo>
                      <a:pt x="2387" y="11179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4" name="Surface mesh patch"/>
              <p:cNvSpPr/>
              <p:nvPr/>
            </p:nvSpPr>
            <p:spPr>
              <a:xfrm>
                <a:off x="12029020" y="915879"/>
                <a:ext cx="50120" cy="118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59">
                    <a:moveTo>
                      <a:pt x="0" y="8465"/>
                    </a:moveTo>
                    <a:lnTo>
                      <a:pt x="2875" y="0"/>
                    </a:lnTo>
                    <a:lnTo>
                      <a:pt x="5262" y="5647"/>
                    </a:lnTo>
                    <a:lnTo>
                      <a:pt x="2387" y="12459"/>
                    </a:lnTo>
                    <a:close/>
                  </a:path>
                </a:pathLst>
              </a:custGeom>
              <a:solidFill>
                <a:srgbClr val="faa98e"/>
              </a:solidFill>
              <a:ln w="3334" cap="flat" cmpd="sng" algn="ctr">
                <a:solidFill>
                  <a:srgbClr val="faa9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5" name="Surface mesh patch"/>
              <p:cNvSpPr/>
              <p:nvPr/>
            </p:nvSpPr>
            <p:spPr>
              <a:xfrm>
                <a:off x="12079140" y="915138"/>
                <a:ext cx="50120" cy="110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60">
                    <a:moveTo>
                      <a:pt x="0" y="5724"/>
                    </a:moveTo>
                    <a:lnTo>
                      <a:pt x="2875" y="0"/>
                    </a:lnTo>
                    <a:lnTo>
                      <a:pt x="5262" y="7221"/>
                    </a:lnTo>
                    <a:lnTo>
                      <a:pt x="2387" y="11560"/>
                    </a:lnTo>
                    <a:close/>
                  </a:path>
                </a:pathLst>
              </a:custGeom>
              <a:solidFill>
                <a:srgbClr val="faa88d"/>
              </a:solidFill>
              <a:ln w="3334" cap="flat" cmpd="sng" algn="ctr">
                <a:solidFill>
                  <a:srgbClr val="faa8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6" name="Surface mesh patch"/>
              <p:cNvSpPr/>
              <p:nvPr/>
            </p:nvSpPr>
            <p:spPr>
              <a:xfrm>
                <a:off x="12129260" y="965182"/>
                <a:ext cx="50120" cy="84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06">
                    <a:moveTo>
                      <a:pt x="0" y="1967"/>
                    </a:moveTo>
                    <a:lnTo>
                      <a:pt x="2875" y="0"/>
                    </a:lnTo>
                    <a:lnTo>
                      <a:pt x="5262" y="7709"/>
                    </a:lnTo>
                    <a:lnTo>
                      <a:pt x="2387" y="8906"/>
                    </a:lnTo>
                    <a:close/>
                  </a:path>
                </a:pathLst>
              </a:custGeom>
              <a:solidFill>
                <a:srgbClr val="fab196"/>
              </a:solidFill>
              <a:ln w="3334" cap="flat" cmpd="sng" algn="ctr">
                <a:solidFill>
                  <a:srgbClr val="fab1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7" name="Surface mesh patch"/>
              <p:cNvSpPr/>
              <p:nvPr/>
            </p:nvSpPr>
            <p:spPr>
              <a:xfrm>
                <a:off x="12179379" y="1038609"/>
                <a:ext cx="50120" cy="80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69">
                    <a:moveTo>
                      <a:pt x="0" y="0"/>
                    </a:moveTo>
                    <a:lnTo>
                      <a:pt x="2875" y="1488"/>
                    </a:lnTo>
                    <a:lnTo>
                      <a:pt x="5262" y="8469"/>
                    </a:lnTo>
                    <a:lnTo>
                      <a:pt x="2387" y="6967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8" name="Surface mesh patch"/>
              <p:cNvSpPr/>
              <p:nvPr/>
            </p:nvSpPr>
            <p:spPr>
              <a:xfrm>
                <a:off x="12229499" y="1119277"/>
                <a:ext cx="50120" cy="852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49">
                    <a:moveTo>
                      <a:pt x="0" y="0"/>
                    </a:moveTo>
                    <a:lnTo>
                      <a:pt x="2875" y="3620"/>
                    </a:lnTo>
                    <a:lnTo>
                      <a:pt x="5262" y="8949"/>
                    </a:lnTo>
                    <a:lnTo>
                      <a:pt x="2387" y="5941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9" name="Surface mesh patch"/>
              <p:cNvSpPr/>
              <p:nvPr/>
            </p:nvSpPr>
            <p:spPr>
              <a:xfrm>
                <a:off x="12279619" y="1204519"/>
                <a:ext cx="50120" cy="709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46">
                    <a:moveTo>
                      <a:pt x="0" y="0"/>
                    </a:moveTo>
                    <a:lnTo>
                      <a:pt x="2875" y="4151"/>
                    </a:lnTo>
                    <a:lnTo>
                      <a:pt x="5262" y="7446"/>
                    </a:lnTo>
                    <a:lnTo>
                      <a:pt x="2387" y="422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0" name="Surface mesh patch"/>
              <p:cNvSpPr/>
              <p:nvPr/>
            </p:nvSpPr>
            <p:spPr>
              <a:xfrm>
                <a:off x="12329738" y="1275443"/>
                <a:ext cx="50120" cy="4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90">
                    <a:moveTo>
                      <a:pt x="0" y="0"/>
                    </a:moveTo>
                    <a:lnTo>
                      <a:pt x="2875" y="3486"/>
                    </a:lnTo>
                    <a:lnTo>
                      <a:pt x="5262" y="4890"/>
                    </a:lnTo>
                    <a:lnTo>
                      <a:pt x="2387" y="233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1" name="Surface mesh patch"/>
              <p:cNvSpPr/>
              <p:nvPr/>
            </p:nvSpPr>
            <p:spPr>
              <a:xfrm>
                <a:off x="12379858" y="1322016"/>
                <a:ext cx="50120" cy="220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18">
                    <a:moveTo>
                      <a:pt x="0" y="0"/>
                    </a:moveTo>
                    <a:lnTo>
                      <a:pt x="2875" y="2318"/>
                    </a:lnTo>
                    <a:lnTo>
                      <a:pt x="5262" y="2291"/>
                    </a:lnTo>
                    <a:lnTo>
                      <a:pt x="2387" y="70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2" name="Surface mesh patch"/>
              <p:cNvSpPr/>
              <p:nvPr/>
            </p:nvSpPr>
            <p:spPr>
              <a:xfrm>
                <a:off x="12429978" y="1339401"/>
                <a:ext cx="50120" cy="161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">
                    <a:moveTo>
                      <a:pt x="0" y="466"/>
                    </a:moveTo>
                    <a:lnTo>
                      <a:pt x="2875" y="1700"/>
                    </a:lnTo>
                    <a:lnTo>
                      <a:pt x="5262" y="7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3" name="Surface mesh patch"/>
              <p:cNvSpPr/>
              <p:nvPr/>
            </p:nvSpPr>
            <p:spPr>
              <a:xfrm>
                <a:off x="10853537" y="1471542"/>
                <a:ext cx="50120" cy="267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10">
                    <a:moveTo>
                      <a:pt x="0" y="899"/>
                    </a:moveTo>
                    <a:lnTo>
                      <a:pt x="2875" y="2810"/>
                    </a:lnTo>
                    <a:lnTo>
                      <a:pt x="5262" y="19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4" name="Surface mesh patch"/>
              <p:cNvSpPr/>
              <p:nvPr/>
            </p:nvSpPr>
            <p:spPr>
              <a:xfrm>
                <a:off x="10903656" y="1480396"/>
                <a:ext cx="50120" cy="282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65">
                    <a:moveTo>
                      <a:pt x="0" y="999"/>
                    </a:moveTo>
                    <a:lnTo>
                      <a:pt x="2875" y="2965"/>
                    </a:lnTo>
                    <a:lnTo>
                      <a:pt x="5262" y="20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5" name="Surface mesh patch"/>
              <p:cNvSpPr/>
              <p:nvPr/>
            </p:nvSpPr>
            <p:spPr>
              <a:xfrm>
                <a:off x="10953776" y="1489418"/>
                <a:ext cx="50120" cy="303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6">
                    <a:moveTo>
                      <a:pt x="0" y="1085"/>
                    </a:moveTo>
                    <a:lnTo>
                      <a:pt x="2875" y="3186"/>
                    </a:lnTo>
                    <a:lnTo>
                      <a:pt x="5262" y="2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6" name="Surface mesh patch"/>
              <p:cNvSpPr/>
              <p:nvPr/>
            </p:nvSpPr>
            <p:spPr>
              <a:xfrm>
                <a:off x="11003896" y="1499211"/>
                <a:ext cx="50120" cy="326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4">
                    <a:moveTo>
                      <a:pt x="0" y="1181"/>
                    </a:moveTo>
                    <a:lnTo>
                      <a:pt x="2875" y="3424"/>
                    </a:lnTo>
                    <a:lnTo>
                      <a:pt x="5262" y="23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7" name="Surface mesh patch"/>
              <p:cNvSpPr/>
              <p:nvPr/>
            </p:nvSpPr>
            <p:spPr>
              <a:xfrm>
                <a:off x="11054015" y="1509262"/>
                <a:ext cx="50120" cy="34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11">
                    <a:moveTo>
                      <a:pt x="0" y="1317"/>
                    </a:moveTo>
                    <a:lnTo>
                      <a:pt x="2875" y="3611"/>
                    </a:lnTo>
                    <a:lnTo>
                      <a:pt x="5262" y="2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8" name="Surface mesh patch"/>
              <p:cNvSpPr/>
              <p:nvPr/>
            </p:nvSpPr>
            <p:spPr>
              <a:xfrm>
                <a:off x="11104135" y="1517881"/>
                <a:ext cx="50120" cy="35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1">
                    <a:moveTo>
                      <a:pt x="0" y="1515"/>
                    </a:moveTo>
                    <a:lnTo>
                      <a:pt x="2875" y="3691"/>
                    </a:lnTo>
                    <a:lnTo>
                      <a:pt x="5262" y="22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9" name="Surface mesh patch"/>
              <p:cNvSpPr/>
              <p:nvPr/>
            </p:nvSpPr>
            <p:spPr>
              <a:xfrm>
                <a:off x="11154255" y="1522705"/>
                <a:ext cx="50120" cy="34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48">
                    <a:moveTo>
                      <a:pt x="0" y="1776"/>
                    </a:moveTo>
                    <a:lnTo>
                      <a:pt x="2875" y="3648"/>
                    </a:lnTo>
                    <a:lnTo>
                      <a:pt x="5262" y="19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7fd"/>
              </a:solidFill>
              <a:ln w="3334" cap="flat" cmpd="sng" algn="ctr">
                <a:solidFill>
                  <a:srgbClr val="9b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0" name="Surface mesh patch"/>
              <p:cNvSpPr/>
              <p:nvPr/>
            </p:nvSpPr>
            <p:spPr>
              <a:xfrm>
                <a:off x="11204374" y="1521543"/>
                <a:ext cx="50120" cy="334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16">
                    <a:moveTo>
                      <a:pt x="0" y="2080"/>
                    </a:moveTo>
                    <a:lnTo>
                      <a:pt x="2875" y="3516"/>
                    </a:lnTo>
                    <a:lnTo>
                      <a:pt x="5262" y="15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1" name="Surface mesh patch"/>
              <p:cNvSpPr/>
              <p:nvPr/>
            </p:nvSpPr>
            <p:spPr>
              <a:xfrm>
                <a:off x="11254494" y="1513134"/>
                <a:ext cx="50120" cy="32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3">
                    <a:moveTo>
                      <a:pt x="0" y="2395"/>
                    </a:moveTo>
                    <a:lnTo>
                      <a:pt x="2875" y="3373"/>
                    </a:lnTo>
                    <a:lnTo>
                      <a:pt x="5262" y="10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2" name="Surface mesh patch"/>
              <p:cNvSpPr/>
              <p:nvPr/>
            </p:nvSpPr>
            <p:spPr>
              <a:xfrm>
                <a:off x="11304614" y="1497449"/>
                <a:ext cx="50120" cy="31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14">
                    <a:moveTo>
                      <a:pt x="0" y="2705"/>
                    </a:moveTo>
                    <a:lnTo>
                      <a:pt x="2875" y="3314"/>
                    </a:lnTo>
                    <a:lnTo>
                      <a:pt x="5262" y="7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3" name="Surface mesh patch"/>
              <p:cNvSpPr/>
              <p:nvPr/>
            </p:nvSpPr>
            <p:spPr>
              <a:xfrm>
                <a:off x="11354733" y="1475473"/>
                <a:ext cx="50120" cy="32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16">
                    <a:moveTo>
                      <a:pt x="0" y="3010"/>
                    </a:moveTo>
                    <a:lnTo>
                      <a:pt x="2875" y="3416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4" name="Surface mesh patch"/>
              <p:cNvSpPr/>
              <p:nvPr/>
            </p:nvSpPr>
            <p:spPr>
              <a:xfrm>
                <a:off x="11404853" y="1448729"/>
                <a:ext cx="50120" cy="35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7">
                    <a:moveTo>
                      <a:pt x="0" y="3327"/>
                    </a:moveTo>
                    <a:lnTo>
                      <a:pt x="2875" y="3717"/>
                    </a:lnTo>
                    <a:lnTo>
                      <a:pt x="5262" y="5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5" name="Surface mesh patch"/>
              <p:cNvSpPr/>
              <p:nvPr/>
            </p:nvSpPr>
            <p:spPr>
              <a:xfrm>
                <a:off x="11454972" y="1418893"/>
                <a:ext cx="50120" cy="399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6">
                    <a:moveTo>
                      <a:pt x="0" y="3664"/>
                    </a:moveTo>
                    <a:lnTo>
                      <a:pt x="2875" y="4196"/>
                    </a:lnTo>
                    <a:lnTo>
                      <a:pt x="5262" y="7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6" name="Surface mesh patch"/>
              <p:cNvSpPr/>
              <p:nvPr/>
            </p:nvSpPr>
            <p:spPr>
              <a:xfrm>
                <a:off x="11505092" y="1387695"/>
                <a:ext cx="50120" cy="45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74">
                    <a:moveTo>
                      <a:pt x="0" y="3996"/>
                    </a:moveTo>
                    <a:lnTo>
                      <a:pt x="2875" y="4774"/>
                    </a:lnTo>
                    <a:lnTo>
                      <a:pt x="5262" y="1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7" name="Surface mesh patch"/>
              <p:cNvSpPr/>
              <p:nvPr/>
            </p:nvSpPr>
            <p:spPr>
              <a:xfrm>
                <a:off x="11555212" y="1356926"/>
                <a:ext cx="50120" cy="506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13">
                    <a:moveTo>
                      <a:pt x="0" y="4267"/>
                    </a:moveTo>
                    <a:lnTo>
                      <a:pt x="2875" y="5313"/>
                    </a:lnTo>
                    <a:lnTo>
                      <a:pt x="5262" y="1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8" name="Surface mesh patch"/>
              <p:cNvSpPr/>
              <p:nvPr/>
            </p:nvSpPr>
            <p:spPr>
              <a:xfrm>
                <a:off x="11605331" y="1328245"/>
                <a:ext cx="50120" cy="53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20">
                    <a:moveTo>
                      <a:pt x="0" y="4404"/>
                    </a:moveTo>
                    <a:lnTo>
                      <a:pt x="2875" y="5620"/>
                    </a:lnTo>
                    <a:lnTo>
                      <a:pt x="5262" y="16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39" name="Surface mesh patch"/>
              <p:cNvSpPr/>
              <p:nvPr/>
            </p:nvSpPr>
            <p:spPr>
              <a:xfrm>
                <a:off x="11655451" y="1302500"/>
                <a:ext cx="50120" cy="519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9">
                    <a:moveTo>
                      <a:pt x="0" y="4352"/>
                    </a:moveTo>
                    <a:lnTo>
                      <a:pt x="2875" y="5459"/>
                    </a:lnTo>
                    <a:lnTo>
                      <a:pt x="5262" y="15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0" name="Surface mesh patch"/>
              <p:cNvSpPr/>
              <p:nvPr/>
            </p:nvSpPr>
            <p:spPr>
              <a:xfrm>
                <a:off x="11705571" y="1278718"/>
                <a:ext cx="50120" cy="434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58">
                    <a:moveTo>
                      <a:pt x="0" y="4091"/>
                    </a:moveTo>
                    <a:lnTo>
                      <a:pt x="2875" y="4558"/>
                    </a:lnTo>
                    <a:lnTo>
                      <a:pt x="5262" y="9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1" name="Surface mesh patch"/>
              <p:cNvSpPr/>
              <p:nvPr/>
            </p:nvSpPr>
            <p:spPr>
              <a:xfrm>
                <a:off x="11755690" y="1248792"/>
                <a:ext cx="50120" cy="391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6">
                    <a:moveTo>
                      <a:pt x="0" y="4106"/>
                    </a:moveTo>
                    <a:lnTo>
                      <a:pt x="2875" y="3141"/>
                    </a:lnTo>
                    <a:lnTo>
                      <a:pt x="5262" y="0"/>
                    </a:lnTo>
                    <a:lnTo>
                      <a:pt x="2387" y="478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2" name="Surface mesh patch"/>
              <p:cNvSpPr/>
              <p:nvPr/>
            </p:nvSpPr>
            <p:spPr>
              <a:xfrm>
                <a:off x="11805810" y="1194329"/>
                <a:ext cx="50120" cy="544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18">
                    <a:moveTo>
                      <a:pt x="0" y="5718"/>
                    </a:moveTo>
                    <a:lnTo>
                      <a:pt x="2875" y="2425"/>
                    </a:lnTo>
                    <a:lnTo>
                      <a:pt x="5262" y="0"/>
                    </a:lnTo>
                    <a:lnTo>
                      <a:pt x="2387" y="2768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3" name="Surface mesh patch"/>
              <p:cNvSpPr/>
              <p:nvPr/>
            </p:nvSpPr>
            <p:spPr>
              <a:xfrm>
                <a:off x="11855930" y="1122469"/>
                <a:ext cx="50120" cy="718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44">
                    <a:moveTo>
                      <a:pt x="0" y="7544"/>
                    </a:moveTo>
                    <a:lnTo>
                      <a:pt x="2875" y="1295"/>
                    </a:lnTo>
                    <a:lnTo>
                      <a:pt x="5262" y="0"/>
                    </a:lnTo>
                    <a:lnTo>
                      <a:pt x="2387" y="5560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4" name="Surface mesh patch"/>
              <p:cNvSpPr/>
              <p:nvPr/>
            </p:nvSpPr>
            <p:spPr>
              <a:xfrm>
                <a:off x="11906049" y="1036155"/>
                <a:ext cx="50120" cy="86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2">
                    <a:moveTo>
                      <a:pt x="0" y="9062"/>
                    </a:moveTo>
                    <a:lnTo>
                      <a:pt x="2875" y="0"/>
                    </a:lnTo>
                    <a:lnTo>
                      <a:pt x="5262" y="391"/>
                    </a:lnTo>
                    <a:lnTo>
                      <a:pt x="2387" y="8452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5" name="Surface mesh patch"/>
              <p:cNvSpPr/>
              <p:nvPr/>
            </p:nvSpPr>
            <p:spPr>
              <a:xfrm>
                <a:off x="11956169" y="938677"/>
                <a:ext cx="50120" cy="1130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73">
                    <a:moveTo>
                      <a:pt x="0" y="10625"/>
                    </a:moveTo>
                    <a:lnTo>
                      <a:pt x="2875" y="0"/>
                    </a:lnTo>
                    <a:lnTo>
                      <a:pt x="5262" y="2606"/>
                    </a:lnTo>
                    <a:lnTo>
                      <a:pt x="2387" y="11873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6" name="Surface mesh patch"/>
              <p:cNvSpPr/>
              <p:nvPr/>
            </p:nvSpPr>
            <p:spPr>
              <a:xfrm>
                <a:off x="12006289" y="868059"/>
                <a:ext cx="50120" cy="128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86">
                    <a:moveTo>
                      <a:pt x="0" y="10020"/>
                    </a:moveTo>
                    <a:lnTo>
                      <a:pt x="2875" y="0"/>
                    </a:lnTo>
                    <a:lnTo>
                      <a:pt x="5262" y="5020"/>
                    </a:lnTo>
                    <a:lnTo>
                      <a:pt x="2387" y="13486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7" name="Surface mesh patch"/>
              <p:cNvSpPr/>
              <p:nvPr/>
            </p:nvSpPr>
            <p:spPr>
              <a:xfrm>
                <a:off x="12056408" y="848091"/>
                <a:ext cx="50120" cy="121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4">
                    <a:moveTo>
                      <a:pt x="0" y="7117"/>
                    </a:moveTo>
                    <a:lnTo>
                      <a:pt x="2875" y="0"/>
                    </a:lnTo>
                    <a:lnTo>
                      <a:pt x="5262" y="7039"/>
                    </a:lnTo>
                    <a:lnTo>
                      <a:pt x="2387" y="12764"/>
                    </a:lnTo>
                    <a:close/>
                  </a:path>
                </a:pathLst>
              </a:custGeom>
              <a:solidFill>
                <a:srgbClr val="fa967b"/>
              </a:solidFill>
              <a:ln w="3334" cap="flat" cmpd="sng" algn="ctr">
                <a:solidFill>
                  <a:srgbClr val="fa967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8" name="Surface mesh patch"/>
              <p:cNvSpPr/>
              <p:nvPr/>
            </p:nvSpPr>
            <p:spPr>
              <a:xfrm>
                <a:off x="12106528" y="888481"/>
                <a:ext cx="50120" cy="95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20">
                    <a:moveTo>
                      <a:pt x="0" y="2799"/>
                    </a:moveTo>
                    <a:lnTo>
                      <a:pt x="2875" y="0"/>
                    </a:lnTo>
                    <a:lnTo>
                      <a:pt x="5262" y="8053"/>
                    </a:lnTo>
                    <a:lnTo>
                      <a:pt x="2387" y="10020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49" name="Surface mesh patch"/>
              <p:cNvSpPr/>
              <p:nvPr/>
            </p:nvSpPr>
            <p:spPr>
              <a:xfrm>
                <a:off x="12156647" y="965182"/>
                <a:ext cx="50120" cy="87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97">
                    <a:moveTo>
                      <a:pt x="0" y="0"/>
                    </a:moveTo>
                    <a:lnTo>
                      <a:pt x="2875" y="1440"/>
                    </a:lnTo>
                    <a:lnTo>
                      <a:pt x="5262" y="9197"/>
                    </a:lnTo>
                    <a:lnTo>
                      <a:pt x="2387" y="7709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0" name="Surface mesh patch"/>
              <p:cNvSpPr/>
              <p:nvPr/>
            </p:nvSpPr>
            <p:spPr>
              <a:xfrm>
                <a:off x="12206767" y="1052779"/>
                <a:ext cx="50120" cy="10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01">
                    <a:moveTo>
                      <a:pt x="0" y="0"/>
                    </a:moveTo>
                    <a:lnTo>
                      <a:pt x="2875" y="4288"/>
                    </a:lnTo>
                    <a:lnTo>
                      <a:pt x="5262" y="10601"/>
                    </a:lnTo>
                    <a:lnTo>
                      <a:pt x="2387" y="6981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1" name="Surface mesh patch"/>
              <p:cNvSpPr/>
              <p:nvPr/>
            </p:nvSpPr>
            <p:spPr>
              <a:xfrm>
                <a:off x="12256887" y="1153757"/>
                <a:ext cx="50120" cy="902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0">
                    <a:moveTo>
                      <a:pt x="0" y="0"/>
                    </a:moveTo>
                    <a:lnTo>
                      <a:pt x="2875" y="5231"/>
                    </a:lnTo>
                    <a:lnTo>
                      <a:pt x="5262" y="9480"/>
                    </a:lnTo>
                    <a:lnTo>
                      <a:pt x="2387" y="5329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2" name="Surface mesh patch"/>
              <p:cNvSpPr/>
              <p:nvPr/>
            </p:nvSpPr>
            <p:spPr>
              <a:xfrm>
                <a:off x="12307006" y="1244056"/>
                <a:ext cx="50120" cy="64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1">
                    <a:moveTo>
                      <a:pt x="0" y="0"/>
                    </a:moveTo>
                    <a:lnTo>
                      <a:pt x="2875" y="4618"/>
                    </a:lnTo>
                    <a:lnTo>
                      <a:pt x="5262" y="6781"/>
                    </a:lnTo>
                    <a:lnTo>
                      <a:pt x="2387" y="3295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3" name="Surface mesh patch"/>
              <p:cNvSpPr/>
              <p:nvPr/>
            </p:nvSpPr>
            <p:spPr>
              <a:xfrm>
                <a:off x="12357126" y="1308643"/>
                <a:ext cx="50120" cy="354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22">
                    <a:moveTo>
                      <a:pt x="0" y="0"/>
                    </a:moveTo>
                    <a:lnTo>
                      <a:pt x="2875" y="3241"/>
                    </a:lnTo>
                    <a:lnTo>
                      <a:pt x="5262" y="3722"/>
                    </a:lnTo>
                    <a:lnTo>
                      <a:pt x="2387" y="1404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4" name="Surface mesh patch"/>
              <p:cNvSpPr/>
              <p:nvPr/>
            </p:nvSpPr>
            <p:spPr>
              <a:xfrm>
                <a:off x="12407246" y="1343838"/>
                <a:ext cx="50120" cy="17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0">
                    <a:moveTo>
                      <a:pt x="0" y="27"/>
                    </a:moveTo>
                    <a:lnTo>
                      <a:pt x="2875" y="1870"/>
                    </a:lnTo>
                    <a:lnTo>
                      <a:pt x="5262" y="12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5" name="Surface mesh patch"/>
              <p:cNvSpPr/>
              <p:nvPr/>
            </p:nvSpPr>
            <p:spPr>
              <a:xfrm>
                <a:off x="12457365" y="1346847"/>
                <a:ext cx="50120" cy="168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1">
                    <a:moveTo>
                      <a:pt x="0" y="918"/>
                    </a:moveTo>
                    <a:lnTo>
                      <a:pt x="2875" y="1771"/>
                    </a:lnTo>
                    <a:lnTo>
                      <a:pt x="5262" y="5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6" name="Surface mesh patch"/>
              <p:cNvSpPr/>
              <p:nvPr/>
            </p:nvSpPr>
            <p:spPr>
              <a:xfrm>
                <a:off x="10830805" y="1480101"/>
                <a:ext cx="50120" cy="25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1">
                    <a:moveTo>
                      <a:pt x="0" y="807"/>
                    </a:moveTo>
                    <a:lnTo>
                      <a:pt x="2875" y="2701"/>
                    </a:lnTo>
                    <a:lnTo>
                      <a:pt x="5262" y="19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7" name="Surface mesh patch"/>
              <p:cNvSpPr/>
              <p:nvPr/>
            </p:nvSpPr>
            <p:spPr>
              <a:xfrm>
                <a:off x="10880925" y="1489908"/>
                <a:ext cx="50120" cy="264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6">
                    <a:moveTo>
                      <a:pt x="0" y="882"/>
                    </a:moveTo>
                    <a:lnTo>
                      <a:pt x="2875" y="2776"/>
                    </a:lnTo>
                    <a:lnTo>
                      <a:pt x="5262" y="19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8" name="Surface mesh patch"/>
              <p:cNvSpPr/>
              <p:nvPr/>
            </p:nvSpPr>
            <p:spPr>
              <a:xfrm>
                <a:off x="10931044" y="1499756"/>
                <a:ext cx="50120" cy="277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10">
                    <a:moveTo>
                      <a:pt x="0" y="932"/>
                    </a:moveTo>
                    <a:lnTo>
                      <a:pt x="2875" y="2910"/>
                    </a:lnTo>
                    <a:lnTo>
                      <a:pt x="5262" y="21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9" name="Surface mesh patch"/>
              <p:cNvSpPr/>
              <p:nvPr/>
            </p:nvSpPr>
            <p:spPr>
              <a:xfrm>
                <a:off x="10981164" y="1510461"/>
                <a:ext cx="50120" cy="292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66">
                    <a:moveTo>
                      <a:pt x="0" y="977"/>
                    </a:moveTo>
                    <a:lnTo>
                      <a:pt x="2875" y="3066"/>
                    </a:lnTo>
                    <a:lnTo>
                      <a:pt x="5262" y="22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0" name="Surface mesh patch"/>
              <p:cNvSpPr/>
              <p:nvPr/>
            </p:nvSpPr>
            <p:spPr>
              <a:xfrm>
                <a:off x="11031283" y="1521805"/>
                <a:ext cx="50120" cy="30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8">
                    <a:moveTo>
                      <a:pt x="0" y="1052"/>
                    </a:moveTo>
                    <a:lnTo>
                      <a:pt x="2875" y="3188"/>
                    </a:lnTo>
                    <a:lnTo>
                      <a:pt x="5262" y="22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1" name="Surface mesh patch"/>
              <p:cNvSpPr/>
              <p:nvPr/>
            </p:nvSpPr>
            <p:spPr>
              <a:xfrm>
                <a:off x="11081403" y="1532311"/>
                <a:ext cx="50120" cy="30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7">
                    <a:moveTo>
                      <a:pt x="0" y="1192"/>
                    </a:moveTo>
                    <a:lnTo>
                      <a:pt x="2875" y="3227"/>
                    </a:lnTo>
                    <a:lnTo>
                      <a:pt x="5262" y="21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2" name="Surface mesh patch"/>
              <p:cNvSpPr/>
              <p:nvPr/>
            </p:nvSpPr>
            <p:spPr>
              <a:xfrm>
                <a:off x="11131523" y="1539624"/>
                <a:ext cx="50120" cy="30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66">
                    <a:moveTo>
                      <a:pt x="0" y="1409"/>
                    </a:moveTo>
                    <a:lnTo>
                      <a:pt x="2875" y="3166"/>
                    </a:lnTo>
                    <a:lnTo>
                      <a:pt x="5262" y="18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3" name="Surface mesh patch"/>
              <p:cNvSpPr/>
              <p:nvPr/>
            </p:nvSpPr>
            <p:spPr>
              <a:xfrm>
                <a:off x="11181642" y="1541351"/>
                <a:ext cx="50120" cy="288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32">
                    <a:moveTo>
                      <a:pt x="0" y="1690"/>
                    </a:moveTo>
                    <a:lnTo>
                      <a:pt x="2875" y="3032"/>
                    </a:lnTo>
                    <a:lnTo>
                      <a:pt x="5262" y="1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4" name="Surface mesh patch"/>
              <p:cNvSpPr/>
              <p:nvPr/>
            </p:nvSpPr>
            <p:spPr>
              <a:xfrm>
                <a:off x="11231762" y="1535949"/>
                <a:ext cx="50120" cy="27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4">
                    <a:moveTo>
                      <a:pt x="0" y="2004"/>
                    </a:moveTo>
                    <a:lnTo>
                      <a:pt x="2875" y="2894"/>
                    </a:lnTo>
                    <a:lnTo>
                      <a:pt x="5262" y="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5" name="Surface mesh patch"/>
              <p:cNvSpPr/>
              <p:nvPr/>
            </p:nvSpPr>
            <p:spPr>
              <a:xfrm>
                <a:off x="11281882" y="1523210"/>
                <a:ext cx="50120" cy="26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0">
                    <a:moveTo>
                      <a:pt x="0" y="2315"/>
                    </a:moveTo>
                    <a:lnTo>
                      <a:pt x="2875" y="2830"/>
                    </a:lnTo>
                    <a:lnTo>
                      <a:pt x="5262" y="6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6" name="Surface mesh patch"/>
              <p:cNvSpPr/>
              <p:nvPr/>
            </p:nvSpPr>
            <p:spPr>
              <a:xfrm>
                <a:off x="11332001" y="1504143"/>
                <a:ext cx="50120" cy="27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09">
                    <a:moveTo>
                      <a:pt x="0" y="2611"/>
                    </a:moveTo>
                    <a:lnTo>
                      <a:pt x="2875" y="2909"/>
                    </a:lnTo>
                    <a:lnTo>
                      <a:pt x="5262" y="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7" name="Surface mesh patch"/>
              <p:cNvSpPr/>
              <p:nvPr/>
            </p:nvSpPr>
            <p:spPr>
              <a:xfrm>
                <a:off x="11382121" y="1480422"/>
                <a:ext cx="50120" cy="300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8">
                    <a:moveTo>
                      <a:pt x="0" y="2896"/>
                    </a:moveTo>
                    <a:lnTo>
                      <a:pt x="2875" y="3158"/>
                    </a:lnTo>
                    <a:lnTo>
                      <a:pt x="5262" y="3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8" name="Surface mesh patch"/>
              <p:cNvSpPr/>
              <p:nvPr/>
            </p:nvSpPr>
            <p:spPr>
              <a:xfrm>
                <a:off x="11432241" y="1453793"/>
                <a:ext cx="50120" cy="339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0">
                    <a:moveTo>
                      <a:pt x="0" y="3185"/>
                    </a:moveTo>
                    <a:lnTo>
                      <a:pt x="2875" y="3560"/>
                    </a:lnTo>
                    <a:lnTo>
                      <a:pt x="5262" y="5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9" name="Surface mesh patch"/>
              <p:cNvSpPr/>
              <p:nvPr/>
            </p:nvSpPr>
            <p:spPr>
              <a:xfrm>
                <a:off x="11482360" y="1425760"/>
                <a:ext cx="50120" cy="385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50">
                    <a:moveTo>
                      <a:pt x="0" y="3475"/>
                    </a:moveTo>
                    <a:lnTo>
                      <a:pt x="2875" y="4050"/>
                    </a:lnTo>
                    <a:lnTo>
                      <a:pt x="5262" y="7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0" name="Surface mesh patch"/>
              <p:cNvSpPr/>
              <p:nvPr/>
            </p:nvSpPr>
            <p:spPr>
              <a:xfrm>
                <a:off x="11532480" y="1397572"/>
                <a:ext cx="50120" cy="430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17">
                    <a:moveTo>
                      <a:pt x="0" y="3737"/>
                    </a:moveTo>
                    <a:lnTo>
                      <a:pt x="2875" y="4517"/>
                    </a:lnTo>
                    <a:lnTo>
                      <a:pt x="5262" y="10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1" name="Surface mesh patch"/>
              <p:cNvSpPr/>
              <p:nvPr/>
            </p:nvSpPr>
            <p:spPr>
              <a:xfrm>
                <a:off x="11582600" y="1370197"/>
                <a:ext cx="50120" cy="45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4">
                    <a:moveTo>
                      <a:pt x="0" y="3920"/>
                    </a:moveTo>
                    <a:lnTo>
                      <a:pt x="2875" y="4804"/>
                    </a:lnTo>
                    <a:lnTo>
                      <a:pt x="5262" y="12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2" name="Surface mesh patch"/>
              <p:cNvSpPr/>
              <p:nvPr/>
            </p:nvSpPr>
            <p:spPr>
              <a:xfrm>
                <a:off x="11632719" y="1343954"/>
                <a:ext cx="50120" cy="448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5">
                    <a:moveTo>
                      <a:pt x="0" y="3971"/>
                    </a:moveTo>
                    <a:lnTo>
                      <a:pt x="2875" y="4705"/>
                    </a:lnTo>
                    <a:lnTo>
                      <a:pt x="5262" y="1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3" name="Surface mesh patch"/>
              <p:cNvSpPr/>
              <p:nvPr/>
            </p:nvSpPr>
            <p:spPr>
              <a:xfrm>
                <a:off x="11682839" y="1317688"/>
                <a:ext cx="50120" cy="37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0">
                    <a:moveTo>
                      <a:pt x="0" y="3864"/>
                    </a:moveTo>
                    <a:lnTo>
                      <a:pt x="2875" y="3960"/>
                    </a:lnTo>
                    <a:lnTo>
                      <a:pt x="5262" y="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4" name="Surface mesh patch"/>
              <p:cNvSpPr/>
              <p:nvPr/>
            </p:nvSpPr>
            <p:spPr>
              <a:xfrm>
                <a:off x="11732958" y="1278708"/>
                <a:ext cx="50120" cy="434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59">
                    <a:moveTo>
                      <a:pt x="0" y="4559"/>
                    </a:moveTo>
                    <a:lnTo>
                      <a:pt x="2875" y="3258"/>
                    </a:lnTo>
                    <a:lnTo>
                      <a:pt x="5262" y="0"/>
                    </a:lnTo>
                    <a:lnTo>
                      <a:pt x="2387" y="965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5" name="Surface mesh patch"/>
              <p:cNvSpPr/>
              <p:nvPr/>
            </p:nvSpPr>
            <p:spPr>
              <a:xfrm>
                <a:off x="11783078" y="1217427"/>
                <a:ext cx="50120" cy="61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4">
                    <a:moveTo>
                      <a:pt x="0" y="6434"/>
                    </a:moveTo>
                    <a:lnTo>
                      <a:pt x="2875" y="2815"/>
                    </a:lnTo>
                    <a:lnTo>
                      <a:pt x="5262" y="0"/>
                    </a:lnTo>
                    <a:lnTo>
                      <a:pt x="2387" y="3293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6" name="Surface mesh patch"/>
              <p:cNvSpPr/>
              <p:nvPr/>
            </p:nvSpPr>
            <p:spPr>
              <a:xfrm>
                <a:off x="11833198" y="1134804"/>
                <a:ext cx="50120" cy="826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4">
                    <a:moveTo>
                      <a:pt x="0" y="8674"/>
                    </a:moveTo>
                    <a:lnTo>
                      <a:pt x="2875" y="1997"/>
                    </a:lnTo>
                    <a:lnTo>
                      <a:pt x="5262" y="0"/>
                    </a:lnTo>
                    <a:lnTo>
                      <a:pt x="2387" y="6249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7" name="Surface mesh patch"/>
              <p:cNvSpPr/>
              <p:nvPr/>
            </p:nvSpPr>
            <p:spPr>
              <a:xfrm>
                <a:off x="11883317" y="1036155"/>
                <a:ext cx="50120" cy="98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57">
                    <a:moveTo>
                      <a:pt x="0" y="10357"/>
                    </a:moveTo>
                    <a:lnTo>
                      <a:pt x="2875" y="601"/>
                    </a:lnTo>
                    <a:lnTo>
                      <a:pt x="5262" y="0"/>
                    </a:lnTo>
                    <a:lnTo>
                      <a:pt x="2387" y="9062"/>
                    </a:lnTo>
                    <a:close/>
                  </a:path>
                </a:pathLst>
              </a:custGeom>
              <a:solidFill>
                <a:srgbClr val="fbbda1"/>
              </a:solidFill>
              <a:ln w="3334" cap="flat" cmpd="sng" algn="ctr">
                <a:solidFill>
                  <a:srgbClr val="fbbd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8" name="Surface mesh patch"/>
              <p:cNvSpPr/>
              <p:nvPr/>
            </p:nvSpPr>
            <p:spPr>
              <a:xfrm>
                <a:off x="11933437" y="924818"/>
                <a:ext cx="50120" cy="1150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80">
                    <a:moveTo>
                      <a:pt x="0" y="11689"/>
                    </a:moveTo>
                    <a:lnTo>
                      <a:pt x="2875" y="0"/>
                    </a:lnTo>
                    <a:lnTo>
                      <a:pt x="5262" y="1455"/>
                    </a:lnTo>
                    <a:lnTo>
                      <a:pt x="2387" y="1208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9" name="Surface mesh patch"/>
              <p:cNvSpPr/>
              <p:nvPr/>
            </p:nvSpPr>
            <p:spPr>
              <a:xfrm>
                <a:off x="11983557" y="830417"/>
                <a:ext cx="50120" cy="133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72">
                    <a:moveTo>
                      <a:pt x="0" y="11366"/>
                    </a:moveTo>
                    <a:lnTo>
                      <a:pt x="2875" y="0"/>
                    </a:lnTo>
                    <a:lnTo>
                      <a:pt x="5262" y="3952"/>
                    </a:lnTo>
                    <a:lnTo>
                      <a:pt x="2387" y="13972"/>
                    </a:lnTo>
                    <a:close/>
                  </a:path>
                </a:pathLst>
              </a:custGeom>
              <a:solidFill>
                <a:srgbClr val="f68d75"/>
              </a:solidFill>
              <a:ln w="3334" cap="flat" cmpd="sng" algn="ctr">
                <a:solidFill>
                  <a:srgbClr val="f68d7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80" name="Surface mesh patch"/>
              <p:cNvSpPr/>
              <p:nvPr/>
            </p:nvSpPr>
            <p:spPr>
              <a:xfrm>
                <a:off x="12033676" y="787817"/>
                <a:ext cx="50120" cy="128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45">
                    <a:moveTo>
                      <a:pt x="0" y="8424"/>
                    </a:moveTo>
                    <a:lnTo>
                      <a:pt x="2875" y="0"/>
                    </a:lnTo>
                    <a:lnTo>
                      <a:pt x="5262" y="6328"/>
                    </a:lnTo>
                    <a:lnTo>
                      <a:pt x="2387" y="13445"/>
                    </a:lnTo>
                    <a:close/>
                  </a:path>
                </a:pathLst>
              </a:custGeom>
              <a:solidFill>
                <a:srgbClr val="ed7968"/>
              </a:solidFill>
              <a:ln w="3334" cap="flat" cmpd="sng" algn="ctr">
                <a:solidFill>
                  <a:srgbClr val="ed796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81" name="Surface mesh patch"/>
              <p:cNvSpPr/>
              <p:nvPr/>
            </p:nvSpPr>
            <p:spPr>
              <a:xfrm>
                <a:off x="12083796" y="813399"/>
                <a:ext cx="50120" cy="101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81">
                    <a:moveTo>
                      <a:pt x="0" y="3642"/>
                    </a:moveTo>
                    <a:lnTo>
                      <a:pt x="2875" y="0"/>
                    </a:lnTo>
                    <a:lnTo>
                      <a:pt x="5262" y="7883"/>
                    </a:lnTo>
                    <a:lnTo>
                      <a:pt x="2387" y="10681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82" name="Surface mesh patch"/>
              <p:cNvSpPr/>
              <p:nvPr/>
            </p:nvSpPr>
            <p:spPr>
              <a:xfrm>
                <a:off x="12133916" y="888481"/>
                <a:ext cx="50120" cy="904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3">
                    <a:moveTo>
                      <a:pt x="0" y="0"/>
                    </a:moveTo>
                    <a:lnTo>
                      <a:pt x="2875" y="1364"/>
                    </a:lnTo>
                    <a:lnTo>
                      <a:pt x="5262" y="9493"/>
                    </a:lnTo>
                    <a:lnTo>
                      <a:pt x="2387" y="8053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83" name="Surface mesh patch"/>
              <p:cNvSpPr/>
              <p:nvPr/>
            </p:nvSpPr>
            <p:spPr>
              <a:xfrm>
                <a:off x="12184035" y="978899"/>
                <a:ext cx="50120" cy="114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44">
                    <a:moveTo>
                      <a:pt x="0" y="0"/>
                    </a:moveTo>
                    <a:lnTo>
                      <a:pt x="2875" y="4990"/>
                    </a:lnTo>
                    <a:lnTo>
                      <a:pt x="5262" y="12044"/>
                    </a:lnTo>
                    <a:lnTo>
                      <a:pt x="2387" y="7756"/>
                    </a:lnTo>
                    <a:close/>
                  </a:path>
                </a:pathLst>
              </a:custGeom>
              <a:solidFill>
                <a:srgbClr val="fbb498"/>
              </a:solidFill>
              <a:ln w="3334" cap="flat" cmpd="sng" algn="ctr">
                <a:solidFill>
                  <a:srgbClr val="fbb49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84" name="Surface mesh patch"/>
              <p:cNvSpPr/>
              <p:nvPr/>
            </p:nvSpPr>
            <p:spPr>
              <a:xfrm>
                <a:off x="12234155" y="1093617"/>
                <a:ext cx="50120" cy="109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45">
                    <a:moveTo>
                      <a:pt x="0" y="0"/>
                    </a:moveTo>
                    <a:lnTo>
                      <a:pt x="2875" y="6440"/>
                    </a:lnTo>
                    <a:lnTo>
                      <a:pt x="5262" y="11545"/>
                    </a:lnTo>
                    <a:lnTo>
                      <a:pt x="2387" y="6314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85" name="Surface mesh patch"/>
              <p:cNvSpPr/>
              <p:nvPr/>
            </p:nvSpPr>
            <p:spPr>
              <a:xfrm>
                <a:off x="12284275" y="1203585"/>
                <a:ext cx="50120" cy="84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67">
                    <a:moveTo>
                      <a:pt x="0" y="0"/>
                    </a:moveTo>
                    <a:lnTo>
                      <a:pt x="2875" y="5945"/>
                    </a:lnTo>
                    <a:lnTo>
                      <a:pt x="5262" y="8867"/>
                    </a:lnTo>
                    <a:lnTo>
                      <a:pt x="2387" y="4249"/>
                    </a:lnTo>
                    <a:close/>
                  </a:path>
                </a:pathLst>
              </a:custGeom>
              <a:solidFill>
                <a:srgbClr val="e7dcdb"/>
              </a:solidFill>
              <a:ln w="3334" cap="flat" cmpd="sng" algn="ctr">
                <a:solidFill>
                  <a:srgbClr val="e7dc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86" name="Surface mesh patch"/>
              <p:cNvSpPr/>
              <p:nvPr/>
            </p:nvSpPr>
            <p:spPr>
              <a:xfrm>
                <a:off x="12334394" y="1288042"/>
                <a:ext cx="50120" cy="51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3">
                    <a:moveTo>
                      <a:pt x="0" y="0"/>
                    </a:moveTo>
                    <a:lnTo>
                      <a:pt x="2875" y="4371"/>
                    </a:lnTo>
                    <a:lnTo>
                      <a:pt x="5262" y="5403"/>
                    </a:lnTo>
                    <a:lnTo>
                      <a:pt x="2387" y="2163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87" name="Surface mesh patch"/>
              <p:cNvSpPr/>
              <p:nvPr/>
            </p:nvSpPr>
            <p:spPr>
              <a:xfrm>
                <a:off x="12384514" y="1339509"/>
                <a:ext cx="50120" cy="250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28">
                    <a:moveTo>
                      <a:pt x="0" y="0"/>
                    </a:moveTo>
                    <a:lnTo>
                      <a:pt x="2875" y="2628"/>
                    </a:lnTo>
                    <a:lnTo>
                      <a:pt x="5262" y="2324"/>
                    </a:lnTo>
                    <a:lnTo>
                      <a:pt x="2387" y="481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88" name="Surface mesh patch"/>
              <p:cNvSpPr/>
              <p:nvPr/>
            </p:nvSpPr>
            <p:spPr>
              <a:xfrm>
                <a:off x="12434633" y="1355594"/>
                <a:ext cx="50120" cy="183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9">
                    <a:moveTo>
                      <a:pt x="0" y="636"/>
                    </a:moveTo>
                    <a:lnTo>
                      <a:pt x="2875" y="1929"/>
                    </a:lnTo>
                    <a:lnTo>
                      <a:pt x="5262" y="8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89" name="Surface mesh patch"/>
              <p:cNvSpPr/>
              <p:nvPr/>
            </p:nvSpPr>
            <p:spPr>
              <a:xfrm>
                <a:off x="12484753" y="1351981"/>
                <a:ext cx="50120" cy="169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">
                    <a:moveTo>
                      <a:pt x="0" y="1232"/>
                    </a:moveTo>
                    <a:lnTo>
                      <a:pt x="2875" y="1783"/>
                    </a:lnTo>
                    <a:lnTo>
                      <a:pt x="5262" y="3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90" name="Surface mesh patch"/>
              <p:cNvSpPr/>
              <p:nvPr/>
            </p:nvSpPr>
            <p:spPr>
              <a:xfrm>
                <a:off x="10808073" y="1487785"/>
                <a:ext cx="50120" cy="248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4">
                    <a:moveTo>
                      <a:pt x="0" y="733"/>
                    </a:moveTo>
                    <a:lnTo>
                      <a:pt x="2875" y="2614"/>
                    </a:lnTo>
                    <a:lnTo>
                      <a:pt x="5262" y="1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91" name="Surface mesh patch"/>
              <p:cNvSpPr/>
              <p:nvPr/>
            </p:nvSpPr>
            <p:spPr>
              <a:xfrm>
                <a:off x="10858193" y="1498307"/>
                <a:ext cx="50120" cy="249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5">
                    <a:moveTo>
                      <a:pt x="0" y="789"/>
                    </a:moveTo>
                    <a:lnTo>
                      <a:pt x="2875" y="2615"/>
                    </a:lnTo>
                    <a:lnTo>
                      <a:pt x="5262" y="1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92" name="Surface mesh patch"/>
              <p:cNvSpPr/>
              <p:nvPr/>
            </p:nvSpPr>
            <p:spPr>
              <a:xfrm>
                <a:off x="10908312" y="1508634"/>
                <a:ext cx="50120" cy="25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1">
                    <a:moveTo>
                      <a:pt x="0" y="810"/>
                    </a:moveTo>
                    <a:lnTo>
                      <a:pt x="2875" y="2661"/>
                    </a:lnTo>
                    <a:lnTo>
                      <a:pt x="5262" y="1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93" name="Surface mesh patch"/>
              <p:cNvSpPr/>
              <p:nvPr/>
            </p:nvSpPr>
            <p:spPr>
              <a:xfrm>
                <a:off x="10958432" y="1519769"/>
                <a:ext cx="50120" cy="25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29">
                    <a:moveTo>
                      <a:pt x="0" y="809"/>
                    </a:moveTo>
                    <a:lnTo>
                      <a:pt x="2875" y="2729"/>
                    </a:lnTo>
                    <a:lnTo>
                      <a:pt x="5262" y="20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94" name="Surface mesh patch"/>
              <p:cNvSpPr/>
              <p:nvPr/>
            </p:nvSpPr>
            <p:spPr>
              <a:xfrm>
                <a:off x="11008552" y="1531829"/>
                <a:ext cx="50120" cy="26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5">
                    <a:moveTo>
                      <a:pt x="0" y="823"/>
                    </a:moveTo>
                    <a:lnTo>
                      <a:pt x="2875" y="2775"/>
                    </a:lnTo>
                    <a:lnTo>
                      <a:pt x="5262" y="21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95" name="Surface mesh patch"/>
              <p:cNvSpPr/>
              <p:nvPr/>
            </p:nvSpPr>
            <p:spPr>
              <a:xfrm>
                <a:off x="11058671" y="1543661"/>
                <a:ext cx="50120" cy="262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9">
                    <a:moveTo>
                      <a:pt x="0" y="893"/>
                    </a:moveTo>
                    <a:lnTo>
                      <a:pt x="2875" y="2759"/>
                    </a:lnTo>
                    <a:lnTo>
                      <a:pt x="5262" y="20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96" name="Surface mesh patch"/>
              <p:cNvSpPr/>
              <p:nvPr/>
            </p:nvSpPr>
            <p:spPr>
              <a:xfrm>
                <a:off x="11108791" y="1553041"/>
                <a:ext cx="50120" cy="25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9">
                    <a:moveTo>
                      <a:pt x="0" y="1050"/>
                    </a:moveTo>
                    <a:lnTo>
                      <a:pt x="2875" y="2669"/>
                    </a:lnTo>
                    <a:lnTo>
                      <a:pt x="5262" y="17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97" name="Surface mesh patch"/>
              <p:cNvSpPr/>
              <p:nvPr/>
            </p:nvSpPr>
            <p:spPr>
              <a:xfrm>
                <a:off x="11158911" y="1557451"/>
                <a:ext cx="50120" cy="24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9">
                    <a:moveTo>
                      <a:pt x="0" y="1294"/>
                    </a:moveTo>
                    <a:lnTo>
                      <a:pt x="2875" y="2529"/>
                    </a:lnTo>
                    <a:lnTo>
                      <a:pt x="5262" y="13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98" name="Surface mesh patch"/>
              <p:cNvSpPr/>
              <p:nvPr/>
            </p:nvSpPr>
            <p:spPr>
              <a:xfrm>
                <a:off x="11209030" y="1555033"/>
                <a:ext cx="50120" cy="22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1596"/>
                    </a:moveTo>
                    <a:lnTo>
                      <a:pt x="2875" y="2398"/>
                    </a:lnTo>
                    <a:lnTo>
                      <a:pt x="5262" y="8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99" name="Surface mesh patch"/>
              <p:cNvSpPr/>
              <p:nvPr/>
            </p:nvSpPr>
            <p:spPr>
              <a:xfrm>
                <a:off x="11259150" y="1545265"/>
                <a:ext cx="50120" cy="22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7">
                    <a:moveTo>
                      <a:pt x="0" y="1916"/>
                    </a:moveTo>
                    <a:lnTo>
                      <a:pt x="2875" y="2347"/>
                    </a:lnTo>
                    <a:lnTo>
                      <a:pt x="5262" y="5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00" name="Surface mesh patch"/>
              <p:cNvSpPr/>
              <p:nvPr/>
            </p:nvSpPr>
            <p:spPr>
              <a:xfrm>
                <a:off x="11309269" y="1529013"/>
                <a:ext cx="50120" cy="23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1">
                    <a:moveTo>
                      <a:pt x="0" y="2221"/>
                    </a:moveTo>
                    <a:lnTo>
                      <a:pt x="2875" y="2431"/>
                    </a:lnTo>
                    <a:lnTo>
                      <a:pt x="5262" y="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01" name="Surface mesh patch"/>
              <p:cNvSpPr/>
              <p:nvPr/>
            </p:nvSpPr>
            <p:spPr>
              <a:xfrm>
                <a:off x="11359389" y="1508010"/>
                <a:ext cx="50120" cy="25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6">
                    <a:moveTo>
                      <a:pt x="0" y="2503"/>
                    </a:moveTo>
                    <a:lnTo>
                      <a:pt x="2875" y="2666"/>
                    </a:lnTo>
                    <a:lnTo>
                      <a:pt x="5262" y="2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02" name="Surface mesh patch"/>
              <p:cNvSpPr/>
              <p:nvPr/>
            </p:nvSpPr>
            <p:spPr>
              <a:xfrm>
                <a:off x="11409509" y="1484129"/>
                <a:ext cx="50120" cy="28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9">
                    <a:moveTo>
                      <a:pt x="0" y="2769"/>
                    </a:moveTo>
                    <a:lnTo>
                      <a:pt x="2875" y="3029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03" name="Surface mesh patch"/>
              <p:cNvSpPr/>
              <p:nvPr/>
            </p:nvSpPr>
            <p:spPr>
              <a:xfrm>
                <a:off x="11459628" y="1458862"/>
                <a:ext cx="50120" cy="32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0">
                    <a:moveTo>
                      <a:pt x="0" y="3028"/>
                    </a:moveTo>
                    <a:lnTo>
                      <a:pt x="2875" y="3460"/>
                    </a:lnTo>
                    <a:lnTo>
                      <a:pt x="5262" y="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04" name="Surface mesh patch"/>
              <p:cNvSpPr/>
              <p:nvPr/>
            </p:nvSpPr>
            <p:spPr>
              <a:xfrm>
                <a:off x="11509748" y="1433171"/>
                <a:ext cx="50120" cy="36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7">
                    <a:moveTo>
                      <a:pt x="0" y="3272"/>
                    </a:moveTo>
                    <a:lnTo>
                      <a:pt x="2875" y="3867"/>
                    </a:lnTo>
                    <a:lnTo>
                      <a:pt x="5262" y="7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05" name="Surface mesh patch"/>
              <p:cNvSpPr/>
              <p:nvPr/>
            </p:nvSpPr>
            <p:spPr>
              <a:xfrm>
                <a:off x="11559868" y="1407530"/>
                <a:ext cx="50120" cy="39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5">
                    <a:moveTo>
                      <a:pt x="0" y="3471"/>
                    </a:moveTo>
                    <a:lnTo>
                      <a:pt x="2875" y="4125"/>
                    </a:lnTo>
                    <a:lnTo>
                      <a:pt x="5262" y="8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06" name="Surface mesh patch"/>
              <p:cNvSpPr/>
              <p:nvPr/>
            </p:nvSpPr>
            <p:spPr>
              <a:xfrm>
                <a:off x="11609987" y="1381778"/>
                <a:ext cx="50120" cy="38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3">
                    <a:moveTo>
                      <a:pt x="0" y="3588"/>
                    </a:moveTo>
                    <a:lnTo>
                      <a:pt x="2875" y="4063"/>
                    </a:lnTo>
                    <a:lnTo>
                      <a:pt x="5262" y="7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07" name="Surface mesh patch"/>
              <p:cNvSpPr/>
              <p:nvPr/>
            </p:nvSpPr>
            <p:spPr>
              <a:xfrm>
                <a:off x="11660107" y="1354495"/>
                <a:ext cx="50120" cy="342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8">
                    <a:moveTo>
                      <a:pt x="0" y="3598"/>
                    </a:moveTo>
                    <a:lnTo>
                      <a:pt x="2875" y="3450"/>
                    </a:lnTo>
                    <a:lnTo>
                      <a:pt x="5262" y="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08" name="Surface mesh patch"/>
              <p:cNvSpPr/>
              <p:nvPr/>
            </p:nvSpPr>
            <p:spPr>
              <a:xfrm>
                <a:off x="11710227" y="1309737"/>
                <a:ext cx="50120" cy="456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94">
                    <a:moveTo>
                      <a:pt x="0" y="4794"/>
                    </a:moveTo>
                    <a:lnTo>
                      <a:pt x="2875" y="3310"/>
                    </a:lnTo>
                    <a:lnTo>
                      <a:pt x="5262" y="0"/>
                    </a:lnTo>
                    <a:lnTo>
                      <a:pt x="2387" y="1301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09" name="Surface mesh patch"/>
              <p:cNvSpPr/>
              <p:nvPr/>
            </p:nvSpPr>
            <p:spPr>
              <a:xfrm>
                <a:off x="11760346" y="1244237"/>
                <a:ext cx="50120" cy="655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7">
                    <a:moveTo>
                      <a:pt x="0" y="6877"/>
                    </a:moveTo>
                    <a:lnTo>
                      <a:pt x="2875" y="3136"/>
                    </a:lnTo>
                    <a:lnTo>
                      <a:pt x="5262" y="0"/>
                    </a:lnTo>
                    <a:lnTo>
                      <a:pt x="2387" y="3619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0" name="Surface mesh patch"/>
              <p:cNvSpPr/>
              <p:nvPr/>
            </p:nvSpPr>
            <p:spPr>
              <a:xfrm>
                <a:off x="11810466" y="1153827"/>
                <a:ext cx="50120" cy="904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2">
                    <a:moveTo>
                      <a:pt x="0" y="9492"/>
                    </a:moveTo>
                    <a:lnTo>
                      <a:pt x="2875" y="2667"/>
                    </a:lnTo>
                    <a:lnTo>
                      <a:pt x="5262" y="0"/>
                    </a:lnTo>
                    <a:lnTo>
                      <a:pt x="2387" y="6677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1" name="Surface mesh patch"/>
              <p:cNvSpPr/>
              <p:nvPr/>
            </p:nvSpPr>
            <p:spPr>
              <a:xfrm>
                <a:off x="11860586" y="1041883"/>
                <a:ext cx="50120" cy="111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53">
                    <a:moveTo>
                      <a:pt x="0" y="11753"/>
                    </a:moveTo>
                    <a:lnTo>
                      <a:pt x="2875" y="1657"/>
                    </a:lnTo>
                    <a:lnTo>
                      <a:pt x="5262" y="0"/>
                    </a:lnTo>
                    <a:lnTo>
                      <a:pt x="2387" y="9756"/>
                    </a:lnTo>
                    <a:close/>
                  </a:path>
                </a:pathLst>
              </a:custGeom>
              <a:solidFill>
                <a:srgbClr val="fbbda1"/>
              </a:solidFill>
              <a:ln w="3334" cap="flat" cmpd="sng" algn="ctr">
                <a:solidFill>
                  <a:srgbClr val="fbbd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2" name="Surface mesh patch"/>
              <p:cNvSpPr/>
              <p:nvPr/>
            </p:nvSpPr>
            <p:spPr>
              <a:xfrm>
                <a:off x="11910705" y="923982"/>
                <a:ext cx="50120" cy="1179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78">
                    <a:moveTo>
                      <a:pt x="0" y="12378"/>
                    </a:moveTo>
                    <a:lnTo>
                      <a:pt x="2875" y="0"/>
                    </a:lnTo>
                    <a:lnTo>
                      <a:pt x="5262" y="88"/>
                    </a:lnTo>
                    <a:lnTo>
                      <a:pt x="2387" y="11777"/>
                    </a:lnTo>
                    <a:close/>
                  </a:path>
                </a:pathLst>
              </a:custGeom>
              <a:solidFill>
                <a:srgbClr val="faa186"/>
              </a:solidFill>
              <a:ln w="3334" cap="flat" cmpd="sng" algn="ctr">
                <a:solidFill>
                  <a:srgbClr val="faa1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3" name="Surface mesh patch"/>
              <p:cNvSpPr/>
              <p:nvPr/>
            </p:nvSpPr>
            <p:spPr>
              <a:xfrm>
                <a:off x="11960825" y="806710"/>
                <a:ext cx="50120" cy="131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55">
                    <a:moveTo>
                      <a:pt x="0" y="12400"/>
                    </a:moveTo>
                    <a:lnTo>
                      <a:pt x="2875" y="0"/>
                    </a:lnTo>
                    <a:lnTo>
                      <a:pt x="5262" y="2489"/>
                    </a:lnTo>
                    <a:lnTo>
                      <a:pt x="2387" y="13855"/>
                    </a:lnTo>
                    <a:close/>
                  </a:path>
                </a:pathLst>
              </a:custGeom>
              <a:solidFill>
                <a:srgbClr val="ef7c6a"/>
              </a:solidFill>
              <a:ln w="3334" cap="flat" cmpd="sng" algn="ctr">
                <a:solidFill>
                  <a:srgbClr val="ef7c6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4" name="Surface mesh patch"/>
              <p:cNvSpPr/>
              <p:nvPr/>
            </p:nvSpPr>
            <p:spPr>
              <a:xfrm>
                <a:off x="12010944" y="739432"/>
                <a:ext cx="50120" cy="1286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04">
                    <a:moveTo>
                      <a:pt x="0" y="9552"/>
                    </a:moveTo>
                    <a:lnTo>
                      <a:pt x="2875" y="0"/>
                    </a:lnTo>
                    <a:lnTo>
                      <a:pt x="5262" y="5080"/>
                    </a:lnTo>
                    <a:lnTo>
                      <a:pt x="2387" y="13504"/>
                    </a:lnTo>
                    <a:close/>
                  </a:path>
                </a:pathLst>
              </a:custGeom>
              <a:solidFill>
                <a:srgbClr val="e15e57"/>
              </a:solidFill>
              <a:ln w="3334" cap="flat" cmpd="sng" algn="ctr">
                <a:solidFill>
                  <a:srgbClr val="e15e5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5" name="Surface mesh patch"/>
              <p:cNvSpPr/>
              <p:nvPr/>
            </p:nvSpPr>
            <p:spPr>
              <a:xfrm>
                <a:off x="12061064" y="745513"/>
                <a:ext cx="50120" cy="1025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69">
                    <a:moveTo>
                      <a:pt x="0" y="4441"/>
                    </a:moveTo>
                    <a:lnTo>
                      <a:pt x="2875" y="0"/>
                    </a:lnTo>
                    <a:lnTo>
                      <a:pt x="5262" y="7127"/>
                    </a:lnTo>
                    <a:lnTo>
                      <a:pt x="2387" y="10769"/>
                    </a:lnTo>
                    <a:close/>
                  </a:path>
                </a:pathLst>
              </a:custGeom>
              <a:solidFill>
                <a:srgbClr val="e05b55"/>
              </a:solidFill>
              <a:ln w="3334" cap="flat" cmpd="sng" algn="ctr">
                <a:solidFill>
                  <a:srgbClr val="e05b5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6" name="Surface mesh patch"/>
              <p:cNvSpPr/>
              <p:nvPr/>
            </p:nvSpPr>
            <p:spPr>
              <a:xfrm>
                <a:off x="12111184" y="813399"/>
                <a:ext cx="50120" cy="88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47">
                    <a:moveTo>
                      <a:pt x="0" y="0"/>
                    </a:moveTo>
                    <a:lnTo>
                      <a:pt x="2875" y="1266"/>
                    </a:lnTo>
                    <a:lnTo>
                      <a:pt x="5262" y="9247"/>
                    </a:lnTo>
                    <a:lnTo>
                      <a:pt x="2387" y="7883"/>
                    </a:lnTo>
                    <a:close/>
                  </a:path>
                </a:pathLst>
              </a:custGeom>
              <a:solidFill>
                <a:srgbClr val="ec7666"/>
              </a:solidFill>
              <a:ln w="3334" cap="flat" cmpd="sng" algn="ctr">
                <a:solidFill>
                  <a:srgbClr val="ec766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7" name="Surface mesh patch"/>
              <p:cNvSpPr/>
              <p:nvPr/>
            </p:nvSpPr>
            <p:spPr>
              <a:xfrm>
                <a:off x="12161303" y="901474"/>
                <a:ext cx="50120" cy="1249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18">
                    <a:moveTo>
                      <a:pt x="0" y="0"/>
                    </a:moveTo>
                    <a:lnTo>
                      <a:pt x="2875" y="5697"/>
                    </a:lnTo>
                    <a:lnTo>
                      <a:pt x="5262" y="13118"/>
                    </a:lnTo>
                    <a:lnTo>
                      <a:pt x="2387" y="8129"/>
                    </a:lnTo>
                    <a:close/>
                  </a:path>
                </a:pathLst>
              </a:custGeom>
              <a:solidFill>
                <a:srgbClr val="fa9f84"/>
              </a:solidFill>
              <a:ln w="3334" cap="flat" cmpd="sng" algn="ctr">
                <a:solidFill>
                  <a:srgbClr val="fa9f8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8" name="Surface mesh patch"/>
              <p:cNvSpPr/>
              <p:nvPr/>
            </p:nvSpPr>
            <p:spPr>
              <a:xfrm>
                <a:off x="12211423" y="1026426"/>
                <a:ext cx="50120" cy="1285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94">
                    <a:moveTo>
                      <a:pt x="0" y="0"/>
                    </a:moveTo>
                    <a:lnTo>
                      <a:pt x="2875" y="7738"/>
                    </a:lnTo>
                    <a:lnTo>
                      <a:pt x="5262" y="13494"/>
                    </a:lnTo>
                    <a:lnTo>
                      <a:pt x="2387" y="7054"/>
                    </a:lnTo>
                    <a:close/>
                  </a:path>
                </a:pathLst>
              </a:custGeom>
              <a:solidFill>
                <a:srgbClr val="fbbfa3"/>
              </a:solidFill>
              <a:ln w="3334" cap="flat" cmpd="sng" algn="ctr">
                <a:solidFill>
                  <a:srgbClr val="fbbf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9" name="Surface mesh patch"/>
              <p:cNvSpPr/>
              <p:nvPr/>
            </p:nvSpPr>
            <p:spPr>
              <a:xfrm>
                <a:off x="12261543" y="1154956"/>
                <a:ext cx="50120" cy="1052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50">
                    <a:moveTo>
                      <a:pt x="0" y="0"/>
                    </a:moveTo>
                    <a:lnTo>
                      <a:pt x="2875" y="7442"/>
                    </a:lnTo>
                    <a:lnTo>
                      <a:pt x="5262" y="11050"/>
                    </a:lnTo>
                    <a:lnTo>
                      <a:pt x="2387" y="5105"/>
                    </a:lnTo>
                    <a:close/>
                  </a:path>
                </a:pathLst>
              </a:custGeom>
              <a:solidFill>
                <a:srgbClr val="f1d7c7"/>
              </a:solidFill>
              <a:ln w="3334" cap="flat" cmpd="sng" algn="ctr">
                <a:solidFill>
                  <a:srgbClr val="f1d7c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0" name="Surface mesh patch"/>
              <p:cNvSpPr/>
              <p:nvPr/>
            </p:nvSpPr>
            <p:spPr>
              <a:xfrm>
                <a:off x="12311662" y="1260209"/>
                <a:ext cx="50120" cy="69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3">
                    <a:moveTo>
                      <a:pt x="0" y="0"/>
                    </a:moveTo>
                    <a:lnTo>
                      <a:pt x="2875" y="5705"/>
                    </a:lnTo>
                    <a:lnTo>
                      <a:pt x="5262" y="7293"/>
                    </a:lnTo>
                    <a:lnTo>
                      <a:pt x="2387" y="2922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1" name="Surface mesh patch"/>
              <p:cNvSpPr/>
              <p:nvPr/>
            </p:nvSpPr>
            <p:spPr>
              <a:xfrm>
                <a:off x="12361782" y="1329673"/>
                <a:ext cx="50120" cy="34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1">
                    <a:moveTo>
                      <a:pt x="0" y="0"/>
                    </a:moveTo>
                    <a:lnTo>
                      <a:pt x="2875" y="3599"/>
                    </a:lnTo>
                    <a:lnTo>
                      <a:pt x="5262" y="3661"/>
                    </a:lnTo>
                    <a:lnTo>
                      <a:pt x="2387" y="1033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2" name="Surface mesh patch"/>
              <p:cNvSpPr/>
              <p:nvPr/>
            </p:nvSpPr>
            <p:spPr>
              <a:xfrm>
                <a:off x="12411902" y="1361650"/>
                <a:ext cx="50120" cy="207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7">
                    <a:moveTo>
                      <a:pt x="0" y="304"/>
                    </a:moveTo>
                    <a:lnTo>
                      <a:pt x="2875" y="2177"/>
                    </a:lnTo>
                    <a:lnTo>
                      <a:pt x="5262" y="12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3" name="Surface mesh patch"/>
              <p:cNvSpPr/>
              <p:nvPr/>
            </p:nvSpPr>
            <p:spPr>
              <a:xfrm>
                <a:off x="12462021" y="1363718"/>
                <a:ext cx="50120" cy="180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1">
                    <a:moveTo>
                      <a:pt x="0" y="1076"/>
                    </a:moveTo>
                    <a:lnTo>
                      <a:pt x="2875" y="1891"/>
                    </a:lnTo>
                    <a:lnTo>
                      <a:pt x="5262" y="5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4" name="Surface mesh patch"/>
              <p:cNvSpPr/>
              <p:nvPr/>
            </p:nvSpPr>
            <p:spPr>
              <a:xfrm>
                <a:off x="12512141" y="1355589"/>
                <a:ext cx="50120" cy="170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4">
                    <a:moveTo>
                      <a:pt x="0" y="1405"/>
                    </a:moveTo>
                    <a:lnTo>
                      <a:pt x="2875" y="1794"/>
                    </a:lnTo>
                    <a:lnTo>
                      <a:pt x="5262" y="3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5" name="Surface mesh patch"/>
              <p:cNvSpPr/>
              <p:nvPr/>
            </p:nvSpPr>
            <p:spPr>
              <a:xfrm>
                <a:off x="10785341" y="1494766"/>
                <a:ext cx="50120" cy="243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52">
                    <a:moveTo>
                      <a:pt x="0" y="676"/>
                    </a:moveTo>
                    <a:lnTo>
                      <a:pt x="2875" y="2552"/>
                    </a:lnTo>
                    <a:lnTo>
                      <a:pt x="5262" y="18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6" name="Surface mesh patch"/>
              <p:cNvSpPr/>
              <p:nvPr/>
            </p:nvSpPr>
            <p:spPr>
              <a:xfrm>
                <a:off x="10835461" y="1505824"/>
                <a:ext cx="50120" cy="236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8">
                    <a:moveTo>
                      <a:pt x="0" y="720"/>
                    </a:moveTo>
                    <a:lnTo>
                      <a:pt x="2875" y="2488"/>
                    </a:lnTo>
                    <a:lnTo>
                      <a:pt x="5262" y="18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7" name="Surface mesh patch"/>
              <p:cNvSpPr/>
              <p:nvPr/>
            </p:nvSpPr>
            <p:spPr>
              <a:xfrm>
                <a:off x="10885580" y="1516349"/>
                <a:ext cx="50120" cy="23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2">
                    <a:moveTo>
                      <a:pt x="0" y="721"/>
                    </a:moveTo>
                    <a:lnTo>
                      <a:pt x="2875" y="2452"/>
                    </a:lnTo>
                    <a:lnTo>
                      <a:pt x="5262" y="18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8" name="Surface mesh patch"/>
              <p:cNvSpPr/>
              <p:nvPr/>
            </p:nvSpPr>
            <p:spPr>
              <a:xfrm>
                <a:off x="10935700" y="1527475"/>
                <a:ext cx="50120" cy="231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1">
                    <a:moveTo>
                      <a:pt x="0" y="683"/>
                    </a:moveTo>
                    <a:lnTo>
                      <a:pt x="2875" y="2431"/>
                    </a:lnTo>
                    <a:lnTo>
                      <a:pt x="5262" y="1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9" name="Surface mesh patch"/>
              <p:cNvSpPr/>
              <p:nvPr/>
            </p:nvSpPr>
            <p:spPr>
              <a:xfrm>
                <a:off x="10985820" y="1539665"/>
                <a:ext cx="50120" cy="228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5">
                    <a:moveTo>
                      <a:pt x="0" y="640"/>
                    </a:moveTo>
                    <a:lnTo>
                      <a:pt x="2875" y="2395"/>
                    </a:lnTo>
                    <a:lnTo>
                      <a:pt x="5262" y="19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0" name="Surface mesh patch"/>
              <p:cNvSpPr/>
              <p:nvPr/>
            </p:nvSpPr>
            <p:spPr>
              <a:xfrm>
                <a:off x="11035939" y="1552170"/>
                <a:ext cx="50120" cy="22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16">
                    <a:moveTo>
                      <a:pt x="0" y="639"/>
                    </a:moveTo>
                    <a:lnTo>
                      <a:pt x="2875" y="2316"/>
                    </a:lnTo>
                    <a:lnTo>
                      <a:pt x="5262" y="1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1" name="Surface mesh patch"/>
              <p:cNvSpPr/>
              <p:nvPr/>
            </p:nvSpPr>
            <p:spPr>
              <a:xfrm>
                <a:off x="11086059" y="1563047"/>
                <a:ext cx="50120" cy="208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724"/>
                    </a:moveTo>
                    <a:lnTo>
                      <a:pt x="2875" y="2185"/>
                    </a:lnTo>
                    <a:lnTo>
                      <a:pt x="5262" y="16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2" name="Surface mesh patch"/>
              <p:cNvSpPr/>
              <p:nvPr/>
            </p:nvSpPr>
            <p:spPr>
              <a:xfrm>
                <a:off x="11136179" y="1569776"/>
                <a:ext cx="50120" cy="19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9">
                    <a:moveTo>
                      <a:pt x="0" y="912"/>
                    </a:moveTo>
                    <a:lnTo>
                      <a:pt x="2875" y="2029"/>
                    </a:lnTo>
                    <a:lnTo>
                      <a:pt x="5262" y="12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3" name="Surface mesh patch"/>
              <p:cNvSpPr/>
              <p:nvPr/>
            </p:nvSpPr>
            <p:spPr>
              <a:xfrm>
                <a:off x="11186298" y="1570234"/>
                <a:ext cx="50120" cy="181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5">
                    <a:moveTo>
                      <a:pt x="0" y="1187"/>
                    </a:moveTo>
                    <a:lnTo>
                      <a:pt x="2875" y="1905"/>
                    </a:lnTo>
                    <a:lnTo>
                      <a:pt x="5262" y="8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4" name="Surface mesh patch"/>
              <p:cNvSpPr/>
              <p:nvPr/>
            </p:nvSpPr>
            <p:spPr>
              <a:xfrm>
                <a:off x="11236418" y="1563510"/>
                <a:ext cx="50120" cy="178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7">
                    <a:moveTo>
                      <a:pt x="0" y="1508"/>
                    </a:moveTo>
                    <a:lnTo>
                      <a:pt x="2875" y="1877"/>
                    </a:lnTo>
                    <a:lnTo>
                      <a:pt x="5262" y="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5" name="Surface mesh patch"/>
              <p:cNvSpPr/>
              <p:nvPr/>
            </p:nvSpPr>
            <p:spPr>
              <a:xfrm>
                <a:off x="11286538" y="1550167"/>
                <a:ext cx="50120" cy="18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6">
                    <a:moveTo>
                      <a:pt x="0" y="1833"/>
                    </a:moveTo>
                    <a:lnTo>
                      <a:pt x="2875" y="1986"/>
                    </a:lnTo>
                    <a:lnTo>
                      <a:pt x="5262" y="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6" name="Surface mesh patch"/>
              <p:cNvSpPr/>
              <p:nvPr/>
            </p:nvSpPr>
            <p:spPr>
              <a:xfrm>
                <a:off x="11336657" y="1531847"/>
                <a:ext cx="50120" cy="213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41">
                    <a:moveTo>
                      <a:pt x="0" y="2133"/>
                    </a:moveTo>
                    <a:lnTo>
                      <a:pt x="2875" y="2241"/>
                    </a:lnTo>
                    <a:lnTo>
                      <a:pt x="5262" y="1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7" name="Surface mesh patch"/>
              <p:cNvSpPr/>
              <p:nvPr/>
            </p:nvSpPr>
            <p:spPr>
              <a:xfrm>
                <a:off x="11386777" y="1510500"/>
                <a:ext cx="50120" cy="24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04">
                    <a:moveTo>
                      <a:pt x="0" y="2404"/>
                    </a:moveTo>
                    <a:lnTo>
                      <a:pt x="2875" y="2604"/>
                    </a:lnTo>
                    <a:lnTo>
                      <a:pt x="5262" y="2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8" name="Surface mesh patch"/>
              <p:cNvSpPr/>
              <p:nvPr/>
            </p:nvSpPr>
            <p:spPr>
              <a:xfrm>
                <a:off x="11436897" y="1487703"/>
                <a:ext cx="50120" cy="286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1">
                    <a:moveTo>
                      <a:pt x="0" y="2654"/>
                    </a:moveTo>
                    <a:lnTo>
                      <a:pt x="2875" y="3011"/>
                    </a:lnTo>
                    <a:lnTo>
                      <a:pt x="5262" y="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9" name="Surface mesh patch"/>
              <p:cNvSpPr/>
              <p:nvPr/>
            </p:nvSpPr>
            <p:spPr>
              <a:xfrm>
                <a:off x="11487016" y="1464335"/>
                <a:ext cx="50120" cy="322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1">
                    <a:moveTo>
                      <a:pt x="0" y="2885"/>
                    </a:moveTo>
                    <a:lnTo>
                      <a:pt x="2875" y="3381"/>
                    </a:lnTo>
                    <a:lnTo>
                      <a:pt x="5262" y="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0" name="Surface mesh patch"/>
              <p:cNvSpPr/>
              <p:nvPr/>
            </p:nvSpPr>
            <p:spPr>
              <a:xfrm>
                <a:off x="11537136" y="1440592"/>
                <a:ext cx="50120" cy="34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12">
                    <a:moveTo>
                      <a:pt x="0" y="3088"/>
                    </a:moveTo>
                    <a:lnTo>
                      <a:pt x="2875" y="3612"/>
                    </a:lnTo>
                    <a:lnTo>
                      <a:pt x="5262" y="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1" name="Surface mesh patch"/>
              <p:cNvSpPr/>
              <p:nvPr/>
            </p:nvSpPr>
            <p:spPr>
              <a:xfrm>
                <a:off x="11587255" y="1415954"/>
                <a:ext cx="50120" cy="34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0">
                    <a:moveTo>
                      <a:pt x="0" y="3241"/>
                    </a:moveTo>
                    <a:lnTo>
                      <a:pt x="2875" y="3570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2" name="Surface mesh patch"/>
              <p:cNvSpPr/>
              <p:nvPr/>
            </p:nvSpPr>
            <p:spPr>
              <a:xfrm>
                <a:off x="11637375" y="1387352"/>
                <a:ext cx="50120" cy="33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8">
                    <a:moveTo>
                      <a:pt x="0" y="3478"/>
                    </a:moveTo>
                    <a:lnTo>
                      <a:pt x="2875" y="3208"/>
                    </a:lnTo>
                    <a:lnTo>
                      <a:pt x="5262" y="0"/>
                    </a:lnTo>
                    <a:lnTo>
                      <a:pt x="2387" y="148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3" name="Surface mesh patch"/>
              <p:cNvSpPr/>
              <p:nvPr/>
            </p:nvSpPr>
            <p:spPr>
              <a:xfrm>
                <a:off x="11687495" y="1341262"/>
                <a:ext cx="50120" cy="460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9">
                    <a:moveTo>
                      <a:pt x="0" y="4839"/>
                    </a:moveTo>
                    <a:lnTo>
                      <a:pt x="2875" y="3314"/>
                    </a:lnTo>
                    <a:lnTo>
                      <a:pt x="5262" y="0"/>
                    </a:lnTo>
                    <a:lnTo>
                      <a:pt x="2387" y="1485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4" name="Surface mesh patch"/>
              <p:cNvSpPr/>
              <p:nvPr/>
            </p:nvSpPr>
            <p:spPr>
              <a:xfrm>
                <a:off x="11737614" y="1274103"/>
                <a:ext cx="50120" cy="671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51">
                    <a:moveTo>
                      <a:pt x="0" y="7051"/>
                    </a:moveTo>
                    <a:lnTo>
                      <a:pt x="2875" y="3379"/>
                    </a:lnTo>
                    <a:lnTo>
                      <a:pt x="5262" y="0"/>
                    </a:lnTo>
                    <a:lnTo>
                      <a:pt x="2387" y="3741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5" name="Surface mesh patch"/>
              <p:cNvSpPr/>
              <p:nvPr/>
            </p:nvSpPr>
            <p:spPr>
              <a:xfrm>
                <a:off x="11787734" y="1179233"/>
                <a:ext cx="50120" cy="948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60">
                    <a:moveTo>
                      <a:pt x="0" y="9960"/>
                    </a:moveTo>
                    <a:lnTo>
                      <a:pt x="2875" y="3261"/>
                    </a:lnTo>
                    <a:lnTo>
                      <a:pt x="5262" y="0"/>
                    </a:lnTo>
                    <a:lnTo>
                      <a:pt x="2387" y="6824"/>
                    </a:lnTo>
                    <a:close/>
                  </a:path>
                </a:pathLst>
              </a:custGeom>
              <a:solidFill>
                <a:srgbClr val="f3d6c3"/>
              </a:solidFill>
              <a:ln w="3334" cap="flat" cmpd="sng" algn="ctr">
                <a:solidFill>
                  <a:srgbClr val="f3d6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6" name="Surface mesh patch"/>
              <p:cNvSpPr/>
              <p:nvPr/>
            </p:nvSpPr>
            <p:spPr>
              <a:xfrm>
                <a:off x="11837854" y="1057662"/>
                <a:ext cx="50120" cy="121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3">
                    <a:moveTo>
                      <a:pt x="0" y="12763"/>
                    </a:moveTo>
                    <a:lnTo>
                      <a:pt x="2875" y="2693"/>
                    </a:lnTo>
                    <a:lnTo>
                      <a:pt x="5262" y="0"/>
                    </a:lnTo>
                    <a:lnTo>
                      <a:pt x="2387" y="10096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7" name="Surface mesh patch"/>
              <p:cNvSpPr/>
              <p:nvPr/>
            </p:nvSpPr>
            <p:spPr>
              <a:xfrm>
                <a:off x="11887973" y="923982"/>
                <a:ext cx="50120" cy="1336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035">
                    <a:moveTo>
                      <a:pt x="0" y="14035"/>
                    </a:moveTo>
                    <a:lnTo>
                      <a:pt x="2875" y="1389"/>
                    </a:lnTo>
                    <a:lnTo>
                      <a:pt x="5262" y="0"/>
                    </a:lnTo>
                    <a:lnTo>
                      <a:pt x="2387" y="12378"/>
                    </a:lnTo>
                    <a:close/>
                  </a:path>
                </a:pathLst>
              </a:custGeom>
              <a:solidFill>
                <a:srgbClr val="faa185"/>
              </a:solidFill>
              <a:ln w="3334" cap="flat" cmpd="sng" algn="ctr">
                <a:solidFill>
                  <a:srgbClr val="faa18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8" name="Surface mesh patch"/>
              <p:cNvSpPr/>
              <p:nvPr/>
            </p:nvSpPr>
            <p:spPr>
              <a:xfrm>
                <a:off x="11938093" y="799745"/>
                <a:ext cx="50120" cy="1250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31">
                    <a:moveTo>
                      <a:pt x="0" y="13043"/>
                    </a:moveTo>
                    <a:lnTo>
                      <a:pt x="2875" y="0"/>
                    </a:lnTo>
                    <a:lnTo>
                      <a:pt x="5262" y="731"/>
                    </a:lnTo>
                    <a:lnTo>
                      <a:pt x="2387" y="13131"/>
                    </a:lnTo>
                    <a:close/>
                  </a:path>
                </a:pathLst>
              </a:custGeom>
              <a:solidFill>
                <a:srgbClr val="ea7264"/>
              </a:solidFill>
              <a:ln w="3334" cap="flat" cmpd="sng" algn="ctr">
                <a:solidFill>
                  <a:srgbClr val="ea72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9" name="Surface mesh patch"/>
              <p:cNvSpPr/>
              <p:nvPr/>
            </p:nvSpPr>
            <p:spPr>
              <a:xfrm>
                <a:off x="11988213" y="707514"/>
                <a:ext cx="50120" cy="1229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03">
                    <a:moveTo>
                      <a:pt x="0" y="10414"/>
                    </a:moveTo>
                    <a:lnTo>
                      <a:pt x="2875" y="0"/>
                    </a:lnTo>
                    <a:lnTo>
                      <a:pt x="5262" y="3351"/>
                    </a:lnTo>
                    <a:lnTo>
                      <a:pt x="2387" y="12903"/>
                    </a:lnTo>
                    <a:close/>
                  </a:path>
                </a:pathLst>
              </a:custGeom>
              <a:solidFill>
                <a:srgbClr val="d84949"/>
              </a:solidFill>
              <a:ln w="3334" cap="flat" cmpd="sng" algn="ctr">
                <a:solidFill>
                  <a:srgbClr val="d8494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0" name="Surface mesh patch"/>
              <p:cNvSpPr/>
              <p:nvPr/>
            </p:nvSpPr>
            <p:spPr>
              <a:xfrm>
                <a:off x="12038332" y="690499"/>
                <a:ext cx="50120" cy="97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17">
                    <a:moveTo>
                      <a:pt x="0" y="5137"/>
                    </a:moveTo>
                    <a:lnTo>
                      <a:pt x="2875" y="0"/>
                    </a:lnTo>
                    <a:lnTo>
                      <a:pt x="5262" y="5776"/>
                    </a:lnTo>
                    <a:lnTo>
                      <a:pt x="2387" y="10217"/>
                    </a:lnTo>
                    <a:close/>
                  </a:path>
                </a:pathLst>
              </a:custGeom>
              <a:solidFill>
                <a:srgbClr val="d23c41"/>
              </a:solidFill>
              <a:ln w="3334" cap="flat" cmpd="sng" algn="ctr">
                <a:solidFill>
                  <a:srgbClr val="d23c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1" name="Surface mesh patch"/>
              <p:cNvSpPr/>
              <p:nvPr/>
            </p:nvSpPr>
            <p:spPr>
              <a:xfrm>
                <a:off x="12088452" y="745513"/>
                <a:ext cx="50120" cy="799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93">
                    <a:moveTo>
                      <a:pt x="0" y="0"/>
                    </a:moveTo>
                    <a:lnTo>
                      <a:pt x="2875" y="1154"/>
                    </a:lnTo>
                    <a:lnTo>
                      <a:pt x="5262" y="8393"/>
                    </a:lnTo>
                    <a:lnTo>
                      <a:pt x="2387" y="7127"/>
                    </a:lnTo>
                    <a:close/>
                  </a:path>
                </a:pathLst>
              </a:custGeom>
              <a:solidFill>
                <a:srgbClr val="dc514e"/>
              </a:solidFill>
              <a:ln w="3334" cap="flat" cmpd="sng" algn="ctr">
                <a:solidFill>
                  <a:srgbClr val="dc514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2" name="Surface mesh patch"/>
              <p:cNvSpPr/>
              <p:nvPr/>
            </p:nvSpPr>
            <p:spPr>
              <a:xfrm>
                <a:off x="12138572" y="825457"/>
                <a:ext cx="50120" cy="130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78">
                    <a:moveTo>
                      <a:pt x="0" y="0"/>
                    </a:moveTo>
                    <a:lnTo>
                      <a:pt x="2875" y="6371"/>
                    </a:lnTo>
                    <a:lnTo>
                      <a:pt x="5262" y="13678"/>
                    </a:lnTo>
                    <a:lnTo>
                      <a:pt x="2387" y="7981"/>
                    </a:lnTo>
                    <a:close/>
                  </a:path>
                </a:pathLst>
              </a:custGeom>
              <a:solidFill>
                <a:srgbClr val="f1826e"/>
              </a:solidFill>
              <a:ln w="3334" cap="flat" cmpd="sng" algn="ctr">
                <a:solidFill>
                  <a:srgbClr val="f1826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3" name="Surface mesh patch"/>
              <p:cNvSpPr/>
              <p:nvPr/>
            </p:nvSpPr>
            <p:spPr>
              <a:xfrm>
                <a:off x="12188691" y="955737"/>
                <a:ext cx="50120" cy="1443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60">
                    <a:moveTo>
                      <a:pt x="0" y="0"/>
                    </a:moveTo>
                    <a:lnTo>
                      <a:pt x="2875" y="9070"/>
                    </a:lnTo>
                    <a:lnTo>
                      <a:pt x="5262" y="15160"/>
                    </a:lnTo>
                    <a:lnTo>
                      <a:pt x="2387" y="7421"/>
                    </a:lnTo>
                    <a:close/>
                  </a:path>
                </a:pathLst>
              </a:custGeom>
              <a:solidFill>
                <a:srgbClr val="faad91"/>
              </a:solidFill>
              <a:ln w="3334" cap="flat" cmpd="sng" algn="ctr">
                <a:solidFill>
                  <a:srgbClr val="faad9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4" name="Surface mesh patch"/>
              <p:cNvSpPr/>
              <p:nvPr/>
            </p:nvSpPr>
            <p:spPr>
              <a:xfrm>
                <a:off x="12238811" y="1100133"/>
                <a:ext cx="50120" cy="1257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98">
                    <a:moveTo>
                      <a:pt x="0" y="0"/>
                    </a:moveTo>
                    <a:lnTo>
                      <a:pt x="2875" y="9062"/>
                    </a:lnTo>
                    <a:lnTo>
                      <a:pt x="5262" y="13198"/>
                    </a:lnTo>
                    <a:lnTo>
                      <a:pt x="2387" y="5756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5" name="Surface mesh patch"/>
              <p:cNvSpPr/>
              <p:nvPr/>
            </p:nvSpPr>
            <p:spPr>
              <a:xfrm>
                <a:off x="12288930" y="1225844"/>
                <a:ext cx="50120" cy="88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3">
                    <a:moveTo>
                      <a:pt x="0" y="0"/>
                    </a:moveTo>
                    <a:lnTo>
                      <a:pt x="2875" y="7218"/>
                    </a:lnTo>
                    <a:lnTo>
                      <a:pt x="5262" y="9313"/>
                    </a:lnTo>
                    <a:lnTo>
                      <a:pt x="2387" y="3608"/>
                    </a:lnTo>
                    <a:close/>
                  </a:path>
                </a:pathLst>
              </a:custGeom>
              <a:solidFill>
                <a:srgbClr val="e6dddd"/>
              </a:solidFill>
              <a:ln w="3334" cap="flat" cmpd="sng" algn="ctr">
                <a:solidFill>
                  <a:srgbClr val="e6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6" name="Surface mesh patch"/>
              <p:cNvSpPr/>
              <p:nvPr/>
            </p:nvSpPr>
            <p:spPr>
              <a:xfrm>
                <a:off x="12339050" y="1314546"/>
                <a:ext cx="50120" cy="494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87">
                    <a:moveTo>
                      <a:pt x="0" y="0"/>
                    </a:moveTo>
                    <a:lnTo>
                      <a:pt x="2875" y="4753"/>
                    </a:lnTo>
                    <a:lnTo>
                      <a:pt x="5262" y="5187"/>
                    </a:lnTo>
                    <a:lnTo>
                      <a:pt x="2387" y="1588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7" name="Surface mesh patch"/>
              <p:cNvSpPr/>
              <p:nvPr/>
            </p:nvSpPr>
            <p:spPr>
              <a:xfrm>
                <a:off x="12389170" y="1363956"/>
                <a:ext cx="50120" cy="247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03">
                    <a:moveTo>
                      <a:pt x="0" y="0"/>
                    </a:moveTo>
                    <a:lnTo>
                      <a:pt x="2875" y="2603"/>
                    </a:lnTo>
                    <a:lnTo>
                      <a:pt x="5262" y="1935"/>
                    </a:lnTo>
                    <a:lnTo>
                      <a:pt x="2387" y="62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8" name="Surface mesh patch"/>
              <p:cNvSpPr/>
              <p:nvPr/>
            </p:nvSpPr>
            <p:spPr>
              <a:xfrm>
                <a:off x="12439289" y="1373964"/>
                <a:ext cx="50120" cy="196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7">
                    <a:moveTo>
                      <a:pt x="0" y="884"/>
                    </a:moveTo>
                    <a:lnTo>
                      <a:pt x="2875" y="2067"/>
                    </a:lnTo>
                    <a:lnTo>
                      <a:pt x="5262" y="8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9" name="Surface mesh patch"/>
              <p:cNvSpPr/>
              <p:nvPr/>
            </p:nvSpPr>
            <p:spPr>
              <a:xfrm>
                <a:off x="12489409" y="1368968"/>
                <a:ext cx="50120" cy="175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3">
                    <a:moveTo>
                      <a:pt x="0" y="1340"/>
                    </a:moveTo>
                    <a:lnTo>
                      <a:pt x="2875" y="1843"/>
                    </a:lnTo>
                    <a:lnTo>
                      <a:pt x="5262" y="3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0" name="Surface mesh patch"/>
              <p:cNvSpPr/>
              <p:nvPr/>
            </p:nvSpPr>
            <p:spPr>
              <a:xfrm>
                <a:off x="12539529" y="1358819"/>
                <a:ext cx="50120" cy="175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8">
                    <a:moveTo>
                      <a:pt x="0" y="1455"/>
                    </a:moveTo>
                    <a:lnTo>
                      <a:pt x="2875" y="1838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1" name="Surface mesh patch"/>
              <p:cNvSpPr/>
              <p:nvPr/>
            </p:nvSpPr>
            <p:spPr>
              <a:xfrm>
                <a:off x="10762609" y="1501204"/>
                <a:ext cx="50120" cy="23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5">
                    <a:moveTo>
                      <a:pt x="0" y="633"/>
                    </a:moveTo>
                    <a:lnTo>
                      <a:pt x="2875" y="2515"/>
                    </a:lnTo>
                    <a:lnTo>
                      <a:pt x="5262" y="18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2" name="Surface mesh patch"/>
              <p:cNvSpPr/>
              <p:nvPr/>
            </p:nvSpPr>
            <p:spPr>
              <a:xfrm>
                <a:off x="10812729" y="1512681"/>
                <a:ext cx="50120" cy="228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7">
                    <a:moveTo>
                      <a:pt x="0" y="671"/>
                    </a:moveTo>
                    <a:lnTo>
                      <a:pt x="2875" y="2397"/>
                    </a:lnTo>
                    <a:lnTo>
                      <a:pt x="5262" y="17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3" name="Surface mesh patch"/>
              <p:cNvSpPr/>
              <p:nvPr/>
            </p:nvSpPr>
            <p:spPr>
              <a:xfrm>
                <a:off x="10862849" y="1523213"/>
                <a:ext cx="50120" cy="218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9">
                    <a:moveTo>
                      <a:pt x="0" y="662"/>
                    </a:moveTo>
                    <a:lnTo>
                      <a:pt x="2875" y="2289"/>
                    </a:lnTo>
                    <a:lnTo>
                      <a:pt x="5262" y="17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4" name="Surface mesh patch"/>
              <p:cNvSpPr/>
              <p:nvPr/>
            </p:nvSpPr>
            <p:spPr>
              <a:xfrm>
                <a:off x="10912968" y="1533982"/>
                <a:ext cx="50120" cy="20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600"/>
                    </a:moveTo>
                    <a:lnTo>
                      <a:pt x="2875" y="2185"/>
                    </a:lnTo>
                    <a:lnTo>
                      <a:pt x="5262" y="17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5" name="Surface mesh patch"/>
              <p:cNvSpPr/>
              <p:nvPr/>
            </p:nvSpPr>
            <p:spPr>
              <a:xfrm>
                <a:off x="10963088" y="1545760"/>
                <a:ext cx="50120" cy="197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8">
                    <a:moveTo>
                      <a:pt x="0" y="511"/>
                    </a:moveTo>
                    <a:lnTo>
                      <a:pt x="2875" y="2068"/>
                    </a:lnTo>
                    <a:lnTo>
                      <a:pt x="5262" y="1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6" name="Surface mesh patch"/>
              <p:cNvSpPr/>
              <p:nvPr/>
            </p:nvSpPr>
            <p:spPr>
              <a:xfrm>
                <a:off x="11013208" y="1558259"/>
                <a:ext cx="50120" cy="18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0">
                    <a:moveTo>
                      <a:pt x="0" y="443"/>
                    </a:moveTo>
                    <a:lnTo>
                      <a:pt x="2875" y="1920"/>
                    </a:lnTo>
                    <a:lnTo>
                      <a:pt x="5262" y="16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7" name="Surface mesh patch"/>
              <p:cNvSpPr/>
              <p:nvPr/>
            </p:nvSpPr>
            <p:spPr>
              <a:xfrm>
                <a:off x="11063327" y="1569943"/>
                <a:ext cx="50120" cy="165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9">
                    <a:moveTo>
                      <a:pt x="0" y="450"/>
                    </a:moveTo>
                    <a:lnTo>
                      <a:pt x="2875" y="1739"/>
                    </a:lnTo>
                    <a:lnTo>
                      <a:pt x="5262" y="14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8" name="Surface mesh patch"/>
              <p:cNvSpPr/>
              <p:nvPr/>
            </p:nvSpPr>
            <p:spPr>
              <a:xfrm>
                <a:off x="11113447" y="1578462"/>
                <a:ext cx="50120" cy="14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">
                    <a:moveTo>
                      <a:pt x="0" y="566"/>
                    </a:moveTo>
                    <a:lnTo>
                      <a:pt x="2875" y="1559"/>
                    </a:lnTo>
                    <a:lnTo>
                      <a:pt x="5262" y="1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9" name="Surface mesh patch"/>
              <p:cNvSpPr/>
              <p:nvPr/>
            </p:nvSpPr>
            <p:spPr>
              <a:xfrm>
                <a:off x="11163566" y="1581537"/>
                <a:ext cx="50120" cy="13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5">
                    <a:moveTo>
                      <a:pt x="0" y="795"/>
                    </a:moveTo>
                    <a:lnTo>
                      <a:pt x="2875" y="1435"/>
                    </a:lnTo>
                    <a:lnTo>
                      <a:pt x="5262" y="7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0" name="Surface mesh patch"/>
              <p:cNvSpPr/>
              <p:nvPr/>
            </p:nvSpPr>
            <p:spPr>
              <a:xfrm>
                <a:off x="11213686" y="1577875"/>
                <a:ext cx="50120" cy="136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0">
                    <a:moveTo>
                      <a:pt x="0" y="1103"/>
                    </a:moveTo>
                    <a:lnTo>
                      <a:pt x="2875" y="1430"/>
                    </a:lnTo>
                    <a:lnTo>
                      <a:pt x="5262" y="3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1" name="Surface mesh patch"/>
              <p:cNvSpPr/>
              <p:nvPr/>
            </p:nvSpPr>
            <p:spPr>
              <a:xfrm>
                <a:off x="11263806" y="1567624"/>
                <a:ext cx="50120" cy="15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0">
                    <a:moveTo>
                      <a:pt x="0" y="1445"/>
                    </a:moveTo>
                    <a:lnTo>
                      <a:pt x="2875" y="1580"/>
                    </a:lnTo>
                    <a:lnTo>
                      <a:pt x="5262" y="1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2" name="Surface mesh patch"/>
              <p:cNvSpPr/>
              <p:nvPr/>
            </p:nvSpPr>
            <p:spPr>
              <a:xfrm>
                <a:off x="11313925" y="1552165"/>
                <a:ext cx="50120" cy="1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9">
                    <a:moveTo>
                      <a:pt x="0" y="1777"/>
                    </a:moveTo>
                    <a:lnTo>
                      <a:pt x="2875" y="1879"/>
                    </a:lnTo>
                    <a:lnTo>
                      <a:pt x="5262" y="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3" name="Surface mesh patch"/>
              <p:cNvSpPr/>
              <p:nvPr/>
            </p:nvSpPr>
            <p:spPr>
              <a:xfrm>
                <a:off x="11364045" y="1533402"/>
                <a:ext cx="50120" cy="21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79">
                    <a:moveTo>
                      <a:pt x="0" y="2077"/>
                    </a:moveTo>
                    <a:lnTo>
                      <a:pt x="2875" y="2279"/>
                    </a:lnTo>
                    <a:lnTo>
                      <a:pt x="5262" y="1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4" name="Surface mesh patch"/>
              <p:cNvSpPr/>
              <p:nvPr/>
            </p:nvSpPr>
            <p:spPr>
              <a:xfrm>
                <a:off x="11414165" y="1512981"/>
                <a:ext cx="50120" cy="257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2">
                    <a:moveTo>
                      <a:pt x="0" y="2343"/>
                    </a:moveTo>
                    <a:lnTo>
                      <a:pt x="2875" y="2702"/>
                    </a:lnTo>
                    <a:lnTo>
                      <a:pt x="5262" y="3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5" name="Surface mesh patch"/>
              <p:cNvSpPr/>
              <p:nvPr/>
            </p:nvSpPr>
            <p:spPr>
              <a:xfrm>
                <a:off x="11464284" y="1491818"/>
                <a:ext cx="50120" cy="29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65">
                    <a:moveTo>
                      <a:pt x="0" y="2579"/>
                    </a:moveTo>
                    <a:lnTo>
                      <a:pt x="2875" y="3065"/>
                    </a:lnTo>
                    <a:lnTo>
                      <a:pt x="5262" y="4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6" name="Surface mesh patch"/>
              <p:cNvSpPr/>
              <p:nvPr/>
            </p:nvSpPr>
            <p:spPr>
              <a:xfrm>
                <a:off x="11514404" y="1470003"/>
                <a:ext cx="50120" cy="312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1">
                    <a:moveTo>
                      <a:pt x="0" y="2786"/>
                    </a:moveTo>
                    <a:lnTo>
                      <a:pt x="2875" y="3281"/>
                    </a:lnTo>
                    <a:lnTo>
                      <a:pt x="5262" y="5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7" name="Surface mesh patch"/>
              <p:cNvSpPr/>
              <p:nvPr/>
            </p:nvSpPr>
            <p:spPr>
              <a:xfrm>
                <a:off x="11564524" y="1446823"/>
                <a:ext cx="50120" cy="309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49">
                    <a:moveTo>
                      <a:pt x="0" y="2958"/>
                    </a:moveTo>
                    <a:lnTo>
                      <a:pt x="2875" y="3249"/>
                    </a:lnTo>
                    <a:lnTo>
                      <a:pt x="5262" y="3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8" name="Surface mesh patch"/>
              <p:cNvSpPr/>
              <p:nvPr/>
            </p:nvSpPr>
            <p:spPr>
              <a:xfrm>
                <a:off x="11614643" y="1417910"/>
                <a:ext cx="50120" cy="32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4">
                    <a:moveTo>
                      <a:pt x="0" y="3364"/>
                    </a:moveTo>
                    <a:lnTo>
                      <a:pt x="2875" y="3086"/>
                    </a:lnTo>
                    <a:lnTo>
                      <a:pt x="5262" y="0"/>
                    </a:lnTo>
                    <a:lnTo>
                      <a:pt x="2387" y="27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9" name="Surface mesh patch"/>
              <p:cNvSpPr/>
              <p:nvPr/>
            </p:nvSpPr>
            <p:spPr>
              <a:xfrm>
                <a:off x="11664763" y="1372825"/>
                <a:ext cx="50120" cy="45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33">
                    <a:moveTo>
                      <a:pt x="0" y="4733"/>
                    </a:moveTo>
                    <a:lnTo>
                      <a:pt x="2875" y="3294"/>
                    </a:lnTo>
                    <a:lnTo>
                      <a:pt x="5262" y="0"/>
                    </a:lnTo>
                    <a:lnTo>
                      <a:pt x="2387" y="1525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0" name="Surface mesh patch"/>
              <p:cNvSpPr/>
              <p:nvPr/>
            </p:nvSpPr>
            <p:spPr>
              <a:xfrm>
                <a:off x="11714883" y="1306286"/>
                <a:ext cx="50120" cy="66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86">
                    <a:moveTo>
                      <a:pt x="0" y="6986"/>
                    </a:moveTo>
                    <a:lnTo>
                      <a:pt x="2875" y="3549"/>
                    </a:lnTo>
                    <a:lnTo>
                      <a:pt x="5262" y="0"/>
                    </a:lnTo>
                    <a:lnTo>
                      <a:pt x="2387" y="3672"/>
                    </a:lnTo>
                    <a:close/>
                  </a:path>
                </a:pathLst>
              </a:custGeom>
              <a:solidFill>
                <a:srgbClr val="dee2ec"/>
              </a:solidFill>
              <a:ln w="3334" cap="flat" cmpd="sng" algn="ctr">
                <a:solidFill>
                  <a:srgbClr val="dee2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1" name="Surface mesh patch"/>
              <p:cNvSpPr/>
              <p:nvPr/>
            </p:nvSpPr>
            <p:spPr>
              <a:xfrm>
                <a:off x="11765002" y="1210295"/>
                <a:ext cx="50120" cy="959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78">
                    <a:moveTo>
                      <a:pt x="0" y="10078"/>
                    </a:moveTo>
                    <a:lnTo>
                      <a:pt x="2875" y="3747"/>
                    </a:lnTo>
                    <a:lnTo>
                      <a:pt x="5262" y="0"/>
                    </a:lnTo>
                    <a:lnTo>
                      <a:pt x="2387" y="6699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2" name="Surface mesh patch"/>
              <p:cNvSpPr/>
              <p:nvPr/>
            </p:nvSpPr>
            <p:spPr>
              <a:xfrm>
                <a:off x="11815122" y="1083313"/>
                <a:ext cx="50120" cy="126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331">
                    <a:moveTo>
                      <a:pt x="0" y="13331"/>
                    </a:moveTo>
                    <a:lnTo>
                      <a:pt x="2875" y="3633"/>
                    </a:lnTo>
                    <a:lnTo>
                      <a:pt x="5262" y="0"/>
                    </a:lnTo>
                    <a:lnTo>
                      <a:pt x="2387" y="10070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3" name="Surface mesh patch"/>
              <p:cNvSpPr/>
              <p:nvPr/>
            </p:nvSpPr>
            <p:spPr>
              <a:xfrm>
                <a:off x="11865241" y="937216"/>
                <a:ext cx="50120" cy="1460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338">
                    <a:moveTo>
                      <a:pt x="0" y="15338"/>
                    </a:moveTo>
                    <a:lnTo>
                      <a:pt x="2875" y="2856"/>
                    </a:lnTo>
                    <a:lnTo>
                      <a:pt x="5262" y="0"/>
                    </a:lnTo>
                    <a:lnTo>
                      <a:pt x="2387" y="12645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4" name="Surface mesh patch"/>
              <p:cNvSpPr/>
              <p:nvPr/>
            </p:nvSpPr>
            <p:spPr>
              <a:xfrm>
                <a:off x="11915361" y="799745"/>
                <a:ext cx="50120" cy="137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433">
                    <a:moveTo>
                      <a:pt x="0" y="14433"/>
                    </a:moveTo>
                    <a:lnTo>
                      <a:pt x="2875" y="1181"/>
                    </a:lnTo>
                    <a:lnTo>
                      <a:pt x="5262" y="0"/>
                    </a:lnTo>
                    <a:lnTo>
                      <a:pt x="2387" y="13043"/>
                    </a:lnTo>
                    <a:close/>
                  </a:path>
                </a:pathLst>
              </a:custGeom>
              <a:solidFill>
                <a:srgbClr val="e96f62"/>
              </a:solidFill>
              <a:ln w="3334" cap="flat" cmpd="sng" algn="ctr">
                <a:solidFill>
                  <a:srgbClr val="e96f6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5" name="Surface mesh patch"/>
              <p:cNvSpPr/>
              <p:nvPr/>
            </p:nvSpPr>
            <p:spPr>
              <a:xfrm>
                <a:off x="11965481" y="695502"/>
                <a:ext cx="50120" cy="1112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75">
                    <a:moveTo>
                      <a:pt x="0" y="10944"/>
                    </a:moveTo>
                    <a:lnTo>
                      <a:pt x="2875" y="0"/>
                    </a:lnTo>
                    <a:lnTo>
                      <a:pt x="5262" y="1261"/>
                    </a:lnTo>
                    <a:lnTo>
                      <a:pt x="2387" y="11675"/>
                    </a:lnTo>
                    <a:close/>
                  </a:path>
                </a:pathLst>
              </a:custGeom>
              <a:solidFill>
                <a:srgbClr val="d23c41"/>
              </a:solidFill>
              <a:ln w="3334" cap="flat" cmpd="sng" algn="ctr">
                <a:solidFill>
                  <a:srgbClr val="d23c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6" name="Surface mesh patch"/>
              <p:cNvSpPr/>
              <p:nvPr/>
            </p:nvSpPr>
            <p:spPr>
              <a:xfrm>
                <a:off x="12015600" y="653443"/>
                <a:ext cx="50120" cy="85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28">
                    <a:moveTo>
                      <a:pt x="0" y="5677"/>
                    </a:moveTo>
                    <a:lnTo>
                      <a:pt x="2875" y="0"/>
                    </a:lnTo>
                    <a:lnTo>
                      <a:pt x="5262" y="3890"/>
                    </a:lnTo>
                    <a:lnTo>
                      <a:pt x="2387" y="9028"/>
                    </a:lnTo>
                    <a:close/>
                  </a:path>
                </a:pathLst>
              </a:custGeom>
              <a:solidFill>
                <a:srgbClr val="c72431"/>
              </a:solidFill>
              <a:ln w="3334" cap="flat" cmpd="sng" algn="ctr">
                <a:solidFill>
                  <a:srgbClr val="c7243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7" name="Surface mesh patch"/>
              <p:cNvSpPr/>
              <p:nvPr/>
            </p:nvSpPr>
            <p:spPr>
              <a:xfrm>
                <a:off x="12065720" y="690499"/>
                <a:ext cx="50120" cy="660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30">
                    <a:moveTo>
                      <a:pt x="0" y="0"/>
                    </a:moveTo>
                    <a:lnTo>
                      <a:pt x="2875" y="1037"/>
                    </a:lnTo>
                    <a:lnTo>
                      <a:pt x="5262" y="6930"/>
                    </a:lnTo>
                    <a:lnTo>
                      <a:pt x="2387" y="5776"/>
                    </a:lnTo>
                    <a:close/>
                  </a:path>
                </a:pathLst>
              </a:custGeom>
              <a:solidFill>
                <a:srgbClr val="cd3039"/>
              </a:solidFill>
              <a:ln w="3334" cap="flat" cmpd="sng" algn="ctr">
                <a:solidFill>
                  <a:srgbClr val="cd303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8" name="Surface mesh patch"/>
              <p:cNvSpPr/>
              <p:nvPr/>
            </p:nvSpPr>
            <p:spPr>
              <a:xfrm>
                <a:off x="12115840" y="756503"/>
                <a:ext cx="50120" cy="1296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11">
                    <a:moveTo>
                      <a:pt x="0" y="0"/>
                    </a:moveTo>
                    <a:lnTo>
                      <a:pt x="2875" y="6971"/>
                    </a:lnTo>
                    <a:lnTo>
                      <a:pt x="5262" y="13611"/>
                    </a:lnTo>
                    <a:lnTo>
                      <a:pt x="2387" y="7239"/>
                    </a:lnTo>
                    <a:close/>
                  </a:path>
                </a:pathLst>
              </a:custGeom>
              <a:solidFill>
                <a:srgbClr val="e15e56"/>
              </a:solidFill>
              <a:ln w="3334" cap="flat" cmpd="sng" algn="ctr">
                <a:solidFill>
                  <a:srgbClr val="e15e5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9" name="Surface mesh patch"/>
              <p:cNvSpPr/>
              <p:nvPr/>
            </p:nvSpPr>
            <p:spPr>
              <a:xfrm>
                <a:off x="12165959" y="886144"/>
                <a:ext cx="50120" cy="155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6">
                    <a:moveTo>
                      <a:pt x="0" y="0"/>
                    </a:moveTo>
                    <a:lnTo>
                      <a:pt x="2875" y="10362"/>
                    </a:lnTo>
                    <a:lnTo>
                      <a:pt x="5262" y="16376"/>
                    </a:lnTo>
                    <a:lnTo>
                      <a:pt x="2387" y="7306"/>
                    </a:lnTo>
                    <a:close/>
                  </a:path>
                </a:pathLst>
              </a:custGeom>
              <a:solidFill>
                <a:srgbClr val="fa9b80"/>
              </a:solidFill>
              <a:ln w="3334" cap="flat" cmpd="sng" algn="ctr">
                <a:solidFill>
                  <a:srgbClr val="fa9b8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0" name="Surface mesh patch"/>
              <p:cNvSpPr/>
              <p:nvPr/>
            </p:nvSpPr>
            <p:spPr>
              <a:xfrm>
                <a:off x="12216079" y="1042126"/>
                <a:ext cx="50120" cy="1443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52">
                    <a:moveTo>
                      <a:pt x="0" y="0"/>
                    </a:moveTo>
                    <a:lnTo>
                      <a:pt x="2875" y="10734"/>
                    </a:lnTo>
                    <a:lnTo>
                      <a:pt x="5262" y="15152"/>
                    </a:lnTo>
                    <a:lnTo>
                      <a:pt x="2387" y="6090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1" name="Surface mesh patch"/>
              <p:cNvSpPr/>
              <p:nvPr/>
            </p:nvSpPr>
            <p:spPr>
              <a:xfrm>
                <a:off x="12266199" y="1186452"/>
                <a:ext cx="50120" cy="108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53">
                    <a:moveTo>
                      <a:pt x="0" y="0"/>
                    </a:moveTo>
                    <a:lnTo>
                      <a:pt x="2875" y="8862"/>
                    </a:lnTo>
                    <a:lnTo>
                      <a:pt x="5262" y="11353"/>
                    </a:lnTo>
                    <a:lnTo>
                      <a:pt x="2387" y="4136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2" name="Surface mesh patch"/>
              <p:cNvSpPr/>
              <p:nvPr/>
            </p:nvSpPr>
            <p:spPr>
              <a:xfrm>
                <a:off x="12316318" y="1294593"/>
                <a:ext cx="50120" cy="65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8">
                    <a:moveTo>
                      <a:pt x="0" y="0"/>
                    </a:moveTo>
                    <a:lnTo>
                      <a:pt x="2875" y="6070"/>
                    </a:lnTo>
                    <a:lnTo>
                      <a:pt x="5262" y="6848"/>
                    </a:lnTo>
                    <a:lnTo>
                      <a:pt x="2387" y="2095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3" name="Surface mesh patch"/>
              <p:cNvSpPr/>
              <p:nvPr/>
            </p:nvSpPr>
            <p:spPr>
              <a:xfrm>
                <a:off x="12366438" y="1359822"/>
                <a:ext cx="50120" cy="331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9">
                    <a:moveTo>
                      <a:pt x="0" y="0"/>
                    </a:moveTo>
                    <a:lnTo>
                      <a:pt x="2875" y="3479"/>
                    </a:lnTo>
                    <a:lnTo>
                      <a:pt x="5262" y="3037"/>
                    </a:lnTo>
                    <a:lnTo>
                      <a:pt x="2387" y="434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4" name="Surface mesh patch"/>
              <p:cNvSpPr/>
              <p:nvPr/>
            </p:nvSpPr>
            <p:spPr>
              <a:xfrm>
                <a:off x="12416558" y="1382386"/>
                <a:ext cx="50120" cy="221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8">
                    <a:moveTo>
                      <a:pt x="0" y="668"/>
                    </a:moveTo>
                    <a:lnTo>
                      <a:pt x="2875" y="2328"/>
                    </a:lnTo>
                    <a:lnTo>
                      <a:pt x="5262" y="1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5" name="Surface mesh patch"/>
              <p:cNvSpPr/>
              <p:nvPr/>
            </p:nvSpPr>
            <p:spPr>
              <a:xfrm>
                <a:off x="12466677" y="1381732"/>
                <a:ext cx="50120" cy="184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8">
                    <a:moveTo>
                      <a:pt x="0" y="1252"/>
                    </a:moveTo>
                    <a:lnTo>
                      <a:pt x="2875" y="1938"/>
                    </a:lnTo>
                    <a:lnTo>
                      <a:pt x="5262" y="5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6" name="Surface mesh patch"/>
              <p:cNvSpPr/>
              <p:nvPr/>
            </p:nvSpPr>
            <p:spPr>
              <a:xfrm>
                <a:off x="12516797" y="1372679"/>
                <a:ext cx="50120" cy="17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5">
                    <a:moveTo>
                      <a:pt x="0" y="1453"/>
                    </a:moveTo>
                    <a:lnTo>
                      <a:pt x="2875" y="1835"/>
                    </a:lnTo>
                    <a:lnTo>
                      <a:pt x="5262" y="3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7" name="Surface mesh patch"/>
              <p:cNvSpPr/>
              <p:nvPr/>
            </p:nvSpPr>
            <p:spPr>
              <a:xfrm>
                <a:off x="12566916" y="1362851"/>
                <a:ext cx="50120" cy="183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14"/>
                    </a:moveTo>
                    <a:lnTo>
                      <a:pt x="2875" y="1923"/>
                    </a:lnTo>
                    <a:lnTo>
                      <a:pt x="5262" y="6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8" name="Surface mesh patch"/>
              <p:cNvSpPr/>
              <p:nvPr/>
            </p:nvSpPr>
            <p:spPr>
              <a:xfrm>
                <a:off x="10739877" y="1507234"/>
                <a:ext cx="50120" cy="23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1">
                    <a:moveTo>
                      <a:pt x="0" y="602"/>
                    </a:moveTo>
                    <a:lnTo>
                      <a:pt x="2875" y="2501"/>
                    </a:lnTo>
                    <a:lnTo>
                      <a:pt x="5262" y="18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9" name="Surface mesh patch"/>
              <p:cNvSpPr/>
              <p:nvPr/>
            </p:nvSpPr>
            <p:spPr>
              <a:xfrm>
                <a:off x="10789997" y="1519075"/>
                <a:ext cx="50120" cy="223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4">
                    <a:moveTo>
                      <a:pt x="0" y="639"/>
                    </a:moveTo>
                    <a:lnTo>
                      <a:pt x="2875" y="2344"/>
                    </a:lnTo>
                    <a:lnTo>
                      <a:pt x="5262" y="17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0" name="Surface mesh patch"/>
              <p:cNvSpPr/>
              <p:nvPr/>
            </p:nvSpPr>
            <p:spPr>
              <a:xfrm>
                <a:off x="10840117" y="1529519"/>
                <a:ext cx="50120" cy="20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5">
                    <a:moveTo>
                      <a:pt x="0" y="630"/>
                    </a:moveTo>
                    <a:lnTo>
                      <a:pt x="2875" y="2175"/>
                    </a:lnTo>
                    <a:lnTo>
                      <a:pt x="5262" y="16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1" name="Surface mesh patch"/>
              <p:cNvSpPr/>
              <p:nvPr/>
            </p:nvSpPr>
            <p:spPr>
              <a:xfrm>
                <a:off x="10890236" y="1539700"/>
                <a:ext cx="50120" cy="19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9">
                    <a:moveTo>
                      <a:pt x="0" y="558"/>
                    </a:moveTo>
                    <a:lnTo>
                      <a:pt x="2875" y="1999"/>
                    </a:lnTo>
                    <a:lnTo>
                      <a:pt x="5262" y="15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2" name="Surface mesh patch"/>
              <p:cNvSpPr/>
              <p:nvPr/>
            </p:nvSpPr>
            <p:spPr>
              <a:xfrm>
                <a:off x="10940356" y="1550629"/>
                <a:ext cx="50120" cy="17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">
                    <a:moveTo>
                      <a:pt x="0" y="437"/>
                    </a:moveTo>
                    <a:lnTo>
                      <a:pt x="2875" y="1807"/>
                    </a:lnTo>
                    <a:lnTo>
                      <a:pt x="5262" y="1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3" name="Surface mesh patch"/>
              <p:cNvSpPr/>
              <p:nvPr/>
            </p:nvSpPr>
            <p:spPr>
              <a:xfrm>
                <a:off x="10990476" y="1562480"/>
                <a:ext cx="50120" cy="151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9">
                    <a:moveTo>
                      <a:pt x="0" y="313"/>
                    </a:moveTo>
                    <a:lnTo>
                      <a:pt x="2875" y="1589"/>
                    </a:lnTo>
                    <a:lnTo>
                      <a:pt x="5262" y="14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4" name="Surface mesh patch"/>
              <p:cNvSpPr/>
              <p:nvPr/>
            </p:nvSpPr>
            <p:spPr>
              <a:xfrm>
                <a:off x="11040595" y="1574228"/>
                <a:ext cx="50120" cy="12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5">
                    <a:moveTo>
                      <a:pt x="0" y="243"/>
                    </a:moveTo>
                    <a:lnTo>
                      <a:pt x="2875" y="1355"/>
                    </a:lnTo>
                    <a:lnTo>
                      <a:pt x="5262" y="12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5" name="Surface mesh patch"/>
              <p:cNvSpPr/>
              <p:nvPr/>
            </p:nvSpPr>
            <p:spPr>
              <a:xfrm>
                <a:off x="11090715" y="1583857"/>
                <a:ext cx="50120" cy="108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0">
                    <a:moveTo>
                      <a:pt x="0" y="279"/>
                    </a:moveTo>
                    <a:lnTo>
                      <a:pt x="2875" y="1140"/>
                    </a:lnTo>
                    <a:lnTo>
                      <a:pt x="5262" y="9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6" name="Surface mesh patch"/>
              <p:cNvSpPr/>
              <p:nvPr/>
            </p:nvSpPr>
            <p:spPr>
              <a:xfrm>
                <a:off x="11140835" y="1589105"/>
                <a:ext cx="50120" cy="9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8">
                    <a:moveTo>
                      <a:pt x="0" y="441"/>
                    </a:moveTo>
                    <a:lnTo>
                      <a:pt x="2875" y="1008"/>
                    </a:lnTo>
                    <a:lnTo>
                      <a:pt x="5262" y="6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7" name="Surface mesh patch"/>
              <p:cNvSpPr/>
              <p:nvPr/>
            </p:nvSpPr>
            <p:spPr>
              <a:xfrm>
                <a:off x="11190954" y="1588383"/>
                <a:ext cx="50120" cy="9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0">
                    <a:moveTo>
                      <a:pt x="0" y="717"/>
                    </a:moveTo>
                    <a:lnTo>
                      <a:pt x="2875" y="1020"/>
                    </a:lnTo>
                    <a:lnTo>
                      <a:pt x="5262" y="3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8" name="Surface mesh patch"/>
              <p:cNvSpPr/>
              <p:nvPr/>
            </p:nvSpPr>
            <p:spPr>
              <a:xfrm>
                <a:off x="11241074" y="1581384"/>
                <a:ext cx="50120" cy="11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4">
                    <a:moveTo>
                      <a:pt x="0" y="1061"/>
                    </a:moveTo>
                    <a:lnTo>
                      <a:pt x="2875" y="1214"/>
                    </a:lnTo>
                    <a:lnTo>
                      <a:pt x="5262" y="1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9" name="Surface mesh patch"/>
              <p:cNvSpPr/>
              <p:nvPr/>
            </p:nvSpPr>
            <p:spPr>
              <a:xfrm>
                <a:off x="11291194" y="1569089"/>
                <a:ext cx="50120" cy="150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6">
                    <a:moveTo>
                      <a:pt x="0" y="1426"/>
                    </a:moveTo>
                    <a:lnTo>
                      <a:pt x="2875" y="1576"/>
                    </a:lnTo>
                    <a:lnTo>
                      <a:pt x="5262" y="1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0" name="Surface mesh patch"/>
              <p:cNvSpPr/>
              <p:nvPr/>
            </p:nvSpPr>
            <p:spPr>
              <a:xfrm>
                <a:off x="11341313" y="1553188"/>
                <a:ext cx="50120" cy="19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2">
                    <a:moveTo>
                      <a:pt x="0" y="1772"/>
                    </a:moveTo>
                    <a:lnTo>
                      <a:pt x="2875" y="2042"/>
                    </a:lnTo>
                    <a:lnTo>
                      <a:pt x="5262" y="2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1" name="Surface mesh patch"/>
              <p:cNvSpPr/>
              <p:nvPr/>
            </p:nvSpPr>
            <p:spPr>
              <a:xfrm>
                <a:off x="11391433" y="1535301"/>
                <a:ext cx="50120" cy="240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2079"/>
                    </a:moveTo>
                    <a:lnTo>
                      <a:pt x="2875" y="2520"/>
                    </a:lnTo>
                    <a:lnTo>
                      <a:pt x="5262" y="3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2" name="Surface mesh patch"/>
              <p:cNvSpPr/>
              <p:nvPr/>
            </p:nvSpPr>
            <p:spPr>
              <a:xfrm>
                <a:off x="11441552" y="1516386"/>
                <a:ext cx="50120" cy="27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13">
                    <a:moveTo>
                      <a:pt x="0" y="2344"/>
                    </a:moveTo>
                    <a:lnTo>
                      <a:pt x="2875" y="2913"/>
                    </a:lnTo>
                    <a:lnTo>
                      <a:pt x="5262" y="4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3" name="Surface mesh patch"/>
              <p:cNvSpPr/>
              <p:nvPr/>
            </p:nvSpPr>
            <p:spPr>
              <a:xfrm>
                <a:off x="11491672" y="1496539"/>
                <a:ext cx="50120" cy="298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39">
                    <a:moveTo>
                      <a:pt x="0" y="2569"/>
                    </a:moveTo>
                    <a:lnTo>
                      <a:pt x="2875" y="3139"/>
                    </a:lnTo>
                    <a:lnTo>
                      <a:pt x="5262" y="4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4" name="Surface mesh patch"/>
              <p:cNvSpPr/>
              <p:nvPr/>
            </p:nvSpPr>
            <p:spPr>
              <a:xfrm>
                <a:off x="11541792" y="1474997"/>
                <a:ext cx="50120" cy="296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7">
                    <a:moveTo>
                      <a:pt x="0" y="2757"/>
                    </a:moveTo>
                    <a:lnTo>
                      <a:pt x="2875" y="3117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5" name="Surface mesh patch"/>
              <p:cNvSpPr/>
              <p:nvPr/>
            </p:nvSpPr>
            <p:spPr>
              <a:xfrm>
                <a:off x="11591911" y="1447307"/>
                <a:ext cx="50120" cy="304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98">
                    <a:moveTo>
                      <a:pt x="0" y="3198"/>
                    </a:moveTo>
                    <a:lnTo>
                      <a:pt x="2875" y="3019"/>
                    </a:lnTo>
                    <a:lnTo>
                      <a:pt x="5262" y="0"/>
                    </a:lnTo>
                    <a:lnTo>
                      <a:pt x="2387" y="278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6" name="Surface mesh patch"/>
              <p:cNvSpPr/>
              <p:nvPr/>
            </p:nvSpPr>
            <p:spPr>
              <a:xfrm>
                <a:off x="11642031" y="1404205"/>
                <a:ext cx="50120" cy="43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25">
                    <a:moveTo>
                      <a:pt x="0" y="4525"/>
                    </a:moveTo>
                    <a:lnTo>
                      <a:pt x="2875" y="3282"/>
                    </a:lnTo>
                    <a:lnTo>
                      <a:pt x="5262" y="0"/>
                    </a:lnTo>
                    <a:lnTo>
                      <a:pt x="2387" y="1439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7" name="Surface mesh patch"/>
              <p:cNvSpPr/>
              <p:nvPr/>
            </p:nvSpPr>
            <p:spPr>
              <a:xfrm>
                <a:off x="11692151" y="1340088"/>
                <a:ext cx="50120" cy="641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31">
                    <a:moveTo>
                      <a:pt x="0" y="6731"/>
                    </a:moveTo>
                    <a:lnTo>
                      <a:pt x="2875" y="3663"/>
                    </a:lnTo>
                    <a:lnTo>
                      <a:pt x="5262" y="0"/>
                    </a:lnTo>
                    <a:lnTo>
                      <a:pt x="2387" y="3437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8" name="Surface mesh patch"/>
              <p:cNvSpPr/>
              <p:nvPr/>
            </p:nvSpPr>
            <p:spPr>
              <a:xfrm>
                <a:off x="11742270" y="1245987"/>
                <a:ext cx="50120" cy="94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9">
                    <a:moveTo>
                      <a:pt x="0" y="9879"/>
                    </a:moveTo>
                    <a:lnTo>
                      <a:pt x="2875" y="4114"/>
                    </a:lnTo>
                    <a:lnTo>
                      <a:pt x="5262" y="0"/>
                    </a:lnTo>
                    <a:lnTo>
                      <a:pt x="2387" y="6331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9" name="Surface mesh patch"/>
              <p:cNvSpPr/>
              <p:nvPr/>
            </p:nvSpPr>
            <p:spPr>
              <a:xfrm>
                <a:off x="11792390" y="1117916"/>
                <a:ext cx="50120" cy="1280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46">
                    <a:moveTo>
                      <a:pt x="0" y="13446"/>
                    </a:moveTo>
                    <a:lnTo>
                      <a:pt x="2875" y="4417"/>
                    </a:lnTo>
                    <a:lnTo>
                      <a:pt x="5262" y="0"/>
                    </a:lnTo>
                    <a:lnTo>
                      <a:pt x="2387" y="9699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0" name="Surface mesh patch"/>
              <p:cNvSpPr/>
              <p:nvPr/>
            </p:nvSpPr>
            <p:spPr>
              <a:xfrm>
                <a:off x="11842510" y="964420"/>
                <a:ext cx="50120" cy="1534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15">
                    <a:moveTo>
                      <a:pt x="0" y="16115"/>
                    </a:moveTo>
                    <a:lnTo>
                      <a:pt x="2875" y="4197"/>
                    </a:lnTo>
                    <a:lnTo>
                      <a:pt x="5262" y="0"/>
                    </a:lnTo>
                    <a:lnTo>
                      <a:pt x="2387" y="12482"/>
                    </a:lnTo>
                    <a:close/>
                  </a:path>
                </a:pathLst>
              </a:custGeom>
              <a:solidFill>
                <a:srgbClr val="faa88d"/>
              </a:solidFill>
              <a:ln w="3334" cap="flat" cmpd="sng" algn="ctr">
                <a:solidFill>
                  <a:srgbClr val="faa8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1" name="Surface mesh patch"/>
              <p:cNvSpPr/>
              <p:nvPr/>
            </p:nvSpPr>
            <p:spPr>
              <a:xfrm>
                <a:off x="11892629" y="810997"/>
                <a:ext cx="50120" cy="1534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07">
                    <a:moveTo>
                      <a:pt x="0" y="16107"/>
                    </a:moveTo>
                    <a:lnTo>
                      <a:pt x="2875" y="3089"/>
                    </a:lnTo>
                    <a:lnTo>
                      <a:pt x="5262" y="0"/>
                    </a:lnTo>
                    <a:lnTo>
                      <a:pt x="2387" y="13251"/>
                    </a:lnTo>
                    <a:close/>
                  </a:path>
                </a:pathLst>
              </a:custGeom>
              <a:solidFill>
                <a:srgbClr val="eb7464"/>
              </a:solidFill>
              <a:ln w="3334" cap="flat" cmpd="sng" algn="ctr">
                <a:solidFill>
                  <a:srgbClr val="eb74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2" name="Surface mesh patch"/>
              <p:cNvSpPr/>
              <p:nvPr/>
            </p:nvSpPr>
            <p:spPr>
              <a:xfrm>
                <a:off x="11942749" y="695502"/>
                <a:ext cx="50120" cy="1154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25">
                    <a:moveTo>
                      <a:pt x="0" y="12125"/>
                    </a:moveTo>
                    <a:lnTo>
                      <a:pt x="2875" y="1021"/>
                    </a:lnTo>
                    <a:lnTo>
                      <a:pt x="5262" y="0"/>
                    </a:lnTo>
                    <a:lnTo>
                      <a:pt x="2387" y="10944"/>
                    </a:lnTo>
                    <a:close/>
                  </a:path>
                </a:pathLst>
              </a:custGeom>
              <a:solidFill>
                <a:srgbClr val="d0373e"/>
              </a:solidFill>
              <a:ln w="3334" cap="flat" cmpd="sng" algn="ctr">
                <a:solidFill>
                  <a:srgbClr val="d0373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3" name="Surface mesh patch"/>
              <p:cNvSpPr/>
              <p:nvPr/>
            </p:nvSpPr>
            <p:spPr>
              <a:xfrm>
                <a:off x="11992869" y="638175"/>
                <a:ext cx="50120" cy="693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80">
                    <a:moveTo>
                      <a:pt x="0" y="6019"/>
                    </a:moveTo>
                    <a:lnTo>
                      <a:pt x="2875" y="0"/>
                    </a:lnTo>
                    <a:lnTo>
                      <a:pt x="5262" y="1603"/>
                    </a:lnTo>
                    <a:lnTo>
                      <a:pt x="2387" y="728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4" name="Surface mesh patch"/>
              <p:cNvSpPr/>
              <p:nvPr/>
            </p:nvSpPr>
            <p:spPr>
              <a:xfrm>
                <a:off x="12042988" y="653443"/>
                <a:ext cx="50120" cy="46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7">
                    <a:moveTo>
                      <a:pt x="0" y="0"/>
                    </a:moveTo>
                    <a:lnTo>
                      <a:pt x="2875" y="924"/>
                    </a:lnTo>
                    <a:lnTo>
                      <a:pt x="5262" y="4927"/>
                    </a:lnTo>
                    <a:lnTo>
                      <a:pt x="2387" y="389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5" name="Surface mesh patch"/>
              <p:cNvSpPr/>
              <p:nvPr/>
            </p:nvSpPr>
            <p:spPr>
              <a:xfrm>
                <a:off x="12093108" y="700376"/>
                <a:ext cx="50120" cy="1225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4">
                    <a:moveTo>
                      <a:pt x="0" y="0"/>
                    </a:moveTo>
                    <a:lnTo>
                      <a:pt x="2875" y="7454"/>
                    </a:lnTo>
                    <a:lnTo>
                      <a:pt x="5262" y="12864"/>
                    </a:lnTo>
                    <a:lnTo>
                      <a:pt x="2387" y="5893"/>
                    </a:lnTo>
                    <a:close/>
                  </a:path>
                </a:pathLst>
              </a:custGeom>
              <a:solidFill>
                <a:srgbClr val="d33e42"/>
              </a:solidFill>
              <a:ln w="3334" cap="flat" cmpd="sng" algn="ctr">
                <a:solidFill>
                  <a:srgbClr val="d33e4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6" name="Surface mesh patch"/>
              <p:cNvSpPr/>
              <p:nvPr/>
            </p:nvSpPr>
            <p:spPr>
              <a:xfrm>
                <a:off x="12143227" y="822903"/>
                <a:ext cx="50120" cy="1619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1">
                    <a:moveTo>
                      <a:pt x="0" y="0"/>
                    </a:moveTo>
                    <a:lnTo>
                      <a:pt x="2875" y="11532"/>
                    </a:lnTo>
                    <a:lnTo>
                      <a:pt x="5262" y="17001"/>
                    </a:lnTo>
                    <a:lnTo>
                      <a:pt x="2387" y="6639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7" name="Surface mesh patch"/>
              <p:cNvSpPr/>
              <p:nvPr/>
            </p:nvSpPr>
            <p:spPr>
              <a:xfrm>
                <a:off x="12193347" y="984840"/>
                <a:ext cx="50120" cy="1595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48">
                    <a:moveTo>
                      <a:pt x="0" y="0"/>
                    </a:moveTo>
                    <a:lnTo>
                      <a:pt x="2875" y="12365"/>
                    </a:lnTo>
                    <a:lnTo>
                      <a:pt x="5262" y="16748"/>
                    </a:lnTo>
                    <a:lnTo>
                      <a:pt x="2387" y="6014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8" name="Surface mesh patch"/>
              <p:cNvSpPr/>
              <p:nvPr/>
            </p:nvSpPr>
            <p:spPr>
              <a:xfrm>
                <a:off x="12243467" y="1144366"/>
                <a:ext cx="50120" cy="1264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80">
                    <a:moveTo>
                      <a:pt x="0" y="0"/>
                    </a:moveTo>
                    <a:lnTo>
                      <a:pt x="2875" y="10565"/>
                    </a:lnTo>
                    <a:lnTo>
                      <a:pt x="5262" y="13280"/>
                    </a:lnTo>
                    <a:lnTo>
                      <a:pt x="2387" y="4419"/>
                    </a:lnTo>
                    <a:close/>
                  </a:path>
                </a:pathLst>
              </a:custGeom>
              <a:solidFill>
                <a:srgbClr val="f7d3bb"/>
              </a:solidFill>
              <a:ln w="3334" cap="flat" cmpd="sng" algn="ctr">
                <a:solidFill>
                  <a:srgbClr val="f7d3b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9" name="Surface mesh patch"/>
              <p:cNvSpPr/>
              <p:nvPr/>
            </p:nvSpPr>
            <p:spPr>
              <a:xfrm>
                <a:off x="12293586" y="1270861"/>
                <a:ext cx="50120" cy="815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61">
                    <a:moveTo>
                      <a:pt x="0" y="0"/>
                    </a:moveTo>
                    <a:lnTo>
                      <a:pt x="2875" y="7506"/>
                    </a:lnTo>
                    <a:lnTo>
                      <a:pt x="5262" y="8561"/>
                    </a:lnTo>
                    <a:lnTo>
                      <a:pt x="2387" y="2491"/>
                    </a:lnTo>
                    <a:close/>
                  </a:path>
                </a:pathLst>
              </a:custGeom>
              <a:solidFill>
                <a:srgbClr val="e1dfe5"/>
              </a:solidFill>
              <a:ln w="3334" cap="flat" cmpd="sng" algn="ctr">
                <a:solidFill>
                  <a:srgbClr val="e1df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0" name="Surface mesh patch"/>
              <p:cNvSpPr/>
              <p:nvPr/>
            </p:nvSpPr>
            <p:spPr>
              <a:xfrm>
                <a:off x="12343706" y="1352405"/>
                <a:ext cx="50120" cy="42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7">
                    <a:moveTo>
                      <a:pt x="0" y="0"/>
                    </a:moveTo>
                    <a:lnTo>
                      <a:pt x="2875" y="4487"/>
                    </a:lnTo>
                    <a:lnTo>
                      <a:pt x="5262" y="4258"/>
                    </a:lnTo>
                    <a:lnTo>
                      <a:pt x="2387" y="779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1" name="Surface mesh patch"/>
              <p:cNvSpPr/>
              <p:nvPr/>
            </p:nvSpPr>
            <p:spPr>
              <a:xfrm>
                <a:off x="12393826" y="1388749"/>
                <a:ext cx="50120" cy="255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87">
                    <a:moveTo>
                      <a:pt x="0" y="442"/>
                    </a:moveTo>
                    <a:lnTo>
                      <a:pt x="2875" y="2687"/>
                    </a:lnTo>
                    <a:lnTo>
                      <a:pt x="5262" y="16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2" name="Surface mesh patch"/>
              <p:cNvSpPr/>
              <p:nvPr/>
            </p:nvSpPr>
            <p:spPr>
              <a:xfrm>
                <a:off x="12443945" y="1393655"/>
                <a:ext cx="50120" cy="199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0">
                    <a:moveTo>
                      <a:pt x="0" y="1145"/>
                    </a:moveTo>
                    <a:lnTo>
                      <a:pt x="2875" y="2090"/>
                    </a:lnTo>
                    <a:lnTo>
                      <a:pt x="5262" y="6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3" name="Surface mesh patch"/>
              <p:cNvSpPr/>
              <p:nvPr/>
            </p:nvSpPr>
            <p:spPr>
              <a:xfrm>
                <a:off x="12494065" y="1386522"/>
                <a:ext cx="50120" cy="17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2">
                    <a:moveTo>
                      <a:pt x="0" y="1435"/>
                    </a:moveTo>
                    <a:lnTo>
                      <a:pt x="2875" y="1862"/>
                    </a:lnTo>
                    <a:lnTo>
                      <a:pt x="5262" y="3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4" name="Surface mesh patch"/>
              <p:cNvSpPr/>
              <p:nvPr/>
            </p:nvSpPr>
            <p:spPr>
              <a:xfrm>
                <a:off x="12544185" y="1376321"/>
                <a:ext cx="50120" cy="179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3">
                    <a:moveTo>
                      <a:pt x="0" y="1453"/>
                    </a:moveTo>
                    <a:lnTo>
                      <a:pt x="2875" y="1883"/>
                    </a:lnTo>
                    <a:lnTo>
                      <a:pt x="5262" y="5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5" name="Surface mesh patch"/>
              <p:cNvSpPr/>
              <p:nvPr/>
            </p:nvSpPr>
            <p:spPr>
              <a:xfrm>
                <a:off x="12594304" y="1368667"/>
                <a:ext cx="50120" cy="19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4">
                    <a:moveTo>
                      <a:pt x="0" y="1313"/>
                    </a:moveTo>
                    <a:lnTo>
                      <a:pt x="2875" y="2044"/>
                    </a:lnTo>
                    <a:lnTo>
                      <a:pt x="5262" y="8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6" name="Surface mesh patch"/>
              <p:cNvSpPr/>
              <p:nvPr/>
            </p:nvSpPr>
            <p:spPr>
              <a:xfrm>
                <a:off x="10717146" y="1512968"/>
                <a:ext cx="50120" cy="23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6">
                    <a:moveTo>
                      <a:pt x="0" y="580"/>
                    </a:moveTo>
                    <a:lnTo>
                      <a:pt x="2875" y="2506"/>
                    </a:lnTo>
                    <a:lnTo>
                      <a:pt x="5262" y="18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7" name="Surface mesh patch"/>
              <p:cNvSpPr/>
              <p:nvPr/>
            </p:nvSpPr>
            <p:spPr>
              <a:xfrm>
                <a:off x="10767265" y="1525163"/>
                <a:ext cx="50120" cy="22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3">
                    <a:moveTo>
                      <a:pt x="0" y="619"/>
                    </a:moveTo>
                    <a:lnTo>
                      <a:pt x="2875" y="2323"/>
                    </a:lnTo>
                    <a:lnTo>
                      <a:pt x="5262" y="1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dfd"/>
              </a:solidFill>
              <a:ln w="3334" cap="flat" cmpd="sng" algn="ctr">
                <a:solidFill>
                  <a:srgbClr val="b0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8" name="Surface mesh patch"/>
              <p:cNvSpPr/>
              <p:nvPr/>
            </p:nvSpPr>
            <p:spPr>
              <a:xfrm>
                <a:off x="10817385" y="1535517"/>
                <a:ext cx="50120" cy="20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9">
                    <a:moveTo>
                      <a:pt x="0" y="617"/>
                    </a:moveTo>
                    <a:lnTo>
                      <a:pt x="2875" y="2109"/>
                    </a:lnTo>
                    <a:lnTo>
                      <a:pt x="5262" y="15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9" name="Surface mesh patch"/>
              <p:cNvSpPr/>
              <p:nvPr/>
            </p:nvSpPr>
            <p:spPr>
              <a:xfrm>
                <a:off x="10867505" y="1545013"/>
                <a:ext cx="50120" cy="17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4">
                    <a:moveTo>
                      <a:pt x="0" y="549"/>
                    </a:moveTo>
                    <a:lnTo>
                      <a:pt x="2875" y="1874"/>
                    </a:lnTo>
                    <a:lnTo>
                      <a:pt x="5262" y="1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0" name="Surface mesh patch"/>
              <p:cNvSpPr/>
              <p:nvPr/>
            </p:nvSpPr>
            <p:spPr>
              <a:xfrm>
                <a:off x="10917624" y="1554795"/>
                <a:ext cx="50120" cy="153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6">
                    <a:moveTo>
                      <a:pt x="0" y="414"/>
                    </a:moveTo>
                    <a:lnTo>
                      <a:pt x="2875" y="1616"/>
                    </a:lnTo>
                    <a:lnTo>
                      <a:pt x="5262" y="13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1" name="Surface mesh patch"/>
              <p:cNvSpPr/>
              <p:nvPr/>
            </p:nvSpPr>
            <p:spPr>
              <a:xfrm>
                <a:off x="10967744" y="1565460"/>
                <a:ext cx="50120" cy="127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35">
                    <a:moveTo>
                      <a:pt x="0" y="249"/>
                    </a:moveTo>
                    <a:lnTo>
                      <a:pt x="2875" y="1335"/>
                    </a:lnTo>
                    <a:lnTo>
                      <a:pt x="5262" y="1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2" name="Surface mesh patch"/>
              <p:cNvSpPr/>
              <p:nvPr/>
            </p:nvSpPr>
            <p:spPr>
              <a:xfrm>
                <a:off x="11017863" y="1576543"/>
                <a:ext cx="50120" cy="10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1">
                    <a:moveTo>
                      <a:pt x="0" y="113"/>
                    </a:moveTo>
                    <a:lnTo>
                      <a:pt x="2875" y="1046"/>
                    </a:lnTo>
                    <a:lnTo>
                      <a:pt x="5262" y="1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3" name="Surface mesh patch"/>
              <p:cNvSpPr/>
              <p:nvPr/>
            </p:nvSpPr>
            <p:spPr>
              <a:xfrm>
                <a:off x="11067983" y="1586511"/>
                <a:ext cx="50120" cy="8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2">
                    <a:moveTo>
                      <a:pt x="0" y="65"/>
                    </a:moveTo>
                    <a:lnTo>
                      <a:pt x="2875" y="792"/>
                    </a:lnTo>
                    <a:lnTo>
                      <a:pt x="5262" y="8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4" name="Surface mesh patch"/>
              <p:cNvSpPr/>
              <p:nvPr/>
            </p:nvSpPr>
            <p:spPr>
              <a:xfrm>
                <a:off x="11118103" y="1593310"/>
                <a:ext cx="50120" cy="6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9">
                    <a:moveTo>
                      <a:pt x="0" y="148"/>
                    </a:moveTo>
                    <a:lnTo>
                      <a:pt x="2875" y="639"/>
                    </a:lnTo>
                    <a:lnTo>
                      <a:pt x="5262" y="5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5" name="Surface mesh patch"/>
              <p:cNvSpPr/>
              <p:nvPr/>
            </p:nvSpPr>
            <p:spPr>
              <a:xfrm>
                <a:off x="11168222" y="1595207"/>
                <a:ext cx="50120" cy="62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">
                    <a:moveTo>
                      <a:pt x="0" y="367"/>
                    </a:moveTo>
                    <a:lnTo>
                      <a:pt x="2875" y="659"/>
                    </a:lnTo>
                    <a:lnTo>
                      <a:pt x="5262" y="3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6" name="Surface mesh patch"/>
              <p:cNvSpPr/>
              <p:nvPr/>
            </p:nvSpPr>
            <p:spPr>
              <a:xfrm>
                <a:off x="11218342" y="1591493"/>
                <a:ext cx="50120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1">
                    <a:moveTo>
                      <a:pt x="0" y="693"/>
                    </a:moveTo>
                    <a:lnTo>
                      <a:pt x="2875" y="891"/>
                    </a:lnTo>
                    <a:lnTo>
                      <a:pt x="5262" y="1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7" name="Surface mesh patch"/>
              <p:cNvSpPr/>
              <p:nvPr/>
            </p:nvSpPr>
            <p:spPr>
              <a:xfrm>
                <a:off x="11268462" y="1582671"/>
                <a:ext cx="50120" cy="12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1">
                    <a:moveTo>
                      <a:pt x="0" y="1079"/>
                    </a:moveTo>
                    <a:lnTo>
                      <a:pt x="2875" y="1321"/>
                    </a:lnTo>
                    <a:lnTo>
                      <a:pt x="5262" y="1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8" name="Surface mesh patch"/>
              <p:cNvSpPr/>
              <p:nvPr/>
            </p:nvSpPr>
            <p:spPr>
              <a:xfrm>
                <a:off x="11318581" y="1570063"/>
                <a:ext cx="50120" cy="17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1473"/>
                    </a:moveTo>
                    <a:lnTo>
                      <a:pt x="2875" y="1876"/>
                    </a:lnTo>
                    <a:lnTo>
                      <a:pt x="5262" y="2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9" name="Surface mesh patch"/>
              <p:cNvSpPr/>
              <p:nvPr/>
            </p:nvSpPr>
            <p:spPr>
              <a:xfrm>
                <a:off x="11368701" y="1555105"/>
                <a:ext cx="50120" cy="23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4">
                    <a:moveTo>
                      <a:pt x="0" y="1841"/>
                    </a:moveTo>
                    <a:lnTo>
                      <a:pt x="2875" y="2444"/>
                    </a:lnTo>
                    <a:lnTo>
                      <a:pt x="5262" y="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0" name="Surface mesh patch"/>
              <p:cNvSpPr/>
              <p:nvPr/>
            </p:nvSpPr>
            <p:spPr>
              <a:xfrm>
                <a:off x="11418821" y="1538716"/>
                <a:ext cx="50120" cy="277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09">
                    <a:moveTo>
                      <a:pt x="0" y="2161"/>
                    </a:moveTo>
                    <a:lnTo>
                      <a:pt x="2875" y="2909"/>
                    </a:lnTo>
                    <a:lnTo>
                      <a:pt x="5262" y="5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1" name="Surface mesh patch"/>
              <p:cNvSpPr/>
              <p:nvPr/>
            </p:nvSpPr>
            <p:spPr>
              <a:xfrm>
                <a:off x="11468940" y="1521009"/>
                <a:ext cx="50120" cy="302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8">
                    <a:moveTo>
                      <a:pt x="0" y="2428"/>
                    </a:moveTo>
                    <a:lnTo>
                      <a:pt x="2875" y="3178"/>
                    </a:lnTo>
                    <a:lnTo>
                      <a:pt x="5262" y="5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2" name="Surface mesh patch"/>
              <p:cNvSpPr/>
              <p:nvPr/>
            </p:nvSpPr>
            <p:spPr>
              <a:xfrm>
                <a:off x="11519060" y="1501257"/>
                <a:ext cx="50120" cy="303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2">
                    <a:moveTo>
                      <a:pt x="0" y="2643"/>
                    </a:moveTo>
                    <a:lnTo>
                      <a:pt x="2875" y="3182"/>
                    </a:lnTo>
                    <a:lnTo>
                      <a:pt x="5262" y="3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3" name="Surface mesh patch"/>
              <p:cNvSpPr/>
              <p:nvPr/>
            </p:nvSpPr>
            <p:spPr>
              <a:xfrm>
                <a:off x="11569180" y="1476061"/>
                <a:ext cx="50120" cy="28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9">
                    <a:moveTo>
                      <a:pt x="0" y="3006"/>
                    </a:moveTo>
                    <a:lnTo>
                      <a:pt x="2875" y="3029"/>
                    </a:lnTo>
                    <a:lnTo>
                      <a:pt x="5262" y="0"/>
                    </a:lnTo>
                    <a:lnTo>
                      <a:pt x="2387" y="17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4" name="Surface mesh patch"/>
              <p:cNvSpPr/>
              <p:nvPr/>
            </p:nvSpPr>
            <p:spPr>
              <a:xfrm>
                <a:off x="11619299" y="1435470"/>
                <a:ext cx="50120" cy="405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62">
                    <a:moveTo>
                      <a:pt x="0" y="4262"/>
                    </a:moveTo>
                    <a:lnTo>
                      <a:pt x="2875" y="3310"/>
                    </a:lnTo>
                    <a:lnTo>
                      <a:pt x="5262" y="0"/>
                    </a:lnTo>
                    <a:lnTo>
                      <a:pt x="2387" y="124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5" name="Surface mesh patch"/>
              <p:cNvSpPr/>
              <p:nvPr/>
            </p:nvSpPr>
            <p:spPr>
              <a:xfrm>
                <a:off x="11669419" y="1374981"/>
                <a:ext cx="50120" cy="604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51">
                    <a:moveTo>
                      <a:pt x="0" y="6351"/>
                    </a:moveTo>
                    <a:lnTo>
                      <a:pt x="2875" y="3753"/>
                    </a:lnTo>
                    <a:lnTo>
                      <a:pt x="5262" y="0"/>
                    </a:lnTo>
                    <a:lnTo>
                      <a:pt x="2387" y="3068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6" name="Surface mesh patch"/>
              <p:cNvSpPr/>
              <p:nvPr/>
            </p:nvSpPr>
            <p:spPr>
              <a:xfrm>
                <a:off x="11719538" y="1285173"/>
                <a:ext cx="50120" cy="89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29">
                    <a:moveTo>
                      <a:pt x="0" y="9429"/>
                    </a:moveTo>
                    <a:lnTo>
                      <a:pt x="2875" y="4372"/>
                    </a:lnTo>
                    <a:lnTo>
                      <a:pt x="5262" y="0"/>
                    </a:lnTo>
                    <a:lnTo>
                      <a:pt x="2387" y="5765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7" name="Surface mesh patch"/>
              <p:cNvSpPr/>
              <p:nvPr/>
            </p:nvSpPr>
            <p:spPr>
              <a:xfrm>
                <a:off x="11769658" y="1159990"/>
                <a:ext cx="50120" cy="125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43">
                    <a:moveTo>
                      <a:pt x="0" y="13143"/>
                    </a:moveTo>
                    <a:lnTo>
                      <a:pt x="2875" y="5014"/>
                    </a:lnTo>
                    <a:lnTo>
                      <a:pt x="5262" y="0"/>
                    </a:lnTo>
                    <a:lnTo>
                      <a:pt x="2387" y="9029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8" name="Surface mesh patch"/>
              <p:cNvSpPr/>
              <p:nvPr/>
            </p:nvSpPr>
            <p:spPr>
              <a:xfrm>
                <a:off x="11819778" y="1004393"/>
                <a:ext cx="50120" cy="155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36">
                    <a:moveTo>
                      <a:pt x="0" y="16336"/>
                    </a:moveTo>
                    <a:lnTo>
                      <a:pt x="2875" y="5319"/>
                    </a:lnTo>
                    <a:lnTo>
                      <a:pt x="5262" y="0"/>
                    </a:lnTo>
                    <a:lnTo>
                      <a:pt x="2387" y="11918"/>
                    </a:lnTo>
                    <a:close/>
                  </a:path>
                </a:pathLst>
              </a:custGeom>
              <a:solidFill>
                <a:srgbClr val="fab094"/>
              </a:solidFill>
              <a:ln w="3334" cap="flat" cmpd="sng" algn="ctr">
                <a:solidFill>
                  <a:srgbClr val="fab09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9" name="Surface mesh patch"/>
              <p:cNvSpPr/>
              <p:nvPr/>
            </p:nvSpPr>
            <p:spPr>
              <a:xfrm>
                <a:off x="11869897" y="840420"/>
                <a:ext cx="50120" cy="1639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15">
                    <a:moveTo>
                      <a:pt x="0" y="17215"/>
                    </a:moveTo>
                    <a:lnTo>
                      <a:pt x="2875" y="4837"/>
                    </a:lnTo>
                    <a:lnTo>
                      <a:pt x="5262" y="0"/>
                    </a:lnTo>
                    <a:lnTo>
                      <a:pt x="2387" y="13018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60" name="Surface mesh patch"/>
              <p:cNvSpPr/>
              <p:nvPr/>
            </p:nvSpPr>
            <p:spPr>
              <a:xfrm>
                <a:off x="11920017" y="705227"/>
                <a:ext cx="50120" cy="1351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94">
                    <a:moveTo>
                      <a:pt x="0" y="14194"/>
                    </a:moveTo>
                    <a:lnTo>
                      <a:pt x="2875" y="3302"/>
                    </a:lnTo>
                    <a:lnTo>
                      <a:pt x="5262" y="0"/>
                    </a:lnTo>
                    <a:lnTo>
                      <a:pt x="2387" y="11104"/>
                    </a:lnTo>
                    <a:close/>
                  </a:path>
                </a:pathLst>
              </a:custGeom>
              <a:solidFill>
                <a:srgbClr val="d23c40"/>
              </a:solidFill>
              <a:ln w="3334" cap="flat" cmpd="sng" algn="ctr">
                <a:solidFill>
                  <a:srgbClr val="d23c4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61" name="Surface mesh patch"/>
              <p:cNvSpPr/>
              <p:nvPr/>
            </p:nvSpPr>
            <p:spPr>
              <a:xfrm>
                <a:off x="11970137" y="638175"/>
                <a:ext cx="50120" cy="67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0">
                    <a:moveTo>
                      <a:pt x="0" y="7040"/>
                    </a:moveTo>
                    <a:lnTo>
                      <a:pt x="2875" y="900"/>
                    </a:lnTo>
                    <a:lnTo>
                      <a:pt x="5262" y="0"/>
                    </a:lnTo>
                    <a:lnTo>
                      <a:pt x="2387" y="6019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62" name="Surface mesh patch"/>
              <p:cNvSpPr/>
              <p:nvPr/>
            </p:nvSpPr>
            <p:spPr>
              <a:xfrm>
                <a:off x="12020256" y="638175"/>
                <a:ext cx="50120" cy="240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7">
                    <a:moveTo>
                      <a:pt x="0" y="0"/>
                    </a:moveTo>
                    <a:lnTo>
                      <a:pt x="2875" y="823"/>
                    </a:lnTo>
                    <a:lnTo>
                      <a:pt x="5262" y="2527"/>
                    </a:lnTo>
                    <a:lnTo>
                      <a:pt x="2387" y="1603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63" name="Surface mesh patch"/>
              <p:cNvSpPr/>
              <p:nvPr/>
            </p:nvSpPr>
            <p:spPr>
              <a:xfrm>
                <a:off x="12070376" y="662245"/>
                <a:ext cx="50120" cy="109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57">
                    <a:moveTo>
                      <a:pt x="0" y="0"/>
                    </a:moveTo>
                    <a:lnTo>
                      <a:pt x="2875" y="7782"/>
                    </a:lnTo>
                    <a:lnTo>
                      <a:pt x="5262" y="11457"/>
                    </a:lnTo>
                    <a:lnTo>
                      <a:pt x="2387" y="4003"/>
                    </a:lnTo>
                    <a:close/>
                  </a:path>
                </a:pathLst>
              </a:custGeom>
              <a:solidFill>
                <a:srgbClr val="c82531"/>
              </a:solidFill>
              <a:ln w="3334" cap="flat" cmpd="sng" algn="ctr">
                <a:solidFill>
                  <a:srgbClr val="c8253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64" name="Surface mesh patch"/>
              <p:cNvSpPr/>
              <p:nvPr/>
            </p:nvSpPr>
            <p:spPr>
              <a:xfrm>
                <a:off x="12120496" y="771374"/>
                <a:ext cx="50120" cy="1613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42">
                    <a:moveTo>
                      <a:pt x="0" y="0"/>
                    </a:moveTo>
                    <a:lnTo>
                      <a:pt x="2875" y="12498"/>
                    </a:lnTo>
                    <a:lnTo>
                      <a:pt x="5262" y="16942"/>
                    </a:lnTo>
                    <a:lnTo>
                      <a:pt x="2387" y="5410"/>
                    </a:lnTo>
                    <a:close/>
                  </a:path>
                </a:pathLst>
              </a:custGeom>
              <a:solidFill>
                <a:srgbClr val="e3635a"/>
              </a:solidFill>
              <a:ln w="3334" cap="flat" cmpd="sng" algn="ctr">
                <a:solidFill>
                  <a:srgbClr val="e3635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65" name="Surface mesh patch"/>
              <p:cNvSpPr/>
              <p:nvPr/>
            </p:nvSpPr>
            <p:spPr>
              <a:xfrm>
                <a:off x="12170615" y="932748"/>
                <a:ext cx="50120" cy="169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4">
                    <a:moveTo>
                      <a:pt x="0" y="0"/>
                    </a:moveTo>
                    <a:lnTo>
                      <a:pt x="2875" y="13852"/>
                    </a:lnTo>
                    <a:lnTo>
                      <a:pt x="5262" y="17834"/>
                    </a:lnTo>
                    <a:lnTo>
                      <a:pt x="2387" y="5469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66" name="Surface mesh patch"/>
              <p:cNvSpPr/>
              <p:nvPr/>
            </p:nvSpPr>
            <p:spPr>
              <a:xfrm>
                <a:off x="12220735" y="1102618"/>
                <a:ext cx="50120" cy="1423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47">
                    <a:moveTo>
                      <a:pt x="0" y="0"/>
                    </a:moveTo>
                    <a:lnTo>
                      <a:pt x="2875" y="12233"/>
                    </a:lnTo>
                    <a:lnTo>
                      <a:pt x="5262" y="14947"/>
                    </a:lnTo>
                    <a:lnTo>
                      <a:pt x="2387" y="4383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67" name="Surface mesh patch"/>
              <p:cNvSpPr/>
              <p:nvPr/>
            </p:nvSpPr>
            <p:spPr>
              <a:xfrm>
                <a:off x="12270855" y="1244993"/>
                <a:ext cx="50120" cy="973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22">
                    <a:moveTo>
                      <a:pt x="0" y="0"/>
                    </a:moveTo>
                    <a:lnTo>
                      <a:pt x="2875" y="8999"/>
                    </a:lnTo>
                    <a:lnTo>
                      <a:pt x="5262" y="10222"/>
                    </a:lnTo>
                    <a:lnTo>
                      <a:pt x="2387" y="2716"/>
                    </a:lnTo>
                    <a:close/>
                  </a:path>
                </a:pathLst>
              </a:custGeom>
              <a:solidFill>
                <a:srgbClr val="e7dcd9"/>
              </a:solidFill>
              <a:ln w="3334" cap="flat" cmpd="sng" algn="ctr">
                <a:solidFill>
                  <a:srgbClr val="e7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68" name="Surface mesh patch"/>
              <p:cNvSpPr/>
              <p:nvPr/>
            </p:nvSpPr>
            <p:spPr>
              <a:xfrm>
                <a:off x="12320974" y="1342353"/>
                <a:ext cx="50120" cy="532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3">
                    <a:moveTo>
                      <a:pt x="0" y="0"/>
                    </a:moveTo>
                    <a:lnTo>
                      <a:pt x="2875" y="5593"/>
                    </a:lnTo>
                    <a:lnTo>
                      <a:pt x="5262" y="5542"/>
                    </a:lnTo>
                    <a:lnTo>
                      <a:pt x="2387" y="1055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69" name="Surface mesh patch"/>
              <p:cNvSpPr/>
              <p:nvPr/>
            </p:nvSpPr>
            <p:spPr>
              <a:xfrm>
                <a:off x="12371094" y="1392964"/>
                <a:ext cx="50120" cy="300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5">
                    <a:moveTo>
                      <a:pt x="0" y="229"/>
                    </a:moveTo>
                    <a:lnTo>
                      <a:pt x="2875" y="3155"/>
                    </a:lnTo>
                    <a:lnTo>
                      <a:pt x="5262" y="22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70" name="Surface mesh patch"/>
              <p:cNvSpPr/>
              <p:nvPr/>
            </p:nvSpPr>
            <p:spPr>
              <a:xfrm>
                <a:off x="12421213" y="1404558"/>
                <a:ext cx="50120" cy="219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6">
                    <a:moveTo>
                      <a:pt x="0" y="1027"/>
                    </a:moveTo>
                    <a:lnTo>
                      <a:pt x="2875" y="2306"/>
                    </a:lnTo>
                    <a:lnTo>
                      <a:pt x="5262" y="9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71" name="Surface mesh patch"/>
              <p:cNvSpPr/>
              <p:nvPr/>
            </p:nvSpPr>
            <p:spPr>
              <a:xfrm>
                <a:off x="12471333" y="1400195"/>
                <a:ext cx="50120" cy="18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03"/>
                    </a:moveTo>
                    <a:lnTo>
                      <a:pt x="2875" y="1923"/>
                    </a:lnTo>
                    <a:lnTo>
                      <a:pt x="5262" y="4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72" name="Surface mesh patch"/>
              <p:cNvSpPr/>
              <p:nvPr/>
            </p:nvSpPr>
            <p:spPr>
              <a:xfrm>
                <a:off x="12521453" y="1390157"/>
                <a:ext cx="50120" cy="177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1480"/>
                    </a:moveTo>
                    <a:lnTo>
                      <a:pt x="2875" y="1861"/>
                    </a:lnTo>
                    <a:lnTo>
                      <a:pt x="5262" y="4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73" name="Surface mesh patch"/>
              <p:cNvSpPr/>
              <p:nvPr/>
            </p:nvSpPr>
            <p:spPr>
              <a:xfrm>
                <a:off x="12571572" y="1381170"/>
                <a:ext cx="50120" cy="188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2">
                    <a:moveTo>
                      <a:pt x="0" y="1374"/>
                    </a:moveTo>
                    <a:lnTo>
                      <a:pt x="2875" y="1982"/>
                    </a:lnTo>
                    <a:lnTo>
                      <a:pt x="5262" y="7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74" name="Surface mesh patch"/>
              <p:cNvSpPr/>
              <p:nvPr/>
            </p:nvSpPr>
            <p:spPr>
              <a:xfrm>
                <a:off x="12621692" y="1376926"/>
                <a:ext cx="50120" cy="208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1177"/>
                    </a:moveTo>
                    <a:lnTo>
                      <a:pt x="2875" y="2185"/>
                    </a:lnTo>
                    <a:lnTo>
                      <a:pt x="5262" y="11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75" name="Surface mesh patch"/>
              <p:cNvSpPr/>
              <p:nvPr/>
            </p:nvSpPr>
            <p:spPr>
              <a:xfrm>
                <a:off x="10694414" y="1518490"/>
                <a:ext cx="50120" cy="240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4">
                    <a:moveTo>
                      <a:pt x="0" y="564"/>
                    </a:moveTo>
                    <a:lnTo>
                      <a:pt x="2875" y="2524"/>
                    </a:lnTo>
                    <a:lnTo>
                      <a:pt x="5262" y="19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76" name="Surface mesh patch"/>
              <p:cNvSpPr/>
              <p:nvPr/>
            </p:nvSpPr>
            <p:spPr>
              <a:xfrm>
                <a:off x="10744533" y="1531059"/>
                <a:ext cx="50120" cy="22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9">
                    <a:moveTo>
                      <a:pt x="0" y="606"/>
                    </a:moveTo>
                    <a:lnTo>
                      <a:pt x="2875" y="2329"/>
                    </a:lnTo>
                    <a:lnTo>
                      <a:pt x="5262" y="1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77" name="Surface mesh patch"/>
              <p:cNvSpPr/>
              <p:nvPr/>
            </p:nvSpPr>
            <p:spPr>
              <a:xfrm>
                <a:off x="10794653" y="1541398"/>
                <a:ext cx="50120" cy="198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6">
                    <a:moveTo>
                      <a:pt x="0" y="618"/>
                    </a:moveTo>
                    <a:lnTo>
                      <a:pt x="2875" y="2086"/>
                    </a:lnTo>
                    <a:lnTo>
                      <a:pt x="5262" y="14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78" name="Surface mesh patch"/>
              <p:cNvSpPr/>
              <p:nvPr/>
            </p:nvSpPr>
            <p:spPr>
              <a:xfrm>
                <a:off x="10844773" y="1550237"/>
                <a:ext cx="50120" cy="172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8">
                    <a:moveTo>
                      <a:pt x="0" y="564"/>
                    </a:moveTo>
                    <a:lnTo>
                      <a:pt x="2875" y="1808"/>
                    </a:lnTo>
                    <a:lnTo>
                      <a:pt x="5262" y="13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79" name="Surface mesh patch"/>
              <p:cNvSpPr/>
              <p:nvPr/>
            </p:nvSpPr>
            <p:spPr>
              <a:xfrm>
                <a:off x="10894892" y="1558741"/>
                <a:ext cx="50120" cy="14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8">
                    <a:moveTo>
                      <a:pt x="0" y="433"/>
                    </a:moveTo>
                    <a:lnTo>
                      <a:pt x="2875" y="1498"/>
                    </a:lnTo>
                    <a:lnTo>
                      <a:pt x="5262" y="12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0" name="Surface mesh patch"/>
              <p:cNvSpPr/>
              <p:nvPr/>
            </p:nvSpPr>
            <p:spPr>
              <a:xfrm>
                <a:off x="10945012" y="1567837"/>
                <a:ext cx="50120" cy="110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3">
                    <a:moveTo>
                      <a:pt x="0" y="247"/>
                    </a:moveTo>
                    <a:lnTo>
                      <a:pt x="2875" y="1163"/>
                    </a:lnTo>
                    <a:lnTo>
                      <a:pt x="5262" y="10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1" name="Surface mesh patch"/>
              <p:cNvSpPr/>
              <p:nvPr/>
            </p:nvSpPr>
            <p:spPr>
              <a:xfrm>
                <a:off x="10995132" y="1577615"/>
                <a:ext cx="50120" cy="8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4">
                    <a:moveTo>
                      <a:pt x="0" y="59"/>
                    </a:moveTo>
                    <a:lnTo>
                      <a:pt x="2875" y="823"/>
                    </a:lnTo>
                    <a:lnTo>
                      <a:pt x="5262" y="9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2" name="Surface mesh patch"/>
              <p:cNvSpPr/>
              <p:nvPr/>
            </p:nvSpPr>
            <p:spPr>
              <a:xfrm>
                <a:off x="11045251" y="1586508"/>
                <a:ext cx="50120" cy="75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2">
                    <a:moveTo>
                      <a:pt x="0" y="0"/>
                    </a:moveTo>
                    <a:lnTo>
                      <a:pt x="2875" y="592"/>
                    </a:lnTo>
                    <a:lnTo>
                      <a:pt x="5262" y="792"/>
                    </a:lnTo>
                    <a:lnTo>
                      <a:pt x="2387" y="65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3" name="Surface mesh patch"/>
              <p:cNvSpPr/>
              <p:nvPr/>
            </p:nvSpPr>
            <p:spPr>
              <a:xfrm>
                <a:off x="11095371" y="1594054"/>
                <a:ext cx="50120" cy="5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">
                    <a:moveTo>
                      <a:pt x="0" y="0"/>
                    </a:moveTo>
                    <a:lnTo>
                      <a:pt x="2875" y="415"/>
                    </a:lnTo>
                    <a:lnTo>
                      <a:pt x="5262" y="561"/>
                    </a:lnTo>
                    <a:lnTo>
                      <a:pt x="2387" y="7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4" name="Surface mesh patch"/>
              <p:cNvSpPr/>
              <p:nvPr/>
            </p:nvSpPr>
            <p:spPr>
              <a:xfrm>
                <a:off x="11145491" y="1598702"/>
                <a:ext cx="50120" cy="3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">
                    <a:moveTo>
                      <a:pt x="0" y="73"/>
                    </a:moveTo>
                    <a:lnTo>
                      <a:pt x="2875" y="357"/>
                    </a:lnTo>
                    <a:lnTo>
                      <a:pt x="5262" y="2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5" name="Surface mesh patch"/>
              <p:cNvSpPr/>
              <p:nvPr/>
            </p:nvSpPr>
            <p:spPr>
              <a:xfrm>
                <a:off x="11195610" y="1598098"/>
                <a:ext cx="50120" cy="5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3">
                    <a:moveTo>
                      <a:pt x="0" y="355"/>
                    </a:moveTo>
                    <a:lnTo>
                      <a:pt x="2875" y="613"/>
                    </a:lnTo>
                    <a:lnTo>
                      <a:pt x="5262" y="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6" name="Surface mesh patch"/>
              <p:cNvSpPr/>
              <p:nvPr/>
            </p:nvSpPr>
            <p:spPr>
              <a:xfrm>
                <a:off x="11245730" y="1592944"/>
                <a:ext cx="50120" cy="10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6">
                    <a:moveTo>
                      <a:pt x="0" y="739"/>
                    </a:moveTo>
                    <a:lnTo>
                      <a:pt x="2875" y="1106"/>
                    </a:lnTo>
                    <a:lnTo>
                      <a:pt x="5262" y="2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7" name="Surface mesh patch"/>
              <p:cNvSpPr/>
              <p:nvPr/>
            </p:nvSpPr>
            <p:spPr>
              <a:xfrm>
                <a:off x="11295849" y="1584095"/>
                <a:ext cx="50120" cy="167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9">
                    <a:moveTo>
                      <a:pt x="0" y="1172"/>
                    </a:moveTo>
                    <a:lnTo>
                      <a:pt x="2875" y="1759"/>
                    </a:lnTo>
                    <a:lnTo>
                      <a:pt x="5262" y="4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8" name="Surface mesh patch"/>
              <p:cNvSpPr/>
              <p:nvPr/>
            </p:nvSpPr>
            <p:spPr>
              <a:xfrm>
                <a:off x="11345969" y="1572639"/>
                <a:ext cx="50120" cy="232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4">
                    <a:moveTo>
                      <a:pt x="0" y="1606"/>
                    </a:moveTo>
                    <a:lnTo>
                      <a:pt x="2875" y="2444"/>
                    </a:lnTo>
                    <a:lnTo>
                      <a:pt x="5262" y="6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9" name="Surface mesh patch"/>
              <p:cNvSpPr/>
              <p:nvPr/>
            </p:nvSpPr>
            <p:spPr>
              <a:xfrm>
                <a:off x="11396089" y="1559303"/>
                <a:ext cx="50120" cy="287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1">
                    <a:moveTo>
                      <a:pt x="0" y="2004"/>
                    </a:moveTo>
                    <a:lnTo>
                      <a:pt x="2875" y="3021"/>
                    </a:lnTo>
                    <a:lnTo>
                      <a:pt x="5262" y="7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0" name="Surface mesh patch"/>
              <p:cNvSpPr/>
              <p:nvPr/>
            </p:nvSpPr>
            <p:spPr>
              <a:xfrm>
                <a:off x="11446208" y="1544133"/>
                <a:ext cx="50120" cy="32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6">
                    <a:moveTo>
                      <a:pt x="0" y="2340"/>
                    </a:moveTo>
                    <a:lnTo>
                      <a:pt x="2875" y="3376"/>
                    </a:lnTo>
                    <a:lnTo>
                      <a:pt x="5262" y="7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1" name="Surface mesh patch"/>
              <p:cNvSpPr/>
              <p:nvPr/>
            </p:nvSpPr>
            <p:spPr>
              <a:xfrm>
                <a:off x="11496328" y="1526434"/>
                <a:ext cx="50120" cy="327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6">
                    <a:moveTo>
                      <a:pt x="0" y="2608"/>
                    </a:moveTo>
                    <a:lnTo>
                      <a:pt x="2875" y="3436"/>
                    </a:lnTo>
                    <a:lnTo>
                      <a:pt x="5262" y="5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2" name="Surface mesh patch"/>
              <p:cNvSpPr/>
              <p:nvPr/>
            </p:nvSpPr>
            <p:spPr>
              <a:xfrm>
                <a:off x="11546448" y="1504688"/>
                <a:ext cx="50120" cy="30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1">
                    <a:moveTo>
                      <a:pt x="0" y="2822"/>
                    </a:moveTo>
                    <a:lnTo>
                      <a:pt x="2875" y="3151"/>
                    </a:lnTo>
                    <a:lnTo>
                      <a:pt x="5262" y="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3" name="Surface mesh patch"/>
              <p:cNvSpPr/>
              <p:nvPr/>
            </p:nvSpPr>
            <p:spPr>
              <a:xfrm>
                <a:off x="11596567" y="1467002"/>
                <a:ext cx="50120" cy="37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0">
                    <a:moveTo>
                      <a:pt x="0" y="3980"/>
                    </a:moveTo>
                    <a:lnTo>
                      <a:pt x="2875" y="3408"/>
                    </a:lnTo>
                    <a:lnTo>
                      <a:pt x="5262" y="0"/>
                    </a:lnTo>
                    <a:lnTo>
                      <a:pt x="2387" y="951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4" name="Surface mesh patch"/>
              <p:cNvSpPr/>
              <p:nvPr/>
            </p:nvSpPr>
            <p:spPr>
              <a:xfrm>
                <a:off x="11646687" y="1410730"/>
                <a:ext cx="50120" cy="56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08">
                    <a:moveTo>
                      <a:pt x="0" y="5908"/>
                    </a:moveTo>
                    <a:lnTo>
                      <a:pt x="2875" y="3857"/>
                    </a:lnTo>
                    <a:lnTo>
                      <a:pt x="5262" y="0"/>
                    </a:lnTo>
                    <a:lnTo>
                      <a:pt x="2387" y="2597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5" name="Surface mesh patch"/>
              <p:cNvSpPr/>
              <p:nvPr/>
            </p:nvSpPr>
            <p:spPr>
              <a:xfrm>
                <a:off x="11696807" y="1326818"/>
                <a:ext cx="50120" cy="83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10">
                    <a:moveTo>
                      <a:pt x="0" y="8810"/>
                    </a:moveTo>
                    <a:lnTo>
                      <a:pt x="2875" y="4554"/>
                    </a:lnTo>
                    <a:lnTo>
                      <a:pt x="5262" y="0"/>
                    </a:lnTo>
                    <a:lnTo>
                      <a:pt x="2387" y="5057"/>
                    </a:lnTo>
                    <a:close/>
                  </a:path>
                </a:pathLst>
              </a:custGeom>
              <a:solidFill>
                <a:srgbClr val="dee1ec"/>
              </a:solidFill>
              <a:ln w="3334" cap="flat" cmpd="sng" algn="ctr">
                <a:solidFill>
                  <a:srgbClr val="dee1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6" name="Surface mesh patch"/>
              <p:cNvSpPr/>
              <p:nvPr/>
            </p:nvSpPr>
            <p:spPr>
              <a:xfrm>
                <a:off x="11746926" y="1207749"/>
                <a:ext cx="50120" cy="119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01">
                    <a:moveTo>
                      <a:pt x="0" y="12501"/>
                    </a:moveTo>
                    <a:lnTo>
                      <a:pt x="2875" y="5426"/>
                    </a:lnTo>
                    <a:lnTo>
                      <a:pt x="5262" y="0"/>
                    </a:lnTo>
                    <a:lnTo>
                      <a:pt x="2387" y="8129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7" name="Surface mesh patch"/>
              <p:cNvSpPr/>
              <p:nvPr/>
            </p:nvSpPr>
            <p:spPr>
              <a:xfrm>
                <a:off x="11797046" y="1055056"/>
                <a:ext cx="50120" cy="1526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31">
                    <a:moveTo>
                      <a:pt x="0" y="16031"/>
                    </a:moveTo>
                    <a:lnTo>
                      <a:pt x="2875" y="6169"/>
                    </a:lnTo>
                    <a:lnTo>
                      <a:pt x="5262" y="0"/>
                    </a:lnTo>
                    <a:lnTo>
                      <a:pt x="2387" y="11017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8" name="Surface mesh patch"/>
              <p:cNvSpPr/>
              <p:nvPr/>
            </p:nvSpPr>
            <p:spPr>
              <a:xfrm>
                <a:off x="11847166" y="886489"/>
                <a:ext cx="50120" cy="1685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97">
                    <a:moveTo>
                      <a:pt x="0" y="17697"/>
                    </a:moveTo>
                    <a:lnTo>
                      <a:pt x="2875" y="6298"/>
                    </a:lnTo>
                    <a:lnTo>
                      <a:pt x="5262" y="0"/>
                    </a:lnTo>
                    <a:lnTo>
                      <a:pt x="2387" y="12378"/>
                    </a:lnTo>
                    <a:close/>
                  </a:path>
                </a:pathLst>
              </a:custGeom>
              <a:solidFill>
                <a:srgbClr val="f89077"/>
              </a:solidFill>
              <a:ln w="3334" cap="flat" cmpd="sng" algn="ctr">
                <a:solidFill>
                  <a:srgbClr val="f8907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9" name="Surface mesh patch"/>
              <p:cNvSpPr/>
              <p:nvPr/>
            </p:nvSpPr>
            <p:spPr>
              <a:xfrm>
                <a:off x="11897285" y="736675"/>
                <a:ext cx="50120" cy="149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29">
                    <a:moveTo>
                      <a:pt x="0" y="15729"/>
                    </a:moveTo>
                    <a:lnTo>
                      <a:pt x="2875" y="5392"/>
                    </a:lnTo>
                    <a:lnTo>
                      <a:pt x="5262" y="0"/>
                    </a:lnTo>
                    <a:lnTo>
                      <a:pt x="2387" y="10892"/>
                    </a:lnTo>
                    <a:close/>
                  </a:path>
                </a:pathLst>
              </a:custGeom>
              <a:solidFill>
                <a:srgbClr val="d84849"/>
              </a:solidFill>
              <a:ln w="3334" cap="flat" cmpd="sng" algn="ctr">
                <a:solidFill>
                  <a:srgbClr val="d8484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0" name="Surface mesh patch"/>
              <p:cNvSpPr/>
              <p:nvPr/>
            </p:nvSpPr>
            <p:spPr>
              <a:xfrm>
                <a:off x="11947405" y="646749"/>
                <a:ext cx="50120" cy="89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1">
                    <a:moveTo>
                      <a:pt x="0" y="9441"/>
                    </a:moveTo>
                    <a:lnTo>
                      <a:pt x="2875" y="3404"/>
                    </a:lnTo>
                    <a:lnTo>
                      <a:pt x="5262" y="0"/>
                    </a:lnTo>
                    <a:lnTo>
                      <a:pt x="2387" y="6139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1" name="Surface mesh patch"/>
              <p:cNvSpPr/>
              <p:nvPr/>
            </p:nvSpPr>
            <p:spPr>
              <a:xfrm>
                <a:off x="11997524" y="638175"/>
                <a:ext cx="50120" cy="15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">
                    <a:moveTo>
                      <a:pt x="0" y="900"/>
                    </a:moveTo>
                    <a:lnTo>
                      <a:pt x="2875" y="1637"/>
                    </a:lnTo>
                    <a:lnTo>
                      <a:pt x="5262" y="8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2" name="Surface mesh patch"/>
              <p:cNvSpPr/>
              <p:nvPr/>
            </p:nvSpPr>
            <p:spPr>
              <a:xfrm>
                <a:off x="12047644" y="646011"/>
                <a:ext cx="50120" cy="90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6">
                    <a:moveTo>
                      <a:pt x="0" y="0"/>
                    </a:moveTo>
                    <a:lnTo>
                      <a:pt x="2875" y="7928"/>
                    </a:lnTo>
                    <a:lnTo>
                      <a:pt x="5262" y="9486"/>
                    </a:lnTo>
                    <a:lnTo>
                      <a:pt x="2387" y="1704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3" name="Surface mesh patch"/>
              <p:cNvSpPr/>
              <p:nvPr/>
            </p:nvSpPr>
            <p:spPr>
              <a:xfrm>
                <a:off x="12097764" y="736369"/>
                <a:ext cx="50120" cy="1540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73">
                    <a:moveTo>
                      <a:pt x="0" y="0"/>
                    </a:moveTo>
                    <a:lnTo>
                      <a:pt x="2875" y="13183"/>
                    </a:lnTo>
                    <a:lnTo>
                      <a:pt x="5262" y="16173"/>
                    </a:lnTo>
                    <a:lnTo>
                      <a:pt x="2387" y="3675"/>
                    </a:lnTo>
                    <a:close/>
                  </a:path>
                </a:pathLst>
              </a:custGeom>
              <a:solidFill>
                <a:srgbClr val="d94c4b"/>
              </a:solidFill>
              <a:ln w="3334" cap="flat" cmpd="sng" algn="ctr">
                <a:solidFill>
                  <a:srgbClr val="d94c4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4" name="Surface mesh patch"/>
              <p:cNvSpPr/>
              <p:nvPr/>
            </p:nvSpPr>
            <p:spPr>
              <a:xfrm>
                <a:off x="12147883" y="890413"/>
                <a:ext cx="50120" cy="174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97">
                    <a:moveTo>
                      <a:pt x="0" y="0"/>
                    </a:moveTo>
                    <a:lnTo>
                      <a:pt x="2875" y="15090"/>
                    </a:lnTo>
                    <a:lnTo>
                      <a:pt x="5262" y="18297"/>
                    </a:lnTo>
                    <a:lnTo>
                      <a:pt x="2387" y="4445"/>
                    </a:lnTo>
                    <a:close/>
                  </a:path>
                </a:pathLst>
              </a:custGeom>
              <a:solidFill>
                <a:srgbClr val="fa967b"/>
              </a:solidFill>
              <a:ln w="3334" cap="flat" cmpd="sng" algn="ctr">
                <a:solidFill>
                  <a:srgbClr val="fa967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5" name="Surface mesh patch"/>
              <p:cNvSpPr/>
              <p:nvPr/>
            </p:nvSpPr>
            <p:spPr>
              <a:xfrm>
                <a:off x="12198003" y="1064691"/>
                <a:ext cx="50120" cy="154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15">
                    <a:moveTo>
                      <a:pt x="0" y="0"/>
                    </a:moveTo>
                    <a:lnTo>
                      <a:pt x="2875" y="13761"/>
                    </a:lnTo>
                    <a:lnTo>
                      <a:pt x="5262" y="16215"/>
                    </a:lnTo>
                    <a:lnTo>
                      <a:pt x="2387" y="3982"/>
                    </a:lnTo>
                    <a:close/>
                  </a:path>
                </a:pathLst>
              </a:custGeom>
              <a:solidFill>
                <a:srgbClr val="fbbfa3"/>
              </a:solidFill>
              <a:ln w="3334" cap="flat" cmpd="sng" algn="ctr">
                <a:solidFill>
                  <a:srgbClr val="fbbf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6" name="Surface mesh patch"/>
              <p:cNvSpPr/>
              <p:nvPr/>
            </p:nvSpPr>
            <p:spPr>
              <a:xfrm>
                <a:off x="12248123" y="1219136"/>
                <a:ext cx="50120" cy="111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14">
                    <a:moveTo>
                      <a:pt x="0" y="0"/>
                    </a:moveTo>
                    <a:lnTo>
                      <a:pt x="2875" y="10468"/>
                    </a:lnTo>
                    <a:lnTo>
                      <a:pt x="5262" y="11714"/>
                    </a:lnTo>
                    <a:lnTo>
                      <a:pt x="2387" y="2715"/>
                    </a:lnTo>
                    <a:close/>
                  </a:path>
                </a:pathLst>
              </a:custGeom>
              <a:solidFill>
                <a:srgbClr val="eed9cd"/>
              </a:solidFill>
              <a:ln w="3334" cap="flat" cmpd="sng" algn="ctr">
                <a:solidFill>
                  <a:srgbClr val="eed9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7" name="Surface mesh patch"/>
              <p:cNvSpPr/>
              <p:nvPr/>
            </p:nvSpPr>
            <p:spPr>
              <a:xfrm>
                <a:off x="12298242" y="1330707"/>
                <a:ext cx="50120" cy="64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5">
                    <a:moveTo>
                      <a:pt x="0" y="0"/>
                    </a:moveTo>
                    <a:lnTo>
                      <a:pt x="2875" y="6749"/>
                    </a:lnTo>
                    <a:lnTo>
                      <a:pt x="5262" y="6815"/>
                    </a:lnTo>
                    <a:lnTo>
                      <a:pt x="2387" y="1223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8" name="Surface mesh patch"/>
              <p:cNvSpPr/>
              <p:nvPr/>
            </p:nvSpPr>
            <p:spPr>
              <a:xfrm>
                <a:off x="12348362" y="1395140"/>
                <a:ext cx="50120" cy="355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35">
                    <a:moveTo>
                      <a:pt x="0" y="51"/>
                    </a:moveTo>
                    <a:lnTo>
                      <a:pt x="2875" y="3735"/>
                    </a:lnTo>
                    <a:lnTo>
                      <a:pt x="5262" y="29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9" name="Surface mesh patch"/>
              <p:cNvSpPr/>
              <p:nvPr/>
            </p:nvSpPr>
            <p:spPr>
              <a:xfrm>
                <a:off x="12398482" y="1414341"/>
                <a:ext cx="50120" cy="246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91">
                    <a:moveTo>
                      <a:pt x="0" y="911"/>
                    </a:moveTo>
                    <a:lnTo>
                      <a:pt x="2875" y="2591"/>
                    </a:lnTo>
                    <a:lnTo>
                      <a:pt x="5262" y="12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0" name="Surface mesh patch"/>
              <p:cNvSpPr/>
              <p:nvPr/>
            </p:nvSpPr>
            <p:spPr>
              <a:xfrm>
                <a:off x="12448601" y="1413561"/>
                <a:ext cx="50120" cy="19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4">
                    <a:moveTo>
                      <a:pt x="0" y="1361"/>
                    </a:moveTo>
                    <a:lnTo>
                      <a:pt x="2875" y="2024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1" name="Surface mesh patch"/>
              <p:cNvSpPr/>
              <p:nvPr/>
            </p:nvSpPr>
            <p:spPr>
              <a:xfrm>
                <a:off x="12498721" y="1404254"/>
                <a:ext cx="50120" cy="17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">
                    <a:moveTo>
                      <a:pt x="0" y="1497"/>
                    </a:moveTo>
                    <a:lnTo>
                      <a:pt x="2875" y="1858"/>
                    </a:lnTo>
                    <a:lnTo>
                      <a:pt x="5262" y="3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2" name="Surface mesh patch"/>
              <p:cNvSpPr/>
              <p:nvPr/>
            </p:nvSpPr>
            <p:spPr>
              <a:xfrm>
                <a:off x="12548841" y="1394261"/>
                <a:ext cx="50120" cy="183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8">
                    <a:moveTo>
                      <a:pt x="0" y="1430"/>
                    </a:moveTo>
                    <a:lnTo>
                      <a:pt x="2875" y="1928"/>
                    </a:lnTo>
                    <a:lnTo>
                      <a:pt x="5262" y="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3" name="Surface mesh patch"/>
              <p:cNvSpPr/>
              <p:nvPr/>
            </p:nvSpPr>
            <p:spPr>
              <a:xfrm>
                <a:off x="12598960" y="1388138"/>
                <a:ext cx="50120" cy="20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3">
                    <a:moveTo>
                      <a:pt x="0" y="1250"/>
                    </a:moveTo>
                    <a:lnTo>
                      <a:pt x="2875" y="2113"/>
                    </a:lnTo>
                    <a:lnTo>
                      <a:pt x="5262" y="10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4" name="Surface mesh patch"/>
              <p:cNvSpPr/>
              <p:nvPr/>
            </p:nvSpPr>
            <p:spPr>
              <a:xfrm>
                <a:off x="12649080" y="1387936"/>
                <a:ext cx="50120" cy="22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0">
                    <a:moveTo>
                      <a:pt x="0" y="1030"/>
                    </a:moveTo>
                    <a:lnTo>
                      <a:pt x="2875" y="2330"/>
                    </a:lnTo>
                    <a:lnTo>
                      <a:pt x="5262" y="14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5" name="Surface mesh patch"/>
              <p:cNvSpPr/>
              <p:nvPr/>
            </p:nvSpPr>
            <p:spPr>
              <a:xfrm>
                <a:off x="10671682" y="1523865"/>
                <a:ext cx="50120" cy="243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51">
                    <a:moveTo>
                      <a:pt x="0" y="554"/>
                    </a:moveTo>
                    <a:lnTo>
                      <a:pt x="2875" y="2551"/>
                    </a:lnTo>
                    <a:lnTo>
                      <a:pt x="5262" y="19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6" name="Surface mesh patch"/>
              <p:cNvSpPr/>
              <p:nvPr/>
            </p:nvSpPr>
            <p:spPr>
              <a:xfrm>
                <a:off x="10721802" y="1536835"/>
                <a:ext cx="50120" cy="22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6">
                    <a:moveTo>
                      <a:pt x="0" y="598"/>
                    </a:moveTo>
                    <a:lnTo>
                      <a:pt x="2875" y="2356"/>
                    </a:lnTo>
                    <a:lnTo>
                      <a:pt x="5262" y="17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7" name="Surface mesh patch"/>
              <p:cNvSpPr/>
              <p:nvPr/>
            </p:nvSpPr>
            <p:spPr>
              <a:xfrm>
                <a:off x="10771921" y="1547285"/>
                <a:ext cx="50120" cy="199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9">
                    <a:moveTo>
                      <a:pt x="0" y="625"/>
                    </a:moveTo>
                    <a:lnTo>
                      <a:pt x="2875" y="2099"/>
                    </a:lnTo>
                    <a:lnTo>
                      <a:pt x="5262" y="14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8" name="Surface mesh patch"/>
              <p:cNvSpPr/>
              <p:nvPr/>
            </p:nvSpPr>
            <p:spPr>
              <a:xfrm>
                <a:off x="10822041" y="1555608"/>
                <a:ext cx="50120" cy="17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2">
                    <a:moveTo>
                      <a:pt x="0" y="594"/>
                    </a:moveTo>
                    <a:lnTo>
                      <a:pt x="2875" y="1792"/>
                    </a:lnTo>
                    <a:lnTo>
                      <a:pt x="5262" y="12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9" name="Surface mesh patch"/>
              <p:cNvSpPr/>
              <p:nvPr/>
            </p:nvSpPr>
            <p:spPr>
              <a:xfrm>
                <a:off x="10872160" y="1562865"/>
                <a:ext cx="50120" cy="137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45">
                    <a:moveTo>
                      <a:pt x="0" y="482"/>
                    </a:moveTo>
                    <a:lnTo>
                      <a:pt x="2875" y="1445"/>
                    </a:lnTo>
                    <a:lnTo>
                      <a:pt x="5262" y="10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0" name="Surface mesh patch"/>
              <p:cNvSpPr/>
              <p:nvPr/>
            </p:nvSpPr>
            <p:spPr>
              <a:xfrm>
                <a:off x="10922280" y="1570192"/>
                <a:ext cx="50120" cy="101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9">
                    <a:moveTo>
                      <a:pt x="0" y="296"/>
                    </a:moveTo>
                    <a:lnTo>
                      <a:pt x="2875" y="1069"/>
                    </a:lnTo>
                    <a:lnTo>
                      <a:pt x="5262" y="9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1" name="Surface mesh patch"/>
              <p:cNvSpPr/>
              <p:nvPr/>
            </p:nvSpPr>
            <p:spPr>
              <a:xfrm>
                <a:off x="10972400" y="1578179"/>
                <a:ext cx="50120" cy="7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">
                    <a:moveTo>
                      <a:pt x="0" y="77"/>
                    </a:moveTo>
                    <a:lnTo>
                      <a:pt x="2875" y="688"/>
                    </a:lnTo>
                    <a:lnTo>
                      <a:pt x="5262" y="7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2" name="Surface mesh patch"/>
              <p:cNvSpPr/>
              <p:nvPr/>
            </p:nvSpPr>
            <p:spPr>
              <a:xfrm>
                <a:off x="11022519" y="1585457"/>
                <a:ext cx="50120" cy="66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">
                    <a:moveTo>
                      <a:pt x="0" y="0"/>
                    </a:moveTo>
                    <a:lnTo>
                      <a:pt x="2875" y="460"/>
                    </a:lnTo>
                    <a:lnTo>
                      <a:pt x="5262" y="702"/>
                    </a:lnTo>
                    <a:lnTo>
                      <a:pt x="2387" y="11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3" name="Surface mesh patch"/>
              <p:cNvSpPr/>
              <p:nvPr/>
            </p:nvSpPr>
            <p:spPr>
              <a:xfrm>
                <a:off x="11072639" y="1592144"/>
                <a:ext cx="50120" cy="5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5">
                    <a:moveTo>
                      <a:pt x="0" y="0"/>
                    </a:moveTo>
                    <a:lnTo>
                      <a:pt x="2875" y="333"/>
                    </a:lnTo>
                    <a:lnTo>
                      <a:pt x="5262" y="615"/>
                    </a:lnTo>
                    <a:lnTo>
                      <a:pt x="2387" y="20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4" name="Surface mesh patch"/>
              <p:cNvSpPr/>
              <p:nvPr/>
            </p:nvSpPr>
            <p:spPr>
              <a:xfrm>
                <a:off x="11122759" y="1598003"/>
                <a:ext cx="50120" cy="4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0">
                    <a:moveTo>
                      <a:pt x="0" y="0"/>
                    </a:moveTo>
                    <a:lnTo>
                      <a:pt x="2875" y="269"/>
                    </a:lnTo>
                    <a:lnTo>
                      <a:pt x="5262" y="430"/>
                    </a:lnTo>
                    <a:lnTo>
                      <a:pt x="2387" y="147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5" name="Surface mesh patch"/>
              <p:cNvSpPr/>
              <p:nvPr/>
            </p:nvSpPr>
            <p:spPr>
              <a:xfrm>
                <a:off x="11172878" y="1601483"/>
                <a:ext cx="50120" cy="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">
                    <a:moveTo>
                      <a:pt x="0" y="65"/>
                    </a:moveTo>
                    <a:lnTo>
                      <a:pt x="2875" y="383"/>
                    </a:lnTo>
                    <a:lnTo>
                      <a:pt x="5262" y="2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6" name="Surface mesh patch"/>
              <p:cNvSpPr/>
              <p:nvPr/>
            </p:nvSpPr>
            <p:spPr>
              <a:xfrm>
                <a:off x="11222998" y="1599979"/>
                <a:ext cx="50120" cy="87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1">
                    <a:moveTo>
                      <a:pt x="0" y="416"/>
                    </a:moveTo>
                    <a:lnTo>
                      <a:pt x="2875" y="921"/>
                    </a:lnTo>
                    <a:lnTo>
                      <a:pt x="5262" y="3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7" name="Surface mesh patch"/>
              <p:cNvSpPr/>
              <p:nvPr/>
            </p:nvSpPr>
            <p:spPr>
              <a:xfrm>
                <a:off x="11273118" y="1595256"/>
                <a:ext cx="50120" cy="15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5">
                    <a:moveTo>
                      <a:pt x="0" y="864"/>
                    </a:moveTo>
                    <a:lnTo>
                      <a:pt x="2875" y="1665"/>
                    </a:lnTo>
                    <a:lnTo>
                      <a:pt x="5262" y="5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8" name="Surface mesh patch"/>
              <p:cNvSpPr/>
              <p:nvPr/>
            </p:nvSpPr>
            <p:spPr>
              <a:xfrm>
                <a:off x="11323237" y="1587936"/>
                <a:ext cx="50120" cy="23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1">
                    <a:moveTo>
                      <a:pt x="0" y="1356"/>
                    </a:moveTo>
                    <a:lnTo>
                      <a:pt x="2875" y="2481"/>
                    </a:lnTo>
                    <a:lnTo>
                      <a:pt x="5262" y="8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9" name="Surface mesh patch"/>
              <p:cNvSpPr/>
              <p:nvPr/>
            </p:nvSpPr>
            <p:spPr>
              <a:xfrm>
                <a:off x="11373357" y="1578387"/>
                <a:ext cx="50120" cy="305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05">
                    <a:moveTo>
                      <a:pt x="0" y="1841"/>
                    </a:moveTo>
                    <a:lnTo>
                      <a:pt x="2875" y="3205"/>
                    </a:lnTo>
                    <a:lnTo>
                      <a:pt x="5262" y="10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0" name="Surface mesh patch"/>
              <p:cNvSpPr/>
              <p:nvPr/>
            </p:nvSpPr>
            <p:spPr>
              <a:xfrm>
                <a:off x="11423477" y="1566424"/>
                <a:ext cx="50120" cy="351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4">
                    <a:moveTo>
                      <a:pt x="0" y="2274"/>
                    </a:moveTo>
                    <a:lnTo>
                      <a:pt x="2875" y="3694"/>
                    </a:lnTo>
                    <a:lnTo>
                      <a:pt x="5262" y="10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1" name="Surface mesh patch"/>
              <p:cNvSpPr/>
              <p:nvPr/>
            </p:nvSpPr>
            <p:spPr>
              <a:xfrm>
                <a:off x="11473596" y="1551277"/>
                <a:ext cx="50120" cy="36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53">
                    <a:moveTo>
                      <a:pt x="0" y="2626"/>
                    </a:moveTo>
                    <a:lnTo>
                      <a:pt x="2875" y="3853"/>
                    </a:lnTo>
                    <a:lnTo>
                      <a:pt x="5262" y="8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2" name="Surface mesh patch"/>
              <p:cNvSpPr/>
              <p:nvPr/>
            </p:nvSpPr>
            <p:spPr>
              <a:xfrm>
                <a:off x="11523716" y="1531566"/>
                <a:ext cx="50120" cy="3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897"/>
                    </a:moveTo>
                    <a:lnTo>
                      <a:pt x="2875" y="3638"/>
                    </a:lnTo>
                    <a:lnTo>
                      <a:pt x="5262" y="3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3" name="Surface mesh patch"/>
              <p:cNvSpPr/>
              <p:nvPr/>
            </p:nvSpPr>
            <p:spPr>
              <a:xfrm>
                <a:off x="11573835" y="1499462"/>
                <a:ext cx="50120" cy="352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00">
                    <a:moveTo>
                      <a:pt x="0" y="3700"/>
                    </a:moveTo>
                    <a:lnTo>
                      <a:pt x="2875" y="3593"/>
                    </a:lnTo>
                    <a:lnTo>
                      <a:pt x="5262" y="0"/>
                    </a:lnTo>
                    <a:lnTo>
                      <a:pt x="2387" y="572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4" name="Surface mesh patch"/>
              <p:cNvSpPr/>
              <p:nvPr/>
            </p:nvSpPr>
            <p:spPr>
              <a:xfrm>
                <a:off x="11623955" y="1447469"/>
                <a:ext cx="50120" cy="519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9">
                    <a:moveTo>
                      <a:pt x="0" y="5459"/>
                    </a:moveTo>
                    <a:lnTo>
                      <a:pt x="2875" y="4014"/>
                    </a:lnTo>
                    <a:lnTo>
                      <a:pt x="5262" y="0"/>
                    </a:lnTo>
                    <a:lnTo>
                      <a:pt x="2387" y="2051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5" name="Surface mesh patch"/>
              <p:cNvSpPr/>
              <p:nvPr/>
            </p:nvSpPr>
            <p:spPr>
              <a:xfrm>
                <a:off x="11674075" y="1370195"/>
                <a:ext cx="50120" cy="772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13">
                    <a:moveTo>
                      <a:pt x="0" y="8113"/>
                    </a:moveTo>
                    <a:lnTo>
                      <a:pt x="2875" y="4708"/>
                    </a:lnTo>
                    <a:lnTo>
                      <a:pt x="5262" y="0"/>
                    </a:lnTo>
                    <a:lnTo>
                      <a:pt x="2387" y="4256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6" name="Surface mesh patch"/>
              <p:cNvSpPr/>
              <p:nvPr/>
            </p:nvSpPr>
            <p:spPr>
              <a:xfrm>
                <a:off x="11724194" y="1259435"/>
                <a:ext cx="50120" cy="1107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28">
                    <a:moveTo>
                      <a:pt x="0" y="11628"/>
                    </a:moveTo>
                    <a:lnTo>
                      <a:pt x="2875" y="5689"/>
                    </a:lnTo>
                    <a:lnTo>
                      <a:pt x="5262" y="0"/>
                    </a:lnTo>
                    <a:lnTo>
                      <a:pt x="2387" y="7074"/>
                    </a:lnTo>
                    <a:close/>
                  </a:path>
                </a:pathLst>
              </a:custGeom>
              <a:solidFill>
                <a:srgbClr val="ebdad3"/>
              </a:solidFill>
              <a:ln w="3334" cap="flat" cmpd="sng" algn="ctr">
                <a:solidFill>
                  <a:srgbClr val="eb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7" name="Surface mesh patch"/>
              <p:cNvSpPr/>
              <p:nvPr/>
            </p:nvSpPr>
            <p:spPr>
              <a:xfrm>
                <a:off x="11774314" y="1113814"/>
                <a:ext cx="50120" cy="1456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88">
                    <a:moveTo>
                      <a:pt x="0" y="15288"/>
                    </a:moveTo>
                    <a:lnTo>
                      <a:pt x="2875" y="6740"/>
                    </a:lnTo>
                    <a:lnTo>
                      <a:pt x="5262" y="0"/>
                    </a:lnTo>
                    <a:lnTo>
                      <a:pt x="2387" y="9862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8" name="Surface mesh patch"/>
              <p:cNvSpPr/>
              <p:nvPr/>
            </p:nvSpPr>
            <p:spPr>
              <a:xfrm>
                <a:off x="11824434" y="946477"/>
                <a:ext cx="50120" cy="1673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68">
                    <a:moveTo>
                      <a:pt x="0" y="17568"/>
                    </a:moveTo>
                    <a:lnTo>
                      <a:pt x="2875" y="7397"/>
                    </a:lnTo>
                    <a:lnTo>
                      <a:pt x="5262" y="0"/>
                    </a:lnTo>
                    <a:lnTo>
                      <a:pt x="2387" y="11399"/>
                    </a:lnTo>
                    <a:close/>
                  </a:path>
                </a:pathLst>
              </a:custGeom>
              <a:solidFill>
                <a:srgbClr val="fa9e83"/>
              </a:solidFill>
              <a:ln w="3334" cap="flat" cmpd="sng" algn="ctr">
                <a:solidFill>
                  <a:srgbClr val="fa9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9" name="Surface mesh patch"/>
              <p:cNvSpPr/>
              <p:nvPr/>
            </p:nvSpPr>
            <p:spPr>
              <a:xfrm>
                <a:off x="11874553" y="788030"/>
                <a:ext cx="50120" cy="1584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35">
                    <a:moveTo>
                      <a:pt x="0" y="16635"/>
                    </a:moveTo>
                    <a:lnTo>
                      <a:pt x="2875" y="7136"/>
                    </a:lnTo>
                    <a:lnTo>
                      <a:pt x="5262" y="0"/>
                    </a:lnTo>
                    <a:lnTo>
                      <a:pt x="2387" y="10337"/>
                    </a:lnTo>
                    <a:close/>
                  </a:path>
                </a:pathLst>
              </a:custGeom>
              <a:solidFill>
                <a:srgbClr val="e15d56"/>
              </a:solidFill>
              <a:ln w="3334" cap="flat" cmpd="sng" algn="ctr">
                <a:solidFill>
                  <a:srgbClr val="e15d5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0" name="Surface mesh patch"/>
              <p:cNvSpPr/>
              <p:nvPr/>
            </p:nvSpPr>
            <p:spPr>
              <a:xfrm>
                <a:off x="11924673" y="679173"/>
                <a:ext cx="50120" cy="108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29">
                    <a:moveTo>
                      <a:pt x="0" y="11429"/>
                    </a:moveTo>
                    <a:lnTo>
                      <a:pt x="2875" y="5699"/>
                    </a:lnTo>
                    <a:lnTo>
                      <a:pt x="5262" y="0"/>
                    </a:lnTo>
                    <a:lnTo>
                      <a:pt x="2387" y="6037"/>
                    </a:lnTo>
                    <a:close/>
                  </a:path>
                </a:pathLst>
              </a:custGeom>
              <a:solidFill>
                <a:srgbClr val="c6212f"/>
              </a:solidFill>
              <a:ln w="3334" cap="flat" cmpd="sng" algn="ctr">
                <a:solidFill>
                  <a:srgbClr val="c6212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1" name="Surface mesh patch"/>
              <p:cNvSpPr/>
              <p:nvPr/>
            </p:nvSpPr>
            <p:spPr>
              <a:xfrm>
                <a:off x="11974793" y="646749"/>
                <a:ext cx="50120" cy="38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4">
                    <a:moveTo>
                      <a:pt x="0" y="3404"/>
                    </a:moveTo>
                    <a:lnTo>
                      <a:pt x="2875" y="4074"/>
                    </a:lnTo>
                    <a:lnTo>
                      <a:pt x="5262" y="7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2" name="Surface mesh patch"/>
              <p:cNvSpPr/>
              <p:nvPr/>
            </p:nvSpPr>
            <p:spPr>
              <a:xfrm>
                <a:off x="12024912" y="646011"/>
                <a:ext cx="50120" cy="827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3">
                    <a:moveTo>
                      <a:pt x="0" y="815"/>
                    </a:moveTo>
                    <a:lnTo>
                      <a:pt x="2875" y="8693"/>
                    </a:lnTo>
                    <a:lnTo>
                      <a:pt x="5262" y="79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3" name="Surface mesh patch"/>
              <p:cNvSpPr/>
              <p:nvPr/>
            </p:nvSpPr>
            <p:spPr>
              <a:xfrm>
                <a:off x="12075032" y="721525"/>
                <a:ext cx="50120" cy="1404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42">
                    <a:moveTo>
                      <a:pt x="0" y="0"/>
                    </a:moveTo>
                    <a:lnTo>
                      <a:pt x="2875" y="13534"/>
                    </a:lnTo>
                    <a:lnTo>
                      <a:pt x="5262" y="14742"/>
                    </a:lnTo>
                    <a:lnTo>
                      <a:pt x="2387" y="1558"/>
                    </a:lnTo>
                    <a:close/>
                  </a:path>
                </a:pathLst>
              </a:custGeom>
              <a:solidFill>
                <a:srgbClr val="d33d41"/>
              </a:solidFill>
              <a:ln w="3334" cap="flat" cmpd="sng" algn="ctr">
                <a:solidFill>
                  <a:srgbClr val="d33d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4" name="Surface mesh patch"/>
              <p:cNvSpPr/>
              <p:nvPr/>
            </p:nvSpPr>
            <p:spPr>
              <a:xfrm>
                <a:off x="12125152" y="861941"/>
                <a:ext cx="50120" cy="1722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9">
                    <a:moveTo>
                      <a:pt x="0" y="0"/>
                    </a:moveTo>
                    <a:lnTo>
                      <a:pt x="2875" y="15983"/>
                    </a:lnTo>
                    <a:lnTo>
                      <a:pt x="5262" y="18079"/>
                    </a:lnTo>
                    <a:lnTo>
                      <a:pt x="2387" y="2989"/>
                    </a:lnTo>
                    <a:close/>
                  </a:path>
                </a:pathLst>
              </a:custGeom>
              <a:solidFill>
                <a:srgbClr val="f38570"/>
              </a:solidFill>
              <a:ln w="3334" cap="flat" cmpd="sng" algn="ctr">
                <a:solidFill>
                  <a:srgbClr val="f3857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5" name="Surface mesh patch"/>
              <p:cNvSpPr/>
              <p:nvPr/>
            </p:nvSpPr>
            <p:spPr>
              <a:xfrm>
                <a:off x="12175271" y="1034144"/>
                <a:ext cx="50120" cy="1616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68">
                    <a:moveTo>
                      <a:pt x="0" y="0"/>
                    </a:moveTo>
                    <a:lnTo>
                      <a:pt x="2875" y="15042"/>
                    </a:lnTo>
                    <a:lnTo>
                      <a:pt x="5262" y="16968"/>
                    </a:lnTo>
                    <a:lnTo>
                      <a:pt x="2387" y="3207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6" name="Surface mesh patch"/>
              <p:cNvSpPr/>
              <p:nvPr/>
            </p:nvSpPr>
            <p:spPr>
              <a:xfrm>
                <a:off x="12225391" y="1195765"/>
                <a:ext cx="50120" cy="123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22">
                    <a:moveTo>
                      <a:pt x="0" y="0"/>
                    </a:moveTo>
                    <a:lnTo>
                      <a:pt x="2875" y="11822"/>
                    </a:lnTo>
                    <a:lnTo>
                      <a:pt x="5262" y="12922"/>
                    </a:lnTo>
                    <a:lnTo>
                      <a:pt x="2387" y="2454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7" name="Surface mesh patch"/>
              <p:cNvSpPr/>
              <p:nvPr/>
            </p:nvSpPr>
            <p:spPr>
              <a:xfrm>
                <a:off x="12275510" y="1318846"/>
                <a:ext cx="50120" cy="761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95">
                    <a:moveTo>
                      <a:pt x="0" y="0"/>
                    </a:moveTo>
                    <a:lnTo>
                      <a:pt x="2875" y="7895"/>
                    </a:lnTo>
                    <a:lnTo>
                      <a:pt x="5262" y="7995"/>
                    </a:lnTo>
                    <a:lnTo>
                      <a:pt x="2387" y="1245"/>
                    </a:lnTo>
                    <a:close/>
                  </a:path>
                </a:pathLst>
              </a:custGeom>
              <a:solidFill>
                <a:srgbClr val="dee1ea"/>
              </a:solidFill>
              <a:ln w="3334" cap="flat" cmpd="sng" algn="ctr">
                <a:solidFill>
                  <a:srgbClr val="de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8" name="Surface mesh patch"/>
              <p:cNvSpPr/>
              <p:nvPr/>
            </p:nvSpPr>
            <p:spPr>
              <a:xfrm>
                <a:off x="12325630" y="1394996"/>
                <a:ext cx="50120" cy="427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5">
                    <a:moveTo>
                      <a:pt x="0" y="0"/>
                    </a:moveTo>
                    <a:lnTo>
                      <a:pt x="2875" y="4485"/>
                    </a:lnTo>
                    <a:lnTo>
                      <a:pt x="5262" y="3750"/>
                    </a:lnTo>
                    <a:lnTo>
                      <a:pt x="2387" y="66"/>
                    </a:lnTo>
                    <a:close/>
                  </a:path>
                </a:pathLst>
              </a:custGeom>
              <a:solidFill>
                <a:srgbClr val="ceddf5"/>
              </a:solidFill>
              <a:ln w="3334" cap="flat" cmpd="sng" algn="ctr">
                <a:solidFill>
                  <a:srgbClr val="ce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9" name="Surface mesh patch"/>
              <p:cNvSpPr/>
              <p:nvPr/>
            </p:nvSpPr>
            <p:spPr>
              <a:xfrm>
                <a:off x="12375750" y="1423014"/>
                <a:ext cx="50120" cy="280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7">
                    <a:moveTo>
                      <a:pt x="0" y="808"/>
                    </a:moveTo>
                    <a:lnTo>
                      <a:pt x="2875" y="2947"/>
                    </a:lnTo>
                    <a:lnTo>
                      <a:pt x="5262" y="16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0" name="Surface mesh patch"/>
              <p:cNvSpPr/>
              <p:nvPr/>
            </p:nvSpPr>
            <p:spPr>
              <a:xfrm>
                <a:off x="12425869" y="1426520"/>
                <a:ext cx="50120" cy="206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68">
                    <a:moveTo>
                      <a:pt x="0" y="1313"/>
                    </a:moveTo>
                    <a:lnTo>
                      <a:pt x="2875" y="2168"/>
                    </a:lnTo>
                    <a:lnTo>
                      <a:pt x="5262" y="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1" name="Surface mesh patch"/>
              <p:cNvSpPr/>
              <p:nvPr/>
            </p:nvSpPr>
            <p:spPr>
              <a:xfrm>
                <a:off x="12475989" y="1418513"/>
                <a:ext cx="50120" cy="1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9">
                    <a:moveTo>
                      <a:pt x="0" y="1504"/>
                    </a:moveTo>
                    <a:lnTo>
                      <a:pt x="2875" y="1879"/>
                    </a:lnTo>
                    <a:lnTo>
                      <a:pt x="5262" y="3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2" name="Surface mesh patch"/>
              <p:cNvSpPr/>
              <p:nvPr/>
            </p:nvSpPr>
            <p:spPr>
              <a:xfrm>
                <a:off x="12526109" y="1407879"/>
                <a:ext cx="50120" cy="17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5">
                    <a:moveTo>
                      <a:pt x="0" y="1478"/>
                    </a:moveTo>
                    <a:lnTo>
                      <a:pt x="2875" y="1885"/>
                    </a:lnTo>
                    <a:lnTo>
                      <a:pt x="5262" y="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3" name="Surface mesh patch"/>
              <p:cNvSpPr/>
              <p:nvPr/>
            </p:nvSpPr>
            <p:spPr>
              <a:xfrm>
                <a:off x="12576228" y="1400047"/>
                <a:ext cx="50120" cy="194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4">
                    <a:moveTo>
                      <a:pt x="0" y="1321"/>
                    </a:moveTo>
                    <a:lnTo>
                      <a:pt x="2875" y="2044"/>
                    </a:lnTo>
                    <a:lnTo>
                      <a:pt x="5262" y="8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4" name="Surface mesh patch"/>
              <p:cNvSpPr/>
              <p:nvPr/>
            </p:nvSpPr>
            <p:spPr>
              <a:xfrm>
                <a:off x="12626348" y="1397743"/>
                <a:ext cx="50120" cy="215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8">
                    <a:moveTo>
                      <a:pt x="0" y="1105"/>
                    </a:moveTo>
                    <a:lnTo>
                      <a:pt x="2875" y="2258"/>
                    </a:lnTo>
                    <a:lnTo>
                      <a:pt x="5262" y="13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5" name="Surface mesh patch"/>
              <p:cNvSpPr/>
              <p:nvPr/>
            </p:nvSpPr>
            <p:spPr>
              <a:xfrm>
                <a:off x="12676468" y="1401677"/>
                <a:ext cx="50120" cy="234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3">
                    <a:moveTo>
                      <a:pt x="0" y="888"/>
                    </a:moveTo>
                    <a:lnTo>
                      <a:pt x="2875" y="2463"/>
                    </a:lnTo>
                    <a:lnTo>
                      <a:pt x="5262" y="1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6" name="Surface mesh patch"/>
              <p:cNvSpPr/>
              <p:nvPr/>
            </p:nvSpPr>
            <p:spPr>
              <a:xfrm>
                <a:off x="10648950" y="1529145"/>
                <a:ext cx="50120" cy="245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2">
                    <a:moveTo>
                      <a:pt x="0" y="549"/>
                    </a:moveTo>
                    <a:lnTo>
                      <a:pt x="2875" y="2582"/>
                    </a:lnTo>
                    <a:lnTo>
                      <a:pt x="5262" y="19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7" name="Surface mesh patch"/>
              <p:cNvSpPr/>
              <p:nvPr/>
            </p:nvSpPr>
            <p:spPr>
              <a:xfrm>
                <a:off x="10699070" y="1542533"/>
                <a:ext cx="50120" cy="228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592"/>
                    </a:moveTo>
                    <a:lnTo>
                      <a:pt x="2875" y="2398"/>
                    </a:lnTo>
                    <a:lnTo>
                      <a:pt x="5262" y="17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8" name="Surface mesh patch"/>
              <p:cNvSpPr/>
              <p:nvPr/>
            </p:nvSpPr>
            <p:spPr>
              <a:xfrm>
                <a:off x="10749189" y="1553243"/>
                <a:ext cx="50120" cy="203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38">
                    <a:moveTo>
                      <a:pt x="0" y="634"/>
                    </a:moveTo>
                    <a:lnTo>
                      <a:pt x="2875" y="2138"/>
                    </a:lnTo>
                    <a:lnTo>
                      <a:pt x="5262" y="14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9" name="Surface mesh patch"/>
              <p:cNvSpPr/>
              <p:nvPr/>
            </p:nvSpPr>
            <p:spPr>
              <a:xfrm>
                <a:off x="10799309" y="1561269"/>
                <a:ext cx="50120" cy="17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8">
                    <a:moveTo>
                      <a:pt x="0" y="631"/>
                    </a:moveTo>
                    <a:lnTo>
                      <a:pt x="2875" y="1818"/>
                    </a:lnTo>
                    <a:lnTo>
                      <a:pt x="5262" y="1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0" name="Surface mesh patch"/>
              <p:cNvSpPr/>
              <p:nvPr/>
            </p:nvSpPr>
            <p:spPr>
              <a:xfrm>
                <a:off x="10849429" y="1567453"/>
                <a:ext cx="50120" cy="13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0">
                    <a:moveTo>
                      <a:pt x="0" y="548"/>
                    </a:moveTo>
                    <a:lnTo>
                      <a:pt x="2875" y="1450"/>
                    </a:lnTo>
                    <a:lnTo>
                      <a:pt x="5262" y="9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1" name="Surface mesh patch"/>
              <p:cNvSpPr/>
              <p:nvPr/>
            </p:nvSpPr>
            <p:spPr>
              <a:xfrm>
                <a:off x="10899548" y="1573008"/>
                <a:ext cx="50120" cy="99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6">
                    <a:moveTo>
                      <a:pt x="0" y="380"/>
                    </a:moveTo>
                    <a:lnTo>
                      <a:pt x="2875" y="1046"/>
                    </a:lnTo>
                    <a:lnTo>
                      <a:pt x="5262" y="7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2" name="Surface mesh patch"/>
              <p:cNvSpPr/>
              <p:nvPr/>
            </p:nvSpPr>
            <p:spPr>
              <a:xfrm>
                <a:off x="10949668" y="1578913"/>
                <a:ext cx="50120" cy="6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">
                    <a:moveTo>
                      <a:pt x="0" y="154"/>
                    </a:moveTo>
                    <a:lnTo>
                      <a:pt x="2875" y="634"/>
                    </a:lnTo>
                    <a:lnTo>
                      <a:pt x="5262" y="6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3" name="Surface mesh patch"/>
              <p:cNvSpPr/>
              <p:nvPr/>
            </p:nvSpPr>
            <p:spPr>
              <a:xfrm>
                <a:off x="10999788" y="1584729"/>
                <a:ext cx="50120" cy="5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7">
                    <a:moveTo>
                      <a:pt x="0" y="0"/>
                    </a:moveTo>
                    <a:lnTo>
                      <a:pt x="2875" y="338"/>
                    </a:lnTo>
                    <a:lnTo>
                      <a:pt x="5262" y="537"/>
                    </a:lnTo>
                    <a:lnTo>
                      <a:pt x="2387" y="76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4" name="Surface mesh patch"/>
              <p:cNvSpPr/>
              <p:nvPr/>
            </p:nvSpPr>
            <p:spPr>
              <a:xfrm>
                <a:off x="11049907" y="1589842"/>
                <a:ext cx="50120" cy="54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5">
                    <a:moveTo>
                      <a:pt x="0" y="0"/>
                    </a:moveTo>
                    <a:lnTo>
                      <a:pt x="2875" y="248"/>
                    </a:lnTo>
                    <a:lnTo>
                      <a:pt x="5262" y="575"/>
                    </a:lnTo>
                    <a:lnTo>
                      <a:pt x="2387" y="242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5" name="Surface mesh patch"/>
              <p:cNvSpPr/>
              <p:nvPr/>
            </p:nvSpPr>
            <p:spPr>
              <a:xfrm>
                <a:off x="11100027" y="1595319"/>
                <a:ext cx="50120" cy="52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1">
                    <a:moveTo>
                      <a:pt x="0" y="0"/>
                    </a:moveTo>
                    <a:lnTo>
                      <a:pt x="2875" y="243"/>
                    </a:lnTo>
                    <a:lnTo>
                      <a:pt x="5262" y="551"/>
                    </a:lnTo>
                    <a:lnTo>
                      <a:pt x="2387" y="28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6" name="Surface mesh patch"/>
              <p:cNvSpPr/>
              <p:nvPr/>
            </p:nvSpPr>
            <p:spPr>
              <a:xfrm>
                <a:off x="11150146" y="1600569"/>
                <a:ext cx="50120" cy="45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9">
                    <a:moveTo>
                      <a:pt x="0" y="0"/>
                    </a:moveTo>
                    <a:lnTo>
                      <a:pt x="2875" y="364"/>
                    </a:lnTo>
                    <a:lnTo>
                      <a:pt x="5262" y="479"/>
                    </a:lnTo>
                    <a:lnTo>
                      <a:pt x="2387" y="161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7" name="Surface mesh patch"/>
              <p:cNvSpPr/>
              <p:nvPr/>
            </p:nvSpPr>
            <p:spPr>
              <a:xfrm>
                <a:off x="11200266" y="1603940"/>
                <a:ext cx="50120" cy="7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8">
                    <a:moveTo>
                      <a:pt x="0" y="125"/>
                    </a:moveTo>
                    <a:lnTo>
                      <a:pt x="2875" y="758"/>
                    </a:lnTo>
                    <a:lnTo>
                      <a:pt x="5262" y="5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8" name="Surface mesh patch"/>
              <p:cNvSpPr/>
              <p:nvPr/>
            </p:nvSpPr>
            <p:spPr>
              <a:xfrm>
                <a:off x="11250386" y="1603481"/>
                <a:ext cx="50120" cy="149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2">
                    <a:moveTo>
                      <a:pt x="0" y="553"/>
                    </a:moveTo>
                    <a:lnTo>
                      <a:pt x="2875" y="1572"/>
                    </a:lnTo>
                    <a:lnTo>
                      <a:pt x="5262" y="8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9" name="Surface mesh patch"/>
              <p:cNvSpPr/>
              <p:nvPr/>
            </p:nvSpPr>
            <p:spPr>
              <a:xfrm>
                <a:off x="11300505" y="1600850"/>
                <a:ext cx="50120" cy="23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4">
                    <a:moveTo>
                      <a:pt x="0" y="1078"/>
                    </a:moveTo>
                    <a:lnTo>
                      <a:pt x="2875" y="2514"/>
                    </a:lnTo>
                    <a:lnTo>
                      <a:pt x="5262" y="11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0" name="Surface mesh patch"/>
              <p:cNvSpPr/>
              <p:nvPr/>
            </p:nvSpPr>
            <p:spPr>
              <a:xfrm>
                <a:off x="11350625" y="1595918"/>
                <a:ext cx="50120" cy="32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05">
                    <a:moveTo>
                      <a:pt x="0" y="1643"/>
                    </a:moveTo>
                    <a:lnTo>
                      <a:pt x="2875" y="3405"/>
                    </a:lnTo>
                    <a:lnTo>
                      <a:pt x="5262" y="13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1" name="Surface mesh patch"/>
              <p:cNvSpPr/>
              <p:nvPr/>
            </p:nvSpPr>
            <p:spPr>
              <a:xfrm>
                <a:off x="11400745" y="1588080"/>
                <a:ext cx="50120" cy="387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0">
                    <a:moveTo>
                      <a:pt x="0" y="2187"/>
                    </a:moveTo>
                    <a:lnTo>
                      <a:pt x="2875" y="4070"/>
                    </a:lnTo>
                    <a:lnTo>
                      <a:pt x="5262" y="1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2" name="Surface mesh patch"/>
              <p:cNvSpPr/>
              <p:nvPr/>
            </p:nvSpPr>
            <p:spPr>
              <a:xfrm>
                <a:off x="11450864" y="1576293"/>
                <a:ext cx="50120" cy="41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3">
                    <a:moveTo>
                      <a:pt x="0" y="2658"/>
                    </a:moveTo>
                    <a:lnTo>
                      <a:pt x="2875" y="4383"/>
                    </a:lnTo>
                    <a:lnTo>
                      <a:pt x="5262" y="12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3" name="Surface mesh patch"/>
              <p:cNvSpPr/>
              <p:nvPr/>
            </p:nvSpPr>
            <p:spPr>
              <a:xfrm>
                <a:off x="11500984" y="1559164"/>
                <a:ext cx="50120" cy="407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2">
                    <a:moveTo>
                      <a:pt x="0" y="3025"/>
                    </a:moveTo>
                    <a:lnTo>
                      <a:pt x="2875" y="4282"/>
                    </a:lnTo>
                    <a:lnTo>
                      <a:pt x="5262" y="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4" name="Surface mesh patch"/>
              <p:cNvSpPr/>
              <p:nvPr/>
            </p:nvSpPr>
            <p:spPr>
              <a:xfrm>
                <a:off x="11551104" y="1533682"/>
                <a:ext cx="50120" cy="367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1">
                    <a:moveTo>
                      <a:pt x="0" y="3416"/>
                    </a:moveTo>
                    <a:lnTo>
                      <a:pt x="2875" y="3861"/>
                    </a:lnTo>
                    <a:lnTo>
                      <a:pt x="5262" y="0"/>
                    </a:lnTo>
                    <a:lnTo>
                      <a:pt x="2387" y="107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5" name="Surface mesh patch"/>
              <p:cNvSpPr/>
              <p:nvPr/>
            </p:nvSpPr>
            <p:spPr>
              <a:xfrm>
                <a:off x="11601223" y="1485705"/>
                <a:ext cx="50120" cy="479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7">
                    <a:moveTo>
                      <a:pt x="0" y="5037"/>
                    </a:moveTo>
                    <a:lnTo>
                      <a:pt x="2875" y="4252"/>
                    </a:lnTo>
                    <a:lnTo>
                      <a:pt x="5262" y="0"/>
                    </a:lnTo>
                    <a:lnTo>
                      <a:pt x="2387" y="1444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6" name="Surface mesh patch"/>
              <p:cNvSpPr/>
              <p:nvPr/>
            </p:nvSpPr>
            <p:spPr>
              <a:xfrm>
                <a:off x="11651343" y="1415038"/>
                <a:ext cx="50120" cy="70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9">
                    <a:moveTo>
                      <a:pt x="0" y="7419"/>
                    </a:moveTo>
                    <a:lnTo>
                      <a:pt x="2875" y="4887"/>
                    </a:lnTo>
                    <a:lnTo>
                      <a:pt x="5262" y="0"/>
                    </a:lnTo>
                    <a:lnTo>
                      <a:pt x="2387" y="3405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7" name="Surface mesh patch"/>
              <p:cNvSpPr/>
              <p:nvPr/>
            </p:nvSpPr>
            <p:spPr>
              <a:xfrm>
                <a:off x="11701462" y="1313624"/>
                <a:ext cx="50120" cy="1014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47">
                    <a:moveTo>
                      <a:pt x="0" y="10647"/>
                    </a:moveTo>
                    <a:lnTo>
                      <a:pt x="2875" y="5863"/>
                    </a:lnTo>
                    <a:lnTo>
                      <a:pt x="5262" y="0"/>
                    </a:lnTo>
                    <a:lnTo>
                      <a:pt x="2387" y="5939"/>
                    </a:lnTo>
                    <a:close/>
                  </a:path>
                </a:pathLst>
              </a:custGeom>
              <a:solidFill>
                <a:srgbClr val="e3dfe2"/>
              </a:solidFill>
              <a:ln w="3334" cap="flat" cmpd="sng" algn="ctr">
                <a:solidFill>
                  <a:srgbClr val="e3df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8" name="Surface mesh patch"/>
              <p:cNvSpPr/>
              <p:nvPr/>
            </p:nvSpPr>
            <p:spPr>
              <a:xfrm>
                <a:off x="11751582" y="1178009"/>
                <a:ext cx="50120" cy="1356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38">
                    <a:moveTo>
                      <a:pt x="0" y="14238"/>
                    </a:moveTo>
                    <a:lnTo>
                      <a:pt x="2875" y="7070"/>
                    </a:lnTo>
                    <a:lnTo>
                      <a:pt x="5262" y="0"/>
                    </a:lnTo>
                    <a:lnTo>
                      <a:pt x="2387" y="8549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9" name="Surface mesh patch"/>
              <p:cNvSpPr/>
              <p:nvPr/>
            </p:nvSpPr>
            <p:spPr>
              <a:xfrm>
                <a:off x="11801702" y="1016931"/>
                <a:ext cx="50120" cy="1610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11">
                    <a:moveTo>
                      <a:pt x="0" y="16911"/>
                    </a:moveTo>
                    <a:lnTo>
                      <a:pt x="2875" y="8116"/>
                    </a:lnTo>
                    <a:lnTo>
                      <a:pt x="5262" y="0"/>
                    </a:lnTo>
                    <a:lnTo>
                      <a:pt x="2387" y="10171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0" name="Surface mesh patch"/>
              <p:cNvSpPr/>
              <p:nvPr/>
            </p:nvSpPr>
            <p:spPr>
              <a:xfrm>
                <a:off x="11851821" y="856004"/>
                <a:ext cx="50120" cy="1609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95">
                    <a:moveTo>
                      <a:pt x="0" y="16895"/>
                    </a:moveTo>
                    <a:lnTo>
                      <a:pt x="2875" y="8440"/>
                    </a:lnTo>
                    <a:lnTo>
                      <a:pt x="5262" y="0"/>
                    </a:lnTo>
                    <a:lnTo>
                      <a:pt x="2387" y="9499"/>
                    </a:lnTo>
                    <a:close/>
                  </a:path>
                </a:pathLst>
              </a:custGeom>
              <a:solidFill>
                <a:srgbClr val="ed7767"/>
              </a:solidFill>
              <a:ln w="3334" cap="flat" cmpd="sng" algn="ctr">
                <a:solidFill>
                  <a:srgbClr val="ed77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1" name="Surface mesh patch"/>
              <p:cNvSpPr/>
              <p:nvPr/>
            </p:nvSpPr>
            <p:spPr>
              <a:xfrm>
                <a:off x="11901941" y="733452"/>
                <a:ext cx="50120" cy="122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6">
                    <a:moveTo>
                      <a:pt x="0" y="12866"/>
                    </a:moveTo>
                    <a:lnTo>
                      <a:pt x="2875" y="7611"/>
                    </a:lnTo>
                    <a:lnTo>
                      <a:pt x="5262" y="0"/>
                    </a:lnTo>
                    <a:lnTo>
                      <a:pt x="2387" y="5730"/>
                    </a:lnTo>
                    <a:close/>
                  </a:path>
                </a:pathLst>
              </a:custGeom>
              <a:solidFill>
                <a:srgbClr val="d0383e"/>
              </a:solidFill>
              <a:ln w="3334" cap="flat" cmpd="sng" algn="ctr">
                <a:solidFill>
                  <a:srgbClr val="d0383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2" name="Surface mesh patch"/>
              <p:cNvSpPr/>
              <p:nvPr/>
            </p:nvSpPr>
            <p:spPr>
              <a:xfrm>
                <a:off x="11952061" y="679173"/>
                <a:ext cx="50120" cy="601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18">
                    <a:moveTo>
                      <a:pt x="0" y="5699"/>
                    </a:moveTo>
                    <a:lnTo>
                      <a:pt x="2875" y="6318"/>
                    </a:lnTo>
                    <a:lnTo>
                      <a:pt x="5262" y="6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3" name="Surface mesh patch"/>
              <p:cNvSpPr/>
              <p:nvPr/>
            </p:nvSpPr>
            <p:spPr>
              <a:xfrm>
                <a:off x="12002180" y="653772"/>
                <a:ext cx="50120" cy="1044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69">
                    <a:moveTo>
                      <a:pt x="0" y="3337"/>
                    </a:moveTo>
                    <a:lnTo>
                      <a:pt x="2875" y="10969"/>
                    </a:lnTo>
                    <a:lnTo>
                      <a:pt x="5262" y="78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4" name="Surface mesh patch"/>
              <p:cNvSpPr/>
              <p:nvPr/>
            </p:nvSpPr>
            <p:spPr>
              <a:xfrm>
                <a:off x="12052300" y="721525"/>
                <a:ext cx="50120" cy="136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85">
                    <a:moveTo>
                      <a:pt x="0" y="765"/>
                    </a:moveTo>
                    <a:lnTo>
                      <a:pt x="2875" y="14285"/>
                    </a:lnTo>
                    <a:lnTo>
                      <a:pt x="5262" y="135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373d"/>
              </a:solidFill>
              <a:ln w="3334" cap="flat" cmpd="sng" algn="ctr">
                <a:solidFill>
                  <a:srgbClr val="d0373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5" name="Surface mesh patch"/>
              <p:cNvSpPr/>
              <p:nvPr/>
            </p:nvSpPr>
            <p:spPr>
              <a:xfrm>
                <a:off x="12102420" y="850439"/>
                <a:ext cx="50120" cy="1637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91">
                    <a:moveTo>
                      <a:pt x="0" y="0"/>
                    </a:moveTo>
                    <a:lnTo>
                      <a:pt x="2875" y="16462"/>
                    </a:lnTo>
                    <a:lnTo>
                      <a:pt x="5262" y="17191"/>
                    </a:lnTo>
                    <a:lnTo>
                      <a:pt x="2387" y="1208"/>
                    </a:lnTo>
                    <a:close/>
                  </a:path>
                </a:pathLst>
              </a:custGeom>
              <a:solidFill>
                <a:srgbClr val="ed7867"/>
              </a:solidFill>
              <a:ln w="3334" cap="flat" cmpd="sng" algn="ctr">
                <a:solidFill>
                  <a:srgbClr val="ed78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6" name="Surface mesh patch"/>
              <p:cNvSpPr/>
              <p:nvPr/>
            </p:nvSpPr>
            <p:spPr>
              <a:xfrm>
                <a:off x="12152539" y="1014182"/>
                <a:ext cx="50120" cy="1632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37">
                    <a:moveTo>
                      <a:pt x="0" y="0"/>
                    </a:moveTo>
                    <a:lnTo>
                      <a:pt x="2875" y="15978"/>
                    </a:lnTo>
                    <a:lnTo>
                      <a:pt x="5262" y="17137"/>
                    </a:lnTo>
                    <a:lnTo>
                      <a:pt x="2387" y="2096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7" name="Surface mesh patch"/>
              <p:cNvSpPr/>
              <p:nvPr/>
            </p:nvSpPr>
            <p:spPr>
              <a:xfrm>
                <a:off x="12202659" y="1177416"/>
                <a:ext cx="50120" cy="1309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748">
                    <a:moveTo>
                      <a:pt x="0" y="0"/>
                    </a:moveTo>
                    <a:lnTo>
                      <a:pt x="2875" y="12965"/>
                    </a:lnTo>
                    <a:lnTo>
                      <a:pt x="5262" y="13748"/>
                    </a:lnTo>
                    <a:lnTo>
                      <a:pt x="2387" y="1926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8" name="Surface mesh patch"/>
              <p:cNvSpPr/>
              <p:nvPr/>
            </p:nvSpPr>
            <p:spPr>
              <a:xfrm>
                <a:off x="12252779" y="1308366"/>
                <a:ext cx="50120" cy="856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95">
                    <a:moveTo>
                      <a:pt x="0" y="0"/>
                    </a:moveTo>
                    <a:lnTo>
                      <a:pt x="2875" y="8958"/>
                    </a:lnTo>
                    <a:lnTo>
                      <a:pt x="5262" y="8995"/>
                    </a:lnTo>
                    <a:lnTo>
                      <a:pt x="2387" y="1100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9" name="Surface mesh patch"/>
              <p:cNvSpPr/>
              <p:nvPr/>
            </p:nvSpPr>
            <p:spPr>
              <a:xfrm>
                <a:off x="12302898" y="1394044"/>
                <a:ext cx="50120" cy="50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6">
                    <a:moveTo>
                      <a:pt x="0" y="0"/>
                    </a:moveTo>
                    <a:lnTo>
                      <a:pt x="2875" y="5286"/>
                    </a:lnTo>
                    <a:lnTo>
                      <a:pt x="5262" y="4585"/>
                    </a:lnTo>
                    <a:lnTo>
                      <a:pt x="2387" y="10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0" name="Surface mesh patch"/>
              <p:cNvSpPr/>
              <p:nvPr/>
            </p:nvSpPr>
            <p:spPr>
              <a:xfrm>
                <a:off x="12353018" y="1430715"/>
                <a:ext cx="50120" cy="32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7">
                    <a:moveTo>
                      <a:pt x="0" y="735"/>
                    </a:moveTo>
                    <a:lnTo>
                      <a:pt x="2875" y="3367"/>
                    </a:lnTo>
                    <a:lnTo>
                      <a:pt x="5262" y="21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1" name="Surface mesh patch"/>
              <p:cNvSpPr/>
              <p:nvPr/>
            </p:nvSpPr>
            <p:spPr>
              <a:xfrm>
                <a:off x="12403138" y="1439024"/>
                <a:ext cx="50120" cy="22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4">
                    <a:moveTo>
                      <a:pt x="0" y="1266"/>
                    </a:moveTo>
                    <a:lnTo>
                      <a:pt x="2875" y="2354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2" name="Surface mesh patch"/>
              <p:cNvSpPr/>
              <p:nvPr/>
            </p:nvSpPr>
            <p:spPr>
              <a:xfrm>
                <a:off x="12453257" y="1432841"/>
                <a:ext cx="50120" cy="183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5">
                    <a:moveTo>
                      <a:pt x="0" y="1504"/>
                    </a:moveTo>
                    <a:lnTo>
                      <a:pt x="2875" y="1925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3" name="Surface mesh patch"/>
              <p:cNvSpPr/>
              <p:nvPr/>
            </p:nvSpPr>
            <p:spPr>
              <a:xfrm>
                <a:off x="12503377" y="1421954"/>
                <a:ext cx="50120" cy="17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6">
                    <a:moveTo>
                      <a:pt x="0" y="1518"/>
                    </a:moveTo>
                    <a:lnTo>
                      <a:pt x="2875" y="1856"/>
                    </a:lnTo>
                    <a:lnTo>
                      <a:pt x="5262" y="4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4" name="Surface mesh patch"/>
              <p:cNvSpPr/>
              <p:nvPr/>
            </p:nvSpPr>
            <p:spPr>
              <a:xfrm>
                <a:off x="12553496" y="1412627"/>
                <a:ext cx="50120" cy="18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9">
                    <a:moveTo>
                      <a:pt x="0" y="1387"/>
                    </a:moveTo>
                    <a:lnTo>
                      <a:pt x="2875" y="1979"/>
                    </a:lnTo>
                    <a:lnTo>
                      <a:pt x="5262" y="7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5" name="Surface mesh patch"/>
              <p:cNvSpPr/>
              <p:nvPr/>
            </p:nvSpPr>
            <p:spPr>
              <a:xfrm>
                <a:off x="12603616" y="1408267"/>
                <a:ext cx="50120" cy="20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4">
                    <a:moveTo>
                      <a:pt x="0" y="1181"/>
                    </a:moveTo>
                    <a:lnTo>
                      <a:pt x="2875" y="2184"/>
                    </a:lnTo>
                    <a:lnTo>
                      <a:pt x="5262" y="1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6" name="Surface mesh patch"/>
              <p:cNvSpPr/>
              <p:nvPr/>
            </p:nvSpPr>
            <p:spPr>
              <a:xfrm>
                <a:off x="12653736" y="1410131"/>
                <a:ext cx="50120" cy="228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9">
                    <a:moveTo>
                      <a:pt x="0" y="957"/>
                    </a:moveTo>
                    <a:lnTo>
                      <a:pt x="2875" y="2399"/>
                    </a:lnTo>
                    <a:lnTo>
                      <a:pt x="5262" y="1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7" name="Surface mesh patch"/>
              <p:cNvSpPr/>
              <p:nvPr/>
            </p:nvSpPr>
            <p:spPr>
              <a:xfrm>
                <a:off x="12703855" y="1417847"/>
                <a:ext cx="50120" cy="244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1">
                    <a:moveTo>
                      <a:pt x="0" y="765"/>
                    </a:moveTo>
                    <a:lnTo>
                      <a:pt x="2875" y="2571"/>
                    </a:lnTo>
                    <a:lnTo>
                      <a:pt x="5262" y="18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7"/>
              </a:solidFill>
              <a:ln w="3334" cap="flat" cmpd="sng" algn="ctr">
                <a:solidFill>
                  <a:srgbClr val="c9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8" name="Surface mesh patch"/>
              <p:cNvSpPr/>
              <p:nvPr/>
            </p:nvSpPr>
            <p:spPr>
              <a:xfrm>
                <a:off x="10676338" y="1548168"/>
                <a:ext cx="50120" cy="23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8">
                    <a:moveTo>
                      <a:pt x="0" y="585"/>
                    </a:moveTo>
                    <a:lnTo>
                      <a:pt x="2875" y="2448"/>
                    </a:lnTo>
                    <a:lnTo>
                      <a:pt x="5262" y="18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9" name="Surface mesh patch"/>
              <p:cNvSpPr/>
              <p:nvPr/>
            </p:nvSpPr>
            <p:spPr>
              <a:xfrm>
                <a:off x="10726457" y="1559281"/>
                <a:ext cx="50120" cy="209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97">
                    <a:moveTo>
                      <a:pt x="0" y="640"/>
                    </a:moveTo>
                    <a:lnTo>
                      <a:pt x="2875" y="2197"/>
                    </a:lnTo>
                    <a:lnTo>
                      <a:pt x="5262" y="15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0" name="Surface mesh patch"/>
              <p:cNvSpPr/>
              <p:nvPr/>
            </p:nvSpPr>
            <p:spPr>
              <a:xfrm>
                <a:off x="10776577" y="1567275"/>
                <a:ext cx="50120" cy="178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665"/>
                    </a:moveTo>
                    <a:lnTo>
                      <a:pt x="2875" y="1876"/>
                    </a:lnTo>
                    <a:lnTo>
                      <a:pt x="5262" y="11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1" name="Surface mesh patch"/>
              <p:cNvSpPr/>
              <p:nvPr/>
            </p:nvSpPr>
            <p:spPr>
              <a:xfrm>
                <a:off x="10826697" y="1572676"/>
                <a:ext cx="50120" cy="14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9">
                    <a:moveTo>
                      <a:pt x="0" y="620"/>
                    </a:moveTo>
                    <a:lnTo>
                      <a:pt x="2875" y="1499"/>
                    </a:lnTo>
                    <a:lnTo>
                      <a:pt x="5262" y="9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2" name="Surface mesh patch"/>
              <p:cNvSpPr/>
              <p:nvPr/>
            </p:nvSpPr>
            <p:spPr>
              <a:xfrm>
                <a:off x="10876816" y="1576631"/>
                <a:ext cx="50120" cy="10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3">
                    <a:moveTo>
                      <a:pt x="0" y="486"/>
                    </a:moveTo>
                    <a:lnTo>
                      <a:pt x="2875" y="1083"/>
                    </a:lnTo>
                    <a:lnTo>
                      <a:pt x="5262" y="6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3" name="Surface mesh patch"/>
              <p:cNvSpPr/>
              <p:nvPr/>
            </p:nvSpPr>
            <p:spPr>
              <a:xfrm>
                <a:off x="10926936" y="1580377"/>
                <a:ext cx="50120" cy="62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">
                    <a:moveTo>
                      <a:pt x="0" y="273"/>
                    </a:moveTo>
                    <a:lnTo>
                      <a:pt x="2875" y="652"/>
                    </a:lnTo>
                    <a:lnTo>
                      <a:pt x="5262" y="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4" name="Surface mesh patch"/>
              <p:cNvSpPr/>
              <p:nvPr/>
            </p:nvSpPr>
            <p:spPr>
              <a:xfrm>
                <a:off x="10977056" y="1584729"/>
                <a:ext cx="50120" cy="3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">
                    <a:moveTo>
                      <a:pt x="0" y="24"/>
                    </a:moveTo>
                    <a:lnTo>
                      <a:pt x="2875" y="255"/>
                    </a:lnTo>
                    <a:lnTo>
                      <a:pt x="5262" y="3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5" name="Surface mesh patch"/>
              <p:cNvSpPr/>
              <p:nvPr/>
            </p:nvSpPr>
            <p:spPr>
              <a:xfrm>
                <a:off x="11027175" y="1587951"/>
                <a:ext cx="50120" cy="42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">
                    <a:moveTo>
                      <a:pt x="0" y="0"/>
                    </a:moveTo>
                    <a:lnTo>
                      <a:pt x="2875" y="163"/>
                    </a:lnTo>
                    <a:lnTo>
                      <a:pt x="5262" y="447"/>
                    </a:lnTo>
                    <a:lnTo>
                      <a:pt x="2387" y="199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6" name="Surface mesh patch"/>
              <p:cNvSpPr/>
              <p:nvPr/>
            </p:nvSpPr>
            <p:spPr>
              <a:xfrm>
                <a:off x="11077295" y="1592208"/>
                <a:ext cx="50120" cy="5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">
                    <a:moveTo>
                      <a:pt x="0" y="0"/>
                    </a:moveTo>
                    <a:lnTo>
                      <a:pt x="2875" y="202"/>
                    </a:lnTo>
                    <a:lnTo>
                      <a:pt x="5262" y="570"/>
                    </a:lnTo>
                    <a:lnTo>
                      <a:pt x="2387" y="327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7" name="Surface mesh patch"/>
              <p:cNvSpPr/>
              <p:nvPr/>
            </p:nvSpPr>
            <p:spPr>
              <a:xfrm>
                <a:off x="11127415" y="1597635"/>
                <a:ext cx="50120" cy="64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2">
                    <a:moveTo>
                      <a:pt x="0" y="0"/>
                    </a:moveTo>
                    <a:lnTo>
                      <a:pt x="2875" y="385"/>
                    </a:lnTo>
                    <a:lnTo>
                      <a:pt x="5262" y="672"/>
                    </a:lnTo>
                    <a:lnTo>
                      <a:pt x="2387" y="308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8" name="Surface mesh patch"/>
              <p:cNvSpPr/>
              <p:nvPr/>
            </p:nvSpPr>
            <p:spPr>
              <a:xfrm>
                <a:off x="11177534" y="1604037"/>
                <a:ext cx="50120" cy="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8">
                    <a:moveTo>
                      <a:pt x="0" y="0"/>
                    </a:moveTo>
                    <a:lnTo>
                      <a:pt x="2875" y="731"/>
                    </a:lnTo>
                    <a:lnTo>
                      <a:pt x="5262" y="748"/>
                    </a:lnTo>
                    <a:lnTo>
                      <a:pt x="2387" y="115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9" name="Surface mesh patch"/>
              <p:cNvSpPr/>
              <p:nvPr/>
            </p:nvSpPr>
            <p:spPr>
              <a:xfrm>
                <a:off x="11227654" y="1608748"/>
                <a:ext cx="50120" cy="13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4">
                    <a:moveTo>
                      <a:pt x="0" y="253"/>
                    </a:moveTo>
                    <a:lnTo>
                      <a:pt x="2875" y="1464"/>
                    </a:lnTo>
                    <a:lnTo>
                      <a:pt x="5262" y="10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0" name="Surface mesh patch"/>
              <p:cNvSpPr/>
              <p:nvPr/>
            </p:nvSpPr>
            <p:spPr>
              <a:xfrm>
                <a:off x="11277773" y="1611115"/>
                <a:ext cx="50120" cy="238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6">
                    <a:moveTo>
                      <a:pt x="0" y="770"/>
                    </a:moveTo>
                    <a:lnTo>
                      <a:pt x="2875" y="2506"/>
                    </a:lnTo>
                    <a:lnTo>
                      <a:pt x="5262" y="1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1" name="Surface mesh patch"/>
              <p:cNvSpPr/>
              <p:nvPr/>
            </p:nvSpPr>
            <p:spPr>
              <a:xfrm>
                <a:off x="11327893" y="1611566"/>
                <a:ext cx="50120" cy="339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2">
                    <a:moveTo>
                      <a:pt x="0" y="1389"/>
                    </a:moveTo>
                    <a:lnTo>
                      <a:pt x="2875" y="3562"/>
                    </a:lnTo>
                    <a:lnTo>
                      <a:pt x="5262" y="17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2" name="Surface mesh patch"/>
              <p:cNvSpPr/>
              <p:nvPr/>
            </p:nvSpPr>
            <p:spPr>
              <a:xfrm>
                <a:off x="11378013" y="1608914"/>
                <a:ext cx="50120" cy="42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33">
                    <a:moveTo>
                      <a:pt x="0" y="2040"/>
                    </a:moveTo>
                    <a:lnTo>
                      <a:pt x="2875" y="4433"/>
                    </a:lnTo>
                    <a:lnTo>
                      <a:pt x="5262" y="18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3" name="Surface mesh patch"/>
              <p:cNvSpPr/>
              <p:nvPr/>
            </p:nvSpPr>
            <p:spPr>
              <a:xfrm>
                <a:off x="11428132" y="1601606"/>
                <a:ext cx="50120" cy="471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52">
                    <a:moveTo>
                      <a:pt x="0" y="2650"/>
                    </a:moveTo>
                    <a:lnTo>
                      <a:pt x="2875" y="4952"/>
                    </a:lnTo>
                    <a:lnTo>
                      <a:pt x="5262" y="17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4" name="Surface mesh patch"/>
              <p:cNvSpPr/>
              <p:nvPr/>
            </p:nvSpPr>
            <p:spPr>
              <a:xfrm>
                <a:off x="11478252" y="1587979"/>
                <a:ext cx="50120" cy="478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3">
                    <a:moveTo>
                      <a:pt x="0" y="3156"/>
                    </a:moveTo>
                    <a:lnTo>
                      <a:pt x="2875" y="5023"/>
                    </a:lnTo>
                    <a:lnTo>
                      <a:pt x="5262" y="12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5" name="Surface mesh patch"/>
              <p:cNvSpPr/>
              <p:nvPr/>
            </p:nvSpPr>
            <p:spPr>
              <a:xfrm>
                <a:off x="11528372" y="1566220"/>
                <a:ext cx="50120" cy="44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24">
                    <a:moveTo>
                      <a:pt x="0" y="3541"/>
                    </a:moveTo>
                    <a:lnTo>
                      <a:pt x="2875" y="4624"/>
                    </a:lnTo>
                    <a:lnTo>
                      <a:pt x="5262" y="4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6" name="Surface mesh patch"/>
              <p:cNvSpPr/>
              <p:nvPr/>
            </p:nvSpPr>
            <p:spPr>
              <a:xfrm>
                <a:off x="11578491" y="1526206"/>
                <a:ext cx="50120" cy="442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6">
                    <a:moveTo>
                      <a:pt x="0" y="4646"/>
                    </a:moveTo>
                    <a:lnTo>
                      <a:pt x="2875" y="4574"/>
                    </a:lnTo>
                    <a:lnTo>
                      <a:pt x="5262" y="0"/>
                    </a:lnTo>
                    <a:lnTo>
                      <a:pt x="2387" y="785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7" name="Surface mesh patch"/>
              <p:cNvSpPr/>
              <p:nvPr/>
            </p:nvSpPr>
            <p:spPr>
              <a:xfrm>
                <a:off x="11628611" y="1461582"/>
                <a:ext cx="50120" cy="64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5">
                    <a:moveTo>
                      <a:pt x="0" y="6785"/>
                    </a:moveTo>
                    <a:lnTo>
                      <a:pt x="2875" y="5132"/>
                    </a:lnTo>
                    <a:lnTo>
                      <a:pt x="5262" y="0"/>
                    </a:lnTo>
                    <a:lnTo>
                      <a:pt x="2387" y="2533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8" name="Surface mesh patch"/>
              <p:cNvSpPr/>
              <p:nvPr/>
            </p:nvSpPr>
            <p:spPr>
              <a:xfrm>
                <a:off x="11678731" y="1369471"/>
                <a:ext cx="50120" cy="921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70">
                    <a:moveTo>
                      <a:pt x="0" y="9670"/>
                    </a:moveTo>
                    <a:lnTo>
                      <a:pt x="2875" y="6020"/>
                    </a:lnTo>
                    <a:lnTo>
                      <a:pt x="5262" y="0"/>
                    </a:lnTo>
                    <a:lnTo>
                      <a:pt x="2387" y="4784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9" name="Surface mesh patch"/>
              <p:cNvSpPr/>
              <p:nvPr/>
            </p:nvSpPr>
            <p:spPr>
              <a:xfrm>
                <a:off x="11728850" y="1245356"/>
                <a:ext cx="50120" cy="1241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031">
                    <a:moveTo>
                      <a:pt x="0" y="13031"/>
                    </a:moveTo>
                    <a:lnTo>
                      <a:pt x="2875" y="7237"/>
                    </a:lnTo>
                    <a:lnTo>
                      <a:pt x="5262" y="0"/>
                    </a:lnTo>
                    <a:lnTo>
                      <a:pt x="2387" y="7167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0" name="Surface mesh patch"/>
              <p:cNvSpPr/>
              <p:nvPr/>
            </p:nvSpPr>
            <p:spPr>
              <a:xfrm>
                <a:off x="11778970" y="1094238"/>
                <a:ext cx="50120" cy="151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65">
                    <a:moveTo>
                      <a:pt x="0" y="15865"/>
                    </a:moveTo>
                    <a:lnTo>
                      <a:pt x="2875" y="8499"/>
                    </a:lnTo>
                    <a:lnTo>
                      <a:pt x="5262" y="0"/>
                    </a:lnTo>
                    <a:lnTo>
                      <a:pt x="2387" y="8795"/>
                    </a:lnTo>
                    <a:close/>
                  </a:path>
                </a:pathLst>
              </a:custGeom>
              <a:solidFill>
                <a:srgbClr val="fbbb9f"/>
              </a:solidFill>
              <a:ln w="3334" cap="flat" cmpd="sng" algn="ctr">
                <a:solidFill>
                  <a:srgbClr val="fbbb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1" name="Surface mesh patch"/>
              <p:cNvSpPr/>
              <p:nvPr/>
            </p:nvSpPr>
            <p:spPr>
              <a:xfrm>
                <a:off x="11829090" y="936392"/>
                <a:ext cx="50120" cy="1578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72">
                    <a:moveTo>
                      <a:pt x="0" y="16572"/>
                    </a:moveTo>
                    <a:lnTo>
                      <a:pt x="2875" y="9277"/>
                    </a:lnTo>
                    <a:lnTo>
                      <a:pt x="5262" y="0"/>
                    </a:lnTo>
                    <a:lnTo>
                      <a:pt x="2387" y="8456"/>
                    </a:lnTo>
                    <a:close/>
                  </a:path>
                </a:pathLst>
              </a:custGeom>
              <a:solidFill>
                <a:srgbClr val="fa967a"/>
              </a:solidFill>
              <a:ln w="3334" cap="flat" cmpd="sng" algn="ctr">
                <a:solidFill>
                  <a:srgbClr val="fa96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2" name="Surface mesh patch"/>
              <p:cNvSpPr/>
              <p:nvPr/>
            </p:nvSpPr>
            <p:spPr>
              <a:xfrm>
                <a:off x="11879209" y="805949"/>
                <a:ext cx="50120" cy="130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95">
                    <a:moveTo>
                      <a:pt x="0" y="13695"/>
                    </a:moveTo>
                    <a:lnTo>
                      <a:pt x="2875" y="9034"/>
                    </a:lnTo>
                    <a:lnTo>
                      <a:pt x="5262" y="0"/>
                    </a:lnTo>
                    <a:lnTo>
                      <a:pt x="2387" y="5255"/>
                    </a:lnTo>
                    <a:close/>
                  </a:path>
                </a:pathLst>
              </a:custGeom>
              <a:solidFill>
                <a:srgbClr val="dd5551"/>
              </a:solidFill>
              <a:ln w="3334" cap="flat" cmpd="sng" algn="ctr">
                <a:solidFill>
                  <a:srgbClr val="dd555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3" name="Surface mesh patch"/>
              <p:cNvSpPr/>
              <p:nvPr/>
            </p:nvSpPr>
            <p:spPr>
              <a:xfrm>
                <a:off x="11929329" y="733452"/>
                <a:ext cx="50120" cy="78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2">
                    <a:moveTo>
                      <a:pt x="0" y="7611"/>
                    </a:moveTo>
                    <a:lnTo>
                      <a:pt x="2875" y="8192"/>
                    </a:lnTo>
                    <a:lnTo>
                      <a:pt x="5262" y="6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2934"/>
              </a:solidFill>
              <a:ln w="3334" cap="flat" cmpd="sng" algn="ctr">
                <a:solidFill>
                  <a:srgbClr val="ca293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4" name="Surface mesh patch"/>
              <p:cNvSpPr/>
              <p:nvPr/>
            </p:nvSpPr>
            <p:spPr>
              <a:xfrm>
                <a:off x="11979448" y="685554"/>
                <a:ext cx="50120" cy="122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58">
                    <a:moveTo>
                      <a:pt x="0" y="5648"/>
                    </a:moveTo>
                    <a:lnTo>
                      <a:pt x="2875" y="12858"/>
                    </a:lnTo>
                    <a:lnTo>
                      <a:pt x="5262" y="76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1f2e"/>
              </a:solidFill>
              <a:ln w="3334" cap="flat" cmpd="sng" algn="ctr">
                <a:solidFill>
                  <a:srgbClr val="c51f2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5" name="Surface mesh patch"/>
              <p:cNvSpPr/>
              <p:nvPr/>
            </p:nvSpPr>
            <p:spPr>
              <a:xfrm>
                <a:off x="12029568" y="728807"/>
                <a:ext cx="50120" cy="1546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36">
                    <a:moveTo>
                      <a:pt x="0" y="3092"/>
                    </a:moveTo>
                    <a:lnTo>
                      <a:pt x="2875" y="16236"/>
                    </a:lnTo>
                    <a:lnTo>
                      <a:pt x="5262" y="135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3a3f"/>
              </a:solidFill>
              <a:ln w="3334" cap="flat" cmpd="sng" algn="ctr">
                <a:solidFill>
                  <a:srgbClr val="d13a3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6" name="Surface mesh patch"/>
              <p:cNvSpPr/>
              <p:nvPr/>
            </p:nvSpPr>
            <p:spPr>
              <a:xfrm>
                <a:off x="12079688" y="850439"/>
                <a:ext cx="50120" cy="164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38">
                    <a:moveTo>
                      <a:pt x="0" y="751"/>
                    </a:moveTo>
                    <a:lnTo>
                      <a:pt x="2875" y="17238"/>
                    </a:lnTo>
                    <a:lnTo>
                      <a:pt x="5262" y="164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364"/>
              </a:solidFill>
              <a:ln w="3334" cap="flat" cmpd="sng" algn="ctr">
                <a:solidFill>
                  <a:srgbClr val="eb73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7" name="Surface mesh patch"/>
              <p:cNvSpPr/>
              <p:nvPr/>
            </p:nvSpPr>
            <p:spPr>
              <a:xfrm>
                <a:off x="12129807" y="1007235"/>
                <a:ext cx="50120" cy="1591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08">
                    <a:moveTo>
                      <a:pt x="0" y="0"/>
                    </a:moveTo>
                    <a:lnTo>
                      <a:pt x="2875" y="16498"/>
                    </a:lnTo>
                    <a:lnTo>
                      <a:pt x="5262" y="16708"/>
                    </a:lnTo>
                    <a:lnTo>
                      <a:pt x="2387" y="729"/>
                    </a:lnTo>
                    <a:close/>
                  </a:path>
                </a:pathLst>
              </a:custGeom>
              <a:solidFill>
                <a:srgbClr val="faa98d"/>
              </a:solidFill>
              <a:ln w="3334" cap="flat" cmpd="sng" algn="ctr">
                <a:solidFill>
                  <a:srgbClr val="faa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8" name="Surface mesh patch"/>
              <p:cNvSpPr/>
              <p:nvPr/>
            </p:nvSpPr>
            <p:spPr>
              <a:xfrm>
                <a:off x="12179927" y="1166374"/>
                <a:ext cx="50120" cy="1345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24">
                    <a:moveTo>
                      <a:pt x="0" y="0"/>
                    </a:moveTo>
                    <a:lnTo>
                      <a:pt x="2875" y="13815"/>
                    </a:lnTo>
                    <a:lnTo>
                      <a:pt x="5262" y="14124"/>
                    </a:lnTo>
                    <a:lnTo>
                      <a:pt x="2387" y="1159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9" name="Surface mesh patch"/>
              <p:cNvSpPr/>
              <p:nvPr/>
            </p:nvSpPr>
            <p:spPr>
              <a:xfrm>
                <a:off x="12230047" y="1300909"/>
                <a:ext cx="50120" cy="93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67">
                    <a:moveTo>
                      <a:pt x="0" y="0"/>
                    </a:moveTo>
                    <a:lnTo>
                      <a:pt x="2875" y="9867"/>
                    </a:lnTo>
                    <a:lnTo>
                      <a:pt x="5262" y="9741"/>
                    </a:lnTo>
                    <a:lnTo>
                      <a:pt x="2387" y="783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30" name="Surface mesh patch"/>
              <p:cNvSpPr/>
              <p:nvPr/>
            </p:nvSpPr>
            <p:spPr>
              <a:xfrm>
                <a:off x="12280166" y="1393692"/>
                <a:ext cx="50120" cy="575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39">
                    <a:moveTo>
                      <a:pt x="0" y="0"/>
                    </a:moveTo>
                    <a:lnTo>
                      <a:pt x="2875" y="6039"/>
                    </a:lnTo>
                    <a:lnTo>
                      <a:pt x="5262" y="5323"/>
                    </a:lnTo>
                    <a:lnTo>
                      <a:pt x="2387" y="37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31" name="Surface mesh patch"/>
              <p:cNvSpPr/>
              <p:nvPr/>
            </p:nvSpPr>
            <p:spPr>
              <a:xfrm>
                <a:off x="12330286" y="1437712"/>
                <a:ext cx="50120" cy="365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8">
                    <a:moveTo>
                      <a:pt x="0" y="701"/>
                    </a:moveTo>
                    <a:lnTo>
                      <a:pt x="2875" y="3838"/>
                    </a:lnTo>
                    <a:lnTo>
                      <a:pt x="5262" y="26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32" name="Surface mesh patch"/>
              <p:cNvSpPr/>
              <p:nvPr/>
            </p:nvSpPr>
            <p:spPr>
              <a:xfrm>
                <a:off x="12380406" y="1451087"/>
                <a:ext cx="50120" cy="245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9">
                    <a:moveTo>
                      <a:pt x="0" y="1229"/>
                    </a:moveTo>
                    <a:lnTo>
                      <a:pt x="2875" y="2579"/>
                    </a:lnTo>
                    <a:lnTo>
                      <a:pt x="5262" y="10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33" name="Surface mesh patch"/>
              <p:cNvSpPr/>
              <p:nvPr/>
            </p:nvSpPr>
            <p:spPr>
              <a:xfrm>
                <a:off x="12430525" y="1447167"/>
                <a:ext cx="50120" cy="190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7">
                    <a:moveTo>
                      <a:pt x="0" y="1499"/>
                    </a:moveTo>
                    <a:lnTo>
                      <a:pt x="2875" y="1997"/>
                    </a:lnTo>
                    <a:lnTo>
                      <a:pt x="5262" y="4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34" name="Surface mesh patch"/>
              <p:cNvSpPr/>
              <p:nvPr/>
            </p:nvSpPr>
            <p:spPr>
              <a:xfrm>
                <a:off x="12480645" y="1436411"/>
                <a:ext cx="50120" cy="175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1">
                    <a:moveTo>
                      <a:pt x="0" y="1550"/>
                    </a:moveTo>
                    <a:lnTo>
                      <a:pt x="2875" y="1841"/>
                    </a:lnTo>
                    <a:lnTo>
                      <a:pt x="5262" y="3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35" name="Surface mesh patch"/>
              <p:cNvSpPr/>
              <p:nvPr/>
            </p:nvSpPr>
            <p:spPr>
              <a:xfrm>
                <a:off x="12530765" y="1425838"/>
                <a:ext cx="50120" cy="18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1">
                    <a:moveTo>
                      <a:pt x="0" y="1448"/>
                    </a:moveTo>
                    <a:lnTo>
                      <a:pt x="2875" y="1921"/>
                    </a:lnTo>
                    <a:lnTo>
                      <a:pt x="5262" y="5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36" name="Surface mesh patch"/>
              <p:cNvSpPr/>
              <p:nvPr/>
            </p:nvSpPr>
            <p:spPr>
              <a:xfrm>
                <a:off x="12580884" y="1419514"/>
                <a:ext cx="50120" cy="20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0">
                    <a:moveTo>
                      <a:pt x="0" y="1256"/>
                    </a:moveTo>
                    <a:lnTo>
                      <a:pt x="2875" y="2110"/>
                    </a:lnTo>
                    <a:lnTo>
                      <a:pt x="5262" y="10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37" name="Surface mesh patch"/>
              <p:cNvSpPr/>
              <p:nvPr/>
            </p:nvSpPr>
            <p:spPr>
              <a:xfrm>
                <a:off x="12631004" y="1419251"/>
                <a:ext cx="50120" cy="221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9">
                    <a:moveTo>
                      <a:pt x="0" y="1031"/>
                    </a:moveTo>
                    <a:lnTo>
                      <a:pt x="2875" y="2329"/>
                    </a:lnTo>
                    <a:lnTo>
                      <a:pt x="5262" y="1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38" name="Surface mesh patch"/>
              <p:cNvSpPr/>
              <p:nvPr/>
            </p:nvSpPr>
            <p:spPr>
              <a:xfrm>
                <a:off x="12681123" y="1425136"/>
                <a:ext cx="50120" cy="240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823"/>
                    </a:moveTo>
                    <a:lnTo>
                      <a:pt x="2875" y="2520"/>
                    </a:lnTo>
                    <a:lnTo>
                      <a:pt x="5262" y="18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39" name="Surface mesh patch"/>
              <p:cNvSpPr/>
              <p:nvPr/>
            </p:nvSpPr>
            <p:spPr>
              <a:xfrm>
                <a:off x="10703726" y="1565376"/>
                <a:ext cx="50120" cy="215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6">
                    <a:moveTo>
                      <a:pt x="0" y="641"/>
                    </a:moveTo>
                    <a:lnTo>
                      <a:pt x="2875" y="2266"/>
                    </a:lnTo>
                    <a:lnTo>
                      <a:pt x="5262" y="1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40" name="Surface mesh patch"/>
              <p:cNvSpPr/>
              <p:nvPr/>
            </p:nvSpPr>
            <p:spPr>
              <a:xfrm>
                <a:off x="10753845" y="1573611"/>
                <a:ext cx="50120" cy="186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5">
                    <a:moveTo>
                      <a:pt x="0" y="692"/>
                    </a:moveTo>
                    <a:lnTo>
                      <a:pt x="2875" y="1955"/>
                    </a:lnTo>
                    <a:lnTo>
                      <a:pt x="5262" y="12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41" name="Surface mesh patch"/>
              <p:cNvSpPr/>
              <p:nvPr/>
            </p:nvSpPr>
            <p:spPr>
              <a:xfrm>
                <a:off x="10803965" y="1578586"/>
                <a:ext cx="50120" cy="15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2">
                    <a:moveTo>
                      <a:pt x="0" y="688"/>
                    </a:moveTo>
                    <a:lnTo>
                      <a:pt x="2875" y="1582"/>
                    </a:lnTo>
                    <a:lnTo>
                      <a:pt x="5262" y="8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42" name="Surface mesh patch"/>
              <p:cNvSpPr/>
              <p:nvPr/>
            </p:nvSpPr>
            <p:spPr>
              <a:xfrm>
                <a:off x="10854084" y="1581261"/>
                <a:ext cx="50120" cy="110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5">
                    <a:moveTo>
                      <a:pt x="0" y="598"/>
                    </a:moveTo>
                    <a:lnTo>
                      <a:pt x="2875" y="1165"/>
                    </a:lnTo>
                    <a:lnTo>
                      <a:pt x="5262" y="5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43" name="Surface mesh patch"/>
              <p:cNvSpPr/>
              <p:nvPr/>
            </p:nvSpPr>
            <p:spPr>
              <a:xfrm>
                <a:off x="10904204" y="1582976"/>
                <a:ext cx="50120" cy="6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8">
                    <a:moveTo>
                      <a:pt x="0" y="417"/>
                    </a:moveTo>
                    <a:lnTo>
                      <a:pt x="2875" y="728"/>
                    </a:lnTo>
                    <a:lnTo>
                      <a:pt x="5262" y="3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44" name="Surface mesh patch"/>
              <p:cNvSpPr/>
              <p:nvPr/>
            </p:nvSpPr>
            <p:spPr>
              <a:xfrm>
                <a:off x="10954324" y="1584953"/>
                <a:ext cx="50120" cy="3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6">
                    <a:moveTo>
                      <a:pt x="0" y="172"/>
                    </a:moveTo>
                    <a:lnTo>
                      <a:pt x="2875" y="316"/>
                    </a:lnTo>
                    <a:lnTo>
                      <a:pt x="5262" y="2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45" name="Surface mesh patch"/>
              <p:cNvSpPr/>
              <p:nvPr/>
            </p:nvSpPr>
            <p:spPr>
              <a:xfrm>
                <a:off x="11004443" y="1587154"/>
                <a:ext cx="50120" cy="2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">
                    <a:moveTo>
                      <a:pt x="0" y="0"/>
                    </a:moveTo>
                    <a:lnTo>
                      <a:pt x="2875" y="81"/>
                    </a:lnTo>
                    <a:lnTo>
                      <a:pt x="5262" y="246"/>
                    </a:lnTo>
                    <a:lnTo>
                      <a:pt x="2387" y="84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46" name="Surface mesh patch"/>
              <p:cNvSpPr/>
              <p:nvPr/>
            </p:nvSpPr>
            <p:spPr>
              <a:xfrm>
                <a:off x="11054563" y="1589501"/>
                <a:ext cx="50120" cy="4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6">
                    <a:moveTo>
                      <a:pt x="0" y="0"/>
                    </a:moveTo>
                    <a:lnTo>
                      <a:pt x="2875" y="147"/>
                    </a:lnTo>
                    <a:lnTo>
                      <a:pt x="5262" y="486"/>
                    </a:lnTo>
                    <a:lnTo>
                      <a:pt x="2387" y="284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47" name="Surface mesh patch"/>
              <p:cNvSpPr/>
              <p:nvPr/>
            </p:nvSpPr>
            <p:spPr>
              <a:xfrm>
                <a:off x="11104683" y="1594131"/>
                <a:ext cx="50120" cy="7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3">
                    <a:moveTo>
                      <a:pt x="0" y="0"/>
                    </a:moveTo>
                    <a:lnTo>
                      <a:pt x="2875" y="376"/>
                    </a:lnTo>
                    <a:lnTo>
                      <a:pt x="5262" y="753"/>
                    </a:lnTo>
                    <a:lnTo>
                      <a:pt x="2387" y="368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48" name="Surface mesh patch"/>
              <p:cNvSpPr/>
              <p:nvPr/>
            </p:nvSpPr>
            <p:spPr>
              <a:xfrm>
                <a:off x="11154802" y="1601302"/>
                <a:ext cx="50120" cy="9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8">
                    <a:moveTo>
                      <a:pt x="0" y="0"/>
                    </a:moveTo>
                    <a:lnTo>
                      <a:pt x="2875" y="786"/>
                    </a:lnTo>
                    <a:lnTo>
                      <a:pt x="5262" y="1018"/>
                    </a:lnTo>
                    <a:lnTo>
                      <a:pt x="2387" y="287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49" name="Surface mesh patch"/>
              <p:cNvSpPr/>
              <p:nvPr/>
            </p:nvSpPr>
            <p:spPr>
              <a:xfrm>
                <a:off x="11204922" y="1610998"/>
                <a:ext cx="50120" cy="128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2">
                    <a:moveTo>
                      <a:pt x="0" y="0"/>
                    </a:moveTo>
                    <a:lnTo>
                      <a:pt x="2875" y="1352"/>
                    </a:lnTo>
                    <a:lnTo>
                      <a:pt x="5262" y="1227"/>
                    </a:lnTo>
                    <a:lnTo>
                      <a:pt x="2387" y="17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50" name="Surface mesh patch"/>
              <p:cNvSpPr/>
              <p:nvPr/>
            </p:nvSpPr>
            <p:spPr>
              <a:xfrm>
                <a:off x="11255042" y="1618452"/>
                <a:ext cx="50120" cy="23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4">
                    <a:moveTo>
                      <a:pt x="0" y="445"/>
                    </a:moveTo>
                    <a:lnTo>
                      <a:pt x="2875" y="2434"/>
                    </a:lnTo>
                    <a:lnTo>
                      <a:pt x="5262" y="17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51" name="Surface mesh patch"/>
              <p:cNvSpPr/>
              <p:nvPr/>
            </p:nvSpPr>
            <p:spPr>
              <a:xfrm>
                <a:off x="11305161" y="1624792"/>
                <a:ext cx="50120" cy="34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27">
                    <a:moveTo>
                      <a:pt x="0" y="1070"/>
                    </a:moveTo>
                    <a:lnTo>
                      <a:pt x="2875" y="3627"/>
                    </a:lnTo>
                    <a:lnTo>
                      <a:pt x="5262" y="21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52" name="Surface mesh patch"/>
              <p:cNvSpPr/>
              <p:nvPr/>
            </p:nvSpPr>
            <p:spPr>
              <a:xfrm>
                <a:off x="11355281" y="1628349"/>
                <a:ext cx="50120" cy="44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6">
                    <a:moveTo>
                      <a:pt x="0" y="1800"/>
                    </a:moveTo>
                    <a:lnTo>
                      <a:pt x="2875" y="4706"/>
                    </a:lnTo>
                    <a:lnTo>
                      <a:pt x="5262" y="2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53" name="Surface mesh patch"/>
              <p:cNvSpPr/>
              <p:nvPr/>
            </p:nvSpPr>
            <p:spPr>
              <a:xfrm>
                <a:off x="11405401" y="1626849"/>
                <a:ext cx="50120" cy="520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69">
                    <a:moveTo>
                      <a:pt x="0" y="2550"/>
                    </a:moveTo>
                    <a:lnTo>
                      <a:pt x="2875" y="5469"/>
                    </a:lnTo>
                    <a:lnTo>
                      <a:pt x="5262" y="23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54" name="Surface mesh patch"/>
              <p:cNvSpPr/>
              <p:nvPr/>
            </p:nvSpPr>
            <p:spPr>
              <a:xfrm>
                <a:off x="11455520" y="1618041"/>
                <a:ext cx="50120" cy="550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75">
                    <a:moveTo>
                      <a:pt x="0" y="3226"/>
                    </a:moveTo>
                    <a:lnTo>
                      <a:pt x="2875" y="5775"/>
                    </a:lnTo>
                    <a:lnTo>
                      <a:pt x="5262" y="18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55" name="Surface mesh patch"/>
              <p:cNvSpPr/>
              <p:nvPr/>
            </p:nvSpPr>
            <p:spPr>
              <a:xfrm>
                <a:off x="11505640" y="1599947"/>
                <a:ext cx="50120" cy="53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67">
                    <a:moveTo>
                      <a:pt x="0" y="3766"/>
                    </a:moveTo>
                    <a:lnTo>
                      <a:pt x="2875" y="5567"/>
                    </a:lnTo>
                    <a:lnTo>
                      <a:pt x="5262" y="10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56" name="Surface mesh patch"/>
              <p:cNvSpPr/>
              <p:nvPr/>
            </p:nvSpPr>
            <p:spPr>
              <a:xfrm>
                <a:off x="11555759" y="1569770"/>
                <a:ext cx="50120" cy="4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7">
                    <a:moveTo>
                      <a:pt x="0" y="4251"/>
                    </a:moveTo>
                    <a:lnTo>
                      <a:pt x="2875" y="4947"/>
                    </a:lnTo>
                    <a:lnTo>
                      <a:pt x="5262" y="0"/>
                    </a:lnTo>
                    <a:lnTo>
                      <a:pt x="2387" y="72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57" name="Surface mesh patch"/>
              <p:cNvSpPr/>
              <p:nvPr/>
            </p:nvSpPr>
            <p:spPr>
              <a:xfrm>
                <a:off x="11605879" y="1510465"/>
                <a:ext cx="50120" cy="59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6">
                    <a:moveTo>
                      <a:pt x="0" y="6226"/>
                    </a:moveTo>
                    <a:lnTo>
                      <a:pt x="2875" y="5459"/>
                    </a:lnTo>
                    <a:lnTo>
                      <a:pt x="5262" y="0"/>
                    </a:lnTo>
                    <a:lnTo>
                      <a:pt x="2387" y="1653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58" name="Surface mesh patch"/>
              <p:cNvSpPr/>
              <p:nvPr/>
            </p:nvSpPr>
            <p:spPr>
              <a:xfrm>
                <a:off x="11655999" y="1426810"/>
                <a:ext cx="50120" cy="83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83">
                    <a:moveTo>
                      <a:pt x="0" y="8783"/>
                    </a:moveTo>
                    <a:lnTo>
                      <a:pt x="2875" y="6221"/>
                    </a:lnTo>
                    <a:lnTo>
                      <a:pt x="5262" y="0"/>
                    </a:lnTo>
                    <a:lnTo>
                      <a:pt x="2387" y="3651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59" name="Surface mesh patch"/>
              <p:cNvSpPr/>
              <p:nvPr/>
            </p:nvSpPr>
            <p:spPr>
              <a:xfrm>
                <a:off x="11706118" y="1314286"/>
                <a:ext cx="50120" cy="1125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14">
                    <a:moveTo>
                      <a:pt x="0" y="11814"/>
                    </a:moveTo>
                    <a:lnTo>
                      <a:pt x="2875" y="7331"/>
                    </a:lnTo>
                    <a:lnTo>
                      <a:pt x="5262" y="0"/>
                    </a:lnTo>
                    <a:lnTo>
                      <a:pt x="2387" y="5794"/>
                    </a:lnTo>
                    <a:close/>
                  </a:path>
                </a:pathLst>
              </a:custGeom>
              <a:solidFill>
                <a:srgbClr val="e6dddd"/>
              </a:solidFill>
              <a:ln w="3334" cap="flat" cmpd="sng" algn="ctr">
                <a:solidFill>
                  <a:srgbClr val="e6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0" name="Surface mesh patch"/>
              <p:cNvSpPr/>
              <p:nvPr/>
            </p:nvSpPr>
            <p:spPr>
              <a:xfrm>
                <a:off x="11756238" y="1175195"/>
                <a:ext cx="50120" cy="139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03">
                    <a:moveTo>
                      <a:pt x="0" y="14603"/>
                    </a:moveTo>
                    <a:lnTo>
                      <a:pt x="2875" y="8637"/>
                    </a:lnTo>
                    <a:lnTo>
                      <a:pt x="5262" y="0"/>
                    </a:lnTo>
                    <a:lnTo>
                      <a:pt x="2387" y="7366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1" name="Surface mesh patch"/>
              <p:cNvSpPr/>
              <p:nvPr/>
            </p:nvSpPr>
            <p:spPr>
              <a:xfrm>
                <a:off x="11806358" y="1024752"/>
                <a:ext cx="50120" cy="150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95">
                    <a:moveTo>
                      <a:pt x="0" y="15795"/>
                    </a:moveTo>
                    <a:lnTo>
                      <a:pt x="2875" y="9693"/>
                    </a:lnTo>
                    <a:lnTo>
                      <a:pt x="5262" y="0"/>
                    </a:lnTo>
                    <a:lnTo>
                      <a:pt x="2387" y="7295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2" name="Surface mesh patch"/>
              <p:cNvSpPr/>
              <p:nvPr/>
            </p:nvSpPr>
            <p:spPr>
              <a:xfrm>
                <a:off x="11856477" y="891994"/>
                <a:ext cx="50120" cy="1327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38">
                    <a:moveTo>
                      <a:pt x="0" y="13938"/>
                    </a:moveTo>
                    <a:lnTo>
                      <a:pt x="2875" y="9935"/>
                    </a:lnTo>
                    <a:lnTo>
                      <a:pt x="5262" y="0"/>
                    </a:lnTo>
                    <a:lnTo>
                      <a:pt x="2387" y="4661"/>
                    </a:lnTo>
                    <a:close/>
                  </a:path>
                </a:pathLst>
              </a:custGeom>
              <a:solidFill>
                <a:srgbClr val="ed7867"/>
              </a:solidFill>
              <a:ln w="3334" cap="flat" cmpd="sng" algn="ctr">
                <a:solidFill>
                  <a:srgbClr val="ed78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3" name="Surface mesh patch"/>
              <p:cNvSpPr/>
              <p:nvPr/>
            </p:nvSpPr>
            <p:spPr>
              <a:xfrm>
                <a:off x="11906597" y="805949"/>
                <a:ext cx="50120" cy="91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81">
                    <a:moveTo>
                      <a:pt x="0" y="9034"/>
                    </a:moveTo>
                    <a:lnTo>
                      <a:pt x="2875" y="9581"/>
                    </a:lnTo>
                    <a:lnTo>
                      <a:pt x="5262" y="5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4848"/>
              </a:solidFill>
              <a:ln w="3334" cap="flat" cmpd="sng" algn="ctr">
                <a:solidFill>
                  <a:srgbClr val="d7484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4" name="Surface mesh patch"/>
              <p:cNvSpPr/>
              <p:nvPr/>
            </p:nvSpPr>
            <p:spPr>
              <a:xfrm>
                <a:off x="11956717" y="739348"/>
                <a:ext cx="50120" cy="135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11">
                    <a:moveTo>
                      <a:pt x="0" y="7573"/>
                    </a:moveTo>
                    <a:lnTo>
                      <a:pt x="2875" y="14211"/>
                    </a:lnTo>
                    <a:lnTo>
                      <a:pt x="5262" y="7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353c"/>
              </a:solidFill>
              <a:ln w="3334" cap="flat" cmpd="sng" algn="ctr">
                <a:solidFill>
                  <a:srgbClr val="cf353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5" name="Surface mesh patch"/>
              <p:cNvSpPr/>
              <p:nvPr/>
            </p:nvSpPr>
            <p:spPr>
              <a:xfrm>
                <a:off x="12006836" y="758255"/>
                <a:ext cx="50120" cy="1682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61">
                    <a:moveTo>
                      <a:pt x="0" y="5225"/>
                    </a:moveTo>
                    <a:lnTo>
                      <a:pt x="2875" y="17661"/>
                    </a:lnTo>
                    <a:lnTo>
                      <a:pt x="5262" y="13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4647"/>
              </a:solidFill>
              <a:ln w="3334" cap="flat" cmpd="sng" algn="ctr">
                <a:solidFill>
                  <a:srgbClr val="d6464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6" name="Surface mesh patch"/>
              <p:cNvSpPr/>
              <p:nvPr/>
            </p:nvSpPr>
            <p:spPr>
              <a:xfrm>
                <a:off x="12056956" y="857594"/>
                <a:ext cx="50120" cy="178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76">
                    <a:moveTo>
                      <a:pt x="0" y="2715"/>
                    </a:moveTo>
                    <a:lnTo>
                      <a:pt x="2875" y="18776"/>
                    </a:lnTo>
                    <a:lnTo>
                      <a:pt x="5262" y="16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7565"/>
              </a:solidFill>
              <a:ln w="3334" cap="flat" cmpd="sng" algn="ctr">
                <a:solidFill>
                  <a:srgbClr val="ec75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7" name="Surface mesh patch"/>
              <p:cNvSpPr/>
              <p:nvPr/>
            </p:nvSpPr>
            <p:spPr>
              <a:xfrm>
                <a:off x="12107076" y="1007235"/>
                <a:ext cx="50120" cy="16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39">
                    <a:moveTo>
                      <a:pt x="0" y="777"/>
                    </a:moveTo>
                    <a:lnTo>
                      <a:pt x="2875" y="17339"/>
                    </a:lnTo>
                    <a:lnTo>
                      <a:pt x="5262" y="16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78b"/>
              </a:solidFill>
              <a:ln w="3334" cap="flat" cmpd="sng" algn="ctr">
                <a:solidFill>
                  <a:srgbClr val="faa78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8" name="Surface mesh patch"/>
              <p:cNvSpPr/>
              <p:nvPr/>
            </p:nvSpPr>
            <p:spPr>
              <a:xfrm>
                <a:off x="12157195" y="1164381"/>
                <a:ext cx="50120" cy="136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06">
                    <a:moveTo>
                      <a:pt x="0" y="0"/>
                    </a:moveTo>
                    <a:lnTo>
                      <a:pt x="2875" y="14306"/>
                    </a:lnTo>
                    <a:lnTo>
                      <a:pt x="5262" y="14024"/>
                    </a:lnTo>
                    <a:lnTo>
                      <a:pt x="2387" y="209"/>
                    </a:lnTo>
                    <a:close/>
                  </a:path>
                </a:pathLst>
              </a:custGeom>
              <a:solidFill>
                <a:srgbClr val="fbcaae"/>
              </a:solidFill>
              <a:ln w="3334" cap="flat" cmpd="sng" algn="ctr">
                <a:solidFill>
                  <a:srgbClr val="fbca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9" name="Surface mesh patch"/>
              <p:cNvSpPr/>
              <p:nvPr/>
            </p:nvSpPr>
            <p:spPr>
              <a:xfrm>
                <a:off x="12207315" y="1297959"/>
                <a:ext cx="50120" cy="100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58">
                    <a:moveTo>
                      <a:pt x="0" y="0"/>
                    </a:moveTo>
                    <a:lnTo>
                      <a:pt x="2875" y="10558"/>
                    </a:lnTo>
                    <a:lnTo>
                      <a:pt x="5262" y="10177"/>
                    </a:lnTo>
                    <a:lnTo>
                      <a:pt x="2387" y="31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0" name="Surface mesh patch"/>
              <p:cNvSpPr/>
              <p:nvPr/>
            </p:nvSpPr>
            <p:spPr>
              <a:xfrm>
                <a:off x="12257434" y="1393692"/>
                <a:ext cx="50120" cy="649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21">
                    <a:moveTo>
                      <a:pt x="0" y="126"/>
                    </a:moveTo>
                    <a:lnTo>
                      <a:pt x="2875" y="6821"/>
                    </a:lnTo>
                    <a:lnTo>
                      <a:pt x="5262" y="60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1" name="Surface mesh patch"/>
              <p:cNvSpPr/>
              <p:nvPr/>
            </p:nvSpPr>
            <p:spPr>
              <a:xfrm>
                <a:off x="12307554" y="1444391"/>
                <a:ext cx="50120" cy="41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8">
                    <a:moveTo>
                      <a:pt x="0" y="716"/>
                    </a:moveTo>
                    <a:lnTo>
                      <a:pt x="2875" y="4338"/>
                    </a:lnTo>
                    <a:lnTo>
                      <a:pt x="5262" y="31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2" name="Surface mesh patch"/>
              <p:cNvSpPr/>
              <p:nvPr/>
            </p:nvSpPr>
            <p:spPr>
              <a:xfrm>
                <a:off x="12357674" y="1462790"/>
                <a:ext cx="50120" cy="270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5">
                    <a:moveTo>
                      <a:pt x="0" y="1205"/>
                    </a:moveTo>
                    <a:lnTo>
                      <a:pt x="2875" y="2835"/>
                    </a:lnTo>
                    <a:lnTo>
                      <a:pt x="5262" y="13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3" name="Surface mesh patch"/>
              <p:cNvSpPr/>
              <p:nvPr/>
            </p:nvSpPr>
            <p:spPr>
              <a:xfrm>
                <a:off x="12407793" y="1461444"/>
                <a:ext cx="50120" cy="199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2">
                    <a:moveTo>
                      <a:pt x="0" y="1492"/>
                    </a:moveTo>
                    <a:lnTo>
                      <a:pt x="2875" y="2092"/>
                    </a:lnTo>
                    <a:lnTo>
                      <a:pt x="5262" y="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4" name="Surface mesh patch"/>
              <p:cNvSpPr/>
              <p:nvPr/>
            </p:nvSpPr>
            <p:spPr>
              <a:xfrm>
                <a:off x="12457913" y="1451178"/>
                <a:ext cx="50120" cy="175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2">
                    <a:moveTo>
                      <a:pt x="0" y="1576"/>
                    </a:moveTo>
                    <a:lnTo>
                      <a:pt x="2875" y="1842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5" name="Surface mesh patch"/>
              <p:cNvSpPr/>
              <p:nvPr/>
            </p:nvSpPr>
            <p:spPr>
              <a:xfrm>
                <a:off x="12508033" y="1439631"/>
                <a:ext cx="50120" cy="17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0">
                    <a:moveTo>
                      <a:pt x="0" y="1503"/>
                    </a:moveTo>
                    <a:lnTo>
                      <a:pt x="2875" y="1870"/>
                    </a:lnTo>
                    <a:lnTo>
                      <a:pt x="5262" y="4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6" name="Surface mesh patch"/>
              <p:cNvSpPr/>
              <p:nvPr/>
            </p:nvSpPr>
            <p:spPr>
              <a:xfrm>
                <a:off x="12558152" y="1431476"/>
                <a:ext cx="50120" cy="194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9">
                    <a:moveTo>
                      <a:pt x="0" y="1329"/>
                    </a:moveTo>
                    <a:lnTo>
                      <a:pt x="2875" y="2039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7" name="Surface mesh patch"/>
              <p:cNvSpPr/>
              <p:nvPr/>
            </p:nvSpPr>
            <p:spPr>
              <a:xfrm>
                <a:off x="12608272" y="1429072"/>
                <a:ext cx="50120" cy="214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6">
                    <a:moveTo>
                      <a:pt x="0" y="1107"/>
                    </a:moveTo>
                    <a:lnTo>
                      <a:pt x="2875" y="2256"/>
                    </a:lnTo>
                    <a:lnTo>
                      <a:pt x="5262" y="1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8" name="Surface mesh patch"/>
              <p:cNvSpPr/>
              <p:nvPr/>
            </p:nvSpPr>
            <p:spPr>
              <a:xfrm>
                <a:off x="12658392" y="1432979"/>
                <a:ext cx="50120" cy="234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2">
                    <a:moveTo>
                      <a:pt x="0" y="888"/>
                    </a:moveTo>
                    <a:lnTo>
                      <a:pt x="2875" y="2462"/>
                    </a:lnTo>
                    <a:lnTo>
                      <a:pt x="5262" y="16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9" name="Surface mesh patch"/>
              <p:cNvSpPr/>
              <p:nvPr/>
            </p:nvSpPr>
            <p:spPr>
              <a:xfrm>
                <a:off x="10731113" y="1580207"/>
                <a:ext cx="50120" cy="19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7">
                    <a:moveTo>
                      <a:pt x="0" y="709"/>
                    </a:moveTo>
                    <a:lnTo>
                      <a:pt x="2875" y="2047"/>
                    </a:lnTo>
                    <a:lnTo>
                      <a:pt x="5262" y="1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0" name="Surface mesh patch"/>
              <p:cNvSpPr/>
              <p:nvPr/>
            </p:nvSpPr>
            <p:spPr>
              <a:xfrm>
                <a:off x="10781233" y="1585142"/>
                <a:ext cx="50120" cy="16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6">
                    <a:moveTo>
                      <a:pt x="0" y="744"/>
                    </a:moveTo>
                    <a:lnTo>
                      <a:pt x="2875" y="1686"/>
                    </a:lnTo>
                    <a:lnTo>
                      <a:pt x="5262" y="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1" name="Surface mesh patch"/>
              <p:cNvSpPr/>
              <p:nvPr/>
            </p:nvSpPr>
            <p:spPr>
              <a:xfrm>
                <a:off x="10831353" y="1586955"/>
                <a:ext cx="50120" cy="121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8">
                    <a:moveTo>
                      <a:pt x="0" y="703"/>
                    </a:moveTo>
                    <a:lnTo>
                      <a:pt x="2875" y="1278"/>
                    </a:lnTo>
                    <a:lnTo>
                      <a:pt x="5262" y="5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2" name="Surface mesh patch"/>
              <p:cNvSpPr/>
              <p:nvPr/>
            </p:nvSpPr>
            <p:spPr>
              <a:xfrm>
                <a:off x="10881472" y="1586945"/>
                <a:ext cx="50120" cy="80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7">
                    <a:moveTo>
                      <a:pt x="0" y="568"/>
                    </a:moveTo>
                    <a:lnTo>
                      <a:pt x="2875" y="847"/>
                    </a:lnTo>
                    <a:lnTo>
                      <a:pt x="5262" y="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3" name="Surface mesh patch"/>
              <p:cNvSpPr/>
              <p:nvPr/>
            </p:nvSpPr>
            <p:spPr>
              <a:xfrm>
                <a:off x="10931592" y="1586590"/>
                <a:ext cx="50120" cy="4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">
                    <a:moveTo>
                      <a:pt x="0" y="349"/>
                    </a:moveTo>
                    <a:lnTo>
                      <a:pt x="2875" y="432"/>
                    </a:lnTo>
                    <a:lnTo>
                      <a:pt x="5262" y="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4" name="Surface mesh patch"/>
              <p:cNvSpPr/>
              <p:nvPr/>
            </p:nvSpPr>
            <p:spPr>
              <a:xfrm>
                <a:off x="10981712" y="1587154"/>
                <a:ext cx="50120" cy="8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">
                    <a:moveTo>
                      <a:pt x="0" y="85"/>
                    </a:moveTo>
                    <a:lnTo>
                      <a:pt x="2875" y="94"/>
                    </a:lnTo>
                    <a:lnTo>
                      <a:pt x="5262" y="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5" name="Surface mesh patch"/>
              <p:cNvSpPr/>
              <p:nvPr/>
            </p:nvSpPr>
            <p:spPr>
              <a:xfrm>
                <a:off x="11031831" y="1587926"/>
                <a:ext cx="50120" cy="2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2">
                    <a:moveTo>
                      <a:pt x="0" y="0"/>
                    </a:moveTo>
                    <a:lnTo>
                      <a:pt x="2875" y="83"/>
                    </a:lnTo>
                    <a:lnTo>
                      <a:pt x="5262" y="312"/>
                    </a:lnTo>
                    <a:lnTo>
                      <a:pt x="2387" y="165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6" name="Surface mesh patch"/>
              <p:cNvSpPr/>
              <p:nvPr/>
            </p:nvSpPr>
            <p:spPr>
              <a:xfrm>
                <a:off x="11081951" y="1590901"/>
                <a:ext cx="50120" cy="6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">
                    <a:moveTo>
                      <a:pt x="0" y="0"/>
                    </a:moveTo>
                    <a:lnTo>
                      <a:pt x="2875" y="337"/>
                    </a:lnTo>
                    <a:lnTo>
                      <a:pt x="5262" y="715"/>
                    </a:lnTo>
                    <a:lnTo>
                      <a:pt x="2387" y="339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7" name="Surface mesh patch"/>
              <p:cNvSpPr/>
              <p:nvPr/>
            </p:nvSpPr>
            <p:spPr>
              <a:xfrm>
                <a:off x="11132070" y="1597709"/>
                <a:ext cx="50120" cy="11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3">
                    <a:moveTo>
                      <a:pt x="0" y="0"/>
                    </a:moveTo>
                    <a:lnTo>
                      <a:pt x="2875" y="790"/>
                    </a:lnTo>
                    <a:lnTo>
                      <a:pt x="5262" y="1163"/>
                    </a:lnTo>
                    <a:lnTo>
                      <a:pt x="2387" y="377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8" name="Surface mesh patch"/>
              <p:cNvSpPr/>
              <p:nvPr/>
            </p:nvSpPr>
            <p:spPr>
              <a:xfrm>
                <a:off x="11182190" y="1608784"/>
                <a:ext cx="50120" cy="150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5">
                    <a:moveTo>
                      <a:pt x="0" y="0"/>
                    </a:moveTo>
                    <a:lnTo>
                      <a:pt x="2875" y="1426"/>
                    </a:lnTo>
                    <a:lnTo>
                      <a:pt x="5262" y="1585"/>
                    </a:lnTo>
                    <a:lnTo>
                      <a:pt x="2387" y="232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9" name="Surface mesh patch"/>
              <p:cNvSpPr/>
              <p:nvPr/>
            </p:nvSpPr>
            <p:spPr>
              <a:xfrm>
                <a:off x="11232310" y="1622689"/>
                <a:ext cx="50120" cy="21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0">
                    <a:moveTo>
                      <a:pt x="0" y="125"/>
                    </a:moveTo>
                    <a:lnTo>
                      <a:pt x="2875" y="2290"/>
                    </a:lnTo>
                    <a:lnTo>
                      <a:pt x="5262" y="19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90" name="Surface mesh patch"/>
              <p:cNvSpPr/>
              <p:nvPr/>
            </p:nvSpPr>
            <p:spPr>
              <a:xfrm>
                <a:off x="11282429" y="1634984"/>
                <a:ext cx="50120" cy="33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7">
                    <a:moveTo>
                      <a:pt x="0" y="698"/>
                    </a:moveTo>
                    <a:lnTo>
                      <a:pt x="2875" y="3567"/>
                    </a:lnTo>
                    <a:lnTo>
                      <a:pt x="5262" y="2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91" name="Surface mesh patch"/>
              <p:cNvSpPr/>
              <p:nvPr/>
            </p:nvSpPr>
            <p:spPr>
              <a:xfrm>
                <a:off x="11332549" y="1645498"/>
                <a:ext cx="50120" cy="45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25">
                    <a:moveTo>
                      <a:pt x="0" y="1453"/>
                    </a:moveTo>
                    <a:lnTo>
                      <a:pt x="2875" y="4825"/>
                    </a:lnTo>
                    <a:lnTo>
                      <a:pt x="5262" y="29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92" name="Surface mesh patch"/>
              <p:cNvSpPr/>
              <p:nvPr/>
            </p:nvSpPr>
            <p:spPr>
              <a:xfrm>
                <a:off x="11382669" y="1651139"/>
                <a:ext cx="50120" cy="556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2313"/>
                    </a:moveTo>
                    <a:lnTo>
                      <a:pt x="2875" y="5841"/>
                    </a:lnTo>
                    <a:lnTo>
                      <a:pt x="5262" y="29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2fd"/>
              </a:solidFill>
              <a:ln w="3334" cap="flat" cmpd="sng" algn="ctr">
                <a:solidFill>
                  <a:srgbClr val="94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93" name="Surface mesh patch"/>
              <p:cNvSpPr/>
              <p:nvPr/>
            </p:nvSpPr>
            <p:spPr>
              <a:xfrm>
                <a:off x="11432788" y="1648773"/>
                <a:ext cx="50120" cy="612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29">
                    <a:moveTo>
                      <a:pt x="0" y="3167"/>
                    </a:moveTo>
                    <a:lnTo>
                      <a:pt x="2875" y="6429"/>
                    </a:lnTo>
                    <a:lnTo>
                      <a:pt x="5262" y="25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94" name="Surface mesh patch"/>
              <p:cNvSpPr/>
              <p:nvPr/>
            </p:nvSpPr>
            <p:spPr>
              <a:xfrm>
                <a:off x="11482908" y="1635821"/>
                <a:ext cx="50120" cy="617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82">
                    <a:moveTo>
                      <a:pt x="0" y="3908"/>
                    </a:moveTo>
                    <a:lnTo>
                      <a:pt x="2875" y="6482"/>
                    </a:lnTo>
                    <a:lnTo>
                      <a:pt x="5262" y="18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95" name="Surface mesh patch"/>
              <p:cNvSpPr/>
              <p:nvPr/>
            </p:nvSpPr>
            <p:spPr>
              <a:xfrm>
                <a:off x="11533028" y="1610265"/>
                <a:ext cx="50120" cy="571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7">
                    <a:moveTo>
                      <a:pt x="0" y="4484"/>
                    </a:moveTo>
                    <a:lnTo>
                      <a:pt x="2875" y="5997"/>
                    </a:lnTo>
                    <a:lnTo>
                      <a:pt x="5262" y="6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bfd"/>
              </a:solidFill>
              <a:ln w="3334" cap="flat" cmpd="sng" algn="ctr">
                <a:solidFill>
                  <a:srgbClr val="9f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96" name="Surface mesh patch"/>
              <p:cNvSpPr/>
              <p:nvPr/>
            </p:nvSpPr>
            <p:spPr>
              <a:xfrm>
                <a:off x="11583147" y="1562462"/>
                <a:ext cx="50120" cy="556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5714"/>
                    </a:moveTo>
                    <a:lnTo>
                      <a:pt x="2875" y="5841"/>
                    </a:lnTo>
                    <a:lnTo>
                      <a:pt x="5262" y="0"/>
                    </a:lnTo>
                    <a:lnTo>
                      <a:pt x="2387" y="767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97" name="Surface mesh patch"/>
              <p:cNvSpPr/>
              <p:nvPr/>
            </p:nvSpPr>
            <p:spPr>
              <a:xfrm>
                <a:off x="11633267" y="1486064"/>
                <a:ext cx="50120" cy="76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21">
                    <a:moveTo>
                      <a:pt x="0" y="8021"/>
                    </a:moveTo>
                    <a:lnTo>
                      <a:pt x="2875" y="6498"/>
                    </a:lnTo>
                    <a:lnTo>
                      <a:pt x="5262" y="0"/>
                    </a:lnTo>
                    <a:lnTo>
                      <a:pt x="2387" y="2562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98" name="Surface mesh patch"/>
              <p:cNvSpPr/>
              <p:nvPr/>
            </p:nvSpPr>
            <p:spPr>
              <a:xfrm>
                <a:off x="11683387" y="1384118"/>
                <a:ext cx="50120" cy="101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03">
                    <a:moveTo>
                      <a:pt x="0" y="10703"/>
                    </a:moveTo>
                    <a:lnTo>
                      <a:pt x="2875" y="7440"/>
                    </a:lnTo>
                    <a:lnTo>
                      <a:pt x="5262" y="0"/>
                    </a:lnTo>
                    <a:lnTo>
                      <a:pt x="2387" y="4482"/>
                    </a:lnTo>
                    <a:close/>
                  </a:path>
                </a:pathLst>
              </a:custGeom>
              <a:solidFill>
                <a:srgbClr val="dae3f1"/>
              </a:solidFill>
              <a:ln w="3334" cap="flat" cmpd="sng" algn="ctr">
                <a:solidFill>
                  <a:srgbClr val="da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99" name="Surface mesh patch"/>
              <p:cNvSpPr/>
              <p:nvPr/>
            </p:nvSpPr>
            <p:spPr>
              <a:xfrm>
                <a:off x="11733506" y="1257463"/>
                <a:ext cx="50120" cy="1266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97">
                    <a:moveTo>
                      <a:pt x="0" y="13297"/>
                    </a:moveTo>
                    <a:lnTo>
                      <a:pt x="2875" y="8644"/>
                    </a:lnTo>
                    <a:lnTo>
                      <a:pt x="5262" y="0"/>
                    </a:lnTo>
                    <a:lnTo>
                      <a:pt x="2387" y="5966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00" name="Surface mesh patch"/>
              <p:cNvSpPr/>
              <p:nvPr/>
            </p:nvSpPr>
            <p:spPr>
              <a:xfrm>
                <a:off x="11783626" y="1117082"/>
                <a:ext cx="50120" cy="1403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38">
                    <a:moveTo>
                      <a:pt x="0" y="14738"/>
                    </a:moveTo>
                    <a:lnTo>
                      <a:pt x="2875" y="9793"/>
                    </a:lnTo>
                    <a:lnTo>
                      <a:pt x="5262" y="0"/>
                    </a:lnTo>
                    <a:lnTo>
                      <a:pt x="2387" y="6101"/>
                    </a:lnTo>
                    <a:close/>
                  </a:path>
                </a:pathLst>
              </a:custGeom>
              <a:solidFill>
                <a:srgbClr val="fbbb9e"/>
              </a:solidFill>
              <a:ln w="3334" cap="flat" cmpd="sng" algn="ctr">
                <a:solidFill>
                  <a:srgbClr val="fbbb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01" name="Surface mesh patch"/>
              <p:cNvSpPr/>
              <p:nvPr/>
            </p:nvSpPr>
            <p:spPr>
              <a:xfrm>
                <a:off x="11833745" y="986625"/>
                <a:ext cx="50120" cy="13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96">
                    <a:moveTo>
                      <a:pt x="0" y="13696"/>
                    </a:moveTo>
                    <a:lnTo>
                      <a:pt x="2875" y="10363"/>
                    </a:lnTo>
                    <a:lnTo>
                      <a:pt x="5262" y="0"/>
                    </a:lnTo>
                    <a:lnTo>
                      <a:pt x="2387" y="4003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02" name="Surface mesh patch"/>
              <p:cNvSpPr/>
              <p:nvPr/>
            </p:nvSpPr>
            <p:spPr>
              <a:xfrm>
                <a:off x="11883865" y="891994"/>
                <a:ext cx="50120" cy="99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46">
                    <a:moveTo>
                      <a:pt x="0" y="9935"/>
                    </a:moveTo>
                    <a:lnTo>
                      <a:pt x="2875" y="10446"/>
                    </a:lnTo>
                    <a:lnTo>
                      <a:pt x="5262" y="5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6b5f"/>
              </a:solidFill>
              <a:ln w="3334" cap="flat" cmpd="sng" algn="ctr">
                <a:solidFill>
                  <a:srgbClr val="e76b5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03" name="Surface mesh patch"/>
              <p:cNvSpPr/>
              <p:nvPr/>
            </p:nvSpPr>
            <p:spPr>
              <a:xfrm>
                <a:off x="11933985" y="811477"/>
                <a:ext cx="50120" cy="142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56">
                    <a:moveTo>
                      <a:pt x="0" y="9000"/>
                    </a:moveTo>
                    <a:lnTo>
                      <a:pt x="2875" y="14956"/>
                    </a:lnTo>
                    <a:lnTo>
                      <a:pt x="5262" y="6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c524f"/>
              </a:solidFill>
              <a:ln w="3334" cap="flat" cmpd="sng" algn="ctr">
                <a:solidFill>
                  <a:srgbClr val="dc524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04" name="Surface mesh patch"/>
              <p:cNvSpPr/>
              <p:nvPr/>
            </p:nvSpPr>
            <p:spPr>
              <a:xfrm>
                <a:off x="11984104" y="808022"/>
                <a:ext cx="50120" cy="175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54">
                    <a:moveTo>
                      <a:pt x="0" y="7001"/>
                    </a:moveTo>
                    <a:lnTo>
                      <a:pt x="2875" y="18454"/>
                    </a:lnTo>
                    <a:lnTo>
                      <a:pt x="5262" y="12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5953"/>
              </a:solidFill>
              <a:ln w="3334" cap="flat" cmpd="sng" algn="ctr">
                <a:solidFill>
                  <a:srgbClr val="df595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05" name="Surface mesh patch"/>
              <p:cNvSpPr/>
              <p:nvPr/>
            </p:nvSpPr>
            <p:spPr>
              <a:xfrm>
                <a:off x="12034224" y="883457"/>
                <a:ext cx="50120" cy="1879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37">
                    <a:moveTo>
                      <a:pt x="0" y="4517"/>
                    </a:moveTo>
                    <a:lnTo>
                      <a:pt x="2875" y="19737"/>
                    </a:lnTo>
                    <a:lnTo>
                      <a:pt x="5262" y="160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7e6b"/>
              </a:solidFill>
              <a:ln w="3334" cap="flat" cmpd="sng" algn="ctr">
                <a:solidFill>
                  <a:srgbClr val="f07e6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06" name="Surface mesh patch"/>
              <p:cNvSpPr/>
              <p:nvPr/>
            </p:nvSpPr>
            <p:spPr>
              <a:xfrm>
                <a:off x="12084344" y="1014634"/>
                <a:ext cx="50120" cy="175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60">
                    <a:moveTo>
                      <a:pt x="0" y="2289"/>
                    </a:moveTo>
                    <a:lnTo>
                      <a:pt x="2875" y="18460"/>
                    </a:lnTo>
                    <a:lnTo>
                      <a:pt x="5262" y="16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78c"/>
              </a:solidFill>
              <a:ln w="3334" cap="flat" cmpd="sng" algn="ctr">
                <a:solidFill>
                  <a:srgbClr val="faa7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07" name="Surface mesh patch"/>
              <p:cNvSpPr/>
              <p:nvPr/>
            </p:nvSpPr>
            <p:spPr>
              <a:xfrm>
                <a:off x="12134463" y="1164381"/>
                <a:ext cx="50120" cy="1452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47">
                    <a:moveTo>
                      <a:pt x="0" y="841"/>
                    </a:moveTo>
                    <a:lnTo>
                      <a:pt x="2875" y="15247"/>
                    </a:lnTo>
                    <a:lnTo>
                      <a:pt x="5262" y="143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08" name="Surface mesh patch"/>
              <p:cNvSpPr/>
              <p:nvPr/>
            </p:nvSpPr>
            <p:spPr>
              <a:xfrm>
                <a:off x="12184583" y="1297959"/>
                <a:ext cx="50120" cy="1072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262">
                    <a:moveTo>
                      <a:pt x="0" y="283"/>
                    </a:moveTo>
                    <a:lnTo>
                      <a:pt x="2875" y="11262"/>
                    </a:lnTo>
                    <a:lnTo>
                      <a:pt x="5262" y="105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09" name="Surface mesh patch"/>
              <p:cNvSpPr/>
              <p:nvPr/>
            </p:nvSpPr>
            <p:spPr>
              <a:xfrm>
                <a:off x="12234703" y="1394895"/>
                <a:ext cx="50120" cy="722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90">
                    <a:moveTo>
                      <a:pt x="0" y="381"/>
                    </a:moveTo>
                    <a:lnTo>
                      <a:pt x="2875" y="7590"/>
                    </a:lnTo>
                    <a:lnTo>
                      <a:pt x="5262" y="66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10" name="Surface mesh patch"/>
              <p:cNvSpPr/>
              <p:nvPr/>
            </p:nvSpPr>
            <p:spPr>
              <a:xfrm>
                <a:off x="12284822" y="1451215"/>
                <a:ext cx="50120" cy="460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8">
                    <a:moveTo>
                      <a:pt x="0" y="782"/>
                    </a:moveTo>
                    <a:lnTo>
                      <a:pt x="2875" y="4838"/>
                    </a:lnTo>
                    <a:lnTo>
                      <a:pt x="5262" y="36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11" name="Surface mesh patch"/>
              <p:cNvSpPr/>
              <p:nvPr/>
            </p:nvSpPr>
            <p:spPr>
              <a:xfrm>
                <a:off x="12334942" y="1474271"/>
                <a:ext cx="50120" cy="296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0">
                    <a:moveTo>
                      <a:pt x="0" y="1201"/>
                    </a:moveTo>
                    <a:lnTo>
                      <a:pt x="2875" y="3110"/>
                    </a:lnTo>
                    <a:lnTo>
                      <a:pt x="5262" y="16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12" name="Surface mesh patch"/>
              <p:cNvSpPr/>
              <p:nvPr/>
            </p:nvSpPr>
            <p:spPr>
              <a:xfrm>
                <a:off x="12385062" y="1475651"/>
                <a:ext cx="50120" cy="210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8">
                    <a:moveTo>
                      <a:pt x="0" y="1485"/>
                    </a:moveTo>
                    <a:lnTo>
                      <a:pt x="2875" y="2208"/>
                    </a:lnTo>
                    <a:lnTo>
                      <a:pt x="5262" y="6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13" name="Surface mesh patch"/>
              <p:cNvSpPr/>
              <p:nvPr/>
            </p:nvSpPr>
            <p:spPr>
              <a:xfrm>
                <a:off x="12435181" y="1466187"/>
                <a:ext cx="50120" cy="17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">
                    <a:moveTo>
                      <a:pt x="0" y="1595"/>
                    </a:moveTo>
                    <a:lnTo>
                      <a:pt x="2875" y="1858"/>
                    </a:lnTo>
                    <a:lnTo>
                      <a:pt x="5262" y="2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14" name="Surface mesh patch"/>
              <p:cNvSpPr/>
              <p:nvPr/>
            </p:nvSpPr>
            <p:spPr>
              <a:xfrm>
                <a:off x="12485301" y="1453946"/>
                <a:ext cx="50120" cy="17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9">
                    <a:moveTo>
                      <a:pt x="0" y="1551"/>
                    </a:moveTo>
                    <a:lnTo>
                      <a:pt x="2875" y="1829"/>
                    </a:lnTo>
                    <a:lnTo>
                      <a:pt x="5262" y="3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15" name="Surface mesh patch"/>
              <p:cNvSpPr/>
              <p:nvPr/>
            </p:nvSpPr>
            <p:spPr>
              <a:xfrm>
                <a:off x="12535420" y="1444131"/>
                <a:ext cx="50120" cy="18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0">
                    <a:moveTo>
                      <a:pt x="0" y="1398"/>
                    </a:moveTo>
                    <a:lnTo>
                      <a:pt x="2875" y="1970"/>
                    </a:lnTo>
                    <a:lnTo>
                      <a:pt x="5262" y="7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16" name="Surface mesh patch"/>
              <p:cNvSpPr/>
              <p:nvPr/>
            </p:nvSpPr>
            <p:spPr>
              <a:xfrm>
                <a:off x="12585540" y="1439616"/>
                <a:ext cx="50120" cy="207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2">
                    <a:moveTo>
                      <a:pt x="0" y="1184"/>
                    </a:moveTo>
                    <a:lnTo>
                      <a:pt x="2875" y="2182"/>
                    </a:lnTo>
                    <a:lnTo>
                      <a:pt x="5262" y="11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17" name="Surface mesh patch"/>
              <p:cNvSpPr/>
              <p:nvPr/>
            </p:nvSpPr>
            <p:spPr>
              <a:xfrm>
                <a:off x="12635660" y="1441438"/>
                <a:ext cx="50120" cy="22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958"/>
                    </a:moveTo>
                    <a:lnTo>
                      <a:pt x="2875" y="2398"/>
                    </a:lnTo>
                    <a:lnTo>
                      <a:pt x="5262" y="15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18" name="Surface mesh patch"/>
              <p:cNvSpPr/>
              <p:nvPr/>
            </p:nvSpPr>
            <p:spPr>
              <a:xfrm>
                <a:off x="10758501" y="1592233"/>
                <a:ext cx="50120" cy="171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2">
                    <a:moveTo>
                      <a:pt x="0" y="784"/>
                    </a:moveTo>
                    <a:lnTo>
                      <a:pt x="2875" y="1802"/>
                    </a:lnTo>
                    <a:lnTo>
                      <a:pt x="5262" y="9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19" name="Surface mesh patch"/>
              <p:cNvSpPr/>
              <p:nvPr/>
            </p:nvSpPr>
            <p:spPr>
              <a:xfrm>
                <a:off x="10808621" y="1593653"/>
                <a:ext cx="50120" cy="134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0">
                    <a:moveTo>
                      <a:pt x="0" y="793"/>
                    </a:moveTo>
                    <a:lnTo>
                      <a:pt x="2875" y="1410"/>
                    </a:lnTo>
                    <a:lnTo>
                      <a:pt x="5262" y="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0" name="Surface mesh patch"/>
              <p:cNvSpPr/>
              <p:nvPr/>
            </p:nvSpPr>
            <p:spPr>
              <a:xfrm>
                <a:off x="10858740" y="1592353"/>
                <a:ext cx="50120" cy="94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">
                    <a:moveTo>
                      <a:pt x="0" y="711"/>
                    </a:moveTo>
                    <a:lnTo>
                      <a:pt x="2875" y="993"/>
                    </a:lnTo>
                    <a:lnTo>
                      <a:pt x="5262" y="2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1" name="Surface mesh patch"/>
              <p:cNvSpPr/>
              <p:nvPr/>
            </p:nvSpPr>
            <p:spPr>
              <a:xfrm>
                <a:off x="10908860" y="1589914"/>
                <a:ext cx="50120" cy="55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">
                    <a:moveTo>
                      <a:pt x="0" y="535"/>
                    </a:moveTo>
                    <a:lnTo>
                      <a:pt x="2875" y="585"/>
                    </a:lnTo>
                    <a:lnTo>
                      <a:pt x="5262" y="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2" name="Surface mesh patch"/>
              <p:cNvSpPr/>
              <p:nvPr/>
            </p:nvSpPr>
            <p:spPr>
              <a:xfrm>
                <a:off x="10958980" y="1587967"/>
                <a:ext cx="50120" cy="27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">
                    <a:moveTo>
                      <a:pt x="0" y="287"/>
                    </a:moveTo>
                    <a:lnTo>
                      <a:pt x="2875" y="239"/>
                    </a:lnTo>
                    <a:lnTo>
                      <a:pt x="5262" y="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3" name="Surface mesh patch"/>
              <p:cNvSpPr/>
              <p:nvPr/>
            </p:nvSpPr>
            <p:spPr>
              <a:xfrm>
                <a:off x="11009099" y="1587926"/>
                <a:ext cx="50120" cy="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">
                    <a:moveTo>
                      <a:pt x="0" y="13"/>
                    </a:moveTo>
                    <a:lnTo>
                      <a:pt x="2875" y="29"/>
                    </a:lnTo>
                    <a:lnTo>
                      <a:pt x="5262" y="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4" name="Surface mesh patch"/>
              <p:cNvSpPr/>
              <p:nvPr/>
            </p:nvSpPr>
            <p:spPr>
              <a:xfrm>
                <a:off x="11059219" y="1588715"/>
                <a:ext cx="50120" cy="5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">
                    <a:moveTo>
                      <a:pt x="0" y="0"/>
                    </a:moveTo>
                    <a:lnTo>
                      <a:pt x="2875" y="273"/>
                    </a:lnTo>
                    <a:lnTo>
                      <a:pt x="5262" y="566"/>
                    </a:lnTo>
                    <a:lnTo>
                      <a:pt x="2387" y="23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5" name="Surface mesh patch"/>
              <p:cNvSpPr/>
              <p:nvPr/>
            </p:nvSpPr>
            <p:spPr>
              <a:xfrm>
                <a:off x="11109339" y="1594106"/>
                <a:ext cx="50120" cy="111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8">
                    <a:moveTo>
                      <a:pt x="0" y="0"/>
                    </a:moveTo>
                    <a:lnTo>
                      <a:pt x="2875" y="747"/>
                    </a:lnTo>
                    <a:lnTo>
                      <a:pt x="5262" y="1168"/>
                    </a:lnTo>
                    <a:lnTo>
                      <a:pt x="2387" y="378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6" name="Surface mesh patch"/>
              <p:cNvSpPr/>
              <p:nvPr/>
            </p:nvSpPr>
            <p:spPr>
              <a:xfrm>
                <a:off x="11159458" y="1605236"/>
                <a:ext cx="50120" cy="17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9">
                    <a:moveTo>
                      <a:pt x="0" y="0"/>
                    </a:moveTo>
                    <a:lnTo>
                      <a:pt x="2875" y="1426"/>
                    </a:lnTo>
                    <a:lnTo>
                      <a:pt x="5262" y="1799"/>
                    </a:lnTo>
                    <a:lnTo>
                      <a:pt x="2387" y="37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7" name="Surface mesh patch"/>
              <p:cNvSpPr/>
              <p:nvPr/>
            </p:nvSpPr>
            <p:spPr>
              <a:xfrm>
                <a:off x="11209578" y="1622367"/>
                <a:ext cx="50120" cy="22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4">
                    <a:moveTo>
                      <a:pt x="0" y="0"/>
                    </a:moveTo>
                    <a:lnTo>
                      <a:pt x="2875" y="2246"/>
                    </a:lnTo>
                    <a:lnTo>
                      <a:pt x="5262" y="2324"/>
                    </a:lnTo>
                    <a:lnTo>
                      <a:pt x="2387" y="159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8" name="Surface mesh patch"/>
              <p:cNvSpPr/>
              <p:nvPr/>
            </p:nvSpPr>
            <p:spPr>
              <a:xfrm>
                <a:off x="11259698" y="1641632"/>
                <a:ext cx="50120" cy="321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7">
                    <a:moveTo>
                      <a:pt x="0" y="301"/>
                    </a:moveTo>
                    <a:lnTo>
                      <a:pt x="2875" y="3377"/>
                    </a:lnTo>
                    <a:lnTo>
                      <a:pt x="5262" y="28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29" name="Surface mesh patch"/>
              <p:cNvSpPr/>
              <p:nvPr/>
            </p:nvSpPr>
            <p:spPr>
              <a:xfrm>
                <a:off x="11309817" y="1659341"/>
                <a:ext cx="50120" cy="45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51">
                    <a:moveTo>
                      <a:pt x="0" y="1010"/>
                    </a:moveTo>
                    <a:lnTo>
                      <a:pt x="2875" y="4751"/>
                    </a:lnTo>
                    <a:lnTo>
                      <a:pt x="5262" y="33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0" name="Surface mesh patch"/>
              <p:cNvSpPr/>
              <p:nvPr/>
            </p:nvSpPr>
            <p:spPr>
              <a:xfrm>
                <a:off x="11359937" y="1673173"/>
                <a:ext cx="50120" cy="570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0">
                    <a:moveTo>
                      <a:pt x="0" y="1919"/>
                    </a:moveTo>
                    <a:lnTo>
                      <a:pt x="2875" y="5990"/>
                    </a:lnTo>
                    <a:lnTo>
                      <a:pt x="5262" y="35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1" name="Surface mesh patch"/>
              <p:cNvSpPr/>
              <p:nvPr/>
            </p:nvSpPr>
            <p:spPr>
              <a:xfrm>
                <a:off x="11410056" y="1678941"/>
                <a:ext cx="50120" cy="65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6">
                    <a:moveTo>
                      <a:pt x="0" y="2922"/>
                    </a:moveTo>
                    <a:lnTo>
                      <a:pt x="2875" y="6876"/>
                    </a:lnTo>
                    <a:lnTo>
                      <a:pt x="5262" y="3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eabfd"/>
              </a:solidFill>
              <a:ln w="3334" cap="flat" cmpd="sng" algn="ctr">
                <a:solidFill>
                  <a:srgbClr val="8e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2" name="Surface mesh patch"/>
              <p:cNvSpPr/>
              <p:nvPr/>
            </p:nvSpPr>
            <p:spPr>
              <a:xfrm>
                <a:off x="11460176" y="1673043"/>
                <a:ext cx="50120" cy="69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8">
                    <a:moveTo>
                      <a:pt x="0" y="3881"/>
                    </a:moveTo>
                    <a:lnTo>
                      <a:pt x="2875" y="7248"/>
                    </a:lnTo>
                    <a:lnTo>
                      <a:pt x="5262" y="2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3" name="Surface mesh patch"/>
              <p:cNvSpPr/>
              <p:nvPr/>
            </p:nvSpPr>
            <p:spPr>
              <a:xfrm>
                <a:off x="11510296" y="1652971"/>
                <a:ext cx="50120" cy="67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5">
                    <a:moveTo>
                      <a:pt x="0" y="4682"/>
                    </a:moveTo>
                    <a:lnTo>
                      <a:pt x="2875" y="7045"/>
                    </a:lnTo>
                    <a:lnTo>
                      <a:pt x="5262" y="15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4" name="Surface mesh patch"/>
              <p:cNvSpPr/>
              <p:nvPr/>
            </p:nvSpPr>
            <p:spPr>
              <a:xfrm>
                <a:off x="11560415" y="1616889"/>
                <a:ext cx="50120" cy="60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30">
                    <a:moveTo>
                      <a:pt x="0" y="5301"/>
                    </a:moveTo>
                    <a:lnTo>
                      <a:pt x="2875" y="6330"/>
                    </a:lnTo>
                    <a:lnTo>
                      <a:pt x="5262" y="1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5" name="Surface mesh patch"/>
              <p:cNvSpPr/>
              <p:nvPr/>
            </p:nvSpPr>
            <p:spPr>
              <a:xfrm>
                <a:off x="11610535" y="1547953"/>
                <a:ext cx="50120" cy="70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64">
                    <a:moveTo>
                      <a:pt x="0" y="7364"/>
                    </a:moveTo>
                    <a:lnTo>
                      <a:pt x="2875" y="6833"/>
                    </a:lnTo>
                    <a:lnTo>
                      <a:pt x="5262" y="0"/>
                    </a:lnTo>
                    <a:lnTo>
                      <a:pt x="2387" y="1523"/>
                    </a:lnTo>
                    <a:close/>
                  </a:path>
                </a:pathLst>
              </a:custGeom>
              <a:solidFill>
                <a:srgbClr val="afccfd"/>
              </a:solidFill>
              <a:ln w="3334" cap="flat" cmpd="sng" algn="ctr">
                <a:solidFill>
                  <a:srgbClr val="af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6" name="Surface mesh patch"/>
              <p:cNvSpPr/>
              <p:nvPr/>
            </p:nvSpPr>
            <p:spPr>
              <a:xfrm>
                <a:off x="11660655" y="1454983"/>
                <a:ext cx="50120" cy="92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61">
                    <a:moveTo>
                      <a:pt x="0" y="9761"/>
                    </a:moveTo>
                    <a:lnTo>
                      <a:pt x="2875" y="7615"/>
                    </a:lnTo>
                    <a:lnTo>
                      <a:pt x="5262" y="0"/>
                    </a:lnTo>
                    <a:lnTo>
                      <a:pt x="2387" y="3263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7" name="Surface mesh patch"/>
              <p:cNvSpPr/>
              <p:nvPr/>
            </p:nvSpPr>
            <p:spPr>
              <a:xfrm>
                <a:off x="11710774" y="1339794"/>
                <a:ext cx="50120" cy="115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93">
                    <a:moveTo>
                      <a:pt x="0" y="12093"/>
                    </a:moveTo>
                    <a:lnTo>
                      <a:pt x="2875" y="8630"/>
                    </a:lnTo>
                    <a:lnTo>
                      <a:pt x="5262" y="0"/>
                    </a:lnTo>
                    <a:lnTo>
                      <a:pt x="2387" y="4653"/>
                    </a:lnTo>
                    <a:close/>
                  </a:path>
                </a:pathLst>
              </a:custGeom>
              <a:solidFill>
                <a:srgbClr val="e4dedf"/>
              </a:solidFill>
              <a:ln w="3334" cap="flat" cmpd="sng" algn="ctr">
                <a:solidFill>
                  <a:srgbClr val="e4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8" name="Surface mesh patch"/>
              <p:cNvSpPr/>
              <p:nvPr/>
            </p:nvSpPr>
            <p:spPr>
              <a:xfrm>
                <a:off x="11760894" y="1210359"/>
                <a:ext cx="50120" cy="1294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89">
                    <a:moveTo>
                      <a:pt x="0" y="13589"/>
                    </a:moveTo>
                    <a:lnTo>
                      <a:pt x="2875" y="9709"/>
                    </a:lnTo>
                    <a:lnTo>
                      <a:pt x="5262" y="0"/>
                    </a:lnTo>
                    <a:lnTo>
                      <a:pt x="2387" y="4945"/>
                    </a:lnTo>
                    <a:close/>
                  </a:path>
                </a:pathLst>
              </a:custGeom>
              <a:solidFill>
                <a:srgbClr val="fbcdb1"/>
              </a:solidFill>
              <a:ln w="3334" cap="flat" cmpd="sng" algn="ctr">
                <a:solidFill>
                  <a:srgbClr val="fbcd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39" name="Surface mesh patch"/>
              <p:cNvSpPr/>
              <p:nvPr/>
            </p:nvSpPr>
            <p:spPr>
              <a:xfrm>
                <a:off x="11811014" y="1085335"/>
                <a:ext cx="50120" cy="125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26">
                    <a:moveTo>
                      <a:pt x="0" y="13126"/>
                    </a:moveTo>
                    <a:lnTo>
                      <a:pt x="2875" y="10428"/>
                    </a:lnTo>
                    <a:lnTo>
                      <a:pt x="5262" y="0"/>
                    </a:lnTo>
                    <a:lnTo>
                      <a:pt x="2387" y="3333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0" name="Surface mesh patch"/>
              <p:cNvSpPr/>
              <p:nvPr/>
            </p:nvSpPr>
            <p:spPr>
              <a:xfrm>
                <a:off x="11861133" y="986625"/>
                <a:ext cx="50120" cy="1031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26">
                    <a:moveTo>
                      <a:pt x="0" y="10363"/>
                    </a:moveTo>
                    <a:lnTo>
                      <a:pt x="2875" y="10826"/>
                    </a:lnTo>
                    <a:lnTo>
                      <a:pt x="5262" y="5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9278"/>
              </a:solidFill>
              <a:ln w="3334" cap="flat" cmpd="sng" algn="ctr">
                <a:solidFill>
                  <a:srgbClr val="f992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1" name="Surface mesh patch"/>
              <p:cNvSpPr/>
              <p:nvPr/>
            </p:nvSpPr>
            <p:spPr>
              <a:xfrm>
                <a:off x="11911253" y="897204"/>
                <a:ext cx="50120" cy="1438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01">
                    <a:moveTo>
                      <a:pt x="0" y="9899"/>
                    </a:moveTo>
                    <a:lnTo>
                      <a:pt x="2875" y="15101"/>
                    </a:lnTo>
                    <a:lnTo>
                      <a:pt x="5262" y="5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465"/>
              </a:solidFill>
              <a:ln w="3334" cap="flat" cmpd="sng" algn="ctr">
                <a:solidFill>
                  <a:srgbClr val="eb74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2" name="Surface mesh patch"/>
              <p:cNvSpPr/>
              <p:nvPr/>
            </p:nvSpPr>
            <p:spPr>
              <a:xfrm>
                <a:off x="11961373" y="874708"/>
                <a:ext cx="50120" cy="177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4">
                    <a:moveTo>
                      <a:pt x="0" y="8318"/>
                    </a:moveTo>
                    <a:lnTo>
                      <a:pt x="2875" y="18584"/>
                    </a:lnTo>
                    <a:lnTo>
                      <a:pt x="5262" y="114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364"/>
              </a:solidFill>
              <a:ln w="3334" cap="flat" cmpd="sng" algn="ctr">
                <a:solidFill>
                  <a:srgbClr val="eb73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3" name="Surface mesh patch"/>
              <p:cNvSpPr/>
              <p:nvPr/>
            </p:nvSpPr>
            <p:spPr>
              <a:xfrm>
                <a:off x="12011492" y="926479"/>
                <a:ext cx="50120" cy="191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54">
                    <a:moveTo>
                      <a:pt x="0" y="6017"/>
                    </a:moveTo>
                    <a:lnTo>
                      <a:pt x="2875" y="20054"/>
                    </a:lnTo>
                    <a:lnTo>
                      <a:pt x="5262" y="152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78e75"/>
              </a:solidFill>
              <a:ln w="3334" cap="flat" cmpd="sng" algn="ctr">
                <a:solidFill>
                  <a:srgbClr val="f78e7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4" name="Surface mesh patch"/>
              <p:cNvSpPr/>
              <p:nvPr/>
            </p:nvSpPr>
            <p:spPr>
              <a:xfrm>
                <a:off x="12061612" y="1036436"/>
                <a:ext cx="50120" cy="181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39">
                    <a:moveTo>
                      <a:pt x="0" y="3677"/>
                    </a:moveTo>
                    <a:lnTo>
                      <a:pt x="2875" y="19039"/>
                    </a:lnTo>
                    <a:lnTo>
                      <a:pt x="5262" y="161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5" name="Surface mesh patch"/>
              <p:cNvSpPr/>
              <p:nvPr/>
            </p:nvSpPr>
            <p:spPr>
              <a:xfrm>
                <a:off x="12111731" y="1172394"/>
                <a:ext cx="50120" cy="152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9">
                    <a:moveTo>
                      <a:pt x="0" y="1898"/>
                    </a:moveTo>
                    <a:lnTo>
                      <a:pt x="2875" y="16009"/>
                    </a:lnTo>
                    <a:lnTo>
                      <a:pt x="5262" y="14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6" name="Surface mesh patch"/>
              <p:cNvSpPr/>
              <p:nvPr/>
            </p:nvSpPr>
            <p:spPr>
              <a:xfrm>
                <a:off x="12161851" y="1300650"/>
                <a:ext cx="50120" cy="1147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46">
                    <a:moveTo>
                      <a:pt x="0" y="941"/>
                    </a:moveTo>
                    <a:lnTo>
                      <a:pt x="2875" y="12046"/>
                    </a:lnTo>
                    <a:lnTo>
                      <a:pt x="5262" y="109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7" name="Surface mesh patch"/>
              <p:cNvSpPr/>
              <p:nvPr/>
            </p:nvSpPr>
            <p:spPr>
              <a:xfrm>
                <a:off x="12211971" y="1398520"/>
                <a:ext cx="50120" cy="78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51">
                    <a:moveTo>
                      <a:pt x="0" y="704"/>
                    </a:moveTo>
                    <a:lnTo>
                      <a:pt x="2875" y="8251"/>
                    </a:lnTo>
                    <a:lnTo>
                      <a:pt x="5262" y="7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8" name="Surface mesh patch"/>
              <p:cNvSpPr/>
              <p:nvPr/>
            </p:nvSpPr>
            <p:spPr>
              <a:xfrm>
                <a:off x="12262090" y="1458666"/>
                <a:ext cx="50120" cy="50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6">
                    <a:moveTo>
                      <a:pt x="0" y="894"/>
                    </a:moveTo>
                    <a:lnTo>
                      <a:pt x="2875" y="5306"/>
                    </a:lnTo>
                    <a:lnTo>
                      <a:pt x="5262" y="40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49" name="Surface mesh patch"/>
              <p:cNvSpPr/>
              <p:nvPr/>
            </p:nvSpPr>
            <p:spPr>
              <a:xfrm>
                <a:off x="12312210" y="1485708"/>
                <a:ext cx="50120" cy="32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8">
                    <a:moveTo>
                      <a:pt x="0" y="1216"/>
                    </a:moveTo>
                    <a:lnTo>
                      <a:pt x="2875" y="3388"/>
                    </a:lnTo>
                    <a:lnTo>
                      <a:pt x="5262" y="19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0" name="Surface mesh patch"/>
              <p:cNvSpPr/>
              <p:nvPr/>
            </p:nvSpPr>
            <p:spPr>
              <a:xfrm>
                <a:off x="12362330" y="1489793"/>
                <a:ext cx="50120" cy="222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9">
                    <a:moveTo>
                      <a:pt x="0" y="1480"/>
                    </a:moveTo>
                    <a:lnTo>
                      <a:pt x="2875" y="2339"/>
                    </a:lnTo>
                    <a:lnTo>
                      <a:pt x="5262" y="7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1" name="Surface mesh patch"/>
              <p:cNvSpPr/>
              <p:nvPr/>
            </p:nvSpPr>
            <p:spPr>
              <a:xfrm>
                <a:off x="12412449" y="1481375"/>
                <a:ext cx="50120" cy="17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607"/>
                    </a:moveTo>
                    <a:lnTo>
                      <a:pt x="2875" y="1888"/>
                    </a:lnTo>
                    <a:lnTo>
                      <a:pt x="5262" y="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2" name="Surface mesh patch"/>
              <p:cNvSpPr/>
              <p:nvPr/>
            </p:nvSpPr>
            <p:spPr>
              <a:xfrm>
                <a:off x="12462569" y="1468720"/>
                <a:ext cx="50120" cy="17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8">
                    <a:moveTo>
                      <a:pt x="0" y="1592"/>
                    </a:moveTo>
                    <a:lnTo>
                      <a:pt x="2875" y="1798"/>
                    </a:lnTo>
                    <a:lnTo>
                      <a:pt x="5262" y="2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3" name="Surface mesh patch"/>
              <p:cNvSpPr/>
              <p:nvPr/>
            </p:nvSpPr>
            <p:spPr>
              <a:xfrm>
                <a:off x="12512689" y="1457445"/>
                <a:ext cx="50120" cy="181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6">
                    <a:moveTo>
                      <a:pt x="0" y="1462"/>
                    </a:moveTo>
                    <a:lnTo>
                      <a:pt x="2875" y="1906"/>
                    </a:lnTo>
                    <a:lnTo>
                      <a:pt x="5262" y="5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4" name="Surface mesh patch"/>
              <p:cNvSpPr/>
              <p:nvPr/>
            </p:nvSpPr>
            <p:spPr>
              <a:xfrm>
                <a:off x="12562808" y="1450893"/>
                <a:ext cx="50120" cy="20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6">
                    <a:moveTo>
                      <a:pt x="0" y="1260"/>
                    </a:moveTo>
                    <a:lnTo>
                      <a:pt x="2875" y="2106"/>
                    </a:lnTo>
                    <a:lnTo>
                      <a:pt x="5262" y="9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5" name="Surface mesh patch"/>
              <p:cNvSpPr/>
              <p:nvPr/>
            </p:nvSpPr>
            <p:spPr>
              <a:xfrm>
                <a:off x="12612928" y="1450565"/>
                <a:ext cx="50120" cy="221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8">
                    <a:moveTo>
                      <a:pt x="0" y="1032"/>
                    </a:moveTo>
                    <a:lnTo>
                      <a:pt x="2875" y="2328"/>
                    </a:lnTo>
                    <a:lnTo>
                      <a:pt x="5262" y="14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6" name="Surface mesh patch"/>
              <p:cNvSpPr/>
              <p:nvPr/>
            </p:nvSpPr>
            <p:spPr>
              <a:xfrm>
                <a:off x="10785889" y="1601203"/>
                <a:ext cx="50120" cy="14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1">
                    <a:moveTo>
                      <a:pt x="0" y="860"/>
                    </a:moveTo>
                    <a:lnTo>
                      <a:pt x="2875" y="1551"/>
                    </a:lnTo>
                    <a:lnTo>
                      <a:pt x="5262" y="6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7" name="Surface mesh patch"/>
              <p:cNvSpPr/>
              <p:nvPr/>
            </p:nvSpPr>
            <p:spPr>
              <a:xfrm>
                <a:off x="10836009" y="1599127"/>
                <a:ext cx="50120" cy="1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3">
                    <a:moveTo>
                      <a:pt x="0" y="835"/>
                    </a:moveTo>
                    <a:lnTo>
                      <a:pt x="2875" y="1153"/>
                    </a:lnTo>
                    <a:lnTo>
                      <a:pt x="5262" y="2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8" name="Surface mesh patch"/>
              <p:cNvSpPr/>
              <p:nvPr/>
            </p:nvSpPr>
            <p:spPr>
              <a:xfrm>
                <a:off x="10886128" y="1595011"/>
                <a:ext cx="50120" cy="7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9">
                    <a:moveTo>
                      <a:pt x="0" y="714"/>
                    </a:moveTo>
                    <a:lnTo>
                      <a:pt x="2875" y="759"/>
                    </a:lnTo>
                    <a:lnTo>
                      <a:pt x="5262" y="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59" name="Surface mesh patch"/>
              <p:cNvSpPr/>
              <p:nvPr/>
            </p:nvSpPr>
            <p:spPr>
              <a:xfrm>
                <a:off x="10936248" y="1590242"/>
                <a:ext cx="50120" cy="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0">
                    <a:moveTo>
                      <a:pt x="0" y="550"/>
                    </a:moveTo>
                    <a:lnTo>
                      <a:pt x="2875" y="464"/>
                    </a:lnTo>
                    <a:lnTo>
                      <a:pt x="5262" y="0"/>
                    </a:lnTo>
                    <a:lnTo>
                      <a:pt x="2387" y="4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0" name="Surface mesh patch"/>
              <p:cNvSpPr/>
              <p:nvPr/>
            </p:nvSpPr>
            <p:spPr>
              <a:xfrm>
                <a:off x="10986367" y="1588050"/>
                <a:ext cx="50120" cy="2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">
                    <a:moveTo>
                      <a:pt x="0" y="230"/>
                    </a:moveTo>
                    <a:lnTo>
                      <a:pt x="2875" y="183"/>
                    </a:lnTo>
                    <a:lnTo>
                      <a:pt x="5262" y="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1" name="Surface mesh patch"/>
              <p:cNvSpPr/>
              <p:nvPr/>
            </p:nvSpPr>
            <p:spPr>
              <a:xfrm>
                <a:off x="11036487" y="1588201"/>
                <a:ext cx="50120" cy="3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7">
                    <a:moveTo>
                      <a:pt x="0" y="0"/>
                    </a:moveTo>
                    <a:lnTo>
                      <a:pt x="2875" y="195"/>
                    </a:lnTo>
                    <a:lnTo>
                      <a:pt x="5262" y="327"/>
                    </a:lnTo>
                    <a:lnTo>
                      <a:pt x="2387" y="54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2" name="Surface mesh patch"/>
              <p:cNvSpPr/>
              <p:nvPr/>
            </p:nvSpPr>
            <p:spPr>
              <a:xfrm>
                <a:off x="11086607" y="1591319"/>
                <a:ext cx="50120" cy="98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9">
                    <a:moveTo>
                      <a:pt x="0" y="0"/>
                    </a:moveTo>
                    <a:lnTo>
                      <a:pt x="2875" y="663"/>
                    </a:lnTo>
                    <a:lnTo>
                      <a:pt x="5262" y="1039"/>
                    </a:lnTo>
                    <a:lnTo>
                      <a:pt x="2387" y="293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3" name="Surface mesh patch"/>
              <p:cNvSpPr/>
              <p:nvPr/>
            </p:nvSpPr>
            <p:spPr>
              <a:xfrm>
                <a:off x="11136726" y="1601219"/>
                <a:ext cx="50120" cy="176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">
                    <a:moveTo>
                      <a:pt x="0" y="0"/>
                    </a:moveTo>
                    <a:lnTo>
                      <a:pt x="2875" y="1357"/>
                    </a:lnTo>
                    <a:lnTo>
                      <a:pt x="5262" y="1848"/>
                    </a:lnTo>
                    <a:lnTo>
                      <a:pt x="2387" y="422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4" name="Surface mesh patch"/>
              <p:cNvSpPr/>
              <p:nvPr/>
            </p:nvSpPr>
            <p:spPr>
              <a:xfrm>
                <a:off x="11186846" y="1618821"/>
                <a:ext cx="50120" cy="24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9">
                    <a:moveTo>
                      <a:pt x="0" y="0"/>
                    </a:moveTo>
                    <a:lnTo>
                      <a:pt x="2875" y="2227"/>
                    </a:lnTo>
                    <a:lnTo>
                      <a:pt x="5262" y="2619"/>
                    </a:lnTo>
                    <a:lnTo>
                      <a:pt x="2387" y="372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5" name="Surface mesh patch"/>
              <p:cNvSpPr/>
              <p:nvPr/>
            </p:nvSpPr>
            <p:spPr>
              <a:xfrm>
                <a:off x="11236966" y="1643763"/>
                <a:ext cx="50120" cy="30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7">
                    <a:moveTo>
                      <a:pt x="0" y="0"/>
                    </a:moveTo>
                    <a:lnTo>
                      <a:pt x="2875" y="3157"/>
                    </a:lnTo>
                    <a:lnTo>
                      <a:pt x="5262" y="3154"/>
                    </a:lnTo>
                    <a:lnTo>
                      <a:pt x="2387" y="77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6" name="Surface mesh patch"/>
              <p:cNvSpPr/>
              <p:nvPr/>
            </p:nvSpPr>
            <p:spPr>
              <a:xfrm>
                <a:off x="11287085" y="1668963"/>
                <a:ext cx="50120" cy="427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4">
                    <a:moveTo>
                      <a:pt x="0" y="508"/>
                    </a:moveTo>
                    <a:lnTo>
                      <a:pt x="2875" y="4484"/>
                    </a:lnTo>
                    <a:lnTo>
                      <a:pt x="5262" y="3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7" name="Surface mesh patch"/>
              <p:cNvSpPr/>
              <p:nvPr/>
            </p:nvSpPr>
            <p:spPr>
              <a:xfrm>
                <a:off x="11337205" y="1691453"/>
                <a:ext cx="50120" cy="55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75">
                    <a:moveTo>
                      <a:pt x="0" y="1380"/>
                    </a:moveTo>
                    <a:lnTo>
                      <a:pt x="2875" y="5875"/>
                    </a:lnTo>
                    <a:lnTo>
                      <a:pt x="5262" y="40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dfd"/>
              </a:solidFill>
              <a:ln w="3334" cap="flat" cmpd="sng" algn="ctr">
                <a:solidFill>
                  <a:srgbClr val="8fa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8" name="Surface mesh patch"/>
              <p:cNvSpPr/>
              <p:nvPr/>
            </p:nvSpPr>
            <p:spPr>
              <a:xfrm>
                <a:off x="11387325" y="1706773"/>
                <a:ext cx="50120" cy="669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8">
                    <a:moveTo>
                      <a:pt x="0" y="2463"/>
                    </a:moveTo>
                    <a:lnTo>
                      <a:pt x="2875" y="7028"/>
                    </a:lnTo>
                    <a:lnTo>
                      <a:pt x="5262" y="3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69" name="Surface mesh patch"/>
              <p:cNvSpPr/>
              <p:nvPr/>
            </p:nvSpPr>
            <p:spPr>
              <a:xfrm>
                <a:off x="11437444" y="1710009"/>
                <a:ext cx="50120" cy="737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41">
                    <a:moveTo>
                      <a:pt x="0" y="3615"/>
                    </a:moveTo>
                    <a:lnTo>
                      <a:pt x="2875" y="7741"/>
                    </a:lnTo>
                    <a:lnTo>
                      <a:pt x="5262" y="33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7a4fd"/>
              </a:solidFill>
              <a:ln w="3334" cap="flat" cmpd="sng" algn="ctr">
                <a:solidFill>
                  <a:srgbClr val="87a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0" name="Surface mesh patch"/>
              <p:cNvSpPr/>
              <p:nvPr/>
            </p:nvSpPr>
            <p:spPr>
              <a:xfrm>
                <a:off x="11487564" y="1697567"/>
                <a:ext cx="50120" cy="751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85">
                    <a:moveTo>
                      <a:pt x="0" y="4674"/>
                    </a:moveTo>
                    <a:lnTo>
                      <a:pt x="2875" y="7885"/>
                    </a:lnTo>
                    <a:lnTo>
                      <a:pt x="5262" y="23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aa7fd"/>
              </a:solidFill>
              <a:ln w="3334" cap="flat" cmpd="sng" algn="ctr">
                <a:solidFill>
                  <a:srgbClr val="8a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1" name="Surface mesh patch"/>
              <p:cNvSpPr/>
              <p:nvPr/>
            </p:nvSpPr>
            <p:spPr>
              <a:xfrm>
                <a:off x="11537684" y="1667382"/>
                <a:ext cx="50120" cy="71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61">
                    <a:moveTo>
                      <a:pt x="0" y="5532"/>
                    </a:moveTo>
                    <a:lnTo>
                      <a:pt x="2875" y="7461"/>
                    </a:lnTo>
                    <a:lnTo>
                      <a:pt x="5262" y="10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2b0fd"/>
              </a:solidFill>
              <a:ln w="3334" cap="flat" cmpd="sng" algn="ctr">
                <a:solidFill>
                  <a:srgbClr val="92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2" name="Surface mesh patch"/>
              <p:cNvSpPr/>
              <p:nvPr/>
            </p:nvSpPr>
            <p:spPr>
              <a:xfrm>
                <a:off x="11587803" y="1613038"/>
                <a:ext cx="50120" cy="681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5">
                    <a:moveTo>
                      <a:pt x="0" y="6734"/>
                    </a:moveTo>
                    <a:lnTo>
                      <a:pt x="2875" y="7155"/>
                    </a:lnTo>
                    <a:lnTo>
                      <a:pt x="5262" y="0"/>
                    </a:lnTo>
                    <a:lnTo>
                      <a:pt x="2387" y="531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3" name="Surface mesh patch"/>
              <p:cNvSpPr/>
              <p:nvPr/>
            </p:nvSpPr>
            <p:spPr>
              <a:xfrm>
                <a:off x="11637923" y="1527511"/>
                <a:ext cx="50120" cy="855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79">
                    <a:moveTo>
                      <a:pt x="0" y="8979"/>
                    </a:moveTo>
                    <a:lnTo>
                      <a:pt x="2875" y="7853"/>
                    </a:lnTo>
                    <a:lnTo>
                      <a:pt x="5262" y="0"/>
                    </a:lnTo>
                    <a:lnTo>
                      <a:pt x="2387" y="2146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4" name="Surface mesh patch"/>
              <p:cNvSpPr/>
              <p:nvPr/>
            </p:nvSpPr>
            <p:spPr>
              <a:xfrm>
                <a:off x="11688042" y="1421993"/>
                <a:ext cx="50120" cy="1055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78">
                    <a:moveTo>
                      <a:pt x="0" y="11078"/>
                    </a:moveTo>
                    <a:lnTo>
                      <a:pt x="2875" y="8670"/>
                    </a:lnTo>
                    <a:lnTo>
                      <a:pt x="5262" y="0"/>
                    </a:lnTo>
                    <a:lnTo>
                      <a:pt x="2387" y="3463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5" name="Surface mesh patch"/>
              <p:cNvSpPr/>
              <p:nvPr/>
            </p:nvSpPr>
            <p:spPr>
              <a:xfrm>
                <a:off x="11738162" y="1302833"/>
                <a:ext cx="50120" cy="119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10">
                    <a:moveTo>
                      <a:pt x="0" y="12510"/>
                    </a:moveTo>
                    <a:lnTo>
                      <a:pt x="2875" y="9572"/>
                    </a:lnTo>
                    <a:lnTo>
                      <a:pt x="5262" y="0"/>
                    </a:lnTo>
                    <a:lnTo>
                      <a:pt x="2387" y="3880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6" name="Surface mesh patch"/>
              <p:cNvSpPr/>
              <p:nvPr/>
            </p:nvSpPr>
            <p:spPr>
              <a:xfrm>
                <a:off x="11788282" y="1184663"/>
                <a:ext cx="50120" cy="118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06">
                    <a:moveTo>
                      <a:pt x="0" y="12406"/>
                    </a:moveTo>
                    <a:lnTo>
                      <a:pt x="2875" y="10275"/>
                    </a:lnTo>
                    <a:lnTo>
                      <a:pt x="5262" y="0"/>
                    </a:lnTo>
                    <a:lnTo>
                      <a:pt x="2387" y="2698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7" name="Surface mesh patch"/>
              <p:cNvSpPr/>
              <p:nvPr/>
            </p:nvSpPr>
            <p:spPr>
              <a:xfrm>
                <a:off x="11838401" y="1085335"/>
                <a:ext cx="50120" cy="103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22">
                    <a:moveTo>
                      <a:pt x="0" y="10428"/>
                    </a:moveTo>
                    <a:lnTo>
                      <a:pt x="2875" y="10822"/>
                    </a:lnTo>
                    <a:lnTo>
                      <a:pt x="5262" y="4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98d"/>
              </a:solidFill>
              <a:ln w="3334" cap="flat" cmpd="sng" algn="ctr">
                <a:solidFill>
                  <a:srgbClr val="faa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8" name="Surface mesh patch"/>
              <p:cNvSpPr/>
              <p:nvPr/>
            </p:nvSpPr>
            <p:spPr>
              <a:xfrm>
                <a:off x="11888521" y="991490"/>
                <a:ext cx="50120" cy="1403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30">
                    <a:moveTo>
                      <a:pt x="0" y="10315"/>
                    </a:moveTo>
                    <a:lnTo>
                      <a:pt x="2875" y="14730"/>
                    </a:lnTo>
                    <a:lnTo>
                      <a:pt x="5262" y="52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77c"/>
              </a:solidFill>
              <a:ln w="3334" cap="flat" cmpd="sng" algn="ctr">
                <a:solidFill>
                  <a:srgbClr val="fa977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79" name="Surface mesh patch"/>
              <p:cNvSpPr/>
              <p:nvPr/>
            </p:nvSpPr>
            <p:spPr>
              <a:xfrm>
                <a:off x="11938641" y="953935"/>
                <a:ext cx="50120" cy="1723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99">
                    <a:moveTo>
                      <a:pt x="0" y="9145"/>
                    </a:moveTo>
                    <a:lnTo>
                      <a:pt x="2875" y="18099"/>
                    </a:lnTo>
                    <a:lnTo>
                      <a:pt x="5262" y="102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7"/>
              </a:solidFill>
              <a:ln w="3334" cap="flat" cmpd="sng" algn="ctr">
                <a:solidFill>
                  <a:srgbClr val="f8907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80" name="Surface mesh patch"/>
              <p:cNvSpPr/>
              <p:nvPr/>
            </p:nvSpPr>
            <p:spPr>
              <a:xfrm>
                <a:off x="11988760" y="983794"/>
                <a:ext cx="50120" cy="187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31">
                    <a:moveTo>
                      <a:pt x="0" y="7131"/>
                    </a:moveTo>
                    <a:lnTo>
                      <a:pt x="2875" y="19731"/>
                    </a:lnTo>
                    <a:lnTo>
                      <a:pt x="5262" y="14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81" name="Surface mesh patch"/>
              <p:cNvSpPr/>
              <p:nvPr/>
            </p:nvSpPr>
            <p:spPr>
              <a:xfrm>
                <a:off x="12038880" y="1071456"/>
                <a:ext cx="50120" cy="181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40">
                    <a:moveTo>
                      <a:pt x="0" y="4834"/>
                    </a:moveTo>
                    <a:lnTo>
                      <a:pt x="2875" y="19040"/>
                    </a:lnTo>
                    <a:lnTo>
                      <a:pt x="5262" y="153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82" name="Surface mesh patch"/>
              <p:cNvSpPr/>
              <p:nvPr/>
            </p:nvSpPr>
            <p:spPr>
              <a:xfrm>
                <a:off x="12089000" y="1190468"/>
                <a:ext cx="50120" cy="155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23">
                    <a:moveTo>
                      <a:pt x="0" y="2868"/>
                    </a:moveTo>
                    <a:lnTo>
                      <a:pt x="2875" y="16323"/>
                    </a:lnTo>
                    <a:lnTo>
                      <a:pt x="5262" y="14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83" name="Surface mesh patch"/>
              <p:cNvSpPr/>
              <p:nvPr/>
            </p:nvSpPr>
            <p:spPr>
              <a:xfrm>
                <a:off x="12139119" y="1309608"/>
                <a:ext cx="50120" cy="1194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37">
                    <a:moveTo>
                      <a:pt x="0" y="1603"/>
                    </a:moveTo>
                    <a:lnTo>
                      <a:pt x="2875" y="12537"/>
                    </a:lnTo>
                    <a:lnTo>
                      <a:pt x="5262" y="11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84" name="Surface mesh patch"/>
              <p:cNvSpPr/>
              <p:nvPr/>
            </p:nvSpPr>
            <p:spPr>
              <a:xfrm>
                <a:off x="12189239" y="1405229"/>
                <a:ext cx="50120" cy="833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54">
                    <a:moveTo>
                      <a:pt x="0" y="1066"/>
                    </a:moveTo>
                    <a:lnTo>
                      <a:pt x="2875" y="8754"/>
                    </a:lnTo>
                    <a:lnTo>
                      <a:pt x="5262" y="7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85" name="Surface mesh patch"/>
              <p:cNvSpPr/>
              <p:nvPr/>
            </p:nvSpPr>
            <p:spPr>
              <a:xfrm>
                <a:off x="12239359" y="1467186"/>
                <a:ext cx="50120" cy="543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9">
                    <a:moveTo>
                      <a:pt x="0" y="1042"/>
                    </a:moveTo>
                    <a:lnTo>
                      <a:pt x="2875" y="5709"/>
                    </a:lnTo>
                    <a:lnTo>
                      <a:pt x="5262" y="4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86" name="Surface mesh patch"/>
              <p:cNvSpPr/>
              <p:nvPr/>
            </p:nvSpPr>
            <p:spPr>
              <a:xfrm>
                <a:off x="12289478" y="1497295"/>
                <a:ext cx="50120" cy="34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2">
                    <a:moveTo>
                      <a:pt x="0" y="1250"/>
                    </a:moveTo>
                    <a:lnTo>
                      <a:pt x="2875" y="3652"/>
                    </a:lnTo>
                    <a:lnTo>
                      <a:pt x="5262" y="21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87" name="Surface mesh patch"/>
              <p:cNvSpPr/>
              <p:nvPr/>
            </p:nvSpPr>
            <p:spPr>
              <a:xfrm>
                <a:off x="12339598" y="1503893"/>
                <a:ext cx="50120" cy="235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75">
                    <a:moveTo>
                      <a:pt x="0" y="1479"/>
                    </a:moveTo>
                    <a:lnTo>
                      <a:pt x="2875" y="2475"/>
                    </a:lnTo>
                    <a:lnTo>
                      <a:pt x="5262" y="8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88" name="Surface mesh patch"/>
              <p:cNvSpPr/>
              <p:nvPr/>
            </p:nvSpPr>
            <p:spPr>
              <a:xfrm>
                <a:off x="12389717" y="1496686"/>
                <a:ext cx="50120" cy="183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0">
                    <a:moveTo>
                      <a:pt x="0" y="1615"/>
                    </a:moveTo>
                    <a:lnTo>
                      <a:pt x="2875" y="1930"/>
                    </a:lnTo>
                    <a:lnTo>
                      <a:pt x="5262" y="2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89" name="Surface mesh patch"/>
              <p:cNvSpPr/>
              <p:nvPr/>
            </p:nvSpPr>
            <p:spPr>
              <a:xfrm>
                <a:off x="12439837" y="1483881"/>
                <a:ext cx="50120" cy="16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8">
                    <a:moveTo>
                      <a:pt x="0" y="1625"/>
                    </a:moveTo>
                    <a:lnTo>
                      <a:pt x="2875" y="1778"/>
                    </a:lnTo>
                    <a:lnTo>
                      <a:pt x="5262" y="2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90" name="Surface mesh patch"/>
              <p:cNvSpPr/>
              <p:nvPr/>
            </p:nvSpPr>
            <p:spPr>
              <a:xfrm>
                <a:off x="12489957" y="1471370"/>
                <a:ext cx="50120" cy="176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">
                    <a:moveTo>
                      <a:pt x="0" y="1520"/>
                    </a:moveTo>
                    <a:lnTo>
                      <a:pt x="2875" y="1848"/>
                    </a:lnTo>
                    <a:lnTo>
                      <a:pt x="5262" y="4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91" name="Surface mesh patch"/>
              <p:cNvSpPr/>
              <p:nvPr/>
            </p:nvSpPr>
            <p:spPr>
              <a:xfrm>
                <a:off x="12540076" y="1462895"/>
                <a:ext cx="50120" cy="193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2">
                    <a:moveTo>
                      <a:pt x="0" y="1334"/>
                    </a:moveTo>
                    <a:lnTo>
                      <a:pt x="2875" y="2032"/>
                    </a:lnTo>
                    <a:lnTo>
                      <a:pt x="5262" y="8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92" name="Surface mesh patch"/>
              <p:cNvSpPr/>
              <p:nvPr/>
            </p:nvSpPr>
            <p:spPr>
              <a:xfrm>
                <a:off x="12590196" y="1460396"/>
                <a:ext cx="50120" cy="21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5">
                    <a:moveTo>
                      <a:pt x="0" y="1109"/>
                    </a:moveTo>
                    <a:lnTo>
                      <a:pt x="2875" y="2255"/>
                    </a:lnTo>
                    <a:lnTo>
                      <a:pt x="5262" y="12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93" name="Surface mesh patch"/>
              <p:cNvSpPr/>
              <p:nvPr/>
            </p:nvSpPr>
            <p:spPr>
              <a:xfrm>
                <a:off x="10813277" y="1607085"/>
                <a:ext cx="50120" cy="12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6">
                    <a:moveTo>
                      <a:pt x="0" y="933"/>
                    </a:moveTo>
                    <a:lnTo>
                      <a:pt x="2875" y="1316"/>
                    </a:lnTo>
                    <a:lnTo>
                      <a:pt x="5262" y="3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94" name="Surface mesh patch"/>
              <p:cNvSpPr/>
              <p:nvPr/>
            </p:nvSpPr>
            <p:spPr>
              <a:xfrm>
                <a:off x="10863396" y="1601808"/>
                <a:ext cx="50120" cy="8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1">
                    <a:moveTo>
                      <a:pt x="0" y="871"/>
                    </a:moveTo>
                    <a:lnTo>
                      <a:pt x="2875" y="941"/>
                    </a:lnTo>
                    <a:lnTo>
                      <a:pt x="5262" y="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95" name="Surface mesh patch"/>
              <p:cNvSpPr/>
              <p:nvPr/>
            </p:nvSpPr>
            <p:spPr>
              <a:xfrm>
                <a:off x="10913516" y="1594658"/>
                <a:ext cx="50120" cy="7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6">
                    <a:moveTo>
                      <a:pt x="0" y="796"/>
                    </a:moveTo>
                    <a:lnTo>
                      <a:pt x="2875" y="694"/>
                    </a:lnTo>
                    <a:lnTo>
                      <a:pt x="5262" y="0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96" name="Surface mesh patch"/>
              <p:cNvSpPr/>
              <p:nvPr/>
            </p:nvSpPr>
            <p:spPr>
              <a:xfrm>
                <a:off x="10963636" y="1589795"/>
                <a:ext cx="50120" cy="4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">
                    <a:moveTo>
                      <a:pt x="0" y="511"/>
                    </a:moveTo>
                    <a:lnTo>
                      <a:pt x="2875" y="412"/>
                    </a:lnTo>
                    <a:lnTo>
                      <a:pt x="5262" y="0"/>
                    </a:lnTo>
                    <a:lnTo>
                      <a:pt x="2387" y="47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97" name="Surface mesh patch"/>
              <p:cNvSpPr/>
              <p:nvPr/>
            </p:nvSpPr>
            <p:spPr>
              <a:xfrm>
                <a:off x="11013755" y="1588201"/>
                <a:ext cx="50120" cy="2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8">
                    <a:moveTo>
                      <a:pt x="0" y="167"/>
                    </a:moveTo>
                    <a:lnTo>
                      <a:pt x="2875" y="278"/>
                    </a:lnTo>
                    <a:lnTo>
                      <a:pt x="5262" y="1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98" name="Surface mesh patch"/>
              <p:cNvSpPr/>
              <p:nvPr/>
            </p:nvSpPr>
            <p:spPr>
              <a:xfrm>
                <a:off x="11063875" y="1590059"/>
                <a:ext cx="50120" cy="7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6">
                    <a:moveTo>
                      <a:pt x="0" y="0"/>
                    </a:moveTo>
                    <a:lnTo>
                      <a:pt x="2875" y="553"/>
                    </a:lnTo>
                    <a:lnTo>
                      <a:pt x="5262" y="796"/>
                    </a:lnTo>
                    <a:lnTo>
                      <a:pt x="2387" y="132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99" name="Surface mesh patch"/>
              <p:cNvSpPr/>
              <p:nvPr/>
            </p:nvSpPr>
            <p:spPr>
              <a:xfrm>
                <a:off x="11113995" y="1597637"/>
                <a:ext cx="50120" cy="165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3">
                    <a:moveTo>
                      <a:pt x="0" y="0"/>
                    </a:moveTo>
                    <a:lnTo>
                      <a:pt x="2875" y="1232"/>
                    </a:lnTo>
                    <a:lnTo>
                      <a:pt x="5262" y="1733"/>
                    </a:lnTo>
                    <a:lnTo>
                      <a:pt x="2387" y="376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00" name="Surface mesh patch"/>
              <p:cNvSpPr/>
              <p:nvPr/>
            </p:nvSpPr>
            <p:spPr>
              <a:xfrm>
                <a:off x="11164114" y="1614147"/>
                <a:ext cx="50120" cy="25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18">
                    <a:moveTo>
                      <a:pt x="0" y="0"/>
                    </a:moveTo>
                    <a:lnTo>
                      <a:pt x="2875" y="2116"/>
                    </a:lnTo>
                    <a:lnTo>
                      <a:pt x="5262" y="2718"/>
                    </a:lnTo>
                    <a:lnTo>
                      <a:pt x="2387" y="491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01" name="Surface mesh patch"/>
              <p:cNvSpPr/>
              <p:nvPr/>
            </p:nvSpPr>
            <p:spPr>
              <a:xfrm>
                <a:off x="11214234" y="1640033"/>
                <a:ext cx="50120" cy="338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9">
                    <a:moveTo>
                      <a:pt x="0" y="0"/>
                    </a:moveTo>
                    <a:lnTo>
                      <a:pt x="2875" y="3109"/>
                    </a:lnTo>
                    <a:lnTo>
                      <a:pt x="5262" y="3549"/>
                    </a:lnTo>
                    <a:lnTo>
                      <a:pt x="2387" y="39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02" name="Surface mesh patch"/>
              <p:cNvSpPr/>
              <p:nvPr/>
            </p:nvSpPr>
            <p:spPr>
              <a:xfrm>
                <a:off x="11264353" y="1673801"/>
                <a:ext cx="50120" cy="38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57">
                    <a:moveTo>
                      <a:pt x="0" y="3"/>
                    </a:moveTo>
                    <a:lnTo>
                      <a:pt x="2875" y="4057"/>
                    </a:lnTo>
                    <a:lnTo>
                      <a:pt x="5262" y="39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03" name="Surface mesh patch"/>
              <p:cNvSpPr/>
              <p:nvPr/>
            </p:nvSpPr>
            <p:spPr>
              <a:xfrm>
                <a:off x="11314473" y="1704596"/>
                <a:ext cx="50120" cy="523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99">
                    <a:moveTo>
                      <a:pt x="0" y="743"/>
                    </a:moveTo>
                    <a:lnTo>
                      <a:pt x="2875" y="5499"/>
                    </a:lnTo>
                    <a:lnTo>
                      <a:pt x="5262" y="44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04" name="Surface mesh patch"/>
              <p:cNvSpPr/>
              <p:nvPr/>
            </p:nvSpPr>
            <p:spPr>
              <a:xfrm>
                <a:off x="11364593" y="1730229"/>
                <a:ext cx="50120" cy="6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1">
                    <a:moveTo>
                      <a:pt x="0" y="1804"/>
                    </a:moveTo>
                    <a:lnTo>
                      <a:pt x="2875" y="6841"/>
                    </a:lnTo>
                    <a:lnTo>
                      <a:pt x="5262" y="45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6a3fd"/>
              </a:solidFill>
              <a:ln w="3334" cap="flat" cmpd="sng" algn="ctr">
                <a:solidFill>
                  <a:srgbClr val="86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05" name="Surface mesh patch"/>
              <p:cNvSpPr/>
              <p:nvPr/>
            </p:nvSpPr>
            <p:spPr>
              <a:xfrm>
                <a:off x="11414712" y="1744438"/>
                <a:ext cx="50120" cy="74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63">
                    <a:moveTo>
                      <a:pt x="0" y="3074"/>
                    </a:moveTo>
                    <a:lnTo>
                      <a:pt x="2875" y="7863"/>
                    </a:lnTo>
                    <a:lnTo>
                      <a:pt x="5262" y="41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06" name="Surface mesh patch"/>
              <p:cNvSpPr/>
              <p:nvPr/>
            </p:nvSpPr>
            <p:spPr>
              <a:xfrm>
                <a:off x="11464832" y="1742084"/>
                <a:ext cx="50120" cy="79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84">
                    <a:moveTo>
                      <a:pt x="0" y="4373"/>
                    </a:moveTo>
                    <a:lnTo>
                      <a:pt x="2875" y="8384"/>
                    </a:lnTo>
                    <a:lnTo>
                      <a:pt x="5262" y="32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f9dfd"/>
              </a:solidFill>
              <a:ln w="3334" cap="flat" cmpd="sng" algn="ctr">
                <a:solidFill>
                  <a:srgbClr val="7f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07" name="Surface mesh patch"/>
              <p:cNvSpPr/>
              <p:nvPr/>
            </p:nvSpPr>
            <p:spPr>
              <a:xfrm>
                <a:off x="11514952" y="1720073"/>
                <a:ext cx="50120" cy="792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25">
                    <a:moveTo>
                      <a:pt x="0" y="5523"/>
                    </a:moveTo>
                    <a:lnTo>
                      <a:pt x="2875" y="8325"/>
                    </a:lnTo>
                    <a:lnTo>
                      <a:pt x="5262" y="19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5a3fd"/>
              </a:solidFill>
              <a:ln w="3334" cap="flat" cmpd="sng" algn="ctr">
                <a:solidFill>
                  <a:srgbClr val="85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08" name="Surface mesh patch"/>
              <p:cNvSpPr/>
              <p:nvPr/>
            </p:nvSpPr>
            <p:spPr>
              <a:xfrm>
                <a:off x="11565071" y="1677182"/>
                <a:ext cx="50120" cy="73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2">
                    <a:moveTo>
                      <a:pt x="0" y="6432"/>
                    </a:moveTo>
                    <a:lnTo>
                      <a:pt x="2875" y="7762"/>
                    </a:lnTo>
                    <a:lnTo>
                      <a:pt x="5262" y="4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2affd"/>
              </a:solidFill>
              <a:ln w="3334" cap="flat" cmpd="sng" algn="ctr">
                <a:solidFill>
                  <a:srgbClr val="92a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09" name="Surface mesh patch"/>
              <p:cNvSpPr/>
              <p:nvPr/>
            </p:nvSpPr>
            <p:spPr>
              <a:xfrm>
                <a:off x="11615191" y="1602308"/>
                <a:ext cx="50120" cy="788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81">
                    <a:moveTo>
                      <a:pt x="0" y="8281"/>
                    </a:moveTo>
                    <a:lnTo>
                      <a:pt x="2875" y="8087"/>
                    </a:lnTo>
                    <a:lnTo>
                      <a:pt x="5262" y="0"/>
                    </a:lnTo>
                    <a:lnTo>
                      <a:pt x="2387" y="1127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10" name="Surface mesh patch"/>
              <p:cNvSpPr/>
              <p:nvPr/>
            </p:nvSpPr>
            <p:spPr>
              <a:xfrm>
                <a:off x="11665311" y="1504575"/>
                <a:ext cx="50120" cy="977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61">
                    <a:moveTo>
                      <a:pt x="0" y="10261"/>
                    </a:moveTo>
                    <a:lnTo>
                      <a:pt x="2875" y="8778"/>
                    </a:lnTo>
                    <a:lnTo>
                      <a:pt x="5262" y="0"/>
                    </a:lnTo>
                    <a:lnTo>
                      <a:pt x="2387" y="2408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11" name="Surface mesh patch"/>
              <p:cNvSpPr/>
              <p:nvPr/>
            </p:nvSpPr>
            <p:spPr>
              <a:xfrm>
                <a:off x="11715430" y="1394005"/>
                <a:ext cx="50120" cy="110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08">
                    <a:moveTo>
                      <a:pt x="0" y="11608"/>
                    </a:moveTo>
                    <a:lnTo>
                      <a:pt x="2875" y="9477"/>
                    </a:lnTo>
                    <a:lnTo>
                      <a:pt x="5262" y="0"/>
                    </a:lnTo>
                    <a:lnTo>
                      <a:pt x="2387" y="2938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12" name="Surface mesh patch"/>
              <p:cNvSpPr/>
              <p:nvPr/>
            </p:nvSpPr>
            <p:spPr>
              <a:xfrm>
                <a:off x="11765550" y="1282529"/>
                <a:ext cx="50120" cy="111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03">
                    <a:moveTo>
                      <a:pt x="0" y="11703"/>
                    </a:moveTo>
                    <a:lnTo>
                      <a:pt x="2875" y="10047"/>
                    </a:lnTo>
                    <a:lnTo>
                      <a:pt x="5262" y="0"/>
                    </a:lnTo>
                    <a:lnTo>
                      <a:pt x="2387" y="2132"/>
                    </a:lnTo>
                    <a:close/>
                  </a:path>
                </a:pathLst>
              </a:custGeom>
              <a:solidFill>
                <a:srgbClr val="f5d4bf"/>
              </a:solidFill>
              <a:ln w="3334" cap="flat" cmpd="sng" algn="ctr">
                <a:solidFill>
                  <a:srgbClr val="f5d4b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13" name="Surface mesh patch"/>
              <p:cNvSpPr/>
              <p:nvPr/>
            </p:nvSpPr>
            <p:spPr>
              <a:xfrm>
                <a:off x="11815670" y="1184663"/>
                <a:ext cx="50120" cy="100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70">
                    <a:moveTo>
                      <a:pt x="0" y="10275"/>
                    </a:moveTo>
                    <a:lnTo>
                      <a:pt x="2875" y="10570"/>
                    </a:lnTo>
                    <a:lnTo>
                      <a:pt x="5262" y="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14" name="Surface mesh patch"/>
              <p:cNvSpPr/>
              <p:nvPr/>
            </p:nvSpPr>
            <p:spPr>
              <a:xfrm>
                <a:off x="11865789" y="1089741"/>
                <a:ext cx="50120" cy="133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83">
                    <a:moveTo>
                      <a:pt x="0" y="10359"/>
                    </a:moveTo>
                    <a:lnTo>
                      <a:pt x="2875" y="13983"/>
                    </a:lnTo>
                    <a:lnTo>
                      <a:pt x="5262" y="44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15" name="Surface mesh patch"/>
              <p:cNvSpPr/>
              <p:nvPr/>
            </p:nvSpPr>
            <p:spPr>
              <a:xfrm>
                <a:off x="11915909" y="1041045"/>
                <a:ext cx="50120" cy="163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19">
                    <a:moveTo>
                      <a:pt x="0" y="9528"/>
                    </a:moveTo>
                    <a:lnTo>
                      <a:pt x="2875" y="17119"/>
                    </a:lnTo>
                    <a:lnTo>
                      <a:pt x="5262" y="8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489"/>
              </a:solidFill>
              <a:ln w="3334" cap="flat" cmpd="sng" algn="ctr">
                <a:solidFill>
                  <a:srgbClr val="faa4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16" name="Surface mesh patch"/>
              <p:cNvSpPr/>
              <p:nvPr/>
            </p:nvSpPr>
            <p:spPr>
              <a:xfrm>
                <a:off x="11966028" y="1051715"/>
                <a:ext cx="50120" cy="1794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43">
                    <a:moveTo>
                      <a:pt x="0" y="7834"/>
                    </a:moveTo>
                    <a:lnTo>
                      <a:pt x="2875" y="18843"/>
                    </a:lnTo>
                    <a:lnTo>
                      <a:pt x="5262" y="12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98e"/>
              </a:solidFill>
              <a:ln w="3334" cap="flat" cmpd="sng" algn="ctr">
                <a:solidFill>
                  <a:srgbClr val="faa9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17" name="Surface mesh patch"/>
              <p:cNvSpPr/>
              <p:nvPr/>
            </p:nvSpPr>
            <p:spPr>
              <a:xfrm>
                <a:off x="12016148" y="1117497"/>
                <a:ext cx="50120" cy="176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7">
                    <a:moveTo>
                      <a:pt x="0" y="5694"/>
                    </a:moveTo>
                    <a:lnTo>
                      <a:pt x="2875" y="18487"/>
                    </a:lnTo>
                    <a:lnTo>
                      <a:pt x="5262" y="142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18" name="Surface mesh patch"/>
              <p:cNvSpPr/>
              <p:nvPr/>
            </p:nvSpPr>
            <p:spPr>
              <a:xfrm>
                <a:off x="12066268" y="1217783"/>
                <a:ext cx="50120" cy="1540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74">
                    <a:moveTo>
                      <a:pt x="0" y="3677"/>
                    </a:moveTo>
                    <a:lnTo>
                      <a:pt x="2875" y="16174"/>
                    </a:lnTo>
                    <a:lnTo>
                      <a:pt x="5262" y="134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19" name="Surface mesh patch"/>
              <p:cNvSpPr/>
              <p:nvPr/>
            </p:nvSpPr>
            <p:spPr>
              <a:xfrm>
                <a:off x="12116387" y="1324880"/>
                <a:ext cx="50120" cy="1209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698">
                    <a:moveTo>
                      <a:pt x="0" y="2212"/>
                    </a:moveTo>
                    <a:lnTo>
                      <a:pt x="2875" y="12698"/>
                    </a:lnTo>
                    <a:lnTo>
                      <a:pt x="5262" y="109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20" name="Surface mesh patch"/>
              <p:cNvSpPr/>
              <p:nvPr/>
            </p:nvSpPr>
            <p:spPr>
              <a:xfrm>
                <a:off x="12166507" y="1415387"/>
                <a:ext cx="50120" cy="86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1">
                    <a:moveTo>
                      <a:pt x="0" y="1431"/>
                    </a:moveTo>
                    <a:lnTo>
                      <a:pt x="2875" y="9061"/>
                    </a:lnTo>
                    <a:lnTo>
                      <a:pt x="5262" y="76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21" name="Surface mesh patch"/>
              <p:cNvSpPr/>
              <p:nvPr/>
            </p:nvSpPr>
            <p:spPr>
              <a:xfrm>
                <a:off x="12216627" y="1477107"/>
                <a:ext cx="50120" cy="573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17">
                    <a:moveTo>
                      <a:pt x="0" y="1208"/>
                    </a:moveTo>
                    <a:lnTo>
                      <a:pt x="2875" y="6017"/>
                    </a:lnTo>
                    <a:lnTo>
                      <a:pt x="5262" y="46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22" name="Surface mesh patch"/>
              <p:cNvSpPr/>
              <p:nvPr/>
            </p:nvSpPr>
            <p:spPr>
              <a:xfrm>
                <a:off x="12266746" y="1509205"/>
                <a:ext cx="50120" cy="369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3">
                    <a:moveTo>
                      <a:pt x="0" y="1297"/>
                    </a:moveTo>
                    <a:lnTo>
                      <a:pt x="2875" y="3883"/>
                    </a:lnTo>
                    <a:lnTo>
                      <a:pt x="5262" y="24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23" name="Surface mesh patch"/>
              <p:cNvSpPr/>
              <p:nvPr/>
            </p:nvSpPr>
            <p:spPr>
              <a:xfrm>
                <a:off x="12316866" y="1517980"/>
                <a:ext cx="50120" cy="248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0">
                    <a:moveTo>
                      <a:pt x="0" y="1480"/>
                    </a:moveTo>
                    <a:lnTo>
                      <a:pt x="2875" y="2610"/>
                    </a:lnTo>
                    <a:lnTo>
                      <a:pt x="5262" y="9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24" name="Surface mesh patch"/>
              <p:cNvSpPr/>
              <p:nvPr/>
            </p:nvSpPr>
            <p:spPr>
              <a:xfrm>
                <a:off x="12366986" y="1512068"/>
                <a:ext cx="50120" cy="18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1">
                    <a:moveTo>
                      <a:pt x="0" y="1617"/>
                    </a:moveTo>
                    <a:lnTo>
                      <a:pt x="2875" y="1981"/>
                    </a:lnTo>
                    <a:lnTo>
                      <a:pt x="5262" y="3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25" name="Surface mesh patch"/>
              <p:cNvSpPr/>
              <p:nvPr/>
            </p:nvSpPr>
            <p:spPr>
              <a:xfrm>
                <a:off x="12417105" y="1499357"/>
                <a:ext cx="50120" cy="16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7">
                    <a:moveTo>
                      <a:pt x="0" y="1650"/>
                    </a:moveTo>
                    <a:lnTo>
                      <a:pt x="2875" y="1767"/>
                    </a:lnTo>
                    <a:lnTo>
                      <a:pt x="5262" y="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26" name="Surface mesh patch"/>
              <p:cNvSpPr/>
              <p:nvPr/>
            </p:nvSpPr>
            <p:spPr>
              <a:xfrm>
                <a:off x="12467225" y="1485849"/>
                <a:ext cx="50120" cy="17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8">
                    <a:moveTo>
                      <a:pt x="0" y="1571"/>
                    </a:moveTo>
                    <a:lnTo>
                      <a:pt x="2875" y="1798"/>
                    </a:lnTo>
                    <a:lnTo>
                      <a:pt x="5262" y="3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27" name="Surface mesh patch"/>
              <p:cNvSpPr/>
              <p:nvPr/>
            </p:nvSpPr>
            <p:spPr>
              <a:xfrm>
                <a:off x="12517345" y="1475600"/>
                <a:ext cx="50120" cy="18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0">
                    <a:moveTo>
                      <a:pt x="0" y="1404"/>
                    </a:moveTo>
                    <a:lnTo>
                      <a:pt x="2875" y="1960"/>
                    </a:lnTo>
                    <a:lnTo>
                      <a:pt x="5262" y="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28" name="Surface mesh patch"/>
              <p:cNvSpPr/>
              <p:nvPr/>
            </p:nvSpPr>
            <p:spPr>
              <a:xfrm>
                <a:off x="12567464" y="1470954"/>
                <a:ext cx="50120" cy="207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9">
                    <a:moveTo>
                      <a:pt x="0" y="1186"/>
                    </a:moveTo>
                    <a:lnTo>
                      <a:pt x="2875" y="2179"/>
                    </a:lnTo>
                    <a:lnTo>
                      <a:pt x="5262" y="11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29" name="Surface mesh patch"/>
              <p:cNvSpPr/>
              <p:nvPr/>
            </p:nvSpPr>
            <p:spPr>
              <a:xfrm>
                <a:off x="10840664" y="1610106"/>
                <a:ext cx="50120" cy="106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22">
                    <a:moveTo>
                      <a:pt x="0" y="999"/>
                    </a:moveTo>
                    <a:lnTo>
                      <a:pt x="2875" y="1122"/>
                    </a:lnTo>
                    <a:lnTo>
                      <a:pt x="5262" y="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30" name="Surface mesh patch"/>
              <p:cNvSpPr/>
              <p:nvPr/>
            </p:nvSpPr>
            <p:spPr>
              <a:xfrm>
                <a:off x="10890784" y="1601267"/>
                <a:ext cx="50120" cy="9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8">
                    <a:moveTo>
                      <a:pt x="0" y="998"/>
                    </a:moveTo>
                    <a:lnTo>
                      <a:pt x="2875" y="904"/>
                    </a:lnTo>
                    <a:lnTo>
                      <a:pt x="5262" y="0"/>
                    </a:lnTo>
                    <a:lnTo>
                      <a:pt x="2387" y="102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31" name="Surface mesh patch"/>
              <p:cNvSpPr/>
              <p:nvPr/>
            </p:nvSpPr>
            <p:spPr>
              <a:xfrm>
                <a:off x="10940904" y="1593715"/>
                <a:ext cx="50120" cy="7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3">
                    <a:moveTo>
                      <a:pt x="0" y="793"/>
                    </a:moveTo>
                    <a:lnTo>
                      <a:pt x="2875" y="657"/>
                    </a:lnTo>
                    <a:lnTo>
                      <a:pt x="5262" y="0"/>
                    </a:lnTo>
                    <a:lnTo>
                      <a:pt x="2387" y="99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32" name="Surface mesh patch"/>
              <p:cNvSpPr/>
              <p:nvPr/>
            </p:nvSpPr>
            <p:spPr>
              <a:xfrm>
                <a:off x="10991023" y="1589795"/>
                <a:ext cx="50120" cy="42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2">
                    <a:moveTo>
                      <a:pt x="0" y="412"/>
                    </a:moveTo>
                    <a:lnTo>
                      <a:pt x="2875" y="442"/>
                    </a:lnTo>
                    <a:lnTo>
                      <a:pt x="5262" y="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33" name="Surface mesh patch"/>
              <p:cNvSpPr/>
              <p:nvPr/>
            </p:nvSpPr>
            <p:spPr>
              <a:xfrm>
                <a:off x="11041143" y="1590059"/>
                <a:ext cx="50120" cy="52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">
                    <a:moveTo>
                      <a:pt x="0" y="83"/>
                    </a:moveTo>
                    <a:lnTo>
                      <a:pt x="2875" y="512"/>
                    </a:lnTo>
                    <a:lnTo>
                      <a:pt x="5262" y="5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34" name="Surface mesh patch"/>
              <p:cNvSpPr/>
              <p:nvPr/>
            </p:nvSpPr>
            <p:spPr>
              <a:xfrm>
                <a:off x="11091263" y="1595325"/>
                <a:ext cx="50120" cy="14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5">
                    <a:moveTo>
                      <a:pt x="0" y="0"/>
                    </a:moveTo>
                    <a:lnTo>
                      <a:pt x="2875" y="1070"/>
                    </a:lnTo>
                    <a:lnTo>
                      <a:pt x="5262" y="1475"/>
                    </a:lnTo>
                    <a:lnTo>
                      <a:pt x="2387" y="243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35" name="Surface mesh patch"/>
              <p:cNvSpPr/>
              <p:nvPr/>
            </p:nvSpPr>
            <p:spPr>
              <a:xfrm>
                <a:off x="11141382" y="1609376"/>
                <a:ext cx="50120" cy="24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7">
                    <a:moveTo>
                      <a:pt x="0" y="0"/>
                    </a:moveTo>
                    <a:lnTo>
                      <a:pt x="2875" y="1933"/>
                    </a:lnTo>
                    <a:lnTo>
                      <a:pt x="5262" y="2617"/>
                    </a:lnTo>
                    <a:lnTo>
                      <a:pt x="2387" y="501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36" name="Surface mesh patch"/>
              <p:cNvSpPr/>
              <p:nvPr/>
            </p:nvSpPr>
            <p:spPr>
              <a:xfrm>
                <a:off x="11191502" y="1634301"/>
                <a:ext cx="50120" cy="353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1">
                    <a:moveTo>
                      <a:pt x="0" y="0"/>
                    </a:moveTo>
                    <a:lnTo>
                      <a:pt x="2875" y="2946"/>
                    </a:lnTo>
                    <a:lnTo>
                      <a:pt x="5262" y="3711"/>
                    </a:lnTo>
                    <a:lnTo>
                      <a:pt x="2387" y="602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37" name="Surface mesh patch"/>
              <p:cNvSpPr/>
              <p:nvPr/>
            </p:nvSpPr>
            <p:spPr>
              <a:xfrm>
                <a:off x="11241622" y="1669645"/>
                <a:ext cx="50120" cy="42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3">
                    <a:moveTo>
                      <a:pt x="0" y="0"/>
                    </a:moveTo>
                    <a:lnTo>
                      <a:pt x="2875" y="3976"/>
                    </a:lnTo>
                    <a:lnTo>
                      <a:pt x="5262" y="4493"/>
                    </a:lnTo>
                    <a:lnTo>
                      <a:pt x="2387" y="44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38" name="Surface mesh patch"/>
              <p:cNvSpPr/>
              <p:nvPr/>
            </p:nvSpPr>
            <p:spPr>
              <a:xfrm>
                <a:off x="11291741" y="1711668"/>
                <a:ext cx="50120" cy="46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6">
                    <a:moveTo>
                      <a:pt x="0" y="82"/>
                    </a:moveTo>
                    <a:lnTo>
                      <a:pt x="2875" y="4916"/>
                    </a:lnTo>
                    <a:lnTo>
                      <a:pt x="5262" y="47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39" name="Surface mesh patch"/>
              <p:cNvSpPr/>
              <p:nvPr/>
            </p:nvSpPr>
            <p:spPr>
              <a:xfrm>
                <a:off x="11341861" y="1747408"/>
                <a:ext cx="50120" cy="602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29">
                    <a:moveTo>
                      <a:pt x="0" y="1004"/>
                    </a:moveTo>
                    <a:lnTo>
                      <a:pt x="2875" y="6329"/>
                    </a:lnTo>
                    <a:lnTo>
                      <a:pt x="5262" y="5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4a2fd"/>
              </a:solidFill>
              <a:ln w="3334" cap="flat" cmpd="sng" algn="ctr">
                <a:solidFill>
                  <a:srgbClr val="84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0" name="Surface mesh patch"/>
              <p:cNvSpPr/>
              <p:nvPr/>
            </p:nvSpPr>
            <p:spPr>
              <a:xfrm>
                <a:off x="11391981" y="1773716"/>
                <a:ext cx="50120" cy="72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73">
                    <a:moveTo>
                      <a:pt x="0" y="2275"/>
                    </a:moveTo>
                    <a:lnTo>
                      <a:pt x="2875" y="7573"/>
                    </a:lnTo>
                    <a:lnTo>
                      <a:pt x="5262" y="47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997fb"/>
              </a:solidFill>
              <a:ln w="3334" cap="flat" cmpd="sng" algn="ctr">
                <a:solidFill>
                  <a:srgbClr val="7997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1" name="Surface mesh patch"/>
              <p:cNvSpPr/>
              <p:nvPr/>
            </p:nvSpPr>
            <p:spPr>
              <a:xfrm>
                <a:off x="11442100" y="1783738"/>
                <a:ext cx="50120" cy="803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40">
                    <a:moveTo>
                      <a:pt x="0" y="3737"/>
                    </a:moveTo>
                    <a:lnTo>
                      <a:pt x="2875" y="8440"/>
                    </a:lnTo>
                    <a:lnTo>
                      <a:pt x="5262" y="4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2" name="Surface mesh patch"/>
              <p:cNvSpPr/>
              <p:nvPr/>
            </p:nvSpPr>
            <p:spPr>
              <a:xfrm>
                <a:off x="11492220" y="1772676"/>
                <a:ext cx="50120" cy="836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81">
                    <a:moveTo>
                      <a:pt x="0" y="5172"/>
                    </a:moveTo>
                    <a:lnTo>
                      <a:pt x="2875" y="8781"/>
                    </a:lnTo>
                    <a:lnTo>
                      <a:pt x="5262" y="28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793fa"/>
              </a:solidFill>
              <a:ln w="3334" cap="flat" cmpd="sng" algn="ctr">
                <a:solidFill>
                  <a:srgbClr val="779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3" name="Surface mesh patch"/>
              <p:cNvSpPr/>
              <p:nvPr/>
            </p:nvSpPr>
            <p:spPr>
              <a:xfrm>
                <a:off x="11542339" y="1738449"/>
                <a:ext cx="50120" cy="81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9">
                    <a:moveTo>
                      <a:pt x="0" y="6396"/>
                    </a:moveTo>
                    <a:lnTo>
                      <a:pt x="2875" y="8579"/>
                    </a:lnTo>
                    <a:lnTo>
                      <a:pt x="5262" y="13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4" name="Surface mesh patch"/>
              <p:cNvSpPr/>
              <p:nvPr/>
            </p:nvSpPr>
            <p:spPr>
              <a:xfrm>
                <a:off x="11592459" y="1679340"/>
                <a:ext cx="50120" cy="780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5">
                    <a:moveTo>
                      <a:pt x="0" y="7535"/>
                    </a:moveTo>
                    <a:lnTo>
                      <a:pt x="2875" y="8195"/>
                    </a:lnTo>
                    <a:lnTo>
                      <a:pt x="5262" y="0"/>
                    </a:lnTo>
                    <a:lnTo>
                      <a:pt x="2387" y="194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5" name="Surface mesh patch"/>
              <p:cNvSpPr/>
              <p:nvPr/>
            </p:nvSpPr>
            <p:spPr>
              <a:xfrm>
                <a:off x="11642579" y="1588189"/>
                <a:ext cx="50120" cy="91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70">
                    <a:moveTo>
                      <a:pt x="0" y="9570"/>
                    </a:moveTo>
                    <a:lnTo>
                      <a:pt x="2875" y="8897"/>
                    </a:lnTo>
                    <a:lnTo>
                      <a:pt x="5262" y="0"/>
                    </a:lnTo>
                    <a:lnTo>
                      <a:pt x="2387" y="1482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6" name="Surface mesh patch"/>
              <p:cNvSpPr/>
              <p:nvPr/>
            </p:nvSpPr>
            <p:spPr>
              <a:xfrm>
                <a:off x="11692698" y="1484274"/>
                <a:ext cx="50120" cy="1039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10">
                    <a:moveTo>
                      <a:pt x="0" y="10910"/>
                    </a:moveTo>
                    <a:lnTo>
                      <a:pt x="2875" y="9454"/>
                    </a:lnTo>
                    <a:lnTo>
                      <a:pt x="5262" y="0"/>
                    </a:lnTo>
                    <a:lnTo>
                      <a:pt x="2387" y="2131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7" name="Surface mesh patch"/>
              <p:cNvSpPr/>
              <p:nvPr/>
            </p:nvSpPr>
            <p:spPr>
              <a:xfrm>
                <a:off x="11742818" y="1378225"/>
                <a:ext cx="50120" cy="106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34">
                    <a:moveTo>
                      <a:pt x="0" y="11134"/>
                    </a:moveTo>
                    <a:lnTo>
                      <a:pt x="2875" y="9852"/>
                    </a:lnTo>
                    <a:lnTo>
                      <a:pt x="5262" y="0"/>
                    </a:lnTo>
                    <a:lnTo>
                      <a:pt x="2387" y="165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8" name="Surface mesh patch"/>
              <p:cNvSpPr/>
              <p:nvPr/>
            </p:nvSpPr>
            <p:spPr>
              <a:xfrm>
                <a:off x="11792938" y="1282529"/>
                <a:ext cx="50120" cy="97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08">
                    <a:moveTo>
                      <a:pt x="0" y="10047"/>
                    </a:moveTo>
                    <a:lnTo>
                      <a:pt x="2875" y="10208"/>
                    </a:lnTo>
                    <a:lnTo>
                      <a:pt x="5262" y="2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49" name="Surface mesh patch"/>
              <p:cNvSpPr/>
              <p:nvPr/>
            </p:nvSpPr>
            <p:spPr>
              <a:xfrm>
                <a:off x="11843057" y="1188410"/>
                <a:ext cx="50120" cy="124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025">
                    <a:moveTo>
                      <a:pt x="0" y="10176"/>
                    </a:moveTo>
                    <a:lnTo>
                      <a:pt x="2875" y="13025"/>
                    </a:lnTo>
                    <a:lnTo>
                      <a:pt x="5262" y="36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50" name="Surface mesh patch"/>
              <p:cNvSpPr/>
              <p:nvPr/>
            </p:nvSpPr>
            <p:spPr>
              <a:xfrm>
                <a:off x="11893177" y="1131797"/>
                <a:ext cx="50120" cy="150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04">
                    <a:moveTo>
                      <a:pt x="0" y="9568"/>
                    </a:moveTo>
                    <a:lnTo>
                      <a:pt x="2875" y="15804"/>
                    </a:lnTo>
                    <a:lnTo>
                      <a:pt x="5262" y="75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51" name="Surface mesh patch"/>
              <p:cNvSpPr/>
              <p:nvPr/>
            </p:nvSpPr>
            <p:spPr>
              <a:xfrm>
                <a:off x="11943297" y="1126330"/>
                <a:ext cx="50120" cy="1668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20">
                    <a:moveTo>
                      <a:pt x="0" y="8165"/>
                    </a:moveTo>
                    <a:lnTo>
                      <a:pt x="2875" y="17520"/>
                    </a:lnTo>
                    <a:lnTo>
                      <a:pt x="5262" y="110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52" name="Surface mesh patch"/>
              <p:cNvSpPr/>
              <p:nvPr/>
            </p:nvSpPr>
            <p:spPr>
              <a:xfrm>
                <a:off x="11993416" y="1171735"/>
                <a:ext cx="50120" cy="166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63">
                    <a:moveTo>
                      <a:pt x="0" y="6242"/>
                    </a:moveTo>
                    <a:lnTo>
                      <a:pt x="2875" y="17463"/>
                    </a:lnTo>
                    <a:lnTo>
                      <a:pt x="5262" y="127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53" name="Surface mesh patch"/>
              <p:cNvSpPr/>
              <p:nvPr/>
            </p:nvSpPr>
            <p:spPr>
              <a:xfrm>
                <a:off x="12043536" y="1252807"/>
                <a:ext cx="50120" cy="148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5">
                    <a:moveTo>
                      <a:pt x="0" y="4281"/>
                    </a:moveTo>
                    <a:lnTo>
                      <a:pt x="2875" y="15595"/>
                    </a:lnTo>
                    <a:lnTo>
                      <a:pt x="5262" y="124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54" name="Surface mesh patch"/>
              <p:cNvSpPr/>
              <p:nvPr/>
            </p:nvSpPr>
            <p:spPr>
              <a:xfrm>
                <a:off x="12093656" y="1345947"/>
                <a:ext cx="50120" cy="1193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27">
                    <a:moveTo>
                      <a:pt x="0" y="2719"/>
                    </a:moveTo>
                    <a:lnTo>
                      <a:pt x="2875" y="12527"/>
                    </a:lnTo>
                    <a:lnTo>
                      <a:pt x="5262" y="10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dcda"/>
              </a:solidFill>
              <a:ln w="3334" cap="flat" cmpd="sng" algn="ctr">
                <a:solidFill>
                  <a:srgbClr val="e7dcd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55" name="Surface mesh patch"/>
              <p:cNvSpPr/>
              <p:nvPr/>
            </p:nvSpPr>
            <p:spPr>
              <a:xfrm>
                <a:off x="12143775" y="1429021"/>
                <a:ext cx="50120" cy="871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52">
                    <a:moveTo>
                      <a:pt x="0" y="1765"/>
                    </a:moveTo>
                    <a:lnTo>
                      <a:pt x="2875" y="9152"/>
                    </a:lnTo>
                    <a:lnTo>
                      <a:pt x="5262" y="76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56" name="Surface mesh patch"/>
              <p:cNvSpPr/>
              <p:nvPr/>
            </p:nvSpPr>
            <p:spPr>
              <a:xfrm>
                <a:off x="12193895" y="1488609"/>
                <a:ext cx="50120" cy="591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0">
                    <a:moveTo>
                      <a:pt x="0" y="1374"/>
                    </a:moveTo>
                    <a:lnTo>
                      <a:pt x="2875" y="6210"/>
                    </a:lnTo>
                    <a:lnTo>
                      <a:pt x="5262" y="48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57" name="Surface mesh patch"/>
              <p:cNvSpPr/>
              <p:nvPr/>
            </p:nvSpPr>
            <p:spPr>
              <a:xfrm>
                <a:off x="12244014" y="1521563"/>
                <a:ext cx="50120" cy="387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6">
                    <a:moveTo>
                      <a:pt x="0" y="1350"/>
                    </a:moveTo>
                    <a:lnTo>
                      <a:pt x="2875" y="4066"/>
                    </a:lnTo>
                    <a:lnTo>
                      <a:pt x="5262" y="25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58" name="Surface mesh patch"/>
              <p:cNvSpPr/>
              <p:nvPr/>
            </p:nvSpPr>
            <p:spPr>
              <a:xfrm>
                <a:off x="12294134" y="1532079"/>
                <a:ext cx="50120" cy="260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4">
                    <a:moveTo>
                      <a:pt x="0" y="1482"/>
                    </a:moveTo>
                    <a:lnTo>
                      <a:pt x="2875" y="2734"/>
                    </a:lnTo>
                    <a:lnTo>
                      <a:pt x="5262" y="11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59" name="Surface mesh patch"/>
              <p:cNvSpPr/>
              <p:nvPr/>
            </p:nvSpPr>
            <p:spPr>
              <a:xfrm>
                <a:off x="12344254" y="1527471"/>
                <a:ext cx="50120" cy="194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7">
                    <a:moveTo>
                      <a:pt x="0" y="1614"/>
                    </a:moveTo>
                    <a:lnTo>
                      <a:pt x="2875" y="2037"/>
                    </a:lnTo>
                    <a:lnTo>
                      <a:pt x="5262" y="3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60" name="Surface mesh patch"/>
              <p:cNvSpPr/>
              <p:nvPr/>
            </p:nvSpPr>
            <p:spPr>
              <a:xfrm>
                <a:off x="12394373" y="1515069"/>
                <a:ext cx="50120" cy="168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6">
                    <a:moveTo>
                      <a:pt x="0" y="1666"/>
                    </a:moveTo>
                    <a:lnTo>
                      <a:pt x="2875" y="1766"/>
                    </a:lnTo>
                    <a:lnTo>
                      <a:pt x="5262" y="1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61" name="Surface mesh patch"/>
              <p:cNvSpPr/>
              <p:nvPr/>
            </p:nvSpPr>
            <p:spPr>
              <a:xfrm>
                <a:off x="12444493" y="1500814"/>
                <a:ext cx="50120" cy="167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5">
                    <a:moveTo>
                      <a:pt x="0" y="1614"/>
                    </a:moveTo>
                    <a:lnTo>
                      <a:pt x="2875" y="1755"/>
                    </a:lnTo>
                    <a:lnTo>
                      <a:pt x="5262" y="2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62" name="Surface mesh patch"/>
              <p:cNvSpPr/>
              <p:nvPr/>
            </p:nvSpPr>
            <p:spPr>
              <a:xfrm>
                <a:off x="12494613" y="1488976"/>
                <a:ext cx="50120" cy="18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2">
                    <a:moveTo>
                      <a:pt x="0" y="1469"/>
                    </a:moveTo>
                    <a:lnTo>
                      <a:pt x="2875" y="1892"/>
                    </a:lnTo>
                    <a:lnTo>
                      <a:pt x="5262" y="5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63" name="Surface mesh patch"/>
              <p:cNvSpPr/>
              <p:nvPr/>
            </p:nvSpPr>
            <p:spPr>
              <a:xfrm>
                <a:off x="12544732" y="1482248"/>
                <a:ext cx="50120" cy="20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2">
                    <a:moveTo>
                      <a:pt x="0" y="1262"/>
                    </a:moveTo>
                    <a:lnTo>
                      <a:pt x="2875" y="2102"/>
                    </a:lnTo>
                    <a:lnTo>
                      <a:pt x="5262" y="9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64" name="Surface mesh patch"/>
              <p:cNvSpPr/>
              <p:nvPr/>
            </p:nvSpPr>
            <p:spPr>
              <a:xfrm>
                <a:off x="10868052" y="1609878"/>
                <a:ext cx="50120" cy="109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6">
                    <a:moveTo>
                      <a:pt x="0" y="1146"/>
                    </a:moveTo>
                    <a:lnTo>
                      <a:pt x="2875" y="1083"/>
                    </a:lnTo>
                    <a:lnTo>
                      <a:pt x="5262" y="0"/>
                    </a:lnTo>
                    <a:lnTo>
                      <a:pt x="2387" y="94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65" name="Surface mesh patch"/>
              <p:cNvSpPr/>
              <p:nvPr/>
            </p:nvSpPr>
            <p:spPr>
              <a:xfrm>
                <a:off x="10918172" y="1599976"/>
                <a:ext cx="50120" cy="9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0">
                    <a:moveTo>
                      <a:pt x="0" y="1040"/>
                    </a:moveTo>
                    <a:lnTo>
                      <a:pt x="2875" y="886"/>
                    </a:lnTo>
                    <a:lnTo>
                      <a:pt x="5262" y="0"/>
                    </a:lnTo>
                    <a:lnTo>
                      <a:pt x="2387" y="136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66" name="Surface mesh patch"/>
              <p:cNvSpPr/>
              <p:nvPr/>
            </p:nvSpPr>
            <p:spPr>
              <a:xfrm>
                <a:off x="10968292" y="1593715"/>
                <a:ext cx="50120" cy="62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7">
                    <a:moveTo>
                      <a:pt x="0" y="657"/>
                    </a:moveTo>
                    <a:lnTo>
                      <a:pt x="2875" y="618"/>
                    </a:lnTo>
                    <a:lnTo>
                      <a:pt x="5262" y="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67" name="Surface mesh patch"/>
              <p:cNvSpPr/>
              <p:nvPr/>
            </p:nvSpPr>
            <p:spPr>
              <a:xfrm>
                <a:off x="11018411" y="1590853"/>
                <a:ext cx="50120" cy="60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5">
                    <a:moveTo>
                      <a:pt x="0" y="331"/>
                    </a:moveTo>
                    <a:lnTo>
                      <a:pt x="2875" y="635"/>
                    </a:lnTo>
                    <a:lnTo>
                      <a:pt x="5262" y="4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68" name="Surface mesh patch"/>
              <p:cNvSpPr/>
              <p:nvPr/>
            </p:nvSpPr>
            <p:spPr>
              <a:xfrm>
                <a:off x="11068531" y="1594939"/>
                <a:ext cx="50120" cy="105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0">
                    <a:moveTo>
                      <a:pt x="0" y="0"/>
                    </a:moveTo>
                    <a:lnTo>
                      <a:pt x="2875" y="888"/>
                    </a:lnTo>
                    <a:lnTo>
                      <a:pt x="5262" y="111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69" name="Surface mesh patch"/>
              <p:cNvSpPr/>
              <p:nvPr/>
            </p:nvSpPr>
            <p:spPr>
              <a:xfrm>
                <a:off x="11118650" y="1605514"/>
                <a:ext cx="50120" cy="22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8">
                    <a:moveTo>
                      <a:pt x="0" y="0"/>
                    </a:moveTo>
                    <a:lnTo>
                      <a:pt x="2875" y="1702"/>
                    </a:lnTo>
                    <a:lnTo>
                      <a:pt x="5262" y="2338"/>
                    </a:lnTo>
                    <a:lnTo>
                      <a:pt x="2387" y="406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0" name="Surface mesh patch"/>
              <p:cNvSpPr/>
              <p:nvPr/>
            </p:nvSpPr>
            <p:spPr>
              <a:xfrm>
                <a:off x="11168770" y="1627785"/>
                <a:ext cx="50120" cy="34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0">
                    <a:moveTo>
                      <a:pt x="0" y="0"/>
                    </a:moveTo>
                    <a:lnTo>
                      <a:pt x="2875" y="2696"/>
                    </a:lnTo>
                    <a:lnTo>
                      <a:pt x="5262" y="3630"/>
                    </a:lnTo>
                    <a:lnTo>
                      <a:pt x="2387" y="684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1" name="Surface mesh patch"/>
              <p:cNvSpPr/>
              <p:nvPr/>
            </p:nvSpPr>
            <p:spPr>
              <a:xfrm>
                <a:off x="11218890" y="1662365"/>
                <a:ext cx="50120" cy="451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40">
                    <a:moveTo>
                      <a:pt x="0" y="0"/>
                    </a:moveTo>
                    <a:lnTo>
                      <a:pt x="2875" y="3761"/>
                    </a:lnTo>
                    <a:lnTo>
                      <a:pt x="5262" y="4740"/>
                    </a:lnTo>
                    <a:lnTo>
                      <a:pt x="2387" y="764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2" name="Surface mesh patch"/>
              <p:cNvSpPr/>
              <p:nvPr/>
            </p:nvSpPr>
            <p:spPr>
              <a:xfrm>
                <a:off x="11269009" y="1707512"/>
                <a:ext cx="50120" cy="5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2">
                    <a:moveTo>
                      <a:pt x="0" y="0"/>
                    </a:moveTo>
                    <a:lnTo>
                      <a:pt x="2875" y="4730"/>
                    </a:lnTo>
                    <a:lnTo>
                      <a:pt x="5262" y="5352"/>
                    </a:lnTo>
                    <a:lnTo>
                      <a:pt x="2387" y="518"/>
                    </a:lnTo>
                    <a:close/>
                  </a:path>
                </a:pathLst>
              </a:custGeom>
              <a:solidFill>
                <a:srgbClr val="94b2fd"/>
              </a:solidFill>
              <a:ln w="3334" cap="flat" cmpd="sng" algn="ctr">
                <a:solidFill>
                  <a:srgbClr val="94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3" name="Surface mesh patch"/>
              <p:cNvSpPr/>
              <p:nvPr/>
            </p:nvSpPr>
            <p:spPr>
              <a:xfrm>
                <a:off x="11319129" y="1756973"/>
                <a:ext cx="50120" cy="530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65">
                    <a:moveTo>
                      <a:pt x="0" y="159"/>
                    </a:moveTo>
                    <a:lnTo>
                      <a:pt x="2875" y="5565"/>
                    </a:lnTo>
                    <a:lnTo>
                      <a:pt x="5262" y="5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6a3fd"/>
              </a:solidFill>
              <a:ln w="3334" cap="flat" cmpd="sng" algn="ctr">
                <a:solidFill>
                  <a:srgbClr val="86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4" name="Surface mesh patch"/>
              <p:cNvSpPr/>
              <p:nvPr/>
            </p:nvSpPr>
            <p:spPr>
              <a:xfrm>
                <a:off x="11369249" y="1795387"/>
                <a:ext cx="50120" cy="657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99">
                    <a:moveTo>
                      <a:pt x="0" y="1292"/>
                    </a:moveTo>
                    <a:lnTo>
                      <a:pt x="2875" y="6899"/>
                    </a:lnTo>
                    <a:lnTo>
                      <a:pt x="5262" y="5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693f9"/>
              </a:solidFill>
              <a:ln w="3334" cap="flat" cmpd="sng" algn="ctr">
                <a:solidFill>
                  <a:srgbClr val="7693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5" name="Surface mesh patch"/>
              <p:cNvSpPr/>
              <p:nvPr/>
            </p:nvSpPr>
            <p:spPr>
              <a:xfrm>
                <a:off x="11419368" y="1819330"/>
                <a:ext cx="50120" cy="76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16">
                    <a:moveTo>
                      <a:pt x="0" y="2784"/>
                    </a:moveTo>
                    <a:lnTo>
                      <a:pt x="2875" y="8016"/>
                    </a:lnTo>
                    <a:lnTo>
                      <a:pt x="5262" y="47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a85f5"/>
              </a:solidFill>
              <a:ln w="3334" cap="flat" cmpd="sng" algn="ctr">
                <a:solidFill>
                  <a:srgbClr val="6a85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6" name="Surface mesh patch"/>
              <p:cNvSpPr/>
              <p:nvPr/>
            </p:nvSpPr>
            <p:spPr>
              <a:xfrm>
                <a:off x="11469488" y="1821941"/>
                <a:ext cx="50120" cy="831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29">
                    <a:moveTo>
                      <a:pt x="0" y="4429"/>
                    </a:moveTo>
                    <a:lnTo>
                      <a:pt x="2875" y="8729"/>
                    </a:lnTo>
                    <a:lnTo>
                      <a:pt x="5262" y="36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782f4"/>
              </a:solidFill>
              <a:ln w="3334" cap="flat" cmpd="sng" algn="ctr">
                <a:solidFill>
                  <a:srgbClr val="6782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7" name="Surface mesh patch"/>
              <p:cNvSpPr/>
              <p:nvPr/>
            </p:nvSpPr>
            <p:spPr>
              <a:xfrm>
                <a:off x="11519608" y="1799369"/>
                <a:ext cx="50120" cy="850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33">
                    <a:moveTo>
                      <a:pt x="0" y="5979"/>
                    </a:moveTo>
                    <a:lnTo>
                      <a:pt x="2875" y="8933"/>
                    </a:lnTo>
                    <a:lnTo>
                      <a:pt x="5262" y="2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f8bf7"/>
              </a:solidFill>
              <a:ln w="3334" cap="flat" cmpd="sng" algn="ctr">
                <a:solidFill>
                  <a:srgbClr val="6f8b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8" name="Surface mesh patch"/>
              <p:cNvSpPr/>
              <p:nvPr/>
            </p:nvSpPr>
            <p:spPr>
              <a:xfrm>
                <a:off x="11569727" y="1751115"/>
                <a:ext cx="50120" cy="826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82">
                    <a:moveTo>
                      <a:pt x="0" y="7249"/>
                    </a:moveTo>
                    <a:lnTo>
                      <a:pt x="2875" y="8682"/>
                    </a:lnTo>
                    <a:lnTo>
                      <a:pt x="5262" y="6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79" name="Surface mesh patch"/>
              <p:cNvSpPr/>
              <p:nvPr/>
            </p:nvSpPr>
            <p:spPr>
              <a:xfrm>
                <a:off x="11619847" y="1672929"/>
                <a:ext cx="50120" cy="847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02">
                    <a:moveTo>
                      <a:pt x="0" y="8868"/>
                    </a:moveTo>
                    <a:lnTo>
                      <a:pt x="2875" y="8902"/>
                    </a:lnTo>
                    <a:lnTo>
                      <a:pt x="5262" y="0"/>
                    </a:lnTo>
                    <a:lnTo>
                      <a:pt x="2387" y="673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0" name="Surface mesh patch"/>
              <p:cNvSpPr/>
              <p:nvPr/>
            </p:nvSpPr>
            <p:spPr>
              <a:xfrm>
                <a:off x="11669967" y="1574326"/>
                <a:ext cx="50120" cy="986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52">
                    <a:moveTo>
                      <a:pt x="0" y="10352"/>
                    </a:moveTo>
                    <a:lnTo>
                      <a:pt x="2875" y="9455"/>
                    </a:lnTo>
                    <a:lnTo>
                      <a:pt x="5262" y="0"/>
                    </a:lnTo>
                    <a:lnTo>
                      <a:pt x="2387" y="1455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1" name="Surface mesh patch"/>
              <p:cNvSpPr/>
              <p:nvPr/>
            </p:nvSpPr>
            <p:spPr>
              <a:xfrm>
                <a:off x="11720086" y="1472066"/>
                <a:ext cx="50120" cy="1022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36">
                    <a:moveTo>
                      <a:pt x="0" y="10736"/>
                    </a:moveTo>
                    <a:lnTo>
                      <a:pt x="2875" y="9731"/>
                    </a:lnTo>
                    <a:lnTo>
                      <a:pt x="5262" y="0"/>
                    </a:lnTo>
                    <a:lnTo>
                      <a:pt x="2387" y="1282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2" name="Surface mesh patch"/>
              <p:cNvSpPr/>
              <p:nvPr/>
            </p:nvSpPr>
            <p:spPr>
              <a:xfrm>
                <a:off x="11770206" y="1378225"/>
                <a:ext cx="50120" cy="93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52">
                    <a:moveTo>
                      <a:pt x="0" y="9852"/>
                    </a:moveTo>
                    <a:lnTo>
                      <a:pt x="2875" y="9839"/>
                    </a:lnTo>
                    <a:lnTo>
                      <a:pt x="5262" y="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dcd9"/>
              </a:solidFill>
              <a:ln w="3334" cap="flat" cmpd="sng" algn="ctr">
                <a:solidFill>
                  <a:srgbClr val="e7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3" name="Surface mesh patch"/>
              <p:cNvSpPr/>
              <p:nvPr/>
            </p:nvSpPr>
            <p:spPr>
              <a:xfrm>
                <a:off x="11820325" y="1285339"/>
                <a:ext cx="50120" cy="1144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11">
                    <a:moveTo>
                      <a:pt x="0" y="9913"/>
                    </a:moveTo>
                    <a:lnTo>
                      <a:pt x="2875" y="12011"/>
                    </a:lnTo>
                    <a:lnTo>
                      <a:pt x="5262" y="28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9"/>
              </a:solidFill>
              <a:ln w="3334" cap="flat" cmpd="sng" algn="ctr">
                <a:solidFill>
                  <a:srgbClr val="f8d3b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4" name="Surface mesh patch"/>
              <p:cNvSpPr/>
              <p:nvPr/>
            </p:nvSpPr>
            <p:spPr>
              <a:xfrm>
                <a:off x="11870445" y="1222929"/>
                <a:ext cx="50120" cy="136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34">
                    <a:moveTo>
                      <a:pt x="0" y="9401"/>
                    </a:moveTo>
                    <a:lnTo>
                      <a:pt x="2875" y="14334"/>
                    </a:lnTo>
                    <a:lnTo>
                      <a:pt x="5262" y="62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8ac"/>
              </a:solidFill>
              <a:ln w="3334" cap="flat" cmpd="sng" algn="ctr">
                <a:solidFill>
                  <a:srgbClr val="fbc8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5" name="Surface mesh patch"/>
              <p:cNvSpPr/>
              <p:nvPr/>
            </p:nvSpPr>
            <p:spPr>
              <a:xfrm>
                <a:off x="11920565" y="1204098"/>
                <a:ext cx="50120" cy="1517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929">
                    <a:moveTo>
                      <a:pt x="0" y="8214"/>
                    </a:moveTo>
                    <a:lnTo>
                      <a:pt x="2875" y="15929"/>
                    </a:lnTo>
                    <a:lnTo>
                      <a:pt x="5262" y="93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6" name="Surface mesh patch"/>
              <p:cNvSpPr/>
              <p:nvPr/>
            </p:nvSpPr>
            <p:spPr>
              <a:xfrm>
                <a:off x="11970684" y="1231193"/>
                <a:ext cx="50120" cy="153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93">
                    <a:moveTo>
                      <a:pt x="0" y="6511"/>
                    </a:moveTo>
                    <a:lnTo>
                      <a:pt x="2875" y="16093"/>
                    </a:lnTo>
                    <a:lnTo>
                      <a:pt x="5262" y="112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7" name="Surface mesh patch"/>
              <p:cNvSpPr/>
              <p:nvPr/>
            </p:nvSpPr>
            <p:spPr>
              <a:xfrm>
                <a:off x="12020804" y="1293582"/>
                <a:ext cx="50120" cy="1396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59">
                    <a:moveTo>
                      <a:pt x="0" y="4670"/>
                    </a:moveTo>
                    <a:lnTo>
                      <a:pt x="2875" y="14659"/>
                    </a:lnTo>
                    <a:lnTo>
                      <a:pt x="5262" y="113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8" name="Surface mesh patch"/>
              <p:cNvSpPr/>
              <p:nvPr/>
            </p:nvSpPr>
            <p:spPr>
              <a:xfrm>
                <a:off x="12070924" y="1371843"/>
                <a:ext cx="50120" cy="1148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53">
                    <a:moveTo>
                      <a:pt x="0" y="3097"/>
                    </a:moveTo>
                    <a:lnTo>
                      <a:pt x="2875" y="12053"/>
                    </a:lnTo>
                    <a:lnTo>
                      <a:pt x="5262" y="98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89" name="Surface mesh patch"/>
              <p:cNvSpPr/>
              <p:nvPr/>
            </p:nvSpPr>
            <p:spPr>
              <a:xfrm>
                <a:off x="12121043" y="1445832"/>
                <a:ext cx="50120" cy="85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27">
                    <a:moveTo>
                      <a:pt x="0" y="2041"/>
                    </a:moveTo>
                    <a:lnTo>
                      <a:pt x="2875" y="9027"/>
                    </a:lnTo>
                    <a:lnTo>
                      <a:pt x="5262" y="73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0" name="Surface mesh patch"/>
              <p:cNvSpPr/>
              <p:nvPr/>
            </p:nvSpPr>
            <p:spPr>
              <a:xfrm>
                <a:off x="12171163" y="1501692"/>
                <a:ext cx="50120" cy="597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6">
                    <a:moveTo>
                      <a:pt x="0" y="1522"/>
                    </a:moveTo>
                    <a:lnTo>
                      <a:pt x="2875" y="6276"/>
                    </a:lnTo>
                    <a:lnTo>
                      <a:pt x="5262" y="48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1" name="Surface mesh patch"/>
              <p:cNvSpPr/>
              <p:nvPr/>
            </p:nvSpPr>
            <p:spPr>
              <a:xfrm>
                <a:off x="12221283" y="1534423"/>
                <a:ext cx="50120" cy="399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0">
                    <a:moveTo>
                      <a:pt x="0" y="1400"/>
                    </a:moveTo>
                    <a:lnTo>
                      <a:pt x="2875" y="4190"/>
                    </a:lnTo>
                    <a:lnTo>
                      <a:pt x="5262" y="27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2" name="Surface mesh patch"/>
              <p:cNvSpPr/>
              <p:nvPr/>
            </p:nvSpPr>
            <p:spPr>
              <a:xfrm>
                <a:off x="12271402" y="1546192"/>
                <a:ext cx="50120" cy="27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9">
                    <a:moveTo>
                      <a:pt x="0" y="1481"/>
                    </a:moveTo>
                    <a:lnTo>
                      <a:pt x="2875" y="2839"/>
                    </a:lnTo>
                    <a:lnTo>
                      <a:pt x="5262" y="12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3" name="Surface mesh patch"/>
              <p:cNvSpPr/>
              <p:nvPr/>
            </p:nvSpPr>
            <p:spPr>
              <a:xfrm>
                <a:off x="12321522" y="1542842"/>
                <a:ext cx="50120" cy="199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4">
                    <a:moveTo>
                      <a:pt x="0" y="1604"/>
                    </a:moveTo>
                    <a:lnTo>
                      <a:pt x="2875" y="2094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4" name="Surface mesh patch"/>
              <p:cNvSpPr/>
              <p:nvPr/>
            </p:nvSpPr>
            <p:spPr>
              <a:xfrm>
                <a:off x="12371642" y="1530936"/>
                <a:ext cx="50120" cy="16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3">
                    <a:moveTo>
                      <a:pt x="0" y="1673"/>
                    </a:moveTo>
                    <a:lnTo>
                      <a:pt x="2875" y="1773"/>
                    </a:lnTo>
                    <a:lnTo>
                      <a:pt x="5262" y="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5" name="Surface mesh patch"/>
              <p:cNvSpPr/>
              <p:nvPr/>
            </p:nvSpPr>
            <p:spPr>
              <a:xfrm>
                <a:off x="12421761" y="1516189"/>
                <a:ext cx="50120" cy="16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1">
                    <a:moveTo>
                      <a:pt x="0" y="1648"/>
                    </a:moveTo>
                    <a:lnTo>
                      <a:pt x="2875" y="1721"/>
                    </a:lnTo>
                    <a:lnTo>
                      <a:pt x="5262" y="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6" name="Surface mesh patch"/>
              <p:cNvSpPr/>
              <p:nvPr/>
            </p:nvSpPr>
            <p:spPr>
              <a:xfrm>
                <a:off x="12471881" y="1502972"/>
                <a:ext cx="50120" cy="17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0">
                    <a:moveTo>
                      <a:pt x="0" y="1528"/>
                    </a:moveTo>
                    <a:lnTo>
                      <a:pt x="2875" y="1830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7" name="Surface mesh patch"/>
              <p:cNvSpPr/>
              <p:nvPr/>
            </p:nvSpPr>
            <p:spPr>
              <a:xfrm>
                <a:off x="12522000" y="1494271"/>
                <a:ext cx="50120" cy="19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7">
                    <a:moveTo>
                      <a:pt x="0" y="1337"/>
                    </a:moveTo>
                    <a:lnTo>
                      <a:pt x="2875" y="2027"/>
                    </a:lnTo>
                    <a:lnTo>
                      <a:pt x="5262" y="8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8" name="Surface mesh patch"/>
              <p:cNvSpPr/>
              <p:nvPr/>
            </p:nvSpPr>
            <p:spPr>
              <a:xfrm>
                <a:off x="10895440" y="1608418"/>
                <a:ext cx="50120" cy="117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6">
                    <a:moveTo>
                      <a:pt x="0" y="1236"/>
                    </a:moveTo>
                    <a:lnTo>
                      <a:pt x="2875" y="1086"/>
                    </a:lnTo>
                    <a:lnTo>
                      <a:pt x="5262" y="0"/>
                    </a:lnTo>
                    <a:lnTo>
                      <a:pt x="2387" y="153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99" name="Surface mesh patch"/>
              <p:cNvSpPr/>
              <p:nvPr/>
            </p:nvSpPr>
            <p:spPr>
              <a:xfrm>
                <a:off x="10945560" y="1599604"/>
                <a:ext cx="50120" cy="8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5">
                    <a:moveTo>
                      <a:pt x="0" y="925"/>
                    </a:moveTo>
                    <a:lnTo>
                      <a:pt x="2875" y="832"/>
                    </a:lnTo>
                    <a:lnTo>
                      <a:pt x="5262" y="0"/>
                    </a:lnTo>
                    <a:lnTo>
                      <a:pt x="2387" y="39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0" name="Surface mesh patch"/>
              <p:cNvSpPr/>
              <p:nvPr/>
            </p:nvSpPr>
            <p:spPr>
              <a:xfrm>
                <a:off x="10995679" y="1594008"/>
                <a:ext cx="50120" cy="7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">
                    <a:moveTo>
                      <a:pt x="0" y="588"/>
                    </a:moveTo>
                    <a:lnTo>
                      <a:pt x="2875" y="776"/>
                    </a:lnTo>
                    <a:lnTo>
                      <a:pt x="5262" y="3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1" name="Surface mesh patch"/>
              <p:cNvSpPr/>
              <p:nvPr/>
            </p:nvSpPr>
            <p:spPr>
              <a:xfrm>
                <a:off x="11045799" y="1594939"/>
                <a:ext cx="50120" cy="8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1">
                    <a:moveTo>
                      <a:pt x="0" y="206"/>
                    </a:moveTo>
                    <a:lnTo>
                      <a:pt x="2875" y="911"/>
                    </a:lnTo>
                    <a:lnTo>
                      <a:pt x="5262" y="8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2" name="Surface mesh patch"/>
              <p:cNvSpPr/>
              <p:nvPr/>
            </p:nvSpPr>
            <p:spPr>
              <a:xfrm>
                <a:off x="11095919" y="1603399"/>
                <a:ext cx="50120" cy="183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4">
                    <a:moveTo>
                      <a:pt x="0" y="0"/>
                    </a:moveTo>
                    <a:lnTo>
                      <a:pt x="2875" y="1450"/>
                    </a:lnTo>
                    <a:lnTo>
                      <a:pt x="5262" y="1924"/>
                    </a:lnTo>
                    <a:lnTo>
                      <a:pt x="2387" y="222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3" name="Surface mesh patch"/>
              <p:cNvSpPr/>
              <p:nvPr/>
            </p:nvSpPr>
            <p:spPr>
              <a:xfrm>
                <a:off x="11146038" y="1621729"/>
                <a:ext cx="50120" cy="317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32">
                    <a:moveTo>
                      <a:pt x="0" y="0"/>
                    </a:moveTo>
                    <a:lnTo>
                      <a:pt x="2875" y="2390"/>
                    </a:lnTo>
                    <a:lnTo>
                      <a:pt x="5262" y="3332"/>
                    </a:lnTo>
                    <a:lnTo>
                      <a:pt x="2387" y="636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4" name="Surface mesh patch"/>
              <p:cNvSpPr/>
              <p:nvPr/>
            </p:nvSpPr>
            <p:spPr>
              <a:xfrm>
                <a:off x="11196158" y="1653463"/>
                <a:ext cx="50120" cy="447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5">
                    <a:moveTo>
                      <a:pt x="0" y="0"/>
                    </a:moveTo>
                    <a:lnTo>
                      <a:pt x="2875" y="3443"/>
                    </a:lnTo>
                    <a:lnTo>
                      <a:pt x="5262" y="4695"/>
                    </a:lnTo>
                    <a:lnTo>
                      <a:pt x="2387" y="935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5" name="Surface mesh patch"/>
              <p:cNvSpPr/>
              <p:nvPr/>
            </p:nvSpPr>
            <p:spPr>
              <a:xfrm>
                <a:off x="11246278" y="1698184"/>
                <a:ext cx="50120" cy="543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10">
                    <a:moveTo>
                      <a:pt x="0" y="0"/>
                    </a:moveTo>
                    <a:lnTo>
                      <a:pt x="2875" y="4470"/>
                    </a:lnTo>
                    <a:lnTo>
                      <a:pt x="5262" y="5710"/>
                    </a:lnTo>
                    <a:lnTo>
                      <a:pt x="2387" y="979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6" name="Surface mesh patch"/>
              <p:cNvSpPr/>
              <p:nvPr/>
            </p:nvSpPr>
            <p:spPr>
              <a:xfrm>
                <a:off x="11296397" y="1752569"/>
                <a:ext cx="50120" cy="574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28">
                    <a:moveTo>
                      <a:pt x="0" y="0"/>
                    </a:moveTo>
                    <a:lnTo>
                      <a:pt x="2875" y="5287"/>
                    </a:lnTo>
                    <a:lnTo>
                      <a:pt x="5262" y="6028"/>
                    </a:lnTo>
                    <a:lnTo>
                      <a:pt x="2387" y="622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7" name="Surface mesh patch"/>
              <p:cNvSpPr/>
              <p:nvPr/>
            </p:nvSpPr>
            <p:spPr>
              <a:xfrm>
                <a:off x="11346517" y="1807691"/>
                <a:ext cx="50120" cy="56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38">
                    <a:moveTo>
                      <a:pt x="0" y="241"/>
                    </a:moveTo>
                    <a:lnTo>
                      <a:pt x="2875" y="5938"/>
                    </a:lnTo>
                    <a:lnTo>
                      <a:pt x="5262" y="5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794fa"/>
              </a:solidFill>
              <a:ln w="3334" cap="flat" cmpd="sng" algn="ctr">
                <a:solidFill>
                  <a:srgbClr val="779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8" name="Surface mesh patch"/>
              <p:cNvSpPr/>
              <p:nvPr/>
            </p:nvSpPr>
            <p:spPr>
              <a:xfrm>
                <a:off x="11396636" y="1845847"/>
                <a:ext cx="50120" cy="68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9">
                    <a:moveTo>
                      <a:pt x="0" y="1602"/>
                    </a:moveTo>
                    <a:lnTo>
                      <a:pt x="2875" y="7159"/>
                    </a:lnTo>
                    <a:lnTo>
                      <a:pt x="5262" y="52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580f3"/>
              </a:solidFill>
              <a:ln w="3334" cap="flat" cmpd="sng" algn="ctr">
                <a:solidFill>
                  <a:srgbClr val="658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09" name="Surface mesh patch"/>
              <p:cNvSpPr/>
              <p:nvPr/>
            </p:nvSpPr>
            <p:spPr>
              <a:xfrm>
                <a:off x="11446756" y="1864125"/>
                <a:ext cx="50120" cy="77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42">
                    <a:moveTo>
                      <a:pt x="0" y="3313"/>
                    </a:moveTo>
                    <a:lnTo>
                      <a:pt x="2875" y="8142"/>
                    </a:lnTo>
                    <a:lnTo>
                      <a:pt x="5262" y="43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c75ef"/>
              </a:solidFill>
              <a:ln w="3334" cap="flat" cmpd="sng" algn="ctr">
                <a:solidFill>
                  <a:srgbClr val="5c75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0" name="Surface mesh patch"/>
              <p:cNvSpPr/>
              <p:nvPr/>
            </p:nvSpPr>
            <p:spPr>
              <a:xfrm>
                <a:off x="11496876" y="1856316"/>
                <a:ext cx="50120" cy="831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27">
                    <a:moveTo>
                      <a:pt x="0" y="5120"/>
                    </a:moveTo>
                    <a:lnTo>
                      <a:pt x="2875" y="8727"/>
                    </a:lnTo>
                    <a:lnTo>
                      <a:pt x="5262" y="2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d77f0"/>
              </a:solidFill>
              <a:ln w="3334" cap="flat" cmpd="sng" algn="ctr">
                <a:solidFill>
                  <a:srgbClr val="5d77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1" name="Surface mesh patch"/>
              <p:cNvSpPr/>
              <p:nvPr/>
            </p:nvSpPr>
            <p:spPr>
              <a:xfrm>
                <a:off x="11546995" y="1820164"/>
                <a:ext cx="50120" cy="844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63">
                    <a:moveTo>
                      <a:pt x="0" y="6750"/>
                    </a:moveTo>
                    <a:lnTo>
                      <a:pt x="2875" y="8863"/>
                    </a:lnTo>
                    <a:lnTo>
                      <a:pt x="5262" y="1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2" name="Surface mesh patch"/>
              <p:cNvSpPr/>
              <p:nvPr/>
            </p:nvSpPr>
            <p:spPr>
              <a:xfrm>
                <a:off x="11597115" y="1757396"/>
                <a:ext cx="50120" cy="826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3">
                    <a:moveTo>
                      <a:pt x="0" y="8022"/>
                    </a:moveTo>
                    <a:lnTo>
                      <a:pt x="2875" y="8673"/>
                    </a:lnTo>
                    <a:lnTo>
                      <a:pt x="5262" y="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3" name="Surface mesh patch"/>
              <p:cNvSpPr/>
              <p:nvPr/>
            </p:nvSpPr>
            <p:spPr>
              <a:xfrm>
                <a:off x="11647235" y="1664385"/>
                <a:ext cx="50120" cy="933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99">
                    <a:moveTo>
                      <a:pt x="0" y="9799"/>
                    </a:moveTo>
                    <a:lnTo>
                      <a:pt x="2875" y="9361"/>
                    </a:lnTo>
                    <a:lnTo>
                      <a:pt x="5262" y="0"/>
                    </a:lnTo>
                    <a:lnTo>
                      <a:pt x="2387" y="897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4" name="Surface mesh patch"/>
              <p:cNvSpPr/>
              <p:nvPr/>
            </p:nvSpPr>
            <p:spPr>
              <a:xfrm>
                <a:off x="11697354" y="1564755"/>
                <a:ext cx="50120" cy="99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60">
                    <a:moveTo>
                      <a:pt x="0" y="10460"/>
                    </a:moveTo>
                    <a:lnTo>
                      <a:pt x="2875" y="9645"/>
                    </a:lnTo>
                    <a:lnTo>
                      <a:pt x="5262" y="0"/>
                    </a:lnTo>
                    <a:lnTo>
                      <a:pt x="2387" y="1005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5" name="Surface mesh patch"/>
              <p:cNvSpPr/>
              <p:nvPr/>
            </p:nvSpPr>
            <p:spPr>
              <a:xfrm>
                <a:off x="11747474" y="1471945"/>
                <a:ext cx="50120" cy="928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44">
                    <a:moveTo>
                      <a:pt x="0" y="9744"/>
                    </a:moveTo>
                    <a:lnTo>
                      <a:pt x="2875" y="9518"/>
                    </a:lnTo>
                    <a:lnTo>
                      <a:pt x="5262" y="0"/>
                    </a:lnTo>
                    <a:lnTo>
                      <a:pt x="2387" y="13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6" name="Surface mesh patch"/>
              <p:cNvSpPr/>
              <p:nvPr/>
            </p:nvSpPr>
            <p:spPr>
              <a:xfrm>
                <a:off x="11797594" y="1379758"/>
                <a:ext cx="50120" cy="105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54">
                    <a:moveTo>
                      <a:pt x="0" y="9678"/>
                    </a:moveTo>
                    <a:lnTo>
                      <a:pt x="2875" y="11054"/>
                    </a:lnTo>
                    <a:lnTo>
                      <a:pt x="5262" y="20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7" name="Surface mesh patch"/>
              <p:cNvSpPr/>
              <p:nvPr/>
            </p:nvSpPr>
            <p:spPr>
              <a:xfrm>
                <a:off x="11847713" y="1312471"/>
                <a:ext cx="50120" cy="122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6">
                    <a:moveTo>
                      <a:pt x="0" y="9163"/>
                    </a:moveTo>
                    <a:lnTo>
                      <a:pt x="2875" y="12866"/>
                    </a:lnTo>
                    <a:lnTo>
                      <a:pt x="5262" y="49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8" name="Surface mesh patch"/>
              <p:cNvSpPr/>
              <p:nvPr/>
            </p:nvSpPr>
            <p:spPr>
              <a:xfrm>
                <a:off x="11897833" y="1282333"/>
                <a:ext cx="50120" cy="1356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40">
                    <a:moveTo>
                      <a:pt x="0" y="8098"/>
                    </a:moveTo>
                    <a:lnTo>
                      <a:pt x="2875" y="14240"/>
                    </a:lnTo>
                    <a:lnTo>
                      <a:pt x="5262" y="77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19" name="Surface mesh patch"/>
              <p:cNvSpPr/>
              <p:nvPr/>
            </p:nvSpPr>
            <p:spPr>
              <a:xfrm>
                <a:off x="11947953" y="1293211"/>
                <a:ext cx="50120" cy="1383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27">
                    <a:moveTo>
                      <a:pt x="0" y="6574"/>
                    </a:moveTo>
                    <a:lnTo>
                      <a:pt x="2875" y="14527"/>
                    </a:lnTo>
                    <a:lnTo>
                      <a:pt x="5262" y="95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0" name="Surface mesh patch"/>
              <p:cNvSpPr/>
              <p:nvPr/>
            </p:nvSpPr>
            <p:spPr>
              <a:xfrm>
                <a:off x="11998072" y="1338066"/>
                <a:ext cx="50120" cy="128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73">
                    <a:moveTo>
                      <a:pt x="0" y="4873"/>
                    </a:moveTo>
                    <a:lnTo>
                      <a:pt x="2875" y="13473"/>
                    </a:lnTo>
                    <a:lnTo>
                      <a:pt x="5262" y="99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9d0"/>
              </a:solidFill>
              <a:ln w="3334" cap="flat" cmpd="sng" algn="ctr">
                <a:solidFill>
                  <a:srgbClr val="ec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1" name="Surface mesh patch"/>
              <p:cNvSpPr/>
              <p:nvPr/>
            </p:nvSpPr>
            <p:spPr>
              <a:xfrm>
                <a:off x="12048192" y="1401347"/>
                <a:ext cx="50120" cy="107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35">
                    <a:moveTo>
                      <a:pt x="0" y="3345"/>
                    </a:moveTo>
                    <a:lnTo>
                      <a:pt x="2875" y="11335"/>
                    </a:lnTo>
                    <a:lnTo>
                      <a:pt x="5262" y="8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2" name="Surface mesh patch"/>
              <p:cNvSpPr/>
              <p:nvPr/>
            </p:nvSpPr>
            <p:spPr>
              <a:xfrm>
                <a:off x="12098311" y="1465270"/>
                <a:ext cx="50120" cy="82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11">
                    <a:moveTo>
                      <a:pt x="0" y="2245"/>
                    </a:moveTo>
                    <a:lnTo>
                      <a:pt x="2875" y="8711"/>
                    </a:lnTo>
                    <a:lnTo>
                      <a:pt x="5262" y="69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3" name="Surface mesh patch"/>
              <p:cNvSpPr/>
              <p:nvPr/>
            </p:nvSpPr>
            <p:spPr>
              <a:xfrm>
                <a:off x="12148431" y="1516190"/>
                <a:ext cx="50120" cy="59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8">
                    <a:moveTo>
                      <a:pt x="0" y="1641"/>
                    </a:moveTo>
                    <a:lnTo>
                      <a:pt x="2875" y="6218"/>
                    </a:lnTo>
                    <a:lnTo>
                      <a:pt x="5262" y="47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4" name="Surface mesh patch"/>
              <p:cNvSpPr/>
              <p:nvPr/>
            </p:nvSpPr>
            <p:spPr>
              <a:xfrm>
                <a:off x="12198551" y="1547758"/>
                <a:ext cx="50120" cy="40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50">
                    <a:moveTo>
                      <a:pt x="0" y="1440"/>
                    </a:moveTo>
                    <a:lnTo>
                      <a:pt x="2875" y="4250"/>
                    </a:lnTo>
                    <a:lnTo>
                      <a:pt x="5262" y="27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5" name="Surface mesh patch"/>
              <p:cNvSpPr/>
              <p:nvPr/>
            </p:nvSpPr>
            <p:spPr>
              <a:xfrm>
                <a:off x="12248670" y="1560296"/>
                <a:ext cx="50120" cy="278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1">
                    <a:moveTo>
                      <a:pt x="0" y="1474"/>
                    </a:moveTo>
                    <a:lnTo>
                      <a:pt x="2875" y="2921"/>
                    </a:lnTo>
                    <a:lnTo>
                      <a:pt x="5262" y="13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6" name="Surface mesh patch"/>
              <p:cNvSpPr/>
              <p:nvPr/>
            </p:nvSpPr>
            <p:spPr>
              <a:xfrm>
                <a:off x="12298790" y="1558120"/>
                <a:ext cx="50120" cy="204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0">
                    <a:moveTo>
                      <a:pt x="0" y="1587"/>
                    </a:moveTo>
                    <a:lnTo>
                      <a:pt x="2875" y="2150"/>
                    </a:lnTo>
                    <a:lnTo>
                      <a:pt x="5262" y="4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7" name="Surface mesh patch"/>
              <p:cNvSpPr/>
              <p:nvPr/>
            </p:nvSpPr>
            <p:spPr>
              <a:xfrm>
                <a:off x="12348910" y="1546873"/>
                <a:ext cx="50120" cy="170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7">
                    <a:moveTo>
                      <a:pt x="0" y="1671"/>
                    </a:moveTo>
                    <a:lnTo>
                      <a:pt x="2875" y="1787"/>
                    </a:lnTo>
                    <a:lnTo>
                      <a:pt x="5262" y="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8" name="Surface mesh patch"/>
              <p:cNvSpPr/>
              <p:nvPr/>
            </p:nvSpPr>
            <p:spPr>
              <a:xfrm>
                <a:off x="12399029" y="1531888"/>
                <a:ext cx="50120" cy="161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5">
                    <a:moveTo>
                      <a:pt x="0" y="1673"/>
                    </a:moveTo>
                    <a:lnTo>
                      <a:pt x="2875" y="1695"/>
                    </a:lnTo>
                    <a:lnTo>
                      <a:pt x="5262" y="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29" name="Surface mesh patch"/>
              <p:cNvSpPr/>
              <p:nvPr/>
            </p:nvSpPr>
            <p:spPr>
              <a:xfrm>
                <a:off x="12449149" y="1517530"/>
                <a:ext cx="50120" cy="16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4">
                    <a:moveTo>
                      <a:pt x="0" y="1580"/>
                    </a:moveTo>
                    <a:lnTo>
                      <a:pt x="2875" y="1774"/>
                    </a:lnTo>
                    <a:lnTo>
                      <a:pt x="5262" y="3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30" name="Surface mesh patch"/>
              <p:cNvSpPr/>
              <p:nvPr/>
            </p:nvSpPr>
            <p:spPr>
              <a:xfrm>
                <a:off x="12499269" y="1507001"/>
                <a:ext cx="50120" cy="186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3">
                    <a:moveTo>
                      <a:pt x="0" y="1407"/>
                    </a:moveTo>
                    <a:lnTo>
                      <a:pt x="2875" y="1953"/>
                    </a:lnTo>
                    <a:lnTo>
                      <a:pt x="5262" y="6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31" name="Surface mesh patch"/>
              <p:cNvSpPr/>
              <p:nvPr/>
            </p:nvSpPr>
            <p:spPr>
              <a:xfrm>
                <a:off x="10922828" y="1607531"/>
                <a:ext cx="50120" cy="11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9">
                    <a:moveTo>
                      <a:pt x="0" y="1179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9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32" name="Surface mesh patch"/>
              <p:cNvSpPr/>
              <p:nvPr/>
            </p:nvSpPr>
            <p:spPr>
              <a:xfrm>
                <a:off x="10972947" y="1599604"/>
                <a:ext cx="50120" cy="8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9">
                    <a:moveTo>
                      <a:pt x="0" y="832"/>
                    </a:moveTo>
                    <a:lnTo>
                      <a:pt x="2875" y="919"/>
                    </a:lnTo>
                    <a:lnTo>
                      <a:pt x="5262" y="1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33" name="Surface mesh patch"/>
              <p:cNvSpPr/>
              <p:nvPr/>
            </p:nvSpPr>
            <p:spPr>
              <a:xfrm>
                <a:off x="11023067" y="1596906"/>
                <a:ext cx="50120" cy="9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3">
                    <a:moveTo>
                      <a:pt x="0" y="472"/>
                    </a:moveTo>
                    <a:lnTo>
                      <a:pt x="2875" y="1003"/>
                    </a:lnTo>
                    <a:lnTo>
                      <a:pt x="5262" y="7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34" name="Surface mesh patch"/>
              <p:cNvSpPr/>
              <p:nvPr/>
            </p:nvSpPr>
            <p:spPr>
              <a:xfrm>
                <a:off x="11073187" y="1603399"/>
                <a:ext cx="50120" cy="13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0">
                    <a:moveTo>
                      <a:pt x="0" y="23"/>
                    </a:moveTo>
                    <a:lnTo>
                      <a:pt x="2875" y="1221"/>
                    </a:lnTo>
                    <a:lnTo>
                      <a:pt x="5262" y="14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35" name="Surface mesh patch"/>
              <p:cNvSpPr/>
              <p:nvPr/>
            </p:nvSpPr>
            <p:spPr>
              <a:xfrm>
                <a:off x="11123306" y="1617214"/>
                <a:ext cx="50120" cy="27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4">
                    <a:moveTo>
                      <a:pt x="0" y="0"/>
                    </a:moveTo>
                    <a:lnTo>
                      <a:pt x="2875" y="2062"/>
                    </a:lnTo>
                    <a:lnTo>
                      <a:pt x="5262" y="2864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36" name="Surface mesh patch"/>
              <p:cNvSpPr/>
              <p:nvPr/>
            </p:nvSpPr>
            <p:spPr>
              <a:xfrm>
                <a:off x="11173426" y="1644498"/>
                <a:ext cx="50120" cy="417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4">
                    <a:moveTo>
                      <a:pt x="0" y="0"/>
                    </a:moveTo>
                    <a:lnTo>
                      <a:pt x="2875" y="3065"/>
                    </a:lnTo>
                    <a:lnTo>
                      <a:pt x="5262" y="4384"/>
                    </a:lnTo>
                    <a:lnTo>
                      <a:pt x="2387" y="941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37" name="Surface mesh patch"/>
              <p:cNvSpPr/>
              <p:nvPr/>
            </p:nvSpPr>
            <p:spPr>
              <a:xfrm>
                <a:off x="11223546" y="1686260"/>
                <a:ext cx="50120" cy="545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2">
                    <a:moveTo>
                      <a:pt x="0" y="0"/>
                    </a:moveTo>
                    <a:lnTo>
                      <a:pt x="2875" y="4096"/>
                    </a:lnTo>
                    <a:lnTo>
                      <a:pt x="5262" y="5722"/>
                    </a:lnTo>
                    <a:lnTo>
                      <a:pt x="2387" y="1252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38" name="Surface mesh patch"/>
              <p:cNvSpPr/>
              <p:nvPr/>
            </p:nvSpPr>
            <p:spPr>
              <a:xfrm>
                <a:off x="11273665" y="1740765"/>
                <a:ext cx="50120" cy="62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6">
                    <a:moveTo>
                      <a:pt x="0" y="0"/>
                    </a:moveTo>
                    <a:lnTo>
                      <a:pt x="2875" y="4996"/>
                    </a:lnTo>
                    <a:lnTo>
                      <a:pt x="5262" y="6526"/>
                    </a:lnTo>
                    <a:lnTo>
                      <a:pt x="2387" y="1239"/>
                    </a:lnTo>
                    <a:close/>
                  </a:path>
                </a:pathLst>
              </a:custGeom>
              <a:solidFill>
                <a:srgbClr val="8fadfd"/>
              </a:solidFill>
              <a:ln w="3334" cap="flat" cmpd="sng" algn="ctr">
                <a:solidFill>
                  <a:srgbClr val="8fa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39" name="Surface mesh patch"/>
              <p:cNvSpPr/>
              <p:nvPr/>
            </p:nvSpPr>
            <p:spPr>
              <a:xfrm>
                <a:off x="11323785" y="1802924"/>
                <a:ext cx="50120" cy="613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9">
                    <a:moveTo>
                      <a:pt x="0" y="0"/>
                    </a:moveTo>
                    <a:lnTo>
                      <a:pt x="2875" y="5575"/>
                    </a:lnTo>
                    <a:lnTo>
                      <a:pt x="5262" y="6439"/>
                    </a:lnTo>
                    <a:lnTo>
                      <a:pt x="2387" y="741"/>
                    </a:lnTo>
                    <a:close/>
                  </a:path>
                </a:pathLst>
              </a:custGeom>
              <a:solidFill>
                <a:srgbClr val="7d9afc"/>
              </a:solidFill>
              <a:ln w="3334" cap="flat" cmpd="sng" algn="ctr">
                <a:solidFill>
                  <a:srgbClr val="7d9a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40" name="Surface mesh patch"/>
              <p:cNvSpPr/>
              <p:nvPr/>
            </p:nvSpPr>
            <p:spPr>
              <a:xfrm>
                <a:off x="11373905" y="1861101"/>
                <a:ext cx="50120" cy="57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0">
                    <a:moveTo>
                      <a:pt x="0" y="331"/>
                    </a:moveTo>
                    <a:lnTo>
                      <a:pt x="2875" y="5990"/>
                    </a:lnTo>
                    <a:lnTo>
                      <a:pt x="5262" y="5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680f3"/>
              </a:solidFill>
              <a:ln w="3334" cap="flat" cmpd="sng" algn="ctr">
                <a:solidFill>
                  <a:srgbClr val="668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41" name="Surface mesh patch"/>
              <p:cNvSpPr/>
              <p:nvPr/>
            </p:nvSpPr>
            <p:spPr>
              <a:xfrm>
                <a:off x="11424024" y="1895685"/>
                <a:ext cx="50120" cy="67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4">
                    <a:moveTo>
                      <a:pt x="0" y="1927"/>
                    </a:moveTo>
                    <a:lnTo>
                      <a:pt x="2875" y="7084"/>
                    </a:lnTo>
                    <a:lnTo>
                      <a:pt x="5262" y="48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66eed"/>
              </a:solidFill>
              <a:ln w="3334" cap="flat" cmpd="sng" algn="ctr">
                <a:solidFill>
                  <a:srgbClr val="566e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42" name="Surface mesh patch"/>
              <p:cNvSpPr/>
              <p:nvPr/>
            </p:nvSpPr>
            <p:spPr>
              <a:xfrm>
                <a:off x="11474144" y="1905085"/>
                <a:ext cx="50120" cy="756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47">
                    <a:moveTo>
                      <a:pt x="0" y="3841"/>
                    </a:moveTo>
                    <a:lnTo>
                      <a:pt x="2875" y="7947"/>
                    </a:lnTo>
                    <a:lnTo>
                      <a:pt x="5262" y="3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067ea"/>
              </a:solidFill>
              <a:ln w="3334" cap="flat" cmpd="sng" algn="ctr">
                <a:solidFill>
                  <a:srgbClr val="5067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43" name="Surface mesh patch"/>
              <p:cNvSpPr/>
              <p:nvPr/>
            </p:nvSpPr>
            <p:spPr>
              <a:xfrm>
                <a:off x="11524264" y="1884455"/>
                <a:ext cx="50120" cy="805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5">
                    <a:moveTo>
                      <a:pt x="0" y="5773"/>
                    </a:moveTo>
                    <a:lnTo>
                      <a:pt x="2875" y="8455"/>
                    </a:lnTo>
                    <a:lnTo>
                      <a:pt x="5262" y="21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66fed"/>
              </a:solidFill>
              <a:ln w="3334" cap="flat" cmpd="sng" algn="ctr">
                <a:solidFill>
                  <a:srgbClr val="566f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44" name="Surface mesh patch"/>
              <p:cNvSpPr/>
              <p:nvPr/>
            </p:nvSpPr>
            <p:spPr>
              <a:xfrm>
                <a:off x="11574383" y="1833807"/>
                <a:ext cx="50120" cy="819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08">
                    <a:moveTo>
                      <a:pt x="0" y="7431"/>
                    </a:moveTo>
                    <a:lnTo>
                      <a:pt x="2875" y="8608"/>
                    </a:lnTo>
                    <a:lnTo>
                      <a:pt x="5262" y="6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a85f4"/>
              </a:solidFill>
              <a:ln w="3334" cap="flat" cmpd="sng" algn="ctr">
                <a:solidFill>
                  <a:srgbClr val="6a85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45" name="Surface mesh patch"/>
              <p:cNvSpPr/>
              <p:nvPr/>
            </p:nvSpPr>
            <p:spPr>
              <a:xfrm>
                <a:off x="11624503" y="1753552"/>
                <a:ext cx="50120" cy="86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76">
                    <a:moveTo>
                      <a:pt x="0" y="9076"/>
                    </a:moveTo>
                    <a:lnTo>
                      <a:pt x="2875" y="9015"/>
                    </a:lnTo>
                    <a:lnTo>
                      <a:pt x="5262" y="0"/>
                    </a:lnTo>
                    <a:lnTo>
                      <a:pt x="2387" y="438"/>
                    </a:lnTo>
                    <a:close/>
                  </a:path>
                </a:pathLst>
              </a:custGeom>
              <a:solidFill>
                <a:srgbClr val="85a2fd"/>
              </a:solidFill>
              <a:ln w="3334" cap="flat" cmpd="sng" algn="ctr">
                <a:solidFill>
                  <a:srgbClr val="85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46" name="Surface mesh patch"/>
              <p:cNvSpPr/>
              <p:nvPr/>
            </p:nvSpPr>
            <p:spPr>
              <a:xfrm>
                <a:off x="11674622" y="1656623"/>
                <a:ext cx="50120" cy="969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76">
                    <a:moveTo>
                      <a:pt x="0" y="10176"/>
                    </a:moveTo>
                    <a:lnTo>
                      <a:pt x="2875" y="9481"/>
                    </a:lnTo>
                    <a:lnTo>
                      <a:pt x="5262" y="0"/>
                    </a:lnTo>
                    <a:lnTo>
                      <a:pt x="2387" y="815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47" name="Surface mesh patch"/>
              <p:cNvSpPr/>
              <p:nvPr/>
            </p:nvSpPr>
            <p:spPr>
              <a:xfrm>
                <a:off x="11724742" y="1562606"/>
                <a:ext cx="50120" cy="94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1">
                    <a:moveTo>
                      <a:pt x="0" y="9871"/>
                    </a:moveTo>
                    <a:lnTo>
                      <a:pt x="2875" y="9398"/>
                    </a:lnTo>
                    <a:lnTo>
                      <a:pt x="5262" y="0"/>
                    </a:lnTo>
                    <a:lnTo>
                      <a:pt x="2387" y="226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48" name="Surface mesh patch"/>
              <p:cNvSpPr/>
              <p:nvPr/>
            </p:nvSpPr>
            <p:spPr>
              <a:xfrm>
                <a:off x="11774862" y="1471945"/>
                <a:ext cx="50120" cy="971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97">
                    <a:moveTo>
                      <a:pt x="0" y="9518"/>
                    </a:moveTo>
                    <a:lnTo>
                      <a:pt x="2875" y="10197"/>
                    </a:lnTo>
                    <a:lnTo>
                      <a:pt x="5262" y="13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49" name="Surface mesh patch"/>
              <p:cNvSpPr/>
              <p:nvPr/>
            </p:nvSpPr>
            <p:spPr>
              <a:xfrm>
                <a:off x="11824981" y="1399746"/>
                <a:ext cx="50120" cy="109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09">
                    <a:moveTo>
                      <a:pt x="0" y="8956"/>
                    </a:moveTo>
                    <a:lnTo>
                      <a:pt x="2875" y="11509"/>
                    </a:lnTo>
                    <a:lnTo>
                      <a:pt x="5262" y="3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5dedf"/>
              </a:solidFill>
              <a:ln w="3334" cap="flat" cmpd="sng" algn="ctr">
                <a:solidFill>
                  <a:srgbClr val="e5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50" name="Surface mesh patch"/>
              <p:cNvSpPr/>
              <p:nvPr/>
            </p:nvSpPr>
            <p:spPr>
              <a:xfrm>
                <a:off x="11875101" y="1359462"/>
                <a:ext cx="50120" cy="119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97">
                    <a:moveTo>
                      <a:pt x="0" y="7933"/>
                    </a:moveTo>
                    <a:lnTo>
                      <a:pt x="2875" y="12597"/>
                    </a:lnTo>
                    <a:lnTo>
                      <a:pt x="5262" y="61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51" name="Surface mesh patch"/>
              <p:cNvSpPr/>
              <p:nvPr/>
            </p:nvSpPr>
            <p:spPr>
              <a:xfrm>
                <a:off x="11925221" y="1355827"/>
                <a:ext cx="50120" cy="122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10">
                    <a:moveTo>
                      <a:pt x="0" y="6524"/>
                    </a:moveTo>
                    <a:lnTo>
                      <a:pt x="2875" y="12910"/>
                    </a:lnTo>
                    <a:lnTo>
                      <a:pt x="5262" y="79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52" name="Surface mesh patch"/>
              <p:cNvSpPr/>
              <p:nvPr/>
            </p:nvSpPr>
            <p:spPr>
              <a:xfrm>
                <a:off x="11975340" y="1384482"/>
                <a:ext cx="50120" cy="1157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55">
                    <a:moveTo>
                      <a:pt x="0" y="4945"/>
                    </a:moveTo>
                    <a:lnTo>
                      <a:pt x="2875" y="12155"/>
                    </a:lnTo>
                    <a:lnTo>
                      <a:pt x="5262" y="8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6dddc"/>
              </a:solidFill>
              <a:ln w="3334" cap="flat" cmpd="sng" algn="ctr">
                <a:solidFill>
                  <a:srgbClr val="e6ddd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53" name="Surface mesh patch"/>
              <p:cNvSpPr/>
              <p:nvPr/>
            </p:nvSpPr>
            <p:spPr>
              <a:xfrm>
                <a:off x="12025460" y="1433210"/>
                <a:ext cx="50120" cy="99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52">
                    <a:moveTo>
                      <a:pt x="0" y="3484"/>
                    </a:moveTo>
                    <a:lnTo>
                      <a:pt x="2875" y="10452"/>
                    </a:lnTo>
                    <a:lnTo>
                      <a:pt x="5262" y="79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54" name="Surface mesh patch"/>
              <p:cNvSpPr/>
              <p:nvPr/>
            </p:nvSpPr>
            <p:spPr>
              <a:xfrm>
                <a:off x="12075580" y="1486653"/>
                <a:ext cx="50120" cy="78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43">
                    <a:moveTo>
                      <a:pt x="0" y="2379"/>
                    </a:moveTo>
                    <a:lnTo>
                      <a:pt x="2875" y="8243"/>
                    </a:lnTo>
                    <a:lnTo>
                      <a:pt x="5262" y="6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55" name="Surface mesh patch"/>
              <p:cNvSpPr/>
              <p:nvPr/>
            </p:nvSpPr>
            <p:spPr>
              <a:xfrm>
                <a:off x="12125699" y="1531819"/>
                <a:ext cx="50120" cy="576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50">
                    <a:moveTo>
                      <a:pt x="0" y="1724"/>
                    </a:moveTo>
                    <a:lnTo>
                      <a:pt x="2875" y="6050"/>
                    </a:lnTo>
                    <a:lnTo>
                      <a:pt x="5262" y="45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56" name="Surface mesh patch"/>
              <p:cNvSpPr/>
              <p:nvPr/>
            </p:nvSpPr>
            <p:spPr>
              <a:xfrm>
                <a:off x="12175819" y="1561469"/>
                <a:ext cx="50120" cy="40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46">
                    <a:moveTo>
                      <a:pt x="0" y="1464"/>
                    </a:moveTo>
                    <a:lnTo>
                      <a:pt x="2875" y="4246"/>
                    </a:lnTo>
                    <a:lnTo>
                      <a:pt x="5262" y="28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57" name="Surface mesh patch"/>
              <p:cNvSpPr/>
              <p:nvPr/>
            </p:nvSpPr>
            <p:spPr>
              <a:xfrm>
                <a:off x="12225939" y="1574337"/>
                <a:ext cx="50120" cy="283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75">
                    <a:moveTo>
                      <a:pt x="0" y="1459"/>
                    </a:moveTo>
                    <a:lnTo>
                      <a:pt x="2875" y="2975"/>
                    </a:lnTo>
                    <a:lnTo>
                      <a:pt x="5262" y="14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58" name="Surface mesh patch"/>
              <p:cNvSpPr/>
              <p:nvPr/>
            </p:nvSpPr>
            <p:spPr>
              <a:xfrm>
                <a:off x="12276058" y="1573237"/>
                <a:ext cx="50120" cy="20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0">
                    <a:moveTo>
                      <a:pt x="0" y="1562"/>
                    </a:moveTo>
                    <a:lnTo>
                      <a:pt x="2875" y="2200"/>
                    </a:lnTo>
                    <a:lnTo>
                      <a:pt x="5262" y="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59" name="Surface mesh patch"/>
              <p:cNvSpPr/>
              <p:nvPr/>
            </p:nvSpPr>
            <p:spPr>
              <a:xfrm>
                <a:off x="12326178" y="1562790"/>
                <a:ext cx="50120" cy="172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">
                    <a:moveTo>
                      <a:pt x="0" y="1659"/>
                    </a:moveTo>
                    <a:lnTo>
                      <a:pt x="2875" y="1807"/>
                    </a:lnTo>
                    <a:lnTo>
                      <a:pt x="5262" y="1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60" name="Surface mesh patch"/>
              <p:cNvSpPr/>
              <p:nvPr/>
            </p:nvSpPr>
            <p:spPr>
              <a:xfrm>
                <a:off x="12376297" y="1547821"/>
                <a:ext cx="50120" cy="160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7">
                    <a:moveTo>
                      <a:pt x="0" y="1687"/>
                    </a:moveTo>
                    <a:lnTo>
                      <a:pt x="2875" y="1678"/>
                    </a:lnTo>
                    <a:lnTo>
                      <a:pt x="5262" y="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61" name="Surface mesh patch"/>
              <p:cNvSpPr/>
              <p:nvPr/>
            </p:nvSpPr>
            <p:spPr>
              <a:xfrm>
                <a:off x="12426417" y="1532577"/>
                <a:ext cx="50120" cy="164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5">
                    <a:moveTo>
                      <a:pt x="0" y="1623"/>
                    </a:moveTo>
                    <a:lnTo>
                      <a:pt x="2875" y="1725"/>
                    </a:lnTo>
                    <a:lnTo>
                      <a:pt x="5262" y="1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62" name="Surface mesh patch"/>
              <p:cNvSpPr/>
              <p:nvPr/>
            </p:nvSpPr>
            <p:spPr>
              <a:xfrm>
                <a:off x="12476537" y="1520403"/>
                <a:ext cx="50120" cy="17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4">
                    <a:moveTo>
                      <a:pt x="0" y="1472"/>
                    </a:moveTo>
                    <a:lnTo>
                      <a:pt x="2875" y="1884"/>
                    </a:lnTo>
                    <a:lnTo>
                      <a:pt x="5262" y="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63" name="Surface mesh patch"/>
              <p:cNvSpPr/>
              <p:nvPr/>
            </p:nvSpPr>
            <p:spPr>
              <a:xfrm>
                <a:off x="10950216" y="1607531"/>
                <a:ext cx="50120" cy="10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5">
                    <a:moveTo>
                      <a:pt x="0" y="1050"/>
                    </a:moveTo>
                    <a:lnTo>
                      <a:pt x="2875" y="1055"/>
                    </a:lnTo>
                    <a:lnTo>
                      <a:pt x="5262" y="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64" name="Surface mesh patch"/>
              <p:cNvSpPr/>
              <p:nvPr/>
            </p:nvSpPr>
            <p:spPr>
              <a:xfrm>
                <a:off x="11000335" y="1601397"/>
                <a:ext cx="50120" cy="10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6">
                    <a:moveTo>
                      <a:pt x="0" y="731"/>
                    </a:moveTo>
                    <a:lnTo>
                      <a:pt x="2875" y="1106"/>
                    </a:lnTo>
                    <a:lnTo>
                      <a:pt x="5262" y="5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65" name="Surface mesh patch"/>
              <p:cNvSpPr/>
              <p:nvPr/>
            </p:nvSpPr>
            <p:spPr>
              <a:xfrm>
                <a:off x="11050455" y="1603616"/>
                <a:ext cx="50120" cy="11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8">
                    <a:moveTo>
                      <a:pt x="0" y="298"/>
                    </a:moveTo>
                    <a:lnTo>
                      <a:pt x="2875" y="1258"/>
                    </a:lnTo>
                    <a:lnTo>
                      <a:pt x="5262" y="1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66" name="Surface mesh patch"/>
              <p:cNvSpPr/>
              <p:nvPr/>
            </p:nvSpPr>
            <p:spPr>
              <a:xfrm>
                <a:off x="11100575" y="1615026"/>
                <a:ext cx="50120" cy="21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2">
                    <a:moveTo>
                      <a:pt x="0" y="0"/>
                    </a:moveTo>
                    <a:lnTo>
                      <a:pt x="2875" y="1739"/>
                    </a:lnTo>
                    <a:lnTo>
                      <a:pt x="5262" y="2292"/>
                    </a:lnTo>
                    <a:lnTo>
                      <a:pt x="2387" y="23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67" name="Surface mesh patch"/>
              <p:cNvSpPr/>
              <p:nvPr/>
            </p:nvSpPr>
            <p:spPr>
              <a:xfrm>
                <a:off x="11150694" y="1636858"/>
                <a:ext cx="50120" cy="36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7">
                    <a:moveTo>
                      <a:pt x="0" y="0"/>
                    </a:moveTo>
                    <a:lnTo>
                      <a:pt x="2875" y="2664"/>
                    </a:lnTo>
                    <a:lnTo>
                      <a:pt x="5262" y="3867"/>
                    </a:lnTo>
                    <a:lnTo>
                      <a:pt x="2387" y="802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68" name="Surface mesh patch"/>
              <p:cNvSpPr/>
              <p:nvPr/>
            </p:nvSpPr>
            <p:spPr>
              <a:xfrm>
                <a:off x="11200814" y="1673689"/>
                <a:ext cx="50120" cy="51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16">
                    <a:moveTo>
                      <a:pt x="0" y="0"/>
                    </a:moveTo>
                    <a:lnTo>
                      <a:pt x="2875" y="3656"/>
                    </a:lnTo>
                    <a:lnTo>
                      <a:pt x="5262" y="5416"/>
                    </a:lnTo>
                    <a:lnTo>
                      <a:pt x="2387" y="132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69" name="Surface mesh patch"/>
              <p:cNvSpPr/>
              <p:nvPr/>
            </p:nvSpPr>
            <p:spPr>
              <a:xfrm>
                <a:off x="11250933" y="1725274"/>
                <a:ext cx="50120" cy="630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23">
                    <a:moveTo>
                      <a:pt x="0" y="0"/>
                    </a:moveTo>
                    <a:lnTo>
                      <a:pt x="2875" y="4583"/>
                    </a:lnTo>
                    <a:lnTo>
                      <a:pt x="5262" y="6623"/>
                    </a:lnTo>
                    <a:lnTo>
                      <a:pt x="2387" y="1626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70" name="Surface mesh patch"/>
              <p:cNvSpPr/>
              <p:nvPr/>
            </p:nvSpPr>
            <p:spPr>
              <a:xfrm>
                <a:off x="11301053" y="1788353"/>
                <a:ext cx="50120" cy="676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05">
                    <a:moveTo>
                      <a:pt x="0" y="0"/>
                    </a:moveTo>
                    <a:lnTo>
                      <a:pt x="2875" y="5274"/>
                    </a:lnTo>
                    <a:lnTo>
                      <a:pt x="5262" y="7105"/>
                    </a:lnTo>
                    <a:lnTo>
                      <a:pt x="2387" y="1530"/>
                    </a:lnTo>
                    <a:close/>
                  </a:path>
                </a:pathLst>
              </a:custGeom>
              <a:solidFill>
                <a:srgbClr val="84a2fd"/>
              </a:solidFill>
              <a:ln w="3334" cap="flat" cmpd="sng" algn="ctr">
                <a:solidFill>
                  <a:srgbClr val="84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71" name="Surface mesh patch"/>
              <p:cNvSpPr/>
              <p:nvPr/>
            </p:nvSpPr>
            <p:spPr>
              <a:xfrm>
                <a:off x="11351173" y="1856026"/>
                <a:ext cx="50120" cy="62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3">
                    <a:moveTo>
                      <a:pt x="0" y="0"/>
                    </a:moveTo>
                    <a:lnTo>
                      <a:pt x="2875" y="5548"/>
                    </a:lnTo>
                    <a:lnTo>
                      <a:pt x="5262" y="6523"/>
                    </a:lnTo>
                    <a:lnTo>
                      <a:pt x="2387" y="864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72" name="Surface mesh patch"/>
              <p:cNvSpPr/>
              <p:nvPr/>
            </p:nvSpPr>
            <p:spPr>
              <a:xfrm>
                <a:off x="11401292" y="1914036"/>
                <a:ext cx="50120" cy="54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6">
                    <a:moveTo>
                      <a:pt x="0" y="433"/>
                    </a:moveTo>
                    <a:lnTo>
                      <a:pt x="2875" y="5706"/>
                    </a:lnTo>
                    <a:lnTo>
                      <a:pt x="5262" y="51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56dec"/>
              </a:solidFill>
              <a:ln w="3334" cap="flat" cmpd="sng" algn="ctr">
                <a:solidFill>
                  <a:srgbClr val="556d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73" name="Surface mesh patch"/>
              <p:cNvSpPr/>
              <p:nvPr/>
            </p:nvSpPr>
            <p:spPr>
              <a:xfrm>
                <a:off x="11451412" y="1941675"/>
                <a:ext cx="50120" cy="636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78">
                    <a:moveTo>
                      <a:pt x="0" y="2256"/>
                    </a:moveTo>
                    <a:lnTo>
                      <a:pt x="2875" y="6678"/>
                    </a:lnTo>
                    <a:lnTo>
                      <a:pt x="5262" y="41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85ee7"/>
              </a:solidFill>
              <a:ln w="3334" cap="flat" cmpd="sng" algn="ctr">
                <a:solidFill>
                  <a:srgbClr val="485e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74" name="Surface mesh patch"/>
              <p:cNvSpPr/>
              <p:nvPr/>
            </p:nvSpPr>
            <p:spPr>
              <a:xfrm>
                <a:off x="11501532" y="1939441"/>
                <a:ext cx="50120" cy="710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7">
                    <a:moveTo>
                      <a:pt x="0" y="4340"/>
                    </a:moveTo>
                    <a:lnTo>
                      <a:pt x="2875" y="7457"/>
                    </a:lnTo>
                    <a:lnTo>
                      <a:pt x="5262" y="26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75de7"/>
              </a:solidFill>
              <a:ln w="3334" cap="flat" cmpd="sng" algn="ctr">
                <a:solidFill>
                  <a:srgbClr val="475d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75" name="Surface mesh patch"/>
              <p:cNvSpPr/>
              <p:nvPr/>
            </p:nvSpPr>
            <p:spPr>
              <a:xfrm>
                <a:off x="11551651" y="1904583"/>
                <a:ext cx="50120" cy="757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54">
                    <a:moveTo>
                      <a:pt x="0" y="6342"/>
                    </a:moveTo>
                    <a:lnTo>
                      <a:pt x="2875" y="7954"/>
                    </a:lnTo>
                    <a:lnTo>
                      <a:pt x="5262" y="11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36bec"/>
              </a:solidFill>
              <a:ln w="3334" cap="flat" cmpd="sng" algn="ctr">
                <a:solidFill>
                  <a:srgbClr val="536b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76" name="Surface mesh patch"/>
              <p:cNvSpPr/>
              <p:nvPr/>
            </p:nvSpPr>
            <p:spPr>
              <a:xfrm>
                <a:off x="11601771" y="1839422"/>
                <a:ext cx="50120" cy="787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67">
                    <a:moveTo>
                      <a:pt x="0" y="8019"/>
                    </a:moveTo>
                    <a:lnTo>
                      <a:pt x="2875" y="8267"/>
                    </a:lnTo>
                    <a:lnTo>
                      <a:pt x="5262" y="0"/>
                    </a:lnTo>
                    <a:lnTo>
                      <a:pt x="2387" y="61"/>
                    </a:lnTo>
                    <a:close/>
                  </a:path>
                </a:pathLst>
              </a:custGeom>
              <a:solidFill>
                <a:srgbClr val="6b87f5"/>
              </a:solidFill>
              <a:ln w="3334" cap="flat" cmpd="sng" algn="ctr">
                <a:solidFill>
                  <a:srgbClr val="6b87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77" name="Surface mesh patch"/>
              <p:cNvSpPr/>
              <p:nvPr/>
            </p:nvSpPr>
            <p:spPr>
              <a:xfrm>
                <a:off x="11651891" y="1746928"/>
                <a:ext cx="50120" cy="924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11">
                    <a:moveTo>
                      <a:pt x="0" y="9711"/>
                    </a:moveTo>
                    <a:lnTo>
                      <a:pt x="2875" y="9084"/>
                    </a:lnTo>
                    <a:lnTo>
                      <a:pt x="5262" y="0"/>
                    </a:lnTo>
                    <a:lnTo>
                      <a:pt x="2387" y="695"/>
                    </a:lnTo>
                    <a:close/>
                  </a:path>
                </a:pathLst>
              </a:custGeom>
              <a:solidFill>
                <a:srgbClr val="89a6fd"/>
              </a:solidFill>
              <a:ln w="3334" cap="flat" cmpd="sng" algn="ctr">
                <a:solidFill>
                  <a:srgbClr val="89a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78" name="Surface mesh patch"/>
              <p:cNvSpPr/>
              <p:nvPr/>
            </p:nvSpPr>
            <p:spPr>
              <a:xfrm>
                <a:off x="11702010" y="1652124"/>
                <a:ext cx="50120" cy="948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53">
                    <a:moveTo>
                      <a:pt x="0" y="9953"/>
                    </a:moveTo>
                    <a:lnTo>
                      <a:pt x="2875" y="9212"/>
                    </a:lnTo>
                    <a:lnTo>
                      <a:pt x="5262" y="0"/>
                    </a:lnTo>
                    <a:lnTo>
                      <a:pt x="2387" y="472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79" name="Surface mesh patch"/>
              <p:cNvSpPr/>
              <p:nvPr/>
            </p:nvSpPr>
            <p:spPr>
              <a:xfrm>
                <a:off x="11752130" y="1562606"/>
                <a:ext cx="50120" cy="89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05">
                    <a:moveTo>
                      <a:pt x="0" y="9398"/>
                    </a:moveTo>
                    <a:lnTo>
                      <a:pt x="2875" y="9405"/>
                    </a:lnTo>
                    <a:lnTo>
                      <a:pt x="5262" y="6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80" name="Surface mesh patch"/>
              <p:cNvSpPr/>
              <p:nvPr/>
            </p:nvSpPr>
            <p:spPr>
              <a:xfrm>
                <a:off x="11802250" y="1485050"/>
                <a:ext cx="50120" cy="981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00">
                    <a:moveTo>
                      <a:pt x="0" y="8821"/>
                    </a:moveTo>
                    <a:lnTo>
                      <a:pt x="2875" y="10300"/>
                    </a:lnTo>
                    <a:lnTo>
                      <a:pt x="5262" y="25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81" name="Surface mesh patch"/>
              <p:cNvSpPr/>
              <p:nvPr/>
            </p:nvSpPr>
            <p:spPr>
              <a:xfrm>
                <a:off x="11852369" y="1435024"/>
                <a:ext cx="50120" cy="1056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94">
                    <a:moveTo>
                      <a:pt x="0" y="7805"/>
                    </a:moveTo>
                    <a:lnTo>
                      <a:pt x="2875" y="11094"/>
                    </a:lnTo>
                    <a:lnTo>
                      <a:pt x="5262" y="4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82" name="Surface mesh patch"/>
              <p:cNvSpPr/>
              <p:nvPr/>
            </p:nvSpPr>
            <p:spPr>
              <a:xfrm>
                <a:off x="11902489" y="1417971"/>
                <a:ext cx="50120" cy="1082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61">
                    <a:moveTo>
                      <a:pt x="0" y="6455"/>
                    </a:moveTo>
                    <a:lnTo>
                      <a:pt x="2875" y="11361"/>
                    </a:lnTo>
                    <a:lnTo>
                      <a:pt x="5262" y="63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83" name="Surface mesh patch"/>
              <p:cNvSpPr/>
              <p:nvPr/>
            </p:nvSpPr>
            <p:spPr>
              <a:xfrm>
                <a:off x="11952608" y="1431583"/>
                <a:ext cx="50120" cy="103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18">
                    <a:moveTo>
                      <a:pt x="0" y="4957"/>
                    </a:moveTo>
                    <a:lnTo>
                      <a:pt x="2875" y="10818"/>
                    </a:lnTo>
                    <a:lnTo>
                      <a:pt x="5262" y="7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84" name="Surface mesh patch"/>
              <p:cNvSpPr/>
              <p:nvPr/>
            </p:nvSpPr>
            <p:spPr>
              <a:xfrm>
                <a:off x="12002728" y="1466398"/>
                <a:ext cx="50120" cy="903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8">
                    <a:moveTo>
                      <a:pt x="0" y="3555"/>
                    </a:moveTo>
                    <a:lnTo>
                      <a:pt x="2875" y="9488"/>
                    </a:lnTo>
                    <a:lnTo>
                      <a:pt x="5262" y="69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85" name="Surface mesh patch"/>
              <p:cNvSpPr/>
              <p:nvPr/>
            </p:nvSpPr>
            <p:spPr>
              <a:xfrm>
                <a:off x="12052848" y="1509317"/>
                <a:ext cx="50120" cy="731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75">
                    <a:moveTo>
                      <a:pt x="0" y="2462"/>
                    </a:moveTo>
                    <a:lnTo>
                      <a:pt x="2875" y="7675"/>
                    </a:lnTo>
                    <a:lnTo>
                      <a:pt x="5262" y="58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86" name="Surface mesh patch"/>
              <p:cNvSpPr/>
              <p:nvPr/>
            </p:nvSpPr>
            <p:spPr>
              <a:xfrm>
                <a:off x="12102967" y="1548242"/>
                <a:ext cx="50120" cy="552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97">
                    <a:moveTo>
                      <a:pt x="0" y="1777"/>
                    </a:moveTo>
                    <a:lnTo>
                      <a:pt x="2875" y="5797"/>
                    </a:lnTo>
                    <a:lnTo>
                      <a:pt x="5262" y="4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87" name="Surface mesh patch"/>
              <p:cNvSpPr/>
              <p:nvPr/>
            </p:nvSpPr>
            <p:spPr>
              <a:xfrm>
                <a:off x="12153087" y="1575413"/>
                <a:ext cx="50120" cy="398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88">
                    <a:moveTo>
                      <a:pt x="0" y="1473"/>
                    </a:moveTo>
                    <a:lnTo>
                      <a:pt x="2875" y="4188"/>
                    </a:lnTo>
                    <a:lnTo>
                      <a:pt x="5262" y="27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88" name="Surface mesh patch"/>
              <p:cNvSpPr/>
              <p:nvPr/>
            </p:nvSpPr>
            <p:spPr>
              <a:xfrm>
                <a:off x="12203207" y="1588237"/>
                <a:ext cx="50120" cy="286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04">
                    <a:moveTo>
                      <a:pt x="0" y="1436"/>
                    </a:moveTo>
                    <a:lnTo>
                      <a:pt x="2875" y="3004"/>
                    </a:lnTo>
                    <a:lnTo>
                      <a:pt x="5262" y="15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89" name="Surface mesh patch"/>
              <p:cNvSpPr/>
              <p:nvPr/>
            </p:nvSpPr>
            <p:spPr>
              <a:xfrm>
                <a:off x="12253326" y="1588115"/>
                <a:ext cx="50120" cy="213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45">
                    <a:moveTo>
                      <a:pt x="0" y="1529"/>
                    </a:moveTo>
                    <a:lnTo>
                      <a:pt x="2875" y="2245"/>
                    </a:lnTo>
                    <a:lnTo>
                      <a:pt x="5262" y="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90" name="Surface mesh patch"/>
              <p:cNvSpPr/>
              <p:nvPr/>
            </p:nvSpPr>
            <p:spPr>
              <a:xfrm>
                <a:off x="12303446" y="1578595"/>
                <a:ext cx="50120" cy="174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2">
                    <a:moveTo>
                      <a:pt x="0" y="1638"/>
                    </a:moveTo>
                    <a:lnTo>
                      <a:pt x="2875" y="1832"/>
                    </a:lnTo>
                    <a:lnTo>
                      <a:pt x="5262" y="1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91" name="Surface mesh patch"/>
              <p:cNvSpPr/>
              <p:nvPr/>
            </p:nvSpPr>
            <p:spPr>
              <a:xfrm>
                <a:off x="12353566" y="1563806"/>
                <a:ext cx="50120" cy="161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">
                    <a:moveTo>
                      <a:pt x="0" y="1700"/>
                    </a:moveTo>
                    <a:lnTo>
                      <a:pt x="2875" y="1679"/>
                    </a:lnTo>
                    <a:lnTo>
                      <a:pt x="5262" y="0"/>
                    </a:lnTo>
                    <a:lnTo>
                      <a:pt x="2387" y="9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92" name="Surface mesh patch"/>
              <p:cNvSpPr/>
              <p:nvPr/>
            </p:nvSpPr>
            <p:spPr>
              <a:xfrm>
                <a:off x="12403685" y="1548033"/>
                <a:ext cx="50120" cy="16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5">
                    <a:moveTo>
                      <a:pt x="0" y="1656"/>
                    </a:moveTo>
                    <a:lnTo>
                      <a:pt x="2875" y="1685"/>
                    </a:lnTo>
                    <a:lnTo>
                      <a:pt x="5262" y="1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93" name="Surface mesh patch"/>
              <p:cNvSpPr/>
              <p:nvPr/>
            </p:nvSpPr>
            <p:spPr>
              <a:xfrm>
                <a:off x="12453805" y="1534428"/>
                <a:ext cx="50120" cy="173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9">
                    <a:moveTo>
                      <a:pt x="0" y="1531"/>
                    </a:moveTo>
                    <a:lnTo>
                      <a:pt x="2875" y="1819"/>
                    </a:lnTo>
                    <a:lnTo>
                      <a:pt x="5262" y="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94" name="Surface mesh patch"/>
              <p:cNvSpPr/>
              <p:nvPr/>
            </p:nvSpPr>
            <p:spPr>
              <a:xfrm>
                <a:off x="10977603" y="1608361"/>
                <a:ext cx="50120" cy="115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9">
                    <a:moveTo>
                      <a:pt x="0" y="968"/>
                    </a:moveTo>
                    <a:lnTo>
                      <a:pt x="2875" y="1209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95" name="Surface mesh patch"/>
              <p:cNvSpPr/>
              <p:nvPr/>
            </p:nvSpPr>
            <p:spPr>
              <a:xfrm>
                <a:off x="11027723" y="1606454"/>
                <a:ext cx="50120" cy="125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576"/>
                    </a:moveTo>
                    <a:lnTo>
                      <a:pt x="2875" y="1322"/>
                    </a:lnTo>
                    <a:lnTo>
                      <a:pt x="5262" y="9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96" name="Surface mesh patch"/>
              <p:cNvSpPr/>
              <p:nvPr/>
            </p:nvSpPr>
            <p:spPr>
              <a:xfrm>
                <a:off x="11077843" y="1615026"/>
                <a:ext cx="50120" cy="16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9">
                    <a:moveTo>
                      <a:pt x="0" y="60"/>
                    </a:moveTo>
                    <a:lnTo>
                      <a:pt x="2875" y="1497"/>
                    </a:lnTo>
                    <a:lnTo>
                      <a:pt x="5262" y="17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97" name="Surface mesh patch"/>
              <p:cNvSpPr/>
              <p:nvPr/>
            </p:nvSpPr>
            <p:spPr>
              <a:xfrm>
                <a:off x="11127962" y="1631586"/>
                <a:ext cx="50120" cy="30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18">
                    <a:moveTo>
                      <a:pt x="0" y="0"/>
                    </a:moveTo>
                    <a:lnTo>
                      <a:pt x="2875" y="2274"/>
                    </a:lnTo>
                    <a:lnTo>
                      <a:pt x="5262" y="3218"/>
                    </a:lnTo>
                    <a:lnTo>
                      <a:pt x="2387" y="554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98" name="Surface mesh patch"/>
              <p:cNvSpPr/>
              <p:nvPr/>
            </p:nvSpPr>
            <p:spPr>
              <a:xfrm>
                <a:off x="11178082" y="1662237"/>
                <a:ext cx="50120" cy="46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8">
                    <a:moveTo>
                      <a:pt x="0" y="0"/>
                    </a:moveTo>
                    <a:lnTo>
                      <a:pt x="2875" y="3196"/>
                    </a:lnTo>
                    <a:lnTo>
                      <a:pt x="5262" y="4858"/>
                    </a:lnTo>
                    <a:lnTo>
                      <a:pt x="2387" y="1202"/>
                    </a:lnTo>
                    <a:close/>
                  </a:path>
                </a:pathLst>
              </a:custGeom>
              <a:solidFill>
                <a:srgbClr val="aecbfd"/>
              </a:solidFill>
              <a:ln w="3334" cap="flat" cmpd="sng" algn="ctr">
                <a:solidFill>
                  <a:srgbClr val="ae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99" name="Surface mesh patch"/>
              <p:cNvSpPr/>
              <p:nvPr/>
            </p:nvSpPr>
            <p:spPr>
              <a:xfrm>
                <a:off x="11228202" y="1708510"/>
                <a:ext cx="50120" cy="604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3">
                    <a:moveTo>
                      <a:pt x="0" y="0"/>
                    </a:moveTo>
                    <a:lnTo>
                      <a:pt x="2875" y="4101"/>
                    </a:lnTo>
                    <a:lnTo>
                      <a:pt x="5262" y="6343"/>
                    </a:lnTo>
                    <a:lnTo>
                      <a:pt x="2387" y="176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00" name="Surface mesh patch"/>
              <p:cNvSpPr/>
              <p:nvPr/>
            </p:nvSpPr>
            <p:spPr>
              <a:xfrm>
                <a:off x="11278321" y="1768923"/>
                <a:ext cx="50120" cy="696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14">
                    <a:moveTo>
                      <a:pt x="0" y="0"/>
                    </a:moveTo>
                    <a:lnTo>
                      <a:pt x="2875" y="4845"/>
                    </a:lnTo>
                    <a:lnTo>
                      <a:pt x="5262" y="7314"/>
                    </a:lnTo>
                    <a:lnTo>
                      <a:pt x="2387" y="2040"/>
                    </a:lnTo>
                    <a:close/>
                  </a:path>
                </a:pathLst>
              </a:custGeom>
              <a:solidFill>
                <a:srgbClr val="8caafd"/>
              </a:solidFill>
              <a:ln w="3334" cap="flat" cmpd="sng" algn="ctr">
                <a:solidFill>
                  <a:srgbClr val="8c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01" name="Surface mesh patch"/>
              <p:cNvSpPr/>
              <p:nvPr/>
            </p:nvSpPr>
            <p:spPr>
              <a:xfrm>
                <a:off x="11328441" y="1838584"/>
                <a:ext cx="50120" cy="702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79">
                    <a:moveTo>
                      <a:pt x="0" y="0"/>
                    </a:moveTo>
                    <a:lnTo>
                      <a:pt x="2875" y="5258"/>
                    </a:lnTo>
                    <a:lnTo>
                      <a:pt x="5262" y="7379"/>
                    </a:lnTo>
                    <a:lnTo>
                      <a:pt x="2387" y="1831"/>
                    </a:lnTo>
                    <a:close/>
                  </a:path>
                </a:pathLst>
              </a:custGeom>
              <a:solidFill>
                <a:srgbClr val="7591f9"/>
              </a:solidFill>
              <a:ln w="3334" cap="flat" cmpd="sng" algn="ctr">
                <a:solidFill>
                  <a:srgbClr val="7591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02" name="Surface mesh patch"/>
              <p:cNvSpPr/>
              <p:nvPr/>
            </p:nvSpPr>
            <p:spPr>
              <a:xfrm>
                <a:off x="11378561" y="1908872"/>
                <a:ext cx="50120" cy="595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8">
                    <a:moveTo>
                      <a:pt x="0" y="0"/>
                    </a:moveTo>
                    <a:lnTo>
                      <a:pt x="2875" y="5186"/>
                    </a:lnTo>
                    <a:lnTo>
                      <a:pt x="5262" y="6248"/>
                    </a:lnTo>
                    <a:lnTo>
                      <a:pt x="2387" y="975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03" name="Surface mesh patch"/>
              <p:cNvSpPr/>
              <p:nvPr/>
            </p:nvSpPr>
            <p:spPr>
              <a:xfrm>
                <a:off x="11428680" y="1963161"/>
                <a:ext cx="50120" cy="485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8">
                    <a:moveTo>
                      <a:pt x="0" y="548"/>
                    </a:moveTo>
                    <a:lnTo>
                      <a:pt x="2875" y="5098"/>
                    </a:lnTo>
                    <a:lnTo>
                      <a:pt x="5262" y="4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65de7"/>
              </a:solidFill>
              <a:ln w="3334" cap="flat" cmpd="sng" algn="ctr">
                <a:solidFill>
                  <a:srgbClr val="465d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04" name="Surface mesh patch"/>
              <p:cNvSpPr/>
              <p:nvPr/>
            </p:nvSpPr>
            <p:spPr>
              <a:xfrm>
                <a:off x="11478800" y="1980780"/>
                <a:ext cx="50120" cy="56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76">
                    <a:moveTo>
                      <a:pt x="0" y="2573"/>
                    </a:moveTo>
                    <a:lnTo>
                      <a:pt x="2875" y="5976"/>
                    </a:lnTo>
                    <a:lnTo>
                      <a:pt x="5262" y="3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d52e3"/>
              </a:solidFill>
              <a:ln w="3334" cap="flat" cmpd="sng" algn="ctr">
                <a:solidFill>
                  <a:srgbClr val="3d52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05" name="Surface mesh patch"/>
              <p:cNvSpPr/>
              <p:nvPr/>
            </p:nvSpPr>
            <p:spPr>
              <a:xfrm>
                <a:off x="11528919" y="1964989"/>
                <a:ext cx="50120" cy="640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22">
                    <a:moveTo>
                      <a:pt x="0" y="4775"/>
                    </a:moveTo>
                    <a:lnTo>
                      <a:pt x="2875" y="6722"/>
                    </a:lnTo>
                    <a:lnTo>
                      <a:pt x="5262" y="16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257e5"/>
              </a:solidFill>
              <a:ln w="3334" cap="flat" cmpd="sng" algn="ctr">
                <a:solidFill>
                  <a:srgbClr val="4257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06" name="Surface mesh patch"/>
              <p:cNvSpPr/>
              <p:nvPr/>
            </p:nvSpPr>
            <p:spPr>
              <a:xfrm>
                <a:off x="11579039" y="1915800"/>
                <a:ext cx="50120" cy="692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75">
                    <a:moveTo>
                      <a:pt x="0" y="6776"/>
                    </a:moveTo>
                    <a:lnTo>
                      <a:pt x="2875" y="7275"/>
                    </a:lnTo>
                    <a:lnTo>
                      <a:pt x="5262" y="2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36bec"/>
              </a:solidFill>
              <a:ln w="3334" cap="flat" cmpd="sng" algn="ctr">
                <a:solidFill>
                  <a:srgbClr val="536b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07" name="Surface mesh patch"/>
              <p:cNvSpPr/>
              <p:nvPr/>
            </p:nvSpPr>
            <p:spPr>
              <a:xfrm>
                <a:off x="11629159" y="1833457"/>
                <a:ext cx="50120" cy="847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93">
                    <a:moveTo>
                      <a:pt x="0" y="8893"/>
                    </a:moveTo>
                    <a:lnTo>
                      <a:pt x="2875" y="8306"/>
                    </a:lnTo>
                    <a:lnTo>
                      <a:pt x="5262" y="0"/>
                    </a:lnTo>
                    <a:lnTo>
                      <a:pt x="2387" y="626"/>
                    </a:lnTo>
                    <a:close/>
                  </a:path>
                </a:pathLst>
              </a:custGeom>
              <a:solidFill>
                <a:srgbClr val="708cf7"/>
              </a:solidFill>
              <a:ln w="3334" cap="flat" cmpd="sng" algn="ctr">
                <a:solidFill>
                  <a:srgbClr val="708c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08" name="Surface mesh patch"/>
              <p:cNvSpPr/>
              <p:nvPr/>
            </p:nvSpPr>
            <p:spPr>
              <a:xfrm>
                <a:off x="11679278" y="1739872"/>
                <a:ext cx="50120" cy="93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25">
                    <a:moveTo>
                      <a:pt x="0" y="9825"/>
                    </a:moveTo>
                    <a:lnTo>
                      <a:pt x="2875" y="8813"/>
                    </a:lnTo>
                    <a:lnTo>
                      <a:pt x="5262" y="0"/>
                    </a:lnTo>
                    <a:lnTo>
                      <a:pt x="2387" y="741"/>
                    </a:lnTo>
                    <a:close/>
                  </a:path>
                </a:pathLst>
              </a:custGeom>
              <a:solidFill>
                <a:srgbClr val="8dabfd"/>
              </a:solidFill>
              <a:ln w="3334" cap="flat" cmpd="sng" algn="ctr">
                <a:solidFill>
                  <a:srgbClr val="8d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09" name="Surface mesh patch"/>
              <p:cNvSpPr/>
              <p:nvPr/>
            </p:nvSpPr>
            <p:spPr>
              <a:xfrm>
                <a:off x="11729398" y="1652124"/>
                <a:ext cx="50120" cy="87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12">
                    <a:moveTo>
                      <a:pt x="0" y="9212"/>
                    </a:moveTo>
                    <a:lnTo>
                      <a:pt x="2875" y="8578"/>
                    </a:lnTo>
                    <a:lnTo>
                      <a:pt x="5262" y="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0" name="Surface mesh patch"/>
              <p:cNvSpPr/>
              <p:nvPr/>
            </p:nvSpPr>
            <p:spPr>
              <a:xfrm>
                <a:off x="11779518" y="1569071"/>
                <a:ext cx="50120" cy="876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01">
                    <a:moveTo>
                      <a:pt x="0" y="8726"/>
                    </a:moveTo>
                    <a:lnTo>
                      <a:pt x="2875" y="9201"/>
                    </a:lnTo>
                    <a:lnTo>
                      <a:pt x="5262" y="14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1" name="Surface mesh patch"/>
              <p:cNvSpPr/>
              <p:nvPr/>
            </p:nvSpPr>
            <p:spPr>
              <a:xfrm>
                <a:off x="11829637" y="1509370"/>
                <a:ext cx="50120" cy="929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57">
                    <a:moveTo>
                      <a:pt x="0" y="7747"/>
                    </a:moveTo>
                    <a:lnTo>
                      <a:pt x="2875" y="9757"/>
                    </a:lnTo>
                    <a:lnTo>
                      <a:pt x="5262" y="32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4"/>
              </a:solidFill>
              <a:ln w="3334" cap="flat" cmpd="sng" algn="ctr">
                <a:solidFill>
                  <a:srgbClr val="cf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2" name="Surface mesh patch"/>
              <p:cNvSpPr/>
              <p:nvPr/>
            </p:nvSpPr>
            <p:spPr>
              <a:xfrm>
                <a:off x="11879757" y="1479451"/>
                <a:ext cx="50120" cy="947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51">
                    <a:moveTo>
                      <a:pt x="0" y="6430"/>
                    </a:moveTo>
                    <a:lnTo>
                      <a:pt x="2875" y="9951"/>
                    </a:lnTo>
                    <a:lnTo>
                      <a:pt x="5262" y="49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3" name="Surface mesh patch"/>
              <p:cNvSpPr/>
              <p:nvPr/>
            </p:nvSpPr>
            <p:spPr>
              <a:xfrm>
                <a:off x="11929877" y="1478796"/>
                <a:ext cx="50120" cy="909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50">
                    <a:moveTo>
                      <a:pt x="0" y="4975"/>
                    </a:moveTo>
                    <a:lnTo>
                      <a:pt x="2875" y="9550"/>
                    </a:lnTo>
                    <a:lnTo>
                      <a:pt x="5262" y="58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4" name="Surface mesh patch"/>
              <p:cNvSpPr/>
              <p:nvPr/>
            </p:nvSpPr>
            <p:spPr>
              <a:xfrm>
                <a:off x="11979996" y="1500261"/>
                <a:ext cx="50120" cy="81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21">
                    <a:moveTo>
                      <a:pt x="0" y="3608"/>
                    </a:moveTo>
                    <a:lnTo>
                      <a:pt x="2875" y="8521"/>
                    </a:lnTo>
                    <a:lnTo>
                      <a:pt x="5262" y="59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5" name="Surface mesh patch"/>
              <p:cNvSpPr/>
              <p:nvPr/>
            </p:nvSpPr>
            <p:spPr>
              <a:xfrm>
                <a:off x="12030116" y="1532763"/>
                <a:ext cx="50120" cy="67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62">
                    <a:moveTo>
                      <a:pt x="0" y="2520"/>
                    </a:moveTo>
                    <a:lnTo>
                      <a:pt x="2875" y="7062"/>
                    </a:lnTo>
                    <a:lnTo>
                      <a:pt x="5262" y="52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6" name="Surface mesh patch"/>
              <p:cNvSpPr/>
              <p:nvPr/>
            </p:nvSpPr>
            <p:spPr>
              <a:xfrm>
                <a:off x="12080236" y="1565165"/>
                <a:ext cx="50120" cy="522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90">
                    <a:moveTo>
                      <a:pt x="0" y="1812"/>
                    </a:moveTo>
                    <a:lnTo>
                      <a:pt x="2875" y="5490"/>
                    </a:lnTo>
                    <a:lnTo>
                      <a:pt x="5262" y="40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7" name="Surface mesh patch"/>
              <p:cNvSpPr/>
              <p:nvPr/>
            </p:nvSpPr>
            <p:spPr>
              <a:xfrm>
                <a:off x="12130355" y="1589442"/>
                <a:ext cx="50120" cy="38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88">
                    <a:moveTo>
                      <a:pt x="0" y="1472"/>
                    </a:moveTo>
                    <a:lnTo>
                      <a:pt x="2875" y="4088"/>
                    </a:lnTo>
                    <a:lnTo>
                      <a:pt x="5262" y="27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8" name="Surface mesh patch"/>
              <p:cNvSpPr/>
              <p:nvPr/>
            </p:nvSpPr>
            <p:spPr>
              <a:xfrm>
                <a:off x="12180475" y="1601914"/>
                <a:ext cx="50120" cy="28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1">
                    <a:moveTo>
                      <a:pt x="0" y="1405"/>
                    </a:moveTo>
                    <a:lnTo>
                      <a:pt x="2875" y="3011"/>
                    </a:lnTo>
                    <a:lnTo>
                      <a:pt x="5262" y="15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19" name="Surface mesh patch"/>
              <p:cNvSpPr/>
              <p:nvPr/>
            </p:nvSpPr>
            <p:spPr>
              <a:xfrm>
                <a:off x="12230594" y="1602676"/>
                <a:ext cx="50120" cy="21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5">
                    <a:moveTo>
                      <a:pt x="0" y="1488"/>
                    </a:moveTo>
                    <a:lnTo>
                      <a:pt x="2875" y="2285"/>
                    </a:lnTo>
                    <a:lnTo>
                      <a:pt x="5262" y="7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0" name="Surface mesh patch"/>
              <p:cNvSpPr/>
              <p:nvPr/>
            </p:nvSpPr>
            <p:spPr>
              <a:xfrm>
                <a:off x="12280714" y="1594196"/>
                <a:ext cx="50120" cy="177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1607"/>
                    </a:moveTo>
                    <a:lnTo>
                      <a:pt x="2875" y="1861"/>
                    </a:lnTo>
                    <a:lnTo>
                      <a:pt x="5262" y="1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1" name="Surface mesh patch"/>
              <p:cNvSpPr/>
              <p:nvPr/>
            </p:nvSpPr>
            <p:spPr>
              <a:xfrm>
                <a:off x="12330834" y="1579802"/>
                <a:ext cx="50120" cy="16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5">
                    <a:moveTo>
                      <a:pt x="0" y="1705"/>
                    </a:moveTo>
                    <a:lnTo>
                      <a:pt x="2875" y="1692"/>
                    </a:lnTo>
                    <a:lnTo>
                      <a:pt x="5262" y="0"/>
                    </a:lnTo>
                    <a:lnTo>
                      <a:pt x="2387" y="21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2" name="Surface mesh patch"/>
              <p:cNvSpPr/>
              <p:nvPr/>
            </p:nvSpPr>
            <p:spPr>
              <a:xfrm>
                <a:off x="12380953" y="1563806"/>
                <a:ext cx="50120" cy="159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9">
                    <a:moveTo>
                      <a:pt x="0" y="1679"/>
                    </a:moveTo>
                    <a:lnTo>
                      <a:pt x="2875" y="1654"/>
                    </a:lnTo>
                    <a:lnTo>
                      <a:pt x="5262" y="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3" name="Surface mesh patch"/>
              <p:cNvSpPr/>
              <p:nvPr/>
            </p:nvSpPr>
            <p:spPr>
              <a:xfrm>
                <a:off x="12431073" y="1549013"/>
                <a:ext cx="50120" cy="16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1">
                    <a:moveTo>
                      <a:pt x="0" y="1582"/>
                    </a:moveTo>
                    <a:lnTo>
                      <a:pt x="2875" y="1761"/>
                    </a:lnTo>
                    <a:lnTo>
                      <a:pt x="5262" y="2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4" name="Surface mesh patch"/>
              <p:cNvSpPr/>
              <p:nvPr/>
            </p:nvSpPr>
            <p:spPr>
              <a:xfrm>
                <a:off x="11004991" y="1611936"/>
                <a:ext cx="50120" cy="13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3">
                    <a:moveTo>
                      <a:pt x="0" y="833"/>
                    </a:moveTo>
                    <a:lnTo>
                      <a:pt x="2875" y="1393"/>
                    </a:lnTo>
                    <a:lnTo>
                      <a:pt x="5262" y="7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5" name="Surface mesh patch"/>
              <p:cNvSpPr/>
              <p:nvPr/>
            </p:nvSpPr>
            <p:spPr>
              <a:xfrm>
                <a:off x="11055111" y="1615602"/>
                <a:ext cx="50120" cy="14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9">
                    <a:moveTo>
                      <a:pt x="0" y="362"/>
                    </a:moveTo>
                    <a:lnTo>
                      <a:pt x="2875" y="1529"/>
                    </a:lnTo>
                    <a:lnTo>
                      <a:pt x="5262" y="14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6" name="Surface mesh patch"/>
              <p:cNvSpPr/>
              <p:nvPr/>
            </p:nvSpPr>
            <p:spPr>
              <a:xfrm>
                <a:off x="11105230" y="1629289"/>
                <a:ext cx="50120" cy="239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6">
                    <a:moveTo>
                      <a:pt x="0" y="0"/>
                    </a:moveTo>
                    <a:lnTo>
                      <a:pt x="2875" y="1916"/>
                    </a:lnTo>
                    <a:lnTo>
                      <a:pt x="5262" y="2516"/>
                    </a:lnTo>
                    <a:lnTo>
                      <a:pt x="2387" y="241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7" name="Surface mesh patch"/>
              <p:cNvSpPr/>
              <p:nvPr/>
            </p:nvSpPr>
            <p:spPr>
              <a:xfrm>
                <a:off x="11155350" y="1653250"/>
                <a:ext cx="50120" cy="39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40">
                    <a:moveTo>
                      <a:pt x="0" y="0"/>
                    </a:moveTo>
                    <a:lnTo>
                      <a:pt x="2875" y="2753"/>
                    </a:lnTo>
                    <a:lnTo>
                      <a:pt x="5262" y="4140"/>
                    </a:lnTo>
                    <a:lnTo>
                      <a:pt x="2387" y="944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8" name="Surface mesh patch"/>
              <p:cNvSpPr/>
              <p:nvPr/>
            </p:nvSpPr>
            <p:spPr>
              <a:xfrm>
                <a:off x="11205470" y="1692680"/>
                <a:ext cx="50120" cy="548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63">
                    <a:moveTo>
                      <a:pt x="0" y="0"/>
                    </a:moveTo>
                    <a:lnTo>
                      <a:pt x="2875" y="3603"/>
                    </a:lnTo>
                    <a:lnTo>
                      <a:pt x="5262" y="5763"/>
                    </a:lnTo>
                    <a:lnTo>
                      <a:pt x="2387" y="1662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29" name="Surface mesh patch"/>
              <p:cNvSpPr/>
              <p:nvPr/>
            </p:nvSpPr>
            <p:spPr>
              <a:xfrm>
                <a:off x="11255589" y="1747570"/>
                <a:ext cx="50120" cy="675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7">
                    <a:moveTo>
                      <a:pt x="0" y="0"/>
                    </a:moveTo>
                    <a:lnTo>
                      <a:pt x="2875" y="4349"/>
                    </a:lnTo>
                    <a:lnTo>
                      <a:pt x="5262" y="7087"/>
                    </a:lnTo>
                    <a:lnTo>
                      <a:pt x="2387" y="2242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0" name="Surface mesh patch"/>
              <p:cNvSpPr/>
              <p:nvPr/>
            </p:nvSpPr>
            <p:spPr>
              <a:xfrm>
                <a:off x="11305709" y="1815073"/>
                <a:ext cx="50120" cy="735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27">
                    <a:moveTo>
                      <a:pt x="0" y="0"/>
                    </a:moveTo>
                    <a:lnTo>
                      <a:pt x="2875" y="4844"/>
                    </a:lnTo>
                    <a:lnTo>
                      <a:pt x="5262" y="7727"/>
                    </a:lnTo>
                    <a:lnTo>
                      <a:pt x="2387" y="2468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1" name="Surface mesh patch"/>
              <p:cNvSpPr/>
              <p:nvPr/>
            </p:nvSpPr>
            <p:spPr>
              <a:xfrm>
                <a:off x="11355829" y="1888671"/>
                <a:ext cx="50120" cy="695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07">
                    <a:moveTo>
                      <a:pt x="0" y="0"/>
                    </a:moveTo>
                    <a:lnTo>
                      <a:pt x="2875" y="4931"/>
                    </a:lnTo>
                    <a:lnTo>
                      <a:pt x="5262" y="7307"/>
                    </a:lnTo>
                    <a:lnTo>
                      <a:pt x="2387" y="2121"/>
                    </a:lnTo>
                    <a:close/>
                  </a:path>
                </a:pathLst>
              </a:custGeom>
              <a:solidFill>
                <a:srgbClr val="657ff3"/>
              </a:solidFill>
              <a:ln w="3334" cap="flat" cmpd="sng" algn="ctr">
                <a:solidFill>
                  <a:srgbClr val="657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2" name="Surface mesh patch"/>
              <p:cNvSpPr/>
              <p:nvPr/>
            </p:nvSpPr>
            <p:spPr>
              <a:xfrm>
                <a:off x="11405948" y="1958266"/>
                <a:ext cx="50120" cy="534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2">
                    <a:moveTo>
                      <a:pt x="0" y="0"/>
                    </a:moveTo>
                    <a:lnTo>
                      <a:pt x="2875" y="4497"/>
                    </a:lnTo>
                    <a:lnTo>
                      <a:pt x="5262" y="5612"/>
                    </a:lnTo>
                    <a:lnTo>
                      <a:pt x="2387" y="1062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3" name="Surface mesh patch"/>
              <p:cNvSpPr/>
              <p:nvPr/>
            </p:nvSpPr>
            <p:spPr>
              <a:xfrm>
                <a:off x="11456068" y="2005288"/>
                <a:ext cx="50120" cy="40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09">
                    <a:moveTo>
                      <a:pt x="0" y="675"/>
                    </a:moveTo>
                    <a:lnTo>
                      <a:pt x="2875" y="4209"/>
                    </a:lnTo>
                    <a:lnTo>
                      <a:pt x="5262" y="34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b50e2"/>
              </a:solidFill>
              <a:ln w="3334" cap="flat" cmpd="sng" algn="ctr">
                <a:solidFill>
                  <a:srgbClr val="3b50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4" name="Surface mesh patch"/>
              <p:cNvSpPr/>
              <p:nvPr/>
            </p:nvSpPr>
            <p:spPr>
              <a:xfrm>
                <a:off x="11506188" y="2010473"/>
                <a:ext cx="50120" cy="47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5">
                    <a:moveTo>
                      <a:pt x="0" y="2858"/>
                    </a:moveTo>
                    <a:lnTo>
                      <a:pt x="2875" y="5035"/>
                    </a:lnTo>
                    <a:lnTo>
                      <a:pt x="5262" y="19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74be0"/>
              </a:solidFill>
              <a:ln w="3334" cap="flat" cmpd="sng" algn="ctr">
                <a:solidFill>
                  <a:srgbClr val="374b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5" name="Surface mesh patch"/>
              <p:cNvSpPr/>
              <p:nvPr/>
            </p:nvSpPr>
            <p:spPr>
              <a:xfrm>
                <a:off x="11556307" y="1980345"/>
                <a:ext cx="50120" cy="553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07">
                    <a:moveTo>
                      <a:pt x="0" y="5110"/>
                    </a:moveTo>
                    <a:lnTo>
                      <a:pt x="2875" y="5807"/>
                    </a:lnTo>
                    <a:lnTo>
                      <a:pt x="5262" y="4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156e4"/>
              </a:solidFill>
              <a:ln w="3334" cap="flat" cmpd="sng" algn="ctr">
                <a:solidFill>
                  <a:srgbClr val="4156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6" name="Surface mesh patch"/>
              <p:cNvSpPr/>
              <p:nvPr/>
            </p:nvSpPr>
            <p:spPr>
              <a:xfrm>
                <a:off x="11606427" y="1912575"/>
                <a:ext cx="50120" cy="725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14">
                    <a:moveTo>
                      <a:pt x="0" y="7614"/>
                    </a:moveTo>
                    <a:lnTo>
                      <a:pt x="2875" y="7057"/>
                    </a:lnTo>
                    <a:lnTo>
                      <a:pt x="5262" y="0"/>
                    </a:lnTo>
                    <a:lnTo>
                      <a:pt x="2387" y="587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7" name="Surface mesh patch"/>
              <p:cNvSpPr/>
              <p:nvPr/>
            </p:nvSpPr>
            <p:spPr>
              <a:xfrm>
                <a:off x="11656547" y="1823811"/>
                <a:ext cx="50120" cy="887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9">
                    <a:moveTo>
                      <a:pt x="0" y="9319"/>
                    </a:moveTo>
                    <a:lnTo>
                      <a:pt x="2875" y="8054"/>
                    </a:lnTo>
                    <a:lnTo>
                      <a:pt x="5262" y="0"/>
                    </a:lnTo>
                    <a:lnTo>
                      <a:pt x="2387" y="1013"/>
                    </a:lnTo>
                    <a:close/>
                  </a:path>
                </a:pathLst>
              </a:custGeom>
              <a:solidFill>
                <a:srgbClr val="7794fa"/>
              </a:solidFill>
              <a:ln w="3334" cap="flat" cmpd="sng" algn="ctr">
                <a:solidFill>
                  <a:srgbClr val="779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8" name="Surface mesh patch"/>
              <p:cNvSpPr/>
              <p:nvPr/>
            </p:nvSpPr>
            <p:spPr>
              <a:xfrm>
                <a:off x="11706666" y="1733833"/>
                <a:ext cx="50120" cy="899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6">
                    <a:moveTo>
                      <a:pt x="0" y="9446"/>
                    </a:moveTo>
                    <a:lnTo>
                      <a:pt x="2875" y="8217"/>
                    </a:lnTo>
                    <a:lnTo>
                      <a:pt x="5262" y="0"/>
                    </a:lnTo>
                    <a:lnTo>
                      <a:pt x="2387" y="634"/>
                    </a:lnTo>
                    <a:close/>
                  </a:path>
                </a:pathLst>
              </a:custGeom>
              <a:solidFill>
                <a:srgbClr val="92b0fd"/>
              </a:solidFill>
              <a:ln w="3334" cap="flat" cmpd="sng" algn="ctr">
                <a:solidFill>
                  <a:srgbClr val="92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39" name="Surface mesh patch"/>
              <p:cNvSpPr/>
              <p:nvPr/>
            </p:nvSpPr>
            <p:spPr>
              <a:xfrm>
                <a:off x="11756786" y="1652189"/>
                <a:ext cx="50120" cy="81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2">
                    <a:moveTo>
                      <a:pt x="0" y="8572"/>
                    </a:moveTo>
                    <a:lnTo>
                      <a:pt x="2875" y="8113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0" name="Surface mesh patch"/>
              <p:cNvSpPr/>
              <p:nvPr/>
            </p:nvSpPr>
            <p:spPr>
              <a:xfrm>
                <a:off x="11806905" y="1583157"/>
                <a:ext cx="50120" cy="813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43">
                    <a:moveTo>
                      <a:pt x="0" y="7722"/>
                    </a:moveTo>
                    <a:lnTo>
                      <a:pt x="2875" y="8543"/>
                    </a:lnTo>
                    <a:lnTo>
                      <a:pt x="5262" y="20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1" name="Surface mesh patch"/>
              <p:cNvSpPr/>
              <p:nvPr/>
            </p:nvSpPr>
            <p:spPr>
              <a:xfrm>
                <a:off x="11857025" y="1540693"/>
                <a:ext cx="50120" cy="828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4">
                    <a:moveTo>
                      <a:pt x="0" y="6468"/>
                    </a:moveTo>
                    <a:lnTo>
                      <a:pt x="2875" y="8694"/>
                    </a:lnTo>
                    <a:lnTo>
                      <a:pt x="5262" y="35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2" name="Surface mesh patch"/>
              <p:cNvSpPr/>
              <p:nvPr/>
            </p:nvSpPr>
            <p:spPr>
              <a:xfrm>
                <a:off x="11907145" y="1526186"/>
                <a:ext cx="50120" cy="79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96">
                    <a:moveTo>
                      <a:pt x="0" y="5045"/>
                    </a:moveTo>
                    <a:lnTo>
                      <a:pt x="2875" y="8396"/>
                    </a:lnTo>
                    <a:lnTo>
                      <a:pt x="5262" y="45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3" name="Surface mesh patch"/>
              <p:cNvSpPr/>
              <p:nvPr/>
            </p:nvSpPr>
            <p:spPr>
              <a:xfrm>
                <a:off x="11957264" y="1534628"/>
                <a:ext cx="50120" cy="72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08">
                    <a:moveTo>
                      <a:pt x="0" y="3688"/>
                    </a:moveTo>
                    <a:lnTo>
                      <a:pt x="2875" y="7608"/>
                    </a:lnTo>
                    <a:lnTo>
                      <a:pt x="5262" y="4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4" name="Surface mesh patch"/>
              <p:cNvSpPr/>
              <p:nvPr/>
            </p:nvSpPr>
            <p:spPr>
              <a:xfrm>
                <a:off x="12007384" y="1556766"/>
                <a:ext cx="50120" cy="61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2">
                    <a:moveTo>
                      <a:pt x="0" y="2588"/>
                    </a:moveTo>
                    <a:lnTo>
                      <a:pt x="2875" y="6452"/>
                    </a:lnTo>
                    <a:lnTo>
                      <a:pt x="5262" y="45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5" name="Surface mesh patch"/>
              <p:cNvSpPr/>
              <p:nvPr/>
            </p:nvSpPr>
            <p:spPr>
              <a:xfrm>
                <a:off x="12057504" y="1582421"/>
                <a:ext cx="50120" cy="49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61">
                    <a:moveTo>
                      <a:pt x="0" y="1849"/>
                    </a:moveTo>
                    <a:lnTo>
                      <a:pt x="2875" y="5161"/>
                    </a:lnTo>
                    <a:lnTo>
                      <a:pt x="5262" y="36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6" name="Surface mesh patch"/>
              <p:cNvSpPr/>
              <p:nvPr/>
            </p:nvSpPr>
            <p:spPr>
              <a:xfrm>
                <a:off x="12107623" y="1603459"/>
                <a:ext cx="50120" cy="37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3">
                    <a:moveTo>
                      <a:pt x="0" y="1470"/>
                    </a:moveTo>
                    <a:lnTo>
                      <a:pt x="2875" y="3963"/>
                    </a:lnTo>
                    <a:lnTo>
                      <a:pt x="5262" y="26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7" name="Surface mesh patch"/>
              <p:cNvSpPr/>
              <p:nvPr/>
            </p:nvSpPr>
            <p:spPr>
              <a:xfrm>
                <a:off x="12157743" y="1615302"/>
                <a:ext cx="50120" cy="28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01">
                    <a:moveTo>
                      <a:pt x="0" y="1373"/>
                    </a:moveTo>
                    <a:lnTo>
                      <a:pt x="2875" y="3001"/>
                    </a:lnTo>
                    <a:lnTo>
                      <a:pt x="5262" y="16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8" name="Surface mesh patch"/>
              <p:cNvSpPr/>
              <p:nvPr/>
            </p:nvSpPr>
            <p:spPr>
              <a:xfrm>
                <a:off x="12207863" y="1616851"/>
                <a:ext cx="50120" cy="22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0">
                    <a:moveTo>
                      <a:pt x="0" y="1443"/>
                    </a:moveTo>
                    <a:lnTo>
                      <a:pt x="2875" y="2320"/>
                    </a:lnTo>
                    <a:lnTo>
                      <a:pt x="5262" y="7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49" name="Surface mesh patch"/>
              <p:cNvSpPr/>
              <p:nvPr/>
            </p:nvSpPr>
            <p:spPr>
              <a:xfrm>
                <a:off x="12257982" y="1609503"/>
                <a:ext cx="50120" cy="180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6">
                    <a:moveTo>
                      <a:pt x="0" y="1568"/>
                    </a:moveTo>
                    <a:lnTo>
                      <a:pt x="2875" y="1896"/>
                    </a:lnTo>
                    <a:lnTo>
                      <a:pt x="5262" y="2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0" name="Surface mesh patch"/>
              <p:cNvSpPr/>
              <p:nvPr/>
            </p:nvSpPr>
            <p:spPr>
              <a:xfrm>
                <a:off x="12308102" y="1595920"/>
                <a:ext cx="50120" cy="16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4">
                    <a:moveTo>
                      <a:pt x="0" y="1680"/>
                    </a:moveTo>
                    <a:lnTo>
                      <a:pt x="2875" y="1694"/>
                    </a:lnTo>
                    <a:lnTo>
                      <a:pt x="5262" y="0"/>
                    </a:lnTo>
                    <a:lnTo>
                      <a:pt x="2387" y="13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1" name="Surface mesh patch"/>
              <p:cNvSpPr/>
              <p:nvPr/>
            </p:nvSpPr>
            <p:spPr>
              <a:xfrm>
                <a:off x="12358222" y="1579561"/>
                <a:ext cx="50120" cy="163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7">
                    <a:moveTo>
                      <a:pt x="0" y="1717"/>
                    </a:moveTo>
                    <a:lnTo>
                      <a:pt x="2875" y="1658"/>
                    </a:lnTo>
                    <a:lnTo>
                      <a:pt x="5262" y="0"/>
                    </a:lnTo>
                    <a:lnTo>
                      <a:pt x="2387" y="25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2" name="Surface mesh patch"/>
              <p:cNvSpPr/>
              <p:nvPr/>
            </p:nvSpPr>
            <p:spPr>
              <a:xfrm>
                <a:off x="12408341" y="1564085"/>
                <a:ext cx="50120" cy="162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1">
                    <a:moveTo>
                      <a:pt x="0" y="1625"/>
                    </a:moveTo>
                    <a:lnTo>
                      <a:pt x="2875" y="1711"/>
                    </a:lnTo>
                    <a:lnTo>
                      <a:pt x="5262" y="1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7"/>
              </a:solidFill>
              <a:ln w="3334" cap="flat" cmpd="sng" algn="ctr">
                <a:solidFill>
                  <a:srgbClr val="c9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3" name="Surface mesh patch"/>
              <p:cNvSpPr/>
              <p:nvPr/>
            </p:nvSpPr>
            <p:spPr>
              <a:xfrm>
                <a:off x="11032379" y="1619046"/>
                <a:ext cx="50120" cy="15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8">
                    <a:moveTo>
                      <a:pt x="0" y="647"/>
                    </a:moveTo>
                    <a:lnTo>
                      <a:pt x="2875" y="1578"/>
                    </a:lnTo>
                    <a:lnTo>
                      <a:pt x="5262" y="1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4" name="Surface mesh patch"/>
              <p:cNvSpPr/>
              <p:nvPr/>
            </p:nvSpPr>
            <p:spPr>
              <a:xfrm>
                <a:off x="11082499" y="1629289"/>
                <a:ext cx="50120" cy="182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6">
                    <a:moveTo>
                      <a:pt x="0" y="92"/>
                    </a:moveTo>
                    <a:lnTo>
                      <a:pt x="2875" y="1690"/>
                    </a:lnTo>
                    <a:lnTo>
                      <a:pt x="5262" y="19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5" name="Surface mesh patch"/>
              <p:cNvSpPr/>
              <p:nvPr/>
            </p:nvSpPr>
            <p:spPr>
              <a:xfrm>
                <a:off x="11132618" y="1647536"/>
                <a:ext cx="50120" cy="31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53">
                    <a:moveTo>
                      <a:pt x="0" y="0"/>
                    </a:moveTo>
                    <a:lnTo>
                      <a:pt x="2875" y="2351"/>
                    </a:lnTo>
                    <a:lnTo>
                      <a:pt x="5262" y="3353"/>
                    </a:lnTo>
                    <a:lnTo>
                      <a:pt x="2387" y="60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6" name="Surface mesh patch"/>
              <p:cNvSpPr/>
              <p:nvPr/>
            </p:nvSpPr>
            <p:spPr>
              <a:xfrm>
                <a:off x="11182738" y="1679477"/>
                <a:ext cx="50120" cy="47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9">
                    <a:moveTo>
                      <a:pt x="0" y="0"/>
                    </a:moveTo>
                    <a:lnTo>
                      <a:pt x="2875" y="3128"/>
                    </a:lnTo>
                    <a:lnTo>
                      <a:pt x="5262" y="4989"/>
                    </a:lnTo>
                    <a:lnTo>
                      <a:pt x="2387" y="1386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7" name="Surface mesh patch"/>
              <p:cNvSpPr/>
              <p:nvPr/>
            </p:nvSpPr>
            <p:spPr>
              <a:xfrm>
                <a:off x="11232858" y="1726994"/>
                <a:ext cx="50120" cy="61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9">
                    <a:moveTo>
                      <a:pt x="0" y="0"/>
                    </a:moveTo>
                    <a:lnTo>
                      <a:pt x="2875" y="3839"/>
                    </a:lnTo>
                    <a:lnTo>
                      <a:pt x="5262" y="6509"/>
                    </a:lnTo>
                    <a:lnTo>
                      <a:pt x="2387" y="216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8" name="Surface mesh patch"/>
              <p:cNvSpPr/>
              <p:nvPr/>
            </p:nvSpPr>
            <p:spPr>
              <a:xfrm>
                <a:off x="11282977" y="1788992"/>
                <a:ext cx="50120" cy="722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82">
                    <a:moveTo>
                      <a:pt x="0" y="0"/>
                    </a:moveTo>
                    <a:lnTo>
                      <a:pt x="2875" y="4364"/>
                    </a:lnTo>
                    <a:lnTo>
                      <a:pt x="5262" y="7582"/>
                    </a:lnTo>
                    <a:lnTo>
                      <a:pt x="2387" y="2738"/>
                    </a:lnTo>
                    <a:close/>
                  </a:path>
                </a:pathLst>
              </a:custGeom>
              <a:solidFill>
                <a:srgbClr val="8ca9fd"/>
              </a:solidFill>
              <a:ln w="3334" cap="flat" cmpd="sng" algn="ctr">
                <a:solidFill>
                  <a:srgbClr val="8c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59" name="Surface mesh patch"/>
              <p:cNvSpPr/>
              <p:nvPr/>
            </p:nvSpPr>
            <p:spPr>
              <a:xfrm>
                <a:off x="11333097" y="1861211"/>
                <a:ext cx="50120" cy="744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14">
                    <a:moveTo>
                      <a:pt x="0" y="0"/>
                    </a:moveTo>
                    <a:lnTo>
                      <a:pt x="2875" y="4561"/>
                    </a:lnTo>
                    <a:lnTo>
                      <a:pt x="5262" y="7814"/>
                    </a:lnTo>
                    <a:lnTo>
                      <a:pt x="2387" y="2883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0" name="Surface mesh patch"/>
              <p:cNvSpPr/>
              <p:nvPr/>
            </p:nvSpPr>
            <p:spPr>
              <a:xfrm>
                <a:off x="11383216" y="1935640"/>
                <a:ext cx="50120" cy="65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3">
                    <a:moveTo>
                      <a:pt x="0" y="0"/>
                    </a:moveTo>
                    <a:lnTo>
                      <a:pt x="2875" y="4300"/>
                    </a:lnTo>
                    <a:lnTo>
                      <a:pt x="5262" y="6873"/>
                    </a:lnTo>
                    <a:lnTo>
                      <a:pt x="2387" y="2375"/>
                    </a:lnTo>
                    <a:close/>
                  </a:path>
                </a:pathLst>
              </a:custGeom>
              <a:solidFill>
                <a:srgbClr val="576fed"/>
              </a:solidFill>
              <a:ln w="3334" cap="flat" cmpd="sng" algn="ctr">
                <a:solidFill>
                  <a:srgbClr val="576f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1" name="Surface mesh patch"/>
              <p:cNvSpPr/>
              <p:nvPr/>
            </p:nvSpPr>
            <p:spPr>
              <a:xfrm>
                <a:off x="11433336" y="2001104"/>
                <a:ext cx="50120" cy="442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8">
                    <a:moveTo>
                      <a:pt x="0" y="0"/>
                    </a:moveTo>
                    <a:lnTo>
                      <a:pt x="2875" y="3524"/>
                    </a:lnTo>
                    <a:lnTo>
                      <a:pt x="5262" y="4648"/>
                    </a:lnTo>
                    <a:lnTo>
                      <a:pt x="2387" y="1114"/>
                    </a:lnTo>
                    <a:close/>
                  </a:path>
                </a:pathLst>
              </a:custGeom>
              <a:solidFill>
                <a:srgbClr val="4055e4"/>
              </a:solidFill>
              <a:ln w="3334" cap="flat" cmpd="sng" algn="ctr">
                <a:solidFill>
                  <a:srgbClr val="4055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2" name="Surface mesh patch"/>
              <p:cNvSpPr/>
              <p:nvPr/>
            </p:nvSpPr>
            <p:spPr>
              <a:xfrm>
                <a:off x="11483456" y="2037697"/>
                <a:ext cx="50120" cy="29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0">
                    <a:moveTo>
                      <a:pt x="0" y="807"/>
                    </a:moveTo>
                    <a:lnTo>
                      <a:pt x="2875" y="3110"/>
                    </a:lnTo>
                    <a:lnTo>
                      <a:pt x="5262" y="21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448df"/>
              </a:solidFill>
              <a:ln w="3334" cap="flat" cmpd="sng" algn="ctr">
                <a:solidFill>
                  <a:srgbClr val="3448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3" name="Surface mesh patch"/>
              <p:cNvSpPr/>
              <p:nvPr/>
            </p:nvSpPr>
            <p:spPr>
              <a:xfrm>
                <a:off x="11533575" y="2029017"/>
                <a:ext cx="50120" cy="375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37">
                    <a:moveTo>
                      <a:pt x="0" y="3088"/>
                    </a:moveTo>
                    <a:lnTo>
                      <a:pt x="2875" y="3937"/>
                    </a:lnTo>
                    <a:lnTo>
                      <a:pt x="5262" y="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549e0"/>
              </a:solidFill>
              <a:ln w="3334" cap="flat" cmpd="sng" algn="ctr">
                <a:solidFill>
                  <a:srgbClr val="3549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4" name="Surface mesh patch"/>
              <p:cNvSpPr/>
              <p:nvPr/>
            </p:nvSpPr>
            <p:spPr>
              <a:xfrm>
                <a:off x="11583695" y="1979789"/>
                <a:ext cx="50120" cy="55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66">
                    <a:moveTo>
                      <a:pt x="0" y="5866"/>
                    </a:moveTo>
                    <a:lnTo>
                      <a:pt x="2875" y="5344"/>
                    </a:lnTo>
                    <a:lnTo>
                      <a:pt x="5262" y="0"/>
                    </a:lnTo>
                    <a:lnTo>
                      <a:pt x="2387" y="557"/>
                    </a:lnTo>
                    <a:close/>
                  </a:path>
                </a:pathLst>
              </a:custGeom>
              <a:solidFill>
                <a:srgbClr val="455ae6"/>
              </a:solidFill>
              <a:ln w="3334" cap="flat" cmpd="sng" algn="ctr">
                <a:solidFill>
                  <a:srgbClr val="45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5" name="Surface mesh patch"/>
              <p:cNvSpPr/>
              <p:nvPr/>
            </p:nvSpPr>
            <p:spPr>
              <a:xfrm>
                <a:off x="11633815" y="1900530"/>
                <a:ext cx="50120" cy="79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21">
                    <a:moveTo>
                      <a:pt x="0" y="8321"/>
                    </a:moveTo>
                    <a:lnTo>
                      <a:pt x="2875" y="6850"/>
                    </a:lnTo>
                    <a:lnTo>
                      <a:pt x="5262" y="0"/>
                    </a:lnTo>
                    <a:lnTo>
                      <a:pt x="2387" y="1265"/>
                    </a:lnTo>
                    <a:close/>
                  </a:path>
                </a:pathLst>
              </a:custGeom>
              <a:solidFill>
                <a:srgbClr val="5f78f0"/>
              </a:solidFill>
              <a:ln w="3334" cap="flat" cmpd="sng" algn="ctr">
                <a:solidFill>
                  <a:srgbClr val="5f78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6" name="Surface mesh patch"/>
              <p:cNvSpPr/>
              <p:nvPr/>
            </p:nvSpPr>
            <p:spPr>
              <a:xfrm>
                <a:off x="11683934" y="1812104"/>
                <a:ext cx="50120" cy="88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84">
                    <a:moveTo>
                      <a:pt x="0" y="9284"/>
                    </a:moveTo>
                    <a:lnTo>
                      <a:pt x="2875" y="7529"/>
                    </a:lnTo>
                    <a:lnTo>
                      <a:pt x="5262" y="0"/>
                    </a:lnTo>
                    <a:lnTo>
                      <a:pt x="2387" y="1229"/>
                    </a:lnTo>
                    <a:close/>
                  </a:path>
                </a:pathLst>
              </a:custGeom>
              <a:solidFill>
                <a:srgbClr val="809dfd"/>
              </a:solidFill>
              <a:ln w="3334" cap="flat" cmpd="sng" algn="ctr">
                <a:solidFill>
                  <a:srgbClr val="80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7" name="Surface mesh patch"/>
              <p:cNvSpPr/>
              <p:nvPr/>
            </p:nvSpPr>
            <p:spPr>
              <a:xfrm>
                <a:off x="11734054" y="1729468"/>
                <a:ext cx="50120" cy="826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6">
                    <a:moveTo>
                      <a:pt x="0" y="8676"/>
                    </a:moveTo>
                    <a:lnTo>
                      <a:pt x="2875" y="7367"/>
                    </a:lnTo>
                    <a:lnTo>
                      <a:pt x="5262" y="0"/>
                    </a:lnTo>
                    <a:lnTo>
                      <a:pt x="2387" y="458"/>
                    </a:lnTo>
                    <a:close/>
                  </a:path>
                </a:pathLst>
              </a:custGeom>
              <a:solidFill>
                <a:srgbClr val="97b5fd"/>
              </a:solidFill>
              <a:ln w="3334" cap="flat" cmpd="sng" algn="ctr">
                <a:solidFill>
                  <a:srgbClr val="97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8" name="Surface mesh patch"/>
              <p:cNvSpPr/>
              <p:nvPr/>
            </p:nvSpPr>
            <p:spPr>
              <a:xfrm>
                <a:off x="11784174" y="1656710"/>
                <a:ext cx="50120" cy="72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39">
                    <a:moveTo>
                      <a:pt x="0" y="7639"/>
                    </a:moveTo>
                    <a:lnTo>
                      <a:pt x="2875" y="7358"/>
                    </a:lnTo>
                    <a:lnTo>
                      <a:pt x="5262" y="8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69" name="Surface mesh patch"/>
              <p:cNvSpPr/>
              <p:nvPr/>
            </p:nvSpPr>
            <p:spPr>
              <a:xfrm>
                <a:off x="11834293" y="1602301"/>
                <a:ext cx="50120" cy="71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42">
                    <a:moveTo>
                      <a:pt x="0" y="6533"/>
                    </a:moveTo>
                    <a:lnTo>
                      <a:pt x="2875" y="7542"/>
                    </a:lnTo>
                    <a:lnTo>
                      <a:pt x="5262" y="2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0" name="Surface mesh patch"/>
              <p:cNvSpPr/>
              <p:nvPr/>
            </p:nvSpPr>
            <p:spPr>
              <a:xfrm>
                <a:off x="11884413" y="1574239"/>
                <a:ext cx="50120" cy="70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8">
                    <a:moveTo>
                      <a:pt x="0" y="5172"/>
                    </a:moveTo>
                    <a:lnTo>
                      <a:pt x="2875" y="7358"/>
                    </a:lnTo>
                    <a:lnTo>
                      <a:pt x="5262" y="33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1" name="Surface mesh patch"/>
              <p:cNvSpPr/>
              <p:nvPr/>
            </p:nvSpPr>
            <p:spPr>
              <a:xfrm>
                <a:off x="11934533" y="1569757"/>
                <a:ext cx="50120" cy="645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75">
                    <a:moveTo>
                      <a:pt x="0" y="3822"/>
                    </a:moveTo>
                    <a:lnTo>
                      <a:pt x="2875" y="6775"/>
                    </a:lnTo>
                    <a:lnTo>
                      <a:pt x="5262" y="3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2" name="Surface mesh patch"/>
              <p:cNvSpPr/>
              <p:nvPr/>
            </p:nvSpPr>
            <p:spPr>
              <a:xfrm>
                <a:off x="11984652" y="1581420"/>
                <a:ext cx="50120" cy="559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77">
                    <a:moveTo>
                      <a:pt x="0" y="2695"/>
                    </a:moveTo>
                    <a:lnTo>
                      <a:pt x="2875" y="5877"/>
                    </a:lnTo>
                    <a:lnTo>
                      <a:pt x="5262" y="3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3" name="Surface mesh patch"/>
              <p:cNvSpPr/>
              <p:nvPr/>
            </p:nvSpPr>
            <p:spPr>
              <a:xfrm>
                <a:off x="12034772" y="1600030"/>
                <a:ext cx="50120" cy="46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5">
                    <a:moveTo>
                      <a:pt x="0" y="1910"/>
                    </a:moveTo>
                    <a:lnTo>
                      <a:pt x="2875" y="4835"/>
                    </a:lnTo>
                    <a:lnTo>
                      <a:pt x="5262" y="3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4" name="Surface mesh patch"/>
              <p:cNvSpPr/>
              <p:nvPr/>
            </p:nvSpPr>
            <p:spPr>
              <a:xfrm>
                <a:off x="12084891" y="1617461"/>
                <a:ext cx="50120" cy="36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8">
                    <a:moveTo>
                      <a:pt x="0" y="1482"/>
                    </a:moveTo>
                    <a:lnTo>
                      <a:pt x="2875" y="3828"/>
                    </a:lnTo>
                    <a:lnTo>
                      <a:pt x="5262" y="24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5" name="Surface mesh patch"/>
              <p:cNvSpPr/>
              <p:nvPr/>
            </p:nvSpPr>
            <p:spPr>
              <a:xfrm>
                <a:off x="12135011" y="1628380"/>
                <a:ext cx="50120" cy="28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84">
                    <a:moveTo>
                      <a:pt x="0" y="1346"/>
                    </a:moveTo>
                    <a:lnTo>
                      <a:pt x="2875" y="2984"/>
                    </a:lnTo>
                    <a:lnTo>
                      <a:pt x="5262" y="16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6" name="Surface mesh patch"/>
              <p:cNvSpPr/>
              <p:nvPr/>
            </p:nvSpPr>
            <p:spPr>
              <a:xfrm>
                <a:off x="12185131" y="1630591"/>
                <a:ext cx="50120" cy="224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4">
                    <a:moveTo>
                      <a:pt x="0" y="1396"/>
                    </a:moveTo>
                    <a:lnTo>
                      <a:pt x="2875" y="2354"/>
                    </a:lnTo>
                    <a:lnTo>
                      <a:pt x="5262" y="8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7" name="Surface mesh patch"/>
              <p:cNvSpPr/>
              <p:nvPr/>
            </p:nvSpPr>
            <p:spPr>
              <a:xfrm>
                <a:off x="12235250" y="1624440"/>
                <a:ext cx="50120" cy="18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5">
                    <a:moveTo>
                      <a:pt x="0" y="1523"/>
                    </a:moveTo>
                    <a:lnTo>
                      <a:pt x="2875" y="1935"/>
                    </a:lnTo>
                    <a:lnTo>
                      <a:pt x="5262" y="3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8" name="Surface mesh patch"/>
              <p:cNvSpPr/>
              <p:nvPr/>
            </p:nvSpPr>
            <p:spPr>
              <a:xfrm>
                <a:off x="12285370" y="1611926"/>
                <a:ext cx="50120" cy="161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1">
                    <a:moveTo>
                      <a:pt x="0" y="1641"/>
                    </a:moveTo>
                    <a:lnTo>
                      <a:pt x="2875" y="1701"/>
                    </a:lnTo>
                    <a:lnTo>
                      <a:pt x="5262" y="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79" name="Surface mesh patch"/>
              <p:cNvSpPr/>
              <p:nvPr/>
            </p:nvSpPr>
            <p:spPr>
              <a:xfrm>
                <a:off x="12335490" y="1595352"/>
                <a:ext cx="50120" cy="167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4">
                    <a:moveTo>
                      <a:pt x="0" y="1754"/>
                    </a:moveTo>
                    <a:lnTo>
                      <a:pt x="2875" y="1681"/>
                    </a:lnTo>
                    <a:lnTo>
                      <a:pt x="5262" y="0"/>
                    </a:lnTo>
                    <a:lnTo>
                      <a:pt x="2387" y="6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0" name="Surface mesh patch"/>
              <p:cNvSpPr/>
              <p:nvPr/>
            </p:nvSpPr>
            <p:spPr>
              <a:xfrm>
                <a:off x="12385609" y="1579561"/>
                <a:ext cx="50120" cy="15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9">
                    <a:moveTo>
                      <a:pt x="0" y="1658"/>
                    </a:moveTo>
                    <a:lnTo>
                      <a:pt x="2875" y="1669"/>
                    </a:lnTo>
                    <a:lnTo>
                      <a:pt x="5262" y="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1" name="Surface mesh patch"/>
              <p:cNvSpPr/>
              <p:nvPr/>
            </p:nvSpPr>
            <p:spPr>
              <a:xfrm>
                <a:off x="11059767" y="1630162"/>
                <a:ext cx="50120" cy="165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4">
                    <a:moveTo>
                      <a:pt x="0" y="411"/>
                    </a:moveTo>
                    <a:lnTo>
                      <a:pt x="2875" y="1734"/>
                    </a:lnTo>
                    <a:lnTo>
                      <a:pt x="5262" y="15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2" name="Surface mesh patch"/>
              <p:cNvSpPr/>
              <p:nvPr/>
            </p:nvSpPr>
            <p:spPr>
              <a:xfrm>
                <a:off x="11109886" y="1645385"/>
                <a:ext cx="50120" cy="24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7">
                    <a:moveTo>
                      <a:pt x="0" y="0"/>
                    </a:moveTo>
                    <a:lnTo>
                      <a:pt x="2875" y="2000"/>
                    </a:lnTo>
                    <a:lnTo>
                      <a:pt x="5262" y="2577"/>
                    </a:lnTo>
                    <a:lnTo>
                      <a:pt x="2387" y="226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3" name="Surface mesh patch"/>
              <p:cNvSpPr/>
              <p:nvPr/>
            </p:nvSpPr>
            <p:spPr>
              <a:xfrm>
                <a:off x="11160006" y="1669933"/>
                <a:ext cx="50120" cy="393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30">
                    <a:moveTo>
                      <a:pt x="0" y="0"/>
                    </a:moveTo>
                    <a:lnTo>
                      <a:pt x="2875" y="2703"/>
                    </a:lnTo>
                    <a:lnTo>
                      <a:pt x="5262" y="4130"/>
                    </a:lnTo>
                    <a:lnTo>
                      <a:pt x="2387" y="1002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4" name="Surface mesh patch"/>
              <p:cNvSpPr/>
              <p:nvPr/>
            </p:nvSpPr>
            <p:spPr>
              <a:xfrm>
                <a:off x="11210126" y="1709272"/>
                <a:ext cx="50120" cy="542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0">
                    <a:moveTo>
                      <a:pt x="0" y="0"/>
                    </a:moveTo>
                    <a:lnTo>
                      <a:pt x="2875" y="3359"/>
                    </a:lnTo>
                    <a:lnTo>
                      <a:pt x="5262" y="5700"/>
                    </a:lnTo>
                    <a:lnTo>
                      <a:pt x="2387" y="1861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5" name="Surface mesh patch"/>
              <p:cNvSpPr/>
              <p:nvPr/>
            </p:nvSpPr>
            <p:spPr>
              <a:xfrm>
                <a:off x="11260245" y="1763563"/>
                <a:ext cx="50120" cy="670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34">
                    <a:moveTo>
                      <a:pt x="0" y="0"/>
                    </a:moveTo>
                    <a:lnTo>
                      <a:pt x="2875" y="3876"/>
                    </a:lnTo>
                    <a:lnTo>
                      <a:pt x="5262" y="7034"/>
                    </a:lnTo>
                    <a:lnTo>
                      <a:pt x="2387" y="267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6" name="Surface mesh patch"/>
              <p:cNvSpPr/>
              <p:nvPr/>
            </p:nvSpPr>
            <p:spPr>
              <a:xfrm>
                <a:off x="11310365" y="1830563"/>
                <a:ext cx="50120" cy="740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78">
                    <a:moveTo>
                      <a:pt x="0" y="0"/>
                    </a:moveTo>
                    <a:lnTo>
                      <a:pt x="2875" y="4132"/>
                    </a:lnTo>
                    <a:lnTo>
                      <a:pt x="5262" y="7778"/>
                    </a:lnTo>
                    <a:lnTo>
                      <a:pt x="2387" y="3218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7" name="Surface mesh patch"/>
              <p:cNvSpPr/>
              <p:nvPr/>
            </p:nvSpPr>
            <p:spPr>
              <a:xfrm>
                <a:off x="11360485" y="1904651"/>
                <a:ext cx="50120" cy="71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53">
                    <a:moveTo>
                      <a:pt x="0" y="0"/>
                    </a:moveTo>
                    <a:lnTo>
                      <a:pt x="2875" y="4002"/>
                    </a:lnTo>
                    <a:lnTo>
                      <a:pt x="5262" y="7553"/>
                    </a:lnTo>
                    <a:lnTo>
                      <a:pt x="2387" y="3253"/>
                    </a:lnTo>
                    <a:close/>
                  </a:path>
                </a:pathLst>
              </a:custGeom>
              <a:solidFill>
                <a:srgbClr val="6681f3"/>
              </a:solidFill>
              <a:ln w="3334" cap="flat" cmpd="sng" algn="ctr">
                <a:solidFill>
                  <a:srgbClr val="6681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8" name="Surface mesh patch"/>
              <p:cNvSpPr/>
              <p:nvPr/>
            </p:nvSpPr>
            <p:spPr>
              <a:xfrm>
                <a:off x="11410604" y="1976593"/>
                <a:ext cx="50120" cy="58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98">
                    <a:moveTo>
                      <a:pt x="0" y="0"/>
                    </a:moveTo>
                    <a:lnTo>
                      <a:pt x="2875" y="3401"/>
                    </a:lnTo>
                    <a:lnTo>
                      <a:pt x="5262" y="6098"/>
                    </a:lnTo>
                    <a:lnTo>
                      <a:pt x="2387" y="2573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89" name="Surface mesh patch"/>
              <p:cNvSpPr/>
              <p:nvPr/>
            </p:nvSpPr>
            <p:spPr>
              <a:xfrm>
                <a:off x="11460724" y="2034674"/>
                <a:ext cx="50120" cy="326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7">
                    <a:moveTo>
                      <a:pt x="0" y="0"/>
                    </a:moveTo>
                    <a:lnTo>
                      <a:pt x="2875" y="2338"/>
                    </a:lnTo>
                    <a:lnTo>
                      <a:pt x="5262" y="3427"/>
                    </a:lnTo>
                    <a:lnTo>
                      <a:pt x="2387" y="1124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0" name="Surface mesh patch"/>
              <p:cNvSpPr/>
              <p:nvPr/>
            </p:nvSpPr>
            <p:spPr>
              <a:xfrm>
                <a:off x="11510844" y="2058432"/>
                <a:ext cx="50120" cy="18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2">
                    <a:moveTo>
                      <a:pt x="0" y="933"/>
                    </a:moveTo>
                    <a:lnTo>
                      <a:pt x="2875" y="1892"/>
                    </a:lnTo>
                    <a:lnTo>
                      <a:pt x="5262" y="8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245de"/>
              </a:solidFill>
              <a:ln w="3334" cap="flat" cmpd="sng" algn="ctr">
                <a:solidFill>
                  <a:srgbClr val="3245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1" name="Surface mesh patch"/>
              <p:cNvSpPr/>
              <p:nvPr/>
            </p:nvSpPr>
            <p:spPr>
              <a:xfrm>
                <a:off x="11560963" y="2030693"/>
                <a:ext cx="50120" cy="35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1">
                    <a:moveTo>
                      <a:pt x="0" y="3761"/>
                    </a:moveTo>
                    <a:lnTo>
                      <a:pt x="2875" y="3294"/>
                    </a:lnTo>
                    <a:lnTo>
                      <a:pt x="5262" y="0"/>
                    </a:lnTo>
                    <a:lnTo>
                      <a:pt x="2387" y="522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2" name="Surface mesh patch"/>
              <p:cNvSpPr/>
              <p:nvPr/>
            </p:nvSpPr>
            <p:spPr>
              <a:xfrm>
                <a:off x="11611083" y="1965775"/>
                <a:ext cx="50120" cy="649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6">
                    <a:moveTo>
                      <a:pt x="0" y="6816"/>
                    </a:moveTo>
                    <a:lnTo>
                      <a:pt x="2875" y="5206"/>
                    </a:lnTo>
                    <a:lnTo>
                      <a:pt x="5262" y="0"/>
                    </a:lnTo>
                    <a:lnTo>
                      <a:pt x="2387" y="1471"/>
                    </a:lnTo>
                    <a:close/>
                  </a:path>
                </a:pathLst>
              </a:custGeom>
              <a:solidFill>
                <a:srgbClr val="4c63e9"/>
              </a:solidFill>
              <a:ln w="3334" cap="flat" cmpd="sng" algn="ctr">
                <a:solidFill>
                  <a:srgbClr val="4c63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3" name="Surface mesh patch"/>
              <p:cNvSpPr/>
              <p:nvPr/>
            </p:nvSpPr>
            <p:spPr>
              <a:xfrm>
                <a:off x="11661202" y="1883814"/>
                <a:ext cx="50120" cy="819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05">
                    <a:moveTo>
                      <a:pt x="0" y="8605"/>
                    </a:moveTo>
                    <a:lnTo>
                      <a:pt x="2875" y="6422"/>
                    </a:lnTo>
                    <a:lnTo>
                      <a:pt x="5262" y="0"/>
                    </a:lnTo>
                    <a:lnTo>
                      <a:pt x="2387" y="1755"/>
                    </a:lnTo>
                    <a:close/>
                  </a:path>
                </a:pathLst>
              </a:custGeom>
              <a:solidFill>
                <a:srgbClr val="6984f4"/>
              </a:solidFill>
              <a:ln w="3334" cap="flat" cmpd="sng" algn="ctr">
                <a:solidFill>
                  <a:srgbClr val="6984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4" name="Surface mesh patch"/>
              <p:cNvSpPr/>
              <p:nvPr/>
            </p:nvSpPr>
            <p:spPr>
              <a:xfrm>
                <a:off x="11711322" y="1799642"/>
                <a:ext cx="50120" cy="841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37">
                    <a:moveTo>
                      <a:pt x="0" y="8837"/>
                    </a:moveTo>
                    <a:lnTo>
                      <a:pt x="2875" y="6785"/>
                    </a:lnTo>
                    <a:lnTo>
                      <a:pt x="5262" y="0"/>
                    </a:lnTo>
                    <a:lnTo>
                      <a:pt x="2387" y="1308"/>
                    </a:lnTo>
                    <a:close/>
                  </a:path>
                </a:pathLst>
              </a:custGeom>
              <a:solidFill>
                <a:srgbClr val="86a4fd"/>
              </a:solidFill>
              <a:ln w="3334" cap="flat" cmpd="sng" algn="ctr">
                <a:solidFill>
                  <a:srgbClr val="86a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5" name="Surface mesh patch"/>
              <p:cNvSpPr/>
              <p:nvPr/>
            </p:nvSpPr>
            <p:spPr>
              <a:xfrm>
                <a:off x="11761442" y="1726793"/>
                <a:ext cx="50120" cy="72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8">
                    <a:moveTo>
                      <a:pt x="0" y="7648"/>
                    </a:moveTo>
                    <a:lnTo>
                      <a:pt x="2875" y="6365"/>
                    </a:lnTo>
                    <a:lnTo>
                      <a:pt x="5262" y="0"/>
                    </a:lnTo>
                    <a:lnTo>
                      <a:pt x="2387" y="281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6" name="Surface mesh patch"/>
              <p:cNvSpPr/>
              <p:nvPr/>
            </p:nvSpPr>
            <p:spPr>
              <a:xfrm>
                <a:off x="11811561" y="1664528"/>
                <a:ext cx="50120" cy="62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7">
                    <a:moveTo>
                      <a:pt x="0" y="6537"/>
                    </a:moveTo>
                    <a:lnTo>
                      <a:pt x="2875" y="6409"/>
                    </a:lnTo>
                    <a:lnTo>
                      <a:pt x="5262" y="10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7" name="Surface mesh patch"/>
              <p:cNvSpPr/>
              <p:nvPr/>
            </p:nvSpPr>
            <p:spPr>
              <a:xfrm>
                <a:off x="11861681" y="1623499"/>
                <a:ext cx="50120" cy="60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87">
                    <a:moveTo>
                      <a:pt x="0" y="5316"/>
                    </a:moveTo>
                    <a:lnTo>
                      <a:pt x="2875" y="6387"/>
                    </a:lnTo>
                    <a:lnTo>
                      <a:pt x="5262" y="21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8" name="Surface mesh patch"/>
              <p:cNvSpPr/>
              <p:nvPr/>
            </p:nvSpPr>
            <p:spPr>
              <a:xfrm>
                <a:off x="11911801" y="1606161"/>
                <a:ext cx="50120" cy="572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11">
                    <a:moveTo>
                      <a:pt x="0" y="4006"/>
                    </a:moveTo>
                    <a:lnTo>
                      <a:pt x="2875" y="6011"/>
                    </a:lnTo>
                    <a:lnTo>
                      <a:pt x="5262" y="29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99" name="Surface mesh patch"/>
              <p:cNvSpPr/>
              <p:nvPr/>
            </p:nvSpPr>
            <p:spPr>
              <a:xfrm>
                <a:off x="11961920" y="1607093"/>
                <a:ext cx="50120" cy="509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47">
                    <a:moveTo>
                      <a:pt x="0" y="2855"/>
                    </a:moveTo>
                    <a:lnTo>
                      <a:pt x="2875" y="5347"/>
                    </a:lnTo>
                    <a:lnTo>
                      <a:pt x="5262" y="31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0" name="Surface mesh patch"/>
              <p:cNvSpPr/>
              <p:nvPr/>
            </p:nvSpPr>
            <p:spPr>
              <a:xfrm>
                <a:off x="12012040" y="1618225"/>
                <a:ext cx="50120" cy="43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26">
                    <a:moveTo>
                      <a:pt x="0" y="2013"/>
                    </a:moveTo>
                    <a:lnTo>
                      <a:pt x="2875" y="4526"/>
                    </a:lnTo>
                    <a:lnTo>
                      <a:pt x="5262" y="29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1" name="Surface mesh patch"/>
              <p:cNvSpPr/>
              <p:nvPr/>
            </p:nvSpPr>
            <p:spPr>
              <a:xfrm>
                <a:off x="12062160" y="1631581"/>
                <a:ext cx="50120" cy="351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5">
                    <a:moveTo>
                      <a:pt x="0" y="1523"/>
                    </a:moveTo>
                    <a:lnTo>
                      <a:pt x="2875" y="3695"/>
                    </a:lnTo>
                    <a:lnTo>
                      <a:pt x="5262" y="23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2" name="Surface mesh patch"/>
              <p:cNvSpPr/>
              <p:nvPr/>
            </p:nvSpPr>
            <p:spPr>
              <a:xfrm>
                <a:off x="12112279" y="1641206"/>
                <a:ext cx="50120" cy="28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64">
                    <a:moveTo>
                      <a:pt x="0" y="1335"/>
                    </a:moveTo>
                    <a:lnTo>
                      <a:pt x="2875" y="2964"/>
                    </a:lnTo>
                    <a:lnTo>
                      <a:pt x="5262" y="16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3" name="Surface mesh patch"/>
              <p:cNvSpPr/>
              <p:nvPr/>
            </p:nvSpPr>
            <p:spPr>
              <a:xfrm>
                <a:off x="12162399" y="1643891"/>
                <a:ext cx="50120" cy="227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88">
                    <a:moveTo>
                      <a:pt x="0" y="1355"/>
                    </a:moveTo>
                    <a:lnTo>
                      <a:pt x="2875" y="2388"/>
                    </a:lnTo>
                    <a:lnTo>
                      <a:pt x="5262" y="9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4" name="Surface mesh patch"/>
              <p:cNvSpPr/>
              <p:nvPr/>
            </p:nvSpPr>
            <p:spPr>
              <a:xfrm>
                <a:off x="12212519" y="1638950"/>
                <a:ext cx="50120" cy="188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0">
                    <a:moveTo>
                      <a:pt x="0" y="1476"/>
                    </a:moveTo>
                    <a:lnTo>
                      <a:pt x="2875" y="1980"/>
                    </a:lnTo>
                    <a:lnTo>
                      <a:pt x="5262" y="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5" name="Surface mesh patch"/>
              <p:cNvSpPr/>
              <p:nvPr/>
            </p:nvSpPr>
            <p:spPr>
              <a:xfrm>
                <a:off x="12262638" y="1627559"/>
                <a:ext cx="50120" cy="16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9">
                    <a:moveTo>
                      <a:pt x="0" y="1607"/>
                    </a:moveTo>
                    <a:lnTo>
                      <a:pt x="2875" y="1729"/>
                    </a:lnTo>
                    <a:lnTo>
                      <a:pt x="5262" y="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6" name="Surface mesh patch"/>
              <p:cNvSpPr/>
              <p:nvPr/>
            </p:nvSpPr>
            <p:spPr>
              <a:xfrm>
                <a:off x="12312758" y="1611362"/>
                <a:ext cx="50120" cy="16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0">
                    <a:moveTo>
                      <a:pt x="0" y="1760"/>
                    </a:moveTo>
                    <a:lnTo>
                      <a:pt x="2875" y="1694"/>
                    </a:lnTo>
                    <a:lnTo>
                      <a:pt x="5262" y="0"/>
                    </a:lnTo>
                    <a:lnTo>
                      <a:pt x="2387" y="7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7" name="Surface mesh patch"/>
              <p:cNvSpPr/>
              <p:nvPr/>
            </p:nvSpPr>
            <p:spPr>
              <a:xfrm>
                <a:off x="12362877" y="1595352"/>
                <a:ext cx="50120" cy="160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1">
                    <a:moveTo>
                      <a:pt x="0" y="1681"/>
                    </a:moveTo>
                    <a:lnTo>
                      <a:pt x="2875" y="1637"/>
                    </a:lnTo>
                    <a:lnTo>
                      <a:pt x="5262" y="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8" name="Surface mesh patch"/>
              <p:cNvSpPr/>
              <p:nvPr/>
            </p:nvSpPr>
            <p:spPr>
              <a:xfrm>
                <a:off x="11087155" y="1645385"/>
                <a:ext cx="50120" cy="19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0">
                    <a:moveTo>
                      <a:pt x="0" y="136"/>
                    </a:moveTo>
                    <a:lnTo>
                      <a:pt x="2875" y="1835"/>
                    </a:lnTo>
                    <a:lnTo>
                      <a:pt x="5262" y="20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09" name="Surface mesh patch"/>
              <p:cNvSpPr/>
              <p:nvPr/>
            </p:nvSpPr>
            <p:spPr>
              <a:xfrm>
                <a:off x="11137274" y="1664437"/>
                <a:ext cx="50120" cy="312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0">
                    <a:moveTo>
                      <a:pt x="0" y="0"/>
                    </a:moveTo>
                    <a:lnTo>
                      <a:pt x="2875" y="2336"/>
                    </a:lnTo>
                    <a:lnTo>
                      <a:pt x="5262" y="3280"/>
                    </a:lnTo>
                    <a:lnTo>
                      <a:pt x="2387" y="577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10" name="Surface mesh patch"/>
              <p:cNvSpPr/>
              <p:nvPr/>
            </p:nvSpPr>
            <p:spPr>
              <a:xfrm>
                <a:off x="11187394" y="1695676"/>
                <a:ext cx="50120" cy="455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87">
                    <a:moveTo>
                      <a:pt x="0" y="0"/>
                    </a:moveTo>
                    <a:lnTo>
                      <a:pt x="2875" y="2935"/>
                    </a:lnTo>
                    <a:lnTo>
                      <a:pt x="5262" y="4787"/>
                    </a:lnTo>
                    <a:lnTo>
                      <a:pt x="2387" y="1427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11" name="Surface mesh patch"/>
              <p:cNvSpPr/>
              <p:nvPr/>
            </p:nvSpPr>
            <p:spPr>
              <a:xfrm>
                <a:off x="11237513" y="1741270"/>
                <a:ext cx="50120" cy="592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6">
                    <a:moveTo>
                      <a:pt x="0" y="0"/>
                    </a:moveTo>
                    <a:lnTo>
                      <a:pt x="2875" y="3420"/>
                    </a:lnTo>
                    <a:lnTo>
                      <a:pt x="5262" y="6216"/>
                    </a:lnTo>
                    <a:lnTo>
                      <a:pt x="2387" y="2341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12" name="Surface mesh patch"/>
              <p:cNvSpPr/>
              <p:nvPr/>
            </p:nvSpPr>
            <p:spPr>
              <a:xfrm>
                <a:off x="11287633" y="1800480"/>
                <a:ext cx="50120" cy="69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0">
                    <a:moveTo>
                      <a:pt x="0" y="0"/>
                    </a:moveTo>
                    <a:lnTo>
                      <a:pt x="2875" y="3697"/>
                    </a:lnTo>
                    <a:lnTo>
                      <a:pt x="5262" y="7290"/>
                    </a:lnTo>
                    <a:lnTo>
                      <a:pt x="2387" y="3158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13" name="Surface mesh patch"/>
              <p:cNvSpPr/>
              <p:nvPr/>
            </p:nvSpPr>
            <p:spPr>
              <a:xfrm>
                <a:off x="11337753" y="1869918"/>
                <a:ext cx="50120" cy="72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9">
                    <a:moveTo>
                      <a:pt x="0" y="0"/>
                    </a:moveTo>
                    <a:lnTo>
                      <a:pt x="2875" y="3656"/>
                    </a:lnTo>
                    <a:lnTo>
                      <a:pt x="5262" y="7649"/>
                    </a:lnTo>
                    <a:lnTo>
                      <a:pt x="2387" y="3647"/>
                    </a:lnTo>
                    <a:close/>
                  </a:path>
                </a:pathLst>
              </a:custGeom>
              <a:solidFill>
                <a:srgbClr val="7895fa"/>
              </a:solidFill>
              <a:ln w="3334" cap="flat" cmpd="sng" algn="ctr">
                <a:solidFill>
                  <a:srgbClr val="789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14" name="Surface mesh patch"/>
              <p:cNvSpPr/>
              <p:nvPr/>
            </p:nvSpPr>
            <p:spPr>
              <a:xfrm>
                <a:off x="11387872" y="1942770"/>
                <a:ext cx="50120" cy="662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52">
                    <a:moveTo>
                      <a:pt x="0" y="0"/>
                    </a:moveTo>
                    <a:lnTo>
                      <a:pt x="2875" y="3201"/>
                    </a:lnTo>
                    <a:lnTo>
                      <a:pt x="5262" y="6952"/>
                    </a:lnTo>
                    <a:lnTo>
                      <a:pt x="2387" y="3551"/>
                    </a:lnTo>
                    <a:close/>
                  </a:path>
                </a:pathLst>
              </a:custGeom>
              <a:solidFill>
                <a:srgbClr val="5c75ef"/>
              </a:solidFill>
              <a:ln w="3334" cap="flat" cmpd="sng" algn="ctr">
                <a:solidFill>
                  <a:srgbClr val="5c75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15" name="Surface mesh patch"/>
              <p:cNvSpPr/>
              <p:nvPr/>
            </p:nvSpPr>
            <p:spPr>
              <a:xfrm>
                <a:off x="11437992" y="2008985"/>
                <a:ext cx="50120" cy="479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5">
                    <a:moveTo>
                      <a:pt x="0" y="0"/>
                    </a:moveTo>
                    <a:lnTo>
                      <a:pt x="2875" y="2300"/>
                    </a:lnTo>
                    <a:lnTo>
                      <a:pt x="5262" y="5035"/>
                    </a:lnTo>
                    <a:lnTo>
                      <a:pt x="2387" y="2697"/>
                    </a:lnTo>
                    <a:close/>
                  </a:path>
                </a:pathLst>
              </a:custGeom>
              <a:solidFill>
                <a:srgbClr val="445ae6"/>
              </a:solidFill>
              <a:ln w="3334" cap="flat" cmpd="sng" algn="ctr">
                <a:solidFill>
                  <a:srgbClr val="44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16" name="Surface mesh patch"/>
              <p:cNvSpPr/>
              <p:nvPr/>
            </p:nvSpPr>
            <p:spPr>
              <a:xfrm>
                <a:off x="11488112" y="2056943"/>
                <a:ext cx="50120" cy="195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8">
                    <a:moveTo>
                      <a:pt x="0" y="0"/>
                    </a:moveTo>
                    <a:lnTo>
                      <a:pt x="2875" y="1034"/>
                    </a:lnTo>
                    <a:lnTo>
                      <a:pt x="5262" y="2048"/>
                    </a:lnTo>
                    <a:lnTo>
                      <a:pt x="2387" y="1089"/>
                    </a:lnTo>
                    <a:close/>
                  </a:path>
                </a:pathLst>
              </a:custGeom>
              <a:solidFill>
                <a:srgbClr val="364ae0"/>
              </a:solidFill>
              <a:ln w="3334" cap="flat" cmpd="sng" algn="ctr">
                <a:solidFill>
                  <a:srgbClr val="364a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17" name="Surface mesh patch"/>
              <p:cNvSpPr/>
              <p:nvPr/>
            </p:nvSpPr>
            <p:spPr>
              <a:xfrm>
                <a:off x="11538231" y="2062066"/>
                <a:ext cx="50120" cy="143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0">
                    <a:moveTo>
                      <a:pt x="0" y="1510"/>
                    </a:moveTo>
                    <a:lnTo>
                      <a:pt x="2875" y="1123"/>
                    </a:lnTo>
                    <a:lnTo>
                      <a:pt x="5262" y="0"/>
                    </a:lnTo>
                    <a:lnTo>
                      <a:pt x="2387" y="467"/>
                    </a:lnTo>
                    <a:close/>
                  </a:path>
                </a:pathLst>
              </a:custGeom>
              <a:solidFill>
                <a:srgbClr val="3548e0"/>
              </a:solidFill>
              <a:ln w="3334" cap="flat" cmpd="sng" algn="ctr">
                <a:solidFill>
                  <a:srgbClr val="3548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18" name="Surface mesh patch"/>
              <p:cNvSpPr/>
              <p:nvPr/>
            </p:nvSpPr>
            <p:spPr>
              <a:xfrm>
                <a:off x="11588351" y="2015366"/>
                <a:ext cx="50120" cy="467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3">
                    <a:moveTo>
                      <a:pt x="0" y="4903"/>
                    </a:moveTo>
                    <a:lnTo>
                      <a:pt x="2875" y="3242"/>
                    </a:lnTo>
                    <a:lnTo>
                      <a:pt x="5262" y="0"/>
                    </a:lnTo>
                    <a:lnTo>
                      <a:pt x="2387" y="1609"/>
                    </a:lnTo>
                    <a:close/>
                  </a:path>
                </a:pathLst>
              </a:custGeom>
              <a:solidFill>
                <a:srgbClr val="4056e4"/>
              </a:solidFill>
              <a:ln w="3334" cap="flat" cmpd="sng" algn="ctr">
                <a:solidFill>
                  <a:srgbClr val="4056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19" name="Surface mesh patch"/>
              <p:cNvSpPr/>
              <p:nvPr/>
            </p:nvSpPr>
            <p:spPr>
              <a:xfrm>
                <a:off x="11638471" y="1944985"/>
                <a:ext cx="50120" cy="70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89">
                    <a:moveTo>
                      <a:pt x="0" y="7389"/>
                    </a:moveTo>
                    <a:lnTo>
                      <a:pt x="2875" y="4905"/>
                    </a:lnTo>
                    <a:lnTo>
                      <a:pt x="5262" y="0"/>
                    </a:lnTo>
                    <a:lnTo>
                      <a:pt x="2387" y="2183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20" name="Surface mesh patch"/>
              <p:cNvSpPr/>
              <p:nvPr/>
            </p:nvSpPr>
            <p:spPr>
              <a:xfrm>
                <a:off x="11688590" y="1864272"/>
                <a:ext cx="50120" cy="807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74">
                    <a:moveTo>
                      <a:pt x="0" y="8474"/>
                    </a:moveTo>
                    <a:lnTo>
                      <a:pt x="2875" y="5817"/>
                    </a:lnTo>
                    <a:lnTo>
                      <a:pt x="5262" y="0"/>
                    </a:lnTo>
                    <a:lnTo>
                      <a:pt x="2387" y="2052"/>
                    </a:lnTo>
                    <a:close/>
                  </a:path>
                </a:pathLst>
              </a:custGeom>
              <a:solidFill>
                <a:srgbClr val="7591f9"/>
              </a:solidFill>
              <a:ln w="3334" cap="flat" cmpd="sng" algn="ctr">
                <a:solidFill>
                  <a:srgbClr val="7591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21" name="Surface mesh patch"/>
              <p:cNvSpPr/>
              <p:nvPr/>
            </p:nvSpPr>
            <p:spPr>
              <a:xfrm>
                <a:off x="11738710" y="1787418"/>
                <a:ext cx="50120" cy="76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69">
                    <a:moveTo>
                      <a:pt x="0" y="8069"/>
                    </a:moveTo>
                    <a:lnTo>
                      <a:pt x="2875" y="5907"/>
                    </a:lnTo>
                    <a:lnTo>
                      <a:pt x="5262" y="0"/>
                    </a:lnTo>
                    <a:lnTo>
                      <a:pt x="2387" y="1283"/>
                    </a:lnTo>
                    <a:close/>
                  </a:path>
                </a:pathLst>
              </a:custGeom>
              <a:solidFill>
                <a:srgbClr val="8eabfd"/>
              </a:solidFill>
              <a:ln w="3334" cap="flat" cmpd="sng" algn="ctr">
                <a:solidFill>
                  <a:srgbClr val="8e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22" name="Surface mesh patch"/>
              <p:cNvSpPr/>
              <p:nvPr/>
            </p:nvSpPr>
            <p:spPr>
              <a:xfrm>
                <a:off x="11788830" y="1725570"/>
                <a:ext cx="50120" cy="61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3">
                    <a:moveTo>
                      <a:pt x="0" y="6493"/>
                    </a:moveTo>
                    <a:lnTo>
                      <a:pt x="2875" y="5320"/>
                    </a:lnTo>
                    <a:lnTo>
                      <a:pt x="5262" y="0"/>
                    </a:lnTo>
                    <a:lnTo>
                      <a:pt x="2387" y="128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23" name="Surface mesh patch"/>
              <p:cNvSpPr/>
              <p:nvPr/>
            </p:nvSpPr>
            <p:spPr>
              <a:xfrm>
                <a:off x="11838949" y="1674138"/>
                <a:ext cx="50120" cy="51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9">
                    <a:moveTo>
                      <a:pt x="0" y="5400"/>
                    </a:moveTo>
                    <a:lnTo>
                      <a:pt x="2875" y="5409"/>
                    </a:lnTo>
                    <a:lnTo>
                      <a:pt x="5262" y="10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24" name="Surface mesh patch"/>
              <p:cNvSpPr/>
              <p:nvPr/>
            </p:nvSpPr>
            <p:spPr>
              <a:xfrm>
                <a:off x="11889069" y="1644320"/>
                <a:ext cx="50120" cy="502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72">
                    <a:moveTo>
                      <a:pt x="0" y="4202"/>
                    </a:moveTo>
                    <a:lnTo>
                      <a:pt x="2875" y="5272"/>
                    </a:lnTo>
                    <a:lnTo>
                      <a:pt x="5262" y="20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25" name="Surface mesh patch"/>
              <p:cNvSpPr/>
              <p:nvPr/>
            </p:nvSpPr>
            <p:spPr>
              <a:xfrm>
                <a:off x="11939188" y="1634287"/>
                <a:ext cx="50120" cy="461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43">
                    <a:moveTo>
                      <a:pt x="0" y="3058"/>
                    </a:moveTo>
                    <a:lnTo>
                      <a:pt x="2875" y="4843"/>
                    </a:lnTo>
                    <a:lnTo>
                      <a:pt x="5262" y="24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26" name="Surface mesh patch"/>
              <p:cNvSpPr/>
              <p:nvPr/>
            </p:nvSpPr>
            <p:spPr>
              <a:xfrm>
                <a:off x="11989308" y="1637403"/>
                <a:ext cx="50120" cy="403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34">
                    <a:moveTo>
                      <a:pt x="0" y="2164"/>
                    </a:moveTo>
                    <a:lnTo>
                      <a:pt x="2875" y="4234"/>
                    </a:lnTo>
                    <a:lnTo>
                      <a:pt x="5262" y="25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27" name="Surface mesh patch"/>
              <p:cNvSpPr/>
              <p:nvPr/>
            </p:nvSpPr>
            <p:spPr>
              <a:xfrm>
                <a:off x="12039428" y="1646084"/>
                <a:ext cx="50120" cy="33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8">
                    <a:moveTo>
                      <a:pt x="0" y="1602"/>
                    </a:moveTo>
                    <a:lnTo>
                      <a:pt x="2875" y="3568"/>
                    </a:lnTo>
                    <a:lnTo>
                      <a:pt x="5262" y="21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28" name="Surface mesh patch"/>
              <p:cNvSpPr/>
              <p:nvPr/>
            </p:nvSpPr>
            <p:spPr>
              <a:xfrm>
                <a:off x="12089547" y="1653925"/>
                <a:ext cx="50120" cy="28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5">
                    <a:moveTo>
                      <a:pt x="0" y="1349"/>
                    </a:moveTo>
                    <a:lnTo>
                      <a:pt x="2875" y="2945"/>
                    </a:lnTo>
                    <a:lnTo>
                      <a:pt x="5262" y="16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29" name="Surface mesh patch"/>
              <p:cNvSpPr/>
              <p:nvPr/>
            </p:nvSpPr>
            <p:spPr>
              <a:xfrm>
                <a:off x="12139667" y="1656800"/>
                <a:ext cx="50120" cy="23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24">
                    <a:moveTo>
                      <a:pt x="0" y="1326"/>
                    </a:moveTo>
                    <a:lnTo>
                      <a:pt x="2875" y="2424"/>
                    </a:lnTo>
                    <a:lnTo>
                      <a:pt x="5262" y="10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0" name="Surface mesh patch"/>
              <p:cNvSpPr/>
              <p:nvPr/>
            </p:nvSpPr>
            <p:spPr>
              <a:xfrm>
                <a:off x="12189787" y="1653009"/>
                <a:ext cx="50120" cy="193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0">
                    <a:moveTo>
                      <a:pt x="0" y="1431"/>
                    </a:moveTo>
                    <a:lnTo>
                      <a:pt x="2875" y="2030"/>
                    </a:lnTo>
                    <a:lnTo>
                      <a:pt x="5262" y="5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1" name="Surface mesh patch"/>
              <p:cNvSpPr/>
              <p:nvPr/>
            </p:nvSpPr>
            <p:spPr>
              <a:xfrm>
                <a:off x="12239906" y="1642869"/>
                <a:ext cx="50120" cy="16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7">
                    <a:moveTo>
                      <a:pt x="0" y="1568"/>
                    </a:moveTo>
                    <a:lnTo>
                      <a:pt x="2875" y="1767"/>
                    </a:lnTo>
                    <a:lnTo>
                      <a:pt x="5262" y="1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2" name="Surface mesh patch"/>
              <p:cNvSpPr/>
              <p:nvPr/>
            </p:nvSpPr>
            <p:spPr>
              <a:xfrm>
                <a:off x="12290026" y="1627495"/>
                <a:ext cx="50120" cy="16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6">
                    <a:moveTo>
                      <a:pt x="0" y="1736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66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3" name="Surface mesh patch"/>
              <p:cNvSpPr/>
              <p:nvPr/>
            </p:nvSpPr>
            <p:spPr>
              <a:xfrm>
                <a:off x="12340146" y="1610942"/>
                <a:ext cx="50120" cy="16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8">
                    <a:moveTo>
                      <a:pt x="0" y="1738"/>
                    </a:moveTo>
                    <a:lnTo>
                      <a:pt x="2875" y="1659"/>
                    </a:lnTo>
                    <a:lnTo>
                      <a:pt x="5262" y="0"/>
                    </a:lnTo>
                    <a:lnTo>
                      <a:pt x="2387" y="44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4" name="Surface mesh patch"/>
              <p:cNvSpPr/>
              <p:nvPr/>
            </p:nvSpPr>
            <p:spPr>
              <a:xfrm>
                <a:off x="11114542" y="1662866"/>
                <a:ext cx="50120" cy="238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1">
                    <a:moveTo>
                      <a:pt x="0" y="0"/>
                    </a:moveTo>
                    <a:lnTo>
                      <a:pt x="2875" y="2027"/>
                    </a:lnTo>
                    <a:lnTo>
                      <a:pt x="5262" y="2501"/>
                    </a:lnTo>
                    <a:lnTo>
                      <a:pt x="2387" y="165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5" name="Surface mesh patch"/>
              <p:cNvSpPr/>
              <p:nvPr/>
            </p:nvSpPr>
            <p:spPr>
              <a:xfrm>
                <a:off x="11164662" y="1686690"/>
                <a:ext cx="50120" cy="36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8">
                    <a:moveTo>
                      <a:pt x="0" y="0"/>
                    </a:moveTo>
                    <a:lnTo>
                      <a:pt x="2875" y="2575"/>
                    </a:lnTo>
                    <a:lnTo>
                      <a:pt x="5262" y="3878"/>
                    </a:lnTo>
                    <a:lnTo>
                      <a:pt x="2387" y="943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6" name="Surface mesh patch"/>
              <p:cNvSpPr/>
              <p:nvPr/>
            </p:nvSpPr>
            <p:spPr>
              <a:xfrm>
                <a:off x="11214782" y="1723629"/>
                <a:ext cx="50120" cy="50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72">
                    <a:moveTo>
                      <a:pt x="0" y="0"/>
                    </a:moveTo>
                    <a:lnTo>
                      <a:pt x="2875" y="3023"/>
                    </a:lnTo>
                    <a:lnTo>
                      <a:pt x="5262" y="5272"/>
                    </a:lnTo>
                    <a:lnTo>
                      <a:pt x="2387" y="1852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7" name="Surface mesh patch"/>
              <p:cNvSpPr/>
              <p:nvPr/>
            </p:nvSpPr>
            <p:spPr>
              <a:xfrm>
                <a:off x="11264901" y="1773847"/>
                <a:ext cx="50120" cy="61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3">
                    <a:moveTo>
                      <a:pt x="0" y="0"/>
                    </a:moveTo>
                    <a:lnTo>
                      <a:pt x="2875" y="3297"/>
                    </a:lnTo>
                    <a:lnTo>
                      <a:pt x="5262" y="6493"/>
                    </a:lnTo>
                    <a:lnTo>
                      <a:pt x="2387" y="2796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8" name="Surface mesh patch"/>
              <p:cNvSpPr/>
              <p:nvPr/>
            </p:nvSpPr>
            <p:spPr>
              <a:xfrm>
                <a:off x="11315021" y="1835696"/>
                <a:ext cx="50120" cy="69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9">
                    <a:moveTo>
                      <a:pt x="0" y="0"/>
                    </a:moveTo>
                    <a:lnTo>
                      <a:pt x="2875" y="3308"/>
                    </a:lnTo>
                    <a:lnTo>
                      <a:pt x="5262" y="7249"/>
                    </a:lnTo>
                    <a:lnTo>
                      <a:pt x="2387" y="3593"/>
                    </a:lnTo>
                    <a:close/>
                  </a:path>
                </a:pathLst>
              </a:custGeom>
              <a:solidFill>
                <a:srgbClr val="87a5fd"/>
              </a:solidFill>
              <a:ln w="3334" cap="flat" cmpd="sng" algn="ctr">
                <a:solidFill>
                  <a:srgbClr val="87a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39" name="Surface mesh patch"/>
              <p:cNvSpPr/>
              <p:nvPr/>
            </p:nvSpPr>
            <p:spPr>
              <a:xfrm>
                <a:off x="11365141" y="1904742"/>
                <a:ext cx="50120" cy="68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93">
                    <a:moveTo>
                      <a:pt x="0" y="0"/>
                    </a:moveTo>
                    <a:lnTo>
                      <a:pt x="2875" y="2966"/>
                    </a:lnTo>
                    <a:lnTo>
                      <a:pt x="5262" y="7193"/>
                    </a:lnTo>
                    <a:lnTo>
                      <a:pt x="2387" y="3992"/>
                    </a:lnTo>
                    <a:close/>
                  </a:path>
                </a:pathLst>
              </a:custGeom>
              <a:solidFill>
                <a:srgbClr val="6f8bf7"/>
              </a:solidFill>
              <a:ln w="3334" cap="flat" cmpd="sng" algn="ctr">
                <a:solidFill>
                  <a:srgbClr val="6f8b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0" name="Surface mesh patch"/>
              <p:cNvSpPr/>
              <p:nvPr/>
            </p:nvSpPr>
            <p:spPr>
              <a:xfrm>
                <a:off x="11415260" y="1973259"/>
                <a:ext cx="50120" cy="576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51">
                    <a:moveTo>
                      <a:pt x="0" y="0"/>
                    </a:moveTo>
                    <a:lnTo>
                      <a:pt x="2875" y="2215"/>
                    </a:lnTo>
                    <a:lnTo>
                      <a:pt x="5262" y="6051"/>
                    </a:lnTo>
                    <a:lnTo>
                      <a:pt x="2387" y="3751"/>
                    </a:lnTo>
                    <a:close/>
                  </a:path>
                </a:pathLst>
              </a:custGeom>
              <a:solidFill>
                <a:srgbClr val="556dec"/>
              </a:solidFill>
              <a:ln w="3334" cap="flat" cmpd="sng" algn="ctr">
                <a:solidFill>
                  <a:srgbClr val="556d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1" name="Surface mesh patch"/>
              <p:cNvSpPr/>
              <p:nvPr/>
            </p:nvSpPr>
            <p:spPr>
              <a:xfrm>
                <a:off x="11465380" y="2030891"/>
                <a:ext cx="50120" cy="358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9">
                    <a:moveTo>
                      <a:pt x="0" y="0"/>
                    </a:moveTo>
                    <a:lnTo>
                      <a:pt x="2875" y="1085"/>
                    </a:lnTo>
                    <a:lnTo>
                      <a:pt x="5262" y="3769"/>
                    </a:lnTo>
                    <a:lnTo>
                      <a:pt x="2387" y="2735"/>
                    </a:lnTo>
                    <a:close/>
                  </a:path>
                </a:pathLst>
              </a:custGeom>
              <a:solidFill>
                <a:srgbClr val="4257e5"/>
              </a:solidFill>
              <a:ln w="3334" cap="flat" cmpd="sng" algn="ctr">
                <a:solidFill>
                  <a:srgbClr val="4257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2" name="Surface mesh patch"/>
              <p:cNvSpPr/>
              <p:nvPr/>
            </p:nvSpPr>
            <p:spPr>
              <a:xfrm>
                <a:off x="11515499" y="2064135"/>
                <a:ext cx="50120" cy="12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3">
                    <a:moveTo>
                      <a:pt x="0" y="279"/>
                    </a:moveTo>
                    <a:lnTo>
                      <a:pt x="2875" y="0"/>
                    </a:lnTo>
                    <a:lnTo>
                      <a:pt x="5262" y="906"/>
                    </a:lnTo>
                    <a:lnTo>
                      <a:pt x="2387" y="1293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3" name="Surface mesh patch"/>
              <p:cNvSpPr/>
              <p:nvPr/>
            </p:nvSpPr>
            <p:spPr>
              <a:xfrm>
                <a:off x="11565619" y="2046243"/>
                <a:ext cx="50120" cy="265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84">
                    <a:moveTo>
                      <a:pt x="0" y="2784"/>
                    </a:moveTo>
                    <a:lnTo>
                      <a:pt x="2875" y="1164"/>
                    </a:lnTo>
                    <a:lnTo>
                      <a:pt x="5262" y="0"/>
                    </a:lnTo>
                    <a:lnTo>
                      <a:pt x="2387" y="1661"/>
                    </a:lnTo>
                    <a:close/>
                  </a:path>
                </a:pathLst>
              </a:custGeom>
              <a:solidFill>
                <a:srgbClr val="3c51e3"/>
              </a:solidFill>
              <a:ln w="3334" cap="flat" cmpd="sng" algn="ctr">
                <a:solidFill>
                  <a:srgbClr val="3c51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4" name="Surface mesh patch"/>
              <p:cNvSpPr/>
              <p:nvPr/>
            </p:nvSpPr>
            <p:spPr>
              <a:xfrm>
                <a:off x="11615739" y="1991704"/>
                <a:ext cx="50120" cy="54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6">
                    <a:moveTo>
                      <a:pt x="0" y="5726"/>
                    </a:moveTo>
                    <a:lnTo>
                      <a:pt x="2875" y="3087"/>
                    </a:lnTo>
                    <a:lnTo>
                      <a:pt x="5262" y="0"/>
                    </a:lnTo>
                    <a:lnTo>
                      <a:pt x="2387" y="2484"/>
                    </a:lnTo>
                    <a:close/>
                  </a:path>
                </a:pathLst>
              </a:custGeom>
              <a:solidFill>
                <a:srgbClr val="4c63e9"/>
              </a:solidFill>
              <a:ln w="3334" cap="flat" cmpd="sng" algn="ctr">
                <a:solidFill>
                  <a:srgbClr val="4c63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5" name="Surface mesh patch"/>
              <p:cNvSpPr/>
              <p:nvPr/>
            </p:nvSpPr>
            <p:spPr>
              <a:xfrm>
                <a:off x="11665858" y="1919680"/>
                <a:ext cx="50120" cy="72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62">
                    <a:moveTo>
                      <a:pt x="0" y="7562"/>
                    </a:moveTo>
                    <a:lnTo>
                      <a:pt x="2875" y="4470"/>
                    </a:lnTo>
                    <a:lnTo>
                      <a:pt x="5262" y="0"/>
                    </a:lnTo>
                    <a:lnTo>
                      <a:pt x="2387" y="2657"/>
                    </a:lnTo>
                    <a:close/>
                  </a:path>
                </a:pathLst>
              </a:custGeom>
              <a:solidFill>
                <a:srgbClr val="657ff3"/>
              </a:solidFill>
              <a:ln w="3334" cap="flat" cmpd="sng" algn="ctr">
                <a:solidFill>
                  <a:srgbClr val="657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6" name="Surface mesh patch"/>
              <p:cNvSpPr/>
              <p:nvPr/>
            </p:nvSpPr>
            <p:spPr>
              <a:xfrm>
                <a:off x="11715978" y="1843683"/>
                <a:ext cx="50120" cy="759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79">
                    <a:moveTo>
                      <a:pt x="0" y="7979"/>
                    </a:moveTo>
                    <a:lnTo>
                      <a:pt x="2875" y="5098"/>
                    </a:lnTo>
                    <a:lnTo>
                      <a:pt x="5262" y="0"/>
                    </a:lnTo>
                    <a:lnTo>
                      <a:pt x="2387" y="2162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7" name="Surface mesh patch"/>
              <p:cNvSpPr/>
              <p:nvPr/>
            </p:nvSpPr>
            <p:spPr>
              <a:xfrm>
                <a:off x="11766098" y="1776244"/>
                <a:ext cx="50120" cy="67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0">
                    <a:moveTo>
                      <a:pt x="0" y="7080"/>
                    </a:moveTo>
                    <a:lnTo>
                      <a:pt x="2875" y="4984"/>
                    </a:lnTo>
                    <a:lnTo>
                      <a:pt x="5262" y="0"/>
                    </a:lnTo>
                    <a:lnTo>
                      <a:pt x="2387" y="1173"/>
                    </a:lnTo>
                    <a:close/>
                  </a:path>
                </a:pathLst>
              </a:custGeom>
              <a:solidFill>
                <a:srgbClr val="95b2fd"/>
              </a:solidFill>
              <a:ln w="3334" cap="flat" cmpd="sng" algn="ctr">
                <a:solidFill>
                  <a:srgbClr val="95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8" name="Surface mesh patch"/>
              <p:cNvSpPr/>
              <p:nvPr/>
            </p:nvSpPr>
            <p:spPr>
              <a:xfrm>
                <a:off x="11816217" y="1725570"/>
                <a:ext cx="50120" cy="506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20">
                    <a:moveTo>
                      <a:pt x="0" y="5320"/>
                    </a:moveTo>
                    <a:lnTo>
                      <a:pt x="2875" y="4337"/>
                    </a:lnTo>
                    <a:lnTo>
                      <a:pt x="5262" y="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9" name="Surface mesh patch"/>
              <p:cNvSpPr/>
              <p:nvPr/>
            </p:nvSpPr>
            <p:spPr>
              <a:xfrm>
                <a:off x="11866337" y="1684339"/>
                <a:ext cx="50120" cy="427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3">
                    <a:moveTo>
                      <a:pt x="0" y="4338"/>
                    </a:moveTo>
                    <a:lnTo>
                      <a:pt x="2875" y="4493"/>
                    </a:lnTo>
                    <a:lnTo>
                      <a:pt x="5262" y="10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0" name="Surface mesh patch"/>
              <p:cNvSpPr/>
              <p:nvPr/>
            </p:nvSpPr>
            <p:spPr>
              <a:xfrm>
                <a:off x="11916457" y="1663412"/>
                <a:ext cx="50120" cy="412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7">
                    <a:moveTo>
                      <a:pt x="0" y="3267"/>
                    </a:moveTo>
                    <a:lnTo>
                      <a:pt x="2875" y="4327"/>
                    </a:lnTo>
                    <a:lnTo>
                      <a:pt x="5262" y="17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1" name="Surface mesh patch"/>
              <p:cNvSpPr/>
              <p:nvPr/>
            </p:nvSpPr>
            <p:spPr>
              <a:xfrm>
                <a:off x="11966576" y="1658019"/>
                <a:ext cx="50120" cy="37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38">
                    <a:moveTo>
                      <a:pt x="0" y="2351"/>
                    </a:moveTo>
                    <a:lnTo>
                      <a:pt x="2875" y="3938"/>
                    </a:lnTo>
                    <a:lnTo>
                      <a:pt x="5262" y="20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2" name="Surface mesh patch"/>
              <p:cNvSpPr/>
              <p:nvPr/>
            </p:nvSpPr>
            <p:spPr>
              <a:xfrm>
                <a:off x="12016696" y="1661339"/>
                <a:ext cx="50120" cy="327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8">
                    <a:moveTo>
                      <a:pt x="0" y="1721"/>
                    </a:moveTo>
                    <a:lnTo>
                      <a:pt x="2875" y="3438"/>
                    </a:lnTo>
                    <a:lnTo>
                      <a:pt x="5262" y="19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3" name="Surface mesh patch"/>
              <p:cNvSpPr/>
              <p:nvPr/>
            </p:nvSpPr>
            <p:spPr>
              <a:xfrm>
                <a:off x="12066816" y="1666778"/>
                <a:ext cx="50120" cy="27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5">
                    <a:moveTo>
                      <a:pt x="0" y="1395"/>
                    </a:moveTo>
                    <a:lnTo>
                      <a:pt x="2875" y="2925"/>
                    </a:lnTo>
                    <a:lnTo>
                      <a:pt x="5262" y="1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4" name="Surface mesh patch"/>
              <p:cNvSpPr/>
              <p:nvPr/>
            </p:nvSpPr>
            <p:spPr>
              <a:xfrm>
                <a:off x="12116935" y="1669435"/>
                <a:ext cx="50120" cy="23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2">
                    <a:moveTo>
                      <a:pt x="0" y="1316"/>
                    </a:moveTo>
                    <a:lnTo>
                      <a:pt x="2875" y="2462"/>
                    </a:lnTo>
                    <a:lnTo>
                      <a:pt x="5262" y="10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5" name="Surface mesh patch"/>
              <p:cNvSpPr/>
              <p:nvPr/>
            </p:nvSpPr>
            <p:spPr>
              <a:xfrm>
                <a:off x="12167055" y="1666635"/>
                <a:ext cx="50120" cy="19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6">
                    <a:moveTo>
                      <a:pt x="0" y="1392"/>
                    </a:moveTo>
                    <a:lnTo>
                      <a:pt x="2875" y="2086"/>
                    </a:lnTo>
                    <a:lnTo>
                      <a:pt x="5262" y="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6" name="Surface mesh patch"/>
              <p:cNvSpPr/>
              <p:nvPr/>
            </p:nvSpPr>
            <p:spPr>
              <a:xfrm>
                <a:off x="12217174" y="1657805"/>
                <a:ext cx="50120" cy="17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3">
                    <a:moveTo>
                      <a:pt x="0" y="1527"/>
                    </a:moveTo>
                    <a:lnTo>
                      <a:pt x="2875" y="1813"/>
                    </a:lnTo>
                    <a:lnTo>
                      <a:pt x="5262" y="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7" name="Surface mesh patch"/>
              <p:cNvSpPr/>
              <p:nvPr/>
            </p:nvSpPr>
            <p:spPr>
              <a:xfrm>
                <a:off x="12267294" y="1643656"/>
                <a:ext cx="50120" cy="16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0">
                    <a:moveTo>
                      <a:pt x="0" y="1684"/>
                    </a:moveTo>
                    <a:lnTo>
                      <a:pt x="2875" y="1690"/>
                    </a:lnTo>
                    <a:lnTo>
                      <a:pt x="5262" y="0"/>
                    </a:lnTo>
                    <a:lnTo>
                      <a:pt x="2387" y="3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8" name="Surface mesh patch"/>
              <p:cNvSpPr/>
              <p:nvPr/>
            </p:nvSpPr>
            <p:spPr>
              <a:xfrm>
                <a:off x="12317414" y="1626743"/>
                <a:ext cx="50120" cy="169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6">
                    <a:moveTo>
                      <a:pt x="0" y="1776"/>
                    </a:moveTo>
                    <a:lnTo>
                      <a:pt x="2875" y="1683"/>
                    </a:lnTo>
                    <a:lnTo>
                      <a:pt x="5262" y="0"/>
                    </a:lnTo>
                    <a:lnTo>
                      <a:pt x="2387" y="79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9" name="Surface mesh patch"/>
              <p:cNvSpPr/>
              <p:nvPr/>
            </p:nvSpPr>
            <p:spPr>
              <a:xfrm>
                <a:off x="11141930" y="1682178"/>
                <a:ext cx="50120" cy="29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49">
                    <a:moveTo>
                      <a:pt x="0" y="0"/>
                    </a:moveTo>
                    <a:lnTo>
                      <a:pt x="2875" y="2278"/>
                    </a:lnTo>
                    <a:lnTo>
                      <a:pt x="5262" y="3049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0" name="Surface mesh patch"/>
              <p:cNvSpPr/>
              <p:nvPr/>
            </p:nvSpPr>
            <p:spPr>
              <a:xfrm>
                <a:off x="11192050" y="1711218"/>
                <a:ext cx="50120" cy="41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6">
                    <a:moveTo>
                      <a:pt x="0" y="0"/>
                    </a:moveTo>
                    <a:lnTo>
                      <a:pt x="2875" y="2694"/>
                    </a:lnTo>
                    <a:lnTo>
                      <a:pt x="5262" y="4326"/>
                    </a:lnTo>
                    <a:lnTo>
                      <a:pt x="2387" y="1303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1" name="Surface mesh patch"/>
              <p:cNvSpPr/>
              <p:nvPr/>
            </p:nvSpPr>
            <p:spPr>
              <a:xfrm>
                <a:off x="11242169" y="1752425"/>
                <a:ext cx="50120" cy="528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6">
                    <a:moveTo>
                      <a:pt x="0" y="0"/>
                    </a:moveTo>
                    <a:lnTo>
                      <a:pt x="2875" y="2955"/>
                    </a:lnTo>
                    <a:lnTo>
                      <a:pt x="5262" y="5546"/>
                    </a:lnTo>
                    <a:lnTo>
                      <a:pt x="2387" y="2249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2" name="Surface mesh patch"/>
              <p:cNvSpPr/>
              <p:nvPr/>
            </p:nvSpPr>
            <p:spPr>
              <a:xfrm>
                <a:off x="11292289" y="1805254"/>
                <a:ext cx="50120" cy="619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4">
                    <a:moveTo>
                      <a:pt x="0" y="0"/>
                    </a:moveTo>
                    <a:lnTo>
                      <a:pt x="2875" y="2993"/>
                    </a:lnTo>
                    <a:lnTo>
                      <a:pt x="5262" y="6504"/>
                    </a:lnTo>
                    <a:lnTo>
                      <a:pt x="2387" y="3196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3" name="Surface mesh patch"/>
              <p:cNvSpPr/>
              <p:nvPr/>
            </p:nvSpPr>
            <p:spPr>
              <a:xfrm>
                <a:off x="11342409" y="1867208"/>
                <a:ext cx="50120" cy="65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6">
                    <a:moveTo>
                      <a:pt x="0" y="0"/>
                    </a:moveTo>
                    <a:lnTo>
                      <a:pt x="2875" y="2732"/>
                    </a:lnTo>
                    <a:lnTo>
                      <a:pt x="5262" y="6906"/>
                    </a:lnTo>
                    <a:lnTo>
                      <a:pt x="2387" y="3941"/>
                    </a:lnTo>
                    <a:close/>
                  </a:path>
                </a:pathLst>
              </a:custGeom>
              <a:solidFill>
                <a:srgbClr val="829ffd"/>
              </a:solidFill>
              <a:ln w="3334" cap="flat" cmpd="sng" algn="ctr">
                <a:solidFill>
                  <a:srgbClr val="82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4" name="Surface mesh patch"/>
              <p:cNvSpPr/>
              <p:nvPr/>
            </p:nvSpPr>
            <p:spPr>
              <a:xfrm>
                <a:off x="11392528" y="1932991"/>
                <a:ext cx="50120" cy="61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3">
                    <a:moveTo>
                      <a:pt x="0" y="0"/>
                    </a:moveTo>
                    <a:lnTo>
                      <a:pt x="2875" y="2111"/>
                    </a:lnTo>
                    <a:lnTo>
                      <a:pt x="5262" y="6443"/>
                    </a:lnTo>
                    <a:lnTo>
                      <a:pt x="2387" y="4228"/>
                    </a:lnTo>
                    <a:close/>
                  </a:path>
                </a:pathLst>
              </a:custGeom>
              <a:solidFill>
                <a:srgbClr val="6983f4"/>
              </a:solidFill>
              <a:ln w="3334" cap="flat" cmpd="sng" algn="ctr">
                <a:solidFill>
                  <a:srgbClr val="6983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5" name="Surface mesh patch"/>
              <p:cNvSpPr/>
              <p:nvPr/>
            </p:nvSpPr>
            <p:spPr>
              <a:xfrm>
                <a:off x="11442648" y="1994356"/>
                <a:ext cx="50120" cy="468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0">
                    <a:moveTo>
                      <a:pt x="0" y="0"/>
                    </a:moveTo>
                    <a:lnTo>
                      <a:pt x="2875" y="1123"/>
                    </a:lnTo>
                    <a:lnTo>
                      <a:pt x="5262" y="4920"/>
                    </a:lnTo>
                    <a:lnTo>
                      <a:pt x="2387" y="3836"/>
                    </a:lnTo>
                    <a:close/>
                  </a:path>
                </a:pathLst>
              </a:custGeom>
              <a:solidFill>
                <a:srgbClr val="526aeb"/>
              </a:solidFill>
              <a:ln w="3334" cap="flat" cmpd="sng" algn="ctr">
                <a:solidFill>
                  <a:srgbClr val="526a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6" name="Surface mesh patch"/>
              <p:cNvSpPr/>
              <p:nvPr/>
            </p:nvSpPr>
            <p:spPr>
              <a:xfrm>
                <a:off x="11492768" y="2039859"/>
                <a:ext cx="50120" cy="269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7">
                    <a:moveTo>
                      <a:pt x="0" y="143"/>
                    </a:moveTo>
                    <a:lnTo>
                      <a:pt x="2875" y="0"/>
                    </a:lnTo>
                    <a:lnTo>
                      <a:pt x="5262" y="2549"/>
                    </a:lnTo>
                    <a:lnTo>
                      <a:pt x="2387" y="2827"/>
                    </a:lnTo>
                    <a:close/>
                  </a:path>
                </a:pathLst>
              </a:custGeom>
              <a:solidFill>
                <a:srgbClr val="445ae6"/>
              </a:solidFill>
              <a:ln w="3334" cap="flat" cmpd="sng" algn="ctr">
                <a:solidFill>
                  <a:srgbClr val="44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7" name="Surface mesh patch"/>
              <p:cNvSpPr/>
              <p:nvPr/>
            </p:nvSpPr>
            <p:spPr>
              <a:xfrm>
                <a:off x="11542887" y="2049961"/>
                <a:ext cx="50120" cy="22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4">
                    <a:moveTo>
                      <a:pt x="0" y="1488"/>
                    </a:moveTo>
                    <a:lnTo>
                      <a:pt x="2875" y="0"/>
                    </a:lnTo>
                    <a:lnTo>
                      <a:pt x="5262" y="774"/>
                    </a:lnTo>
                    <a:lnTo>
                      <a:pt x="2387" y="2394"/>
                    </a:lnTo>
                    <a:close/>
                  </a:path>
                </a:pathLst>
              </a:custGeom>
              <a:solidFill>
                <a:srgbClr val="4055e4"/>
              </a:solidFill>
              <a:ln w="3334" cap="flat" cmpd="sng" algn="ctr">
                <a:solidFill>
                  <a:srgbClr val="4055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8" name="Surface mesh patch"/>
              <p:cNvSpPr/>
              <p:nvPr/>
            </p:nvSpPr>
            <p:spPr>
              <a:xfrm>
                <a:off x="11593007" y="2021107"/>
                <a:ext cx="50120" cy="36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03">
                    <a:moveTo>
                      <a:pt x="0" y="3803"/>
                    </a:moveTo>
                    <a:lnTo>
                      <a:pt x="2875" y="1163"/>
                    </a:lnTo>
                    <a:lnTo>
                      <a:pt x="5262" y="0"/>
                    </a:lnTo>
                    <a:lnTo>
                      <a:pt x="2387" y="2639"/>
                    </a:lnTo>
                    <a:close/>
                  </a:path>
                </a:pathLst>
              </a:custGeom>
              <a:solidFill>
                <a:srgbClr val="485ee7"/>
              </a:solidFill>
              <a:ln w="3334" cap="flat" cmpd="sng" algn="ctr">
                <a:solidFill>
                  <a:srgbClr val="485e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69" name="Surface mesh patch"/>
              <p:cNvSpPr/>
              <p:nvPr/>
            </p:nvSpPr>
            <p:spPr>
              <a:xfrm>
                <a:off x="11643127" y="1962259"/>
                <a:ext cx="50120" cy="58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78">
                    <a:moveTo>
                      <a:pt x="0" y="6178"/>
                    </a:moveTo>
                    <a:lnTo>
                      <a:pt x="2875" y="2846"/>
                    </a:lnTo>
                    <a:lnTo>
                      <a:pt x="5262" y="0"/>
                    </a:lnTo>
                    <a:lnTo>
                      <a:pt x="2387" y="3091"/>
                    </a:lnTo>
                    <a:close/>
                  </a:path>
                </a:pathLst>
              </a:custGeom>
              <a:solidFill>
                <a:srgbClr val="5b73ef"/>
              </a:solidFill>
              <a:ln w="3334" cap="flat" cmpd="sng" algn="ctr">
                <a:solidFill>
                  <a:srgbClr val="5b73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0" name="Surface mesh patch"/>
              <p:cNvSpPr/>
              <p:nvPr/>
            </p:nvSpPr>
            <p:spPr>
              <a:xfrm>
                <a:off x="11693246" y="1892246"/>
                <a:ext cx="50120" cy="700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0">
                    <a:moveTo>
                      <a:pt x="0" y="7350"/>
                    </a:moveTo>
                    <a:lnTo>
                      <a:pt x="2875" y="3947"/>
                    </a:lnTo>
                    <a:lnTo>
                      <a:pt x="5262" y="0"/>
                    </a:lnTo>
                    <a:lnTo>
                      <a:pt x="2387" y="2880"/>
                    </a:lnTo>
                    <a:close/>
                  </a:path>
                </a:pathLst>
              </a:custGeom>
              <a:solidFill>
                <a:srgbClr val="7490f9"/>
              </a:solidFill>
              <a:ln w="3334" cap="flat" cmpd="sng" algn="ctr">
                <a:solidFill>
                  <a:srgbClr val="7490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1" name="Surface mesh patch"/>
              <p:cNvSpPr/>
              <p:nvPr/>
            </p:nvSpPr>
            <p:spPr>
              <a:xfrm>
                <a:off x="11743366" y="1823715"/>
                <a:ext cx="50120" cy="685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95">
                    <a:moveTo>
                      <a:pt x="0" y="7195"/>
                    </a:moveTo>
                    <a:lnTo>
                      <a:pt x="2875" y="4336"/>
                    </a:lnTo>
                    <a:lnTo>
                      <a:pt x="5262" y="0"/>
                    </a:lnTo>
                    <a:lnTo>
                      <a:pt x="2387" y="209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2" name="Surface mesh patch"/>
              <p:cNvSpPr/>
              <p:nvPr/>
            </p:nvSpPr>
            <p:spPr>
              <a:xfrm>
                <a:off x="11793485" y="1766878"/>
                <a:ext cx="50120" cy="56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7">
                    <a:moveTo>
                      <a:pt x="0" y="5967"/>
                    </a:moveTo>
                    <a:lnTo>
                      <a:pt x="2875" y="4094"/>
                    </a:lnTo>
                    <a:lnTo>
                      <a:pt x="5262" y="0"/>
                    </a:lnTo>
                    <a:lnTo>
                      <a:pt x="2387" y="983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3" name="Surface mesh patch"/>
              <p:cNvSpPr/>
              <p:nvPr/>
            </p:nvSpPr>
            <p:spPr>
              <a:xfrm>
                <a:off x="11843605" y="1725654"/>
                <a:ext cx="50120" cy="412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8">
                    <a:moveTo>
                      <a:pt x="0" y="4328"/>
                    </a:moveTo>
                    <a:lnTo>
                      <a:pt x="2875" y="3608"/>
                    </a:lnTo>
                    <a:lnTo>
                      <a:pt x="5262" y="1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4" name="Surface mesh patch"/>
              <p:cNvSpPr/>
              <p:nvPr/>
            </p:nvSpPr>
            <p:spPr>
              <a:xfrm>
                <a:off x="11893725" y="1694531"/>
                <a:ext cx="50120" cy="35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47">
                    <a:moveTo>
                      <a:pt x="0" y="3423"/>
                    </a:moveTo>
                    <a:lnTo>
                      <a:pt x="2875" y="3747"/>
                    </a:lnTo>
                    <a:lnTo>
                      <a:pt x="5262" y="10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5" name="Surface mesh patch"/>
              <p:cNvSpPr/>
              <p:nvPr/>
            </p:nvSpPr>
            <p:spPr>
              <a:xfrm>
                <a:off x="11943844" y="1680415"/>
                <a:ext cx="50120" cy="34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06">
                    <a:moveTo>
                      <a:pt x="0" y="2542"/>
                    </a:moveTo>
                    <a:lnTo>
                      <a:pt x="2875" y="3606"/>
                    </a:lnTo>
                    <a:lnTo>
                      <a:pt x="5262" y="15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6" name="Surface mesh patch"/>
              <p:cNvSpPr/>
              <p:nvPr/>
            </p:nvSpPr>
            <p:spPr>
              <a:xfrm>
                <a:off x="11993964" y="1677729"/>
                <a:ext cx="50120" cy="313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9">
                    <a:moveTo>
                      <a:pt x="0" y="1869"/>
                    </a:moveTo>
                    <a:lnTo>
                      <a:pt x="2875" y="3289"/>
                    </a:lnTo>
                    <a:lnTo>
                      <a:pt x="5262" y="17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7" name="Surface mesh patch"/>
              <p:cNvSpPr/>
              <p:nvPr/>
            </p:nvSpPr>
            <p:spPr>
              <a:xfrm>
                <a:off x="12044084" y="1680066"/>
                <a:ext cx="50120" cy="27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5">
                    <a:moveTo>
                      <a:pt x="0" y="1472"/>
                    </a:moveTo>
                    <a:lnTo>
                      <a:pt x="2875" y="2895"/>
                    </a:lnTo>
                    <a:lnTo>
                      <a:pt x="5262" y="15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8" name="Surface mesh patch"/>
              <p:cNvSpPr/>
              <p:nvPr/>
            </p:nvSpPr>
            <p:spPr>
              <a:xfrm>
                <a:off x="12094203" y="1681974"/>
                <a:ext cx="50120" cy="23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98">
                    <a:moveTo>
                      <a:pt x="0" y="1329"/>
                    </a:moveTo>
                    <a:lnTo>
                      <a:pt x="2875" y="2498"/>
                    </a:lnTo>
                    <a:lnTo>
                      <a:pt x="5262" y="11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9" name="Surface mesh patch"/>
              <p:cNvSpPr/>
              <p:nvPr/>
            </p:nvSpPr>
            <p:spPr>
              <a:xfrm>
                <a:off x="12144323" y="1679891"/>
                <a:ext cx="50120" cy="20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45">
                    <a:moveTo>
                      <a:pt x="0" y="1364"/>
                    </a:moveTo>
                    <a:lnTo>
                      <a:pt x="2875" y="2145"/>
                    </a:lnTo>
                    <a:lnTo>
                      <a:pt x="5262" y="6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0" name="Surface mesh patch"/>
              <p:cNvSpPr/>
              <p:nvPr/>
            </p:nvSpPr>
            <p:spPr>
              <a:xfrm>
                <a:off x="12194443" y="1672345"/>
                <a:ext cx="50120" cy="17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7">
                    <a:moveTo>
                      <a:pt x="0" y="1486"/>
                    </a:moveTo>
                    <a:lnTo>
                      <a:pt x="2875" y="1867"/>
                    </a:lnTo>
                    <a:lnTo>
                      <a:pt x="5262" y="2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1" name="Surface mesh patch"/>
              <p:cNvSpPr/>
              <p:nvPr/>
            </p:nvSpPr>
            <p:spPr>
              <a:xfrm>
                <a:off x="12244562" y="1659695"/>
                <a:ext cx="50120" cy="16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2">
                    <a:moveTo>
                      <a:pt x="0" y="1614"/>
                    </a:moveTo>
                    <a:lnTo>
                      <a:pt x="2875" y="1682"/>
                    </a:lnTo>
                    <a:lnTo>
                      <a:pt x="5262" y="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2" name="Surface mesh patch"/>
              <p:cNvSpPr/>
              <p:nvPr/>
            </p:nvSpPr>
            <p:spPr>
              <a:xfrm>
                <a:off x="12294682" y="1642769"/>
                <a:ext cx="50120" cy="16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">
                    <a:moveTo>
                      <a:pt x="0" y="1783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9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3" name="Surface mesh patch"/>
              <p:cNvSpPr/>
              <p:nvPr/>
            </p:nvSpPr>
            <p:spPr>
              <a:xfrm>
                <a:off x="11169318" y="1703873"/>
                <a:ext cx="50120" cy="330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5">
                    <a:moveTo>
                      <a:pt x="0" y="0"/>
                    </a:moveTo>
                    <a:lnTo>
                      <a:pt x="2875" y="2428"/>
                    </a:lnTo>
                    <a:lnTo>
                      <a:pt x="5262" y="3465"/>
                    </a:lnTo>
                    <a:lnTo>
                      <a:pt x="2387" y="771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4" name="Surface mesh patch"/>
              <p:cNvSpPr/>
              <p:nvPr/>
            </p:nvSpPr>
            <p:spPr>
              <a:xfrm>
                <a:off x="11219438" y="1736877"/>
                <a:ext cx="50120" cy="43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8">
                    <a:moveTo>
                      <a:pt x="0" y="0"/>
                    </a:moveTo>
                    <a:lnTo>
                      <a:pt x="2875" y="2679"/>
                    </a:lnTo>
                    <a:lnTo>
                      <a:pt x="5262" y="4588"/>
                    </a:lnTo>
                    <a:lnTo>
                      <a:pt x="2387" y="1632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5" name="Surface mesh patch"/>
              <p:cNvSpPr/>
              <p:nvPr/>
            </p:nvSpPr>
            <p:spPr>
              <a:xfrm>
                <a:off x="11269557" y="1780576"/>
                <a:ext cx="50120" cy="53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84">
                    <a:moveTo>
                      <a:pt x="0" y="0"/>
                    </a:moveTo>
                    <a:lnTo>
                      <a:pt x="2875" y="2732"/>
                    </a:lnTo>
                    <a:lnTo>
                      <a:pt x="5262" y="5584"/>
                    </a:lnTo>
                    <a:lnTo>
                      <a:pt x="2387" y="2591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6" name="Surface mesh patch"/>
              <p:cNvSpPr/>
              <p:nvPr/>
            </p:nvSpPr>
            <p:spPr>
              <a:xfrm>
                <a:off x="11319677" y="1833767"/>
                <a:ext cx="50120" cy="59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3">
                    <a:moveTo>
                      <a:pt x="0" y="0"/>
                    </a:moveTo>
                    <a:lnTo>
                      <a:pt x="2875" y="2527"/>
                    </a:lnTo>
                    <a:lnTo>
                      <a:pt x="5262" y="6243"/>
                    </a:lnTo>
                    <a:lnTo>
                      <a:pt x="2387" y="3511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7" name="Surface mesh patch"/>
              <p:cNvSpPr/>
              <p:nvPr/>
            </p:nvSpPr>
            <p:spPr>
              <a:xfrm>
                <a:off x="11369796" y="1893232"/>
                <a:ext cx="50120" cy="59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5">
                    <a:moveTo>
                      <a:pt x="0" y="0"/>
                    </a:moveTo>
                    <a:lnTo>
                      <a:pt x="2875" y="2011"/>
                    </a:lnTo>
                    <a:lnTo>
                      <a:pt x="5262" y="6285"/>
                    </a:lnTo>
                    <a:lnTo>
                      <a:pt x="2387" y="4174"/>
                    </a:lnTo>
                    <a:close/>
                  </a:path>
                </a:pathLst>
              </a:custGeom>
              <a:solidFill>
                <a:srgbClr val="7d9bfc"/>
              </a:solidFill>
              <a:ln w="3334" cap="flat" cmpd="sng" algn="ctr">
                <a:solidFill>
                  <a:srgbClr val="7d9b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8" name="Surface mesh patch"/>
              <p:cNvSpPr/>
              <p:nvPr/>
            </p:nvSpPr>
            <p:spPr>
              <a:xfrm>
                <a:off x="11419916" y="1953096"/>
                <a:ext cx="50120" cy="519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4">
                    <a:moveTo>
                      <a:pt x="0" y="0"/>
                    </a:moveTo>
                    <a:lnTo>
                      <a:pt x="2875" y="1159"/>
                    </a:lnTo>
                    <a:lnTo>
                      <a:pt x="5262" y="5454"/>
                    </a:lnTo>
                    <a:lnTo>
                      <a:pt x="2387" y="4332"/>
                    </a:lnTo>
                    <a:close/>
                  </a:path>
                </a:pathLst>
              </a:custGeom>
              <a:solidFill>
                <a:srgbClr val="6681f3"/>
              </a:solidFill>
              <a:ln w="3334" cap="flat" cmpd="sng" algn="ctr">
                <a:solidFill>
                  <a:srgbClr val="6681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89" name="Surface mesh patch"/>
              <p:cNvSpPr/>
              <p:nvPr/>
            </p:nvSpPr>
            <p:spPr>
              <a:xfrm>
                <a:off x="11470036" y="2005050"/>
                <a:ext cx="50120" cy="361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98">
                    <a:moveTo>
                      <a:pt x="0" y="0"/>
                    </a:moveTo>
                    <a:lnTo>
                      <a:pt x="2875" y="15"/>
                    </a:lnTo>
                    <a:lnTo>
                      <a:pt x="5262" y="3655"/>
                    </a:lnTo>
                    <a:lnTo>
                      <a:pt x="2387" y="3798"/>
                    </a:lnTo>
                    <a:close/>
                  </a:path>
                </a:pathLst>
              </a:custGeom>
              <a:solidFill>
                <a:srgbClr val="546cec"/>
              </a:solidFill>
              <a:ln w="3334" cap="flat" cmpd="sng" algn="ctr">
                <a:solidFill>
                  <a:srgbClr val="546c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0" name="Surface mesh patch"/>
              <p:cNvSpPr/>
              <p:nvPr/>
            </p:nvSpPr>
            <p:spPr>
              <a:xfrm>
                <a:off x="11520155" y="2027670"/>
                <a:ext cx="50120" cy="36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8">
                    <a:moveTo>
                      <a:pt x="0" y="1280"/>
                    </a:moveTo>
                    <a:lnTo>
                      <a:pt x="2875" y="0"/>
                    </a:lnTo>
                    <a:lnTo>
                      <a:pt x="5262" y="2340"/>
                    </a:lnTo>
                    <a:lnTo>
                      <a:pt x="2387" y="3828"/>
                    </a:lnTo>
                    <a:close/>
                  </a:path>
                </a:pathLst>
              </a:custGeom>
              <a:solidFill>
                <a:srgbClr val="4b61e8"/>
              </a:solidFill>
              <a:ln w="3334" cap="flat" cmpd="sng" algn="ctr">
                <a:solidFill>
                  <a:srgbClr val="4b61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1" name="Surface mesh patch"/>
              <p:cNvSpPr/>
              <p:nvPr/>
            </p:nvSpPr>
            <p:spPr>
              <a:xfrm>
                <a:off x="11570275" y="2026187"/>
                <a:ext cx="50120" cy="311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70">
                    <a:moveTo>
                      <a:pt x="0" y="2496"/>
                    </a:moveTo>
                    <a:lnTo>
                      <a:pt x="2875" y="0"/>
                    </a:lnTo>
                    <a:lnTo>
                      <a:pt x="5262" y="630"/>
                    </a:lnTo>
                    <a:lnTo>
                      <a:pt x="2387" y="3270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2" name="Surface mesh patch"/>
              <p:cNvSpPr/>
              <p:nvPr/>
            </p:nvSpPr>
            <p:spPr>
              <a:xfrm>
                <a:off x="11620395" y="1989367"/>
                <a:ext cx="50120" cy="42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6">
                    <a:moveTo>
                      <a:pt x="0" y="4496"/>
                    </a:moveTo>
                    <a:lnTo>
                      <a:pt x="2875" y="1123"/>
                    </a:lnTo>
                    <a:lnTo>
                      <a:pt x="5262" y="0"/>
                    </a:lnTo>
                    <a:lnTo>
                      <a:pt x="2387" y="3332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3" name="Surface mesh patch"/>
              <p:cNvSpPr/>
              <p:nvPr/>
            </p:nvSpPr>
            <p:spPr>
              <a:xfrm>
                <a:off x="11670514" y="1929841"/>
                <a:ext cx="50120" cy="595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9">
                    <a:moveTo>
                      <a:pt x="0" y="6249"/>
                    </a:moveTo>
                    <a:lnTo>
                      <a:pt x="2875" y="2544"/>
                    </a:lnTo>
                    <a:lnTo>
                      <a:pt x="5262" y="0"/>
                    </a:lnTo>
                    <a:lnTo>
                      <a:pt x="2387" y="3403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4" name="Surface mesh patch"/>
              <p:cNvSpPr/>
              <p:nvPr/>
            </p:nvSpPr>
            <p:spPr>
              <a:xfrm>
                <a:off x="11720634" y="1865012"/>
                <a:ext cx="50120" cy="64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06">
                    <a:moveTo>
                      <a:pt x="0" y="6806"/>
                    </a:moveTo>
                    <a:lnTo>
                      <a:pt x="2875" y="3385"/>
                    </a:lnTo>
                    <a:lnTo>
                      <a:pt x="5262" y="0"/>
                    </a:lnTo>
                    <a:lnTo>
                      <a:pt x="2387" y="2859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5" name="Surface mesh patch"/>
              <p:cNvSpPr/>
              <p:nvPr/>
            </p:nvSpPr>
            <p:spPr>
              <a:xfrm>
                <a:off x="11770754" y="1805874"/>
                <a:ext cx="50120" cy="591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09">
                    <a:moveTo>
                      <a:pt x="0" y="6209"/>
                    </a:moveTo>
                    <a:lnTo>
                      <a:pt x="2875" y="3591"/>
                    </a:lnTo>
                    <a:lnTo>
                      <a:pt x="5262" y="0"/>
                    </a:lnTo>
                    <a:lnTo>
                      <a:pt x="2387" y="1873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6" name="Surface mesh patch"/>
              <p:cNvSpPr/>
              <p:nvPr/>
            </p:nvSpPr>
            <p:spPr>
              <a:xfrm>
                <a:off x="11820873" y="1760025"/>
                <a:ext cx="50120" cy="45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4">
                    <a:moveTo>
                      <a:pt x="0" y="4814"/>
                    </a:moveTo>
                    <a:lnTo>
                      <a:pt x="2875" y="3295"/>
                    </a:lnTo>
                    <a:lnTo>
                      <a:pt x="5262" y="0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7" name="Surface mesh patch"/>
              <p:cNvSpPr/>
              <p:nvPr/>
            </p:nvSpPr>
            <p:spPr>
              <a:xfrm>
                <a:off x="11870993" y="1727132"/>
                <a:ext cx="50120" cy="328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53">
                    <a:moveTo>
                      <a:pt x="0" y="3453"/>
                    </a:moveTo>
                    <a:lnTo>
                      <a:pt x="2875" y="3055"/>
                    </a:lnTo>
                    <a:lnTo>
                      <a:pt x="5262" y="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8" name="Surface mesh patch"/>
              <p:cNvSpPr/>
              <p:nvPr/>
            </p:nvSpPr>
            <p:spPr>
              <a:xfrm>
                <a:off x="11921113" y="1704628"/>
                <a:ext cx="50120" cy="3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98">
                    <a:moveTo>
                      <a:pt x="0" y="2687"/>
                    </a:moveTo>
                    <a:lnTo>
                      <a:pt x="2875" y="3198"/>
                    </a:lnTo>
                    <a:lnTo>
                      <a:pt x="5262" y="10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99" name="Surface mesh patch"/>
              <p:cNvSpPr/>
              <p:nvPr/>
            </p:nvSpPr>
            <p:spPr>
              <a:xfrm>
                <a:off x="11971232" y="1695528"/>
                <a:ext cx="50120" cy="294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93">
                    <a:moveTo>
                      <a:pt x="0" y="2019"/>
                    </a:moveTo>
                    <a:lnTo>
                      <a:pt x="2875" y="3093"/>
                    </a:lnTo>
                    <a:lnTo>
                      <a:pt x="5262" y="1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0" name="Surface mesh patch"/>
              <p:cNvSpPr/>
              <p:nvPr/>
            </p:nvSpPr>
            <p:spPr>
              <a:xfrm>
                <a:off x="12021352" y="1694089"/>
                <a:ext cx="50120" cy="27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9">
                    <a:moveTo>
                      <a:pt x="0" y="1571"/>
                    </a:moveTo>
                    <a:lnTo>
                      <a:pt x="2875" y="2839"/>
                    </a:lnTo>
                    <a:lnTo>
                      <a:pt x="5262" y="1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1" name="Surface mesh patch"/>
              <p:cNvSpPr/>
              <p:nvPr/>
            </p:nvSpPr>
            <p:spPr>
              <a:xfrm>
                <a:off x="12071471" y="1694637"/>
                <a:ext cx="50120" cy="24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2">
                    <a:moveTo>
                      <a:pt x="0" y="1365"/>
                    </a:moveTo>
                    <a:lnTo>
                      <a:pt x="2875" y="2522"/>
                    </a:lnTo>
                    <a:lnTo>
                      <a:pt x="5262" y="11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2" name="Surface mesh patch"/>
              <p:cNvSpPr/>
              <p:nvPr/>
            </p:nvSpPr>
            <p:spPr>
              <a:xfrm>
                <a:off x="12121591" y="1692888"/>
                <a:ext cx="50120" cy="209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3">
                    <a:moveTo>
                      <a:pt x="0" y="1352"/>
                    </a:moveTo>
                    <a:lnTo>
                      <a:pt x="2875" y="2203"/>
                    </a:lnTo>
                    <a:lnTo>
                      <a:pt x="5262" y="7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3" name="Surface mesh patch"/>
              <p:cNvSpPr/>
              <p:nvPr/>
            </p:nvSpPr>
            <p:spPr>
              <a:xfrm>
                <a:off x="12171711" y="1686503"/>
                <a:ext cx="50120" cy="18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6">
                    <a:moveTo>
                      <a:pt x="0" y="1451"/>
                    </a:moveTo>
                    <a:lnTo>
                      <a:pt x="2875" y="1926"/>
                    </a:lnTo>
                    <a:lnTo>
                      <a:pt x="5262" y="3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4" name="Surface mesh patch"/>
              <p:cNvSpPr/>
              <p:nvPr/>
            </p:nvSpPr>
            <p:spPr>
              <a:xfrm>
                <a:off x="12221830" y="1675072"/>
                <a:ext cx="50120" cy="164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3">
                    <a:moveTo>
                      <a:pt x="0" y="1581"/>
                    </a:moveTo>
                    <a:lnTo>
                      <a:pt x="2875" y="1723"/>
                    </a:lnTo>
                    <a:lnTo>
                      <a:pt x="5262" y="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5" name="Surface mesh patch"/>
              <p:cNvSpPr/>
              <p:nvPr/>
            </p:nvSpPr>
            <p:spPr>
              <a:xfrm>
                <a:off x="12271950" y="1658928"/>
                <a:ext cx="50120" cy="167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3">
                    <a:moveTo>
                      <a:pt x="0" y="1763"/>
                    </a:moveTo>
                    <a:lnTo>
                      <a:pt x="2875" y="1701"/>
                    </a:lnTo>
                    <a:lnTo>
                      <a:pt x="5262" y="0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6" name="Surface mesh patch"/>
              <p:cNvSpPr/>
              <p:nvPr/>
            </p:nvSpPr>
            <p:spPr>
              <a:xfrm>
                <a:off x="11196706" y="1726997"/>
                <a:ext cx="50120" cy="35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6">
                    <a:moveTo>
                      <a:pt x="0" y="0"/>
                    </a:moveTo>
                    <a:lnTo>
                      <a:pt x="2875" y="2463"/>
                    </a:lnTo>
                    <a:lnTo>
                      <a:pt x="5262" y="3716"/>
                    </a:lnTo>
                    <a:lnTo>
                      <a:pt x="2387" y="1037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7" name="Surface mesh patch"/>
              <p:cNvSpPr/>
              <p:nvPr/>
            </p:nvSpPr>
            <p:spPr>
              <a:xfrm>
                <a:off x="11246825" y="1762395"/>
                <a:ext cx="50120" cy="442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1">
                    <a:moveTo>
                      <a:pt x="0" y="0"/>
                    </a:moveTo>
                    <a:lnTo>
                      <a:pt x="2875" y="2529"/>
                    </a:lnTo>
                    <a:lnTo>
                      <a:pt x="5262" y="4641"/>
                    </a:lnTo>
                    <a:lnTo>
                      <a:pt x="2387" y="1909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8" name="Surface mesh patch"/>
              <p:cNvSpPr/>
              <p:nvPr/>
            </p:nvSpPr>
            <p:spPr>
              <a:xfrm>
                <a:off x="11296945" y="1806597"/>
                <a:ext cx="50120" cy="512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80">
                    <a:moveTo>
                      <a:pt x="0" y="0"/>
                    </a:moveTo>
                    <a:lnTo>
                      <a:pt x="2875" y="2367"/>
                    </a:lnTo>
                    <a:lnTo>
                      <a:pt x="5262" y="5380"/>
                    </a:lnTo>
                    <a:lnTo>
                      <a:pt x="2387" y="2853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9" name="Surface mesh patch"/>
              <p:cNvSpPr/>
              <p:nvPr/>
            </p:nvSpPr>
            <p:spPr>
              <a:xfrm>
                <a:off x="11347065" y="1857841"/>
                <a:ext cx="50120" cy="545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7">
                    <a:moveTo>
                      <a:pt x="0" y="0"/>
                    </a:moveTo>
                    <a:lnTo>
                      <a:pt x="2875" y="1934"/>
                    </a:lnTo>
                    <a:lnTo>
                      <a:pt x="5262" y="5727"/>
                    </a:lnTo>
                    <a:lnTo>
                      <a:pt x="2387" y="3716"/>
                    </a:lnTo>
                    <a:close/>
                  </a:path>
                </a:pathLst>
              </a:custGeom>
              <a:solidFill>
                <a:srgbClr val="8ba9fd"/>
              </a:solidFill>
              <a:ln w="3334" cap="flat" cmpd="sng" algn="ctr">
                <a:solidFill>
                  <a:srgbClr val="8b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0" name="Surface mesh patch"/>
              <p:cNvSpPr/>
              <p:nvPr/>
            </p:nvSpPr>
            <p:spPr>
              <a:xfrm>
                <a:off x="11397184" y="1912388"/>
                <a:ext cx="50120" cy="517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33">
                    <a:moveTo>
                      <a:pt x="0" y="0"/>
                    </a:moveTo>
                    <a:lnTo>
                      <a:pt x="2875" y="1202"/>
                    </a:lnTo>
                    <a:lnTo>
                      <a:pt x="5262" y="5433"/>
                    </a:lnTo>
                    <a:lnTo>
                      <a:pt x="2387" y="4274"/>
                    </a:lnTo>
                    <a:close/>
                  </a:path>
                </a:pathLst>
              </a:custGeom>
              <a:solidFill>
                <a:srgbClr val="7b98fb"/>
              </a:solidFill>
              <a:ln w="3334" cap="flat" cmpd="sng" algn="ctr">
                <a:solidFill>
                  <a:srgbClr val="7b98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1" name="Surface mesh patch"/>
              <p:cNvSpPr/>
              <p:nvPr/>
            </p:nvSpPr>
            <p:spPr>
              <a:xfrm>
                <a:off x="11447304" y="1964134"/>
                <a:ext cx="50120" cy="41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1">
                    <a:moveTo>
                      <a:pt x="0" y="0"/>
                    </a:moveTo>
                    <a:lnTo>
                      <a:pt x="2875" y="189"/>
                    </a:lnTo>
                    <a:lnTo>
                      <a:pt x="5262" y="4311"/>
                    </a:lnTo>
                    <a:lnTo>
                      <a:pt x="2387" y="4296"/>
                    </a:lnTo>
                    <a:close/>
                  </a:path>
                </a:pathLst>
              </a:custGeom>
              <a:solidFill>
                <a:srgbClr val="6882f4"/>
              </a:solidFill>
              <a:ln w="3334" cap="flat" cmpd="sng" algn="ctr">
                <a:solidFill>
                  <a:srgbClr val="6882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2" name="Surface mesh patch"/>
              <p:cNvSpPr/>
              <p:nvPr/>
            </p:nvSpPr>
            <p:spPr>
              <a:xfrm>
                <a:off x="11497424" y="1995526"/>
                <a:ext cx="50120" cy="443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4">
                    <a:moveTo>
                      <a:pt x="0" y="1015"/>
                    </a:moveTo>
                    <a:lnTo>
                      <a:pt x="2875" y="0"/>
                    </a:lnTo>
                    <a:lnTo>
                      <a:pt x="5262" y="3375"/>
                    </a:lnTo>
                    <a:lnTo>
                      <a:pt x="2387" y="4654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3" name="Surface mesh patch"/>
              <p:cNvSpPr/>
              <p:nvPr/>
            </p:nvSpPr>
            <p:spPr>
              <a:xfrm>
                <a:off x="11547543" y="2006414"/>
                <a:ext cx="50120" cy="435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72">
                    <a:moveTo>
                      <a:pt x="0" y="2232"/>
                    </a:moveTo>
                    <a:lnTo>
                      <a:pt x="2875" y="0"/>
                    </a:lnTo>
                    <a:lnTo>
                      <a:pt x="5262" y="2076"/>
                    </a:lnTo>
                    <a:lnTo>
                      <a:pt x="2387" y="4572"/>
                    </a:lnTo>
                    <a:close/>
                  </a:path>
                </a:pathLst>
              </a:custGeom>
              <a:solidFill>
                <a:srgbClr val="556eec"/>
              </a:solidFill>
              <a:ln w="3334" cap="flat" cmpd="sng" algn="ctr">
                <a:solidFill>
                  <a:srgbClr val="556e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4" name="Surface mesh patch"/>
              <p:cNvSpPr/>
              <p:nvPr/>
            </p:nvSpPr>
            <p:spPr>
              <a:xfrm>
                <a:off x="11597663" y="1995449"/>
                <a:ext cx="50120" cy="367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57">
                    <a:moveTo>
                      <a:pt x="0" y="3227"/>
                    </a:moveTo>
                    <a:lnTo>
                      <a:pt x="2875" y="0"/>
                    </a:lnTo>
                    <a:lnTo>
                      <a:pt x="5262" y="484"/>
                    </a:lnTo>
                    <a:lnTo>
                      <a:pt x="2387" y="3857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5" name="Surface mesh patch"/>
              <p:cNvSpPr/>
              <p:nvPr/>
            </p:nvSpPr>
            <p:spPr>
              <a:xfrm>
                <a:off x="11647782" y="1954076"/>
                <a:ext cx="50120" cy="459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28">
                    <a:moveTo>
                      <a:pt x="0" y="4828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3705"/>
                    </a:lnTo>
                    <a:close/>
                  </a:path>
                </a:pathLst>
              </a:custGeom>
              <a:solidFill>
                <a:srgbClr val="6883f4"/>
              </a:solidFill>
              <a:ln w="3334" cap="flat" cmpd="sng" algn="ctr">
                <a:solidFill>
                  <a:srgbClr val="6883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6" name="Surface mesh patch"/>
              <p:cNvSpPr/>
              <p:nvPr/>
            </p:nvSpPr>
            <p:spPr>
              <a:xfrm>
                <a:off x="11697902" y="1897251"/>
                <a:ext cx="50120" cy="568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6">
                    <a:moveTo>
                      <a:pt x="0" y="5966"/>
                    </a:moveTo>
                    <a:lnTo>
                      <a:pt x="2875" y="2212"/>
                    </a:lnTo>
                    <a:lnTo>
                      <a:pt x="5262" y="0"/>
                    </a:lnTo>
                    <a:lnTo>
                      <a:pt x="2387" y="3422"/>
                    </a:lnTo>
                    <a:close/>
                  </a:path>
                </a:pathLst>
              </a:custGeom>
              <a:solidFill>
                <a:srgbClr val="7c9afc"/>
              </a:solidFill>
              <a:ln w="3334" cap="flat" cmpd="sng" algn="ctr">
                <a:solidFill>
                  <a:srgbClr val="7c9a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7" name="Surface mesh patch"/>
              <p:cNvSpPr/>
              <p:nvPr/>
            </p:nvSpPr>
            <p:spPr>
              <a:xfrm>
                <a:off x="11748022" y="1840081"/>
                <a:ext cx="50120" cy="57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02">
                    <a:moveTo>
                      <a:pt x="0" y="6002"/>
                    </a:moveTo>
                    <a:lnTo>
                      <a:pt x="2875" y="2829"/>
                    </a:lnTo>
                    <a:lnTo>
                      <a:pt x="5262" y="0"/>
                    </a:lnTo>
                    <a:lnTo>
                      <a:pt x="2387" y="2617"/>
                    </a:lnTo>
                    <a:close/>
                  </a:path>
                </a:pathLst>
              </a:custGeom>
              <a:solidFill>
                <a:srgbClr val="8daafd"/>
              </a:solidFill>
              <a:ln w="3334" cap="flat" cmpd="sng" algn="ctr">
                <a:solidFill>
                  <a:srgbClr val="8d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8" name="Surface mesh patch"/>
              <p:cNvSpPr/>
              <p:nvPr/>
            </p:nvSpPr>
            <p:spPr>
              <a:xfrm>
                <a:off x="11798141" y="1791411"/>
                <a:ext cx="50120" cy="48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0">
                    <a:moveTo>
                      <a:pt x="0" y="5110"/>
                    </a:moveTo>
                    <a:lnTo>
                      <a:pt x="2875" y="2913"/>
                    </a:lnTo>
                    <a:lnTo>
                      <a:pt x="5262" y="0"/>
                    </a:lnTo>
                    <a:lnTo>
                      <a:pt x="2387" y="1518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9" name="Surface mesh patch"/>
              <p:cNvSpPr/>
              <p:nvPr/>
            </p:nvSpPr>
            <p:spPr>
              <a:xfrm>
                <a:off x="11848261" y="1756231"/>
                <a:ext cx="50120" cy="35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3">
                    <a:moveTo>
                      <a:pt x="0" y="3693"/>
                    </a:moveTo>
                    <a:lnTo>
                      <a:pt x="2875" y="2621"/>
                    </a:lnTo>
                    <a:lnTo>
                      <a:pt x="5262" y="0"/>
                    </a:lnTo>
                    <a:lnTo>
                      <a:pt x="2387" y="398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0" name="Surface mesh patch"/>
              <p:cNvSpPr/>
              <p:nvPr/>
            </p:nvSpPr>
            <p:spPr>
              <a:xfrm>
                <a:off x="11898381" y="1730225"/>
                <a:ext cx="50120" cy="260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0">
                    <a:moveTo>
                      <a:pt x="0" y="2730"/>
                    </a:moveTo>
                    <a:lnTo>
                      <a:pt x="2875" y="2678"/>
                    </a:lnTo>
                    <a:lnTo>
                      <a:pt x="5262" y="5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1" name="Surface mesh patch"/>
              <p:cNvSpPr/>
              <p:nvPr/>
            </p:nvSpPr>
            <p:spPr>
              <a:xfrm>
                <a:off x="11948500" y="1714761"/>
                <a:ext cx="50120" cy="268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19">
                    <a:moveTo>
                      <a:pt x="0" y="2134"/>
                    </a:moveTo>
                    <a:lnTo>
                      <a:pt x="2875" y="2819"/>
                    </a:lnTo>
                    <a:lnTo>
                      <a:pt x="5262" y="10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2" name="Surface mesh patch"/>
              <p:cNvSpPr/>
              <p:nvPr/>
            </p:nvSpPr>
            <p:spPr>
              <a:xfrm>
                <a:off x="11998620" y="1709056"/>
                <a:ext cx="50120" cy="26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6">
                    <a:moveTo>
                      <a:pt x="0" y="1672"/>
                    </a:moveTo>
                    <a:lnTo>
                      <a:pt x="2875" y="2736"/>
                    </a:lnTo>
                    <a:lnTo>
                      <a:pt x="5262" y="12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3" name="Surface mesh patch"/>
              <p:cNvSpPr/>
              <p:nvPr/>
            </p:nvSpPr>
            <p:spPr>
              <a:xfrm>
                <a:off x="12048740" y="1707640"/>
                <a:ext cx="50120" cy="24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1">
                    <a:moveTo>
                      <a:pt x="0" y="1416"/>
                    </a:moveTo>
                    <a:lnTo>
                      <a:pt x="2875" y="2521"/>
                    </a:lnTo>
                    <a:lnTo>
                      <a:pt x="5262" y="11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4" name="Surface mesh patch"/>
              <p:cNvSpPr/>
              <p:nvPr/>
            </p:nvSpPr>
            <p:spPr>
              <a:xfrm>
                <a:off x="12098859" y="1705764"/>
                <a:ext cx="50120" cy="214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2">
                    <a:moveTo>
                      <a:pt x="0" y="1353"/>
                    </a:moveTo>
                    <a:lnTo>
                      <a:pt x="2875" y="2252"/>
                    </a:lnTo>
                    <a:lnTo>
                      <a:pt x="5262" y="8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5" name="Surface mesh patch"/>
              <p:cNvSpPr/>
              <p:nvPr/>
            </p:nvSpPr>
            <p:spPr>
              <a:xfrm>
                <a:off x="12148979" y="1700322"/>
                <a:ext cx="50120" cy="18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7">
                    <a:moveTo>
                      <a:pt x="0" y="1422"/>
                    </a:moveTo>
                    <a:lnTo>
                      <a:pt x="2875" y="1987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6" name="Surface mesh patch"/>
              <p:cNvSpPr/>
              <p:nvPr/>
            </p:nvSpPr>
            <p:spPr>
              <a:xfrm>
                <a:off x="12199099" y="1690126"/>
                <a:ext cx="50120" cy="16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1">
                    <a:moveTo>
                      <a:pt x="0" y="1546"/>
                    </a:moveTo>
                    <a:lnTo>
                      <a:pt x="2875" y="1771"/>
                    </a:lnTo>
                    <a:lnTo>
                      <a:pt x="5262" y="1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7" name="Surface mesh patch"/>
              <p:cNvSpPr/>
              <p:nvPr/>
            </p:nvSpPr>
            <p:spPr>
              <a:xfrm>
                <a:off x="12249218" y="1675133"/>
                <a:ext cx="50120" cy="163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7">
                    <a:moveTo>
                      <a:pt x="0" y="1717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62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8" name="Surface mesh patch"/>
              <p:cNvSpPr/>
              <p:nvPr/>
            </p:nvSpPr>
            <p:spPr>
              <a:xfrm>
                <a:off x="11224093" y="1750460"/>
                <a:ext cx="50120" cy="36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2">
                    <a:moveTo>
                      <a:pt x="0" y="0"/>
                    </a:moveTo>
                    <a:lnTo>
                      <a:pt x="2875" y="2380"/>
                    </a:lnTo>
                    <a:lnTo>
                      <a:pt x="5262" y="3782"/>
                    </a:lnTo>
                    <a:lnTo>
                      <a:pt x="2387" y="1253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9" name="Surface mesh patch"/>
              <p:cNvSpPr/>
              <p:nvPr/>
            </p:nvSpPr>
            <p:spPr>
              <a:xfrm>
                <a:off x="11274213" y="1786484"/>
                <a:ext cx="50120" cy="426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8">
                    <a:moveTo>
                      <a:pt x="0" y="0"/>
                    </a:moveTo>
                    <a:lnTo>
                      <a:pt x="2875" y="2254"/>
                    </a:lnTo>
                    <a:lnTo>
                      <a:pt x="5262" y="4478"/>
                    </a:lnTo>
                    <a:lnTo>
                      <a:pt x="2387" y="211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0" name="Surface mesh patch"/>
              <p:cNvSpPr/>
              <p:nvPr/>
            </p:nvSpPr>
            <p:spPr>
              <a:xfrm>
                <a:off x="11324333" y="1829139"/>
                <a:ext cx="50120" cy="4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7">
                    <a:moveTo>
                      <a:pt x="0" y="0"/>
                    </a:moveTo>
                    <a:lnTo>
                      <a:pt x="2875" y="1887"/>
                    </a:lnTo>
                    <a:lnTo>
                      <a:pt x="5262" y="4947"/>
                    </a:lnTo>
                    <a:lnTo>
                      <a:pt x="2387" y="3013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1" name="Surface mesh patch"/>
              <p:cNvSpPr/>
              <p:nvPr/>
            </p:nvSpPr>
            <p:spPr>
              <a:xfrm>
                <a:off x="11374452" y="1876259"/>
                <a:ext cx="50120" cy="47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96">
                    <a:moveTo>
                      <a:pt x="0" y="0"/>
                    </a:moveTo>
                    <a:lnTo>
                      <a:pt x="2875" y="1260"/>
                    </a:lnTo>
                    <a:lnTo>
                      <a:pt x="5262" y="4996"/>
                    </a:lnTo>
                    <a:lnTo>
                      <a:pt x="2387" y="3793"/>
                    </a:lnTo>
                    <a:close/>
                  </a:path>
                </a:pathLst>
              </a:custGeom>
              <a:solidFill>
                <a:srgbClr val="8aa7fd"/>
              </a:solidFill>
              <a:ln w="3334" cap="flat" cmpd="sng" algn="ctr">
                <a:solidFill>
                  <a:srgbClr val="8a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2" name="Surface mesh patch"/>
              <p:cNvSpPr/>
              <p:nvPr/>
            </p:nvSpPr>
            <p:spPr>
              <a:xfrm>
                <a:off x="11424572" y="1923842"/>
                <a:ext cx="50120" cy="420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9">
                    <a:moveTo>
                      <a:pt x="0" y="0"/>
                    </a:moveTo>
                    <a:lnTo>
                      <a:pt x="2875" y="373"/>
                    </a:lnTo>
                    <a:lnTo>
                      <a:pt x="5262" y="4419"/>
                    </a:lnTo>
                    <a:lnTo>
                      <a:pt x="2387" y="4230"/>
                    </a:lnTo>
                    <a:close/>
                  </a:path>
                </a:pathLst>
              </a:custGeom>
              <a:solidFill>
                <a:srgbClr val="7c99fc"/>
              </a:solidFill>
              <a:ln w="3334" cap="flat" cmpd="sng" algn="ctr">
                <a:solidFill>
                  <a:srgbClr val="7c99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3" name="Surface mesh patch"/>
              <p:cNvSpPr/>
              <p:nvPr/>
            </p:nvSpPr>
            <p:spPr>
              <a:xfrm>
                <a:off x="11474692" y="1959110"/>
                <a:ext cx="50120" cy="46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8">
                    <a:moveTo>
                      <a:pt x="0" y="717"/>
                    </a:moveTo>
                    <a:lnTo>
                      <a:pt x="2875" y="0"/>
                    </a:lnTo>
                    <a:lnTo>
                      <a:pt x="5262" y="3823"/>
                    </a:lnTo>
                    <a:lnTo>
                      <a:pt x="2387" y="4838"/>
                    </a:lnTo>
                    <a:close/>
                  </a:path>
                </a:pathLst>
              </a:custGeom>
              <a:solidFill>
                <a:srgbClr val="6d88f6"/>
              </a:solidFill>
              <a:ln w="3334" cap="flat" cmpd="sng" algn="ctr">
                <a:solidFill>
                  <a:srgbClr val="6d88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4" name="Surface mesh patch"/>
              <p:cNvSpPr/>
              <p:nvPr/>
            </p:nvSpPr>
            <p:spPr>
              <a:xfrm>
                <a:off x="11524811" y="1977605"/>
                <a:ext cx="50120" cy="500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56">
                    <a:moveTo>
                      <a:pt x="0" y="1881"/>
                    </a:moveTo>
                    <a:lnTo>
                      <a:pt x="2875" y="0"/>
                    </a:lnTo>
                    <a:lnTo>
                      <a:pt x="5262" y="3025"/>
                    </a:lnTo>
                    <a:lnTo>
                      <a:pt x="2387" y="5256"/>
                    </a:lnTo>
                    <a:close/>
                  </a:path>
                </a:pathLst>
              </a:custGeom>
              <a:solidFill>
                <a:srgbClr val="647ef2"/>
              </a:solidFill>
              <a:ln w="3334" cap="flat" cmpd="sng" algn="ctr">
                <a:solidFill>
                  <a:srgbClr val="647e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5" name="Surface mesh patch"/>
              <p:cNvSpPr/>
              <p:nvPr/>
            </p:nvSpPr>
            <p:spPr>
              <a:xfrm>
                <a:off x="11574931" y="1978533"/>
                <a:ext cx="50120" cy="476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03">
                    <a:moveTo>
                      <a:pt x="0" y="2927"/>
                    </a:moveTo>
                    <a:lnTo>
                      <a:pt x="2875" y="0"/>
                    </a:lnTo>
                    <a:lnTo>
                      <a:pt x="5262" y="1776"/>
                    </a:lnTo>
                    <a:lnTo>
                      <a:pt x="2387" y="5003"/>
                    </a:lnTo>
                    <a:close/>
                  </a:path>
                </a:pathLst>
              </a:custGeom>
              <a:solidFill>
                <a:srgbClr val="637ef2"/>
              </a:solidFill>
              <a:ln w="3334" cap="flat" cmpd="sng" algn="ctr">
                <a:solidFill>
                  <a:srgbClr val="637e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6" name="Surface mesh patch"/>
              <p:cNvSpPr/>
              <p:nvPr/>
            </p:nvSpPr>
            <p:spPr>
              <a:xfrm>
                <a:off x="11625051" y="1960798"/>
                <a:ext cx="50120" cy="392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2">
                    <a:moveTo>
                      <a:pt x="0" y="3638"/>
                    </a:moveTo>
                    <a:lnTo>
                      <a:pt x="2875" y="0"/>
                    </a:lnTo>
                    <a:lnTo>
                      <a:pt x="5262" y="344"/>
                    </a:lnTo>
                    <a:lnTo>
                      <a:pt x="2387" y="4122"/>
                    </a:lnTo>
                    <a:close/>
                  </a:path>
                </a:pathLst>
              </a:custGeom>
              <a:solidFill>
                <a:srgbClr val="6b87f5"/>
              </a:solidFill>
              <a:ln w="3334" cap="flat" cmpd="sng" algn="ctr">
                <a:solidFill>
                  <a:srgbClr val="6b87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7" name="Surface mesh patch"/>
              <p:cNvSpPr/>
              <p:nvPr/>
            </p:nvSpPr>
            <p:spPr>
              <a:xfrm>
                <a:off x="11675170" y="1918317"/>
                <a:ext cx="50120" cy="457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4">
                    <a:moveTo>
                      <a:pt x="0" y="4804"/>
                    </a:moveTo>
                    <a:lnTo>
                      <a:pt x="2875" y="956"/>
                    </a:lnTo>
                    <a:lnTo>
                      <a:pt x="5262" y="0"/>
                    </a:lnTo>
                    <a:lnTo>
                      <a:pt x="2387" y="3754"/>
                    </a:lnTo>
                    <a:close/>
                  </a:path>
                </a:pathLst>
              </a:custGeom>
              <a:solidFill>
                <a:srgbClr val="7a98fb"/>
              </a:solidFill>
              <a:ln w="3334" cap="flat" cmpd="sng" algn="ctr">
                <a:solidFill>
                  <a:srgbClr val="7a98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8" name="Surface mesh patch"/>
              <p:cNvSpPr/>
              <p:nvPr/>
            </p:nvSpPr>
            <p:spPr>
              <a:xfrm>
                <a:off x="11725290" y="1867026"/>
                <a:ext cx="50120" cy="51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85">
                    <a:moveTo>
                      <a:pt x="0" y="5385"/>
                    </a:moveTo>
                    <a:lnTo>
                      <a:pt x="2875" y="1876"/>
                    </a:lnTo>
                    <a:lnTo>
                      <a:pt x="5262" y="0"/>
                    </a:lnTo>
                    <a:lnTo>
                      <a:pt x="2387" y="3173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9" name="Surface mesh patch"/>
              <p:cNvSpPr/>
              <p:nvPr/>
            </p:nvSpPr>
            <p:spPr>
              <a:xfrm>
                <a:off x="11775410" y="1819159"/>
                <a:ext cx="50120" cy="47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5">
                    <a:moveTo>
                      <a:pt x="0" y="5025"/>
                    </a:moveTo>
                    <a:lnTo>
                      <a:pt x="2875" y="2316"/>
                    </a:lnTo>
                    <a:lnTo>
                      <a:pt x="5262" y="0"/>
                    </a:lnTo>
                    <a:lnTo>
                      <a:pt x="2387" y="2197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0" name="Surface mesh patch"/>
              <p:cNvSpPr/>
              <p:nvPr/>
            </p:nvSpPr>
            <p:spPr>
              <a:xfrm>
                <a:off x="11825529" y="1781194"/>
                <a:ext cx="50120" cy="379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6">
                    <a:moveTo>
                      <a:pt x="0" y="3986"/>
                    </a:moveTo>
                    <a:lnTo>
                      <a:pt x="2875" y="2332"/>
                    </a:lnTo>
                    <a:lnTo>
                      <a:pt x="5262" y="0"/>
                    </a:lnTo>
                    <a:lnTo>
                      <a:pt x="2387" y="1073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1" name="Surface mesh patch"/>
              <p:cNvSpPr/>
              <p:nvPr/>
            </p:nvSpPr>
            <p:spPr>
              <a:xfrm>
                <a:off x="11875649" y="1755736"/>
                <a:ext cx="50120" cy="25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73">
                    <a:moveTo>
                      <a:pt x="0" y="2673"/>
                    </a:moveTo>
                    <a:lnTo>
                      <a:pt x="2875" y="2084"/>
                    </a:lnTo>
                    <a:lnTo>
                      <a:pt x="5262" y="0"/>
                    </a:lnTo>
                    <a:lnTo>
                      <a:pt x="2387" y="52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2" name="Surface mesh patch"/>
              <p:cNvSpPr/>
              <p:nvPr/>
            </p:nvSpPr>
            <p:spPr>
              <a:xfrm>
                <a:off x="11925768" y="1735085"/>
                <a:ext cx="50120" cy="23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5">
                    <a:moveTo>
                      <a:pt x="0" y="2168"/>
                    </a:moveTo>
                    <a:lnTo>
                      <a:pt x="2875" y="2445"/>
                    </a:lnTo>
                    <a:lnTo>
                      <a:pt x="5262" y="6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3" name="Surface mesh patch"/>
              <p:cNvSpPr/>
              <p:nvPr/>
            </p:nvSpPr>
            <p:spPr>
              <a:xfrm>
                <a:off x="11975888" y="1724984"/>
                <a:ext cx="50120" cy="24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64">
                    <a:moveTo>
                      <a:pt x="0" y="1746"/>
                    </a:moveTo>
                    <a:lnTo>
                      <a:pt x="2875" y="2564"/>
                    </a:lnTo>
                    <a:lnTo>
                      <a:pt x="5262" y="10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4" name="Surface mesh patch"/>
              <p:cNvSpPr/>
              <p:nvPr/>
            </p:nvSpPr>
            <p:spPr>
              <a:xfrm>
                <a:off x="12026008" y="1721130"/>
                <a:ext cx="50120" cy="23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0">
                    <a:moveTo>
                      <a:pt x="0" y="1468"/>
                    </a:moveTo>
                    <a:lnTo>
                      <a:pt x="2875" y="2480"/>
                    </a:lnTo>
                    <a:lnTo>
                      <a:pt x="5262" y="1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5" name="Surface mesh patch"/>
              <p:cNvSpPr/>
              <p:nvPr/>
            </p:nvSpPr>
            <p:spPr>
              <a:xfrm>
                <a:off x="12076127" y="1718655"/>
                <a:ext cx="50120" cy="21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2">
                    <a:moveTo>
                      <a:pt x="0" y="1365"/>
                    </a:moveTo>
                    <a:lnTo>
                      <a:pt x="2875" y="2282"/>
                    </a:lnTo>
                    <a:lnTo>
                      <a:pt x="5262" y="8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6" name="Surface mesh patch"/>
              <p:cNvSpPr/>
              <p:nvPr/>
            </p:nvSpPr>
            <p:spPr>
              <a:xfrm>
                <a:off x="12126247" y="1713868"/>
                <a:ext cx="50120" cy="194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3">
                    <a:moveTo>
                      <a:pt x="0" y="1401"/>
                    </a:moveTo>
                    <a:lnTo>
                      <a:pt x="2875" y="2043"/>
                    </a:lnTo>
                    <a:lnTo>
                      <a:pt x="5262" y="5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7" name="Surface mesh patch"/>
              <p:cNvSpPr/>
              <p:nvPr/>
            </p:nvSpPr>
            <p:spPr>
              <a:xfrm>
                <a:off x="12176367" y="1704849"/>
                <a:ext cx="50120" cy="173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4">
                    <a:moveTo>
                      <a:pt x="0" y="1512"/>
                    </a:moveTo>
                    <a:lnTo>
                      <a:pt x="2875" y="1824"/>
                    </a:lnTo>
                    <a:lnTo>
                      <a:pt x="5262" y="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8" name="Surface mesh patch"/>
              <p:cNvSpPr/>
              <p:nvPr/>
            </p:nvSpPr>
            <p:spPr>
              <a:xfrm>
                <a:off x="12226486" y="1691300"/>
                <a:ext cx="50120" cy="16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5">
                    <a:moveTo>
                      <a:pt x="0" y="1648"/>
                    </a:moveTo>
                    <a:lnTo>
                      <a:pt x="2875" y="1685"/>
                    </a:lnTo>
                    <a:lnTo>
                      <a:pt x="5262" y="0"/>
                    </a:lnTo>
                    <a:lnTo>
                      <a:pt x="2387" y="19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9" name="Surface mesh patch"/>
              <p:cNvSpPr/>
              <p:nvPr/>
            </p:nvSpPr>
            <p:spPr>
              <a:xfrm>
                <a:off x="11251481" y="1773129"/>
                <a:ext cx="50120" cy="348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6">
                    <a:moveTo>
                      <a:pt x="0" y="0"/>
                    </a:moveTo>
                    <a:lnTo>
                      <a:pt x="2875" y="2183"/>
                    </a:lnTo>
                    <a:lnTo>
                      <a:pt x="5262" y="3656"/>
                    </a:lnTo>
                    <a:lnTo>
                      <a:pt x="2387" y="1402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0" name="Surface mesh patch"/>
              <p:cNvSpPr/>
              <p:nvPr/>
            </p:nvSpPr>
            <p:spPr>
              <a:xfrm>
                <a:off x="11301601" y="1807950"/>
                <a:ext cx="50120" cy="391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12">
                    <a:moveTo>
                      <a:pt x="0" y="0"/>
                    </a:moveTo>
                    <a:lnTo>
                      <a:pt x="2875" y="1874"/>
                    </a:lnTo>
                    <a:lnTo>
                      <a:pt x="5262" y="4112"/>
                    </a:lnTo>
                    <a:lnTo>
                      <a:pt x="2387" y="2225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1" name="Surface mesh patch"/>
              <p:cNvSpPr/>
              <p:nvPr/>
            </p:nvSpPr>
            <p:spPr>
              <a:xfrm>
                <a:off x="11351721" y="1847116"/>
                <a:ext cx="50120" cy="41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9">
                    <a:moveTo>
                      <a:pt x="0" y="0"/>
                    </a:moveTo>
                    <a:lnTo>
                      <a:pt x="2875" y="1332"/>
                    </a:lnTo>
                    <a:lnTo>
                      <a:pt x="5262" y="4319"/>
                    </a:lnTo>
                    <a:lnTo>
                      <a:pt x="2387" y="3060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2" name="Surface mesh patch"/>
              <p:cNvSpPr/>
              <p:nvPr/>
            </p:nvSpPr>
            <p:spPr>
              <a:xfrm>
                <a:off x="11401840" y="1888256"/>
                <a:ext cx="50120" cy="39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9">
                    <a:moveTo>
                      <a:pt x="0" y="0"/>
                    </a:moveTo>
                    <a:lnTo>
                      <a:pt x="2875" y="561"/>
                    </a:lnTo>
                    <a:lnTo>
                      <a:pt x="5262" y="4109"/>
                    </a:lnTo>
                    <a:lnTo>
                      <a:pt x="2387" y="373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3" name="Surface mesh patch"/>
              <p:cNvSpPr/>
              <p:nvPr/>
            </p:nvSpPr>
            <p:spPr>
              <a:xfrm>
                <a:off x="11451960" y="1923518"/>
                <a:ext cx="50120" cy="424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53">
                    <a:moveTo>
                      <a:pt x="0" y="407"/>
                    </a:moveTo>
                    <a:lnTo>
                      <a:pt x="2875" y="0"/>
                    </a:lnTo>
                    <a:lnTo>
                      <a:pt x="5262" y="3737"/>
                    </a:lnTo>
                    <a:lnTo>
                      <a:pt x="2387" y="4453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4" name="Surface mesh patch"/>
              <p:cNvSpPr/>
              <p:nvPr/>
            </p:nvSpPr>
            <p:spPr>
              <a:xfrm>
                <a:off x="11502079" y="1944978"/>
                <a:ext cx="50120" cy="505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7">
                    <a:moveTo>
                      <a:pt x="0" y="1484"/>
                    </a:moveTo>
                    <a:lnTo>
                      <a:pt x="2875" y="0"/>
                    </a:lnTo>
                    <a:lnTo>
                      <a:pt x="5262" y="3425"/>
                    </a:lnTo>
                    <a:lnTo>
                      <a:pt x="2387" y="5307"/>
                    </a:lnTo>
                    <a:close/>
                  </a:path>
                </a:pathLst>
              </a:custGeom>
              <a:solidFill>
                <a:srgbClr val="7592f9"/>
              </a:solidFill>
              <a:ln w="3334" cap="flat" cmpd="sng" algn="ctr">
                <a:solidFill>
                  <a:srgbClr val="7592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5" name="Surface mesh patch"/>
              <p:cNvSpPr/>
              <p:nvPr/>
            </p:nvSpPr>
            <p:spPr>
              <a:xfrm>
                <a:off x="11552199" y="1953612"/>
                <a:ext cx="50120" cy="528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4">
                    <a:moveTo>
                      <a:pt x="0" y="2519"/>
                    </a:moveTo>
                    <a:lnTo>
                      <a:pt x="2875" y="0"/>
                    </a:lnTo>
                    <a:lnTo>
                      <a:pt x="5262" y="2616"/>
                    </a:lnTo>
                    <a:lnTo>
                      <a:pt x="2387" y="5544"/>
                    </a:lnTo>
                    <a:close/>
                  </a:path>
                </a:pathLst>
              </a:custGeom>
              <a:solidFill>
                <a:srgbClr val="718df7"/>
              </a:solidFill>
              <a:ln w="3334" cap="flat" cmpd="sng" algn="ctr">
                <a:solidFill>
                  <a:srgbClr val="718d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6" name="Surface mesh patch"/>
              <p:cNvSpPr/>
              <p:nvPr/>
            </p:nvSpPr>
            <p:spPr>
              <a:xfrm>
                <a:off x="11602319" y="1946878"/>
                <a:ext cx="50120" cy="48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9">
                    <a:moveTo>
                      <a:pt x="0" y="3323"/>
                    </a:moveTo>
                    <a:lnTo>
                      <a:pt x="2875" y="0"/>
                    </a:lnTo>
                    <a:lnTo>
                      <a:pt x="5262" y="1461"/>
                    </a:lnTo>
                    <a:lnTo>
                      <a:pt x="2387" y="5099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7" name="Surface mesh patch"/>
              <p:cNvSpPr/>
              <p:nvPr/>
            </p:nvSpPr>
            <p:spPr>
              <a:xfrm>
                <a:off x="11652438" y="1925359"/>
                <a:ext cx="50120" cy="38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5">
                    <a:moveTo>
                      <a:pt x="0" y="3721"/>
                    </a:moveTo>
                    <a:lnTo>
                      <a:pt x="2875" y="0"/>
                    </a:lnTo>
                    <a:lnTo>
                      <a:pt x="5262" y="216"/>
                    </a:lnTo>
                    <a:lnTo>
                      <a:pt x="2387" y="4065"/>
                    </a:lnTo>
                    <a:close/>
                  </a:path>
                </a:pathLst>
              </a:custGeom>
              <a:solidFill>
                <a:srgbClr val="7d9bfc"/>
              </a:solidFill>
              <a:ln w="3334" cap="flat" cmpd="sng" algn="ctr">
                <a:solidFill>
                  <a:srgbClr val="7d9b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8" name="Surface mesh patch"/>
              <p:cNvSpPr/>
              <p:nvPr/>
            </p:nvSpPr>
            <p:spPr>
              <a:xfrm>
                <a:off x="11702558" y="1884898"/>
                <a:ext cx="50120" cy="425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64">
                    <a:moveTo>
                      <a:pt x="0" y="4464"/>
                    </a:moveTo>
                    <a:lnTo>
                      <a:pt x="2875" y="852"/>
                    </a:lnTo>
                    <a:lnTo>
                      <a:pt x="5262" y="0"/>
                    </a:lnTo>
                    <a:lnTo>
                      <a:pt x="2387" y="3509"/>
                    </a:lnTo>
                    <a:close/>
                  </a:path>
                </a:pathLst>
              </a:custGeom>
              <a:solidFill>
                <a:srgbClr val="88a6fd"/>
              </a:solidFill>
              <a:ln w="3334" cap="flat" cmpd="sng" algn="ctr">
                <a:solidFill>
                  <a:srgbClr val="88a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9" name="Surface mesh patch"/>
              <p:cNvSpPr/>
              <p:nvPr/>
            </p:nvSpPr>
            <p:spPr>
              <a:xfrm>
                <a:off x="11752678" y="1841220"/>
                <a:ext cx="50120" cy="436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6">
                    <a:moveTo>
                      <a:pt x="0" y="4586"/>
                    </a:moveTo>
                    <a:lnTo>
                      <a:pt x="2875" y="1562"/>
                    </a:lnTo>
                    <a:lnTo>
                      <a:pt x="5262" y="0"/>
                    </a:lnTo>
                    <a:lnTo>
                      <a:pt x="2387" y="2709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0" name="Surface mesh patch"/>
              <p:cNvSpPr/>
              <p:nvPr/>
            </p:nvSpPr>
            <p:spPr>
              <a:xfrm>
                <a:off x="11802797" y="1803403"/>
                <a:ext cx="50120" cy="378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0">
                    <a:moveTo>
                      <a:pt x="0" y="3970"/>
                    </a:moveTo>
                    <a:lnTo>
                      <a:pt x="2875" y="1871"/>
                    </a:lnTo>
                    <a:lnTo>
                      <a:pt x="5262" y="0"/>
                    </a:lnTo>
                    <a:lnTo>
                      <a:pt x="2387" y="1654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1" name="Surface mesh patch"/>
              <p:cNvSpPr/>
              <p:nvPr/>
            </p:nvSpPr>
            <p:spPr>
              <a:xfrm>
                <a:off x="11852917" y="1775590"/>
                <a:ext cx="50120" cy="27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0">
                    <a:moveTo>
                      <a:pt x="0" y="2920"/>
                    </a:moveTo>
                    <a:lnTo>
                      <a:pt x="2875" y="1862"/>
                    </a:lnTo>
                    <a:lnTo>
                      <a:pt x="5262" y="0"/>
                    </a:lnTo>
                    <a:lnTo>
                      <a:pt x="2387" y="588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2" name="Surface mesh patch"/>
              <p:cNvSpPr/>
              <p:nvPr/>
            </p:nvSpPr>
            <p:spPr>
              <a:xfrm>
                <a:off x="11903037" y="1755736"/>
                <a:ext cx="50120" cy="19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4">
                    <a:moveTo>
                      <a:pt x="0" y="2084"/>
                    </a:moveTo>
                    <a:lnTo>
                      <a:pt x="2875" y="1963"/>
                    </a:lnTo>
                    <a:lnTo>
                      <a:pt x="5262" y="2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3" name="Surface mesh patch"/>
              <p:cNvSpPr/>
              <p:nvPr/>
            </p:nvSpPr>
            <p:spPr>
              <a:xfrm>
                <a:off x="11953156" y="1741615"/>
                <a:ext cx="50120" cy="21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8">
                    <a:moveTo>
                      <a:pt x="0" y="1760"/>
                    </a:moveTo>
                    <a:lnTo>
                      <a:pt x="2875" y="2308"/>
                    </a:lnTo>
                    <a:lnTo>
                      <a:pt x="5262" y="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4" name="Surface mesh patch"/>
              <p:cNvSpPr/>
              <p:nvPr/>
            </p:nvSpPr>
            <p:spPr>
              <a:xfrm>
                <a:off x="12003276" y="1735117"/>
                <a:ext cx="50120" cy="22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83">
                    <a:moveTo>
                      <a:pt x="0" y="1501"/>
                    </a:moveTo>
                    <a:lnTo>
                      <a:pt x="2875" y="2383"/>
                    </a:lnTo>
                    <a:lnTo>
                      <a:pt x="5262" y="10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5" name="Surface mesh patch"/>
              <p:cNvSpPr/>
              <p:nvPr/>
            </p:nvSpPr>
            <p:spPr>
              <a:xfrm>
                <a:off x="12053396" y="1731653"/>
                <a:ext cx="50120" cy="21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1">
                    <a:moveTo>
                      <a:pt x="0" y="1375"/>
                    </a:moveTo>
                    <a:lnTo>
                      <a:pt x="2875" y="2281"/>
                    </a:lnTo>
                    <a:lnTo>
                      <a:pt x="5262" y="9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6" name="Surface mesh patch"/>
              <p:cNvSpPr/>
              <p:nvPr/>
            </p:nvSpPr>
            <p:spPr>
              <a:xfrm>
                <a:off x="12103515" y="1727210"/>
                <a:ext cx="50120" cy="198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7">
                    <a:moveTo>
                      <a:pt x="0" y="1383"/>
                    </a:moveTo>
                    <a:lnTo>
                      <a:pt x="2875" y="2087"/>
                    </a:lnTo>
                    <a:lnTo>
                      <a:pt x="5262" y="6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7" name="Surface mesh patch"/>
              <p:cNvSpPr/>
              <p:nvPr/>
            </p:nvSpPr>
            <p:spPr>
              <a:xfrm>
                <a:off x="12153635" y="1719247"/>
                <a:ext cx="50120" cy="17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1478"/>
                    </a:moveTo>
                    <a:lnTo>
                      <a:pt x="2875" y="1876"/>
                    </a:lnTo>
                    <a:lnTo>
                      <a:pt x="5262" y="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8" name="Surface mesh patch"/>
              <p:cNvSpPr/>
              <p:nvPr/>
            </p:nvSpPr>
            <p:spPr>
              <a:xfrm>
                <a:off x="12203754" y="1706996"/>
                <a:ext cx="50120" cy="162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4">
                    <a:moveTo>
                      <a:pt x="0" y="1598"/>
                    </a:moveTo>
                    <a:lnTo>
                      <a:pt x="2875" y="1704"/>
                    </a:lnTo>
                    <a:lnTo>
                      <a:pt x="5262" y="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9" name="Surface mesh patch"/>
              <p:cNvSpPr/>
              <p:nvPr/>
            </p:nvSpPr>
            <p:spPr>
              <a:xfrm>
                <a:off x="11278869" y="1793921"/>
                <a:ext cx="50120" cy="31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6">
                    <a:moveTo>
                      <a:pt x="0" y="0"/>
                    </a:moveTo>
                    <a:lnTo>
                      <a:pt x="2875" y="1887"/>
                    </a:lnTo>
                    <a:lnTo>
                      <a:pt x="5262" y="3346"/>
                    </a:lnTo>
                    <a:lnTo>
                      <a:pt x="2387" y="1473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0" name="Surface mesh patch"/>
              <p:cNvSpPr/>
              <p:nvPr/>
            </p:nvSpPr>
            <p:spPr>
              <a:xfrm>
                <a:off x="11328989" y="1825796"/>
                <a:ext cx="50120" cy="340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1">
                    <a:moveTo>
                      <a:pt x="0" y="0"/>
                    </a:moveTo>
                    <a:lnTo>
                      <a:pt x="2875" y="1420"/>
                    </a:lnTo>
                    <a:lnTo>
                      <a:pt x="5262" y="3571"/>
                    </a:lnTo>
                    <a:lnTo>
                      <a:pt x="2387" y="2238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1" name="Surface mesh patch"/>
              <p:cNvSpPr/>
              <p:nvPr/>
            </p:nvSpPr>
            <p:spPr>
              <a:xfrm>
                <a:off x="11379108" y="1859807"/>
                <a:ext cx="50120" cy="337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8">
                    <a:moveTo>
                      <a:pt x="0" y="0"/>
                    </a:moveTo>
                    <a:lnTo>
                      <a:pt x="2875" y="747"/>
                    </a:lnTo>
                    <a:lnTo>
                      <a:pt x="5262" y="3548"/>
                    </a:lnTo>
                    <a:lnTo>
                      <a:pt x="2387" y="2987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2" name="Surface mesh patch"/>
              <p:cNvSpPr/>
              <p:nvPr/>
            </p:nvSpPr>
            <p:spPr>
              <a:xfrm>
                <a:off x="11429228" y="1892609"/>
                <a:ext cx="50120" cy="347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2">
                    <a:moveTo>
                      <a:pt x="0" y="104"/>
                    </a:moveTo>
                    <a:lnTo>
                      <a:pt x="2875" y="0"/>
                    </a:lnTo>
                    <a:lnTo>
                      <a:pt x="5262" y="3245"/>
                    </a:lnTo>
                    <a:lnTo>
                      <a:pt x="2387" y="3652"/>
                    </a:lnTo>
                    <a:close/>
                  </a:path>
                </a:pathLst>
              </a:custGeom>
              <a:solidFill>
                <a:srgbClr val="8caafd"/>
              </a:solidFill>
              <a:ln w="3334" cap="flat" cmpd="sng" algn="ctr">
                <a:solidFill>
                  <a:srgbClr val="8c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3" name="Surface mesh patch"/>
              <p:cNvSpPr/>
              <p:nvPr/>
            </p:nvSpPr>
            <p:spPr>
              <a:xfrm>
                <a:off x="11479348" y="1913288"/>
                <a:ext cx="50120" cy="45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1">
                    <a:moveTo>
                      <a:pt x="0" y="1074"/>
                    </a:moveTo>
                    <a:lnTo>
                      <a:pt x="2875" y="0"/>
                    </a:lnTo>
                    <a:lnTo>
                      <a:pt x="5262" y="3327"/>
                    </a:lnTo>
                    <a:lnTo>
                      <a:pt x="2387" y="4811"/>
                    </a:lnTo>
                    <a:close/>
                  </a:path>
                </a:pathLst>
              </a:custGeom>
              <a:solidFill>
                <a:srgbClr val="85a2fd"/>
              </a:solidFill>
              <a:ln w="3334" cap="flat" cmpd="sng" algn="ctr">
                <a:solidFill>
                  <a:srgbClr val="85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4" name="Surface mesh patch"/>
              <p:cNvSpPr/>
              <p:nvPr/>
            </p:nvSpPr>
            <p:spPr>
              <a:xfrm>
                <a:off x="11529467" y="1925421"/>
                <a:ext cx="50120" cy="52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79">
                    <a:moveTo>
                      <a:pt x="0" y="2053"/>
                    </a:moveTo>
                    <a:lnTo>
                      <a:pt x="2875" y="0"/>
                    </a:lnTo>
                    <a:lnTo>
                      <a:pt x="5262" y="2960"/>
                    </a:lnTo>
                    <a:lnTo>
                      <a:pt x="2387" y="5479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5" name="Surface mesh patch"/>
              <p:cNvSpPr/>
              <p:nvPr/>
            </p:nvSpPr>
            <p:spPr>
              <a:xfrm>
                <a:off x="11579587" y="1926110"/>
                <a:ext cx="50120" cy="52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04">
                    <a:moveTo>
                      <a:pt x="0" y="2887"/>
                    </a:moveTo>
                    <a:lnTo>
                      <a:pt x="2875" y="0"/>
                    </a:lnTo>
                    <a:lnTo>
                      <a:pt x="5262" y="2180"/>
                    </a:lnTo>
                    <a:lnTo>
                      <a:pt x="2387" y="5504"/>
                    </a:lnTo>
                    <a:close/>
                  </a:path>
                </a:pathLst>
              </a:custGeom>
              <a:solidFill>
                <a:srgbClr val="7f9dfd"/>
              </a:solidFill>
              <a:ln w="3334" cap="flat" cmpd="sng" algn="ctr">
                <a:solidFill>
                  <a:srgbClr val="7f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6" name="Surface mesh patch"/>
              <p:cNvSpPr/>
              <p:nvPr/>
            </p:nvSpPr>
            <p:spPr>
              <a:xfrm>
                <a:off x="11629707" y="1914389"/>
                <a:ext cx="50120" cy="464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72">
                    <a:moveTo>
                      <a:pt x="0" y="3411"/>
                    </a:moveTo>
                    <a:lnTo>
                      <a:pt x="2875" y="0"/>
                    </a:lnTo>
                    <a:lnTo>
                      <a:pt x="5262" y="1152"/>
                    </a:lnTo>
                    <a:lnTo>
                      <a:pt x="2387" y="4872"/>
                    </a:lnTo>
                    <a:close/>
                  </a:path>
                </a:pathLst>
              </a:custGeom>
              <a:solidFill>
                <a:srgbClr val="83a1fd"/>
              </a:solidFill>
              <a:ln w="3334" cap="flat" cmpd="sng" algn="ctr">
                <a:solidFill>
                  <a:srgbClr val="83a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7" name="Surface mesh patch"/>
              <p:cNvSpPr/>
              <p:nvPr/>
            </p:nvSpPr>
            <p:spPr>
              <a:xfrm>
                <a:off x="11679826" y="1892015"/>
                <a:ext cx="50120" cy="35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7">
                    <a:moveTo>
                      <a:pt x="0" y="3501"/>
                    </a:moveTo>
                    <a:lnTo>
                      <a:pt x="2875" y="0"/>
                    </a:lnTo>
                    <a:lnTo>
                      <a:pt x="5262" y="104"/>
                    </a:lnTo>
                    <a:lnTo>
                      <a:pt x="2387" y="3717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8" name="Surface mesh patch"/>
              <p:cNvSpPr/>
              <p:nvPr/>
            </p:nvSpPr>
            <p:spPr>
              <a:xfrm>
                <a:off x="11729946" y="1856098"/>
                <a:ext cx="50120" cy="36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5">
                    <a:moveTo>
                      <a:pt x="0" y="3875"/>
                    </a:moveTo>
                    <a:lnTo>
                      <a:pt x="2875" y="748"/>
                    </a:lnTo>
                    <a:lnTo>
                      <a:pt x="5262" y="0"/>
                    </a:lnTo>
                    <a:lnTo>
                      <a:pt x="2387" y="3024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9" name="Surface mesh patch"/>
              <p:cNvSpPr/>
              <p:nvPr/>
            </p:nvSpPr>
            <p:spPr>
              <a:xfrm>
                <a:off x="11780065" y="1821228"/>
                <a:ext cx="50120" cy="34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1">
                    <a:moveTo>
                      <a:pt x="0" y="3661"/>
                    </a:moveTo>
                    <a:lnTo>
                      <a:pt x="2875" y="1287"/>
                    </a:lnTo>
                    <a:lnTo>
                      <a:pt x="5262" y="0"/>
                    </a:lnTo>
                    <a:lnTo>
                      <a:pt x="2387" y="2099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0" name="Surface mesh patch"/>
              <p:cNvSpPr/>
              <p:nvPr/>
            </p:nvSpPr>
            <p:spPr>
              <a:xfrm>
                <a:off x="11830185" y="1793330"/>
                <a:ext cx="50120" cy="2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9">
                    <a:moveTo>
                      <a:pt x="0" y="2929"/>
                    </a:moveTo>
                    <a:lnTo>
                      <a:pt x="2875" y="1509"/>
                    </a:lnTo>
                    <a:lnTo>
                      <a:pt x="5262" y="0"/>
                    </a:lnTo>
                    <a:lnTo>
                      <a:pt x="2387" y="1058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1" name="Surface mesh patch"/>
              <p:cNvSpPr/>
              <p:nvPr/>
            </p:nvSpPr>
            <p:spPr>
              <a:xfrm>
                <a:off x="11880305" y="1774433"/>
                <a:ext cx="50120" cy="18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4">
                    <a:moveTo>
                      <a:pt x="0" y="1984"/>
                    </a:moveTo>
                    <a:lnTo>
                      <a:pt x="2875" y="1509"/>
                    </a:lnTo>
                    <a:lnTo>
                      <a:pt x="5262" y="0"/>
                    </a:lnTo>
                    <a:lnTo>
                      <a:pt x="2387" y="121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2" name="Surface mesh patch"/>
              <p:cNvSpPr/>
              <p:nvPr/>
            </p:nvSpPr>
            <p:spPr>
              <a:xfrm>
                <a:off x="11930424" y="1758377"/>
                <a:ext cx="50120" cy="18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3">
                    <a:moveTo>
                      <a:pt x="0" y="1686"/>
                    </a:moveTo>
                    <a:lnTo>
                      <a:pt x="2875" y="1963"/>
                    </a:lnTo>
                    <a:lnTo>
                      <a:pt x="5262" y="5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3" name="Surface mesh patch"/>
              <p:cNvSpPr/>
              <p:nvPr/>
            </p:nvSpPr>
            <p:spPr>
              <a:xfrm>
                <a:off x="11980544" y="1749410"/>
                <a:ext cx="50120" cy="211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20">
                    <a:moveTo>
                      <a:pt x="0" y="1489"/>
                    </a:moveTo>
                    <a:lnTo>
                      <a:pt x="2875" y="2220"/>
                    </a:lnTo>
                    <a:lnTo>
                      <a:pt x="5262" y="8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4" name="Surface mesh patch"/>
              <p:cNvSpPr/>
              <p:nvPr/>
            </p:nvSpPr>
            <p:spPr>
              <a:xfrm>
                <a:off x="12030664" y="1744754"/>
                <a:ext cx="50120" cy="21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38">
                    <a:moveTo>
                      <a:pt x="0" y="1371"/>
                    </a:moveTo>
                    <a:lnTo>
                      <a:pt x="2875" y="2238"/>
                    </a:lnTo>
                    <a:lnTo>
                      <a:pt x="5262" y="9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5" name="Surface mesh patch"/>
              <p:cNvSpPr/>
              <p:nvPr/>
            </p:nvSpPr>
            <p:spPr>
              <a:xfrm>
                <a:off x="12080783" y="1740387"/>
                <a:ext cx="50120" cy="201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1">
                    <a:moveTo>
                      <a:pt x="0" y="1364"/>
                    </a:moveTo>
                    <a:lnTo>
                      <a:pt x="2875" y="2111"/>
                    </a:lnTo>
                    <a:lnTo>
                      <a:pt x="5262" y="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6" name="Surface mesh patch"/>
              <p:cNvSpPr/>
              <p:nvPr/>
            </p:nvSpPr>
            <p:spPr>
              <a:xfrm>
                <a:off x="12130903" y="1733330"/>
                <a:ext cx="50120" cy="183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45"/>
                    </a:moveTo>
                    <a:lnTo>
                      <a:pt x="2875" y="1923"/>
                    </a:lnTo>
                    <a:lnTo>
                      <a:pt x="5262" y="3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7" name="Surface mesh patch"/>
              <p:cNvSpPr/>
              <p:nvPr/>
            </p:nvSpPr>
            <p:spPr>
              <a:xfrm>
                <a:off x="12181023" y="1722220"/>
                <a:ext cx="50120" cy="166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5">
                    <a:moveTo>
                      <a:pt x="0" y="1564"/>
                    </a:moveTo>
                    <a:lnTo>
                      <a:pt x="2875" y="1745"/>
                    </a:lnTo>
                    <a:lnTo>
                      <a:pt x="5262" y="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8" name="Surface mesh patch"/>
              <p:cNvSpPr/>
              <p:nvPr/>
            </p:nvSpPr>
            <p:spPr>
              <a:xfrm>
                <a:off x="11306257" y="1811899"/>
                <a:ext cx="50120" cy="274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9">
                    <a:moveTo>
                      <a:pt x="0" y="0"/>
                    </a:moveTo>
                    <a:lnTo>
                      <a:pt x="2875" y="1518"/>
                    </a:lnTo>
                    <a:lnTo>
                      <a:pt x="5262" y="2879"/>
                    </a:lnTo>
                    <a:lnTo>
                      <a:pt x="2387" y="1459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9" name="Surface mesh patch"/>
              <p:cNvSpPr/>
              <p:nvPr/>
            </p:nvSpPr>
            <p:spPr>
              <a:xfrm>
                <a:off x="11356376" y="1839318"/>
                <a:ext cx="50120" cy="27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9">
                    <a:moveTo>
                      <a:pt x="0" y="0"/>
                    </a:moveTo>
                    <a:lnTo>
                      <a:pt x="2875" y="929"/>
                    </a:lnTo>
                    <a:lnTo>
                      <a:pt x="5262" y="2899"/>
                    </a:lnTo>
                    <a:lnTo>
                      <a:pt x="2387" y="2151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0" name="Surface mesh patch"/>
              <p:cNvSpPr/>
              <p:nvPr/>
            </p:nvSpPr>
            <p:spPr>
              <a:xfrm>
                <a:off x="11406496" y="1866927"/>
                <a:ext cx="50120" cy="26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00">
                    <a:moveTo>
                      <a:pt x="0" y="0"/>
                    </a:moveTo>
                    <a:lnTo>
                      <a:pt x="2875" y="182"/>
                    </a:lnTo>
                    <a:lnTo>
                      <a:pt x="5262" y="2696"/>
                    </a:lnTo>
                    <a:lnTo>
                      <a:pt x="2387" y="280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1" name="Surface mesh patch"/>
              <p:cNvSpPr/>
              <p:nvPr/>
            </p:nvSpPr>
            <p:spPr>
              <a:xfrm>
                <a:off x="11456616" y="1886133"/>
                <a:ext cx="50120" cy="373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25">
                    <a:moveTo>
                      <a:pt x="0" y="680"/>
                    </a:moveTo>
                    <a:lnTo>
                      <a:pt x="2875" y="0"/>
                    </a:lnTo>
                    <a:lnTo>
                      <a:pt x="5262" y="2851"/>
                    </a:lnTo>
                    <a:lnTo>
                      <a:pt x="2387" y="3925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2" name="Surface mesh patch"/>
              <p:cNvSpPr/>
              <p:nvPr/>
            </p:nvSpPr>
            <p:spPr>
              <a:xfrm>
                <a:off x="11506735" y="1898278"/>
                <a:ext cx="50120" cy="46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3">
                    <a:moveTo>
                      <a:pt x="0" y="1576"/>
                    </a:moveTo>
                    <a:lnTo>
                      <a:pt x="2875" y="0"/>
                    </a:lnTo>
                    <a:lnTo>
                      <a:pt x="5262" y="2850"/>
                    </a:lnTo>
                    <a:lnTo>
                      <a:pt x="2387" y="4903"/>
                    </a:lnTo>
                    <a:close/>
                  </a:path>
                </a:pathLst>
              </a:custGeom>
              <a:solidFill>
                <a:srgbClr val="8ca9fd"/>
              </a:solidFill>
              <a:ln w="3334" cap="flat" cmpd="sng" algn="ctr">
                <a:solidFill>
                  <a:srgbClr val="8c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3" name="Surface mesh patch"/>
              <p:cNvSpPr/>
              <p:nvPr/>
            </p:nvSpPr>
            <p:spPr>
              <a:xfrm>
                <a:off x="11556855" y="1902674"/>
                <a:ext cx="50120" cy="50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48">
                    <a:moveTo>
                      <a:pt x="0" y="2388"/>
                    </a:moveTo>
                    <a:lnTo>
                      <a:pt x="2875" y="0"/>
                    </a:lnTo>
                    <a:lnTo>
                      <a:pt x="5262" y="2460"/>
                    </a:lnTo>
                    <a:lnTo>
                      <a:pt x="2387" y="5348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4" name="Surface mesh patch"/>
              <p:cNvSpPr/>
              <p:nvPr/>
            </p:nvSpPr>
            <p:spPr>
              <a:xfrm>
                <a:off x="11606975" y="1897766"/>
                <a:ext cx="50120" cy="49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56">
                    <a:moveTo>
                      <a:pt x="0" y="2976"/>
                    </a:moveTo>
                    <a:lnTo>
                      <a:pt x="2875" y="0"/>
                    </a:lnTo>
                    <a:lnTo>
                      <a:pt x="5262" y="1745"/>
                    </a:lnTo>
                    <a:lnTo>
                      <a:pt x="2387" y="515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5" name="Surface mesh patch"/>
              <p:cNvSpPr/>
              <p:nvPr/>
            </p:nvSpPr>
            <p:spPr>
              <a:xfrm>
                <a:off x="11657094" y="1883796"/>
                <a:ext cx="50120" cy="41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64">
                    <a:moveTo>
                      <a:pt x="0" y="3212"/>
                    </a:moveTo>
                    <a:lnTo>
                      <a:pt x="2875" y="0"/>
                    </a:lnTo>
                    <a:lnTo>
                      <a:pt x="5262" y="863"/>
                    </a:lnTo>
                    <a:lnTo>
                      <a:pt x="2387" y="4364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6" name="Surface mesh patch"/>
              <p:cNvSpPr/>
              <p:nvPr/>
            </p:nvSpPr>
            <p:spPr>
              <a:xfrm>
                <a:off x="11707214" y="1863135"/>
                <a:ext cx="50120" cy="298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37">
                    <a:moveTo>
                      <a:pt x="0" y="3032"/>
                    </a:moveTo>
                    <a:lnTo>
                      <a:pt x="2875" y="0"/>
                    </a:lnTo>
                    <a:lnTo>
                      <a:pt x="5262" y="10"/>
                    </a:lnTo>
                    <a:lnTo>
                      <a:pt x="2387" y="3137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7" name="Surface mesh patch"/>
              <p:cNvSpPr/>
              <p:nvPr/>
            </p:nvSpPr>
            <p:spPr>
              <a:xfrm>
                <a:off x="11757334" y="1833483"/>
                <a:ext cx="50120" cy="297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23">
                    <a:moveTo>
                      <a:pt x="0" y="3123"/>
                    </a:moveTo>
                    <a:lnTo>
                      <a:pt x="2875" y="655"/>
                    </a:lnTo>
                    <a:lnTo>
                      <a:pt x="5262" y="0"/>
                    </a:lnTo>
                    <a:lnTo>
                      <a:pt x="2387" y="2374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8" name="Surface mesh patch"/>
              <p:cNvSpPr/>
              <p:nvPr/>
            </p:nvSpPr>
            <p:spPr>
              <a:xfrm>
                <a:off x="11807453" y="1807708"/>
                <a:ext cx="50120" cy="25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6">
                    <a:moveTo>
                      <a:pt x="0" y="2706"/>
                    </a:moveTo>
                    <a:lnTo>
                      <a:pt x="2875" y="1062"/>
                    </a:lnTo>
                    <a:lnTo>
                      <a:pt x="5262" y="0"/>
                    </a:lnTo>
                    <a:lnTo>
                      <a:pt x="2387" y="1419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9" name="Surface mesh patch"/>
              <p:cNvSpPr/>
              <p:nvPr/>
            </p:nvSpPr>
            <p:spPr>
              <a:xfrm>
                <a:off x="11857573" y="1788810"/>
                <a:ext cx="50120" cy="18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4">
                    <a:moveTo>
                      <a:pt x="0" y="1984"/>
                    </a:moveTo>
                    <a:lnTo>
                      <a:pt x="2875" y="1237"/>
                    </a:lnTo>
                    <a:lnTo>
                      <a:pt x="5262" y="0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0" name="Surface mesh patch"/>
              <p:cNvSpPr/>
              <p:nvPr/>
            </p:nvSpPr>
            <p:spPr>
              <a:xfrm>
                <a:off x="11907693" y="1774433"/>
                <a:ext cx="50120" cy="147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46">
                    <a:moveTo>
                      <a:pt x="0" y="1509"/>
                    </a:moveTo>
                    <a:lnTo>
                      <a:pt x="2875" y="1546"/>
                    </a:lnTo>
                    <a:lnTo>
                      <a:pt x="5262" y="2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1" name="Surface mesh patch"/>
              <p:cNvSpPr/>
              <p:nvPr/>
            </p:nvSpPr>
            <p:spPr>
              <a:xfrm>
                <a:off x="11957812" y="1763597"/>
                <a:ext cx="50120" cy="18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8">
                    <a:moveTo>
                      <a:pt x="0" y="1415"/>
                    </a:moveTo>
                    <a:lnTo>
                      <a:pt x="2875" y="1988"/>
                    </a:lnTo>
                    <a:lnTo>
                      <a:pt x="5262" y="7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2" name="Surface mesh patch"/>
              <p:cNvSpPr/>
              <p:nvPr/>
            </p:nvSpPr>
            <p:spPr>
              <a:xfrm>
                <a:off x="12007932" y="1757817"/>
                <a:ext cx="50120" cy="20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46">
                    <a:moveTo>
                      <a:pt x="0" y="1337"/>
                    </a:moveTo>
                    <a:lnTo>
                      <a:pt x="2875" y="2146"/>
                    </a:lnTo>
                    <a:lnTo>
                      <a:pt x="5262" y="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3" name="Surface mesh patch"/>
              <p:cNvSpPr/>
              <p:nvPr/>
            </p:nvSpPr>
            <p:spPr>
              <a:xfrm>
                <a:off x="12058051" y="1753377"/>
                <a:ext cx="50120" cy="20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5">
                    <a:moveTo>
                      <a:pt x="0" y="1333"/>
                    </a:moveTo>
                    <a:lnTo>
                      <a:pt x="2875" y="2105"/>
                    </a:lnTo>
                    <a:lnTo>
                      <a:pt x="5262" y="7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4" name="Surface mesh patch"/>
              <p:cNvSpPr/>
              <p:nvPr/>
            </p:nvSpPr>
            <p:spPr>
              <a:xfrm>
                <a:off x="12108171" y="1747092"/>
                <a:ext cx="50120" cy="18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9">
                    <a:moveTo>
                      <a:pt x="0" y="1407"/>
                    </a:moveTo>
                    <a:lnTo>
                      <a:pt x="2875" y="1959"/>
                    </a:lnTo>
                    <a:lnTo>
                      <a:pt x="5262" y="4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5" name="Surface mesh patch"/>
              <p:cNvSpPr/>
              <p:nvPr/>
            </p:nvSpPr>
            <p:spPr>
              <a:xfrm>
                <a:off x="12158291" y="1737119"/>
                <a:ext cx="50120" cy="17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7">
                    <a:moveTo>
                      <a:pt x="0" y="1526"/>
                    </a:moveTo>
                    <a:lnTo>
                      <a:pt x="2875" y="1787"/>
                    </a:lnTo>
                    <a:lnTo>
                      <a:pt x="5262" y="1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6" name="Surface mesh patch"/>
              <p:cNvSpPr/>
              <p:nvPr/>
            </p:nvSpPr>
            <p:spPr>
              <a:xfrm>
                <a:off x="11333645" y="1826354"/>
                <a:ext cx="50120" cy="218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0">
                    <a:moveTo>
                      <a:pt x="0" y="0"/>
                    </a:moveTo>
                    <a:lnTo>
                      <a:pt x="2875" y="1104"/>
                    </a:lnTo>
                    <a:lnTo>
                      <a:pt x="5262" y="2290"/>
                    </a:lnTo>
                    <a:lnTo>
                      <a:pt x="2387" y="1361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7" name="Surface mesh patch"/>
              <p:cNvSpPr/>
              <p:nvPr/>
            </p:nvSpPr>
            <p:spPr>
              <a:xfrm>
                <a:off x="11383764" y="1848170"/>
                <a:ext cx="50120" cy="20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1">
                    <a:moveTo>
                      <a:pt x="0" y="0"/>
                    </a:moveTo>
                    <a:lnTo>
                      <a:pt x="2875" y="443"/>
                    </a:lnTo>
                    <a:lnTo>
                      <a:pt x="5262" y="2151"/>
                    </a:lnTo>
                    <a:lnTo>
                      <a:pt x="2387" y="1969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8" name="Surface mesh patch"/>
              <p:cNvSpPr/>
              <p:nvPr/>
            </p:nvSpPr>
            <p:spPr>
              <a:xfrm>
                <a:off x="11433884" y="1865617"/>
                <a:ext cx="50120" cy="269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4">
                    <a:moveTo>
                      <a:pt x="0" y="319"/>
                    </a:moveTo>
                    <a:lnTo>
                      <a:pt x="2875" y="0"/>
                    </a:lnTo>
                    <a:lnTo>
                      <a:pt x="5262" y="2154"/>
                    </a:lnTo>
                    <a:lnTo>
                      <a:pt x="2387" y="2834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9" name="Surface mesh patch"/>
              <p:cNvSpPr/>
              <p:nvPr/>
            </p:nvSpPr>
            <p:spPr>
              <a:xfrm>
                <a:off x="11484004" y="1875441"/>
                <a:ext cx="50120" cy="378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3">
                    <a:moveTo>
                      <a:pt x="0" y="1122"/>
                    </a:moveTo>
                    <a:lnTo>
                      <a:pt x="2875" y="0"/>
                    </a:lnTo>
                    <a:lnTo>
                      <a:pt x="5262" y="2398"/>
                    </a:lnTo>
                    <a:lnTo>
                      <a:pt x="2387" y="3973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10" name="Surface mesh patch"/>
              <p:cNvSpPr/>
              <p:nvPr/>
            </p:nvSpPr>
            <p:spPr>
              <a:xfrm>
                <a:off x="11534123" y="1880380"/>
                <a:ext cx="50120" cy="45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9">
                    <a:moveTo>
                      <a:pt x="0" y="1879"/>
                    </a:moveTo>
                    <a:lnTo>
                      <a:pt x="2875" y="0"/>
                    </a:lnTo>
                    <a:lnTo>
                      <a:pt x="5262" y="2341"/>
                    </a:lnTo>
                    <a:lnTo>
                      <a:pt x="2387" y="4729"/>
                    </a:lnTo>
                    <a:close/>
                  </a:path>
                </a:pathLst>
              </a:custGeom>
              <a:solidFill>
                <a:srgbClr val="93b1fd"/>
              </a:solidFill>
              <a:ln w="3334" cap="flat" cmpd="sng" algn="ctr">
                <a:solidFill>
                  <a:srgbClr val="93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11" name="Surface mesh patch"/>
              <p:cNvSpPr/>
              <p:nvPr/>
            </p:nvSpPr>
            <p:spPr>
              <a:xfrm>
                <a:off x="11584243" y="1879080"/>
                <a:ext cx="50120" cy="470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7">
                    <a:moveTo>
                      <a:pt x="0" y="2477"/>
                    </a:moveTo>
                    <a:lnTo>
                      <a:pt x="2875" y="0"/>
                    </a:lnTo>
                    <a:lnTo>
                      <a:pt x="5262" y="1962"/>
                    </a:lnTo>
                    <a:lnTo>
                      <a:pt x="2387" y="4937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12" name="Surface mesh patch"/>
              <p:cNvSpPr/>
              <p:nvPr/>
            </p:nvSpPr>
            <p:spPr>
              <a:xfrm>
                <a:off x="11634362" y="1871074"/>
                <a:ext cx="50120" cy="43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8">
                    <a:moveTo>
                      <a:pt x="0" y="2802"/>
                    </a:moveTo>
                    <a:lnTo>
                      <a:pt x="2875" y="0"/>
                    </a:lnTo>
                    <a:lnTo>
                      <a:pt x="5262" y="1336"/>
                    </a:lnTo>
                    <a:lnTo>
                      <a:pt x="2387" y="4548"/>
                    </a:lnTo>
                    <a:close/>
                  </a:path>
                </a:pathLst>
              </a:custGeom>
              <a:solidFill>
                <a:srgbClr val="95b3fd"/>
              </a:solidFill>
              <a:ln w="3334" cap="flat" cmpd="sng" algn="ctr">
                <a:solidFill>
                  <a:srgbClr val="95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13" name="Surface mesh patch"/>
              <p:cNvSpPr/>
              <p:nvPr/>
            </p:nvSpPr>
            <p:spPr>
              <a:xfrm>
                <a:off x="11684482" y="1857361"/>
                <a:ext cx="50120" cy="3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775"/>
                    </a:moveTo>
                    <a:lnTo>
                      <a:pt x="2875" y="0"/>
                    </a:lnTo>
                    <a:lnTo>
                      <a:pt x="5262" y="606"/>
                    </a:lnTo>
                    <a:lnTo>
                      <a:pt x="2387" y="3638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14" name="Surface mesh patch"/>
              <p:cNvSpPr/>
              <p:nvPr/>
            </p:nvSpPr>
            <p:spPr>
              <a:xfrm>
                <a:off x="11734602" y="1839726"/>
                <a:ext cx="50120" cy="235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7">
                    <a:moveTo>
                      <a:pt x="0" y="2458"/>
                    </a:moveTo>
                    <a:lnTo>
                      <a:pt x="2875" y="70"/>
                    </a:lnTo>
                    <a:lnTo>
                      <a:pt x="5262" y="0"/>
                    </a:lnTo>
                    <a:lnTo>
                      <a:pt x="2387" y="2467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15" name="Surface mesh patch"/>
              <p:cNvSpPr/>
              <p:nvPr/>
            </p:nvSpPr>
            <p:spPr>
              <a:xfrm>
                <a:off x="11784721" y="1817825"/>
                <a:ext cx="50120" cy="219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9">
                    <a:moveTo>
                      <a:pt x="0" y="2299"/>
                    </a:moveTo>
                    <a:lnTo>
                      <a:pt x="2875" y="581"/>
                    </a:lnTo>
                    <a:lnTo>
                      <a:pt x="5262" y="0"/>
                    </a:lnTo>
                    <a:lnTo>
                      <a:pt x="2387" y="1644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16" name="Surface mesh patch"/>
              <p:cNvSpPr/>
              <p:nvPr/>
            </p:nvSpPr>
            <p:spPr>
              <a:xfrm>
                <a:off x="11834841" y="1800592"/>
                <a:ext cx="50120" cy="172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9">
                    <a:moveTo>
                      <a:pt x="0" y="1809"/>
                    </a:moveTo>
                    <a:lnTo>
                      <a:pt x="2875" y="896"/>
                    </a:lnTo>
                    <a:lnTo>
                      <a:pt x="5262" y="0"/>
                    </a:lnTo>
                    <a:lnTo>
                      <a:pt x="2387" y="747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17" name="Surface mesh patch"/>
              <p:cNvSpPr/>
              <p:nvPr/>
            </p:nvSpPr>
            <p:spPr>
              <a:xfrm>
                <a:off x="11884961" y="1788810"/>
                <a:ext cx="50120" cy="11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7">
                    <a:moveTo>
                      <a:pt x="0" y="1237"/>
                    </a:moveTo>
                    <a:lnTo>
                      <a:pt x="2875" y="1090"/>
                    </a:lnTo>
                    <a:lnTo>
                      <a:pt x="5262" y="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18" name="Surface mesh patch"/>
              <p:cNvSpPr/>
              <p:nvPr/>
            </p:nvSpPr>
            <p:spPr>
              <a:xfrm>
                <a:off x="11935080" y="1777078"/>
                <a:ext cx="50120" cy="162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2">
                    <a:moveTo>
                      <a:pt x="0" y="1268"/>
                    </a:moveTo>
                    <a:lnTo>
                      <a:pt x="2875" y="1702"/>
                    </a:lnTo>
                    <a:lnTo>
                      <a:pt x="5262" y="5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19" name="Surface mesh patch"/>
              <p:cNvSpPr/>
              <p:nvPr/>
            </p:nvSpPr>
            <p:spPr>
              <a:xfrm>
                <a:off x="11985200" y="1770551"/>
                <a:ext cx="50120" cy="19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5">
                    <a:moveTo>
                      <a:pt x="0" y="1258"/>
                    </a:moveTo>
                    <a:lnTo>
                      <a:pt x="2875" y="2005"/>
                    </a:lnTo>
                    <a:lnTo>
                      <a:pt x="5262" y="8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20" name="Surface mesh patch"/>
              <p:cNvSpPr/>
              <p:nvPr/>
            </p:nvSpPr>
            <p:spPr>
              <a:xfrm>
                <a:off x="12035320" y="1766069"/>
                <a:ext cx="50120" cy="196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7">
                    <a:moveTo>
                      <a:pt x="0" y="1279"/>
                    </a:moveTo>
                    <a:lnTo>
                      <a:pt x="2875" y="2067"/>
                    </a:lnTo>
                    <a:lnTo>
                      <a:pt x="5262" y="7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21" name="Surface mesh patch"/>
              <p:cNvSpPr/>
              <p:nvPr/>
            </p:nvSpPr>
            <p:spPr>
              <a:xfrm>
                <a:off x="12085439" y="1760491"/>
                <a:ext cx="50120" cy="18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8">
                    <a:moveTo>
                      <a:pt x="0" y="1359"/>
                    </a:moveTo>
                    <a:lnTo>
                      <a:pt x="2875" y="1978"/>
                    </a:lnTo>
                    <a:lnTo>
                      <a:pt x="5262" y="5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22" name="Surface mesh patch"/>
              <p:cNvSpPr/>
              <p:nvPr/>
            </p:nvSpPr>
            <p:spPr>
              <a:xfrm>
                <a:off x="12135559" y="1751651"/>
                <a:ext cx="50120" cy="173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5">
                    <a:moveTo>
                      <a:pt x="0" y="1480"/>
                    </a:moveTo>
                    <a:lnTo>
                      <a:pt x="2875" y="1825"/>
                    </a:lnTo>
                    <a:lnTo>
                      <a:pt x="5262" y="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23" name="Surface mesh patch"/>
              <p:cNvSpPr/>
              <p:nvPr/>
            </p:nvSpPr>
            <p:spPr>
              <a:xfrm>
                <a:off x="11361032" y="1836866"/>
                <a:ext cx="50120" cy="155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0">
                    <a:moveTo>
                      <a:pt x="0" y="0"/>
                    </a:moveTo>
                    <a:lnTo>
                      <a:pt x="2875" y="680"/>
                    </a:lnTo>
                    <a:lnTo>
                      <a:pt x="5262" y="1630"/>
                    </a:lnTo>
                    <a:lnTo>
                      <a:pt x="2387" y="1187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24" name="Surface mesh patch"/>
              <p:cNvSpPr/>
              <p:nvPr/>
            </p:nvSpPr>
            <p:spPr>
              <a:xfrm>
                <a:off x="11411152" y="1852391"/>
                <a:ext cx="50120" cy="16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8">
                    <a:moveTo>
                      <a:pt x="0" y="0"/>
                    </a:moveTo>
                    <a:lnTo>
                      <a:pt x="2875" y="1"/>
                    </a:lnTo>
                    <a:lnTo>
                      <a:pt x="5262" y="1389"/>
                    </a:lnTo>
                    <a:lnTo>
                      <a:pt x="2387" y="1708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25" name="Surface mesh patch"/>
              <p:cNvSpPr/>
              <p:nvPr/>
            </p:nvSpPr>
            <p:spPr>
              <a:xfrm>
                <a:off x="11461272" y="1858807"/>
                <a:ext cx="50120" cy="273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9">
                    <a:moveTo>
                      <a:pt x="0" y="715"/>
                    </a:moveTo>
                    <a:lnTo>
                      <a:pt x="2875" y="0"/>
                    </a:lnTo>
                    <a:lnTo>
                      <a:pt x="5262" y="1746"/>
                    </a:lnTo>
                    <a:lnTo>
                      <a:pt x="2387" y="2869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26" name="Surface mesh patch"/>
              <p:cNvSpPr/>
              <p:nvPr/>
            </p:nvSpPr>
            <p:spPr>
              <a:xfrm>
                <a:off x="11511391" y="1862100"/>
                <a:ext cx="50120" cy="361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98">
                    <a:moveTo>
                      <a:pt x="0" y="1401"/>
                    </a:moveTo>
                    <a:lnTo>
                      <a:pt x="2875" y="0"/>
                    </a:lnTo>
                    <a:lnTo>
                      <a:pt x="5262" y="1919"/>
                    </a:lnTo>
                    <a:lnTo>
                      <a:pt x="2387" y="3798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27" name="Surface mesh patch"/>
              <p:cNvSpPr/>
              <p:nvPr/>
            </p:nvSpPr>
            <p:spPr>
              <a:xfrm>
                <a:off x="11561511" y="1861605"/>
                <a:ext cx="50120" cy="41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2">
                    <a:moveTo>
                      <a:pt x="0" y="1971"/>
                    </a:moveTo>
                    <a:lnTo>
                      <a:pt x="2875" y="0"/>
                    </a:lnTo>
                    <a:lnTo>
                      <a:pt x="5262" y="1835"/>
                    </a:lnTo>
                    <a:lnTo>
                      <a:pt x="2387" y="4312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28" name="Surface mesh patch"/>
              <p:cNvSpPr/>
              <p:nvPr/>
            </p:nvSpPr>
            <p:spPr>
              <a:xfrm>
                <a:off x="11611631" y="1856857"/>
                <a:ext cx="50120" cy="40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95">
                    <a:moveTo>
                      <a:pt x="0" y="2333"/>
                    </a:moveTo>
                    <a:lnTo>
                      <a:pt x="2875" y="0"/>
                    </a:lnTo>
                    <a:lnTo>
                      <a:pt x="5262" y="1493"/>
                    </a:lnTo>
                    <a:lnTo>
                      <a:pt x="2387" y="4295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29" name="Surface mesh patch"/>
              <p:cNvSpPr/>
              <p:nvPr/>
            </p:nvSpPr>
            <p:spPr>
              <a:xfrm>
                <a:off x="11661750" y="1848128"/>
                <a:ext cx="50120" cy="356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45">
                    <a:moveTo>
                      <a:pt x="0" y="2409"/>
                    </a:moveTo>
                    <a:lnTo>
                      <a:pt x="2875" y="0"/>
                    </a:lnTo>
                    <a:lnTo>
                      <a:pt x="5262" y="969"/>
                    </a:lnTo>
                    <a:lnTo>
                      <a:pt x="2387" y="3745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0" name="Surface mesh patch"/>
              <p:cNvSpPr/>
              <p:nvPr/>
            </p:nvSpPr>
            <p:spPr>
              <a:xfrm>
                <a:off x="11711870" y="1836707"/>
                <a:ext cx="50120" cy="264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5">
                    <a:moveTo>
                      <a:pt x="0" y="2168"/>
                    </a:moveTo>
                    <a:lnTo>
                      <a:pt x="2875" y="0"/>
                    </a:lnTo>
                    <a:lnTo>
                      <a:pt x="5262" y="387"/>
                    </a:lnTo>
                    <a:lnTo>
                      <a:pt x="2387" y="2775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1" name="Surface mesh patch"/>
              <p:cNvSpPr/>
              <p:nvPr/>
            </p:nvSpPr>
            <p:spPr>
              <a:xfrm>
                <a:off x="11761990" y="1823362"/>
                <a:ext cx="50120" cy="170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8">
                    <a:moveTo>
                      <a:pt x="0" y="1788"/>
                    </a:moveTo>
                    <a:lnTo>
                      <a:pt x="2875" y="138"/>
                    </a:lnTo>
                    <a:lnTo>
                      <a:pt x="5262" y="0"/>
                    </a:lnTo>
                    <a:lnTo>
                      <a:pt x="2387" y="1718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2" name="Surface mesh patch"/>
              <p:cNvSpPr/>
              <p:nvPr/>
            </p:nvSpPr>
            <p:spPr>
              <a:xfrm>
                <a:off x="11812109" y="1809128"/>
                <a:ext cx="50120" cy="14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4">
                    <a:moveTo>
                      <a:pt x="0" y="1494"/>
                    </a:moveTo>
                    <a:lnTo>
                      <a:pt x="2875" y="533"/>
                    </a:lnTo>
                    <a:lnTo>
                      <a:pt x="5262" y="0"/>
                    </a:lnTo>
                    <a:lnTo>
                      <a:pt x="2387" y="913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3" name="Surface mesh patch"/>
              <p:cNvSpPr/>
              <p:nvPr/>
            </p:nvSpPr>
            <p:spPr>
              <a:xfrm>
                <a:off x="11862229" y="1799194"/>
                <a:ext cx="50120" cy="9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3">
                    <a:moveTo>
                      <a:pt x="0" y="1043"/>
                    </a:moveTo>
                    <a:lnTo>
                      <a:pt x="2875" y="792"/>
                    </a:lnTo>
                    <a:lnTo>
                      <a:pt x="5262" y="0"/>
                    </a:lnTo>
                    <a:lnTo>
                      <a:pt x="2387" y="147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4" name="Surface mesh patch"/>
              <p:cNvSpPr/>
              <p:nvPr/>
            </p:nvSpPr>
            <p:spPr>
              <a:xfrm>
                <a:off x="11912348" y="1789159"/>
                <a:ext cx="50120" cy="13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8">
                    <a:moveTo>
                      <a:pt x="0" y="1053"/>
                    </a:moveTo>
                    <a:lnTo>
                      <a:pt x="2875" y="1388"/>
                    </a:lnTo>
                    <a:lnTo>
                      <a:pt x="5262" y="4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5" name="Surface mesh patch"/>
              <p:cNvSpPr/>
              <p:nvPr/>
            </p:nvSpPr>
            <p:spPr>
              <a:xfrm>
                <a:off x="11962468" y="1782536"/>
                <a:ext cx="50120" cy="17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5">
                    <a:moveTo>
                      <a:pt x="0" y="1129"/>
                    </a:moveTo>
                    <a:lnTo>
                      <a:pt x="2875" y="1825"/>
                    </a:lnTo>
                    <a:lnTo>
                      <a:pt x="5262" y="7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6" name="Surface mesh patch"/>
              <p:cNvSpPr/>
              <p:nvPr/>
            </p:nvSpPr>
            <p:spPr>
              <a:xfrm>
                <a:off x="12012588" y="1778256"/>
                <a:ext cx="50120" cy="19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5">
                    <a:moveTo>
                      <a:pt x="0" y="1196"/>
                    </a:moveTo>
                    <a:lnTo>
                      <a:pt x="2875" y="1995"/>
                    </a:lnTo>
                    <a:lnTo>
                      <a:pt x="5262" y="7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7" name="Surface mesh patch"/>
              <p:cNvSpPr/>
              <p:nvPr/>
            </p:nvSpPr>
            <p:spPr>
              <a:xfrm>
                <a:off x="12062707" y="1773431"/>
                <a:ext cx="50120" cy="188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6">
                    <a:moveTo>
                      <a:pt x="0" y="1294"/>
                    </a:moveTo>
                    <a:lnTo>
                      <a:pt x="2875" y="1976"/>
                    </a:lnTo>
                    <a:lnTo>
                      <a:pt x="5262" y="6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8" name="Surface mesh patch"/>
              <p:cNvSpPr/>
              <p:nvPr/>
            </p:nvSpPr>
            <p:spPr>
              <a:xfrm>
                <a:off x="12112827" y="1765752"/>
                <a:ext cx="50120" cy="176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5">
                    <a:moveTo>
                      <a:pt x="0" y="1425"/>
                    </a:moveTo>
                    <a:lnTo>
                      <a:pt x="2875" y="1855"/>
                    </a:lnTo>
                    <a:lnTo>
                      <a:pt x="5262" y="3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9" name="Surface mesh patch"/>
              <p:cNvSpPr/>
              <p:nvPr/>
            </p:nvSpPr>
            <p:spPr>
              <a:xfrm>
                <a:off x="11388420" y="1843343"/>
                <a:ext cx="50120" cy="90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1">
                    <a:moveTo>
                      <a:pt x="0" y="0"/>
                    </a:moveTo>
                    <a:lnTo>
                      <a:pt x="2875" y="281"/>
                    </a:lnTo>
                    <a:lnTo>
                      <a:pt x="5262" y="951"/>
                    </a:lnTo>
                    <a:lnTo>
                      <a:pt x="2387" y="95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0" name="Surface mesh patch"/>
              <p:cNvSpPr/>
              <p:nvPr/>
            </p:nvSpPr>
            <p:spPr>
              <a:xfrm>
                <a:off x="11438540" y="1848956"/>
                <a:ext cx="50120" cy="16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9">
                    <a:moveTo>
                      <a:pt x="0" y="362"/>
                    </a:moveTo>
                    <a:lnTo>
                      <a:pt x="2875" y="0"/>
                    </a:lnTo>
                    <a:lnTo>
                      <a:pt x="5262" y="1034"/>
                    </a:lnTo>
                    <a:lnTo>
                      <a:pt x="2387" y="1749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1" name="Surface mesh patch"/>
              <p:cNvSpPr/>
              <p:nvPr/>
            </p:nvSpPr>
            <p:spPr>
              <a:xfrm>
                <a:off x="11488659" y="1849497"/>
                <a:ext cx="50120" cy="25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24">
                    <a:moveTo>
                      <a:pt x="0" y="977"/>
                    </a:moveTo>
                    <a:lnTo>
                      <a:pt x="2875" y="0"/>
                    </a:lnTo>
                    <a:lnTo>
                      <a:pt x="5262" y="1323"/>
                    </a:lnTo>
                    <a:lnTo>
                      <a:pt x="2387" y="2724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2" name="Surface mesh patch"/>
              <p:cNvSpPr/>
              <p:nvPr/>
            </p:nvSpPr>
            <p:spPr>
              <a:xfrm>
                <a:off x="11538779" y="1847804"/>
                <a:ext cx="50120" cy="325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0">
                    <a:moveTo>
                      <a:pt x="0" y="1501"/>
                    </a:moveTo>
                    <a:lnTo>
                      <a:pt x="2875" y="0"/>
                    </a:lnTo>
                    <a:lnTo>
                      <a:pt x="5262" y="1449"/>
                    </a:lnTo>
                    <a:lnTo>
                      <a:pt x="2387" y="342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3" name="Surface mesh patch"/>
              <p:cNvSpPr/>
              <p:nvPr/>
            </p:nvSpPr>
            <p:spPr>
              <a:xfrm>
                <a:off x="11588899" y="1843884"/>
                <a:ext cx="50120" cy="351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5">
                    <a:moveTo>
                      <a:pt x="0" y="1861"/>
                    </a:moveTo>
                    <a:lnTo>
                      <a:pt x="2875" y="0"/>
                    </a:lnTo>
                    <a:lnTo>
                      <a:pt x="5262" y="1362"/>
                    </a:lnTo>
                    <a:lnTo>
                      <a:pt x="2387" y="3695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4" name="Surface mesh patch"/>
              <p:cNvSpPr/>
              <p:nvPr/>
            </p:nvSpPr>
            <p:spPr>
              <a:xfrm>
                <a:off x="11639018" y="1837892"/>
                <a:ext cx="50120" cy="331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84">
                    <a:moveTo>
                      <a:pt x="0" y="1991"/>
                    </a:moveTo>
                    <a:lnTo>
                      <a:pt x="2875" y="0"/>
                    </a:lnTo>
                    <a:lnTo>
                      <a:pt x="5262" y="1075"/>
                    </a:lnTo>
                    <a:lnTo>
                      <a:pt x="2387" y="3484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5" name="Surface mesh patch"/>
              <p:cNvSpPr/>
              <p:nvPr/>
            </p:nvSpPr>
            <p:spPr>
              <a:xfrm>
                <a:off x="11689138" y="1830456"/>
                <a:ext cx="50120" cy="269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5">
                    <a:moveTo>
                      <a:pt x="0" y="1855"/>
                    </a:moveTo>
                    <a:lnTo>
                      <a:pt x="2875" y="0"/>
                    </a:lnTo>
                    <a:lnTo>
                      <a:pt x="5262" y="656"/>
                    </a:lnTo>
                    <a:lnTo>
                      <a:pt x="2387" y="2825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6" name="Surface mesh patch"/>
              <p:cNvSpPr/>
              <p:nvPr/>
            </p:nvSpPr>
            <p:spPr>
              <a:xfrm>
                <a:off x="11739258" y="1822736"/>
                <a:ext cx="50120" cy="17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3">
                    <a:moveTo>
                      <a:pt x="0" y="1467"/>
                    </a:moveTo>
                    <a:lnTo>
                      <a:pt x="2875" y="0"/>
                    </a:lnTo>
                    <a:lnTo>
                      <a:pt x="5262" y="203"/>
                    </a:lnTo>
                    <a:lnTo>
                      <a:pt x="2387" y="185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7" name="Surface mesh patch"/>
              <p:cNvSpPr/>
              <p:nvPr/>
            </p:nvSpPr>
            <p:spPr>
              <a:xfrm>
                <a:off x="11789377" y="1814206"/>
                <a:ext cx="50120" cy="10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9">
                    <a:moveTo>
                      <a:pt x="0" y="1099"/>
                    </a:moveTo>
                    <a:lnTo>
                      <a:pt x="2875" y="201"/>
                    </a:lnTo>
                    <a:lnTo>
                      <a:pt x="5262" y="0"/>
                    </a:lnTo>
                    <a:lnTo>
                      <a:pt x="2387" y="961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8" name="Surface mesh patch"/>
              <p:cNvSpPr/>
              <p:nvPr/>
            </p:nvSpPr>
            <p:spPr>
              <a:xfrm>
                <a:off x="11839497" y="1806735"/>
                <a:ext cx="50120" cy="7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4">
                    <a:moveTo>
                      <a:pt x="0" y="784"/>
                    </a:moveTo>
                    <a:lnTo>
                      <a:pt x="2875" y="517"/>
                    </a:lnTo>
                    <a:lnTo>
                      <a:pt x="5262" y="0"/>
                    </a:lnTo>
                    <a:lnTo>
                      <a:pt x="2387" y="251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9" name="Surface mesh patch"/>
              <p:cNvSpPr/>
              <p:nvPr/>
            </p:nvSpPr>
            <p:spPr>
              <a:xfrm>
                <a:off x="11889617" y="1799194"/>
                <a:ext cx="50120" cy="10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3">
                    <a:moveTo>
                      <a:pt x="0" y="792"/>
                    </a:moveTo>
                    <a:lnTo>
                      <a:pt x="2875" y="1083"/>
                    </a:lnTo>
                    <a:lnTo>
                      <a:pt x="5262" y="3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0" name="Surface mesh patch"/>
              <p:cNvSpPr/>
              <p:nvPr/>
            </p:nvSpPr>
            <p:spPr>
              <a:xfrm>
                <a:off x="11939736" y="1793293"/>
                <a:ext cx="50120" cy="154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5">
                    <a:moveTo>
                      <a:pt x="0" y="954"/>
                    </a:moveTo>
                    <a:lnTo>
                      <a:pt x="2875" y="1625"/>
                    </a:lnTo>
                    <a:lnTo>
                      <a:pt x="5262" y="6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1" name="Surface mesh patch"/>
              <p:cNvSpPr/>
              <p:nvPr/>
            </p:nvSpPr>
            <p:spPr>
              <a:xfrm>
                <a:off x="11989856" y="1789646"/>
                <a:ext cx="50120" cy="18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7">
                    <a:moveTo>
                      <a:pt x="0" y="1078"/>
                    </a:moveTo>
                    <a:lnTo>
                      <a:pt x="2875" y="1897"/>
                    </a:lnTo>
                    <a:lnTo>
                      <a:pt x="5262" y="7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2" name="Surface mesh patch"/>
              <p:cNvSpPr/>
              <p:nvPr/>
            </p:nvSpPr>
            <p:spPr>
              <a:xfrm>
                <a:off x="12039975" y="1785754"/>
                <a:ext cx="50120" cy="186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3">
                    <a:moveTo>
                      <a:pt x="0" y="1208"/>
                    </a:moveTo>
                    <a:lnTo>
                      <a:pt x="2875" y="1953"/>
                    </a:lnTo>
                    <a:lnTo>
                      <a:pt x="5262" y="6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3" name="Surface mesh patch"/>
              <p:cNvSpPr/>
              <p:nvPr/>
            </p:nvSpPr>
            <p:spPr>
              <a:xfrm>
                <a:off x="12090095" y="1779328"/>
                <a:ext cx="50120" cy="17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5">
                    <a:moveTo>
                      <a:pt x="0" y="1357"/>
                    </a:moveTo>
                    <a:lnTo>
                      <a:pt x="2875" y="1875"/>
                    </a:lnTo>
                    <a:lnTo>
                      <a:pt x="5262" y="4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4" name="Surface mesh patch"/>
              <p:cNvSpPr/>
              <p:nvPr/>
            </p:nvSpPr>
            <p:spPr>
              <a:xfrm>
                <a:off x="11415808" y="1845437"/>
                <a:ext cx="50120" cy="69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1">
                    <a:moveTo>
                      <a:pt x="0" y="61"/>
                    </a:moveTo>
                    <a:lnTo>
                      <a:pt x="2875" y="0"/>
                    </a:lnTo>
                    <a:lnTo>
                      <a:pt x="5262" y="370"/>
                    </a:lnTo>
                    <a:lnTo>
                      <a:pt x="2387" y="731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5" name="Surface mesh patch"/>
              <p:cNvSpPr/>
              <p:nvPr/>
            </p:nvSpPr>
            <p:spPr>
              <a:xfrm>
                <a:off x="11465928" y="1843065"/>
                <a:ext cx="50120" cy="157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3">
                    <a:moveTo>
                      <a:pt x="0" y="618"/>
                    </a:moveTo>
                    <a:lnTo>
                      <a:pt x="2875" y="0"/>
                    </a:lnTo>
                    <a:lnTo>
                      <a:pt x="5262" y="675"/>
                    </a:lnTo>
                    <a:lnTo>
                      <a:pt x="2387" y="165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6" name="Surface mesh patch"/>
              <p:cNvSpPr/>
              <p:nvPr/>
            </p:nvSpPr>
            <p:spPr>
              <a:xfrm>
                <a:off x="11516047" y="1839097"/>
                <a:ext cx="50120" cy="230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15">
                    <a:moveTo>
                      <a:pt x="0" y="1092"/>
                    </a:moveTo>
                    <a:lnTo>
                      <a:pt x="2875" y="0"/>
                    </a:lnTo>
                    <a:lnTo>
                      <a:pt x="5262" y="914"/>
                    </a:lnTo>
                    <a:lnTo>
                      <a:pt x="2387" y="2415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7" name="Surface mesh patch"/>
              <p:cNvSpPr/>
              <p:nvPr/>
            </p:nvSpPr>
            <p:spPr>
              <a:xfrm>
                <a:off x="11566167" y="1834213"/>
                <a:ext cx="50120" cy="273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6">
                    <a:moveTo>
                      <a:pt x="0" y="1427"/>
                    </a:moveTo>
                    <a:lnTo>
                      <a:pt x="2875" y="0"/>
                    </a:lnTo>
                    <a:lnTo>
                      <a:pt x="5262" y="1015"/>
                    </a:lnTo>
                    <a:lnTo>
                      <a:pt x="2387" y="2876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8" name="Surface mesh patch"/>
              <p:cNvSpPr/>
              <p:nvPr/>
            </p:nvSpPr>
            <p:spPr>
              <a:xfrm>
                <a:off x="11616286" y="1828891"/>
                <a:ext cx="50120" cy="27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36">
                    <a:moveTo>
                      <a:pt x="0" y="1574"/>
                    </a:moveTo>
                    <a:lnTo>
                      <a:pt x="2875" y="0"/>
                    </a:lnTo>
                    <a:lnTo>
                      <a:pt x="5262" y="945"/>
                    </a:lnTo>
                    <a:lnTo>
                      <a:pt x="2387" y="2936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9" name="Surface mesh patch"/>
              <p:cNvSpPr/>
              <p:nvPr/>
            </p:nvSpPr>
            <p:spPr>
              <a:xfrm>
                <a:off x="11666406" y="1823596"/>
                <a:ext cx="50120" cy="245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6">
                    <a:moveTo>
                      <a:pt x="0" y="1501"/>
                    </a:moveTo>
                    <a:lnTo>
                      <a:pt x="2875" y="0"/>
                    </a:lnTo>
                    <a:lnTo>
                      <a:pt x="5262" y="720"/>
                    </a:lnTo>
                    <a:lnTo>
                      <a:pt x="2387" y="2576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0" name="Surface mesh patch"/>
              <p:cNvSpPr/>
              <p:nvPr/>
            </p:nvSpPr>
            <p:spPr>
              <a:xfrm>
                <a:off x="11716526" y="1818941"/>
                <a:ext cx="50120" cy="177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5">
                    <a:moveTo>
                      <a:pt x="0" y="1209"/>
                    </a:moveTo>
                    <a:lnTo>
                      <a:pt x="2875" y="0"/>
                    </a:lnTo>
                    <a:lnTo>
                      <a:pt x="5262" y="398"/>
                    </a:lnTo>
                    <a:lnTo>
                      <a:pt x="2387" y="1865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1" name="Surface mesh patch"/>
              <p:cNvSpPr/>
              <p:nvPr/>
            </p:nvSpPr>
            <p:spPr>
              <a:xfrm>
                <a:off x="11766645" y="1815637"/>
                <a:ext cx="50120" cy="90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">
                    <a:moveTo>
                      <a:pt x="0" y="745"/>
                    </a:moveTo>
                    <a:lnTo>
                      <a:pt x="2875" y="0"/>
                    </a:lnTo>
                    <a:lnTo>
                      <a:pt x="5262" y="51"/>
                    </a:lnTo>
                    <a:lnTo>
                      <a:pt x="2387" y="949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2" name="Surface mesh patch"/>
              <p:cNvSpPr/>
              <p:nvPr/>
            </p:nvSpPr>
            <p:spPr>
              <a:xfrm>
                <a:off x="11816765" y="1811656"/>
                <a:ext cx="50120" cy="44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">
                    <a:moveTo>
                      <a:pt x="0" y="469"/>
                    </a:moveTo>
                    <a:lnTo>
                      <a:pt x="2875" y="268"/>
                    </a:lnTo>
                    <a:lnTo>
                      <a:pt x="5262" y="0"/>
                    </a:lnTo>
                    <a:lnTo>
                      <a:pt x="2387" y="268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3" name="Surface mesh patch"/>
              <p:cNvSpPr/>
              <p:nvPr/>
            </p:nvSpPr>
            <p:spPr>
              <a:xfrm>
                <a:off x="11866885" y="1806735"/>
                <a:ext cx="50120" cy="78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7">
                    <a:moveTo>
                      <a:pt x="0" y="517"/>
                    </a:moveTo>
                    <a:lnTo>
                      <a:pt x="2875" y="827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4" name="Surface mesh patch"/>
              <p:cNvSpPr/>
              <p:nvPr/>
            </p:nvSpPr>
            <p:spPr>
              <a:xfrm>
                <a:off x="11917004" y="1802382"/>
                <a:ext cx="50120" cy="1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3">
                    <a:moveTo>
                      <a:pt x="0" y="748"/>
                    </a:moveTo>
                    <a:lnTo>
                      <a:pt x="2875" y="1433"/>
                    </a:lnTo>
                    <a:lnTo>
                      <a:pt x="5262" y="6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5" name="Surface mesh patch"/>
              <p:cNvSpPr/>
              <p:nvPr/>
            </p:nvSpPr>
            <p:spPr>
              <a:xfrm>
                <a:off x="11967124" y="1799916"/>
                <a:ext cx="50120" cy="170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6">
                    <a:moveTo>
                      <a:pt x="0" y="930"/>
                    </a:moveTo>
                    <a:lnTo>
                      <a:pt x="2875" y="1786"/>
                    </a:lnTo>
                    <a:lnTo>
                      <a:pt x="5262" y="8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6" name="Surface mesh patch"/>
              <p:cNvSpPr/>
              <p:nvPr/>
            </p:nvSpPr>
            <p:spPr>
              <a:xfrm>
                <a:off x="12017244" y="1797256"/>
                <a:ext cx="50120" cy="18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5">
                    <a:moveTo>
                      <a:pt x="0" y="1098"/>
                    </a:moveTo>
                    <a:lnTo>
                      <a:pt x="2875" y="1915"/>
                    </a:lnTo>
                    <a:lnTo>
                      <a:pt x="5262" y="7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7" name="Surface mesh patch"/>
              <p:cNvSpPr/>
              <p:nvPr/>
            </p:nvSpPr>
            <p:spPr>
              <a:xfrm>
                <a:off x="12067363" y="1792249"/>
                <a:ext cx="50120" cy="17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5">
                    <a:moveTo>
                      <a:pt x="0" y="1272"/>
                    </a:moveTo>
                    <a:lnTo>
                      <a:pt x="2875" y="1885"/>
                    </a:lnTo>
                    <a:lnTo>
                      <a:pt x="5262" y="5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8" name="Surface mesh patch"/>
              <p:cNvSpPr/>
              <p:nvPr/>
            </p:nvSpPr>
            <p:spPr>
              <a:xfrm>
                <a:off x="11443196" y="1842384"/>
                <a:ext cx="50120" cy="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">
                    <a:moveTo>
                      <a:pt x="0" y="321"/>
                    </a:moveTo>
                    <a:lnTo>
                      <a:pt x="2875" y="0"/>
                    </a:lnTo>
                    <a:lnTo>
                      <a:pt x="5262" y="72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9" name="Surface mesh patch"/>
              <p:cNvSpPr/>
              <p:nvPr/>
            </p:nvSpPr>
            <p:spPr>
              <a:xfrm>
                <a:off x="11493315" y="1835898"/>
                <a:ext cx="50120" cy="135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8">
                    <a:moveTo>
                      <a:pt x="0" y="753"/>
                    </a:moveTo>
                    <a:lnTo>
                      <a:pt x="2875" y="0"/>
                    </a:lnTo>
                    <a:lnTo>
                      <a:pt x="5262" y="336"/>
                    </a:lnTo>
                    <a:lnTo>
                      <a:pt x="2387" y="1428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0" name="Surface mesh patch"/>
              <p:cNvSpPr/>
              <p:nvPr/>
            </p:nvSpPr>
            <p:spPr>
              <a:xfrm>
                <a:off x="11543435" y="1829030"/>
                <a:ext cx="50120" cy="18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1">
                    <a:moveTo>
                      <a:pt x="0" y="1057"/>
                    </a:moveTo>
                    <a:lnTo>
                      <a:pt x="2875" y="0"/>
                    </a:lnTo>
                    <a:lnTo>
                      <a:pt x="5262" y="544"/>
                    </a:lnTo>
                    <a:lnTo>
                      <a:pt x="2387" y="1971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1" name="Surface mesh patch"/>
              <p:cNvSpPr/>
              <p:nvPr/>
            </p:nvSpPr>
            <p:spPr>
              <a:xfrm>
                <a:off x="11593555" y="1822804"/>
                <a:ext cx="50120" cy="210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3">
                    <a:moveTo>
                      <a:pt x="0" y="1198"/>
                    </a:moveTo>
                    <a:lnTo>
                      <a:pt x="2875" y="0"/>
                    </a:lnTo>
                    <a:lnTo>
                      <a:pt x="5262" y="639"/>
                    </a:lnTo>
                    <a:lnTo>
                      <a:pt x="2387" y="2213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2" name="Surface mesh patch"/>
              <p:cNvSpPr/>
              <p:nvPr/>
            </p:nvSpPr>
            <p:spPr>
              <a:xfrm>
                <a:off x="11643674" y="1817915"/>
                <a:ext cx="50120" cy="199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7">
                    <a:moveTo>
                      <a:pt x="0" y="1152"/>
                    </a:moveTo>
                    <a:lnTo>
                      <a:pt x="2875" y="0"/>
                    </a:lnTo>
                    <a:lnTo>
                      <a:pt x="5262" y="596"/>
                    </a:lnTo>
                    <a:lnTo>
                      <a:pt x="2387" y="2097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3" name="Surface mesh patch"/>
              <p:cNvSpPr/>
              <p:nvPr/>
            </p:nvSpPr>
            <p:spPr>
              <a:xfrm>
                <a:off x="11693794" y="1814824"/>
                <a:ext cx="50120" cy="156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41">
                    <a:moveTo>
                      <a:pt x="0" y="921"/>
                    </a:moveTo>
                    <a:lnTo>
                      <a:pt x="2875" y="0"/>
                    </a:lnTo>
                    <a:lnTo>
                      <a:pt x="5262" y="432"/>
                    </a:lnTo>
                    <a:lnTo>
                      <a:pt x="2387" y="1641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4" name="Surface mesh patch"/>
              <p:cNvSpPr/>
              <p:nvPr/>
            </p:nvSpPr>
            <p:spPr>
              <a:xfrm>
                <a:off x="11743914" y="1813825"/>
                <a:ext cx="50120" cy="8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6">
                    <a:moveTo>
                      <a:pt x="0" y="537"/>
                    </a:moveTo>
                    <a:lnTo>
                      <a:pt x="2875" y="0"/>
                    </a:lnTo>
                    <a:lnTo>
                      <a:pt x="5262" y="190"/>
                    </a:lnTo>
                    <a:lnTo>
                      <a:pt x="2387" y="936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5" name="Surface mesh patch"/>
              <p:cNvSpPr/>
              <p:nvPr/>
            </p:nvSpPr>
            <p:spPr>
              <a:xfrm>
                <a:off x="11794033" y="1814206"/>
                <a:ext cx="50120" cy="19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">
                    <a:moveTo>
                      <a:pt x="0" y="150"/>
                    </a:moveTo>
                    <a:lnTo>
                      <a:pt x="2875" y="80"/>
                    </a:lnTo>
                    <a:lnTo>
                      <a:pt x="5262" y="0"/>
                    </a:lnTo>
                    <a:lnTo>
                      <a:pt x="2387" y="201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6" name="Surface mesh patch"/>
              <p:cNvSpPr/>
              <p:nvPr/>
            </p:nvSpPr>
            <p:spPr>
              <a:xfrm>
                <a:off x="11844153" y="1811656"/>
                <a:ext cx="50120" cy="6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5">
                    <a:moveTo>
                      <a:pt x="0" y="268"/>
                    </a:moveTo>
                    <a:lnTo>
                      <a:pt x="2875" y="655"/>
                    </a:lnTo>
                    <a:lnTo>
                      <a:pt x="5262" y="3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7" name="Surface mesh patch"/>
              <p:cNvSpPr/>
              <p:nvPr/>
            </p:nvSpPr>
            <p:spPr>
              <a:xfrm>
                <a:off x="11894272" y="1809509"/>
                <a:ext cx="50120" cy="12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">
                    <a:moveTo>
                      <a:pt x="0" y="536"/>
                    </a:moveTo>
                    <a:lnTo>
                      <a:pt x="2875" y="1276"/>
                    </a:lnTo>
                    <a:lnTo>
                      <a:pt x="5262" y="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8" name="Surface mesh patch"/>
              <p:cNvSpPr/>
              <p:nvPr/>
            </p:nvSpPr>
            <p:spPr>
              <a:xfrm>
                <a:off x="11944392" y="1808773"/>
                <a:ext cx="50120" cy="160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2">
                    <a:moveTo>
                      <a:pt x="0" y="762"/>
                    </a:moveTo>
                    <a:lnTo>
                      <a:pt x="2875" y="1682"/>
                    </a:lnTo>
                    <a:lnTo>
                      <a:pt x="5262" y="8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9" name="Surface mesh patch"/>
              <p:cNvSpPr/>
              <p:nvPr/>
            </p:nvSpPr>
            <p:spPr>
              <a:xfrm>
                <a:off x="11994512" y="1807714"/>
                <a:ext cx="50120" cy="178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1">
                    <a:moveTo>
                      <a:pt x="0" y="968"/>
                    </a:moveTo>
                    <a:lnTo>
                      <a:pt x="2875" y="1871"/>
                    </a:lnTo>
                    <a:lnTo>
                      <a:pt x="5262" y="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0" name="Surface mesh patch"/>
              <p:cNvSpPr/>
              <p:nvPr/>
            </p:nvSpPr>
            <p:spPr>
              <a:xfrm>
                <a:off x="12044631" y="1804360"/>
                <a:ext cx="50120" cy="17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170"/>
                    </a:moveTo>
                    <a:lnTo>
                      <a:pt x="2875" y="1888"/>
                    </a:lnTo>
                    <a:lnTo>
                      <a:pt x="5262" y="6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1" name="Surface mesh patch"/>
              <p:cNvSpPr/>
              <p:nvPr/>
            </p:nvSpPr>
            <p:spPr>
              <a:xfrm>
                <a:off x="11470583" y="1835898"/>
                <a:ext cx="50120" cy="71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3">
                    <a:moveTo>
                      <a:pt x="0" y="681"/>
                    </a:moveTo>
                    <a:lnTo>
                      <a:pt x="2875" y="202"/>
                    </a:lnTo>
                    <a:lnTo>
                      <a:pt x="5262" y="0"/>
                    </a:lnTo>
                    <a:lnTo>
                      <a:pt x="2387" y="753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2" name="Surface mesh patch"/>
              <p:cNvSpPr/>
              <p:nvPr/>
            </p:nvSpPr>
            <p:spPr>
              <a:xfrm>
                <a:off x="11520703" y="1828673"/>
                <a:ext cx="50120" cy="10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4">
                    <a:moveTo>
                      <a:pt x="0" y="758"/>
                    </a:moveTo>
                    <a:lnTo>
                      <a:pt x="2875" y="0"/>
                    </a:lnTo>
                    <a:lnTo>
                      <a:pt x="5262" y="37"/>
                    </a:lnTo>
                    <a:lnTo>
                      <a:pt x="2387" y="1094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3" name="Surface mesh patch"/>
              <p:cNvSpPr/>
              <p:nvPr/>
            </p:nvSpPr>
            <p:spPr>
              <a:xfrm>
                <a:off x="11570823" y="1820602"/>
                <a:ext cx="50120" cy="136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9">
                    <a:moveTo>
                      <a:pt x="0" y="885"/>
                    </a:moveTo>
                    <a:lnTo>
                      <a:pt x="2875" y="0"/>
                    </a:lnTo>
                    <a:lnTo>
                      <a:pt x="5262" y="231"/>
                    </a:lnTo>
                    <a:lnTo>
                      <a:pt x="2387" y="142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4" name="Surface mesh patch"/>
              <p:cNvSpPr/>
              <p:nvPr/>
            </p:nvSpPr>
            <p:spPr>
              <a:xfrm>
                <a:off x="11620942" y="1814757"/>
                <a:ext cx="50120" cy="14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84">
                    <a:moveTo>
                      <a:pt x="0" y="845"/>
                    </a:moveTo>
                    <a:lnTo>
                      <a:pt x="2875" y="0"/>
                    </a:lnTo>
                    <a:lnTo>
                      <a:pt x="5262" y="332"/>
                    </a:lnTo>
                    <a:lnTo>
                      <a:pt x="2387" y="1484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5" name="Surface mesh patch"/>
              <p:cNvSpPr/>
              <p:nvPr/>
            </p:nvSpPr>
            <p:spPr>
              <a:xfrm>
                <a:off x="11671062" y="1811783"/>
                <a:ext cx="50120" cy="11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0">
                    <a:moveTo>
                      <a:pt x="0" y="644"/>
                    </a:moveTo>
                    <a:lnTo>
                      <a:pt x="2875" y="0"/>
                    </a:lnTo>
                    <a:lnTo>
                      <a:pt x="5262" y="319"/>
                    </a:lnTo>
                    <a:lnTo>
                      <a:pt x="2387" y="124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6" name="Surface mesh patch"/>
              <p:cNvSpPr/>
              <p:nvPr/>
            </p:nvSpPr>
            <p:spPr>
              <a:xfrm>
                <a:off x="11721182" y="1811866"/>
                <a:ext cx="50120" cy="7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3">
                    <a:moveTo>
                      <a:pt x="0" y="311"/>
                    </a:moveTo>
                    <a:lnTo>
                      <a:pt x="2875" y="0"/>
                    </a:lnTo>
                    <a:lnTo>
                      <a:pt x="5262" y="206"/>
                    </a:lnTo>
                    <a:lnTo>
                      <a:pt x="2387" y="743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7" name="Surface mesh patch"/>
              <p:cNvSpPr/>
              <p:nvPr/>
            </p:nvSpPr>
            <p:spPr>
              <a:xfrm>
                <a:off x="11771301" y="1813825"/>
                <a:ext cx="50120" cy="1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">
                    <a:moveTo>
                      <a:pt x="0" y="0"/>
                    </a:moveTo>
                    <a:lnTo>
                      <a:pt x="2875" y="99"/>
                    </a:lnTo>
                    <a:lnTo>
                      <a:pt x="5262" y="120"/>
                    </a:lnTo>
                    <a:lnTo>
                      <a:pt x="2387" y="19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8" name="Surface mesh patch"/>
              <p:cNvSpPr/>
              <p:nvPr/>
            </p:nvSpPr>
            <p:spPr>
              <a:xfrm>
                <a:off x="11821421" y="1814206"/>
                <a:ext cx="50120" cy="5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9">
                    <a:moveTo>
                      <a:pt x="0" y="80"/>
                    </a:moveTo>
                    <a:lnTo>
                      <a:pt x="2875" y="589"/>
                    </a:lnTo>
                    <a:lnTo>
                      <a:pt x="5262" y="3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9" name="Surface mesh patch"/>
              <p:cNvSpPr/>
              <p:nvPr/>
            </p:nvSpPr>
            <p:spPr>
              <a:xfrm>
                <a:off x="11871541" y="1814613"/>
                <a:ext cx="50120" cy="112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0">
                    <a:moveTo>
                      <a:pt x="0" y="345"/>
                    </a:moveTo>
                    <a:lnTo>
                      <a:pt x="2875" y="1180"/>
                    </a:lnTo>
                    <a:lnTo>
                      <a:pt x="5262" y="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0" name="Surface mesh patch"/>
              <p:cNvSpPr/>
              <p:nvPr/>
            </p:nvSpPr>
            <p:spPr>
              <a:xfrm>
                <a:off x="11921660" y="1816030"/>
                <a:ext cx="50120" cy="15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3">
                    <a:moveTo>
                      <a:pt x="0" y="592"/>
                    </a:moveTo>
                    <a:lnTo>
                      <a:pt x="2875" y="1603"/>
                    </a:lnTo>
                    <a:lnTo>
                      <a:pt x="5262" y="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1" name="Surface mesh patch"/>
              <p:cNvSpPr/>
              <p:nvPr/>
            </p:nvSpPr>
            <p:spPr>
              <a:xfrm>
                <a:off x="11971780" y="1816932"/>
                <a:ext cx="50120" cy="174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2">
                    <a:moveTo>
                      <a:pt x="0" y="825"/>
                    </a:moveTo>
                    <a:lnTo>
                      <a:pt x="2875" y="1832"/>
                    </a:lnTo>
                    <a:lnTo>
                      <a:pt x="5262" y="9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2" name="Surface mesh patch"/>
              <p:cNvSpPr/>
              <p:nvPr/>
            </p:nvSpPr>
            <p:spPr>
              <a:xfrm>
                <a:off x="12021900" y="1815501"/>
                <a:ext cx="50120" cy="179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053"/>
                    </a:moveTo>
                    <a:lnTo>
                      <a:pt x="2875" y="1888"/>
                    </a:lnTo>
                    <a:lnTo>
                      <a:pt x="5262" y="7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3" name="Surface mesh patch"/>
              <p:cNvSpPr/>
              <p:nvPr/>
            </p:nvSpPr>
            <p:spPr>
              <a:xfrm>
                <a:off x="11497971" y="1828673"/>
                <a:ext cx="50120" cy="9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1">
                    <a:moveTo>
                      <a:pt x="0" y="961"/>
                    </a:moveTo>
                    <a:lnTo>
                      <a:pt x="2875" y="435"/>
                    </a:lnTo>
                    <a:lnTo>
                      <a:pt x="5262" y="0"/>
                    </a:lnTo>
                    <a:lnTo>
                      <a:pt x="2387" y="758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4" name="Surface mesh patch"/>
              <p:cNvSpPr/>
              <p:nvPr/>
            </p:nvSpPr>
            <p:spPr>
              <a:xfrm>
                <a:off x="11548091" y="1820602"/>
                <a:ext cx="50120" cy="84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5">
                    <a:moveTo>
                      <a:pt x="0" y="847"/>
                    </a:moveTo>
                    <a:lnTo>
                      <a:pt x="2875" y="205"/>
                    </a:lnTo>
                    <a:lnTo>
                      <a:pt x="5262" y="0"/>
                    </a:lnTo>
                    <a:lnTo>
                      <a:pt x="2387" y="885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5" name="Surface mesh patch"/>
              <p:cNvSpPr/>
              <p:nvPr/>
            </p:nvSpPr>
            <p:spPr>
              <a:xfrm>
                <a:off x="11598211" y="1814757"/>
                <a:ext cx="50120" cy="80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">
                    <a:moveTo>
                      <a:pt x="0" y="614"/>
                    </a:moveTo>
                    <a:lnTo>
                      <a:pt x="2875" y="15"/>
                    </a:lnTo>
                    <a:lnTo>
                      <a:pt x="5262" y="0"/>
                    </a:lnTo>
                    <a:lnTo>
                      <a:pt x="2387" y="845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6" name="Surface mesh patch"/>
              <p:cNvSpPr/>
              <p:nvPr/>
            </p:nvSpPr>
            <p:spPr>
              <a:xfrm>
                <a:off x="11648330" y="1810875"/>
                <a:ext cx="50120" cy="7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9">
                    <a:moveTo>
                      <a:pt x="0" y="408"/>
                    </a:moveTo>
                    <a:lnTo>
                      <a:pt x="2875" y="0"/>
                    </a:lnTo>
                    <a:lnTo>
                      <a:pt x="5262" y="95"/>
                    </a:lnTo>
                    <a:lnTo>
                      <a:pt x="2387" y="73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7" name="Surface mesh patch"/>
              <p:cNvSpPr/>
              <p:nvPr/>
            </p:nvSpPr>
            <p:spPr>
              <a:xfrm>
                <a:off x="11698450" y="1810837"/>
                <a:ext cx="50120" cy="3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">
                    <a:moveTo>
                      <a:pt x="0" y="99"/>
                    </a:moveTo>
                    <a:lnTo>
                      <a:pt x="2875" y="0"/>
                    </a:lnTo>
                    <a:lnTo>
                      <a:pt x="5262" y="108"/>
                    </a:lnTo>
                    <a:lnTo>
                      <a:pt x="2387" y="41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8" name="Surface mesh patch"/>
              <p:cNvSpPr/>
              <p:nvPr/>
            </p:nvSpPr>
            <p:spPr>
              <a:xfrm>
                <a:off x="11748569" y="1811866"/>
                <a:ext cx="50120" cy="29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5">
                    <a:moveTo>
                      <a:pt x="0" y="0"/>
                    </a:moveTo>
                    <a:lnTo>
                      <a:pt x="2875" y="276"/>
                    </a:lnTo>
                    <a:lnTo>
                      <a:pt x="5262" y="305"/>
                    </a:lnTo>
                    <a:lnTo>
                      <a:pt x="2387" y="206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9" name="Surface mesh patch"/>
              <p:cNvSpPr/>
              <p:nvPr/>
            </p:nvSpPr>
            <p:spPr>
              <a:xfrm>
                <a:off x="11798689" y="1814769"/>
                <a:ext cx="50120" cy="6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">
                    <a:moveTo>
                      <a:pt x="0" y="0"/>
                    </a:moveTo>
                    <a:lnTo>
                      <a:pt x="2875" y="652"/>
                    </a:lnTo>
                    <a:lnTo>
                      <a:pt x="5262" y="530"/>
                    </a:lnTo>
                    <a:lnTo>
                      <a:pt x="2387" y="21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00" name="Surface mesh patch"/>
              <p:cNvSpPr/>
              <p:nvPr/>
            </p:nvSpPr>
            <p:spPr>
              <a:xfrm>
                <a:off x="11848809" y="1817898"/>
                <a:ext cx="50120" cy="11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7">
                    <a:moveTo>
                      <a:pt x="0" y="201"/>
                    </a:moveTo>
                    <a:lnTo>
                      <a:pt x="2875" y="1157"/>
                    </a:lnTo>
                    <a:lnTo>
                      <a:pt x="5262" y="8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01" name="Surface mesh patch"/>
              <p:cNvSpPr/>
              <p:nvPr/>
            </p:nvSpPr>
            <p:spPr>
              <a:xfrm>
                <a:off x="11898928" y="1821667"/>
                <a:ext cx="50120" cy="149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65">
                    <a:moveTo>
                      <a:pt x="0" y="439"/>
                    </a:moveTo>
                    <a:lnTo>
                      <a:pt x="2875" y="1565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02" name="Surface mesh patch"/>
              <p:cNvSpPr/>
              <p:nvPr/>
            </p:nvSpPr>
            <p:spPr>
              <a:xfrm>
                <a:off x="11949048" y="1824794"/>
                <a:ext cx="50120" cy="17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0">
                    <a:moveTo>
                      <a:pt x="0" y="683"/>
                    </a:moveTo>
                    <a:lnTo>
                      <a:pt x="2875" y="1810"/>
                    </a:lnTo>
                    <a:lnTo>
                      <a:pt x="5262" y="10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03" name="Surface mesh patch"/>
              <p:cNvSpPr/>
              <p:nvPr/>
            </p:nvSpPr>
            <p:spPr>
              <a:xfrm>
                <a:off x="11999168" y="1825534"/>
                <a:ext cx="50120" cy="18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4">
                    <a:moveTo>
                      <a:pt x="0" y="929"/>
                    </a:moveTo>
                    <a:lnTo>
                      <a:pt x="2875" y="1894"/>
                    </a:lnTo>
                    <a:lnTo>
                      <a:pt x="5262" y="8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04" name="Surface mesh patch"/>
              <p:cNvSpPr/>
              <p:nvPr/>
            </p:nvSpPr>
            <p:spPr>
              <a:xfrm>
                <a:off x="11525359" y="1822557"/>
                <a:ext cx="50120" cy="102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">
                    <a:moveTo>
                      <a:pt x="0" y="1077"/>
                    </a:moveTo>
                    <a:lnTo>
                      <a:pt x="2875" y="613"/>
                    </a:lnTo>
                    <a:lnTo>
                      <a:pt x="5262" y="0"/>
                    </a:lnTo>
                    <a:lnTo>
                      <a:pt x="2387" y="642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05" name="Surface mesh patch"/>
              <p:cNvSpPr/>
              <p:nvPr/>
            </p:nvSpPr>
            <p:spPr>
              <a:xfrm>
                <a:off x="11575479" y="1814899"/>
                <a:ext cx="50120" cy="76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4">
                    <a:moveTo>
                      <a:pt x="0" y="804"/>
                    </a:moveTo>
                    <a:lnTo>
                      <a:pt x="2875" y="385"/>
                    </a:lnTo>
                    <a:lnTo>
                      <a:pt x="5262" y="0"/>
                    </a:lnTo>
                    <a:lnTo>
                      <a:pt x="2387" y="599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06" name="Surface mesh patch"/>
              <p:cNvSpPr/>
              <p:nvPr/>
            </p:nvSpPr>
            <p:spPr>
              <a:xfrm>
                <a:off x="11625598" y="1810875"/>
                <a:ext cx="50120" cy="4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">
                    <a:moveTo>
                      <a:pt x="0" y="422"/>
                    </a:moveTo>
                    <a:lnTo>
                      <a:pt x="2875" y="193"/>
                    </a:lnTo>
                    <a:lnTo>
                      <a:pt x="5262" y="0"/>
                    </a:lnTo>
                    <a:lnTo>
                      <a:pt x="2387" y="408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07" name="Surface mesh patch"/>
              <p:cNvSpPr/>
              <p:nvPr/>
            </p:nvSpPr>
            <p:spPr>
              <a:xfrm>
                <a:off x="11675718" y="1810837"/>
                <a:ext cx="50120" cy="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">
                    <a:moveTo>
                      <a:pt x="0" y="4"/>
                    </a:moveTo>
                    <a:lnTo>
                      <a:pt x="2875" y="76"/>
                    </a:lnTo>
                    <a:lnTo>
                      <a:pt x="5262" y="0"/>
                    </a:lnTo>
                    <a:lnTo>
                      <a:pt x="2387" y="99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08" name="Surface mesh patch"/>
              <p:cNvSpPr/>
              <p:nvPr/>
            </p:nvSpPr>
            <p:spPr>
              <a:xfrm>
                <a:off x="11725838" y="1810837"/>
                <a:ext cx="50120" cy="41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">
                    <a:moveTo>
                      <a:pt x="0" y="0"/>
                    </a:moveTo>
                    <a:lnTo>
                      <a:pt x="2875" y="433"/>
                    </a:lnTo>
                    <a:lnTo>
                      <a:pt x="5262" y="384"/>
                    </a:lnTo>
                    <a:lnTo>
                      <a:pt x="2387" y="108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09" name="Surface mesh patch"/>
              <p:cNvSpPr/>
              <p:nvPr/>
            </p:nvSpPr>
            <p:spPr>
              <a:xfrm>
                <a:off x="11775957" y="1814494"/>
                <a:ext cx="50120" cy="75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3">
                    <a:moveTo>
                      <a:pt x="0" y="0"/>
                    </a:moveTo>
                    <a:lnTo>
                      <a:pt x="2875" y="793"/>
                    </a:lnTo>
                    <a:lnTo>
                      <a:pt x="5262" y="681"/>
                    </a:lnTo>
                    <a:lnTo>
                      <a:pt x="2387" y="29"/>
                    </a:lnTo>
                    <a:close/>
                  </a:path>
                </a:pathLst>
              </a:custGeom>
              <a:solidFill>
                <a:srgbClr val="bfd5fa"/>
              </a:solidFill>
              <a:ln w="3334" cap="flat" cmpd="sng" algn="ctr">
                <a:solidFill>
                  <a:srgbClr val="bf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0" name="Surface mesh patch"/>
              <p:cNvSpPr/>
              <p:nvPr/>
            </p:nvSpPr>
            <p:spPr>
              <a:xfrm>
                <a:off x="11826077" y="1819815"/>
                <a:ext cx="50120" cy="115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8">
                    <a:moveTo>
                      <a:pt x="0" y="122"/>
                    </a:moveTo>
                    <a:lnTo>
                      <a:pt x="2875" y="1208"/>
                    </a:lnTo>
                    <a:lnTo>
                      <a:pt x="5262" y="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1" name="Surface mesh patch"/>
              <p:cNvSpPr/>
              <p:nvPr/>
            </p:nvSpPr>
            <p:spPr>
              <a:xfrm>
                <a:off x="11876197" y="1825850"/>
                <a:ext cx="50120" cy="150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6">
                    <a:moveTo>
                      <a:pt x="0" y="322"/>
                    </a:moveTo>
                    <a:lnTo>
                      <a:pt x="2875" y="1576"/>
                    </a:lnTo>
                    <a:lnTo>
                      <a:pt x="5262" y="11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2" name="Surface mesh patch"/>
              <p:cNvSpPr/>
              <p:nvPr/>
            </p:nvSpPr>
            <p:spPr>
              <a:xfrm>
                <a:off x="11926316" y="1831297"/>
                <a:ext cx="50120" cy="17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6">
                    <a:moveTo>
                      <a:pt x="0" y="554"/>
                    </a:moveTo>
                    <a:lnTo>
                      <a:pt x="2875" y="1816"/>
                    </a:lnTo>
                    <a:lnTo>
                      <a:pt x="5262" y="11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3" name="Surface mesh patch"/>
              <p:cNvSpPr/>
              <p:nvPr/>
            </p:nvSpPr>
            <p:spPr>
              <a:xfrm>
                <a:off x="11976436" y="1834378"/>
                <a:ext cx="50120" cy="18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3">
                    <a:moveTo>
                      <a:pt x="0" y="804"/>
                    </a:moveTo>
                    <a:lnTo>
                      <a:pt x="2875" y="1913"/>
                    </a:lnTo>
                    <a:lnTo>
                      <a:pt x="5262" y="9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4" name="Surface mesh patch"/>
              <p:cNvSpPr/>
              <p:nvPr/>
            </p:nvSpPr>
            <p:spPr>
              <a:xfrm>
                <a:off x="11552747" y="1818567"/>
                <a:ext cx="50120" cy="9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2">
                    <a:moveTo>
                      <a:pt x="0" y="1032"/>
                    </a:moveTo>
                    <a:lnTo>
                      <a:pt x="2875" y="733"/>
                    </a:lnTo>
                    <a:lnTo>
                      <a:pt x="5262" y="0"/>
                    </a:lnTo>
                    <a:lnTo>
                      <a:pt x="2387" y="419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5" name="Surface mesh patch"/>
              <p:cNvSpPr/>
              <p:nvPr/>
            </p:nvSpPr>
            <p:spPr>
              <a:xfrm>
                <a:off x="11602866" y="1812718"/>
                <a:ext cx="50120" cy="5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4">
                    <a:moveTo>
                      <a:pt x="0" y="614"/>
                    </a:moveTo>
                    <a:lnTo>
                      <a:pt x="2875" y="502"/>
                    </a:lnTo>
                    <a:lnTo>
                      <a:pt x="5262" y="0"/>
                    </a:lnTo>
                    <a:lnTo>
                      <a:pt x="2387" y="229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6" name="Surface mesh patch"/>
              <p:cNvSpPr/>
              <p:nvPr/>
            </p:nvSpPr>
            <p:spPr>
              <a:xfrm>
                <a:off x="11652986" y="1810875"/>
                <a:ext cx="50120" cy="36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">
                    <a:moveTo>
                      <a:pt x="0" y="193"/>
                    </a:moveTo>
                    <a:lnTo>
                      <a:pt x="2875" y="383"/>
                    </a:lnTo>
                    <a:lnTo>
                      <a:pt x="5262" y="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7" name="Surface mesh patch"/>
              <p:cNvSpPr/>
              <p:nvPr/>
            </p:nvSpPr>
            <p:spPr>
              <a:xfrm>
                <a:off x="11703106" y="1810837"/>
                <a:ext cx="50120" cy="5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">
                    <a:moveTo>
                      <a:pt x="0" y="76"/>
                    </a:moveTo>
                    <a:lnTo>
                      <a:pt x="2875" y="627"/>
                    </a:lnTo>
                    <a:lnTo>
                      <a:pt x="5262" y="4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8" name="Surface mesh patch"/>
              <p:cNvSpPr/>
              <p:nvPr/>
            </p:nvSpPr>
            <p:spPr>
              <a:xfrm>
                <a:off x="11753225" y="1814494"/>
                <a:ext cx="50120" cy="91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2">
                    <a:moveTo>
                      <a:pt x="0" y="49"/>
                    </a:moveTo>
                    <a:lnTo>
                      <a:pt x="2875" y="962"/>
                    </a:lnTo>
                    <a:lnTo>
                      <a:pt x="5262" y="7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19" name="Surface mesh patch"/>
              <p:cNvSpPr/>
              <p:nvPr/>
            </p:nvSpPr>
            <p:spPr>
              <a:xfrm>
                <a:off x="11803345" y="1820976"/>
                <a:ext cx="50120" cy="12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113"/>
                    </a:moveTo>
                    <a:lnTo>
                      <a:pt x="2875" y="1322"/>
                    </a:lnTo>
                    <a:lnTo>
                      <a:pt x="5262" y="10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20" name="Surface mesh patch"/>
              <p:cNvSpPr/>
              <p:nvPr/>
            </p:nvSpPr>
            <p:spPr>
              <a:xfrm>
                <a:off x="11853465" y="1828917"/>
                <a:ext cx="50120" cy="155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">
                    <a:moveTo>
                      <a:pt x="0" y="253"/>
                    </a:moveTo>
                    <a:lnTo>
                      <a:pt x="2875" y="1637"/>
                    </a:lnTo>
                    <a:lnTo>
                      <a:pt x="5262" y="12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21" name="Surface mesh patch"/>
              <p:cNvSpPr/>
              <p:nvPr/>
            </p:nvSpPr>
            <p:spPr>
              <a:xfrm>
                <a:off x="11903584" y="1836571"/>
                <a:ext cx="50120" cy="17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5">
                    <a:moveTo>
                      <a:pt x="0" y="451"/>
                    </a:moveTo>
                    <a:lnTo>
                      <a:pt x="2875" y="1855"/>
                    </a:lnTo>
                    <a:lnTo>
                      <a:pt x="5262" y="1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22" name="Surface mesh patch"/>
              <p:cNvSpPr/>
              <p:nvPr/>
            </p:nvSpPr>
            <p:spPr>
              <a:xfrm>
                <a:off x="11953704" y="1842036"/>
                <a:ext cx="50120" cy="185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1">
                    <a:moveTo>
                      <a:pt x="0" y="689"/>
                    </a:moveTo>
                    <a:lnTo>
                      <a:pt x="2875" y="1951"/>
                    </a:lnTo>
                    <a:lnTo>
                      <a:pt x="5262" y="11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23" name="Surface mesh patch"/>
              <p:cNvSpPr/>
              <p:nvPr/>
            </p:nvSpPr>
            <p:spPr>
              <a:xfrm>
                <a:off x="11580135" y="1817500"/>
                <a:ext cx="50120" cy="8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">
                    <a:moveTo>
                      <a:pt x="0" y="845"/>
                    </a:moveTo>
                    <a:lnTo>
                      <a:pt x="2875" y="795"/>
                    </a:lnTo>
                    <a:lnTo>
                      <a:pt x="5262" y="0"/>
                    </a:lnTo>
                    <a:lnTo>
                      <a:pt x="2387" y="112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24" name="Surface mesh patch"/>
              <p:cNvSpPr/>
              <p:nvPr/>
            </p:nvSpPr>
            <p:spPr>
              <a:xfrm>
                <a:off x="11630254" y="1812718"/>
                <a:ext cx="50120" cy="71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2">
                    <a:moveTo>
                      <a:pt x="0" y="502"/>
                    </a:moveTo>
                    <a:lnTo>
                      <a:pt x="2875" y="752"/>
                    </a:lnTo>
                    <a:lnTo>
                      <a:pt x="5262" y="1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25" name="Surface mesh patch"/>
              <p:cNvSpPr/>
              <p:nvPr/>
            </p:nvSpPr>
            <p:spPr>
              <a:xfrm>
                <a:off x="11680374" y="1811559"/>
                <a:ext cx="50120" cy="88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">
                    <a:moveTo>
                      <a:pt x="0" y="311"/>
                    </a:moveTo>
                    <a:lnTo>
                      <a:pt x="2875" y="931"/>
                    </a:lnTo>
                    <a:lnTo>
                      <a:pt x="5262" y="5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26" name="Surface mesh patch"/>
              <p:cNvSpPr/>
              <p:nvPr/>
            </p:nvSpPr>
            <p:spPr>
              <a:xfrm>
                <a:off x="11730494" y="1814965"/>
                <a:ext cx="50120" cy="11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8">
                    <a:moveTo>
                      <a:pt x="0" y="194"/>
                    </a:moveTo>
                    <a:lnTo>
                      <a:pt x="2875" y="1188"/>
                    </a:lnTo>
                    <a:lnTo>
                      <a:pt x="5262" y="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27" name="Surface mesh patch"/>
              <p:cNvSpPr/>
              <p:nvPr/>
            </p:nvSpPr>
            <p:spPr>
              <a:xfrm>
                <a:off x="11780613" y="1822051"/>
                <a:ext cx="50120" cy="140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6">
                    <a:moveTo>
                      <a:pt x="0" y="169"/>
                    </a:moveTo>
                    <a:lnTo>
                      <a:pt x="2875" y="1476"/>
                    </a:lnTo>
                    <a:lnTo>
                      <a:pt x="5262" y="1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28" name="Surface mesh patch"/>
              <p:cNvSpPr/>
              <p:nvPr/>
            </p:nvSpPr>
            <p:spPr>
              <a:xfrm>
                <a:off x="11830733" y="1831323"/>
                <a:ext cx="50120" cy="16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8">
                    <a:moveTo>
                      <a:pt x="0" y="235"/>
                    </a:moveTo>
                    <a:lnTo>
                      <a:pt x="2875" y="1738"/>
                    </a:lnTo>
                    <a:lnTo>
                      <a:pt x="5262" y="13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29" name="Surface mesh patch"/>
              <p:cNvSpPr/>
              <p:nvPr/>
            </p:nvSpPr>
            <p:spPr>
              <a:xfrm>
                <a:off x="11880852" y="1840865"/>
                <a:ext cx="50120" cy="183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5">
                    <a:moveTo>
                      <a:pt x="0" y="383"/>
                    </a:moveTo>
                    <a:lnTo>
                      <a:pt x="2875" y="1925"/>
                    </a:lnTo>
                    <a:lnTo>
                      <a:pt x="5262" y="14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30" name="Surface mesh patch"/>
              <p:cNvSpPr/>
              <p:nvPr/>
            </p:nvSpPr>
            <p:spPr>
              <a:xfrm>
                <a:off x="11930972" y="1848598"/>
                <a:ext cx="50120" cy="19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9">
                    <a:moveTo>
                      <a:pt x="0" y="592"/>
                    </a:moveTo>
                    <a:lnTo>
                      <a:pt x="2875" y="2009"/>
                    </a:lnTo>
                    <a:lnTo>
                      <a:pt x="5262" y="1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31" name="Surface mesh patch"/>
              <p:cNvSpPr/>
              <p:nvPr/>
            </p:nvSpPr>
            <p:spPr>
              <a:xfrm>
                <a:off x="11607522" y="1817500"/>
                <a:ext cx="50120" cy="100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6">
                    <a:moveTo>
                      <a:pt x="0" y="795"/>
                    </a:moveTo>
                    <a:lnTo>
                      <a:pt x="2875" y="1056"/>
                    </a:lnTo>
                    <a:lnTo>
                      <a:pt x="5262" y="2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32" name="Surface mesh patch"/>
              <p:cNvSpPr/>
              <p:nvPr/>
            </p:nvSpPr>
            <p:spPr>
              <a:xfrm>
                <a:off x="11657642" y="1814520"/>
                <a:ext cx="50120" cy="114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1">
                    <a:moveTo>
                      <a:pt x="0" y="563"/>
                    </a:moveTo>
                    <a:lnTo>
                      <a:pt x="2875" y="1201"/>
                    </a:lnTo>
                    <a:lnTo>
                      <a:pt x="5262" y="6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33" name="Surface mesh patch"/>
              <p:cNvSpPr/>
              <p:nvPr/>
            </p:nvSpPr>
            <p:spPr>
              <a:xfrm>
                <a:off x="11707762" y="1816813"/>
                <a:ext cx="50120" cy="134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09">
                    <a:moveTo>
                      <a:pt x="0" y="379"/>
                    </a:moveTo>
                    <a:lnTo>
                      <a:pt x="2875" y="1409"/>
                    </a:lnTo>
                    <a:lnTo>
                      <a:pt x="5262" y="9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34" name="Surface mesh patch"/>
              <p:cNvSpPr/>
              <p:nvPr/>
            </p:nvSpPr>
            <p:spPr>
              <a:xfrm>
                <a:off x="11757881" y="1823658"/>
                <a:ext cx="50120" cy="156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44">
                    <a:moveTo>
                      <a:pt x="0" y="275"/>
                    </a:moveTo>
                    <a:lnTo>
                      <a:pt x="2875" y="1644"/>
                    </a:lnTo>
                    <a:lnTo>
                      <a:pt x="5262" y="13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35" name="Surface mesh patch"/>
              <p:cNvSpPr/>
              <p:nvPr/>
            </p:nvSpPr>
            <p:spPr>
              <a:xfrm>
                <a:off x="11808001" y="1833566"/>
                <a:ext cx="50120" cy="177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267"/>
                    </a:moveTo>
                    <a:lnTo>
                      <a:pt x="2875" y="1861"/>
                    </a:lnTo>
                    <a:lnTo>
                      <a:pt x="5262" y="15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36" name="Surface mesh patch"/>
              <p:cNvSpPr/>
              <p:nvPr/>
            </p:nvSpPr>
            <p:spPr>
              <a:xfrm>
                <a:off x="11858121" y="1844511"/>
                <a:ext cx="50120" cy="19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8">
                    <a:moveTo>
                      <a:pt x="0" y="353"/>
                    </a:moveTo>
                    <a:lnTo>
                      <a:pt x="2875" y="2018"/>
                    </a:lnTo>
                    <a:lnTo>
                      <a:pt x="5262" y="15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37" name="Surface mesh patch"/>
              <p:cNvSpPr/>
              <p:nvPr/>
            </p:nvSpPr>
            <p:spPr>
              <a:xfrm>
                <a:off x="11908240" y="1854241"/>
                <a:ext cx="50120" cy="198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7">
                    <a:moveTo>
                      <a:pt x="0" y="521"/>
                    </a:moveTo>
                    <a:lnTo>
                      <a:pt x="2875" y="2087"/>
                    </a:lnTo>
                    <a:lnTo>
                      <a:pt x="5262" y="14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38" name="Surface mesh patch"/>
              <p:cNvSpPr/>
              <p:nvPr/>
            </p:nvSpPr>
            <p:spPr>
              <a:xfrm>
                <a:off x="11634910" y="1819884"/>
                <a:ext cx="50120" cy="134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5">
                    <a:moveTo>
                      <a:pt x="0" y="806"/>
                    </a:moveTo>
                    <a:lnTo>
                      <a:pt x="2875" y="1415"/>
                    </a:lnTo>
                    <a:lnTo>
                      <a:pt x="5262" y="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39" name="Surface mesh patch"/>
              <p:cNvSpPr/>
              <p:nvPr/>
            </p:nvSpPr>
            <p:spPr>
              <a:xfrm>
                <a:off x="11685030" y="1820426"/>
                <a:ext cx="50120" cy="152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">
                    <a:moveTo>
                      <a:pt x="0" y="581"/>
                    </a:moveTo>
                    <a:lnTo>
                      <a:pt x="2875" y="1600"/>
                    </a:lnTo>
                    <a:lnTo>
                      <a:pt x="5262" y="1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40" name="Surface mesh patch"/>
              <p:cNvSpPr/>
              <p:nvPr/>
            </p:nvSpPr>
            <p:spPr>
              <a:xfrm>
                <a:off x="11735149" y="1826282"/>
                <a:ext cx="50120" cy="17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4">
                    <a:moveTo>
                      <a:pt x="0" y="415"/>
                    </a:moveTo>
                    <a:lnTo>
                      <a:pt x="2875" y="1804"/>
                    </a:lnTo>
                    <a:lnTo>
                      <a:pt x="5262" y="13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41" name="Surface mesh patch"/>
              <p:cNvSpPr/>
              <p:nvPr/>
            </p:nvSpPr>
            <p:spPr>
              <a:xfrm>
                <a:off x="11785269" y="1836107"/>
                <a:ext cx="50120" cy="18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0">
                    <a:moveTo>
                      <a:pt x="0" y="337"/>
                    </a:moveTo>
                    <a:lnTo>
                      <a:pt x="2875" y="1990"/>
                    </a:lnTo>
                    <a:lnTo>
                      <a:pt x="5262" y="1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42" name="Surface mesh patch"/>
              <p:cNvSpPr/>
              <p:nvPr/>
            </p:nvSpPr>
            <p:spPr>
              <a:xfrm>
                <a:off x="11835389" y="1847873"/>
                <a:ext cx="50120" cy="202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24">
                    <a:moveTo>
                      <a:pt x="0" y="359"/>
                    </a:moveTo>
                    <a:lnTo>
                      <a:pt x="2875" y="2124"/>
                    </a:lnTo>
                    <a:lnTo>
                      <a:pt x="5262" y="16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43" name="Surface mesh patch"/>
              <p:cNvSpPr/>
              <p:nvPr/>
            </p:nvSpPr>
            <p:spPr>
              <a:xfrm>
                <a:off x="11885508" y="1859200"/>
                <a:ext cx="50120" cy="207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9">
                    <a:moveTo>
                      <a:pt x="0" y="476"/>
                    </a:moveTo>
                    <a:lnTo>
                      <a:pt x="2875" y="2179"/>
                    </a:lnTo>
                    <a:lnTo>
                      <a:pt x="5262" y="15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44" name="Surface mesh patch"/>
              <p:cNvSpPr/>
              <p:nvPr/>
            </p:nvSpPr>
            <p:spPr>
              <a:xfrm>
                <a:off x="11662298" y="1825957"/>
                <a:ext cx="50120" cy="166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4">
                    <a:moveTo>
                      <a:pt x="0" y="778"/>
                    </a:moveTo>
                    <a:lnTo>
                      <a:pt x="2875" y="1744"/>
                    </a:lnTo>
                    <a:lnTo>
                      <a:pt x="5262" y="10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45" name="Surface mesh patch"/>
              <p:cNvSpPr/>
              <p:nvPr/>
            </p:nvSpPr>
            <p:spPr>
              <a:xfrm>
                <a:off x="11712418" y="1830235"/>
                <a:ext cx="50120" cy="184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6">
                    <a:moveTo>
                      <a:pt x="0" y="570"/>
                    </a:moveTo>
                    <a:lnTo>
                      <a:pt x="2875" y="1936"/>
                    </a:lnTo>
                    <a:lnTo>
                      <a:pt x="5262" y="13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46" name="Surface mesh patch"/>
              <p:cNvSpPr/>
              <p:nvPr/>
            </p:nvSpPr>
            <p:spPr>
              <a:xfrm>
                <a:off x="11762537" y="1839320"/>
                <a:ext cx="50120" cy="200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8">
                    <a:moveTo>
                      <a:pt x="0" y="435"/>
                    </a:moveTo>
                    <a:lnTo>
                      <a:pt x="2875" y="2108"/>
                    </a:lnTo>
                    <a:lnTo>
                      <a:pt x="5262" y="16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47" name="Surface mesh patch"/>
              <p:cNvSpPr/>
              <p:nvPr/>
            </p:nvSpPr>
            <p:spPr>
              <a:xfrm>
                <a:off x="11812657" y="1851295"/>
                <a:ext cx="50120" cy="21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29">
                    <a:moveTo>
                      <a:pt x="0" y="396"/>
                    </a:moveTo>
                    <a:lnTo>
                      <a:pt x="2875" y="2229"/>
                    </a:lnTo>
                    <a:lnTo>
                      <a:pt x="5262" y="17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48" name="Surface mesh patch"/>
              <p:cNvSpPr/>
              <p:nvPr/>
            </p:nvSpPr>
            <p:spPr>
              <a:xfrm>
                <a:off x="11862777" y="1863736"/>
                <a:ext cx="50120" cy="21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75">
                    <a:moveTo>
                      <a:pt x="0" y="459"/>
                    </a:moveTo>
                    <a:lnTo>
                      <a:pt x="2875" y="2275"/>
                    </a:lnTo>
                    <a:lnTo>
                      <a:pt x="5262" y="17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49" name="Surface mesh patch"/>
              <p:cNvSpPr/>
              <p:nvPr/>
            </p:nvSpPr>
            <p:spPr>
              <a:xfrm>
                <a:off x="11689686" y="1835662"/>
                <a:ext cx="50120" cy="19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9">
                    <a:moveTo>
                      <a:pt x="0" y="725"/>
                    </a:moveTo>
                    <a:lnTo>
                      <a:pt x="2875" y="2029"/>
                    </a:lnTo>
                    <a:lnTo>
                      <a:pt x="5262" y="13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50" name="Surface mesh patch"/>
              <p:cNvSpPr/>
              <p:nvPr/>
            </p:nvSpPr>
            <p:spPr>
              <a:xfrm>
                <a:off x="11739805" y="1843462"/>
                <a:ext cx="50120" cy="209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1">
                    <a:moveTo>
                      <a:pt x="0" y="547"/>
                    </a:moveTo>
                    <a:lnTo>
                      <a:pt x="2875" y="2201"/>
                    </a:lnTo>
                    <a:lnTo>
                      <a:pt x="5262" y="16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51" name="Surface mesh patch"/>
              <p:cNvSpPr/>
              <p:nvPr/>
            </p:nvSpPr>
            <p:spPr>
              <a:xfrm>
                <a:off x="11789925" y="1855066"/>
                <a:ext cx="50120" cy="221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1">
                    <a:moveTo>
                      <a:pt x="0" y="455"/>
                    </a:moveTo>
                    <a:lnTo>
                      <a:pt x="2875" y="2321"/>
                    </a:lnTo>
                    <a:lnTo>
                      <a:pt x="5262" y="18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52" name="Surface mesh patch"/>
              <p:cNvSpPr/>
              <p:nvPr/>
            </p:nvSpPr>
            <p:spPr>
              <a:xfrm>
                <a:off x="11840045" y="1868104"/>
                <a:ext cx="50120" cy="22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67">
                    <a:moveTo>
                      <a:pt x="0" y="464"/>
                    </a:moveTo>
                    <a:lnTo>
                      <a:pt x="2875" y="2367"/>
                    </a:lnTo>
                    <a:lnTo>
                      <a:pt x="5262" y="18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53" name="Surface mesh patch"/>
              <p:cNvSpPr/>
              <p:nvPr/>
            </p:nvSpPr>
            <p:spPr>
              <a:xfrm>
                <a:off x="11717074" y="1848672"/>
                <a:ext cx="50120" cy="21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2">
                    <a:moveTo>
                      <a:pt x="0" y="664"/>
                    </a:moveTo>
                    <a:lnTo>
                      <a:pt x="2875" y="2262"/>
                    </a:lnTo>
                    <a:lnTo>
                      <a:pt x="5262" y="1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54" name="Surface mesh patch"/>
              <p:cNvSpPr/>
              <p:nvPr/>
            </p:nvSpPr>
            <p:spPr>
              <a:xfrm>
                <a:off x="11767193" y="1859398"/>
                <a:ext cx="50120" cy="227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2">
                    <a:moveTo>
                      <a:pt x="0" y="528"/>
                    </a:moveTo>
                    <a:lnTo>
                      <a:pt x="2875" y="2392"/>
                    </a:lnTo>
                    <a:lnTo>
                      <a:pt x="5262" y="1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55" name="Surface mesh patch"/>
              <p:cNvSpPr/>
              <p:nvPr/>
            </p:nvSpPr>
            <p:spPr>
              <a:xfrm>
                <a:off x="11817313" y="1872525"/>
                <a:ext cx="50120" cy="233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8">
                    <a:moveTo>
                      <a:pt x="0" y="488"/>
                    </a:moveTo>
                    <a:lnTo>
                      <a:pt x="2875" y="2448"/>
                    </a:lnTo>
                    <a:lnTo>
                      <a:pt x="5262" y="19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56" name="Surface mesh patch"/>
              <p:cNvSpPr/>
              <p:nvPr/>
            </p:nvSpPr>
            <p:spPr>
              <a:xfrm>
                <a:off x="11744461" y="1864425"/>
                <a:ext cx="50120" cy="23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7">
                    <a:moveTo>
                      <a:pt x="0" y="608"/>
                    </a:moveTo>
                    <a:lnTo>
                      <a:pt x="2875" y="2437"/>
                    </a:lnTo>
                    <a:lnTo>
                      <a:pt x="5262" y="1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57" name="Surface mesh patch"/>
              <p:cNvSpPr/>
              <p:nvPr/>
            </p:nvSpPr>
            <p:spPr>
              <a:xfrm>
                <a:off x="11794581" y="1877174"/>
                <a:ext cx="50120" cy="23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9">
                    <a:moveTo>
                      <a:pt x="0" y="526"/>
                    </a:moveTo>
                    <a:lnTo>
                      <a:pt x="2875" y="2509"/>
                    </a:lnTo>
                    <a:lnTo>
                      <a:pt x="5262" y="19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58" name="Surface mesh patch"/>
              <p:cNvSpPr/>
              <p:nvPr/>
            </p:nvSpPr>
            <p:spPr>
              <a:xfrm>
                <a:off x="11771849" y="1882180"/>
                <a:ext cx="50120" cy="24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49">
                    <a:moveTo>
                      <a:pt x="0" y="573"/>
                    </a:moveTo>
                    <a:lnTo>
                      <a:pt x="2875" y="2549"/>
                    </a:lnTo>
                    <a:lnTo>
                      <a:pt x="5262" y="19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59" name="Surface grid line"/>
              <p:cNvSpPr/>
              <p:nvPr/>
            </p:nvSpPr>
            <p:spPr>
              <a:xfrm>
                <a:off x="10648950" y="1534371"/>
                <a:ext cx="1150287" cy="372092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65">
                    <a:moveTo>
                      <a:pt x="0" y="0"/>
                    </a:moveTo>
                    <a:lnTo>
                      <a:pt x="2875" y="2034"/>
                    </a:lnTo>
                    <a:lnTo>
                      <a:pt x="5751" y="3896"/>
                    </a:lnTo>
                    <a:lnTo>
                      <a:pt x="8626" y="5522"/>
                    </a:lnTo>
                    <a:lnTo>
                      <a:pt x="11501" y="6859"/>
                    </a:lnTo>
                    <a:lnTo>
                      <a:pt x="14377" y="7877"/>
                    </a:lnTo>
                    <a:lnTo>
                      <a:pt x="17252" y="8567"/>
                    </a:lnTo>
                    <a:lnTo>
                      <a:pt x="20128" y="8950"/>
                    </a:lnTo>
                    <a:lnTo>
                      <a:pt x="23003" y="9073"/>
                    </a:lnTo>
                    <a:lnTo>
                      <a:pt x="25878" y="9010"/>
                    </a:lnTo>
                    <a:lnTo>
                      <a:pt x="28754" y="8860"/>
                    </a:lnTo>
                    <a:lnTo>
                      <a:pt x="31629" y="8731"/>
                    </a:lnTo>
                    <a:lnTo>
                      <a:pt x="34504" y="8736"/>
                    </a:lnTo>
                    <a:lnTo>
                      <a:pt x="37380" y="8977"/>
                    </a:lnTo>
                    <a:lnTo>
                      <a:pt x="40255" y="9536"/>
                    </a:lnTo>
                    <a:lnTo>
                      <a:pt x="43130" y="10468"/>
                    </a:lnTo>
                    <a:lnTo>
                      <a:pt x="46006" y="11791"/>
                    </a:lnTo>
                    <a:lnTo>
                      <a:pt x="48881" y="13490"/>
                    </a:lnTo>
                    <a:lnTo>
                      <a:pt x="51756" y="15518"/>
                    </a:lnTo>
                    <a:lnTo>
                      <a:pt x="54632" y="17795"/>
                    </a:lnTo>
                    <a:lnTo>
                      <a:pt x="57507" y="20223"/>
                    </a:lnTo>
                    <a:lnTo>
                      <a:pt x="60383" y="22686"/>
                    </a:lnTo>
                    <a:lnTo>
                      <a:pt x="63258" y="25066"/>
                    </a:lnTo>
                    <a:lnTo>
                      <a:pt x="66133" y="27249"/>
                    </a:lnTo>
                    <a:lnTo>
                      <a:pt x="69009" y="29137"/>
                    </a:lnTo>
                    <a:lnTo>
                      <a:pt x="71884" y="30654"/>
                    </a:lnTo>
                    <a:lnTo>
                      <a:pt x="74759" y="31758"/>
                    </a:lnTo>
                    <a:lnTo>
                      <a:pt x="77635" y="32438"/>
                    </a:lnTo>
                    <a:lnTo>
                      <a:pt x="80510" y="32719"/>
                    </a:lnTo>
                    <a:lnTo>
                      <a:pt x="83385" y="32658"/>
                    </a:lnTo>
                    <a:lnTo>
                      <a:pt x="86261" y="32337"/>
                    </a:lnTo>
                    <a:lnTo>
                      <a:pt x="89136" y="31859"/>
                    </a:lnTo>
                    <a:lnTo>
                      <a:pt x="92011" y="31332"/>
                    </a:lnTo>
                    <a:lnTo>
                      <a:pt x="94887" y="30869"/>
                    </a:lnTo>
                    <a:lnTo>
                      <a:pt x="97762" y="30570"/>
                    </a:lnTo>
                    <a:lnTo>
                      <a:pt x="100638" y="30520"/>
                    </a:lnTo>
                    <a:lnTo>
                      <a:pt x="103513" y="30781"/>
                    </a:lnTo>
                    <a:lnTo>
                      <a:pt x="106388" y="31390"/>
                    </a:lnTo>
                    <a:lnTo>
                      <a:pt x="109264" y="32357"/>
                    </a:lnTo>
                    <a:lnTo>
                      <a:pt x="112139" y="33661"/>
                    </a:lnTo>
                    <a:lnTo>
                      <a:pt x="115014" y="35260"/>
                    </a:lnTo>
                    <a:lnTo>
                      <a:pt x="117890" y="37088"/>
                    </a:lnTo>
                    <a:lnTo>
                      <a:pt x="120765" y="3906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0" name="Surface grid line"/>
              <p:cNvSpPr/>
              <p:nvPr/>
            </p:nvSpPr>
            <p:spPr>
              <a:xfrm>
                <a:off x="10671682" y="1529145"/>
                <a:ext cx="1150287" cy="3719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48">
                    <a:moveTo>
                      <a:pt x="0" y="0"/>
                    </a:moveTo>
                    <a:lnTo>
                      <a:pt x="2875" y="1997"/>
                    </a:lnTo>
                    <a:lnTo>
                      <a:pt x="5751" y="3804"/>
                    </a:lnTo>
                    <a:lnTo>
                      <a:pt x="8626" y="5361"/>
                    </a:lnTo>
                    <a:lnTo>
                      <a:pt x="11501" y="6623"/>
                    </a:lnTo>
                    <a:lnTo>
                      <a:pt x="14377" y="7565"/>
                    </a:lnTo>
                    <a:lnTo>
                      <a:pt x="17252" y="8183"/>
                    </a:lnTo>
                    <a:lnTo>
                      <a:pt x="20128" y="8500"/>
                    </a:lnTo>
                    <a:lnTo>
                      <a:pt x="23003" y="8570"/>
                    </a:lnTo>
                    <a:lnTo>
                      <a:pt x="25878" y="8476"/>
                    </a:lnTo>
                    <a:lnTo>
                      <a:pt x="28754" y="8323"/>
                    </a:lnTo>
                    <a:lnTo>
                      <a:pt x="31629" y="8230"/>
                    </a:lnTo>
                    <a:lnTo>
                      <a:pt x="34504" y="8317"/>
                    </a:lnTo>
                    <a:lnTo>
                      <a:pt x="37380" y="8692"/>
                    </a:lnTo>
                    <a:lnTo>
                      <a:pt x="40255" y="9439"/>
                    </a:lnTo>
                    <a:lnTo>
                      <a:pt x="43130" y="10606"/>
                    </a:lnTo>
                    <a:lnTo>
                      <a:pt x="46006" y="12204"/>
                    </a:lnTo>
                    <a:lnTo>
                      <a:pt x="48881" y="14204"/>
                    </a:lnTo>
                    <a:lnTo>
                      <a:pt x="51756" y="16540"/>
                    </a:lnTo>
                    <a:lnTo>
                      <a:pt x="54632" y="19115"/>
                    </a:lnTo>
                    <a:lnTo>
                      <a:pt x="57507" y="21809"/>
                    </a:lnTo>
                    <a:lnTo>
                      <a:pt x="60383" y="24488"/>
                    </a:lnTo>
                    <a:lnTo>
                      <a:pt x="63258" y="27017"/>
                    </a:lnTo>
                    <a:lnTo>
                      <a:pt x="66133" y="29271"/>
                    </a:lnTo>
                    <a:lnTo>
                      <a:pt x="69009" y="31144"/>
                    </a:lnTo>
                    <a:lnTo>
                      <a:pt x="71884" y="32564"/>
                    </a:lnTo>
                    <a:lnTo>
                      <a:pt x="74759" y="33493"/>
                    </a:lnTo>
                    <a:lnTo>
                      <a:pt x="77635" y="33937"/>
                    </a:lnTo>
                    <a:lnTo>
                      <a:pt x="80510" y="33938"/>
                    </a:lnTo>
                    <a:lnTo>
                      <a:pt x="83385" y="33576"/>
                    </a:lnTo>
                    <a:lnTo>
                      <a:pt x="86261" y="32958"/>
                    </a:lnTo>
                    <a:lnTo>
                      <a:pt x="89136" y="32205"/>
                    </a:lnTo>
                    <a:lnTo>
                      <a:pt x="92011" y="31447"/>
                    </a:lnTo>
                    <a:lnTo>
                      <a:pt x="94887" y="30804"/>
                    </a:lnTo>
                    <a:lnTo>
                      <a:pt x="97762" y="30386"/>
                    </a:lnTo>
                    <a:lnTo>
                      <a:pt x="100638" y="30274"/>
                    </a:lnTo>
                    <a:lnTo>
                      <a:pt x="103513" y="30524"/>
                    </a:lnTo>
                    <a:lnTo>
                      <a:pt x="106388" y="31161"/>
                    </a:lnTo>
                    <a:lnTo>
                      <a:pt x="109264" y="32180"/>
                    </a:lnTo>
                    <a:lnTo>
                      <a:pt x="112139" y="33546"/>
                    </a:lnTo>
                    <a:lnTo>
                      <a:pt x="115014" y="35200"/>
                    </a:lnTo>
                    <a:lnTo>
                      <a:pt x="117890" y="37064"/>
                    </a:lnTo>
                    <a:lnTo>
                      <a:pt x="120765" y="390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1" name="Surface grid line"/>
              <p:cNvSpPr/>
              <p:nvPr/>
            </p:nvSpPr>
            <p:spPr>
              <a:xfrm>
                <a:off x="10694414" y="1523865"/>
                <a:ext cx="1150287" cy="37197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52">
                    <a:moveTo>
                      <a:pt x="0" y="0"/>
                    </a:moveTo>
                    <a:lnTo>
                      <a:pt x="2875" y="1960"/>
                    </a:lnTo>
                    <a:lnTo>
                      <a:pt x="5751" y="3718"/>
                    </a:lnTo>
                    <a:lnTo>
                      <a:pt x="8626" y="5223"/>
                    </a:lnTo>
                    <a:lnTo>
                      <a:pt x="11501" y="6433"/>
                    </a:lnTo>
                    <a:lnTo>
                      <a:pt x="14377" y="7327"/>
                    </a:lnTo>
                    <a:lnTo>
                      <a:pt x="17252" y="7901"/>
                    </a:lnTo>
                    <a:lnTo>
                      <a:pt x="20128" y="8183"/>
                    </a:lnTo>
                    <a:lnTo>
                      <a:pt x="23003" y="8228"/>
                    </a:lnTo>
                    <a:lnTo>
                      <a:pt x="25878" y="8126"/>
                    </a:lnTo>
                    <a:lnTo>
                      <a:pt x="28754" y="7991"/>
                    </a:lnTo>
                    <a:lnTo>
                      <a:pt x="31629" y="7952"/>
                    </a:lnTo>
                    <a:lnTo>
                      <a:pt x="34504" y="8140"/>
                    </a:lnTo>
                    <a:lnTo>
                      <a:pt x="37380" y="8671"/>
                    </a:lnTo>
                    <a:lnTo>
                      <a:pt x="40255" y="9631"/>
                    </a:lnTo>
                    <a:lnTo>
                      <a:pt x="43130" y="11068"/>
                    </a:lnTo>
                    <a:lnTo>
                      <a:pt x="46006" y="12984"/>
                    </a:lnTo>
                    <a:lnTo>
                      <a:pt x="48881" y="15335"/>
                    </a:lnTo>
                    <a:lnTo>
                      <a:pt x="51756" y="18038"/>
                    </a:lnTo>
                    <a:lnTo>
                      <a:pt x="54632" y="20973"/>
                    </a:lnTo>
                    <a:lnTo>
                      <a:pt x="57507" y="23996"/>
                    </a:lnTo>
                    <a:lnTo>
                      <a:pt x="60383" y="26951"/>
                    </a:lnTo>
                    <a:lnTo>
                      <a:pt x="63258" y="29683"/>
                    </a:lnTo>
                    <a:lnTo>
                      <a:pt x="66133" y="32050"/>
                    </a:lnTo>
                    <a:lnTo>
                      <a:pt x="69009" y="33937"/>
                    </a:lnTo>
                    <a:lnTo>
                      <a:pt x="71884" y="35270"/>
                    </a:lnTo>
                    <a:lnTo>
                      <a:pt x="74759" y="36017"/>
                    </a:lnTo>
                    <a:lnTo>
                      <a:pt x="77635" y="36199"/>
                    </a:lnTo>
                    <a:lnTo>
                      <a:pt x="80510" y="35879"/>
                    </a:lnTo>
                    <a:lnTo>
                      <a:pt x="83385" y="35165"/>
                    </a:lnTo>
                    <a:lnTo>
                      <a:pt x="86261" y="34187"/>
                    </a:lnTo>
                    <a:lnTo>
                      <a:pt x="89136" y="33095"/>
                    </a:lnTo>
                    <a:lnTo>
                      <a:pt x="92011" y="32038"/>
                    </a:lnTo>
                    <a:lnTo>
                      <a:pt x="94887" y="31153"/>
                    </a:lnTo>
                    <a:lnTo>
                      <a:pt x="97762" y="30555"/>
                    </a:lnTo>
                    <a:lnTo>
                      <a:pt x="100638" y="30326"/>
                    </a:lnTo>
                    <a:lnTo>
                      <a:pt x="103513" y="30515"/>
                    </a:lnTo>
                    <a:lnTo>
                      <a:pt x="106388" y="31135"/>
                    </a:lnTo>
                    <a:lnTo>
                      <a:pt x="109264" y="32165"/>
                    </a:lnTo>
                    <a:lnTo>
                      <a:pt x="112139" y="33554"/>
                    </a:lnTo>
                    <a:lnTo>
                      <a:pt x="115014" y="35227"/>
                    </a:lnTo>
                    <a:lnTo>
                      <a:pt x="117890" y="37093"/>
                    </a:lnTo>
                    <a:lnTo>
                      <a:pt x="120765" y="3905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2" name="Surface grid line"/>
              <p:cNvSpPr/>
              <p:nvPr/>
            </p:nvSpPr>
            <p:spPr>
              <a:xfrm>
                <a:off x="10717146" y="1518490"/>
                <a:ext cx="1150287" cy="37510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382">
                    <a:moveTo>
                      <a:pt x="0" y="0"/>
                    </a:moveTo>
                    <a:lnTo>
                      <a:pt x="2875" y="1926"/>
                    </a:lnTo>
                    <a:lnTo>
                      <a:pt x="5751" y="3649"/>
                    </a:lnTo>
                    <a:lnTo>
                      <a:pt x="8626" y="5122"/>
                    </a:lnTo>
                    <a:lnTo>
                      <a:pt x="11501" y="6309"/>
                    </a:lnTo>
                    <a:lnTo>
                      <a:pt x="14377" y="7188"/>
                    </a:lnTo>
                    <a:lnTo>
                      <a:pt x="17252" y="7755"/>
                    </a:lnTo>
                    <a:lnTo>
                      <a:pt x="20128" y="8034"/>
                    </a:lnTo>
                    <a:lnTo>
                      <a:pt x="23003" y="8083"/>
                    </a:lnTo>
                    <a:lnTo>
                      <a:pt x="25878" y="7997"/>
                    </a:lnTo>
                    <a:lnTo>
                      <a:pt x="28754" y="7898"/>
                    </a:lnTo>
                    <a:lnTo>
                      <a:pt x="31629" y="7928"/>
                    </a:lnTo>
                    <a:lnTo>
                      <a:pt x="34504" y="8233"/>
                    </a:lnTo>
                    <a:lnTo>
                      <a:pt x="37380" y="8937"/>
                    </a:lnTo>
                    <a:lnTo>
                      <a:pt x="40255" y="10135"/>
                    </a:lnTo>
                    <a:lnTo>
                      <a:pt x="43130" y="11874"/>
                    </a:lnTo>
                    <a:lnTo>
                      <a:pt x="46006" y="14148"/>
                    </a:lnTo>
                    <a:lnTo>
                      <a:pt x="48881" y="16902"/>
                    </a:lnTo>
                    <a:lnTo>
                      <a:pt x="51756" y="20030"/>
                    </a:lnTo>
                    <a:lnTo>
                      <a:pt x="54632" y="23389"/>
                    </a:lnTo>
                    <a:lnTo>
                      <a:pt x="57507" y="26809"/>
                    </a:lnTo>
                    <a:lnTo>
                      <a:pt x="60383" y="30107"/>
                    </a:lnTo>
                    <a:lnTo>
                      <a:pt x="63258" y="33100"/>
                    </a:lnTo>
                    <a:lnTo>
                      <a:pt x="66133" y="35627"/>
                    </a:lnTo>
                    <a:lnTo>
                      <a:pt x="69009" y="37561"/>
                    </a:lnTo>
                    <a:lnTo>
                      <a:pt x="71884" y="38821"/>
                    </a:lnTo>
                    <a:lnTo>
                      <a:pt x="74759" y="39382"/>
                    </a:lnTo>
                    <a:lnTo>
                      <a:pt x="77635" y="39278"/>
                    </a:lnTo>
                    <a:lnTo>
                      <a:pt x="80510" y="38598"/>
                    </a:lnTo>
                    <a:lnTo>
                      <a:pt x="83385" y="37475"/>
                    </a:lnTo>
                    <a:lnTo>
                      <a:pt x="86261" y="36075"/>
                    </a:lnTo>
                    <a:lnTo>
                      <a:pt x="89136" y="34574"/>
                    </a:lnTo>
                    <a:lnTo>
                      <a:pt x="92011" y="33147"/>
                    </a:lnTo>
                    <a:lnTo>
                      <a:pt x="94887" y="31949"/>
                    </a:lnTo>
                    <a:lnTo>
                      <a:pt x="97762" y="31104"/>
                    </a:lnTo>
                    <a:lnTo>
                      <a:pt x="100638" y="30697"/>
                    </a:lnTo>
                    <a:lnTo>
                      <a:pt x="103513" y="30768"/>
                    </a:lnTo>
                    <a:lnTo>
                      <a:pt x="106388" y="31320"/>
                    </a:lnTo>
                    <a:lnTo>
                      <a:pt x="109264" y="32314"/>
                    </a:lnTo>
                    <a:lnTo>
                      <a:pt x="112139" y="33683"/>
                    </a:lnTo>
                    <a:lnTo>
                      <a:pt x="115014" y="35336"/>
                    </a:lnTo>
                    <a:lnTo>
                      <a:pt x="117890" y="37169"/>
                    </a:lnTo>
                    <a:lnTo>
                      <a:pt x="120765" y="390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3" name="Surface grid line"/>
              <p:cNvSpPr/>
              <p:nvPr/>
            </p:nvSpPr>
            <p:spPr>
              <a:xfrm>
                <a:off x="10739877" y="1512968"/>
                <a:ext cx="1150287" cy="41442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3510">
                    <a:moveTo>
                      <a:pt x="0" y="0"/>
                    </a:moveTo>
                    <a:lnTo>
                      <a:pt x="2875" y="1899"/>
                    </a:lnTo>
                    <a:lnTo>
                      <a:pt x="5751" y="3603"/>
                    </a:lnTo>
                    <a:lnTo>
                      <a:pt x="8626" y="5071"/>
                    </a:lnTo>
                    <a:lnTo>
                      <a:pt x="11501" y="6269"/>
                    </a:lnTo>
                    <a:lnTo>
                      <a:pt x="14377" y="7170"/>
                    </a:lnTo>
                    <a:lnTo>
                      <a:pt x="17252" y="7767"/>
                    </a:lnTo>
                    <a:lnTo>
                      <a:pt x="20128" y="8078"/>
                    </a:lnTo>
                    <a:lnTo>
                      <a:pt x="23003" y="8161"/>
                    </a:lnTo>
                    <a:lnTo>
                      <a:pt x="25878" y="8113"/>
                    </a:lnTo>
                    <a:lnTo>
                      <a:pt x="28754" y="8066"/>
                    </a:lnTo>
                    <a:lnTo>
                      <a:pt x="31629" y="8177"/>
                    </a:lnTo>
                    <a:lnTo>
                      <a:pt x="34504" y="8606"/>
                    </a:lnTo>
                    <a:lnTo>
                      <a:pt x="37380" y="9494"/>
                    </a:lnTo>
                    <a:lnTo>
                      <a:pt x="40255" y="10944"/>
                    </a:lnTo>
                    <a:lnTo>
                      <a:pt x="43130" y="13007"/>
                    </a:lnTo>
                    <a:lnTo>
                      <a:pt x="46006" y="15671"/>
                    </a:lnTo>
                    <a:lnTo>
                      <a:pt x="48881" y="18867"/>
                    </a:lnTo>
                    <a:lnTo>
                      <a:pt x="51756" y="22470"/>
                    </a:lnTo>
                    <a:lnTo>
                      <a:pt x="54632" y="26309"/>
                    </a:lnTo>
                    <a:lnTo>
                      <a:pt x="57507" y="30185"/>
                    </a:lnTo>
                    <a:lnTo>
                      <a:pt x="60383" y="33882"/>
                    </a:lnTo>
                    <a:lnTo>
                      <a:pt x="63258" y="37191"/>
                    </a:lnTo>
                    <a:lnTo>
                      <a:pt x="66133" y="39923"/>
                    </a:lnTo>
                    <a:lnTo>
                      <a:pt x="69009" y="41934"/>
                    </a:lnTo>
                    <a:lnTo>
                      <a:pt x="71884" y="43136"/>
                    </a:lnTo>
                    <a:lnTo>
                      <a:pt x="74759" y="43510"/>
                    </a:lnTo>
                    <a:lnTo>
                      <a:pt x="77635" y="43102"/>
                    </a:lnTo>
                    <a:lnTo>
                      <a:pt x="80510" y="42028"/>
                    </a:lnTo>
                    <a:lnTo>
                      <a:pt x="83385" y="40453"/>
                    </a:lnTo>
                    <a:lnTo>
                      <a:pt x="86261" y="38574"/>
                    </a:lnTo>
                    <a:lnTo>
                      <a:pt x="89136" y="36602"/>
                    </a:lnTo>
                    <a:lnTo>
                      <a:pt x="92011" y="34742"/>
                    </a:lnTo>
                    <a:lnTo>
                      <a:pt x="94887" y="33168"/>
                    </a:lnTo>
                    <a:lnTo>
                      <a:pt x="97762" y="32015"/>
                    </a:lnTo>
                    <a:lnTo>
                      <a:pt x="100638" y="31372"/>
                    </a:lnTo>
                    <a:lnTo>
                      <a:pt x="103513" y="31272"/>
                    </a:lnTo>
                    <a:lnTo>
                      <a:pt x="106388" y="31706"/>
                    </a:lnTo>
                    <a:lnTo>
                      <a:pt x="109264" y="32618"/>
                    </a:lnTo>
                    <a:lnTo>
                      <a:pt x="112139" y="33925"/>
                    </a:lnTo>
                    <a:lnTo>
                      <a:pt x="115014" y="35520"/>
                    </a:lnTo>
                    <a:lnTo>
                      <a:pt x="117890" y="37285"/>
                    </a:lnTo>
                    <a:lnTo>
                      <a:pt x="120765" y="391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4" name="Surface grid line"/>
              <p:cNvSpPr/>
              <p:nvPr/>
            </p:nvSpPr>
            <p:spPr>
              <a:xfrm>
                <a:off x="10762609" y="1507234"/>
                <a:ext cx="1150287" cy="45870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8158">
                    <a:moveTo>
                      <a:pt x="0" y="0"/>
                    </a:moveTo>
                    <a:lnTo>
                      <a:pt x="2875" y="1882"/>
                    </a:lnTo>
                    <a:lnTo>
                      <a:pt x="5751" y="3587"/>
                    </a:lnTo>
                    <a:lnTo>
                      <a:pt x="8626" y="5079"/>
                    </a:lnTo>
                    <a:lnTo>
                      <a:pt x="11501" y="6322"/>
                    </a:lnTo>
                    <a:lnTo>
                      <a:pt x="14377" y="7286"/>
                    </a:lnTo>
                    <a:lnTo>
                      <a:pt x="17252" y="7952"/>
                    </a:lnTo>
                    <a:lnTo>
                      <a:pt x="20128" y="8331"/>
                    </a:lnTo>
                    <a:lnTo>
                      <a:pt x="23003" y="8476"/>
                    </a:lnTo>
                    <a:lnTo>
                      <a:pt x="25878" y="8485"/>
                    </a:lnTo>
                    <a:lnTo>
                      <a:pt x="28754" y="8500"/>
                    </a:lnTo>
                    <a:lnTo>
                      <a:pt x="31629" y="8695"/>
                    </a:lnTo>
                    <a:lnTo>
                      <a:pt x="34504" y="9248"/>
                    </a:lnTo>
                    <a:lnTo>
                      <a:pt x="37380" y="10318"/>
                    </a:lnTo>
                    <a:lnTo>
                      <a:pt x="40255" y="12020"/>
                    </a:lnTo>
                    <a:lnTo>
                      <a:pt x="43130" y="14411"/>
                    </a:lnTo>
                    <a:lnTo>
                      <a:pt x="46006" y="17476"/>
                    </a:lnTo>
                    <a:lnTo>
                      <a:pt x="48881" y="21131"/>
                    </a:lnTo>
                    <a:lnTo>
                      <a:pt x="51756" y="25232"/>
                    </a:lnTo>
                    <a:lnTo>
                      <a:pt x="54632" y="29581"/>
                    </a:lnTo>
                    <a:lnTo>
                      <a:pt x="57507" y="33945"/>
                    </a:lnTo>
                    <a:lnTo>
                      <a:pt x="60383" y="38077"/>
                    </a:lnTo>
                    <a:lnTo>
                      <a:pt x="63258" y="41733"/>
                    </a:lnTo>
                    <a:lnTo>
                      <a:pt x="66133" y="44699"/>
                    </a:lnTo>
                    <a:lnTo>
                      <a:pt x="69009" y="46810"/>
                    </a:lnTo>
                    <a:lnTo>
                      <a:pt x="71884" y="47968"/>
                    </a:lnTo>
                    <a:lnTo>
                      <a:pt x="74759" y="48158"/>
                    </a:lnTo>
                    <a:lnTo>
                      <a:pt x="77635" y="47441"/>
                    </a:lnTo>
                    <a:lnTo>
                      <a:pt x="80510" y="45957"/>
                    </a:lnTo>
                    <a:lnTo>
                      <a:pt x="83385" y="43904"/>
                    </a:lnTo>
                    <a:lnTo>
                      <a:pt x="86261" y="41516"/>
                    </a:lnTo>
                    <a:lnTo>
                      <a:pt x="89136" y="39039"/>
                    </a:lnTo>
                    <a:lnTo>
                      <a:pt x="92011" y="36706"/>
                    </a:lnTo>
                    <a:lnTo>
                      <a:pt x="94887" y="34715"/>
                    </a:lnTo>
                    <a:lnTo>
                      <a:pt x="97762" y="33214"/>
                    </a:lnTo>
                    <a:lnTo>
                      <a:pt x="100638" y="32293"/>
                    </a:lnTo>
                    <a:lnTo>
                      <a:pt x="103513" y="31982"/>
                    </a:lnTo>
                    <a:lnTo>
                      <a:pt x="106388" y="32258"/>
                    </a:lnTo>
                    <a:lnTo>
                      <a:pt x="109264" y="33052"/>
                    </a:lnTo>
                    <a:lnTo>
                      <a:pt x="112139" y="34261"/>
                    </a:lnTo>
                    <a:lnTo>
                      <a:pt x="115014" y="35763"/>
                    </a:lnTo>
                    <a:lnTo>
                      <a:pt x="117890" y="37428"/>
                    </a:lnTo>
                    <a:lnTo>
                      <a:pt x="120765" y="391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5" name="Surface grid line"/>
              <p:cNvSpPr/>
              <p:nvPr/>
            </p:nvSpPr>
            <p:spPr>
              <a:xfrm>
                <a:off x="10785341" y="1501204"/>
                <a:ext cx="1150287" cy="50398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2912">
                    <a:moveTo>
                      <a:pt x="0" y="0"/>
                    </a:moveTo>
                    <a:lnTo>
                      <a:pt x="2875" y="1876"/>
                    </a:lnTo>
                    <a:lnTo>
                      <a:pt x="5751" y="3602"/>
                    </a:lnTo>
                    <a:lnTo>
                      <a:pt x="8626" y="5148"/>
                    </a:lnTo>
                    <a:lnTo>
                      <a:pt x="11501" y="6474"/>
                    </a:lnTo>
                    <a:lnTo>
                      <a:pt x="14377" y="7538"/>
                    </a:lnTo>
                    <a:lnTo>
                      <a:pt x="17252" y="8312"/>
                    </a:lnTo>
                    <a:lnTo>
                      <a:pt x="20128" y="8793"/>
                    </a:lnTo>
                    <a:lnTo>
                      <a:pt x="23003" y="9024"/>
                    </a:lnTo>
                    <a:lnTo>
                      <a:pt x="25878" y="9105"/>
                    </a:lnTo>
                    <a:lnTo>
                      <a:pt x="28754" y="9187"/>
                    </a:lnTo>
                    <a:lnTo>
                      <a:pt x="31629" y="9461"/>
                    </a:lnTo>
                    <a:lnTo>
                      <a:pt x="34504" y="10124"/>
                    </a:lnTo>
                    <a:lnTo>
                      <a:pt x="37380" y="11357"/>
                    </a:lnTo>
                    <a:lnTo>
                      <a:pt x="40255" y="13289"/>
                    </a:lnTo>
                    <a:lnTo>
                      <a:pt x="43130" y="15985"/>
                    </a:lnTo>
                    <a:lnTo>
                      <a:pt x="46006" y="19428"/>
                    </a:lnTo>
                    <a:lnTo>
                      <a:pt x="48881" y="23524"/>
                    </a:lnTo>
                    <a:lnTo>
                      <a:pt x="51756" y="28107"/>
                    </a:lnTo>
                    <a:lnTo>
                      <a:pt x="54632" y="32952"/>
                    </a:lnTo>
                    <a:lnTo>
                      <a:pt x="57507" y="37796"/>
                    </a:lnTo>
                    <a:lnTo>
                      <a:pt x="60383" y="42357"/>
                    </a:lnTo>
                    <a:lnTo>
                      <a:pt x="63258" y="46359"/>
                    </a:lnTo>
                    <a:lnTo>
                      <a:pt x="66133" y="49560"/>
                    </a:lnTo>
                    <a:lnTo>
                      <a:pt x="69009" y="51775"/>
                    </a:lnTo>
                    <a:lnTo>
                      <a:pt x="71884" y="52897"/>
                    </a:lnTo>
                    <a:lnTo>
                      <a:pt x="74759" y="52912"/>
                    </a:lnTo>
                    <a:lnTo>
                      <a:pt x="77635" y="51897"/>
                    </a:lnTo>
                    <a:lnTo>
                      <a:pt x="80510" y="50016"/>
                    </a:lnTo>
                    <a:lnTo>
                      <a:pt x="83385" y="47497"/>
                    </a:lnTo>
                    <a:lnTo>
                      <a:pt x="86261" y="44610"/>
                    </a:lnTo>
                    <a:lnTo>
                      <a:pt x="89136" y="41634"/>
                    </a:lnTo>
                    <a:lnTo>
                      <a:pt x="92011" y="38832"/>
                    </a:lnTo>
                    <a:lnTo>
                      <a:pt x="94887" y="36422"/>
                    </a:lnTo>
                    <a:lnTo>
                      <a:pt x="97762" y="34567"/>
                    </a:lnTo>
                    <a:lnTo>
                      <a:pt x="100638" y="33358"/>
                    </a:lnTo>
                    <a:lnTo>
                      <a:pt x="103513" y="32821"/>
                    </a:lnTo>
                    <a:lnTo>
                      <a:pt x="106388" y="32920"/>
                    </a:lnTo>
                    <a:lnTo>
                      <a:pt x="109264" y="33572"/>
                    </a:lnTo>
                    <a:lnTo>
                      <a:pt x="112139" y="34658"/>
                    </a:lnTo>
                    <a:lnTo>
                      <a:pt x="115014" y="36043"/>
                    </a:lnTo>
                    <a:lnTo>
                      <a:pt x="117890" y="37585"/>
                    </a:lnTo>
                    <a:lnTo>
                      <a:pt x="120765" y="3915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6" name="Surface grid line"/>
              <p:cNvSpPr/>
              <p:nvPr/>
            </p:nvSpPr>
            <p:spPr>
              <a:xfrm>
                <a:off x="10808073" y="1494766"/>
                <a:ext cx="1150287" cy="54645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7371">
                    <a:moveTo>
                      <a:pt x="0" y="0"/>
                    </a:moveTo>
                    <a:lnTo>
                      <a:pt x="2875" y="1881"/>
                    </a:lnTo>
                    <a:lnTo>
                      <a:pt x="5751" y="3649"/>
                    </a:lnTo>
                    <a:lnTo>
                      <a:pt x="8626" y="5275"/>
                    </a:lnTo>
                    <a:lnTo>
                      <a:pt x="11501" y="6717"/>
                    </a:lnTo>
                    <a:lnTo>
                      <a:pt x="14377" y="7919"/>
                    </a:lnTo>
                    <a:lnTo>
                      <a:pt x="17252" y="8834"/>
                    </a:lnTo>
                    <a:lnTo>
                      <a:pt x="20128" y="9445"/>
                    </a:lnTo>
                    <a:lnTo>
                      <a:pt x="23003" y="9783"/>
                    </a:lnTo>
                    <a:lnTo>
                      <a:pt x="25878" y="9946"/>
                    </a:lnTo>
                    <a:lnTo>
                      <a:pt x="28754" y="10093"/>
                    </a:lnTo>
                    <a:lnTo>
                      <a:pt x="31629" y="10429"/>
                    </a:lnTo>
                    <a:lnTo>
                      <a:pt x="34504" y="11176"/>
                    </a:lnTo>
                    <a:lnTo>
                      <a:pt x="37380" y="12533"/>
                    </a:lnTo>
                    <a:lnTo>
                      <a:pt x="40255" y="14649"/>
                    </a:lnTo>
                    <a:lnTo>
                      <a:pt x="43130" y="17596"/>
                    </a:lnTo>
                    <a:lnTo>
                      <a:pt x="46006" y="21356"/>
                    </a:lnTo>
                    <a:lnTo>
                      <a:pt x="48881" y="25827"/>
                    </a:lnTo>
                    <a:lnTo>
                      <a:pt x="51756" y="30823"/>
                    </a:lnTo>
                    <a:lnTo>
                      <a:pt x="54632" y="36096"/>
                    </a:lnTo>
                    <a:lnTo>
                      <a:pt x="57507" y="41355"/>
                    </a:lnTo>
                    <a:lnTo>
                      <a:pt x="60383" y="46286"/>
                    </a:lnTo>
                    <a:lnTo>
                      <a:pt x="63258" y="50585"/>
                    </a:lnTo>
                    <a:lnTo>
                      <a:pt x="66133" y="53986"/>
                    </a:lnTo>
                    <a:lnTo>
                      <a:pt x="69009" y="56286"/>
                    </a:lnTo>
                    <a:lnTo>
                      <a:pt x="71884" y="57371"/>
                    </a:lnTo>
                    <a:lnTo>
                      <a:pt x="74759" y="57228"/>
                    </a:lnTo>
                    <a:lnTo>
                      <a:pt x="77635" y="55948"/>
                    </a:lnTo>
                    <a:lnTo>
                      <a:pt x="80510" y="53716"/>
                    </a:lnTo>
                    <a:lnTo>
                      <a:pt x="83385" y="50789"/>
                    </a:lnTo>
                    <a:lnTo>
                      <a:pt x="86261" y="47466"/>
                    </a:lnTo>
                    <a:lnTo>
                      <a:pt x="89136" y="44055"/>
                    </a:lnTo>
                    <a:lnTo>
                      <a:pt x="92011" y="40843"/>
                    </a:lnTo>
                    <a:lnTo>
                      <a:pt x="94887" y="38068"/>
                    </a:lnTo>
                    <a:lnTo>
                      <a:pt x="97762" y="35899"/>
                    </a:lnTo>
                    <a:lnTo>
                      <a:pt x="100638" y="34433"/>
                    </a:lnTo>
                    <a:lnTo>
                      <a:pt x="103513" y="33687"/>
                    </a:lnTo>
                    <a:lnTo>
                      <a:pt x="106388" y="33617"/>
                    </a:lnTo>
                    <a:lnTo>
                      <a:pt x="109264" y="34126"/>
                    </a:lnTo>
                    <a:lnTo>
                      <a:pt x="112139" y="35081"/>
                    </a:lnTo>
                    <a:lnTo>
                      <a:pt x="115014" y="36336"/>
                    </a:lnTo>
                    <a:lnTo>
                      <a:pt x="117890" y="37740"/>
                    </a:lnTo>
                    <a:lnTo>
                      <a:pt x="120765" y="3915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7" name="Surface grid line"/>
              <p:cNvSpPr/>
              <p:nvPr/>
            </p:nvSpPr>
            <p:spPr>
              <a:xfrm>
                <a:off x="10830805" y="1487785"/>
                <a:ext cx="1150287" cy="57900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0788">
                    <a:moveTo>
                      <a:pt x="0" y="0"/>
                    </a:moveTo>
                    <a:lnTo>
                      <a:pt x="2875" y="1894"/>
                    </a:lnTo>
                    <a:lnTo>
                      <a:pt x="5751" y="3719"/>
                    </a:lnTo>
                    <a:lnTo>
                      <a:pt x="8626" y="5450"/>
                    </a:lnTo>
                    <a:lnTo>
                      <a:pt x="11501" y="7035"/>
                    </a:lnTo>
                    <a:lnTo>
                      <a:pt x="14377" y="8404"/>
                    </a:lnTo>
                    <a:lnTo>
                      <a:pt x="17252" y="9490"/>
                    </a:lnTo>
                    <a:lnTo>
                      <a:pt x="20128" y="10254"/>
                    </a:lnTo>
                    <a:lnTo>
                      <a:pt x="23003" y="10715"/>
                    </a:lnTo>
                    <a:lnTo>
                      <a:pt x="25878" y="10963"/>
                    </a:lnTo>
                    <a:lnTo>
                      <a:pt x="28754" y="11165"/>
                    </a:lnTo>
                    <a:lnTo>
                      <a:pt x="31629" y="11541"/>
                    </a:lnTo>
                    <a:lnTo>
                      <a:pt x="34504" y="12331"/>
                    </a:lnTo>
                    <a:lnTo>
                      <a:pt x="37380" y="13757"/>
                    </a:lnTo>
                    <a:lnTo>
                      <a:pt x="40255" y="15984"/>
                    </a:lnTo>
                    <a:lnTo>
                      <a:pt x="43130" y="19093"/>
                    </a:lnTo>
                    <a:lnTo>
                      <a:pt x="46006" y="23068"/>
                    </a:lnTo>
                    <a:lnTo>
                      <a:pt x="48881" y="27799"/>
                    </a:lnTo>
                    <a:lnTo>
                      <a:pt x="51756" y="33086"/>
                    </a:lnTo>
                    <a:lnTo>
                      <a:pt x="54632" y="38660"/>
                    </a:lnTo>
                    <a:lnTo>
                      <a:pt x="57507" y="44209"/>
                    </a:lnTo>
                    <a:lnTo>
                      <a:pt x="60383" y="49394"/>
                    </a:lnTo>
                    <a:lnTo>
                      <a:pt x="63258" y="53892"/>
                    </a:lnTo>
                    <a:lnTo>
                      <a:pt x="66133" y="57416"/>
                    </a:lnTo>
                    <a:lnTo>
                      <a:pt x="69009" y="59754"/>
                    </a:lnTo>
                    <a:lnTo>
                      <a:pt x="71884" y="60788"/>
                    </a:lnTo>
                    <a:lnTo>
                      <a:pt x="74759" y="60509"/>
                    </a:lnTo>
                    <a:lnTo>
                      <a:pt x="77635" y="59021"/>
                    </a:lnTo>
                    <a:lnTo>
                      <a:pt x="80510" y="56525"/>
                    </a:lnTo>
                    <a:lnTo>
                      <a:pt x="83385" y="53298"/>
                    </a:lnTo>
                    <a:lnTo>
                      <a:pt x="86261" y="49660"/>
                    </a:lnTo>
                    <a:lnTo>
                      <a:pt x="89136" y="45940"/>
                    </a:lnTo>
                    <a:lnTo>
                      <a:pt x="92011" y="42439"/>
                    </a:lnTo>
                    <a:lnTo>
                      <a:pt x="94887" y="39407"/>
                    </a:lnTo>
                    <a:lnTo>
                      <a:pt x="97762" y="37019"/>
                    </a:lnTo>
                    <a:lnTo>
                      <a:pt x="100638" y="35369"/>
                    </a:lnTo>
                    <a:lnTo>
                      <a:pt x="103513" y="34471"/>
                    </a:lnTo>
                    <a:lnTo>
                      <a:pt x="106388" y="34270"/>
                    </a:lnTo>
                    <a:lnTo>
                      <a:pt x="109264" y="34658"/>
                    </a:lnTo>
                    <a:lnTo>
                      <a:pt x="112139" y="35492"/>
                    </a:lnTo>
                    <a:lnTo>
                      <a:pt x="115014" y="36618"/>
                    </a:lnTo>
                    <a:lnTo>
                      <a:pt x="117890" y="37881"/>
                    </a:lnTo>
                    <a:lnTo>
                      <a:pt x="120765" y="3914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8" name="Surface grid line"/>
              <p:cNvSpPr/>
              <p:nvPr/>
            </p:nvSpPr>
            <p:spPr>
              <a:xfrm>
                <a:off x="10853537" y="1480101"/>
                <a:ext cx="1150287" cy="59634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2609">
                    <a:moveTo>
                      <a:pt x="0" y="0"/>
                    </a:moveTo>
                    <a:lnTo>
                      <a:pt x="2875" y="1911"/>
                    </a:lnTo>
                    <a:lnTo>
                      <a:pt x="5751" y="3806"/>
                    </a:lnTo>
                    <a:lnTo>
                      <a:pt x="8626" y="5657"/>
                    </a:lnTo>
                    <a:lnTo>
                      <a:pt x="11501" y="7405"/>
                    </a:lnTo>
                    <a:lnTo>
                      <a:pt x="14377" y="8962"/>
                    </a:lnTo>
                    <a:lnTo>
                      <a:pt x="17252" y="10238"/>
                    </a:lnTo>
                    <a:lnTo>
                      <a:pt x="20128" y="11171"/>
                    </a:lnTo>
                    <a:lnTo>
                      <a:pt x="23003" y="11763"/>
                    </a:lnTo>
                    <a:lnTo>
                      <a:pt x="25878" y="12096"/>
                    </a:lnTo>
                    <a:lnTo>
                      <a:pt x="28754" y="12339"/>
                    </a:lnTo>
                    <a:lnTo>
                      <a:pt x="31629" y="12724"/>
                    </a:lnTo>
                    <a:lnTo>
                      <a:pt x="34504" y="13510"/>
                    </a:lnTo>
                    <a:lnTo>
                      <a:pt x="37380" y="14936"/>
                    </a:lnTo>
                    <a:lnTo>
                      <a:pt x="40255" y="17182"/>
                    </a:lnTo>
                    <a:lnTo>
                      <a:pt x="43130" y="20339"/>
                    </a:lnTo>
                    <a:lnTo>
                      <a:pt x="46006" y="24393"/>
                    </a:lnTo>
                    <a:lnTo>
                      <a:pt x="48881" y="29227"/>
                    </a:lnTo>
                    <a:lnTo>
                      <a:pt x="51756" y="34633"/>
                    </a:lnTo>
                    <a:lnTo>
                      <a:pt x="54632" y="40331"/>
                    </a:lnTo>
                    <a:lnTo>
                      <a:pt x="57507" y="45990"/>
                    </a:lnTo>
                    <a:lnTo>
                      <a:pt x="60383" y="51263"/>
                    </a:lnTo>
                    <a:lnTo>
                      <a:pt x="63258" y="55813"/>
                    </a:lnTo>
                    <a:lnTo>
                      <a:pt x="66133" y="59347"/>
                    </a:lnTo>
                    <a:lnTo>
                      <a:pt x="69009" y="61650"/>
                    </a:lnTo>
                    <a:lnTo>
                      <a:pt x="71884" y="62609"/>
                    </a:lnTo>
                    <a:lnTo>
                      <a:pt x="74759" y="62222"/>
                    </a:lnTo>
                    <a:lnTo>
                      <a:pt x="77635" y="60602"/>
                    </a:lnTo>
                    <a:lnTo>
                      <a:pt x="80510" y="57962"/>
                    </a:lnTo>
                    <a:lnTo>
                      <a:pt x="83385" y="54589"/>
                    </a:lnTo>
                    <a:lnTo>
                      <a:pt x="86261" y="50811"/>
                    </a:lnTo>
                    <a:lnTo>
                      <a:pt x="89136" y="46963"/>
                    </a:lnTo>
                    <a:lnTo>
                      <a:pt x="92011" y="43350"/>
                    </a:lnTo>
                    <a:lnTo>
                      <a:pt x="94887" y="40223"/>
                    </a:lnTo>
                    <a:lnTo>
                      <a:pt x="97762" y="37756"/>
                    </a:lnTo>
                    <a:lnTo>
                      <a:pt x="100638" y="36038"/>
                    </a:lnTo>
                    <a:lnTo>
                      <a:pt x="103513" y="35077"/>
                    </a:lnTo>
                    <a:lnTo>
                      <a:pt x="106388" y="34809"/>
                    </a:lnTo>
                    <a:lnTo>
                      <a:pt x="109264" y="35119"/>
                    </a:lnTo>
                    <a:lnTo>
                      <a:pt x="112139" y="35860"/>
                    </a:lnTo>
                    <a:lnTo>
                      <a:pt x="115014" y="36871"/>
                    </a:lnTo>
                    <a:lnTo>
                      <a:pt x="117890" y="37998"/>
                    </a:lnTo>
                    <a:lnTo>
                      <a:pt x="120765" y="3910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69" name="Surface grid line"/>
              <p:cNvSpPr/>
              <p:nvPr/>
            </p:nvSpPr>
            <p:spPr>
              <a:xfrm>
                <a:off x="10876269" y="1471542"/>
                <a:ext cx="1150287" cy="59497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2465">
                    <a:moveTo>
                      <a:pt x="0" y="0"/>
                    </a:moveTo>
                    <a:lnTo>
                      <a:pt x="2875" y="1928"/>
                    </a:lnTo>
                    <a:lnTo>
                      <a:pt x="5751" y="3894"/>
                    </a:lnTo>
                    <a:lnTo>
                      <a:pt x="8626" y="5872"/>
                    </a:lnTo>
                    <a:lnTo>
                      <a:pt x="11501" y="7792"/>
                    </a:lnTo>
                    <a:lnTo>
                      <a:pt x="14377" y="9547"/>
                    </a:lnTo>
                    <a:lnTo>
                      <a:pt x="17252" y="11024"/>
                    </a:lnTo>
                    <a:lnTo>
                      <a:pt x="20128" y="12135"/>
                    </a:lnTo>
                    <a:lnTo>
                      <a:pt x="23003" y="12862"/>
                    </a:lnTo>
                    <a:lnTo>
                      <a:pt x="25878" y="13277"/>
                    </a:lnTo>
                    <a:lnTo>
                      <a:pt x="28754" y="13546"/>
                    </a:lnTo>
                    <a:lnTo>
                      <a:pt x="31629" y="13910"/>
                    </a:lnTo>
                    <a:lnTo>
                      <a:pt x="34504" y="14641"/>
                    </a:lnTo>
                    <a:lnTo>
                      <a:pt x="37380" y="15993"/>
                    </a:lnTo>
                    <a:lnTo>
                      <a:pt x="40255" y="18158"/>
                    </a:lnTo>
                    <a:lnTo>
                      <a:pt x="43130" y="21234"/>
                    </a:lnTo>
                    <a:lnTo>
                      <a:pt x="46006" y="25210"/>
                    </a:lnTo>
                    <a:lnTo>
                      <a:pt x="48881" y="29967"/>
                    </a:lnTo>
                    <a:lnTo>
                      <a:pt x="51756" y="35291"/>
                    </a:lnTo>
                    <a:lnTo>
                      <a:pt x="54632" y="40899"/>
                    </a:lnTo>
                    <a:lnTo>
                      <a:pt x="57507" y="46456"/>
                    </a:lnTo>
                    <a:lnTo>
                      <a:pt x="60383" y="51613"/>
                    </a:lnTo>
                    <a:lnTo>
                      <a:pt x="63258" y="56036"/>
                    </a:lnTo>
                    <a:lnTo>
                      <a:pt x="66133" y="59439"/>
                    </a:lnTo>
                    <a:lnTo>
                      <a:pt x="69009" y="61616"/>
                    </a:lnTo>
                    <a:lnTo>
                      <a:pt x="71884" y="62465"/>
                    </a:lnTo>
                    <a:lnTo>
                      <a:pt x="74759" y="61997"/>
                    </a:lnTo>
                    <a:lnTo>
                      <a:pt x="77635" y="60336"/>
                    </a:lnTo>
                    <a:lnTo>
                      <a:pt x="80510" y="57697"/>
                    </a:lnTo>
                    <a:lnTo>
                      <a:pt x="83385" y="54365"/>
                    </a:lnTo>
                    <a:lnTo>
                      <a:pt x="86261" y="50660"/>
                    </a:lnTo>
                    <a:lnTo>
                      <a:pt x="89136" y="46905"/>
                    </a:lnTo>
                    <a:lnTo>
                      <a:pt x="92011" y="43397"/>
                    </a:lnTo>
                    <a:lnTo>
                      <a:pt x="94887" y="40373"/>
                    </a:lnTo>
                    <a:lnTo>
                      <a:pt x="97762" y="37999"/>
                    </a:lnTo>
                    <a:lnTo>
                      <a:pt x="100638" y="36355"/>
                    </a:lnTo>
                    <a:lnTo>
                      <a:pt x="103513" y="35442"/>
                    </a:lnTo>
                    <a:lnTo>
                      <a:pt x="106388" y="35191"/>
                    </a:lnTo>
                    <a:lnTo>
                      <a:pt x="109264" y="35482"/>
                    </a:lnTo>
                    <a:lnTo>
                      <a:pt x="112139" y="36167"/>
                    </a:lnTo>
                    <a:lnTo>
                      <a:pt x="115014" y="37087"/>
                    </a:lnTo>
                    <a:lnTo>
                      <a:pt x="117890" y="38093"/>
                    </a:lnTo>
                    <a:lnTo>
                      <a:pt x="120765" y="3905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70" name="Surface grid line"/>
              <p:cNvSpPr/>
              <p:nvPr/>
            </p:nvSpPr>
            <p:spPr>
              <a:xfrm>
                <a:off x="10899000" y="1461937"/>
                <a:ext cx="1150287" cy="57372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0234">
                    <a:moveTo>
                      <a:pt x="0" y="0"/>
                    </a:moveTo>
                    <a:lnTo>
                      <a:pt x="2875" y="1938"/>
                    </a:lnTo>
                    <a:lnTo>
                      <a:pt x="5751" y="3971"/>
                    </a:lnTo>
                    <a:lnTo>
                      <a:pt x="8626" y="6072"/>
                    </a:lnTo>
                    <a:lnTo>
                      <a:pt x="11501" y="8160"/>
                    </a:lnTo>
                    <a:lnTo>
                      <a:pt x="14377" y="10113"/>
                    </a:lnTo>
                    <a:lnTo>
                      <a:pt x="17252" y="11789"/>
                    </a:lnTo>
                    <a:lnTo>
                      <a:pt x="20128" y="13079"/>
                    </a:lnTo>
                    <a:lnTo>
                      <a:pt x="23003" y="13940"/>
                    </a:lnTo>
                    <a:lnTo>
                      <a:pt x="25878" y="14432"/>
                    </a:lnTo>
                    <a:lnTo>
                      <a:pt x="28754" y="14716"/>
                    </a:lnTo>
                    <a:lnTo>
                      <a:pt x="31629" y="15034"/>
                    </a:lnTo>
                    <a:lnTo>
                      <a:pt x="34504" y="15666"/>
                    </a:lnTo>
                    <a:lnTo>
                      <a:pt x="37380" y="16877"/>
                    </a:lnTo>
                    <a:lnTo>
                      <a:pt x="40255" y="18866"/>
                    </a:lnTo>
                    <a:lnTo>
                      <a:pt x="43130" y="21735"/>
                    </a:lnTo>
                    <a:lnTo>
                      <a:pt x="46006" y="25476"/>
                    </a:lnTo>
                    <a:lnTo>
                      <a:pt x="48881" y="29971"/>
                    </a:lnTo>
                    <a:lnTo>
                      <a:pt x="51756" y="35008"/>
                    </a:lnTo>
                    <a:lnTo>
                      <a:pt x="54632" y="40306"/>
                    </a:lnTo>
                    <a:lnTo>
                      <a:pt x="57507" y="45538"/>
                    </a:lnTo>
                    <a:lnTo>
                      <a:pt x="60383" y="50366"/>
                    </a:lnTo>
                    <a:lnTo>
                      <a:pt x="63258" y="54472"/>
                    </a:lnTo>
                    <a:lnTo>
                      <a:pt x="66133" y="57589"/>
                    </a:lnTo>
                    <a:lnTo>
                      <a:pt x="69009" y="59536"/>
                    </a:lnTo>
                    <a:lnTo>
                      <a:pt x="71884" y="60234"/>
                    </a:lnTo>
                    <a:lnTo>
                      <a:pt x="74759" y="59712"/>
                    </a:lnTo>
                    <a:lnTo>
                      <a:pt x="77635" y="58103"/>
                    </a:lnTo>
                    <a:lnTo>
                      <a:pt x="80510" y="55619"/>
                    </a:lnTo>
                    <a:lnTo>
                      <a:pt x="83385" y="52527"/>
                    </a:lnTo>
                    <a:lnTo>
                      <a:pt x="86261" y="49124"/>
                    </a:lnTo>
                    <a:lnTo>
                      <a:pt x="89136" y="45702"/>
                    </a:lnTo>
                    <a:lnTo>
                      <a:pt x="92011" y="42529"/>
                    </a:lnTo>
                    <a:lnTo>
                      <a:pt x="94887" y="39820"/>
                    </a:lnTo>
                    <a:lnTo>
                      <a:pt x="97762" y="37721"/>
                    </a:lnTo>
                    <a:lnTo>
                      <a:pt x="100638" y="36301"/>
                    </a:lnTo>
                    <a:lnTo>
                      <a:pt x="103513" y="35554"/>
                    </a:lnTo>
                    <a:lnTo>
                      <a:pt x="106388" y="35408"/>
                    </a:lnTo>
                    <a:lnTo>
                      <a:pt x="109264" y="35742"/>
                    </a:lnTo>
                    <a:lnTo>
                      <a:pt x="112139" y="36413"/>
                    </a:lnTo>
                    <a:lnTo>
                      <a:pt x="115014" y="37270"/>
                    </a:lnTo>
                    <a:lnTo>
                      <a:pt x="117890" y="38173"/>
                    </a:lnTo>
                    <a:lnTo>
                      <a:pt x="120765" y="3900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71" name="Surface grid line"/>
              <p:cNvSpPr/>
              <p:nvPr/>
            </p:nvSpPr>
            <p:spPr>
              <a:xfrm>
                <a:off x="10921732" y="1451127"/>
                <a:ext cx="1150287" cy="53396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6060">
                    <a:moveTo>
                      <a:pt x="0" y="0"/>
                    </a:moveTo>
                    <a:lnTo>
                      <a:pt x="2875" y="1935"/>
                    </a:lnTo>
                    <a:lnTo>
                      <a:pt x="5751" y="4020"/>
                    </a:lnTo>
                    <a:lnTo>
                      <a:pt x="8626" y="6229"/>
                    </a:lnTo>
                    <a:lnTo>
                      <a:pt x="11501" y="8473"/>
                    </a:lnTo>
                    <a:lnTo>
                      <a:pt x="14377" y="10608"/>
                    </a:lnTo>
                    <a:lnTo>
                      <a:pt x="17252" y="12474"/>
                    </a:lnTo>
                    <a:lnTo>
                      <a:pt x="20128" y="13935"/>
                    </a:lnTo>
                    <a:lnTo>
                      <a:pt x="23003" y="14927"/>
                    </a:lnTo>
                    <a:lnTo>
                      <a:pt x="25878" y="15493"/>
                    </a:lnTo>
                    <a:lnTo>
                      <a:pt x="28754" y="15785"/>
                    </a:lnTo>
                    <a:lnTo>
                      <a:pt x="31629" y="16043"/>
                    </a:lnTo>
                    <a:lnTo>
                      <a:pt x="34504" y="16548"/>
                    </a:lnTo>
                    <a:lnTo>
                      <a:pt x="37380" y="17567"/>
                    </a:lnTo>
                    <a:lnTo>
                      <a:pt x="40255" y="19303"/>
                    </a:lnTo>
                    <a:lnTo>
                      <a:pt x="43130" y="21860"/>
                    </a:lnTo>
                    <a:lnTo>
                      <a:pt x="46006" y="25231"/>
                    </a:lnTo>
                    <a:lnTo>
                      <a:pt x="48881" y="29302"/>
                    </a:lnTo>
                    <a:lnTo>
                      <a:pt x="51756" y="33868"/>
                    </a:lnTo>
                    <a:lnTo>
                      <a:pt x="54632" y="38656"/>
                    </a:lnTo>
                    <a:lnTo>
                      <a:pt x="57507" y="43359"/>
                    </a:lnTo>
                    <a:lnTo>
                      <a:pt x="60383" y="47660"/>
                    </a:lnTo>
                    <a:lnTo>
                      <a:pt x="63258" y="51267"/>
                    </a:lnTo>
                    <a:lnTo>
                      <a:pt x="66133" y="53949"/>
                    </a:lnTo>
                    <a:lnTo>
                      <a:pt x="69009" y="55561"/>
                    </a:lnTo>
                    <a:lnTo>
                      <a:pt x="71884" y="56060"/>
                    </a:lnTo>
                    <a:lnTo>
                      <a:pt x="74759" y="55502"/>
                    </a:lnTo>
                    <a:lnTo>
                      <a:pt x="77635" y="54031"/>
                    </a:lnTo>
                    <a:lnTo>
                      <a:pt x="80510" y="51849"/>
                    </a:lnTo>
                    <a:lnTo>
                      <a:pt x="83385" y="49192"/>
                    </a:lnTo>
                    <a:lnTo>
                      <a:pt x="86261" y="46312"/>
                    </a:lnTo>
                    <a:lnTo>
                      <a:pt x="89136" y="43452"/>
                    </a:lnTo>
                    <a:lnTo>
                      <a:pt x="92011" y="40835"/>
                    </a:lnTo>
                    <a:lnTo>
                      <a:pt x="94887" y="38638"/>
                    </a:lnTo>
                    <a:lnTo>
                      <a:pt x="97762" y="36984"/>
                    </a:lnTo>
                    <a:lnTo>
                      <a:pt x="100638" y="35927"/>
                    </a:lnTo>
                    <a:lnTo>
                      <a:pt x="103513" y="35452"/>
                    </a:lnTo>
                    <a:lnTo>
                      <a:pt x="106388" y="35489"/>
                    </a:lnTo>
                    <a:lnTo>
                      <a:pt x="109264" y="35923"/>
                    </a:lnTo>
                    <a:lnTo>
                      <a:pt x="112139" y="36618"/>
                    </a:lnTo>
                    <a:lnTo>
                      <a:pt x="115014" y="37437"/>
                    </a:lnTo>
                    <a:lnTo>
                      <a:pt x="117890" y="38254"/>
                    </a:lnTo>
                    <a:lnTo>
                      <a:pt x="120765" y="389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72" name="Surface grid line"/>
              <p:cNvSpPr/>
              <p:nvPr/>
            </p:nvSpPr>
            <p:spPr>
              <a:xfrm>
                <a:off x="10944464" y="1438993"/>
                <a:ext cx="1150287" cy="479170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0307">
                    <a:moveTo>
                      <a:pt x="0" y="0"/>
                    </a:moveTo>
                    <a:lnTo>
                      <a:pt x="2875" y="1913"/>
                    </a:lnTo>
                    <a:lnTo>
                      <a:pt x="5751" y="4029"/>
                    </a:lnTo>
                    <a:lnTo>
                      <a:pt x="8626" y="6322"/>
                    </a:lnTo>
                    <a:lnTo>
                      <a:pt x="11501" y="8694"/>
                    </a:lnTo>
                    <a:lnTo>
                      <a:pt x="14377" y="10989"/>
                    </a:lnTo>
                    <a:lnTo>
                      <a:pt x="17252" y="13024"/>
                    </a:lnTo>
                    <a:lnTo>
                      <a:pt x="20128" y="14642"/>
                    </a:lnTo>
                    <a:lnTo>
                      <a:pt x="23003" y="15760"/>
                    </a:lnTo>
                    <a:lnTo>
                      <a:pt x="25878" y="16400"/>
                    </a:lnTo>
                    <a:lnTo>
                      <a:pt x="28754" y="16704"/>
                    </a:lnTo>
                    <a:lnTo>
                      <a:pt x="31629" y="16901"/>
                    </a:lnTo>
                    <a:lnTo>
                      <a:pt x="34504" y="17269"/>
                    </a:lnTo>
                    <a:lnTo>
                      <a:pt x="37380" y="18071"/>
                    </a:lnTo>
                    <a:lnTo>
                      <a:pt x="40255" y="19506"/>
                    </a:lnTo>
                    <a:lnTo>
                      <a:pt x="43130" y="21680"/>
                    </a:lnTo>
                    <a:lnTo>
                      <a:pt x="46006" y="24586"/>
                    </a:lnTo>
                    <a:lnTo>
                      <a:pt x="48881" y="28113"/>
                    </a:lnTo>
                    <a:lnTo>
                      <a:pt x="51756" y="32068"/>
                    </a:lnTo>
                    <a:lnTo>
                      <a:pt x="54632" y="36194"/>
                    </a:lnTo>
                    <a:lnTo>
                      <a:pt x="57507" y="40205"/>
                    </a:lnTo>
                    <a:lnTo>
                      <a:pt x="60383" y="43813"/>
                    </a:lnTo>
                    <a:lnTo>
                      <a:pt x="63258" y="46768"/>
                    </a:lnTo>
                    <a:lnTo>
                      <a:pt x="66133" y="48881"/>
                    </a:lnTo>
                    <a:lnTo>
                      <a:pt x="69009" y="50058"/>
                    </a:lnTo>
                    <a:lnTo>
                      <a:pt x="71884" y="50307"/>
                    </a:lnTo>
                    <a:lnTo>
                      <a:pt x="74759" y="49720"/>
                    </a:lnTo>
                    <a:lnTo>
                      <a:pt x="77635" y="48455"/>
                    </a:lnTo>
                    <a:lnTo>
                      <a:pt x="80510" y="46700"/>
                    </a:lnTo>
                    <a:lnTo>
                      <a:pt x="83385" y="44649"/>
                    </a:lnTo>
                    <a:lnTo>
                      <a:pt x="86261" y="42487"/>
                    </a:lnTo>
                    <a:lnTo>
                      <a:pt x="89136" y="40391"/>
                    </a:lnTo>
                    <a:lnTo>
                      <a:pt x="92011" y="38518"/>
                    </a:lnTo>
                    <a:lnTo>
                      <a:pt x="94887" y="36999"/>
                    </a:lnTo>
                    <a:lnTo>
                      <a:pt x="97762" y="35927"/>
                    </a:lnTo>
                    <a:lnTo>
                      <a:pt x="100638" y="35338"/>
                    </a:lnTo>
                    <a:lnTo>
                      <a:pt x="103513" y="35217"/>
                    </a:lnTo>
                    <a:lnTo>
                      <a:pt x="106388" y="35494"/>
                    </a:lnTo>
                    <a:lnTo>
                      <a:pt x="109264" y="36067"/>
                    </a:lnTo>
                    <a:lnTo>
                      <a:pt x="112139" y="36814"/>
                    </a:lnTo>
                    <a:lnTo>
                      <a:pt x="115014" y="37613"/>
                    </a:lnTo>
                    <a:lnTo>
                      <a:pt x="117890" y="38359"/>
                    </a:lnTo>
                    <a:lnTo>
                      <a:pt x="120765" y="389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73" name="Surface grid line"/>
              <p:cNvSpPr/>
              <p:nvPr/>
            </p:nvSpPr>
            <p:spPr>
              <a:xfrm>
                <a:off x="10967196" y="1425463"/>
                <a:ext cx="1150287" cy="414540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3521">
                    <a:moveTo>
                      <a:pt x="0" y="0"/>
                    </a:moveTo>
                    <a:lnTo>
                      <a:pt x="2875" y="1868"/>
                    </a:lnTo>
                    <a:lnTo>
                      <a:pt x="5751" y="3988"/>
                    </a:lnTo>
                    <a:lnTo>
                      <a:pt x="8626" y="6332"/>
                    </a:lnTo>
                    <a:lnTo>
                      <a:pt x="11501" y="8798"/>
                    </a:lnTo>
                    <a:lnTo>
                      <a:pt x="14377" y="11218"/>
                    </a:lnTo>
                    <a:lnTo>
                      <a:pt x="17252" y="13394"/>
                    </a:lnTo>
                    <a:lnTo>
                      <a:pt x="20128" y="15151"/>
                    </a:lnTo>
                    <a:lnTo>
                      <a:pt x="23003" y="16386"/>
                    </a:lnTo>
                    <a:lnTo>
                      <a:pt x="25878" y="17104"/>
                    </a:lnTo>
                    <a:lnTo>
                      <a:pt x="28754" y="17431"/>
                    </a:lnTo>
                    <a:lnTo>
                      <a:pt x="31629" y="17583"/>
                    </a:lnTo>
                    <a:lnTo>
                      <a:pt x="34504" y="17826"/>
                    </a:lnTo>
                    <a:lnTo>
                      <a:pt x="37380" y="18413"/>
                    </a:lnTo>
                    <a:lnTo>
                      <a:pt x="40255" y="19538"/>
                    </a:lnTo>
                    <a:lnTo>
                      <a:pt x="43130" y="21300"/>
                    </a:lnTo>
                    <a:lnTo>
                      <a:pt x="46006" y="23693"/>
                    </a:lnTo>
                    <a:lnTo>
                      <a:pt x="48881" y="26612"/>
                    </a:lnTo>
                    <a:lnTo>
                      <a:pt x="51756" y="29874"/>
                    </a:lnTo>
                    <a:lnTo>
                      <a:pt x="54632" y="33241"/>
                    </a:lnTo>
                    <a:lnTo>
                      <a:pt x="57507" y="36453"/>
                    </a:lnTo>
                    <a:lnTo>
                      <a:pt x="60383" y="39255"/>
                    </a:lnTo>
                    <a:lnTo>
                      <a:pt x="63258" y="41438"/>
                    </a:lnTo>
                    <a:lnTo>
                      <a:pt x="66133" y="42871"/>
                    </a:lnTo>
                    <a:lnTo>
                      <a:pt x="69009" y="43521"/>
                    </a:lnTo>
                    <a:lnTo>
                      <a:pt x="71884" y="43460"/>
                    </a:lnTo>
                    <a:lnTo>
                      <a:pt x="74759" y="42834"/>
                    </a:lnTo>
                    <a:lnTo>
                      <a:pt x="77635" y="41821"/>
                    </a:lnTo>
                    <a:lnTo>
                      <a:pt x="80510" y="40592"/>
                    </a:lnTo>
                    <a:lnTo>
                      <a:pt x="83385" y="39284"/>
                    </a:lnTo>
                    <a:lnTo>
                      <a:pt x="86261" y="38001"/>
                    </a:lnTo>
                    <a:lnTo>
                      <a:pt x="89136" y="36827"/>
                    </a:lnTo>
                    <a:lnTo>
                      <a:pt x="92011" y="35844"/>
                    </a:lnTo>
                    <a:lnTo>
                      <a:pt x="94887" y="35125"/>
                    </a:lnTo>
                    <a:lnTo>
                      <a:pt x="97762" y="34726"/>
                    </a:lnTo>
                    <a:lnTo>
                      <a:pt x="100638" y="34674"/>
                    </a:lnTo>
                    <a:lnTo>
                      <a:pt x="103513" y="34952"/>
                    </a:lnTo>
                    <a:lnTo>
                      <a:pt x="106388" y="35500"/>
                    </a:lnTo>
                    <a:lnTo>
                      <a:pt x="109264" y="36230"/>
                    </a:lnTo>
                    <a:lnTo>
                      <a:pt x="112139" y="37039"/>
                    </a:lnTo>
                    <a:lnTo>
                      <a:pt x="115014" y="37826"/>
                    </a:lnTo>
                    <a:lnTo>
                      <a:pt x="117890" y="38508"/>
                    </a:lnTo>
                    <a:lnTo>
                      <a:pt x="120765" y="3902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74" name="Surface grid line"/>
              <p:cNvSpPr/>
              <p:nvPr/>
            </p:nvSpPr>
            <p:spPr>
              <a:xfrm>
                <a:off x="10989928" y="1410529"/>
                <a:ext cx="1150287" cy="37289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149">
                    <a:moveTo>
                      <a:pt x="0" y="0"/>
                    </a:moveTo>
                    <a:lnTo>
                      <a:pt x="2875" y="1799"/>
                    </a:lnTo>
                    <a:lnTo>
                      <a:pt x="5751" y="3890"/>
                    </a:lnTo>
                    <a:lnTo>
                      <a:pt x="8626" y="6247"/>
                    </a:lnTo>
                    <a:lnTo>
                      <a:pt x="11501" y="8766"/>
                    </a:lnTo>
                    <a:lnTo>
                      <a:pt x="14377" y="11271"/>
                    </a:lnTo>
                    <a:lnTo>
                      <a:pt x="17252" y="13553"/>
                    </a:lnTo>
                    <a:lnTo>
                      <a:pt x="20128" y="15425"/>
                    </a:lnTo>
                    <a:lnTo>
                      <a:pt x="23003" y="16767"/>
                    </a:lnTo>
                    <a:lnTo>
                      <a:pt x="25878" y="17569"/>
                    </a:lnTo>
                    <a:lnTo>
                      <a:pt x="28754" y="17938"/>
                    </a:lnTo>
                    <a:lnTo>
                      <a:pt x="31629" y="18073"/>
                    </a:lnTo>
                    <a:lnTo>
                      <a:pt x="34504" y="18222"/>
                    </a:lnTo>
                    <a:lnTo>
                      <a:pt x="37380" y="18625"/>
                    </a:lnTo>
                    <a:lnTo>
                      <a:pt x="40255" y="19463"/>
                    </a:lnTo>
                    <a:lnTo>
                      <a:pt x="43130" y="20828"/>
                    </a:lnTo>
                    <a:lnTo>
                      <a:pt x="46006" y="22711"/>
                    </a:lnTo>
                    <a:lnTo>
                      <a:pt x="48881" y="25012"/>
                    </a:lnTo>
                    <a:lnTo>
                      <a:pt x="51756" y="27561"/>
                    </a:lnTo>
                    <a:lnTo>
                      <a:pt x="54632" y="30135"/>
                    </a:lnTo>
                    <a:lnTo>
                      <a:pt x="57507" y="32498"/>
                    </a:lnTo>
                    <a:lnTo>
                      <a:pt x="60383" y="34427"/>
                    </a:lnTo>
                    <a:lnTo>
                      <a:pt x="63258" y="35757"/>
                    </a:lnTo>
                    <a:lnTo>
                      <a:pt x="66133" y="36416"/>
                    </a:lnTo>
                    <a:lnTo>
                      <a:pt x="69009" y="36451"/>
                    </a:lnTo>
                    <a:lnTo>
                      <a:pt x="71884" y="36013"/>
                    </a:lnTo>
                    <a:lnTo>
                      <a:pt x="74759" y="35317"/>
                    </a:lnTo>
                    <a:lnTo>
                      <a:pt x="77635" y="34577"/>
                    </a:lnTo>
                    <a:lnTo>
                      <a:pt x="80510" y="33943"/>
                    </a:lnTo>
                    <a:lnTo>
                      <a:pt x="83385" y="33484"/>
                    </a:lnTo>
                    <a:lnTo>
                      <a:pt x="86261" y="33204"/>
                    </a:lnTo>
                    <a:lnTo>
                      <a:pt x="89136" y="33075"/>
                    </a:lnTo>
                    <a:lnTo>
                      <a:pt x="92011" y="33084"/>
                    </a:lnTo>
                    <a:lnTo>
                      <a:pt x="94887" y="33239"/>
                    </a:lnTo>
                    <a:lnTo>
                      <a:pt x="97762" y="33564"/>
                    </a:lnTo>
                    <a:lnTo>
                      <a:pt x="100638" y="34074"/>
                    </a:lnTo>
                    <a:lnTo>
                      <a:pt x="103513" y="34760"/>
                    </a:lnTo>
                    <a:lnTo>
                      <a:pt x="106388" y="35578"/>
                    </a:lnTo>
                    <a:lnTo>
                      <a:pt x="109264" y="36461"/>
                    </a:lnTo>
                    <a:lnTo>
                      <a:pt x="112139" y="37327"/>
                    </a:lnTo>
                    <a:lnTo>
                      <a:pt x="115014" y="38100"/>
                    </a:lnTo>
                    <a:lnTo>
                      <a:pt x="117890" y="38719"/>
                    </a:lnTo>
                    <a:lnTo>
                      <a:pt x="120765" y="3914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75" name="Surface grid line"/>
              <p:cNvSpPr/>
              <p:nvPr/>
            </p:nvSpPr>
            <p:spPr>
              <a:xfrm>
                <a:off x="11012660" y="1394254"/>
                <a:ext cx="1150287" cy="374782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347">
                    <a:moveTo>
                      <a:pt x="0" y="0"/>
                    </a:moveTo>
                    <a:lnTo>
                      <a:pt x="2875" y="1705"/>
                    </a:lnTo>
                    <a:lnTo>
                      <a:pt x="5751" y="3735"/>
                    </a:lnTo>
                    <a:lnTo>
                      <a:pt x="8626" y="6066"/>
                    </a:lnTo>
                    <a:lnTo>
                      <a:pt x="11501" y="8592"/>
                    </a:lnTo>
                    <a:lnTo>
                      <a:pt x="14377" y="11136"/>
                    </a:lnTo>
                    <a:lnTo>
                      <a:pt x="17252" y="13486"/>
                    </a:lnTo>
                    <a:lnTo>
                      <a:pt x="20128" y="15443"/>
                    </a:lnTo>
                    <a:lnTo>
                      <a:pt x="23003" y="16880"/>
                    </a:lnTo>
                    <a:lnTo>
                      <a:pt x="25878" y="17770"/>
                    </a:lnTo>
                    <a:lnTo>
                      <a:pt x="28754" y="18202"/>
                    </a:lnTo>
                    <a:lnTo>
                      <a:pt x="31629" y="18355"/>
                    </a:lnTo>
                    <a:lnTo>
                      <a:pt x="34504" y="18458"/>
                    </a:lnTo>
                    <a:lnTo>
                      <a:pt x="37380" y="18728"/>
                    </a:lnTo>
                    <a:lnTo>
                      <a:pt x="40255" y="19332"/>
                    </a:lnTo>
                    <a:lnTo>
                      <a:pt x="43130" y="20349"/>
                    </a:lnTo>
                    <a:lnTo>
                      <a:pt x="46006" y="21769"/>
                    </a:lnTo>
                    <a:lnTo>
                      <a:pt x="48881" y="23495"/>
                    </a:lnTo>
                    <a:lnTo>
                      <a:pt x="51756" y="25361"/>
                    </a:lnTo>
                    <a:lnTo>
                      <a:pt x="54632" y="27162"/>
                    </a:lnTo>
                    <a:lnTo>
                      <a:pt x="57507" y="28675"/>
                    </a:lnTo>
                    <a:lnTo>
                      <a:pt x="60383" y="29704"/>
                    </a:lnTo>
                    <a:lnTo>
                      <a:pt x="63258" y="30124"/>
                    </a:lnTo>
                    <a:lnTo>
                      <a:pt x="66133" y="29930"/>
                    </a:lnTo>
                    <a:lnTo>
                      <a:pt x="69009" y="29257"/>
                    </a:lnTo>
                    <a:lnTo>
                      <a:pt x="71884" y="28360"/>
                    </a:lnTo>
                    <a:lnTo>
                      <a:pt x="74759" y="27545"/>
                    </a:lnTo>
                    <a:lnTo>
                      <a:pt x="77635" y="27073"/>
                    </a:lnTo>
                    <a:lnTo>
                      <a:pt x="80510" y="27080"/>
                    </a:lnTo>
                    <a:lnTo>
                      <a:pt x="83385" y="27554"/>
                    </a:lnTo>
                    <a:lnTo>
                      <a:pt x="86261" y="28375"/>
                    </a:lnTo>
                    <a:lnTo>
                      <a:pt x="89136" y="29384"/>
                    </a:lnTo>
                    <a:lnTo>
                      <a:pt x="92011" y="30455"/>
                    </a:lnTo>
                    <a:lnTo>
                      <a:pt x="94887" y="31525"/>
                    </a:lnTo>
                    <a:lnTo>
                      <a:pt x="97762" y="32585"/>
                    </a:lnTo>
                    <a:lnTo>
                      <a:pt x="100638" y="33649"/>
                    </a:lnTo>
                    <a:lnTo>
                      <a:pt x="103513" y="34722"/>
                    </a:lnTo>
                    <a:lnTo>
                      <a:pt x="106388" y="35786"/>
                    </a:lnTo>
                    <a:lnTo>
                      <a:pt x="109264" y="36798"/>
                    </a:lnTo>
                    <a:lnTo>
                      <a:pt x="112139" y="37703"/>
                    </a:lnTo>
                    <a:lnTo>
                      <a:pt x="115014" y="38450"/>
                    </a:lnTo>
                    <a:lnTo>
                      <a:pt x="117890" y="39002"/>
                    </a:lnTo>
                    <a:lnTo>
                      <a:pt x="120765" y="3934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76" name="Surface grid line"/>
              <p:cNvSpPr/>
              <p:nvPr/>
            </p:nvSpPr>
            <p:spPr>
              <a:xfrm>
                <a:off x="11035392" y="1376769"/>
                <a:ext cx="1150287" cy="37737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619">
                    <a:moveTo>
                      <a:pt x="0" y="0"/>
                    </a:moveTo>
                    <a:lnTo>
                      <a:pt x="2875" y="1590"/>
                    </a:lnTo>
                    <a:lnTo>
                      <a:pt x="5751" y="3527"/>
                    </a:lnTo>
                    <a:lnTo>
                      <a:pt x="8626" y="5792"/>
                    </a:lnTo>
                    <a:lnTo>
                      <a:pt x="11501" y="8280"/>
                    </a:lnTo>
                    <a:lnTo>
                      <a:pt x="14377" y="10816"/>
                    </a:lnTo>
                    <a:lnTo>
                      <a:pt x="17252" y="13189"/>
                    </a:lnTo>
                    <a:lnTo>
                      <a:pt x="20128" y="15199"/>
                    </a:lnTo>
                    <a:lnTo>
                      <a:pt x="23003" y="16712"/>
                    </a:lnTo>
                    <a:lnTo>
                      <a:pt x="25878" y="17690"/>
                    </a:lnTo>
                    <a:lnTo>
                      <a:pt x="28754" y="18205"/>
                    </a:lnTo>
                    <a:lnTo>
                      <a:pt x="31629" y="18414"/>
                    </a:lnTo>
                    <a:lnTo>
                      <a:pt x="34504" y="18522"/>
                    </a:lnTo>
                    <a:lnTo>
                      <a:pt x="37380" y="18723"/>
                    </a:lnTo>
                    <a:lnTo>
                      <a:pt x="40255" y="19164"/>
                    </a:lnTo>
                    <a:lnTo>
                      <a:pt x="43130" y="19911"/>
                    </a:lnTo>
                    <a:lnTo>
                      <a:pt x="46006" y="20947"/>
                    </a:lnTo>
                    <a:lnTo>
                      <a:pt x="48881" y="22174"/>
                    </a:lnTo>
                    <a:lnTo>
                      <a:pt x="51756" y="23431"/>
                    </a:lnTo>
                    <a:lnTo>
                      <a:pt x="54632" y="24514"/>
                    </a:lnTo>
                    <a:lnTo>
                      <a:pt x="57507" y="25209"/>
                    </a:lnTo>
                    <a:lnTo>
                      <a:pt x="60383" y="25336"/>
                    </a:lnTo>
                    <a:lnTo>
                      <a:pt x="63258" y="24805"/>
                    </a:lnTo>
                    <a:lnTo>
                      <a:pt x="66133" y="23679"/>
                    </a:lnTo>
                    <a:lnTo>
                      <a:pt x="69009" y="22196"/>
                    </a:lnTo>
                    <a:lnTo>
                      <a:pt x="71884" y="20741"/>
                    </a:lnTo>
                    <a:lnTo>
                      <a:pt x="74759" y="19736"/>
                    </a:lnTo>
                    <a:lnTo>
                      <a:pt x="77635" y="19510"/>
                    </a:lnTo>
                    <a:lnTo>
                      <a:pt x="80510" y="20189"/>
                    </a:lnTo>
                    <a:lnTo>
                      <a:pt x="83385" y="21668"/>
                    </a:lnTo>
                    <a:lnTo>
                      <a:pt x="86261" y="23678"/>
                    </a:lnTo>
                    <a:lnTo>
                      <a:pt x="89136" y="25903"/>
                    </a:lnTo>
                    <a:lnTo>
                      <a:pt x="92011" y="28089"/>
                    </a:lnTo>
                    <a:lnTo>
                      <a:pt x="94887" y="30094"/>
                    </a:lnTo>
                    <a:lnTo>
                      <a:pt x="97762" y="31879"/>
                    </a:lnTo>
                    <a:lnTo>
                      <a:pt x="100638" y="33465"/>
                    </a:lnTo>
                    <a:lnTo>
                      <a:pt x="103513" y="34886"/>
                    </a:lnTo>
                    <a:lnTo>
                      <a:pt x="106388" y="36153"/>
                    </a:lnTo>
                    <a:lnTo>
                      <a:pt x="109264" y="37258"/>
                    </a:lnTo>
                    <a:lnTo>
                      <a:pt x="112139" y="38175"/>
                    </a:lnTo>
                    <a:lnTo>
                      <a:pt x="115014" y="38879"/>
                    </a:lnTo>
                    <a:lnTo>
                      <a:pt x="117890" y="39358"/>
                    </a:lnTo>
                    <a:lnTo>
                      <a:pt x="120765" y="3961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77" name="Surface grid line"/>
              <p:cNvSpPr/>
              <p:nvPr/>
            </p:nvSpPr>
            <p:spPr>
              <a:xfrm>
                <a:off x="11058123" y="1358265"/>
                <a:ext cx="1150287" cy="38057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956">
                    <a:moveTo>
                      <a:pt x="0" y="0"/>
                    </a:moveTo>
                    <a:lnTo>
                      <a:pt x="2875" y="1456"/>
                    </a:lnTo>
                    <a:lnTo>
                      <a:pt x="5751" y="3275"/>
                    </a:lnTo>
                    <a:lnTo>
                      <a:pt x="8626" y="5437"/>
                    </a:lnTo>
                    <a:lnTo>
                      <a:pt x="11501" y="7843"/>
                    </a:lnTo>
                    <a:lnTo>
                      <a:pt x="14377" y="10323"/>
                    </a:lnTo>
                    <a:lnTo>
                      <a:pt x="17252" y="12672"/>
                    </a:lnTo>
                    <a:lnTo>
                      <a:pt x="20128" y="14696"/>
                    </a:lnTo>
                    <a:lnTo>
                      <a:pt x="23003" y="16259"/>
                    </a:lnTo>
                    <a:lnTo>
                      <a:pt x="25878" y="17317"/>
                    </a:lnTo>
                    <a:lnTo>
                      <a:pt x="28754" y="17926"/>
                    </a:lnTo>
                    <a:lnTo>
                      <a:pt x="31629" y="18224"/>
                    </a:lnTo>
                    <a:lnTo>
                      <a:pt x="34504" y="18387"/>
                    </a:lnTo>
                    <a:lnTo>
                      <a:pt x="37380" y="18586"/>
                    </a:lnTo>
                    <a:lnTo>
                      <a:pt x="40255" y="18945"/>
                    </a:lnTo>
                    <a:lnTo>
                      <a:pt x="43130" y="19514"/>
                    </a:lnTo>
                    <a:lnTo>
                      <a:pt x="46006" y="20264"/>
                    </a:lnTo>
                    <a:lnTo>
                      <a:pt x="48881" y="21092"/>
                    </a:lnTo>
                    <a:lnTo>
                      <a:pt x="51756" y="21833"/>
                    </a:lnTo>
                    <a:lnTo>
                      <a:pt x="54632" y="22277"/>
                    </a:lnTo>
                    <a:lnTo>
                      <a:pt x="57507" y="22205"/>
                    </a:lnTo>
                    <a:lnTo>
                      <a:pt x="60383" y="21438"/>
                    </a:lnTo>
                    <a:lnTo>
                      <a:pt x="63258" y="19915"/>
                    </a:lnTo>
                    <a:lnTo>
                      <a:pt x="66133" y="17769"/>
                    </a:lnTo>
                    <a:lnTo>
                      <a:pt x="69009" y="15361"/>
                    </a:lnTo>
                    <a:lnTo>
                      <a:pt x="71884" y="13229"/>
                    </a:lnTo>
                    <a:lnTo>
                      <a:pt x="74759" y="11948"/>
                    </a:lnTo>
                    <a:lnTo>
                      <a:pt x="77635" y="11935"/>
                    </a:lnTo>
                    <a:lnTo>
                      <a:pt x="80510" y="13311"/>
                    </a:lnTo>
                    <a:lnTo>
                      <a:pt x="83385" y="15864"/>
                    </a:lnTo>
                    <a:lnTo>
                      <a:pt x="86261" y="19153"/>
                    </a:lnTo>
                    <a:lnTo>
                      <a:pt x="89136" y="22674"/>
                    </a:lnTo>
                    <a:lnTo>
                      <a:pt x="92011" y="26026"/>
                    </a:lnTo>
                    <a:lnTo>
                      <a:pt x="94887" y="28979"/>
                    </a:lnTo>
                    <a:lnTo>
                      <a:pt x="97762" y="31470"/>
                    </a:lnTo>
                    <a:lnTo>
                      <a:pt x="100638" y="33539"/>
                    </a:lnTo>
                    <a:lnTo>
                      <a:pt x="103513" y="35257"/>
                    </a:lnTo>
                    <a:lnTo>
                      <a:pt x="106388" y="36680"/>
                    </a:lnTo>
                    <a:lnTo>
                      <a:pt x="109264" y="37836"/>
                    </a:lnTo>
                    <a:lnTo>
                      <a:pt x="112139" y="38734"/>
                    </a:lnTo>
                    <a:lnTo>
                      <a:pt x="115014" y="39377"/>
                    </a:lnTo>
                    <a:lnTo>
                      <a:pt x="117890" y="39775"/>
                    </a:lnTo>
                    <a:lnTo>
                      <a:pt x="120765" y="3995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78" name="Surface grid line"/>
              <p:cNvSpPr/>
              <p:nvPr/>
            </p:nvSpPr>
            <p:spPr>
              <a:xfrm>
                <a:off x="11080855" y="1338978"/>
                <a:ext cx="1150287" cy="38424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0341">
                    <a:moveTo>
                      <a:pt x="0" y="0"/>
                    </a:moveTo>
                    <a:lnTo>
                      <a:pt x="2875" y="1312"/>
                    </a:lnTo>
                    <a:lnTo>
                      <a:pt x="5751" y="2990"/>
                    </a:lnTo>
                    <a:lnTo>
                      <a:pt x="8626" y="5017"/>
                    </a:lnTo>
                    <a:lnTo>
                      <a:pt x="11501" y="7298"/>
                    </a:lnTo>
                    <a:lnTo>
                      <a:pt x="14377" y="9675"/>
                    </a:lnTo>
                    <a:lnTo>
                      <a:pt x="17252" y="11951"/>
                    </a:lnTo>
                    <a:lnTo>
                      <a:pt x="20128" y="13943"/>
                    </a:lnTo>
                    <a:lnTo>
                      <a:pt x="23003" y="15520"/>
                    </a:lnTo>
                    <a:lnTo>
                      <a:pt x="25878" y="16637"/>
                    </a:lnTo>
                    <a:lnTo>
                      <a:pt x="28754" y="17340"/>
                    </a:lnTo>
                    <a:lnTo>
                      <a:pt x="31629" y="17746"/>
                    </a:lnTo>
                    <a:lnTo>
                      <a:pt x="34504" y="18008"/>
                    </a:lnTo>
                    <a:lnTo>
                      <a:pt x="37380" y="18268"/>
                    </a:lnTo>
                    <a:lnTo>
                      <a:pt x="40255" y="18626"/>
                    </a:lnTo>
                    <a:lnTo>
                      <a:pt x="43130" y="19111"/>
                    </a:lnTo>
                    <a:lnTo>
                      <a:pt x="46006" y="19681"/>
                    </a:lnTo>
                    <a:lnTo>
                      <a:pt x="48881" y="20219"/>
                    </a:lnTo>
                    <a:lnTo>
                      <a:pt x="51756" y="20548"/>
                    </a:lnTo>
                    <a:lnTo>
                      <a:pt x="54632" y="20441"/>
                    </a:lnTo>
                    <a:lnTo>
                      <a:pt x="57507" y="19657"/>
                    </a:lnTo>
                    <a:lnTo>
                      <a:pt x="60383" y="18004"/>
                    </a:lnTo>
                    <a:lnTo>
                      <a:pt x="63258" y="15442"/>
                    </a:lnTo>
                    <a:lnTo>
                      <a:pt x="66133" y="12179"/>
                    </a:lnTo>
                    <a:lnTo>
                      <a:pt x="69009" y="8716"/>
                    </a:lnTo>
                    <a:lnTo>
                      <a:pt x="71884" y="5777"/>
                    </a:lnTo>
                    <a:lnTo>
                      <a:pt x="74759" y="4120"/>
                    </a:lnTo>
                    <a:lnTo>
                      <a:pt x="77635" y="4281"/>
                    </a:lnTo>
                    <a:lnTo>
                      <a:pt x="80510" y="6380"/>
                    </a:lnTo>
                    <a:lnTo>
                      <a:pt x="83385" y="10084"/>
                    </a:lnTo>
                    <a:lnTo>
                      <a:pt x="86261" y="14748"/>
                    </a:lnTo>
                    <a:lnTo>
                      <a:pt x="89136" y="19654"/>
                    </a:lnTo>
                    <a:lnTo>
                      <a:pt x="92011" y="24229"/>
                    </a:lnTo>
                    <a:lnTo>
                      <a:pt x="94887" y="28149"/>
                    </a:lnTo>
                    <a:lnTo>
                      <a:pt x="97762" y="31331"/>
                    </a:lnTo>
                    <a:lnTo>
                      <a:pt x="100638" y="33844"/>
                    </a:lnTo>
                    <a:lnTo>
                      <a:pt x="103513" y="35810"/>
                    </a:lnTo>
                    <a:lnTo>
                      <a:pt x="106388" y="37340"/>
                    </a:lnTo>
                    <a:lnTo>
                      <a:pt x="109264" y="38508"/>
                    </a:lnTo>
                    <a:lnTo>
                      <a:pt x="112139" y="39359"/>
                    </a:lnTo>
                    <a:lnTo>
                      <a:pt x="115014" y="39923"/>
                    </a:lnTo>
                    <a:lnTo>
                      <a:pt x="117890" y="40235"/>
                    </a:lnTo>
                    <a:lnTo>
                      <a:pt x="120765" y="4034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79" name="Surface grid line"/>
              <p:cNvSpPr/>
              <p:nvPr/>
            </p:nvSpPr>
            <p:spPr>
              <a:xfrm>
                <a:off x="11103587" y="1282529"/>
                <a:ext cx="1150287" cy="42482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4601">
                    <a:moveTo>
                      <a:pt x="0" y="3847"/>
                    </a:moveTo>
                    <a:lnTo>
                      <a:pt x="2875" y="5008"/>
                    </a:lnTo>
                    <a:lnTo>
                      <a:pt x="5751" y="6530"/>
                    </a:lnTo>
                    <a:lnTo>
                      <a:pt x="8626" y="8395"/>
                    </a:lnTo>
                    <a:lnTo>
                      <a:pt x="11501" y="10514"/>
                    </a:lnTo>
                    <a:lnTo>
                      <a:pt x="14377" y="12738"/>
                    </a:lnTo>
                    <a:lnTo>
                      <a:pt x="17252" y="14887"/>
                    </a:lnTo>
                    <a:lnTo>
                      <a:pt x="20128" y="16792"/>
                    </a:lnTo>
                    <a:lnTo>
                      <a:pt x="23003" y="18336"/>
                    </a:lnTo>
                    <a:lnTo>
                      <a:pt x="25878" y="19478"/>
                    </a:lnTo>
                    <a:lnTo>
                      <a:pt x="28754" y="20257"/>
                    </a:lnTo>
                    <a:lnTo>
                      <a:pt x="31629" y="20776"/>
                    </a:lnTo>
                    <a:lnTo>
                      <a:pt x="34504" y="21165"/>
                    </a:lnTo>
                    <a:lnTo>
                      <a:pt x="37380" y="21541"/>
                    </a:lnTo>
                    <a:lnTo>
                      <a:pt x="40255" y="21973"/>
                    </a:lnTo>
                    <a:lnTo>
                      <a:pt x="43130" y="22468"/>
                    </a:lnTo>
                    <a:lnTo>
                      <a:pt x="46006" y="22964"/>
                    </a:lnTo>
                    <a:lnTo>
                      <a:pt x="48881" y="23324"/>
                    </a:lnTo>
                    <a:lnTo>
                      <a:pt x="51756" y="23347"/>
                    </a:lnTo>
                    <a:lnTo>
                      <a:pt x="54632" y="22775"/>
                    </a:lnTo>
                    <a:lnTo>
                      <a:pt x="57507" y="21331"/>
                    </a:lnTo>
                    <a:lnTo>
                      <a:pt x="60383" y="18798"/>
                    </a:lnTo>
                    <a:lnTo>
                      <a:pt x="63258" y="15148"/>
                    </a:lnTo>
                    <a:lnTo>
                      <a:pt x="66133" y="10666"/>
                    </a:lnTo>
                    <a:lnTo>
                      <a:pt x="69009" y="6012"/>
                    </a:lnTo>
                    <a:lnTo>
                      <a:pt x="71884" y="2132"/>
                    </a:lnTo>
                    <a:lnTo>
                      <a:pt x="74759" y="0"/>
                    </a:lnTo>
                    <a:lnTo>
                      <a:pt x="77635" y="295"/>
                    </a:lnTo>
                    <a:lnTo>
                      <a:pt x="80510" y="3144"/>
                    </a:lnTo>
                    <a:lnTo>
                      <a:pt x="83385" y="8077"/>
                    </a:lnTo>
                    <a:lnTo>
                      <a:pt x="86261" y="14220"/>
                    </a:lnTo>
                    <a:lnTo>
                      <a:pt x="89136" y="20606"/>
                    </a:lnTo>
                    <a:lnTo>
                      <a:pt x="92011" y="26467"/>
                    </a:lnTo>
                    <a:lnTo>
                      <a:pt x="94887" y="31380"/>
                    </a:lnTo>
                    <a:lnTo>
                      <a:pt x="97762" y="35244"/>
                    </a:lnTo>
                    <a:lnTo>
                      <a:pt x="100638" y="38169"/>
                    </a:lnTo>
                    <a:lnTo>
                      <a:pt x="103513" y="40341"/>
                    </a:lnTo>
                    <a:lnTo>
                      <a:pt x="106388" y="41937"/>
                    </a:lnTo>
                    <a:lnTo>
                      <a:pt x="109264" y="43082"/>
                    </a:lnTo>
                    <a:lnTo>
                      <a:pt x="112139" y="43863"/>
                    </a:lnTo>
                    <a:lnTo>
                      <a:pt x="115014" y="44338"/>
                    </a:lnTo>
                    <a:lnTo>
                      <a:pt x="117890" y="44564"/>
                    </a:lnTo>
                    <a:lnTo>
                      <a:pt x="120765" y="446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80" name="Surface grid line"/>
              <p:cNvSpPr/>
              <p:nvPr/>
            </p:nvSpPr>
            <p:spPr>
              <a:xfrm>
                <a:off x="11126319" y="1184663"/>
                <a:ext cx="1150287" cy="50682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3210">
                    <a:moveTo>
                      <a:pt x="0" y="12014"/>
                    </a:moveTo>
                    <a:lnTo>
                      <a:pt x="2875" y="13026"/>
                    </a:lnTo>
                    <a:lnTo>
                      <a:pt x="5751" y="14381"/>
                    </a:lnTo>
                    <a:lnTo>
                      <a:pt x="8626" y="16061"/>
                    </a:lnTo>
                    <a:lnTo>
                      <a:pt x="11501" y="17981"/>
                    </a:lnTo>
                    <a:lnTo>
                      <a:pt x="14377" y="20003"/>
                    </a:lnTo>
                    <a:lnTo>
                      <a:pt x="17252" y="21966"/>
                    </a:lnTo>
                    <a:lnTo>
                      <a:pt x="20128" y="23721"/>
                    </a:lnTo>
                    <a:lnTo>
                      <a:pt x="23003" y="25170"/>
                    </a:lnTo>
                    <a:lnTo>
                      <a:pt x="25878" y="26282"/>
                    </a:lnTo>
                    <a:lnTo>
                      <a:pt x="28754" y="27102"/>
                    </a:lnTo>
                    <a:lnTo>
                      <a:pt x="31629" y="27723"/>
                    </a:lnTo>
                    <a:lnTo>
                      <a:pt x="34504" y="28255"/>
                    </a:lnTo>
                    <a:lnTo>
                      <a:pt x="37380" y="28787"/>
                    </a:lnTo>
                    <a:lnTo>
                      <a:pt x="40255" y="29362"/>
                    </a:lnTo>
                    <a:lnTo>
                      <a:pt x="43130" y="29957"/>
                    </a:lnTo>
                    <a:lnTo>
                      <a:pt x="46006" y="30481"/>
                    </a:lnTo>
                    <a:lnTo>
                      <a:pt x="48881" y="30772"/>
                    </a:lnTo>
                    <a:lnTo>
                      <a:pt x="51756" y="30593"/>
                    </a:lnTo>
                    <a:lnTo>
                      <a:pt x="54632" y="29642"/>
                    </a:lnTo>
                    <a:lnTo>
                      <a:pt x="57507" y="27591"/>
                    </a:lnTo>
                    <a:lnTo>
                      <a:pt x="60383" y="24186"/>
                    </a:lnTo>
                    <a:lnTo>
                      <a:pt x="63258" y="19402"/>
                    </a:lnTo>
                    <a:lnTo>
                      <a:pt x="66133" y="13609"/>
                    </a:lnTo>
                    <a:lnTo>
                      <a:pt x="69009" y="7643"/>
                    </a:lnTo>
                    <a:lnTo>
                      <a:pt x="71884" y="2698"/>
                    </a:lnTo>
                    <a:lnTo>
                      <a:pt x="74759" y="0"/>
                    </a:lnTo>
                    <a:lnTo>
                      <a:pt x="77635" y="393"/>
                    </a:lnTo>
                    <a:lnTo>
                      <a:pt x="80510" y="4017"/>
                    </a:lnTo>
                    <a:lnTo>
                      <a:pt x="83385" y="10254"/>
                    </a:lnTo>
                    <a:lnTo>
                      <a:pt x="86261" y="17970"/>
                    </a:lnTo>
                    <a:lnTo>
                      <a:pt x="89136" y="25923"/>
                    </a:lnTo>
                    <a:lnTo>
                      <a:pt x="92011" y="33134"/>
                    </a:lnTo>
                    <a:lnTo>
                      <a:pt x="94887" y="39066"/>
                    </a:lnTo>
                    <a:lnTo>
                      <a:pt x="97762" y="43608"/>
                    </a:lnTo>
                    <a:lnTo>
                      <a:pt x="100638" y="46920"/>
                    </a:lnTo>
                    <a:lnTo>
                      <a:pt x="103513" y="49266"/>
                    </a:lnTo>
                    <a:lnTo>
                      <a:pt x="106388" y="50895"/>
                    </a:lnTo>
                    <a:lnTo>
                      <a:pt x="109264" y="51992"/>
                    </a:lnTo>
                    <a:lnTo>
                      <a:pt x="112139" y="52687"/>
                    </a:lnTo>
                    <a:lnTo>
                      <a:pt x="115014" y="53067"/>
                    </a:lnTo>
                    <a:lnTo>
                      <a:pt x="117890" y="53210"/>
                    </a:lnTo>
                    <a:lnTo>
                      <a:pt x="120765" y="5319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81" name="Surface grid line"/>
              <p:cNvSpPr/>
              <p:nvPr/>
            </p:nvSpPr>
            <p:spPr>
              <a:xfrm>
                <a:off x="11149051" y="1085335"/>
                <a:ext cx="1150287" cy="59038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1983">
                    <a:moveTo>
                      <a:pt x="0" y="20335"/>
                    </a:moveTo>
                    <a:lnTo>
                      <a:pt x="2875" y="21201"/>
                    </a:lnTo>
                    <a:lnTo>
                      <a:pt x="5751" y="22385"/>
                    </a:lnTo>
                    <a:lnTo>
                      <a:pt x="8626" y="23860"/>
                    </a:lnTo>
                    <a:lnTo>
                      <a:pt x="11501" y="25546"/>
                    </a:lnTo>
                    <a:lnTo>
                      <a:pt x="14377" y="27315"/>
                    </a:lnTo>
                    <a:lnTo>
                      <a:pt x="17252" y="29025"/>
                    </a:lnTo>
                    <a:lnTo>
                      <a:pt x="20128" y="30555"/>
                    </a:lnTo>
                    <a:lnTo>
                      <a:pt x="23003" y="31830"/>
                    </a:lnTo>
                    <a:lnTo>
                      <a:pt x="25878" y="32845"/>
                    </a:lnTo>
                    <a:lnTo>
                      <a:pt x="28754" y="33652"/>
                    </a:lnTo>
                    <a:lnTo>
                      <a:pt x="31629" y="34345"/>
                    </a:lnTo>
                    <a:lnTo>
                      <a:pt x="34504" y="35019"/>
                    </a:lnTo>
                    <a:lnTo>
                      <a:pt x="37380" y="35740"/>
                    </a:lnTo>
                    <a:lnTo>
                      <a:pt x="40255" y="36518"/>
                    </a:lnTo>
                    <a:lnTo>
                      <a:pt x="43130" y="37297"/>
                    </a:lnTo>
                    <a:lnTo>
                      <a:pt x="46006" y="37951"/>
                    </a:lnTo>
                    <a:lnTo>
                      <a:pt x="48881" y="38280"/>
                    </a:lnTo>
                    <a:lnTo>
                      <a:pt x="51756" y="38002"/>
                    </a:lnTo>
                    <a:lnTo>
                      <a:pt x="54632" y="36760"/>
                    </a:lnTo>
                    <a:lnTo>
                      <a:pt x="57507" y="34162"/>
                    </a:lnTo>
                    <a:lnTo>
                      <a:pt x="60383" y="29907"/>
                    </a:lnTo>
                    <a:lnTo>
                      <a:pt x="63258" y="23967"/>
                    </a:lnTo>
                    <a:lnTo>
                      <a:pt x="66133" y="16800"/>
                    </a:lnTo>
                    <a:lnTo>
                      <a:pt x="69009" y="9434"/>
                    </a:lnTo>
                    <a:lnTo>
                      <a:pt x="71884" y="3333"/>
                    </a:lnTo>
                    <a:lnTo>
                      <a:pt x="74759" y="0"/>
                    </a:lnTo>
                    <a:lnTo>
                      <a:pt x="77635" y="463"/>
                    </a:lnTo>
                    <a:lnTo>
                      <a:pt x="80510" y="4878"/>
                    </a:lnTo>
                    <a:lnTo>
                      <a:pt x="83385" y="12469"/>
                    </a:lnTo>
                    <a:lnTo>
                      <a:pt x="86261" y="21824"/>
                    </a:lnTo>
                    <a:lnTo>
                      <a:pt x="89136" y="31406"/>
                    </a:lnTo>
                    <a:lnTo>
                      <a:pt x="92011" y="40007"/>
                    </a:lnTo>
                    <a:lnTo>
                      <a:pt x="94887" y="46974"/>
                    </a:lnTo>
                    <a:lnTo>
                      <a:pt x="97762" y="52187"/>
                    </a:lnTo>
                    <a:lnTo>
                      <a:pt x="100638" y="55866"/>
                    </a:lnTo>
                    <a:lnTo>
                      <a:pt x="103513" y="58359"/>
                    </a:lnTo>
                    <a:lnTo>
                      <a:pt x="106388" y="59996"/>
                    </a:lnTo>
                    <a:lnTo>
                      <a:pt x="109264" y="61029"/>
                    </a:lnTo>
                    <a:lnTo>
                      <a:pt x="112139" y="61628"/>
                    </a:lnTo>
                    <a:lnTo>
                      <a:pt x="115014" y="61915"/>
                    </a:lnTo>
                    <a:lnTo>
                      <a:pt x="117890" y="61983"/>
                    </a:lnTo>
                    <a:lnTo>
                      <a:pt x="120765" y="6192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82" name="Surface grid line"/>
              <p:cNvSpPr/>
              <p:nvPr/>
            </p:nvSpPr>
            <p:spPr>
              <a:xfrm>
                <a:off x="11171783" y="986625"/>
                <a:ext cx="1150287" cy="6731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0670">
                    <a:moveTo>
                      <a:pt x="0" y="28615"/>
                    </a:moveTo>
                    <a:lnTo>
                      <a:pt x="2875" y="29344"/>
                    </a:lnTo>
                    <a:lnTo>
                      <a:pt x="5751" y="30352"/>
                    </a:lnTo>
                    <a:lnTo>
                      <a:pt x="8626" y="31605"/>
                    </a:lnTo>
                    <a:lnTo>
                      <a:pt x="11501" y="33020"/>
                    </a:lnTo>
                    <a:lnTo>
                      <a:pt x="14377" y="34480"/>
                    </a:lnTo>
                    <a:lnTo>
                      <a:pt x="17252" y="35866"/>
                    </a:lnTo>
                    <a:lnTo>
                      <a:pt x="20128" y="37084"/>
                    </a:lnTo>
                    <a:lnTo>
                      <a:pt x="23003" y="38095"/>
                    </a:lnTo>
                    <a:lnTo>
                      <a:pt x="25878" y="38925"/>
                    </a:lnTo>
                    <a:lnTo>
                      <a:pt x="28754" y="39649"/>
                    </a:lnTo>
                    <a:lnTo>
                      <a:pt x="31629" y="40370"/>
                    </a:lnTo>
                    <a:lnTo>
                      <a:pt x="34504" y="41175"/>
                    </a:lnTo>
                    <a:lnTo>
                      <a:pt x="37380" y="42107"/>
                    </a:lnTo>
                    <a:lnTo>
                      <a:pt x="40255" y="43144"/>
                    </a:lnTo>
                    <a:lnTo>
                      <a:pt x="43130" y="44189"/>
                    </a:lnTo>
                    <a:lnTo>
                      <a:pt x="46006" y="45074"/>
                    </a:lnTo>
                    <a:lnTo>
                      <a:pt x="48881" y="45549"/>
                    </a:lnTo>
                    <a:lnTo>
                      <a:pt x="51756" y="45279"/>
                    </a:lnTo>
                    <a:lnTo>
                      <a:pt x="54632" y="43840"/>
                    </a:lnTo>
                    <a:lnTo>
                      <a:pt x="57507" y="40772"/>
                    </a:lnTo>
                    <a:lnTo>
                      <a:pt x="60383" y="35716"/>
                    </a:lnTo>
                    <a:lnTo>
                      <a:pt x="63258" y="28641"/>
                    </a:lnTo>
                    <a:lnTo>
                      <a:pt x="66133" y="20093"/>
                    </a:lnTo>
                    <a:lnTo>
                      <a:pt x="69009" y="11298"/>
                    </a:lnTo>
                    <a:lnTo>
                      <a:pt x="71884" y="4003"/>
                    </a:lnTo>
                    <a:lnTo>
                      <a:pt x="74759" y="0"/>
                    </a:lnTo>
                    <a:lnTo>
                      <a:pt x="77635" y="511"/>
                    </a:lnTo>
                    <a:lnTo>
                      <a:pt x="80510" y="5713"/>
                    </a:lnTo>
                    <a:lnTo>
                      <a:pt x="83385" y="14667"/>
                    </a:lnTo>
                    <a:lnTo>
                      <a:pt x="86261" y="25676"/>
                    </a:lnTo>
                    <a:lnTo>
                      <a:pt x="89136" y="36897"/>
                    </a:lnTo>
                    <a:lnTo>
                      <a:pt x="92011" y="46886"/>
                    </a:lnTo>
                    <a:lnTo>
                      <a:pt x="94887" y="54876"/>
                    </a:lnTo>
                    <a:lnTo>
                      <a:pt x="97762" y="60739"/>
                    </a:lnTo>
                    <a:lnTo>
                      <a:pt x="100638" y="64759"/>
                    </a:lnTo>
                    <a:lnTo>
                      <a:pt x="103513" y="67376"/>
                    </a:lnTo>
                    <a:lnTo>
                      <a:pt x="106388" y="69004"/>
                    </a:lnTo>
                    <a:lnTo>
                      <a:pt x="109264" y="69962"/>
                    </a:lnTo>
                    <a:lnTo>
                      <a:pt x="112139" y="70465"/>
                    </a:lnTo>
                    <a:lnTo>
                      <a:pt x="115014" y="70663"/>
                    </a:lnTo>
                    <a:lnTo>
                      <a:pt x="117890" y="70670"/>
                    </a:lnTo>
                    <a:lnTo>
                      <a:pt x="120765" y="7058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83" name="Surface grid line"/>
              <p:cNvSpPr/>
              <p:nvPr/>
            </p:nvSpPr>
            <p:spPr>
              <a:xfrm>
                <a:off x="11194515" y="891994"/>
                <a:ext cx="1150287" cy="75203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954">
                    <a:moveTo>
                      <a:pt x="0" y="36509"/>
                    </a:moveTo>
                    <a:lnTo>
                      <a:pt x="2875" y="37112"/>
                    </a:lnTo>
                    <a:lnTo>
                      <a:pt x="5751" y="37944"/>
                    </a:lnTo>
                    <a:lnTo>
                      <a:pt x="8626" y="38957"/>
                    </a:lnTo>
                    <a:lnTo>
                      <a:pt x="11501" y="40063"/>
                    </a:lnTo>
                    <a:lnTo>
                      <a:pt x="14377" y="41156"/>
                    </a:lnTo>
                    <a:lnTo>
                      <a:pt x="17252" y="42137"/>
                    </a:lnTo>
                    <a:lnTo>
                      <a:pt x="20128" y="42948"/>
                    </a:lnTo>
                    <a:lnTo>
                      <a:pt x="23003" y="43593"/>
                    </a:lnTo>
                    <a:lnTo>
                      <a:pt x="25878" y="44138"/>
                    </a:lnTo>
                    <a:lnTo>
                      <a:pt x="28754" y="44696"/>
                    </a:lnTo>
                    <a:lnTo>
                      <a:pt x="31629" y="45388"/>
                    </a:lnTo>
                    <a:lnTo>
                      <a:pt x="34504" y="46303"/>
                    </a:lnTo>
                    <a:lnTo>
                      <a:pt x="37380" y="47463"/>
                    </a:lnTo>
                    <a:lnTo>
                      <a:pt x="40255" y="48812"/>
                    </a:lnTo>
                    <a:lnTo>
                      <a:pt x="43130" y="50205"/>
                    </a:lnTo>
                    <a:lnTo>
                      <a:pt x="46006" y="51421"/>
                    </a:lnTo>
                    <a:lnTo>
                      <a:pt x="48881" y="52154"/>
                    </a:lnTo>
                    <a:lnTo>
                      <a:pt x="51756" y="52006"/>
                    </a:lnTo>
                    <a:lnTo>
                      <a:pt x="54632" y="50481"/>
                    </a:lnTo>
                    <a:lnTo>
                      <a:pt x="57507" y="47044"/>
                    </a:lnTo>
                    <a:lnTo>
                      <a:pt x="60383" y="41279"/>
                    </a:lnTo>
                    <a:lnTo>
                      <a:pt x="63258" y="33150"/>
                    </a:lnTo>
                    <a:lnTo>
                      <a:pt x="66133" y="23288"/>
                    </a:lnTo>
                    <a:lnTo>
                      <a:pt x="69009" y="13117"/>
                    </a:lnTo>
                    <a:lnTo>
                      <a:pt x="71884" y="4661"/>
                    </a:lnTo>
                    <a:lnTo>
                      <a:pt x="74759" y="0"/>
                    </a:lnTo>
                    <a:lnTo>
                      <a:pt x="77635" y="547"/>
                    </a:lnTo>
                    <a:lnTo>
                      <a:pt x="80510" y="6503"/>
                    </a:lnTo>
                    <a:lnTo>
                      <a:pt x="83385" y="16769"/>
                    </a:lnTo>
                    <a:lnTo>
                      <a:pt x="86261" y="29369"/>
                    </a:lnTo>
                    <a:lnTo>
                      <a:pt x="89136" y="42161"/>
                    </a:lnTo>
                    <a:lnTo>
                      <a:pt x="92011" y="53475"/>
                    </a:lnTo>
                    <a:lnTo>
                      <a:pt x="94887" y="62431"/>
                    </a:lnTo>
                    <a:lnTo>
                      <a:pt x="97762" y="68897"/>
                    </a:lnTo>
                    <a:lnTo>
                      <a:pt x="100638" y="73223"/>
                    </a:lnTo>
                    <a:lnTo>
                      <a:pt x="103513" y="75938"/>
                    </a:lnTo>
                    <a:lnTo>
                      <a:pt x="106388" y="77543"/>
                    </a:lnTo>
                    <a:lnTo>
                      <a:pt x="109264" y="78421"/>
                    </a:lnTo>
                    <a:lnTo>
                      <a:pt x="112139" y="78832"/>
                    </a:lnTo>
                    <a:lnTo>
                      <a:pt x="115014" y="78954"/>
                    </a:lnTo>
                    <a:lnTo>
                      <a:pt x="117890" y="78915"/>
                    </a:lnTo>
                    <a:lnTo>
                      <a:pt x="120765" y="7882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84" name="Surface grid line"/>
              <p:cNvSpPr/>
              <p:nvPr/>
            </p:nvSpPr>
            <p:spPr>
              <a:xfrm>
                <a:off x="11217246" y="805949"/>
                <a:ext cx="1150287" cy="82217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6318">
                    <a:moveTo>
                      <a:pt x="0" y="43562"/>
                    </a:moveTo>
                    <a:lnTo>
                      <a:pt x="2875" y="44050"/>
                    </a:lnTo>
                    <a:lnTo>
                      <a:pt x="5751" y="44704"/>
                    </a:lnTo>
                    <a:lnTo>
                      <a:pt x="8626" y="45459"/>
                    </a:lnTo>
                    <a:lnTo>
                      <a:pt x="11501" y="46219"/>
                    </a:lnTo>
                    <a:lnTo>
                      <a:pt x="14377" y="46883"/>
                    </a:lnTo>
                    <a:lnTo>
                      <a:pt x="17252" y="47377"/>
                    </a:lnTo>
                    <a:lnTo>
                      <a:pt x="20128" y="47680"/>
                    </a:lnTo>
                    <a:lnTo>
                      <a:pt x="23003" y="47848"/>
                    </a:lnTo>
                    <a:lnTo>
                      <a:pt x="25878" y="48002"/>
                    </a:lnTo>
                    <a:lnTo>
                      <a:pt x="28754" y="48303"/>
                    </a:lnTo>
                    <a:lnTo>
                      <a:pt x="31629" y="48904"/>
                    </a:lnTo>
                    <a:lnTo>
                      <a:pt x="34504" y="49901"/>
                    </a:lnTo>
                    <a:lnTo>
                      <a:pt x="37380" y="51303"/>
                    </a:lnTo>
                    <a:lnTo>
                      <a:pt x="40255" y="53013"/>
                    </a:lnTo>
                    <a:lnTo>
                      <a:pt x="43130" y="54834"/>
                    </a:lnTo>
                    <a:lnTo>
                      <a:pt x="46006" y="56483"/>
                    </a:lnTo>
                    <a:lnTo>
                      <a:pt x="48881" y="57590"/>
                    </a:lnTo>
                    <a:lnTo>
                      <a:pt x="51756" y="57685"/>
                    </a:lnTo>
                    <a:lnTo>
                      <a:pt x="54632" y="56201"/>
                    </a:lnTo>
                    <a:lnTo>
                      <a:pt x="57507" y="52529"/>
                    </a:lnTo>
                    <a:lnTo>
                      <a:pt x="60383" y="46198"/>
                    </a:lnTo>
                    <a:lnTo>
                      <a:pt x="63258" y="37170"/>
                    </a:lnTo>
                    <a:lnTo>
                      <a:pt x="66133" y="26153"/>
                    </a:lnTo>
                    <a:lnTo>
                      <a:pt x="69009" y="14754"/>
                    </a:lnTo>
                    <a:lnTo>
                      <a:pt x="71884" y="5255"/>
                    </a:lnTo>
                    <a:lnTo>
                      <a:pt x="74759" y="0"/>
                    </a:lnTo>
                    <a:lnTo>
                      <a:pt x="77635" y="580"/>
                    </a:lnTo>
                    <a:lnTo>
                      <a:pt x="80510" y="7219"/>
                    </a:lnTo>
                    <a:lnTo>
                      <a:pt x="83385" y="18671"/>
                    </a:lnTo>
                    <a:lnTo>
                      <a:pt x="86261" y="32708"/>
                    </a:lnTo>
                    <a:lnTo>
                      <a:pt x="89136" y="46914"/>
                    </a:lnTo>
                    <a:lnTo>
                      <a:pt x="92011" y="59411"/>
                    </a:lnTo>
                    <a:lnTo>
                      <a:pt x="94887" y="69220"/>
                    </a:lnTo>
                    <a:lnTo>
                      <a:pt x="97762" y="76207"/>
                    </a:lnTo>
                    <a:lnTo>
                      <a:pt x="100638" y="80784"/>
                    </a:lnTo>
                    <a:lnTo>
                      <a:pt x="103513" y="83566"/>
                    </a:lnTo>
                    <a:lnTo>
                      <a:pt x="106388" y="85134"/>
                    </a:lnTo>
                    <a:lnTo>
                      <a:pt x="109264" y="85931"/>
                    </a:lnTo>
                    <a:lnTo>
                      <a:pt x="112139" y="86258"/>
                    </a:lnTo>
                    <a:lnTo>
                      <a:pt x="115014" y="86318"/>
                    </a:lnTo>
                    <a:lnTo>
                      <a:pt x="117890" y="86252"/>
                    </a:lnTo>
                    <a:lnTo>
                      <a:pt x="120765" y="8617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85" name="Surface grid line"/>
              <p:cNvSpPr/>
              <p:nvPr/>
            </p:nvSpPr>
            <p:spPr>
              <a:xfrm>
                <a:off x="11239978" y="733452"/>
                <a:ext cx="1150287" cy="87860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2242">
                    <a:moveTo>
                      <a:pt x="0" y="49266"/>
                    </a:moveTo>
                    <a:lnTo>
                      <a:pt x="2875" y="49649"/>
                    </a:lnTo>
                    <a:lnTo>
                      <a:pt x="5751" y="50125"/>
                    </a:lnTo>
                    <a:lnTo>
                      <a:pt x="8626" y="50604"/>
                    </a:lnTo>
                    <a:lnTo>
                      <a:pt x="11501" y="50981"/>
                    </a:lnTo>
                    <a:lnTo>
                      <a:pt x="14377" y="51157"/>
                    </a:lnTo>
                    <a:lnTo>
                      <a:pt x="17252" y="51081"/>
                    </a:lnTo>
                    <a:lnTo>
                      <a:pt x="20128" y="50777"/>
                    </a:lnTo>
                    <a:lnTo>
                      <a:pt x="23003" y="50360"/>
                    </a:lnTo>
                    <a:lnTo>
                      <a:pt x="25878" y="50016"/>
                    </a:lnTo>
                    <a:lnTo>
                      <a:pt x="28754" y="49969"/>
                    </a:lnTo>
                    <a:lnTo>
                      <a:pt x="31629" y="50413"/>
                    </a:lnTo>
                    <a:lnTo>
                      <a:pt x="34504" y="51464"/>
                    </a:lnTo>
                    <a:lnTo>
                      <a:pt x="37380" y="53117"/>
                    </a:lnTo>
                    <a:lnTo>
                      <a:pt x="40255" y="55234"/>
                    </a:lnTo>
                    <a:lnTo>
                      <a:pt x="43130" y="57561"/>
                    </a:lnTo>
                    <a:lnTo>
                      <a:pt x="46006" y="59743"/>
                    </a:lnTo>
                    <a:lnTo>
                      <a:pt x="48881" y="61337"/>
                    </a:lnTo>
                    <a:lnTo>
                      <a:pt x="51756" y="61803"/>
                    </a:lnTo>
                    <a:lnTo>
                      <a:pt x="54632" y="60502"/>
                    </a:lnTo>
                    <a:lnTo>
                      <a:pt x="57507" y="56761"/>
                    </a:lnTo>
                    <a:lnTo>
                      <a:pt x="60383" y="50062"/>
                    </a:lnTo>
                    <a:lnTo>
                      <a:pt x="63258" y="40364"/>
                    </a:lnTo>
                    <a:lnTo>
                      <a:pt x="66133" y="28445"/>
                    </a:lnTo>
                    <a:lnTo>
                      <a:pt x="69009" y="16067"/>
                    </a:lnTo>
                    <a:lnTo>
                      <a:pt x="71884" y="5730"/>
                    </a:lnTo>
                    <a:lnTo>
                      <a:pt x="74759" y="0"/>
                    </a:lnTo>
                    <a:lnTo>
                      <a:pt x="77635" y="619"/>
                    </a:lnTo>
                    <a:lnTo>
                      <a:pt x="80510" y="7829"/>
                    </a:lnTo>
                    <a:lnTo>
                      <a:pt x="83385" y="20265"/>
                    </a:lnTo>
                    <a:lnTo>
                      <a:pt x="86261" y="35486"/>
                    </a:lnTo>
                    <a:lnTo>
                      <a:pt x="89136" y="50848"/>
                    </a:lnTo>
                    <a:lnTo>
                      <a:pt x="92011" y="64304"/>
                    </a:lnTo>
                    <a:lnTo>
                      <a:pt x="94887" y="74791"/>
                    </a:lnTo>
                    <a:lnTo>
                      <a:pt x="97762" y="82177"/>
                    </a:lnTo>
                    <a:lnTo>
                      <a:pt x="100638" y="86931"/>
                    </a:lnTo>
                    <a:lnTo>
                      <a:pt x="103513" y="89741"/>
                    </a:lnTo>
                    <a:lnTo>
                      <a:pt x="106388" y="91257"/>
                    </a:lnTo>
                    <a:lnTo>
                      <a:pt x="109264" y="91974"/>
                    </a:lnTo>
                    <a:lnTo>
                      <a:pt x="112139" y="92228"/>
                    </a:lnTo>
                    <a:lnTo>
                      <a:pt x="115014" y="92242"/>
                    </a:lnTo>
                    <a:lnTo>
                      <a:pt x="117890" y="92169"/>
                    </a:lnTo>
                    <a:lnTo>
                      <a:pt x="120765" y="9212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86" name="Surface grid line"/>
              <p:cNvSpPr/>
              <p:nvPr/>
            </p:nvSpPr>
            <p:spPr>
              <a:xfrm>
                <a:off x="11262710" y="679173"/>
                <a:ext cx="1150287" cy="91687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6259">
                    <a:moveTo>
                      <a:pt x="0" y="53142"/>
                    </a:moveTo>
                    <a:lnTo>
                      <a:pt x="2875" y="53432"/>
                    </a:lnTo>
                    <a:lnTo>
                      <a:pt x="5751" y="53729"/>
                    </a:lnTo>
                    <a:lnTo>
                      <a:pt x="8626" y="53919"/>
                    </a:lnTo>
                    <a:lnTo>
                      <a:pt x="11501" y="53879"/>
                    </a:lnTo>
                    <a:lnTo>
                      <a:pt x="14377" y="53514"/>
                    </a:lnTo>
                    <a:lnTo>
                      <a:pt x="17252" y="52794"/>
                    </a:lnTo>
                    <a:lnTo>
                      <a:pt x="20128" y="51794"/>
                    </a:lnTo>
                    <a:lnTo>
                      <a:pt x="23003" y="50692"/>
                    </a:lnTo>
                    <a:lnTo>
                      <a:pt x="25878" y="49754"/>
                    </a:lnTo>
                    <a:lnTo>
                      <a:pt x="28754" y="49272"/>
                    </a:lnTo>
                    <a:lnTo>
                      <a:pt x="31629" y="49500"/>
                    </a:lnTo>
                    <a:lnTo>
                      <a:pt x="34504" y="50576"/>
                    </a:lnTo>
                    <a:lnTo>
                      <a:pt x="37380" y="52486"/>
                    </a:lnTo>
                    <a:lnTo>
                      <a:pt x="40255" y="55051"/>
                    </a:lnTo>
                    <a:lnTo>
                      <a:pt x="43130" y="57950"/>
                    </a:lnTo>
                    <a:lnTo>
                      <a:pt x="46006" y="60754"/>
                    </a:lnTo>
                    <a:lnTo>
                      <a:pt x="48881" y="62944"/>
                    </a:lnTo>
                    <a:lnTo>
                      <a:pt x="51756" y="63908"/>
                    </a:lnTo>
                    <a:lnTo>
                      <a:pt x="54632" y="62943"/>
                    </a:lnTo>
                    <a:lnTo>
                      <a:pt x="57507" y="59324"/>
                    </a:lnTo>
                    <a:lnTo>
                      <a:pt x="60383" y="52500"/>
                    </a:lnTo>
                    <a:lnTo>
                      <a:pt x="63258" y="42429"/>
                    </a:lnTo>
                    <a:lnTo>
                      <a:pt x="66133" y="29947"/>
                    </a:lnTo>
                    <a:lnTo>
                      <a:pt x="69009" y="16929"/>
                    </a:lnTo>
                    <a:lnTo>
                      <a:pt x="71884" y="6037"/>
                    </a:lnTo>
                    <a:lnTo>
                      <a:pt x="74759" y="0"/>
                    </a:lnTo>
                    <a:lnTo>
                      <a:pt x="77635" y="670"/>
                    </a:lnTo>
                    <a:lnTo>
                      <a:pt x="80510" y="8303"/>
                    </a:lnTo>
                    <a:lnTo>
                      <a:pt x="83385" y="21447"/>
                    </a:lnTo>
                    <a:lnTo>
                      <a:pt x="86261" y="37508"/>
                    </a:lnTo>
                    <a:lnTo>
                      <a:pt x="89136" y="53679"/>
                    </a:lnTo>
                    <a:lnTo>
                      <a:pt x="92011" y="67791"/>
                    </a:lnTo>
                    <a:lnTo>
                      <a:pt x="94887" y="78724"/>
                    </a:lnTo>
                    <a:lnTo>
                      <a:pt x="97762" y="86354"/>
                    </a:lnTo>
                    <a:lnTo>
                      <a:pt x="100638" y="91190"/>
                    </a:lnTo>
                    <a:lnTo>
                      <a:pt x="103513" y="93980"/>
                    </a:lnTo>
                    <a:lnTo>
                      <a:pt x="106388" y="95427"/>
                    </a:lnTo>
                    <a:lnTo>
                      <a:pt x="109264" y="96065"/>
                    </a:lnTo>
                    <a:lnTo>
                      <a:pt x="112139" y="96259"/>
                    </a:lnTo>
                    <a:lnTo>
                      <a:pt x="115014" y="96246"/>
                    </a:lnTo>
                    <a:lnTo>
                      <a:pt x="117890" y="96187"/>
                    </a:lnTo>
                    <a:lnTo>
                      <a:pt x="120765" y="9619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87" name="Surface grid line"/>
              <p:cNvSpPr/>
              <p:nvPr/>
            </p:nvSpPr>
            <p:spPr>
              <a:xfrm>
                <a:off x="11285442" y="646749"/>
                <a:ext cx="1150287" cy="9336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8019">
                    <a:moveTo>
                      <a:pt x="0" y="54818"/>
                    </a:moveTo>
                    <a:lnTo>
                      <a:pt x="2875" y="55027"/>
                    </a:lnTo>
                    <a:lnTo>
                      <a:pt x="5751" y="55148"/>
                    </a:lnTo>
                    <a:lnTo>
                      <a:pt x="8626" y="55040"/>
                    </a:lnTo>
                    <a:lnTo>
                      <a:pt x="11501" y="54560"/>
                    </a:lnTo>
                    <a:lnTo>
                      <a:pt x="14377" y="53613"/>
                    </a:lnTo>
                    <a:lnTo>
                      <a:pt x="17252" y="52195"/>
                    </a:lnTo>
                    <a:lnTo>
                      <a:pt x="20128" y="50428"/>
                    </a:lnTo>
                    <a:lnTo>
                      <a:pt x="23003" y="48564"/>
                    </a:lnTo>
                    <a:lnTo>
                      <a:pt x="25878" y="46952"/>
                    </a:lnTo>
                    <a:lnTo>
                      <a:pt x="28754" y="45969"/>
                    </a:lnTo>
                    <a:lnTo>
                      <a:pt x="31629" y="45928"/>
                    </a:lnTo>
                    <a:lnTo>
                      <a:pt x="34504" y="47003"/>
                    </a:lnTo>
                    <a:lnTo>
                      <a:pt x="37380" y="49170"/>
                    </a:lnTo>
                    <a:lnTo>
                      <a:pt x="40255" y="52209"/>
                    </a:lnTo>
                    <a:lnTo>
                      <a:pt x="43130" y="55733"/>
                    </a:lnTo>
                    <a:lnTo>
                      <a:pt x="46006" y="59231"/>
                    </a:lnTo>
                    <a:lnTo>
                      <a:pt x="48881" y="62108"/>
                    </a:lnTo>
                    <a:lnTo>
                      <a:pt x="51756" y="63684"/>
                    </a:lnTo>
                    <a:lnTo>
                      <a:pt x="54632" y="63207"/>
                    </a:lnTo>
                    <a:lnTo>
                      <a:pt x="57507" y="59914"/>
                    </a:lnTo>
                    <a:lnTo>
                      <a:pt x="60383" y="53237"/>
                    </a:lnTo>
                    <a:lnTo>
                      <a:pt x="63258" y="43140"/>
                    </a:lnTo>
                    <a:lnTo>
                      <a:pt x="66133" y="30495"/>
                    </a:lnTo>
                    <a:lnTo>
                      <a:pt x="69009" y="17244"/>
                    </a:lnTo>
                    <a:lnTo>
                      <a:pt x="71884" y="6139"/>
                    </a:lnTo>
                    <a:lnTo>
                      <a:pt x="74759" y="0"/>
                    </a:lnTo>
                    <a:lnTo>
                      <a:pt x="77635" y="737"/>
                    </a:lnTo>
                    <a:lnTo>
                      <a:pt x="80510" y="8615"/>
                    </a:lnTo>
                    <a:lnTo>
                      <a:pt x="83385" y="22136"/>
                    </a:lnTo>
                    <a:lnTo>
                      <a:pt x="86261" y="38623"/>
                    </a:lnTo>
                    <a:lnTo>
                      <a:pt x="89136" y="55186"/>
                    </a:lnTo>
                    <a:lnTo>
                      <a:pt x="92011" y="69592"/>
                    </a:lnTo>
                    <a:lnTo>
                      <a:pt x="94887" y="80697"/>
                    </a:lnTo>
                    <a:lnTo>
                      <a:pt x="97762" y="88384"/>
                    </a:lnTo>
                    <a:lnTo>
                      <a:pt x="100638" y="93194"/>
                    </a:lnTo>
                    <a:lnTo>
                      <a:pt x="103513" y="95910"/>
                    </a:lnTo>
                    <a:lnTo>
                      <a:pt x="106388" y="97269"/>
                    </a:lnTo>
                    <a:lnTo>
                      <a:pt x="109264" y="97832"/>
                    </a:lnTo>
                    <a:lnTo>
                      <a:pt x="112139" y="97979"/>
                    </a:lnTo>
                    <a:lnTo>
                      <a:pt x="115014" y="97958"/>
                    </a:lnTo>
                    <a:lnTo>
                      <a:pt x="117890" y="97933"/>
                    </a:lnTo>
                    <a:lnTo>
                      <a:pt x="120765" y="9801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88" name="Surface grid line"/>
              <p:cNvSpPr/>
              <p:nvPr/>
            </p:nvSpPr>
            <p:spPr>
              <a:xfrm>
                <a:off x="11308174" y="638175"/>
                <a:ext cx="1150287" cy="92761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7387">
                    <a:moveTo>
                      <a:pt x="0" y="54094"/>
                    </a:moveTo>
                    <a:lnTo>
                      <a:pt x="2875" y="54235"/>
                    </a:lnTo>
                    <a:lnTo>
                      <a:pt x="5751" y="54189"/>
                    </a:lnTo>
                    <a:lnTo>
                      <a:pt x="8626" y="53783"/>
                    </a:lnTo>
                    <a:lnTo>
                      <a:pt x="11501" y="52856"/>
                    </a:lnTo>
                    <a:lnTo>
                      <a:pt x="14377" y="51309"/>
                    </a:lnTo>
                    <a:lnTo>
                      <a:pt x="17252" y="49162"/>
                    </a:lnTo>
                    <a:lnTo>
                      <a:pt x="20128" y="46590"/>
                    </a:lnTo>
                    <a:lnTo>
                      <a:pt x="23003" y="43917"/>
                    </a:lnTo>
                    <a:lnTo>
                      <a:pt x="25878" y="41583"/>
                    </a:lnTo>
                    <a:lnTo>
                      <a:pt x="28754" y="40052"/>
                    </a:lnTo>
                    <a:lnTo>
                      <a:pt x="31629" y="39707"/>
                    </a:lnTo>
                    <a:lnTo>
                      <a:pt x="34504" y="40755"/>
                    </a:lnTo>
                    <a:lnTo>
                      <a:pt x="37380" y="43172"/>
                    </a:lnTo>
                    <a:lnTo>
                      <a:pt x="40255" y="46696"/>
                    </a:lnTo>
                    <a:lnTo>
                      <a:pt x="43130" y="50870"/>
                    </a:lnTo>
                    <a:lnTo>
                      <a:pt x="46006" y="55105"/>
                    </a:lnTo>
                    <a:lnTo>
                      <a:pt x="48881" y="58732"/>
                    </a:lnTo>
                    <a:lnTo>
                      <a:pt x="51756" y="61013"/>
                    </a:lnTo>
                    <a:lnTo>
                      <a:pt x="54632" y="61157"/>
                    </a:lnTo>
                    <a:lnTo>
                      <a:pt x="57507" y="58389"/>
                    </a:lnTo>
                    <a:lnTo>
                      <a:pt x="60383" y="52140"/>
                    </a:lnTo>
                    <a:lnTo>
                      <a:pt x="63258" y="42384"/>
                    </a:lnTo>
                    <a:lnTo>
                      <a:pt x="66133" y="30006"/>
                    </a:lnTo>
                    <a:lnTo>
                      <a:pt x="69009" y="16963"/>
                    </a:lnTo>
                    <a:lnTo>
                      <a:pt x="71884" y="6019"/>
                    </a:lnTo>
                    <a:lnTo>
                      <a:pt x="74759" y="0"/>
                    </a:lnTo>
                    <a:lnTo>
                      <a:pt x="77635" y="823"/>
                    </a:lnTo>
                    <a:lnTo>
                      <a:pt x="80510" y="8751"/>
                    </a:lnTo>
                    <a:lnTo>
                      <a:pt x="83385" y="22285"/>
                    </a:lnTo>
                    <a:lnTo>
                      <a:pt x="86261" y="38746"/>
                    </a:lnTo>
                    <a:lnTo>
                      <a:pt x="89136" y="55245"/>
                    </a:lnTo>
                    <a:lnTo>
                      <a:pt x="92011" y="69551"/>
                    </a:lnTo>
                    <a:lnTo>
                      <a:pt x="94887" y="80531"/>
                    </a:lnTo>
                    <a:lnTo>
                      <a:pt x="97762" y="88077"/>
                    </a:lnTo>
                    <a:lnTo>
                      <a:pt x="100638" y="92744"/>
                    </a:lnTo>
                    <a:lnTo>
                      <a:pt x="103513" y="95330"/>
                    </a:lnTo>
                    <a:lnTo>
                      <a:pt x="106388" y="96582"/>
                    </a:lnTo>
                    <a:lnTo>
                      <a:pt x="109264" y="97072"/>
                    </a:lnTo>
                    <a:lnTo>
                      <a:pt x="112139" y="97188"/>
                    </a:lnTo>
                    <a:lnTo>
                      <a:pt x="115014" y="97179"/>
                    </a:lnTo>
                    <a:lnTo>
                      <a:pt x="117890" y="97208"/>
                    </a:lnTo>
                    <a:lnTo>
                      <a:pt x="120765" y="9738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89" name="Surface grid line"/>
              <p:cNvSpPr/>
              <p:nvPr/>
            </p:nvSpPr>
            <p:spPr>
              <a:xfrm>
                <a:off x="11330906" y="653443"/>
                <a:ext cx="1150287" cy="89831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4311">
                    <a:moveTo>
                      <a:pt x="0" y="50980"/>
                    </a:moveTo>
                    <a:lnTo>
                      <a:pt x="2875" y="51071"/>
                    </a:lnTo>
                    <a:lnTo>
                      <a:pt x="5751" y="50874"/>
                    </a:lnTo>
                    <a:lnTo>
                      <a:pt x="8626" y="50184"/>
                    </a:lnTo>
                    <a:lnTo>
                      <a:pt x="11501" y="48820"/>
                    </a:lnTo>
                    <a:lnTo>
                      <a:pt x="14377" y="46683"/>
                    </a:lnTo>
                    <a:lnTo>
                      <a:pt x="17252" y="43814"/>
                    </a:lnTo>
                    <a:lnTo>
                      <a:pt x="20128" y="40436"/>
                    </a:lnTo>
                    <a:lnTo>
                      <a:pt x="23003" y="36950"/>
                    </a:lnTo>
                    <a:lnTo>
                      <a:pt x="25878" y="33884"/>
                    </a:lnTo>
                    <a:lnTo>
                      <a:pt x="28754" y="31789"/>
                    </a:lnTo>
                    <a:lnTo>
                      <a:pt x="31629" y="31120"/>
                    </a:lnTo>
                    <a:lnTo>
                      <a:pt x="34504" y="32122"/>
                    </a:lnTo>
                    <a:lnTo>
                      <a:pt x="37380" y="34770"/>
                    </a:lnTo>
                    <a:lnTo>
                      <a:pt x="40255" y="38763"/>
                    </a:lnTo>
                    <a:lnTo>
                      <a:pt x="43130" y="43580"/>
                    </a:lnTo>
                    <a:lnTo>
                      <a:pt x="46006" y="48558"/>
                    </a:lnTo>
                    <a:lnTo>
                      <a:pt x="48881" y="52959"/>
                    </a:lnTo>
                    <a:lnTo>
                      <a:pt x="51756" y="56000"/>
                    </a:lnTo>
                    <a:lnTo>
                      <a:pt x="54632" y="56871"/>
                    </a:lnTo>
                    <a:lnTo>
                      <a:pt x="57507" y="54802"/>
                    </a:lnTo>
                    <a:lnTo>
                      <a:pt x="60383" y="49242"/>
                    </a:lnTo>
                    <a:lnTo>
                      <a:pt x="63258" y="40180"/>
                    </a:lnTo>
                    <a:lnTo>
                      <a:pt x="66133" y="28491"/>
                    </a:lnTo>
                    <a:lnTo>
                      <a:pt x="69009" y="16091"/>
                    </a:lnTo>
                    <a:lnTo>
                      <a:pt x="71884" y="5677"/>
                    </a:lnTo>
                    <a:lnTo>
                      <a:pt x="74759" y="0"/>
                    </a:lnTo>
                    <a:lnTo>
                      <a:pt x="77635" y="924"/>
                    </a:lnTo>
                    <a:lnTo>
                      <a:pt x="80510" y="8706"/>
                    </a:lnTo>
                    <a:lnTo>
                      <a:pt x="83385" y="21890"/>
                    </a:lnTo>
                    <a:lnTo>
                      <a:pt x="86261" y="37873"/>
                    </a:lnTo>
                    <a:lnTo>
                      <a:pt x="89136" y="53851"/>
                    </a:lnTo>
                    <a:lnTo>
                      <a:pt x="92011" y="67666"/>
                    </a:lnTo>
                    <a:lnTo>
                      <a:pt x="94887" y="78223"/>
                    </a:lnTo>
                    <a:lnTo>
                      <a:pt x="97762" y="85432"/>
                    </a:lnTo>
                    <a:lnTo>
                      <a:pt x="100638" y="89844"/>
                    </a:lnTo>
                    <a:lnTo>
                      <a:pt x="103513" y="92245"/>
                    </a:lnTo>
                    <a:lnTo>
                      <a:pt x="106388" y="93375"/>
                    </a:lnTo>
                    <a:lnTo>
                      <a:pt x="109264" y="93798"/>
                    </a:lnTo>
                    <a:lnTo>
                      <a:pt x="112139" y="93898"/>
                    </a:lnTo>
                    <a:lnTo>
                      <a:pt x="115014" y="93920"/>
                    </a:lnTo>
                    <a:lnTo>
                      <a:pt x="117890" y="94023"/>
                    </a:lnTo>
                    <a:lnTo>
                      <a:pt x="120765" y="9431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90" name="Surface grid line"/>
              <p:cNvSpPr/>
              <p:nvPr/>
            </p:nvSpPr>
            <p:spPr>
              <a:xfrm>
                <a:off x="11353638" y="690499"/>
                <a:ext cx="1150287" cy="84784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9013">
                    <a:moveTo>
                      <a:pt x="0" y="45700"/>
                    </a:moveTo>
                    <a:lnTo>
                      <a:pt x="2875" y="45764"/>
                    </a:lnTo>
                    <a:lnTo>
                      <a:pt x="5751" y="45440"/>
                    </a:lnTo>
                    <a:lnTo>
                      <a:pt x="8626" y="44496"/>
                    </a:lnTo>
                    <a:lnTo>
                      <a:pt x="11501" y="42732"/>
                    </a:lnTo>
                    <a:lnTo>
                      <a:pt x="14377" y="40046"/>
                    </a:lnTo>
                    <a:lnTo>
                      <a:pt x="17252" y="36500"/>
                    </a:lnTo>
                    <a:lnTo>
                      <a:pt x="20128" y="32363"/>
                    </a:lnTo>
                    <a:lnTo>
                      <a:pt x="23003" y="28107"/>
                    </a:lnTo>
                    <a:lnTo>
                      <a:pt x="25878" y="24341"/>
                    </a:lnTo>
                    <a:lnTo>
                      <a:pt x="28754" y="21701"/>
                    </a:lnTo>
                    <a:lnTo>
                      <a:pt x="31629" y="20709"/>
                    </a:lnTo>
                    <a:lnTo>
                      <a:pt x="34504" y="21649"/>
                    </a:lnTo>
                    <a:lnTo>
                      <a:pt x="37380" y="24496"/>
                    </a:lnTo>
                    <a:lnTo>
                      <a:pt x="40255" y="28915"/>
                    </a:lnTo>
                    <a:lnTo>
                      <a:pt x="43130" y="34330"/>
                    </a:lnTo>
                    <a:lnTo>
                      <a:pt x="46006" y="40010"/>
                    </a:lnTo>
                    <a:lnTo>
                      <a:pt x="48881" y="45163"/>
                    </a:lnTo>
                    <a:lnTo>
                      <a:pt x="51756" y="48974"/>
                    </a:lnTo>
                    <a:lnTo>
                      <a:pt x="54632" y="50633"/>
                    </a:lnTo>
                    <a:lnTo>
                      <a:pt x="57507" y="49394"/>
                    </a:lnTo>
                    <a:lnTo>
                      <a:pt x="60383" y="44741"/>
                    </a:lnTo>
                    <a:lnTo>
                      <a:pt x="63258" y="36681"/>
                    </a:lnTo>
                    <a:lnTo>
                      <a:pt x="66133" y="26055"/>
                    </a:lnTo>
                    <a:lnTo>
                      <a:pt x="69009" y="14690"/>
                    </a:lnTo>
                    <a:lnTo>
                      <a:pt x="71884" y="5137"/>
                    </a:lnTo>
                    <a:lnTo>
                      <a:pt x="74759" y="0"/>
                    </a:lnTo>
                    <a:lnTo>
                      <a:pt x="77635" y="1037"/>
                    </a:lnTo>
                    <a:lnTo>
                      <a:pt x="80510" y="8491"/>
                    </a:lnTo>
                    <a:lnTo>
                      <a:pt x="83385" y="20988"/>
                    </a:lnTo>
                    <a:lnTo>
                      <a:pt x="86261" y="36078"/>
                    </a:lnTo>
                    <a:lnTo>
                      <a:pt x="89136" y="51120"/>
                    </a:lnTo>
                    <a:lnTo>
                      <a:pt x="92011" y="64085"/>
                    </a:lnTo>
                    <a:lnTo>
                      <a:pt x="94887" y="73952"/>
                    </a:lnTo>
                    <a:lnTo>
                      <a:pt x="97762" y="80647"/>
                    </a:lnTo>
                    <a:lnTo>
                      <a:pt x="100638" y="84703"/>
                    </a:lnTo>
                    <a:lnTo>
                      <a:pt x="103513" y="86875"/>
                    </a:lnTo>
                    <a:lnTo>
                      <a:pt x="106388" y="87871"/>
                    </a:lnTo>
                    <a:lnTo>
                      <a:pt x="109264" y="88235"/>
                    </a:lnTo>
                    <a:lnTo>
                      <a:pt x="112139" y="88335"/>
                    </a:lnTo>
                    <a:lnTo>
                      <a:pt x="115014" y="88407"/>
                    </a:lnTo>
                    <a:lnTo>
                      <a:pt x="117890" y="88601"/>
                    </a:lnTo>
                    <a:lnTo>
                      <a:pt x="120765" y="8901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91" name="Surface grid line"/>
              <p:cNvSpPr/>
              <p:nvPr/>
            </p:nvSpPr>
            <p:spPr>
              <a:xfrm>
                <a:off x="11376370" y="745513"/>
                <a:ext cx="1150287" cy="78009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1900">
                    <a:moveTo>
                      <a:pt x="0" y="38665"/>
                    </a:moveTo>
                    <a:lnTo>
                      <a:pt x="2875" y="38727"/>
                    </a:lnTo>
                    <a:lnTo>
                      <a:pt x="5751" y="38311"/>
                    </a:lnTo>
                    <a:lnTo>
                      <a:pt x="8626" y="37160"/>
                    </a:lnTo>
                    <a:lnTo>
                      <a:pt x="11501" y="35057"/>
                    </a:lnTo>
                    <a:lnTo>
                      <a:pt x="14377" y="31897"/>
                    </a:lnTo>
                    <a:lnTo>
                      <a:pt x="17252" y="27762"/>
                    </a:lnTo>
                    <a:lnTo>
                      <a:pt x="20128" y="22962"/>
                    </a:lnTo>
                    <a:lnTo>
                      <a:pt x="23003" y="18026"/>
                    </a:lnTo>
                    <a:lnTo>
                      <a:pt x="25878" y="13639"/>
                    </a:lnTo>
                    <a:lnTo>
                      <a:pt x="28754" y="10508"/>
                    </a:lnTo>
                    <a:lnTo>
                      <a:pt x="31629" y="9215"/>
                    </a:lnTo>
                    <a:lnTo>
                      <a:pt x="34504" y="10079"/>
                    </a:lnTo>
                    <a:lnTo>
                      <a:pt x="37380" y="13078"/>
                    </a:lnTo>
                    <a:lnTo>
                      <a:pt x="40255" y="17852"/>
                    </a:lnTo>
                    <a:lnTo>
                      <a:pt x="43130" y="23777"/>
                    </a:lnTo>
                    <a:lnTo>
                      <a:pt x="46006" y="30074"/>
                    </a:lnTo>
                    <a:lnTo>
                      <a:pt x="48881" y="35907"/>
                    </a:lnTo>
                    <a:lnTo>
                      <a:pt x="51756" y="40447"/>
                    </a:lnTo>
                    <a:lnTo>
                      <a:pt x="54632" y="42902"/>
                    </a:lnTo>
                    <a:lnTo>
                      <a:pt x="57507" y="42568"/>
                    </a:lnTo>
                    <a:lnTo>
                      <a:pt x="60383" y="38978"/>
                    </a:lnTo>
                    <a:lnTo>
                      <a:pt x="63258" y="32153"/>
                    </a:lnTo>
                    <a:lnTo>
                      <a:pt x="66133" y="22886"/>
                    </a:lnTo>
                    <a:lnTo>
                      <a:pt x="69009" y="12866"/>
                    </a:lnTo>
                    <a:lnTo>
                      <a:pt x="71884" y="4441"/>
                    </a:lnTo>
                    <a:lnTo>
                      <a:pt x="74759" y="0"/>
                    </a:lnTo>
                    <a:lnTo>
                      <a:pt x="77635" y="1154"/>
                    </a:lnTo>
                    <a:lnTo>
                      <a:pt x="80510" y="8125"/>
                    </a:lnTo>
                    <a:lnTo>
                      <a:pt x="83385" y="19657"/>
                    </a:lnTo>
                    <a:lnTo>
                      <a:pt x="86261" y="33510"/>
                    </a:lnTo>
                    <a:lnTo>
                      <a:pt x="89136" y="47271"/>
                    </a:lnTo>
                    <a:lnTo>
                      <a:pt x="92011" y="59092"/>
                    </a:lnTo>
                    <a:lnTo>
                      <a:pt x="94887" y="68050"/>
                    </a:lnTo>
                    <a:lnTo>
                      <a:pt x="97762" y="74089"/>
                    </a:lnTo>
                    <a:lnTo>
                      <a:pt x="100638" y="77711"/>
                    </a:lnTo>
                    <a:lnTo>
                      <a:pt x="103513" y="79620"/>
                    </a:lnTo>
                    <a:lnTo>
                      <a:pt x="106388" y="80478"/>
                    </a:lnTo>
                    <a:lnTo>
                      <a:pt x="109264" y="80793"/>
                    </a:lnTo>
                    <a:lnTo>
                      <a:pt x="112139" y="80911"/>
                    </a:lnTo>
                    <a:lnTo>
                      <a:pt x="115014" y="81052"/>
                    </a:lnTo>
                    <a:lnTo>
                      <a:pt x="117890" y="81353"/>
                    </a:lnTo>
                    <a:lnTo>
                      <a:pt x="120765" y="8190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92" name="Surface grid line"/>
              <p:cNvSpPr/>
              <p:nvPr/>
            </p:nvSpPr>
            <p:spPr>
              <a:xfrm>
                <a:off x="11399101" y="789386"/>
                <a:ext cx="1150287" cy="72418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6030">
                    <a:moveTo>
                      <a:pt x="0" y="32935"/>
                    </a:moveTo>
                    <a:lnTo>
                      <a:pt x="2875" y="33025"/>
                    </a:lnTo>
                    <a:lnTo>
                      <a:pt x="5751" y="32561"/>
                    </a:lnTo>
                    <a:lnTo>
                      <a:pt x="8626" y="31265"/>
                    </a:lnTo>
                    <a:lnTo>
                      <a:pt x="11501" y="28906"/>
                    </a:lnTo>
                    <a:lnTo>
                      <a:pt x="14377" y="25381"/>
                    </a:lnTo>
                    <a:lnTo>
                      <a:pt x="17252" y="20784"/>
                    </a:lnTo>
                    <a:lnTo>
                      <a:pt x="20128" y="15457"/>
                    </a:lnTo>
                    <a:lnTo>
                      <a:pt x="23003" y="9979"/>
                    </a:lnTo>
                    <a:lnTo>
                      <a:pt x="25878" y="5089"/>
                    </a:lnTo>
                    <a:lnTo>
                      <a:pt x="28754" y="1553"/>
                    </a:lnTo>
                    <a:lnTo>
                      <a:pt x="31629" y="0"/>
                    </a:lnTo>
                    <a:lnTo>
                      <a:pt x="34504" y="778"/>
                    </a:lnTo>
                    <a:lnTo>
                      <a:pt x="37380" y="3871"/>
                    </a:lnTo>
                    <a:lnTo>
                      <a:pt x="40255" y="8901"/>
                    </a:lnTo>
                    <a:lnTo>
                      <a:pt x="43130" y="15213"/>
                    </a:lnTo>
                    <a:lnTo>
                      <a:pt x="46006" y="21994"/>
                    </a:lnTo>
                    <a:lnTo>
                      <a:pt x="48881" y="28387"/>
                    </a:lnTo>
                    <a:lnTo>
                      <a:pt x="51756" y="33566"/>
                    </a:lnTo>
                    <a:lnTo>
                      <a:pt x="54632" y="36770"/>
                    </a:lnTo>
                    <a:lnTo>
                      <a:pt x="57507" y="37354"/>
                    </a:lnTo>
                    <a:lnTo>
                      <a:pt x="60383" y="34905"/>
                    </a:lnTo>
                    <a:lnTo>
                      <a:pt x="63258" y="29459"/>
                    </a:lnTo>
                    <a:lnTo>
                      <a:pt x="66133" y="21745"/>
                    </a:lnTo>
                    <a:lnTo>
                      <a:pt x="69009" y="13280"/>
                    </a:lnTo>
                    <a:lnTo>
                      <a:pt x="71884" y="6163"/>
                    </a:lnTo>
                    <a:lnTo>
                      <a:pt x="74759" y="2521"/>
                    </a:lnTo>
                    <a:lnTo>
                      <a:pt x="77635" y="3787"/>
                    </a:lnTo>
                    <a:lnTo>
                      <a:pt x="80510" y="10158"/>
                    </a:lnTo>
                    <a:lnTo>
                      <a:pt x="83385" y="20520"/>
                    </a:lnTo>
                    <a:lnTo>
                      <a:pt x="86261" y="32885"/>
                    </a:lnTo>
                    <a:lnTo>
                      <a:pt x="89136" y="45118"/>
                    </a:lnTo>
                    <a:lnTo>
                      <a:pt x="92011" y="55586"/>
                    </a:lnTo>
                    <a:lnTo>
                      <a:pt x="94887" y="63481"/>
                    </a:lnTo>
                    <a:lnTo>
                      <a:pt x="97762" y="68767"/>
                    </a:lnTo>
                    <a:lnTo>
                      <a:pt x="100638" y="71904"/>
                    </a:lnTo>
                    <a:lnTo>
                      <a:pt x="103513" y="73533"/>
                    </a:lnTo>
                    <a:lnTo>
                      <a:pt x="106388" y="74257"/>
                    </a:lnTo>
                    <a:lnTo>
                      <a:pt x="109264" y="74538"/>
                    </a:lnTo>
                    <a:lnTo>
                      <a:pt x="112139" y="74691"/>
                    </a:lnTo>
                    <a:lnTo>
                      <a:pt x="115014" y="74917"/>
                    </a:lnTo>
                    <a:lnTo>
                      <a:pt x="117890" y="75340"/>
                    </a:lnTo>
                    <a:lnTo>
                      <a:pt x="120765" y="760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93" name="Surface grid line"/>
              <p:cNvSpPr/>
              <p:nvPr/>
            </p:nvSpPr>
            <p:spPr>
              <a:xfrm>
                <a:off x="11421833" y="758348"/>
                <a:ext cx="1150287" cy="74392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103">
                    <a:moveTo>
                      <a:pt x="0" y="35207"/>
                    </a:moveTo>
                    <a:lnTo>
                      <a:pt x="2875" y="35358"/>
                    </a:lnTo>
                    <a:lnTo>
                      <a:pt x="5751" y="34896"/>
                    </a:lnTo>
                    <a:lnTo>
                      <a:pt x="8626" y="33528"/>
                    </a:lnTo>
                    <a:lnTo>
                      <a:pt x="11501" y="31016"/>
                    </a:lnTo>
                    <a:lnTo>
                      <a:pt x="14377" y="27256"/>
                    </a:lnTo>
                    <a:lnTo>
                      <a:pt x="17252" y="22355"/>
                    </a:lnTo>
                    <a:lnTo>
                      <a:pt x="20128" y="16674"/>
                    </a:lnTo>
                    <a:lnTo>
                      <a:pt x="23003" y="10825"/>
                    </a:lnTo>
                    <a:lnTo>
                      <a:pt x="25878" y="5584"/>
                    </a:lnTo>
                    <a:lnTo>
                      <a:pt x="28754" y="1756"/>
                    </a:lnTo>
                    <a:lnTo>
                      <a:pt x="31629" y="0"/>
                    </a:lnTo>
                    <a:lnTo>
                      <a:pt x="34504" y="686"/>
                    </a:lnTo>
                    <a:lnTo>
                      <a:pt x="37380" y="3803"/>
                    </a:lnTo>
                    <a:lnTo>
                      <a:pt x="40255" y="8969"/>
                    </a:lnTo>
                    <a:lnTo>
                      <a:pt x="43130" y="15516"/>
                    </a:lnTo>
                    <a:lnTo>
                      <a:pt x="46006" y="22615"/>
                    </a:lnTo>
                    <a:lnTo>
                      <a:pt x="48881" y="29410"/>
                    </a:lnTo>
                    <a:lnTo>
                      <a:pt x="51756" y="35093"/>
                    </a:lnTo>
                    <a:lnTo>
                      <a:pt x="54632" y="38950"/>
                    </a:lnTo>
                    <a:lnTo>
                      <a:pt x="57507" y="40401"/>
                    </a:lnTo>
                    <a:lnTo>
                      <a:pt x="60383" y="39093"/>
                    </a:lnTo>
                    <a:lnTo>
                      <a:pt x="63258" y="35076"/>
                    </a:lnTo>
                    <a:lnTo>
                      <a:pt x="66133" y="28998"/>
                    </a:lnTo>
                    <a:lnTo>
                      <a:pt x="69009" y="22185"/>
                    </a:lnTo>
                    <a:lnTo>
                      <a:pt x="71884" y="16461"/>
                    </a:lnTo>
                    <a:lnTo>
                      <a:pt x="74759" y="13662"/>
                    </a:lnTo>
                    <a:lnTo>
                      <a:pt x="77635" y="15026"/>
                    </a:lnTo>
                    <a:lnTo>
                      <a:pt x="80510" y="20723"/>
                    </a:lnTo>
                    <a:lnTo>
                      <a:pt x="83385" y="29793"/>
                    </a:lnTo>
                    <a:lnTo>
                      <a:pt x="86261" y="40527"/>
                    </a:lnTo>
                    <a:lnTo>
                      <a:pt x="89136" y="51091"/>
                    </a:lnTo>
                    <a:lnTo>
                      <a:pt x="92011" y="60090"/>
                    </a:lnTo>
                    <a:lnTo>
                      <a:pt x="94887" y="66840"/>
                    </a:lnTo>
                    <a:lnTo>
                      <a:pt x="97762" y="71324"/>
                    </a:lnTo>
                    <a:lnTo>
                      <a:pt x="100638" y="73957"/>
                    </a:lnTo>
                    <a:lnTo>
                      <a:pt x="103513" y="75307"/>
                    </a:lnTo>
                    <a:lnTo>
                      <a:pt x="106388" y="75908"/>
                    </a:lnTo>
                    <a:lnTo>
                      <a:pt x="109264" y="76171"/>
                    </a:lnTo>
                    <a:lnTo>
                      <a:pt x="112139" y="76378"/>
                    </a:lnTo>
                    <a:lnTo>
                      <a:pt x="115014" y="76706"/>
                    </a:lnTo>
                    <a:lnTo>
                      <a:pt x="117890" y="77262"/>
                    </a:lnTo>
                    <a:lnTo>
                      <a:pt x="120765" y="7810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94" name="Surface grid line"/>
              <p:cNvSpPr/>
              <p:nvPr/>
            </p:nvSpPr>
            <p:spPr>
              <a:xfrm>
                <a:off x="11444565" y="741484"/>
                <a:ext cx="1150287" cy="75022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764">
                    <a:moveTo>
                      <a:pt x="0" y="36124"/>
                    </a:moveTo>
                    <a:lnTo>
                      <a:pt x="2875" y="36370"/>
                    </a:lnTo>
                    <a:lnTo>
                      <a:pt x="5751" y="35962"/>
                    </a:lnTo>
                    <a:lnTo>
                      <a:pt x="8626" y="34602"/>
                    </a:lnTo>
                    <a:lnTo>
                      <a:pt x="11501" y="32048"/>
                    </a:lnTo>
                    <a:lnTo>
                      <a:pt x="14377" y="28200"/>
                    </a:lnTo>
                    <a:lnTo>
                      <a:pt x="17252" y="23168"/>
                    </a:lnTo>
                    <a:lnTo>
                      <a:pt x="20128" y="17328"/>
                    </a:lnTo>
                    <a:lnTo>
                      <a:pt x="23003" y="11303"/>
                    </a:lnTo>
                    <a:lnTo>
                      <a:pt x="25878" y="5884"/>
                    </a:lnTo>
                    <a:lnTo>
                      <a:pt x="28754" y="1891"/>
                    </a:lnTo>
                    <a:lnTo>
                      <a:pt x="31629" y="0"/>
                    </a:lnTo>
                    <a:lnTo>
                      <a:pt x="34504" y="590"/>
                    </a:lnTo>
                    <a:lnTo>
                      <a:pt x="37380" y="3659"/>
                    </a:lnTo>
                    <a:lnTo>
                      <a:pt x="40255" y="8831"/>
                    </a:lnTo>
                    <a:lnTo>
                      <a:pt x="43130" y="15441"/>
                    </a:lnTo>
                    <a:lnTo>
                      <a:pt x="46006" y="22672"/>
                    </a:lnTo>
                    <a:lnTo>
                      <a:pt x="48881" y="29684"/>
                    </a:lnTo>
                    <a:lnTo>
                      <a:pt x="51756" y="35705"/>
                    </a:lnTo>
                    <a:lnTo>
                      <a:pt x="54632" y="40079"/>
                    </a:lnTo>
                    <a:lnTo>
                      <a:pt x="57507" y="42295"/>
                    </a:lnTo>
                    <a:lnTo>
                      <a:pt x="60383" y="42057"/>
                    </a:lnTo>
                    <a:lnTo>
                      <a:pt x="63258" y="39425"/>
                    </a:lnTo>
                    <a:lnTo>
                      <a:pt x="66133" y="34961"/>
                    </a:lnTo>
                    <a:lnTo>
                      <a:pt x="69009" y="29792"/>
                    </a:lnTo>
                    <a:lnTo>
                      <a:pt x="71884" y="25453"/>
                    </a:lnTo>
                    <a:lnTo>
                      <a:pt x="74759" y="23485"/>
                    </a:lnTo>
                    <a:lnTo>
                      <a:pt x="77635" y="24925"/>
                    </a:lnTo>
                    <a:lnTo>
                      <a:pt x="80510" y="29915"/>
                    </a:lnTo>
                    <a:lnTo>
                      <a:pt x="83385" y="37653"/>
                    </a:lnTo>
                    <a:lnTo>
                      <a:pt x="86261" y="46716"/>
                    </a:lnTo>
                    <a:lnTo>
                      <a:pt x="89136" y="55578"/>
                    </a:lnTo>
                    <a:lnTo>
                      <a:pt x="92011" y="63083"/>
                    </a:lnTo>
                    <a:lnTo>
                      <a:pt x="94887" y="68676"/>
                    </a:lnTo>
                    <a:lnTo>
                      <a:pt x="97762" y="72360"/>
                    </a:lnTo>
                    <a:lnTo>
                      <a:pt x="100638" y="74499"/>
                    </a:lnTo>
                    <a:lnTo>
                      <a:pt x="103513" y="75586"/>
                    </a:lnTo>
                    <a:lnTo>
                      <a:pt x="106388" y="76084"/>
                    </a:lnTo>
                    <a:lnTo>
                      <a:pt x="109264" y="76350"/>
                    </a:lnTo>
                    <a:lnTo>
                      <a:pt x="112139" y="76628"/>
                    </a:lnTo>
                    <a:lnTo>
                      <a:pt x="115014" y="77073"/>
                    </a:lnTo>
                    <a:lnTo>
                      <a:pt x="117890" y="77771"/>
                    </a:lnTo>
                    <a:lnTo>
                      <a:pt x="120765" y="7876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95" name="Surface grid line"/>
              <p:cNvSpPr/>
              <p:nvPr/>
            </p:nvSpPr>
            <p:spPr>
              <a:xfrm>
                <a:off x="11467297" y="738953"/>
                <a:ext cx="1150287" cy="74291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7997">
                    <a:moveTo>
                      <a:pt x="0" y="35662"/>
                    </a:moveTo>
                    <a:lnTo>
                      <a:pt x="2875" y="36033"/>
                    </a:lnTo>
                    <a:lnTo>
                      <a:pt x="5751" y="35730"/>
                    </a:lnTo>
                    <a:lnTo>
                      <a:pt x="8626" y="34455"/>
                    </a:lnTo>
                    <a:lnTo>
                      <a:pt x="11501" y="31972"/>
                    </a:lnTo>
                    <a:lnTo>
                      <a:pt x="14377" y="28182"/>
                    </a:lnTo>
                    <a:lnTo>
                      <a:pt x="17252" y="23199"/>
                    </a:lnTo>
                    <a:lnTo>
                      <a:pt x="20128" y="17397"/>
                    </a:lnTo>
                    <a:lnTo>
                      <a:pt x="23003" y="11394"/>
                    </a:lnTo>
                    <a:lnTo>
                      <a:pt x="25878" y="5976"/>
                    </a:lnTo>
                    <a:lnTo>
                      <a:pt x="28754" y="1954"/>
                    </a:lnTo>
                    <a:lnTo>
                      <a:pt x="31629" y="0"/>
                    </a:lnTo>
                    <a:lnTo>
                      <a:pt x="34504" y="494"/>
                    </a:lnTo>
                    <a:lnTo>
                      <a:pt x="37380" y="3445"/>
                    </a:lnTo>
                    <a:lnTo>
                      <a:pt x="40255" y="8492"/>
                    </a:lnTo>
                    <a:lnTo>
                      <a:pt x="43130" y="14994"/>
                    </a:lnTo>
                    <a:lnTo>
                      <a:pt x="46006" y="22163"/>
                    </a:lnTo>
                    <a:lnTo>
                      <a:pt x="48881" y="29198"/>
                    </a:lnTo>
                    <a:lnTo>
                      <a:pt x="51756" y="35378"/>
                    </a:lnTo>
                    <a:lnTo>
                      <a:pt x="54632" y="40108"/>
                    </a:lnTo>
                    <a:lnTo>
                      <a:pt x="57507" y="42946"/>
                    </a:lnTo>
                    <a:lnTo>
                      <a:pt x="60383" y="43652"/>
                    </a:lnTo>
                    <a:lnTo>
                      <a:pt x="63258" y="42287"/>
                    </a:lnTo>
                    <a:lnTo>
                      <a:pt x="66133" y="39325"/>
                    </a:lnTo>
                    <a:lnTo>
                      <a:pt x="69009" y="35697"/>
                    </a:lnTo>
                    <a:lnTo>
                      <a:pt x="71884" y="32657"/>
                    </a:lnTo>
                    <a:lnTo>
                      <a:pt x="74759" y="31460"/>
                    </a:lnTo>
                    <a:lnTo>
                      <a:pt x="77635" y="32948"/>
                    </a:lnTo>
                    <a:lnTo>
                      <a:pt x="80510" y="37235"/>
                    </a:lnTo>
                    <a:lnTo>
                      <a:pt x="83385" y="43675"/>
                    </a:lnTo>
                    <a:lnTo>
                      <a:pt x="86261" y="51117"/>
                    </a:lnTo>
                    <a:lnTo>
                      <a:pt x="89136" y="58335"/>
                    </a:lnTo>
                    <a:lnTo>
                      <a:pt x="92011" y="64404"/>
                    </a:lnTo>
                    <a:lnTo>
                      <a:pt x="94887" y="68891"/>
                    </a:lnTo>
                    <a:lnTo>
                      <a:pt x="97762" y="71817"/>
                    </a:lnTo>
                    <a:lnTo>
                      <a:pt x="100638" y="73498"/>
                    </a:lnTo>
                    <a:lnTo>
                      <a:pt x="103513" y="74353"/>
                    </a:lnTo>
                    <a:lnTo>
                      <a:pt x="106388" y="74774"/>
                    </a:lnTo>
                    <a:lnTo>
                      <a:pt x="109264" y="75065"/>
                    </a:lnTo>
                    <a:lnTo>
                      <a:pt x="112139" y="75432"/>
                    </a:lnTo>
                    <a:lnTo>
                      <a:pt x="115014" y="76004"/>
                    </a:lnTo>
                    <a:lnTo>
                      <a:pt x="117890" y="76851"/>
                    </a:lnTo>
                    <a:lnTo>
                      <a:pt x="120765" y="7799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96" name="Surface grid line"/>
              <p:cNvSpPr/>
              <p:nvPr/>
            </p:nvSpPr>
            <p:spPr>
              <a:xfrm>
                <a:off x="11490029" y="749723"/>
                <a:ext cx="1150287" cy="72301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5907">
                    <a:moveTo>
                      <a:pt x="0" y="33915"/>
                    </a:moveTo>
                    <a:lnTo>
                      <a:pt x="2875" y="34435"/>
                    </a:lnTo>
                    <a:lnTo>
                      <a:pt x="5751" y="34280"/>
                    </a:lnTo>
                    <a:lnTo>
                      <a:pt x="8626" y="33161"/>
                    </a:lnTo>
                    <a:lnTo>
                      <a:pt x="11501" y="30851"/>
                    </a:lnTo>
                    <a:lnTo>
                      <a:pt x="14377" y="27255"/>
                    </a:lnTo>
                    <a:lnTo>
                      <a:pt x="17252" y="22487"/>
                    </a:lnTo>
                    <a:lnTo>
                      <a:pt x="20128" y="16909"/>
                    </a:lnTo>
                    <a:lnTo>
                      <a:pt x="23003" y="11116"/>
                    </a:lnTo>
                    <a:lnTo>
                      <a:pt x="25878" y="5868"/>
                    </a:lnTo>
                    <a:lnTo>
                      <a:pt x="28754" y="1946"/>
                    </a:lnTo>
                    <a:lnTo>
                      <a:pt x="31629" y="0"/>
                    </a:lnTo>
                    <a:lnTo>
                      <a:pt x="34504" y="403"/>
                    </a:lnTo>
                    <a:lnTo>
                      <a:pt x="37380" y="3173"/>
                    </a:lnTo>
                    <a:lnTo>
                      <a:pt x="40255" y="7976"/>
                    </a:lnTo>
                    <a:lnTo>
                      <a:pt x="43130" y="14210"/>
                    </a:lnTo>
                    <a:lnTo>
                      <a:pt x="46006" y="21138"/>
                    </a:lnTo>
                    <a:lnTo>
                      <a:pt x="48881" y="28012"/>
                    </a:lnTo>
                    <a:lnTo>
                      <a:pt x="51756" y="34172"/>
                    </a:lnTo>
                    <a:lnTo>
                      <a:pt x="54632" y="39090"/>
                    </a:lnTo>
                    <a:lnTo>
                      <a:pt x="57507" y="42388"/>
                    </a:lnTo>
                    <a:lnTo>
                      <a:pt x="60383" y="43873"/>
                    </a:lnTo>
                    <a:lnTo>
                      <a:pt x="63258" y="43603"/>
                    </a:lnTo>
                    <a:lnTo>
                      <a:pt x="66133" y="41966"/>
                    </a:lnTo>
                    <a:lnTo>
                      <a:pt x="69009" y="39706"/>
                    </a:lnTo>
                    <a:lnTo>
                      <a:pt x="71884" y="37819"/>
                    </a:lnTo>
                    <a:lnTo>
                      <a:pt x="74759" y="37296"/>
                    </a:lnTo>
                    <a:lnTo>
                      <a:pt x="77635" y="38798"/>
                    </a:lnTo>
                    <a:lnTo>
                      <a:pt x="80510" y="42418"/>
                    </a:lnTo>
                    <a:lnTo>
                      <a:pt x="83385" y="47650"/>
                    </a:lnTo>
                    <a:lnTo>
                      <a:pt x="86261" y="53594"/>
                    </a:lnTo>
                    <a:lnTo>
                      <a:pt x="89136" y="59299"/>
                    </a:lnTo>
                    <a:lnTo>
                      <a:pt x="92011" y="64052"/>
                    </a:lnTo>
                    <a:lnTo>
                      <a:pt x="94887" y="67532"/>
                    </a:lnTo>
                    <a:lnTo>
                      <a:pt x="97762" y="69776"/>
                    </a:lnTo>
                    <a:lnTo>
                      <a:pt x="100638" y="71055"/>
                    </a:lnTo>
                    <a:lnTo>
                      <a:pt x="103513" y="71718"/>
                    </a:lnTo>
                    <a:lnTo>
                      <a:pt x="106388" y="72093"/>
                    </a:lnTo>
                    <a:lnTo>
                      <a:pt x="109264" y="72431"/>
                    </a:lnTo>
                    <a:lnTo>
                      <a:pt x="112139" y="72904"/>
                    </a:lnTo>
                    <a:lnTo>
                      <a:pt x="115014" y="73614"/>
                    </a:lnTo>
                    <a:lnTo>
                      <a:pt x="117890" y="74611"/>
                    </a:lnTo>
                    <a:lnTo>
                      <a:pt x="120765" y="7590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97" name="Surface grid line"/>
              <p:cNvSpPr/>
              <p:nvPr/>
            </p:nvSpPr>
            <p:spPr>
              <a:xfrm>
                <a:off x="11512761" y="771711"/>
                <a:ext cx="1150287" cy="69256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2711">
                    <a:moveTo>
                      <a:pt x="0" y="31082"/>
                    </a:moveTo>
                    <a:lnTo>
                      <a:pt x="2875" y="31767"/>
                    </a:lnTo>
                    <a:lnTo>
                      <a:pt x="5751" y="31793"/>
                    </a:lnTo>
                    <a:lnTo>
                      <a:pt x="8626" y="30886"/>
                    </a:lnTo>
                    <a:lnTo>
                      <a:pt x="11501" y="28831"/>
                    </a:lnTo>
                    <a:lnTo>
                      <a:pt x="14377" y="25543"/>
                    </a:lnTo>
                    <a:lnTo>
                      <a:pt x="17252" y="21130"/>
                    </a:lnTo>
                    <a:lnTo>
                      <a:pt x="20128" y="15933"/>
                    </a:lnTo>
                    <a:lnTo>
                      <a:pt x="23003" y="10513"/>
                    </a:lnTo>
                    <a:lnTo>
                      <a:pt x="25878" y="5581"/>
                    </a:lnTo>
                    <a:lnTo>
                      <a:pt x="28754" y="1872"/>
                    </a:lnTo>
                    <a:lnTo>
                      <a:pt x="31629" y="0"/>
                    </a:lnTo>
                    <a:lnTo>
                      <a:pt x="34504" y="321"/>
                    </a:lnTo>
                    <a:lnTo>
                      <a:pt x="37380" y="2861"/>
                    </a:lnTo>
                    <a:lnTo>
                      <a:pt x="40255" y="7322"/>
                    </a:lnTo>
                    <a:lnTo>
                      <a:pt x="43130" y="13157"/>
                    </a:lnTo>
                    <a:lnTo>
                      <a:pt x="46006" y="19690"/>
                    </a:lnTo>
                    <a:lnTo>
                      <a:pt x="48881" y="26244"/>
                    </a:lnTo>
                    <a:lnTo>
                      <a:pt x="51756" y="32226"/>
                    </a:lnTo>
                    <a:lnTo>
                      <a:pt x="54632" y="37172"/>
                    </a:lnTo>
                    <a:lnTo>
                      <a:pt x="57507" y="40763"/>
                    </a:lnTo>
                    <a:lnTo>
                      <a:pt x="60383" y="42846"/>
                    </a:lnTo>
                    <a:lnTo>
                      <a:pt x="63258" y="43470"/>
                    </a:lnTo>
                    <a:lnTo>
                      <a:pt x="66133" y="42940"/>
                    </a:lnTo>
                    <a:lnTo>
                      <a:pt x="69009" y="41835"/>
                    </a:lnTo>
                    <a:lnTo>
                      <a:pt x="71884" y="40918"/>
                    </a:lnTo>
                    <a:lnTo>
                      <a:pt x="74759" y="40948"/>
                    </a:lnTo>
                    <a:lnTo>
                      <a:pt x="77635" y="42431"/>
                    </a:lnTo>
                    <a:lnTo>
                      <a:pt x="80510" y="45439"/>
                    </a:lnTo>
                    <a:lnTo>
                      <a:pt x="83385" y="49590"/>
                    </a:lnTo>
                    <a:lnTo>
                      <a:pt x="86261" y="54208"/>
                    </a:lnTo>
                    <a:lnTo>
                      <a:pt x="89136" y="58579"/>
                    </a:lnTo>
                    <a:lnTo>
                      <a:pt x="92011" y="62178"/>
                    </a:lnTo>
                    <a:lnTo>
                      <a:pt x="94887" y="64781"/>
                    </a:lnTo>
                    <a:lnTo>
                      <a:pt x="97762" y="66441"/>
                    </a:lnTo>
                    <a:lnTo>
                      <a:pt x="100638" y="67386"/>
                    </a:lnTo>
                    <a:lnTo>
                      <a:pt x="103513" y="67906"/>
                    </a:lnTo>
                    <a:lnTo>
                      <a:pt x="106388" y="68267"/>
                    </a:lnTo>
                    <a:lnTo>
                      <a:pt x="109264" y="68675"/>
                    </a:lnTo>
                    <a:lnTo>
                      <a:pt x="112139" y="69267"/>
                    </a:lnTo>
                    <a:lnTo>
                      <a:pt x="115014" y="70121"/>
                    </a:lnTo>
                    <a:lnTo>
                      <a:pt x="117890" y="71271"/>
                    </a:lnTo>
                    <a:lnTo>
                      <a:pt x="120765" y="7271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98" name="Surface grid line"/>
              <p:cNvSpPr/>
              <p:nvPr/>
            </p:nvSpPr>
            <p:spPr>
              <a:xfrm>
                <a:off x="11535493" y="802060"/>
                <a:ext cx="1150287" cy="65437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8701">
                    <a:moveTo>
                      <a:pt x="0" y="27441"/>
                    </a:moveTo>
                    <a:lnTo>
                      <a:pt x="2875" y="28296"/>
                    </a:lnTo>
                    <a:lnTo>
                      <a:pt x="5751" y="28521"/>
                    </a:lnTo>
                    <a:lnTo>
                      <a:pt x="8626" y="27862"/>
                    </a:lnTo>
                    <a:lnTo>
                      <a:pt x="11501" y="26122"/>
                    </a:lnTo>
                    <a:lnTo>
                      <a:pt x="14377" y="23225"/>
                    </a:lnTo>
                    <a:lnTo>
                      <a:pt x="17252" y="19271"/>
                    </a:lnTo>
                    <a:lnTo>
                      <a:pt x="20128" y="14575"/>
                    </a:lnTo>
                    <a:lnTo>
                      <a:pt x="23003" y="9650"/>
                    </a:lnTo>
                    <a:lnTo>
                      <a:pt x="25878" y="5148"/>
                    </a:lnTo>
                    <a:lnTo>
                      <a:pt x="28754" y="1744"/>
                    </a:lnTo>
                    <a:lnTo>
                      <a:pt x="31629" y="0"/>
                    </a:lnTo>
                    <a:lnTo>
                      <a:pt x="34504" y="251"/>
                    </a:lnTo>
                    <a:lnTo>
                      <a:pt x="37380" y="2532"/>
                    </a:lnTo>
                    <a:lnTo>
                      <a:pt x="40255" y="6584"/>
                    </a:lnTo>
                    <a:lnTo>
                      <a:pt x="43130" y="11923"/>
                    </a:lnTo>
                    <a:lnTo>
                      <a:pt x="46006" y="17948"/>
                    </a:lnTo>
                    <a:lnTo>
                      <a:pt x="48881" y="24060"/>
                    </a:lnTo>
                    <a:lnTo>
                      <a:pt x="51756" y="29734"/>
                    </a:lnTo>
                    <a:lnTo>
                      <a:pt x="54632" y="34571"/>
                    </a:lnTo>
                    <a:lnTo>
                      <a:pt x="57507" y="38304"/>
                    </a:lnTo>
                    <a:lnTo>
                      <a:pt x="60383" y="40806"/>
                    </a:lnTo>
                    <a:lnTo>
                      <a:pt x="63258" y="42114"/>
                    </a:lnTo>
                    <a:lnTo>
                      <a:pt x="66133" y="42460"/>
                    </a:lnTo>
                    <a:lnTo>
                      <a:pt x="69009" y="42276"/>
                    </a:lnTo>
                    <a:lnTo>
                      <a:pt x="71884" y="42131"/>
                    </a:lnTo>
                    <a:lnTo>
                      <a:pt x="74759" y="42586"/>
                    </a:lnTo>
                    <a:lnTo>
                      <a:pt x="77635" y="44017"/>
                    </a:lnTo>
                    <a:lnTo>
                      <a:pt x="80510" y="46480"/>
                    </a:lnTo>
                    <a:lnTo>
                      <a:pt x="83385" y="49699"/>
                    </a:lnTo>
                    <a:lnTo>
                      <a:pt x="86261" y="53185"/>
                    </a:lnTo>
                    <a:lnTo>
                      <a:pt x="89136" y="56425"/>
                    </a:lnTo>
                    <a:lnTo>
                      <a:pt x="92011" y="59053"/>
                    </a:lnTo>
                    <a:lnTo>
                      <a:pt x="94887" y="60927"/>
                    </a:lnTo>
                    <a:lnTo>
                      <a:pt x="97762" y="62110"/>
                    </a:lnTo>
                    <a:lnTo>
                      <a:pt x="100638" y="62796"/>
                    </a:lnTo>
                    <a:lnTo>
                      <a:pt x="103513" y="63223"/>
                    </a:lnTo>
                    <a:lnTo>
                      <a:pt x="106388" y="63603"/>
                    </a:lnTo>
                    <a:lnTo>
                      <a:pt x="109264" y="64102"/>
                    </a:lnTo>
                    <a:lnTo>
                      <a:pt x="112139" y="64825"/>
                    </a:lnTo>
                    <a:lnTo>
                      <a:pt x="115014" y="65828"/>
                    </a:lnTo>
                    <a:lnTo>
                      <a:pt x="117890" y="67126"/>
                    </a:lnTo>
                    <a:lnTo>
                      <a:pt x="120765" y="687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99" name="Surface grid line"/>
              <p:cNvSpPr/>
              <p:nvPr/>
            </p:nvSpPr>
            <p:spPr>
              <a:xfrm>
                <a:off x="11558224" y="837505"/>
                <a:ext cx="1150287" cy="61163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4214">
                    <a:moveTo>
                      <a:pt x="0" y="23310"/>
                    </a:moveTo>
                    <a:lnTo>
                      <a:pt x="2875" y="24330"/>
                    </a:lnTo>
                    <a:lnTo>
                      <a:pt x="5751" y="24757"/>
                    </a:lnTo>
                    <a:lnTo>
                      <a:pt x="8626" y="24361"/>
                    </a:lnTo>
                    <a:lnTo>
                      <a:pt x="11501" y="22966"/>
                    </a:lnTo>
                    <a:lnTo>
                      <a:pt x="14377" y="20507"/>
                    </a:lnTo>
                    <a:lnTo>
                      <a:pt x="17252" y="17075"/>
                    </a:lnTo>
                    <a:lnTo>
                      <a:pt x="20128" y="12955"/>
                    </a:lnTo>
                    <a:lnTo>
                      <a:pt x="23003" y="8606"/>
                    </a:lnTo>
                    <a:lnTo>
                      <a:pt x="25878" y="4610"/>
                    </a:lnTo>
                    <a:lnTo>
                      <a:pt x="28754" y="1573"/>
                    </a:lnTo>
                    <a:lnTo>
                      <a:pt x="31629" y="0"/>
                    </a:lnTo>
                    <a:lnTo>
                      <a:pt x="34504" y="198"/>
                    </a:lnTo>
                    <a:lnTo>
                      <a:pt x="37380" y="2209"/>
                    </a:lnTo>
                    <a:lnTo>
                      <a:pt x="40255" y="5817"/>
                    </a:lnTo>
                    <a:lnTo>
                      <a:pt x="43130" y="10606"/>
                    </a:lnTo>
                    <a:lnTo>
                      <a:pt x="46006" y="16056"/>
                    </a:lnTo>
                    <a:lnTo>
                      <a:pt x="48881" y="21645"/>
                    </a:lnTo>
                    <a:lnTo>
                      <a:pt x="51756" y="26923"/>
                    </a:lnTo>
                    <a:lnTo>
                      <a:pt x="54632" y="31547"/>
                    </a:lnTo>
                    <a:lnTo>
                      <a:pt x="57507" y="35291"/>
                    </a:lnTo>
                    <a:lnTo>
                      <a:pt x="60383" y="38050"/>
                    </a:lnTo>
                    <a:lnTo>
                      <a:pt x="63258" y="39844"/>
                    </a:lnTo>
                    <a:lnTo>
                      <a:pt x="66133" y="40841"/>
                    </a:lnTo>
                    <a:lnTo>
                      <a:pt x="69009" y="41351"/>
                    </a:lnTo>
                    <a:lnTo>
                      <a:pt x="71884" y="41782"/>
                    </a:lnTo>
                    <a:lnTo>
                      <a:pt x="74759" y="42538"/>
                    </a:lnTo>
                    <a:lnTo>
                      <a:pt x="77635" y="43887"/>
                    </a:lnTo>
                    <a:lnTo>
                      <a:pt x="80510" y="45876"/>
                    </a:lnTo>
                    <a:lnTo>
                      <a:pt x="83385" y="48315"/>
                    </a:lnTo>
                    <a:lnTo>
                      <a:pt x="86261" y="50867"/>
                    </a:lnTo>
                    <a:lnTo>
                      <a:pt x="89136" y="53185"/>
                    </a:lnTo>
                    <a:lnTo>
                      <a:pt x="92011" y="55028"/>
                    </a:lnTo>
                    <a:lnTo>
                      <a:pt x="94887" y="56321"/>
                    </a:lnTo>
                    <a:lnTo>
                      <a:pt x="97762" y="57137"/>
                    </a:lnTo>
                    <a:lnTo>
                      <a:pt x="100638" y="57640"/>
                    </a:lnTo>
                    <a:lnTo>
                      <a:pt x="103513" y="58021"/>
                    </a:lnTo>
                    <a:lnTo>
                      <a:pt x="106388" y="58452"/>
                    </a:lnTo>
                    <a:lnTo>
                      <a:pt x="109264" y="59060"/>
                    </a:lnTo>
                    <a:lnTo>
                      <a:pt x="112139" y="59923"/>
                    </a:lnTo>
                    <a:lnTo>
                      <a:pt x="115014" y="61076"/>
                    </a:lnTo>
                    <a:lnTo>
                      <a:pt x="117890" y="62517"/>
                    </a:lnTo>
                    <a:lnTo>
                      <a:pt x="120765" y="6421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00" name="Surface grid line"/>
              <p:cNvSpPr/>
              <p:nvPr/>
            </p:nvSpPr>
            <p:spPr>
              <a:xfrm>
                <a:off x="11580956" y="874764"/>
                <a:ext cx="1150287" cy="56756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9587">
                    <a:moveTo>
                      <a:pt x="0" y="19008"/>
                    </a:moveTo>
                    <a:lnTo>
                      <a:pt x="2875" y="20176"/>
                    </a:lnTo>
                    <a:lnTo>
                      <a:pt x="5751" y="20793"/>
                    </a:lnTo>
                    <a:lnTo>
                      <a:pt x="8626" y="20654"/>
                    </a:lnTo>
                    <a:lnTo>
                      <a:pt x="11501" y="19608"/>
                    </a:lnTo>
                    <a:lnTo>
                      <a:pt x="14377" y="17599"/>
                    </a:lnTo>
                    <a:lnTo>
                      <a:pt x="17252" y="14712"/>
                    </a:lnTo>
                    <a:lnTo>
                      <a:pt x="20128" y="11197"/>
                    </a:lnTo>
                    <a:lnTo>
                      <a:pt x="23003" y="7459"/>
                    </a:lnTo>
                    <a:lnTo>
                      <a:pt x="25878" y="4008"/>
                    </a:lnTo>
                    <a:lnTo>
                      <a:pt x="28754" y="1373"/>
                    </a:lnTo>
                    <a:lnTo>
                      <a:pt x="31629" y="0"/>
                    </a:lnTo>
                    <a:lnTo>
                      <a:pt x="34504" y="165"/>
                    </a:lnTo>
                    <a:lnTo>
                      <a:pt x="37380" y="1915"/>
                    </a:lnTo>
                    <a:lnTo>
                      <a:pt x="40255" y="5078"/>
                    </a:lnTo>
                    <a:lnTo>
                      <a:pt x="43130" y="9304"/>
                    </a:lnTo>
                    <a:lnTo>
                      <a:pt x="46006" y="14156"/>
                    </a:lnTo>
                    <a:lnTo>
                      <a:pt x="48881" y="19190"/>
                    </a:lnTo>
                    <a:lnTo>
                      <a:pt x="51756" y="24023"/>
                    </a:lnTo>
                    <a:lnTo>
                      <a:pt x="54632" y="28363"/>
                    </a:lnTo>
                    <a:lnTo>
                      <a:pt x="57507" y="32020"/>
                    </a:lnTo>
                    <a:lnTo>
                      <a:pt x="60383" y="34899"/>
                    </a:lnTo>
                    <a:lnTo>
                      <a:pt x="63258" y="37007"/>
                    </a:lnTo>
                    <a:lnTo>
                      <a:pt x="66133" y="38452"/>
                    </a:lnTo>
                    <a:lnTo>
                      <a:pt x="69009" y="39449"/>
                    </a:lnTo>
                    <a:lnTo>
                      <a:pt x="71884" y="40277"/>
                    </a:lnTo>
                    <a:lnTo>
                      <a:pt x="74759" y="41218"/>
                    </a:lnTo>
                    <a:lnTo>
                      <a:pt x="77635" y="42462"/>
                    </a:lnTo>
                    <a:lnTo>
                      <a:pt x="80510" y="44045"/>
                    </a:lnTo>
                    <a:lnTo>
                      <a:pt x="83385" y="45849"/>
                    </a:lnTo>
                    <a:lnTo>
                      <a:pt x="86261" y="47656"/>
                    </a:lnTo>
                    <a:lnTo>
                      <a:pt x="89136" y="49247"/>
                    </a:lnTo>
                    <a:lnTo>
                      <a:pt x="92011" y="50481"/>
                    </a:lnTo>
                    <a:lnTo>
                      <a:pt x="94887" y="51334"/>
                    </a:lnTo>
                    <a:lnTo>
                      <a:pt x="97762" y="51885"/>
                    </a:lnTo>
                    <a:lnTo>
                      <a:pt x="100638" y="52274"/>
                    </a:lnTo>
                    <a:lnTo>
                      <a:pt x="103513" y="52657"/>
                    </a:lnTo>
                    <a:lnTo>
                      <a:pt x="106388" y="53166"/>
                    </a:lnTo>
                    <a:lnTo>
                      <a:pt x="109264" y="53898"/>
                    </a:lnTo>
                    <a:lnTo>
                      <a:pt x="112139" y="54906"/>
                    </a:lnTo>
                    <a:lnTo>
                      <a:pt x="115014" y="56207"/>
                    </a:lnTo>
                    <a:lnTo>
                      <a:pt x="117890" y="57782"/>
                    </a:lnTo>
                    <a:lnTo>
                      <a:pt x="120765" y="5958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01" name="Surface grid line"/>
              <p:cNvSpPr/>
              <p:nvPr/>
            </p:nvSpPr>
            <p:spPr>
              <a:xfrm>
                <a:off x="11603688" y="910888"/>
                <a:ext cx="1150287" cy="52502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5121">
                    <a:moveTo>
                      <a:pt x="0" y="14820"/>
                    </a:moveTo>
                    <a:lnTo>
                      <a:pt x="2875" y="16113"/>
                    </a:lnTo>
                    <a:lnTo>
                      <a:pt x="5751" y="16894"/>
                    </a:lnTo>
                    <a:lnTo>
                      <a:pt x="8626" y="16989"/>
                    </a:lnTo>
                    <a:lnTo>
                      <a:pt x="11501" y="16269"/>
                    </a:lnTo>
                    <a:lnTo>
                      <a:pt x="14377" y="14691"/>
                    </a:lnTo>
                    <a:lnTo>
                      <a:pt x="17252" y="12334"/>
                    </a:lnTo>
                    <a:lnTo>
                      <a:pt x="20128" y="9415"/>
                    </a:lnTo>
                    <a:lnTo>
                      <a:pt x="23003" y="6284"/>
                    </a:lnTo>
                    <a:lnTo>
                      <a:pt x="25878" y="3380"/>
                    </a:lnTo>
                    <a:lnTo>
                      <a:pt x="28754" y="1156"/>
                    </a:lnTo>
                    <a:lnTo>
                      <a:pt x="31629" y="0"/>
                    </a:lnTo>
                    <a:lnTo>
                      <a:pt x="34504" y="154"/>
                    </a:lnTo>
                    <a:lnTo>
                      <a:pt x="37380" y="1671"/>
                    </a:lnTo>
                    <a:lnTo>
                      <a:pt x="40255" y="4415"/>
                    </a:lnTo>
                    <a:lnTo>
                      <a:pt x="43130" y="8104"/>
                    </a:lnTo>
                    <a:lnTo>
                      <a:pt x="46006" y="12376"/>
                    </a:lnTo>
                    <a:lnTo>
                      <a:pt x="48881" y="16861"/>
                    </a:lnTo>
                    <a:lnTo>
                      <a:pt x="51756" y="21238"/>
                    </a:lnTo>
                    <a:lnTo>
                      <a:pt x="54632" y="25260"/>
                    </a:lnTo>
                    <a:lnTo>
                      <a:pt x="57507" y="28762"/>
                    </a:lnTo>
                    <a:lnTo>
                      <a:pt x="60383" y="31657"/>
                    </a:lnTo>
                    <a:lnTo>
                      <a:pt x="63258" y="33933"/>
                    </a:lnTo>
                    <a:lnTo>
                      <a:pt x="66133" y="35656"/>
                    </a:lnTo>
                    <a:lnTo>
                      <a:pt x="69009" y="36961"/>
                    </a:lnTo>
                    <a:lnTo>
                      <a:pt x="71884" y="38035"/>
                    </a:lnTo>
                    <a:lnTo>
                      <a:pt x="74759" y="39064"/>
                    </a:lnTo>
                    <a:lnTo>
                      <a:pt x="77635" y="40183"/>
                    </a:lnTo>
                    <a:lnTo>
                      <a:pt x="80510" y="41423"/>
                    </a:lnTo>
                    <a:lnTo>
                      <a:pt x="83385" y="42721"/>
                    </a:lnTo>
                    <a:lnTo>
                      <a:pt x="86261" y="43950"/>
                    </a:lnTo>
                    <a:lnTo>
                      <a:pt x="89136" y="44988"/>
                    </a:lnTo>
                    <a:lnTo>
                      <a:pt x="92011" y="45770"/>
                    </a:lnTo>
                    <a:lnTo>
                      <a:pt x="94887" y="46309"/>
                    </a:lnTo>
                    <a:lnTo>
                      <a:pt x="97762" y="46688"/>
                    </a:lnTo>
                    <a:lnTo>
                      <a:pt x="100638" y="47027"/>
                    </a:lnTo>
                    <a:lnTo>
                      <a:pt x="103513" y="47450"/>
                    </a:lnTo>
                    <a:lnTo>
                      <a:pt x="106388" y="48061"/>
                    </a:lnTo>
                    <a:lnTo>
                      <a:pt x="109264" y="48928"/>
                    </a:lnTo>
                    <a:lnTo>
                      <a:pt x="112139" y="50084"/>
                    </a:lnTo>
                    <a:lnTo>
                      <a:pt x="115014" y="51526"/>
                    </a:lnTo>
                    <a:lnTo>
                      <a:pt x="117890" y="53224"/>
                    </a:lnTo>
                    <a:lnTo>
                      <a:pt x="120765" y="5512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02" name="Surface grid line"/>
              <p:cNvSpPr/>
              <p:nvPr/>
            </p:nvSpPr>
            <p:spPr>
              <a:xfrm>
                <a:off x="10648950" y="1052054"/>
                <a:ext cx="954738" cy="48231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0637">
                    <a:moveTo>
                      <a:pt x="0" y="50637"/>
                    </a:moveTo>
                    <a:lnTo>
                      <a:pt x="2387" y="50088"/>
                    </a:lnTo>
                    <a:lnTo>
                      <a:pt x="4773" y="49534"/>
                    </a:lnTo>
                    <a:lnTo>
                      <a:pt x="7160" y="48970"/>
                    </a:lnTo>
                    <a:lnTo>
                      <a:pt x="9546" y="48390"/>
                    </a:lnTo>
                    <a:lnTo>
                      <a:pt x="11933" y="47788"/>
                    </a:lnTo>
                    <a:lnTo>
                      <a:pt x="14319" y="47155"/>
                    </a:lnTo>
                    <a:lnTo>
                      <a:pt x="16706" y="46479"/>
                    </a:lnTo>
                    <a:lnTo>
                      <a:pt x="19092" y="45746"/>
                    </a:lnTo>
                    <a:lnTo>
                      <a:pt x="21479" y="44939"/>
                    </a:lnTo>
                    <a:lnTo>
                      <a:pt x="23865" y="44041"/>
                    </a:lnTo>
                    <a:lnTo>
                      <a:pt x="26252" y="43032"/>
                    </a:lnTo>
                    <a:lnTo>
                      <a:pt x="28639" y="41898"/>
                    </a:lnTo>
                    <a:lnTo>
                      <a:pt x="31025" y="40624"/>
                    </a:lnTo>
                    <a:lnTo>
                      <a:pt x="33412" y="39203"/>
                    </a:lnTo>
                    <a:lnTo>
                      <a:pt x="35798" y="37635"/>
                    </a:lnTo>
                    <a:lnTo>
                      <a:pt x="38185" y="35927"/>
                    </a:lnTo>
                    <a:lnTo>
                      <a:pt x="40571" y="34091"/>
                    </a:lnTo>
                    <a:lnTo>
                      <a:pt x="42958" y="32148"/>
                    </a:lnTo>
                    <a:lnTo>
                      <a:pt x="45344" y="30123"/>
                    </a:lnTo>
                    <a:lnTo>
                      <a:pt x="47731" y="28043"/>
                    </a:lnTo>
                    <a:lnTo>
                      <a:pt x="50117" y="25937"/>
                    </a:lnTo>
                    <a:lnTo>
                      <a:pt x="52504" y="23829"/>
                    </a:lnTo>
                    <a:lnTo>
                      <a:pt x="54891" y="21745"/>
                    </a:lnTo>
                    <a:lnTo>
                      <a:pt x="57277" y="19705"/>
                    </a:lnTo>
                    <a:lnTo>
                      <a:pt x="59664" y="17725"/>
                    </a:lnTo>
                    <a:lnTo>
                      <a:pt x="62050" y="15817"/>
                    </a:lnTo>
                    <a:lnTo>
                      <a:pt x="64437" y="13995"/>
                    </a:lnTo>
                    <a:lnTo>
                      <a:pt x="66823" y="12267"/>
                    </a:lnTo>
                    <a:lnTo>
                      <a:pt x="69210" y="10642"/>
                    </a:lnTo>
                    <a:lnTo>
                      <a:pt x="71596" y="9131"/>
                    </a:lnTo>
                    <a:lnTo>
                      <a:pt x="73983" y="7742"/>
                    </a:lnTo>
                    <a:lnTo>
                      <a:pt x="76370" y="6483"/>
                    </a:lnTo>
                    <a:lnTo>
                      <a:pt x="78756" y="5359"/>
                    </a:lnTo>
                    <a:lnTo>
                      <a:pt x="81143" y="4372"/>
                    </a:lnTo>
                    <a:lnTo>
                      <a:pt x="83529" y="3518"/>
                    </a:lnTo>
                    <a:lnTo>
                      <a:pt x="85916" y="2791"/>
                    </a:lnTo>
                    <a:lnTo>
                      <a:pt x="88302" y="2174"/>
                    </a:lnTo>
                    <a:lnTo>
                      <a:pt x="90689" y="1650"/>
                    </a:lnTo>
                    <a:lnTo>
                      <a:pt x="93075" y="1195"/>
                    </a:lnTo>
                    <a:lnTo>
                      <a:pt x="95462" y="785"/>
                    </a:lnTo>
                    <a:lnTo>
                      <a:pt x="97848" y="39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03" name="Surface grid line"/>
              <p:cNvSpPr/>
              <p:nvPr/>
            </p:nvSpPr>
            <p:spPr>
              <a:xfrm>
                <a:off x="10676338" y="1064363"/>
                <a:ext cx="954738" cy="48937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1378">
                    <a:moveTo>
                      <a:pt x="0" y="51378"/>
                    </a:moveTo>
                    <a:lnTo>
                      <a:pt x="2387" y="50793"/>
                    </a:lnTo>
                    <a:lnTo>
                      <a:pt x="4773" y="50202"/>
                    </a:lnTo>
                    <a:lnTo>
                      <a:pt x="7160" y="49603"/>
                    </a:lnTo>
                    <a:lnTo>
                      <a:pt x="9546" y="48997"/>
                    </a:lnTo>
                    <a:lnTo>
                      <a:pt x="11933" y="48378"/>
                    </a:lnTo>
                    <a:lnTo>
                      <a:pt x="14319" y="47739"/>
                    </a:lnTo>
                    <a:lnTo>
                      <a:pt x="16706" y="47068"/>
                    </a:lnTo>
                    <a:lnTo>
                      <a:pt x="19092" y="46348"/>
                    </a:lnTo>
                    <a:lnTo>
                      <a:pt x="21479" y="45558"/>
                    </a:lnTo>
                    <a:lnTo>
                      <a:pt x="23865" y="44677"/>
                    </a:lnTo>
                    <a:lnTo>
                      <a:pt x="26252" y="43678"/>
                    </a:lnTo>
                    <a:lnTo>
                      <a:pt x="28639" y="42540"/>
                    </a:lnTo>
                    <a:lnTo>
                      <a:pt x="31025" y="41244"/>
                    </a:lnTo>
                    <a:lnTo>
                      <a:pt x="33412" y="39779"/>
                    </a:lnTo>
                    <a:lnTo>
                      <a:pt x="35798" y="38142"/>
                    </a:lnTo>
                    <a:lnTo>
                      <a:pt x="38185" y="36339"/>
                    </a:lnTo>
                    <a:lnTo>
                      <a:pt x="40571" y="34388"/>
                    </a:lnTo>
                    <a:lnTo>
                      <a:pt x="42958" y="32312"/>
                    </a:lnTo>
                    <a:lnTo>
                      <a:pt x="45344" y="30143"/>
                    </a:lnTo>
                    <a:lnTo>
                      <a:pt x="47731" y="27912"/>
                    </a:lnTo>
                    <a:lnTo>
                      <a:pt x="50117" y="25655"/>
                    </a:lnTo>
                    <a:lnTo>
                      <a:pt x="52504" y="23403"/>
                    </a:lnTo>
                    <a:lnTo>
                      <a:pt x="54891" y="21182"/>
                    </a:lnTo>
                    <a:lnTo>
                      <a:pt x="57277" y="19016"/>
                    </a:lnTo>
                    <a:lnTo>
                      <a:pt x="59664" y="16920"/>
                    </a:lnTo>
                    <a:lnTo>
                      <a:pt x="62050" y="14908"/>
                    </a:lnTo>
                    <a:lnTo>
                      <a:pt x="64437" y="12992"/>
                    </a:lnTo>
                    <a:lnTo>
                      <a:pt x="66823" y="11183"/>
                    </a:lnTo>
                    <a:lnTo>
                      <a:pt x="69210" y="9491"/>
                    </a:lnTo>
                    <a:lnTo>
                      <a:pt x="71596" y="7930"/>
                    </a:lnTo>
                    <a:lnTo>
                      <a:pt x="73983" y="6513"/>
                    </a:lnTo>
                    <a:lnTo>
                      <a:pt x="76370" y="5252"/>
                    </a:lnTo>
                    <a:lnTo>
                      <a:pt x="78756" y="4156"/>
                    </a:lnTo>
                    <a:lnTo>
                      <a:pt x="81143" y="3231"/>
                    </a:lnTo>
                    <a:lnTo>
                      <a:pt x="83529" y="2472"/>
                    </a:lnTo>
                    <a:lnTo>
                      <a:pt x="85916" y="1869"/>
                    </a:lnTo>
                    <a:lnTo>
                      <a:pt x="88302" y="1402"/>
                    </a:lnTo>
                    <a:lnTo>
                      <a:pt x="90689" y="1042"/>
                    </a:lnTo>
                    <a:lnTo>
                      <a:pt x="93075" y="758"/>
                    </a:lnTo>
                    <a:lnTo>
                      <a:pt x="95462" y="513"/>
                    </a:lnTo>
                    <a:lnTo>
                      <a:pt x="97848" y="271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04" name="Surface grid line"/>
              <p:cNvSpPr/>
              <p:nvPr/>
            </p:nvSpPr>
            <p:spPr>
              <a:xfrm>
                <a:off x="10703726" y="1071805"/>
                <a:ext cx="954738" cy="49967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2460">
                    <a:moveTo>
                      <a:pt x="0" y="52460"/>
                    </a:moveTo>
                    <a:lnTo>
                      <a:pt x="2387" y="51818"/>
                    </a:lnTo>
                    <a:lnTo>
                      <a:pt x="4773" y="51179"/>
                    </a:lnTo>
                    <a:lnTo>
                      <a:pt x="7160" y="50545"/>
                    </a:lnTo>
                    <a:lnTo>
                      <a:pt x="9546" y="49919"/>
                    </a:lnTo>
                    <a:lnTo>
                      <a:pt x="11933" y="49301"/>
                    </a:lnTo>
                    <a:lnTo>
                      <a:pt x="14319" y="48684"/>
                    </a:lnTo>
                    <a:lnTo>
                      <a:pt x="16706" y="48054"/>
                    </a:lnTo>
                    <a:lnTo>
                      <a:pt x="19092" y="47392"/>
                    </a:lnTo>
                    <a:lnTo>
                      <a:pt x="21479" y="46671"/>
                    </a:lnTo>
                    <a:lnTo>
                      <a:pt x="23865" y="45861"/>
                    </a:lnTo>
                    <a:lnTo>
                      <a:pt x="26252" y="44929"/>
                    </a:lnTo>
                    <a:lnTo>
                      <a:pt x="28639" y="43844"/>
                    </a:lnTo>
                    <a:lnTo>
                      <a:pt x="31025" y="42579"/>
                    </a:lnTo>
                    <a:lnTo>
                      <a:pt x="33412" y="41117"/>
                    </a:lnTo>
                    <a:lnTo>
                      <a:pt x="35798" y="39451"/>
                    </a:lnTo>
                    <a:lnTo>
                      <a:pt x="38185" y="37588"/>
                    </a:lnTo>
                    <a:lnTo>
                      <a:pt x="40571" y="35544"/>
                    </a:lnTo>
                    <a:lnTo>
                      <a:pt x="42958" y="33350"/>
                    </a:lnTo>
                    <a:lnTo>
                      <a:pt x="45344" y="31039"/>
                    </a:lnTo>
                    <a:lnTo>
                      <a:pt x="47731" y="28653"/>
                    </a:lnTo>
                    <a:lnTo>
                      <a:pt x="50117" y="26229"/>
                    </a:lnTo>
                    <a:lnTo>
                      <a:pt x="52504" y="23805"/>
                    </a:lnTo>
                    <a:lnTo>
                      <a:pt x="54891" y="21409"/>
                    </a:lnTo>
                    <a:lnTo>
                      <a:pt x="57277" y="19066"/>
                    </a:lnTo>
                    <a:lnTo>
                      <a:pt x="59664" y="16792"/>
                    </a:lnTo>
                    <a:lnTo>
                      <a:pt x="62050" y="14602"/>
                    </a:lnTo>
                    <a:lnTo>
                      <a:pt x="64437" y="12508"/>
                    </a:lnTo>
                    <a:lnTo>
                      <a:pt x="66823" y="10523"/>
                    </a:lnTo>
                    <a:lnTo>
                      <a:pt x="69210" y="8664"/>
                    </a:lnTo>
                    <a:lnTo>
                      <a:pt x="71596" y="6951"/>
                    </a:lnTo>
                    <a:lnTo>
                      <a:pt x="73983" y="5408"/>
                    </a:lnTo>
                    <a:lnTo>
                      <a:pt x="76370" y="4055"/>
                    </a:lnTo>
                    <a:lnTo>
                      <a:pt x="78756" y="2911"/>
                    </a:lnTo>
                    <a:lnTo>
                      <a:pt x="81143" y="1987"/>
                    </a:lnTo>
                    <a:lnTo>
                      <a:pt x="83529" y="1283"/>
                    </a:lnTo>
                    <a:lnTo>
                      <a:pt x="85916" y="785"/>
                    </a:lnTo>
                    <a:lnTo>
                      <a:pt x="88302" y="466"/>
                    </a:lnTo>
                    <a:lnTo>
                      <a:pt x="90689" y="287"/>
                    </a:lnTo>
                    <a:lnTo>
                      <a:pt x="93075" y="201"/>
                    </a:lnTo>
                    <a:lnTo>
                      <a:pt x="95462" y="158"/>
                    </a:lnTo>
                    <a:lnTo>
                      <a:pt x="97848" y="106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05" name="Surface grid line"/>
              <p:cNvSpPr/>
              <p:nvPr/>
            </p:nvSpPr>
            <p:spPr>
              <a:xfrm>
                <a:off x="10731113" y="1065586"/>
                <a:ext cx="954738" cy="52137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4738">
                    <a:moveTo>
                      <a:pt x="0" y="54738"/>
                    </a:moveTo>
                    <a:lnTo>
                      <a:pt x="2387" y="54028"/>
                    </a:lnTo>
                    <a:lnTo>
                      <a:pt x="4773" y="53336"/>
                    </a:lnTo>
                    <a:lnTo>
                      <a:pt x="7160" y="52671"/>
                    </a:lnTo>
                    <a:lnTo>
                      <a:pt x="9546" y="52040"/>
                    </a:lnTo>
                    <a:lnTo>
                      <a:pt x="11933" y="51446"/>
                    </a:lnTo>
                    <a:lnTo>
                      <a:pt x="14319" y="50882"/>
                    </a:lnTo>
                    <a:lnTo>
                      <a:pt x="16706" y="50334"/>
                    </a:lnTo>
                    <a:lnTo>
                      <a:pt x="19092" y="49776"/>
                    </a:lnTo>
                    <a:lnTo>
                      <a:pt x="21479" y="49175"/>
                    </a:lnTo>
                    <a:lnTo>
                      <a:pt x="23865" y="48492"/>
                    </a:lnTo>
                    <a:lnTo>
                      <a:pt x="26252" y="47683"/>
                    </a:lnTo>
                    <a:lnTo>
                      <a:pt x="28639" y="46706"/>
                    </a:lnTo>
                    <a:lnTo>
                      <a:pt x="31025" y="45525"/>
                    </a:lnTo>
                    <a:lnTo>
                      <a:pt x="33412" y="44114"/>
                    </a:lnTo>
                    <a:lnTo>
                      <a:pt x="35798" y="42462"/>
                    </a:lnTo>
                    <a:lnTo>
                      <a:pt x="38185" y="40572"/>
                    </a:lnTo>
                    <a:lnTo>
                      <a:pt x="40571" y="38462"/>
                    </a:lnTo>
                    <a:lnTo>
                      <a:pt x="42958" y="36165"/>
                    </a:lnTo>
                    <a:lnTo>
                      <a:pt x="45344" y="33719"/>
                    </a:lnTo>
                    <a:lnTo>
                      <a:pt x="47731" y="31171"/>
                    </a:lnTo>
                    <a:lnTo>
                      <a:pt x="50117" y="28563"/>
                    </a:lnTo>
                    <a:lnTo>
                      <a:pt x="52504" y="25934"/>
                    </a:lnTo>
                    <a:lnTo>
                      <a:pt x="54891" y="23316"/>
                    </a:lnTo>
                    <a:lnTo>
                      <a:pt x="57277" y="20732"/>
                    </a:lnTo>
                    <a:lnTo>
                      <a:pt x="59664" y="18200"/>
                    </a:lnTo>
                    <a:lnTo>
                      <a:pt x="62050" y="15735"/>
                    </a:lnTo>
                    <a:lnTo>
                      <a:pt x="64437" y="13351"/>
                    </a:lnTo>
                    <a:lnTo>
                      <a:pt x="66823" y="11067"/>
                    </a:lnTo>
                    <a:lnTo>
                      <a:pt x="69210" y="8911"/>
                    </a:lnTo>
                    <a:lnTo>
                      <a:pt x="71596" y="6915"/>
                    </a:lnTo>
                    <a:lnTo>
                      <a:pt x="73983" y="5117"/>
                    </a:lnTo>
                    <a:lnTo>
                      <a:pt x="76370" y="3557"/>
                    </a:lnTo>
                    <a:lnTo>
                      <a:pt x="78756" y="2268"/>
                    </a:lnTo>
                    <a:lnTo>
                      <a:pt x="81143" y="1272"/>
                    </a:lnTo>
                    <a:lnTo>
                      <a:pt x="83529" y="575"/>
                    </a:lnTo>
                    <a:lnTo>
                      <a:pt x="85916" y="163"/>
                    </a:lnTo>
                    <a:lnTo>
                      <a:pt x="88302" y="0"/>
                    </a:lnTo>
                    <a:lnTo>
                      <a:pt x="90689" y="33"/>
                    </a:lnTo>
                    <a:lnTo>
                      <a:pt x="93075" y="195"/>
                    </a:lnTo>
                    <a:lnTo>
                      <a:pt x="95462" y="415"/>
                    </a:lnTo>
                    <a:lnTo>
                      <a:pt x="97848" y="621"/>
                    </a:lnTo>
                    <a:lnTo>
                      <a:pt x="100235" y="7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06" name="Surface grid line"/>
              <p:cNvSpPr/>
              <p:nvPr/>
            </p:nvSpPr>
            <p:spPr>
              <a:xfrm>
                <a:off x="10758501" y="1043487"/>
                <a:ext cx="954738" cy="556215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8395">
                    <a:moveTo>
                      <a:pt x="0" y="58395"/>
                    </a:moveTo>
                    <a:lnTo>
                      <a:pt x="2387" y="57611"/>
                    </a:lnTo>
                    <a:lnTo>
                      <a:pt x="4773" y="56867"/>
                    </a:lnTo>
                    <a:lnTo>
                      <a:pt x="7160" y="56178"/>
                    </a:lnTo>
                    <a:lnTo>
                      <a:pt x="9546" y="55558"/>
                    </a:lnTo>
                    <a:lnTo>
                      <a:pt x="11933" y="55010"/>
                    </a:lnTo>
                    <a:lnTo>
                      <a:pt x="14319" y="54528"/>
                    </a:lnTo>
                    <a:lnTo>
                      <a:pt x="16706" y="54095"/>
                    </a:lnTo>
                    <a:lnTo>
                      <a:pt x="19092" y="53681"/>
                    </a:lnTo>
                    <a:lnTo>
                      <a:pt x="21479" y="53243"/>
                    </a:lnTo>
                    <a:lnTo>
                      <a:pt x="23865" y="52732"/>
                    </a:lnTo>
                    <a:lnTo>
                      <a:pt x="26252" y="52092"/>
                    </a:lnTo>
                    <a:lnTo>
                      <a:pt x="28639" y="51269"/>
                    </a:lnTo>
                    <a:lnTo>
                      <a:pt x="31025" y="50217"/>
                    </a:lnTo>
                    <a:lnTo>
                      <a:pt x="33412" y="48900"/>
                    </a:lnTo>
                    <a:lnTo>
                      <a:pt x="35798" y="47301"/>
                    </a:lnTo>
                    <a:lnTo>
                      <a:pt x="38185" y="45418"/>
                    </a:lnTo>
                    <a:lnTo>
                      <a:pt x="40571" y="43270"/>
                    </a:lnTo>
                    <a:lnTo>
                      <a:pt x="42958" y="40890"/>
                    </a:lnTo>
                    <a:lnTo>
                      <a:pt x="45344" y="38321"/>
                    </a:lnTo>
                    <a:lnTo>
                      <a:pt x="47731" y="35610"/>
                    </a:lnTo>
                    <a:lnTo>
                      <a:pt x="50117" y="32803"/>
                    </a:lnTo>
                    <a:lnTo>
                      <a:pt x="52504" y="29939"/>
                    </a:lnTo>
                    <a:lnTo>
                      <a:pt x="54891" y="27050"/>
                    </a:lnTo>
                    <a:lnTo>
                      <a:pt x="57277" y="24159"/>
                    </a:lnTo>
                    <a:lnTo>
                      <a:pt x="59664" y="21281"/>
                    </a:lnTo>
                    <a:lnTo>
                      <a:pt x="62050" y="18432"/>
                    </a:lnTo>
                    <a:lnTo>
                      <a:pt x="64437" y="15631"/>
                    </a:lnTo>
                    <a:lnTo>
                      <a:pt x="66823" y="12908"/>
                    </a:lnTo>
                    <a:lnTo>
                      <a:pt x="69210" y="10303"/>
                    </a:lnTo>
                    <a:lnTo>
                      <a:pt x="71596" y="7871"/>
                    </a:lnTo>
                    <a:lnTo>
                      <a:pt x="73983" y="5673"/>
                    </a:lnTo>
                    <a:lnTo>
                      <a:pt x="76370" y="3773"/>
                    </a:lnTo>
                    <a:lnTo>
                      <a:pt x="78756" y="2229"/>
                    </a:lnTo>
                    <a:lnTo>
                      <a:pt x="81143" y="1080"/>
                    </a:lnTo>
                    <a:lnTo>
                      <a:pt x="83529" y="342"/>
                    </a:lnTo>
                    <a:lnTo>
                      <a:pt x="85916" y="0"/>
                    </a:lnTo>
                    <a:lnTo>
                      <a:pt x="88302" y="9"/>
                    </a:lnTo>
                    <a:lnTo>
                      <a:pt x="90689" y="298"/>
                    </a:lnTo>
                    <a:lnTo>
                      <a:pt x="93075" y="775"/>
                    </a:lnTo>
                    <a:lnTo>
                      <a:pt x="95462" y="1341"/>
                    </a:lnTo>
                    <a:lnTo>
                      <a:pt x="97848" y="1894"/>
                    </a:lnTo>
                    <a:lnTo>
                      <a:pt x="100235" y="23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07" name="Surface grid line"/>
              <p:cNvSpPr/>
              <p:nvPr/>
            </p:nvSpPr>
            <p:spPr>
              <a:xfrm>
                <a:off x="10785889" y="1007385"/>
                <a:ext cx="954738" cy="60201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3203">
                    <a:moveTo>
                      <a:pt x="0" y="63203"/>
                    </a:moveTo>
                    <a:lnTo>
                      <a:pt x="2387" y="62343"/>
                    </a:lnTo>
                    <a:lnTo>
                      <a:pt x="4773" y="61550"/>
                    </a:lnTo>
                    <a:lnTo>
                      <a:pt x="7160" y="60847"/>
                    </a:lnTo>
                    <a:lnTo>
                      <a:pt x="9546" y="60249"/>
                    </a:lnTo>
                    <a:lnTo>
                      <a:pt x="11933" y="59763"/>
                    </a:lnTo>
                    <a:lnTo>
                      <a:pt x="14319" y="59383"/>
                    </a:lnTo>
                    <a:lnTo>
                      <a:pt x="16706" y="59087"/>
                    </a:lnTo>
                    <a:lnTo>
                      <a:pt x="19092" y="58840"/>
                    </a:lnTo>
                    <a:lnTo>
                      <a:pt x="21479" y="58591"/>
                    </a:lnTo>
                    <a:lnTo>
                      <a:pt x="23865" y="58278"/>
                    </a:lnTo>
                    <a:lnTo>
                      <a:pt x="26252" y="57835"/>
                    </a:lnTo>
                    <a:lnTo>
                      <a:pt x="28639" y="57195"/>
                    </a:lnTo>
                    <a:lnTo>
                      <a:pt x="31025" y="56302"/>
                    </a:lnTo>
                    <a:lnTo>
                      <a:pt x="33412" y="55110"/>
                    </a:lnTo>
                    <a:lnTo>
                      <a:pt x="35798" y="53595"/>
                    </a:lnTo>
                    <a:lnTo>
                      <a:pt x="38185" y="51752"/>
                    </a:lnTo>
                    <a:lnTo>
                      <a:pt x="40571" y="49597"/>
                    </a:lnTo>
                    <a:lnTo>
                      <a:pt x="42958" y="47161"/>
                    </a:lnTo>
                    <a:lnTo>
                      <a:pt x="45344" y="44487"/>
                    </a:lnTo>
                    <a:lnTo>
                      <a:pt x="47731" y="41624"/>
                    </a:lnTo>
                    <a:lnTo>
                      <a:pt x="50117" y="38615"/>
                    </a:lnTo>
                    <a:lnTo>
                      <a:pt x="52504" y="35498"/>
                    </a:lnTo>
                    <a:lnTo>
                      <a:pt x="54891" y="32301"/>
                    </a:lnTo>
                    <a:lnTo>
                      <a:pt x="57277" y="29042"/>
                    </a:lnTo>
                    <a:lnTo>
                      <a:pt x="59664" y="25735"/>
                    </a:lnTo>
                    <a:lnTo>
                      <a:pt x="62050" y="22398"/>
                    </a:lnTo>
                    <a:lnTo>
                      <a:pt x="64437" y="19056"/>
                    </a:lnTo>
                    <a:lnTo>
                      <a:pt x="66823" y="15751"/>
                    </a:lnTo>
                    <a:lnTo>
                      <a:pt x="69210" y="12547"/>
                    </a:lnTo>
                    <a:lnTo>
                      <a:pt x="71596" y="9523"/>
                    </a:lnTo>
                    <a:lnTo>
                      <a:pt x="73983" y="6777"/>
                    </a:lnTo>
                    <a:lnTo>
                      <a:pt x="76370" y="4404"/>
                    </a:lnTo>
                    <a:lnTo>
                      <a:pt x="78756" y="2494"/>
                    </a:lnTo>
                    <a:lnTo>
                      <a:pt x="81143" y="1110"/>
                    </a:lnTo>
                    <a:lnTo>
                      <a:pt x="83529" y="283"/>
                    </a:lnTo>
                    <a:lnTo>
                      <a:pt x="85916" y="0"/>
                    </a:lnTo>
                    <a:lnTo>
                      <a:pt x="88302" y="204"/>
                    </a:lnTo>
                    <a:lnTo>
                      <a:pt x="90689" y="801"/>
                    </a:lnTo>
                    <a:lnTo>
                      <a:pt x="93075" y="1668"/>
                    </a:lnTo>
                    <a:lnTo>
                      <a:pt x="95462" y="2671"/>
                    </a:lnTo>
                    <a:lnTo>
                      <a:pt x="97848" y="3675"/>
                    </a:lnTo>
                    <a:lnTo>
                      <a:pt x="100235" y="456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08" name="Surface grid line"/>
              <p:cNvSpPr/>
              <p:nvPr/>
            </p:nvSpPr>
            <p:spPr>
              <a:xfrm>
                <a:off x="10813277" y="959927"/>
                <a:ext cx="954738" cy="65604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8877">
                    <a:moveTo>
                      <a:pt x="0" y="68877"/>
                    </a:moveTo>
                    <a:lnTo>
                      <a:pt x="2387" y="67943"/>
                    </a:lnTo>
                    <a:lnTo>
                      <a:pt x="4773" y="67108"/>
                    </a:lnTo>
                    <a:lnTo>
                      <a:pt x="7160" y="66396"/>
                    </a:lnTo>
                    <a:lnTo>
                      <a:pt x="9546" y="65829"/>
                    </a:lnTo>
                    <a:lnTo>
                      <a:pt x="11933" y="65412"/>
                    </a:lnTo>
                    <a:lnTo>
                      <a:pt x="14319" y="65139"/>
                    </a:lnTo>
                    <a:lnTo>
                      <a:pt x="16706" y="64985"/>
                    </a:lnTo>
                    <a:lnTo>
                      <a:pt x="19092" y="64908"/>
                    </a:lnTo>
                    <a:lnTo>
                      <a:pt x="21479" y="64849"/>
                    </a:lnTo>
                    <a:lnTo>
                      <a:pt x="23865" y="64737"/>
                    </a:lnTo>
                    <a:lnTo>
                      <a:pt x="26252" y="64493"/>
                    </a:lnTo>
                    <a:lnTo>
                      <a:pt x="28639" y="64044"/>
                    </a:lnTo>
                    <a:lnTo>
                      <a:pt x="31025" y="63320"/>
                    </a:lnTo>
                    <a:lnTo>
                      <a:pt x="33412" y="62269"/>
                    </a:lnTo>
                    <a:lnTo>
                      <a:pt x="35798" y="60861"/>
                    </a:lnTo>
                    <a:lnTo>
                      <a:pt x="38185" y="59084"/>
                    </a:lnTo>
                    <a:lnTo>
                      <a:pt x="40571" y="56952"/>
                    </a:lnTo>
                    <a:lnTo>
                      <a:pt x="42958" y="54493"/>
                    </a:lnTo>
                    <a:lnTo>
                      <a:pt x="45344" y="51746"/>
                    </a:lnTo>
                    <a:lnTo>
                      <a:pt x="47731" y="48756"/>
                    </a:lnTo>
                    <a:lnTo>
                      <a:pt x="50117" y="45560"/>
                    </a:lnTo>
                    <a:lnTo>
                      <a:pt x="52504" y="42191"/>
                    </a:lnTo>
                    <a:lnTo>
                      <a:pt x="54891" y="38669"/>
                    </a:lnTo>
                    <a:lnTo>
                      <a:pt x="57277" y="35005"/>
                    </a:lnTo>
                    <a:lnTo>
                      <a:pt x="59664" y="31211"/>
                    </a:lnTo>
                    <a:lnTo>
                      <a:pt x="62050" y="27304"/>
                    </a:lnTo>
                    <a:lnTo>
                      <a:pt x="64437" y="23319"/>
                    </a:lnTo>
                    <a:lnTo>
                      <a:pt x="66823" y="19315"/>
                    </a:lnTo>
                    <a:lnTo>
                      <a:pt x="69210" y="15383"/>
                    </a:lnTo>
                    <a:lnTo>
                      <a:pt x="71596" y="11637"/>
                    </a:lnTo>
                    <a:lnTo>
                      <a:pt x="73983" y="8213"/>
                    </a:lnTo>
                    <a:lnTo>
                      <a:pt x="76370" y="5252"/>
                    </a:lnTo>
                    <a:lnTo>
                      <a:pt x="78756" y="2879"/>
                    </a:lnTo>
                    <a:lnTo>
                      <a:pt x="81143" y="1191"/>
                    </a:lnTo>
                    <a:lnTo>
                      <a:pt x="83529" y="235"/>
                    </a:lnTo>
                    <a:lnTo>
                      <a:pt x="85916" y="0"/>
                    </a:lnTo>
                    <a:lnTo>
                      <a:pt x="88302" y="419"/>
                    </a:lnTo>
                    <a:lnTo>
                      <a:pt x="90689" y="1370"/>
                    </a:lnTo>
                    <a:lnTo>
                      <a:pt x="93075" y="2697"/>
                    </a:lnTo>
                    <a:lnTo>
                      <a:pt x="95462" y="4223"/>
                    </a:lnTo>
                    <a:lnTo>
                      <a:pt x="97848" y="5771"/>
                    </a:lnTo>
                    <a:lnTo>
                      <a:pt x="100235" y="718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09" name="Surface grid line"/>
              <p:cNvSpPr/>
              <p:nvPr/>
            </p:nvSpPr>
            <p:spPr>
              <a:xfrm>
                <a:off x="10840664" y="904662"/>
                <a:ext cx="954738" cy="71495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5061">
                    <a:moveTo>
                      <a:pt x="0" y="75061"/>
                    </a:moveTo>
                    <a:lnTo>
                      <a:pt x="2387" y="74062"/>
                    </a:lnTo>
                    <a:lnTo>
                      <a:pt x="4773" y="73191"/>
                    </a:lnTo>
                    <a:lnTo>
                      <a:pt x="7160" y="72478"/>
                    </a:lnTo>
                    <a:lnTo>
                      <a:pt x="9546" y="71942"/>
                    </a:lnTo>
                    <a:lnTo>
                      <a:pt x="11933" y="71593"/>
                    </a:lnTo>
                    <a:lnTo>
                      <a:pt x="14319" y="71422"/>
                    </a:lnTo>
                    <a:lnTo>
                      <a:pt x="16706" y="71398"/>
                    </a:lnTo>
                    <a:lnTo>
                      <a:pt x="19092" y="71474"/>
                    </a:lnTo>
                    <a:lnTo>
                      <a:pt x="21479" y="71585"/>
                    </a:lnTo>
                    <a:lnTo>
                      <a:pt x="23865" y="71650"/>
                    </a:lnTo>
                    <a:lnTo>
                      <a:pt x="26252" y="71585"/>
                    </a:lnTo>
                    <a:lnTo>
                      <a:pt x="28639" y="71306"/>
                    </a:lnTo>
                    <a:lnTo>
                      <a:pt x="31025" y="70740"/>
                    </a:lnTo>
                    <a:lnTo>
                      <a:pt x="33412" y="69828"/>
                    </a:lnTo>
                    <a:lnTo>
                      <a:pt x="35798" y="68534"/>
                    </a:lnTo>
                    <a:lnTo>
                      <a:pt x="38185" y="66844"/>
                    </a:lnTo>
                    <a:lnTo>
                      <a:pt x="40571" y="64764"/>
                    </a:lnTo>
                    <a:lnTo>
                      <a:pt x="42958" y="62319"/>
                    </a:lnTo>
                    <a:lnTo>
                      <a:pt x="45344" y="59540"/>
                    </a:lnTo>
                    <a:lnTo>
                      <a:pt x="47731" y="56463"/>
                    </a:lnTo>
                    <a:lnTo>
                      <a:pt x="50117" y="53118"/>
                    </a:lnTo>
                    <a:lnTo>
                      <a:pt x="52504" y="49523"/>
                    </a:lnTo>
                    <a:lnTo>
                      <a:pt x="54891" y="45689"/>
                    </a:lnTo>
                    <a:lnTo>
                      <a:pt x="57277" y="41618"/>
                    </a:lnTo>
                    <a:lnTo>
                      <a:pt x="59664" y="37316"/>
                    </a:lnTo>
                    <a:lnTo>
                      <a:pt x="62050" y="32802"/>
                    </a:lnTo>
                    <a:lnTo>
                      <a:pt x="64437" y="28120"/>
                    </a:lnTo>
                    <a:lnTo>
                      <a:pt x="66823" y="23350"/>
                    </a:lnTo>
                    <a:lnTo>
                      <a:pt x="69210" y="18612"/>
                    </a:lnTo>
                    <a:lnTo>
                      <a:pt x="71596" y="14061"/>
                    </a:lnTo>
                    <a:lnTo>
                      <a:pt x="73983" y="9879"/>
                    </a:lnTo>
                    <a:lnTo>
                      <a:pt x="76370" y="6253"/>
                    </a:lnTo>
                    <a:lnTo>
                      <a:pt x="78756" y="3355"/>
                    </a:lnTo>
                    <a:lnTo>
                      <a:pt x="81143" y="1313"/>
                    </a:lnTo>
                    <a:lnTo>
                      <a:pt x="83529" y="197"/>
                    </a:lnTo>
                    <a:lnTo>
                      <a:pt x="85916" y="0"/>
                    </a:lnTo>
                    <a:lnTo>
                      <a:pt x="88302" y="642"/>
                    </a:lnTo>
                    <a:lnTo>
                      <a:pt x="90689" y="1975"/>
                    </a:lnTo>
                    <a:lnTo>
                      <a:pt x="93075" y="3803"/>
                    </a:lnTo>
                    <a:lnTo>
                      <a:pt x="95462" y="5904"/>
                    </a:lnTo>
                    <a:lnTo>
                      <a:pt x="97848" y="8058"/>
                    </a:lnTo>
                    <a:lnTo>
                      <a:pt x="100235" y="1006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10" name="Surface grid line"/>
              <p:cNvSpPr/>
              <p:nvPr/>
            </p:nvSpPr>
            <p:spPr>
              <a:xfrm>
                <a:off x="10868052" y="847485"/>
                <a:ext cx="954738" cy="773304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1187">
                    <a:moveTo>
                      <a:pt x="0" y="81187"/>
                    </a:moveTo>
                    <a:lnTo>
                      <a:pt x="2387" y="80136"/>
                    </a:lnTo>
                    <a:lnTo>
                      <a:pt x="4773" y="79239"/>
                    </a:lnTo>
                    <a:lnTo>
                      <a:pt x="7160" y="78530"/>
                    </a:lnTo>
                    <a:lnTo>
                      <a:pt x="9546" y="78028"/>
                    </a:lnTo>
                    <a:lnTo>
                      <a:pt x="11933" y="77741"/>
                    </a:lnTo>
                    <a:lnTo>
                      <a:pt x="14319" y="77656"/>
                    </a:lnTo>
                    <a:lnTo>
                      <a:pt x="16706" y="77739"/>
                    </a:lnTo>
                    <a:lnTo>
                      <a:pt x="19092" y="77938"/>
                    </a:lnTo>
                    <a:lnTo>
                      <a:pt x="21479" y="78179"/>
                    </a:lnTo>
                    <a:lnTo>
                      <a:pt x="23865" y="78380"/>
                    </a:lnTo>
                    <a:lnTo>
                      <a:pt x="26252" y="78450"/>
                    </a:lnTo>
                    <a:lnTo>
                      <a:pt x="28639" y="78302"/>
                    </a:lnTo>
                    <a:lnTo>
                      <a:pt x="31025" y="77860"/>
                    </a:lnTo>
                    <a:lnTo>
                      <a:pt x="33412" y="77066"/>
                    </a:lnTo>
                    <a:lnTo>
                      <a:pt x="35798" y="75879"/>
                    </a:lnTo>
                    <a:lnTo>
                      <a:pt x="38185" y="74283"/>
                    </a:lnTo>
                    <a:lnTo>
                      <a:pt x="40571" y="72280"/>
                    </a:lnTo>
                    <a:lnTo>
                      <a:pt x="42958" y="69884"/>
                    </a:lnTo>
                    <a:lnTo>
                      <a:pt x="45344" y="67120"/>
                    </a:lnTo>
                    <a:lnTo>
                      <a:pt x="47731" y="64010"/>
                    </a:lnTo>
                    <a:lnTo>
                      <a:pt x="50117" y="60569"/>
                    </a:lnTo>
                    <a:lnTo>
                      <a:pt x="52504" y="56801"/>
                    </a:lnTo>
                    <a:lnTo>
                      <a:pt x="54891" y="52703"/>
                    </a:lnTo>
                    <a:lnTo>
                      <a:pt x="57277" y="48266"/>
                    </a:lnTo>
                    <a:lnTo>
                      <a:pt x="59664" y="43487"/>
                    </a:lnTo>
                    <a:lnTo>
                      <a:pt x="62050" y="38388"/>
                    </a:lnTo>
                    <a:lnTo>
                      <a:pt x="64437" y="33021"/>
                    </a:lnTo>
                    <a:lnTo>
                      <a:pt x="66823" y="27489"/>
                    </a:lnTo>
                    <a:lnTo>
                      <a:pt x="69210" y="21942"/>
                    </a:lnTo>
                    <a:lnTo>
                      <a:pt x="71596" y="16578"/>
                    </a:lnTo>
                    <a:lnTo>
                      <a:pt x="73983" y="11625"/>
                    </a:lnTo>
                    <a:lnTo>
                      <a:pt x="76370" y="7320"/>
                    </a:lnTo>
                    <a:lnTo>
                      <a:pt x="78756" y="3879"/>
                    </a:lnTo>
                    <a:lnTo>
                      <a:pt x="81143" y="1467"/>
                    </a:lnTo>
                    <a:lnTo>
                      <a:pt x="83529" y="174"/>
                    </a:lnTo>
                    <a:lnTo>
                      <a:pt x="85916" y="0"/>
                    </a:lnTo>
                    <a:lnTo>
                      <a:pt x="88302" y="853"/>
                    </a:lnTo>
                    <a:lnTo>
                      <a:pt x="90689" y="2558"/>
                    </a:lnTo>
                    <a:lnTo>
                      <a:pt x="93075" y="4881"/>
                    </a:lnTo>
                    <a:lnTo>
                      <a:pt x="95462" y="7558"/>
                    </a:lnTo>
                    <a:lnTo>
                      <a:pt x="97848" y="10323"/>
                    </a:lnTo>
                    <a:lnTo>
                      <a:pt x="100235" y="1294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11" name="Surface grid line"/>
              <p:cNvSpPr/>
              <p:nvPr/>
            </p:nvSpPr>
            <p:spPr>
              <a:xfrm>
                <a:off x="10895440" y="795876"/>
                <a:ext cx="954738" cy="82431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6543">
                    <a:moveTo>
                      <a:pt x="0" y="86543"/>
                    </a:moveTo>
                    <a:lnTo>
                      <a:pt x="2387" y="85460"/>
                    </a:lnTo>
                    <a:lnTo>
                      <a:pt x="4773" y="84555"/>
                    </a:lnTo>
                    <a:lnTo>
                      <a:pt x="7160" y="83862"/>
                    </a:lnTo>
                    <a:lnTo>
                      <a:pt x="9546" y="83398"/>
                    </a:lnTo>
                    <a:lnTo>
                      <a:pt x="11933" y="83168"/>
                    </a:lnTo>
                    <a:lnTo>
                      <a:pt x="14319" y="83155"/>
                    </a:lnTo>
                    <a:lnTo>
                      <a:pt x="16706" y="83320"/>
                    </a:lnTo>
                    <a:lnTo>
                      <a:pt x="19092" y="83604"/>
                    </a:lnTo>
                    <a:lnTo>
                      <a:pt x="21479" y="83931"/>
                    </a:lnTo>
                    <a:lnTo>
                      <a:pt x="23865" y="84213"/>
                    </a:lnTo>
                    <a:lnTo>
                      <a:pt x="26252" y="84360"/>
                    </a:lnTo>
                    <a:lnTo>
                      <a:pt x="28639" y="84286"/>
                    </a:lnTo>
                    <a:lnTo>
                      <a:pt x="31025" y="83919"/>
                    </a:lnTo>
                    <a:lnTo>
                      <a:pt x="33412" y="83203"/>
                    </a:lnTo>
                    <a:lnTo>
                      <a:pt x="35798" y="82100"/>
                    </a:lnTo>
                    <a:lnTo>
                      <a:pt x="38185" y="80592"/>
                    </a:lnTo>
                    <a:lnTo>
                      <a:pt x="40571" y="78676"/>
                    </a:lnTo>
                    <a:lnTo>
                      <a:pt x="42958" y="76361"/>
                    </a:lnTo>
                    <a:lnTo>
                      <a:pt x="45344" y="73656"/>
                    </a:lnTo>
                    <a:lnTo>
                      <a:pt x="47731" y="70570"/>
                    </a:lnTo>
                    <a:lnTo>
                      <a:pt x="50117" y="67100"/>
                    </a:lnTo>
                    <a:lnTo>
                      <a:pt x="52504" y="63234"/>
                    </a:lnTo>
                    <a:lnTo>
                      <a:pt x="54891" y="58951"/>
                    </a:lnTo>
                    <a:lnTo>
                      <a:pt x="57277" y="54229"/>
                    </a:lnTo>
                    <a:lnTo>
                      <a:pt x="59664" y="49060"/>
                    </a:lnTo>
                    <a:lnTo>
                      <a:pt x="62050" y="43463"/>
                    </a:lnTo>
                    <a:lnTo>
                      <a:pt x="64437" y="37501"/>
                    </a:lnTo>
                    <a:lnTo>
                      <a:pt x="66823" y="31296"/>
                    </a:lnTo>
                    <a:lnTo>
                      <a:pt x="69210" y="25027"/>
                    </a:lnTo>
                    <a:lnTo>
                      <a:pt x="71596" y="18930"/>
                    </a:lnTo>
                    <a:lnTo>
                      <a:pt x="73983" y="13278"/>
                    </a:lnTo>
                    <a:lnTo>
                      <a:pt x="76370" y="8351"/>
                    </a:lnTo>
                    <a:lnTo>
                      <a:pt x="78756" y="4407"/>
                    </a:lnTo>
                    <a:lnTo>
                      <a:pt x="81143" y="1644"/>
                    </a:lnTo>
                    <a:lnTo>
                      <a:pt x="83529" y="173"/>
                    </a:lnTo>
                    <a:lnTo>
                      <a:pt x="85916" y="0"/>
                    </a:lnTo>
                    <a:lnTo>
                      <a:pt x="88302" y="1022"/>
                    </a:lnTo>
                    <a:lnTo>
                      <a:pt x="90689" y="3044"/>
                    </a:lnTo>
                    <a:lnTo>
                      <a:pt x="93075" y="5797"/>
                    </a:lnTo>
                    <a:lnTo>
                      <a:pt x="95462" y="8981"/>
                    </a:lnTo>
                    <a:lnTo>
                      <a:pt x="97848" y="12290"/>
                    </a:lnTo>
                    <a:lnTo>
                      <a:pt x="100235" y="1545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12" name="Surface grid line"/>
              <p:cNvSpPr/>
              <p:nvPr/>
            </p:nvSpPr>
            <p:spPr>
              <a:xfrm>
                <a:off x="10922828" y="757569"/>
                <a:ext cx="954738" cy="86119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0414">
                    <a:moveTo>
                      <a:pt x="0" y="90414"/>
                    </a:moveTo>
                    <a:lnTo>
                      <a:pt x="2387" y="89328"/>
                    </a:lnTo>
                    <a:lnTo>
                      <a:pt x="4773" y="88442"/>
                    </a:lnTo>
                    <a:lnTo>
                      <a:pt x="7160" y="87784"/>
                    </a:lnTo>
                    <a:lnTo>
                      <a:pt x="9546" y="87373"/>
                    </a:lnTo>
                    <a:lnTo>
                      <a:pt x="11933" y="87206"/>
                    </a:lnTo>
                    <a:lnTo>
                      <a:pt x="14319" y="87259"/>
                    </a:lnTo>
                    <a:lnTo>
                      <a:pt x="16706" y="87489"/>
                    </a:lnTo>
                    <a:lnTo>
                      <a:pt x="19092" y="87828"/>
                    </a:lnTo>
                    <a:lnTo>
                      <a:pt x="21479" y="88196"/>
                    </a:lnTo>
                    <a:lnTo>
                      <a:pt x="23865" y="88504"/>
                    </a:lnTo>
                    <a:lnTo>
                      <a:pt x="26252" y="88665"/>
                    </a:lnTo>
                    <a:lnTo>
                      <a:pt x="28639" y="88600"/>
                    </a:lnTo>
                    <a:lnTo>
                      <a:pt x="31025" y="88245"/>
                    </a:lnTo>
                    <a:lnTo>
                      <a:pt x="33412" y="87551"/>
                    </a:lnTo>
                    <a:lnTo>
                      <a:pt x="35798" y="86490"/>
                    </a:lnTo>
                    <a:lnTo>
                      <a:pt x="38185" y="85045"/>
                    </a:lnTo>
                    <a:lnTo>
                      <a:pt x="40571" y="83212"/>
                    </a:lnTo>
                    <a:lnTo>
                      <a:pt x="42958" y="80992"/>
                    </a:lnTo>
                    <a:lnTo>
                      <a:pt x="45344" y="78381"/>
                    </a:lnTo>
                    <a:lnTo>
                      <a:pt x="47731" y="75371"/>
                    </a:lnTo>
                    <a:lnTo>
                      <a:pt x="50117" y="71942"/>
                    </a:lnTo>
                    <a:lnTo>
                      <a:pt x="52504" y="68063"/>
                    </a:lnTo>
                    <a:lnTo>
                      <a:pt x="54891" y="63697"/>
                    </a:lnTo>
                    <a:lnTo>
                      <a:pt x="57277" y="58809"/>
                    </a:lnTo>
                    <a:lnTo>
                      <a:pt x="59664" y="53383"/>
                    </a:lnTo>
                    <a:lnTo>
                      <a:pt x="62050" y="47437"/>
                    </a:lnTo>
                    <a:lnTo>
                      <a:pt x="64437" y="41042"/>
                    </a:lnTo>
                    <a:lnTo>
                      <a:pt x="66823" y="34334"/>
                    </a:lnTo>
                    <a:lnTo>
                      <a:pt x="69210" y="27517"/>
                    </a:lnTo>
                    <a:lnTo>
                      <a:pt x="71596" y="20857"/>
                    </a:lnTo>
                    <a:lnTo>
                      <a:pt x="73983" y="14660"/>
                    </a:lnTo>
                    <a:lnTo>
                      <a:pt x="76370" y="9242"/>
                    </a:lnTo>
                    <a:lnTo>
                      <a:pt x="78756" y="4893"/>
                    </a:lnTo>
                    <a:lnTo>
                      <a:pt x="81143" y="1838"/>
                    </a:lnTo>
                    <a:lnTo>
                      <a:pt x="83529" y="203"/>
                    </a:lnTo>
                    <a:lnTo>
                      <a:pt x="85916" y="0"/>
                    </a:lnTo>
                    <a:lnTo>
                      <a:pt x="88302" y="1122"/>
                    </a:lnTo>
                    <a:lnTo>
                      <a:pt x="90689" y="3357"/>
                    </a:lnTo>
                    <a:lnTo>
                      <a:pt x="93075" y="6415"/>
                    </a:lnTo>
                    <a:lnTo>
                      <a:pt x="95462" y="9965"/>
                    </a:lnTo>
                    <a:lnTo>
                      <a:pt x="97848" y="13677"/>
                    </a:lnTo>
                    <a:lnTo>
                      <a:pt x="100235" y="1725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13" name="Surface grid line"/>
              <p:cNvSpPr/>
              <p:nvPr/>
            </p:nvSpPr>
            <p:spPr>
              <a:xfrm>
                <a:off x="10950216" y="738953"/>
                <a:ext cx="954738" cy="87857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2239">
                    <a:moveTo>
                      <a:pt x="0" y="92239"/>
                    </a:moveTo>
                    <a:lnTo>
                      <a:pt x="2387" y="91189"/>
                    </a:lnTo>
                    <a:lnTo>
                      <a:pt x="4773" y="90357"/>
                    </a:lnTo>
                    <a:lnTo>
                      <a:pt x="7160" y="89770"/>
                    </a:lnTo>
                    <a:lnTo>
                      <a:pt x="9546" y="89438"/>
                    </a:lnTo>
                    <a:lnTo>
                      <a:pt x="11933" y="89355"/>
                    </a:lnTo>
                    <a:lnTo>
                      <a:pt x="14319" y="89487"/>
                    </a:lnTo>
                    <a:lnTo>
                      <a:pt x="16706" y="89780"/>
                    </a:lnTo>
                    <a:lnTo>
                      <a:pt x="19092" y="90158"/>
                    </a:lnTo>
                    <a:lnTo>
                      <a:pt x="21479" y="90535"/>
                    </a:lnTo>
                    <a:lnTo>
                      <a:pt x="23865" y="90822"/>
                    </a:lnTo>
                    <a:lnTo>
                      <a:pt x="26252" y="90937"/>
                    </a:lnTo>
                    <a:lnTo>
                      <a:pt x="28639" y="90812"/>
                    </a:lnTo>
                    <a:lnTo>
                      <a:pt x="31025" y="90396"/>
                    </a:lnTo>
                    <a:lnTo>
                      <a:pt x="33412" y="89658"/>
                    </a:lnTo>
                    <a:lnTo>
                      <a:pt x="35798" y="88579"/>
                    </a:lnTo>
                    <a:lnTo>
                      <a:pt x="38185" y="87153"/>
                    </a:lnTo>
                    <a:lnTo>
                      <a:pt x="40571" y="85377"/>
                    </a:lnTo>
                    <a:lnTo>
                      <a:pt x="42958" y="83243"/>
                    </a:lnTo>
                    <a:lnTo>
                      <a:pt x="45344" y="80741"/>
                    </a:lnTo>
                    <a:lnTo>
                      <a:pt x="47731" y="77845"/>
                    </a:lnTo>
                    <a:lnTo>
                      <a:pt x="50117" y="74517"/>
                    </a:lnTo>
                    <a:lnTo>
                      <a:pt x="52504" y="70710"/>
                    </a:lnTo>
                    <a:lnTo>
                      <a:pt x="54891" y="66372"/>
                    </a:lnTo>
                    <a:lnTo>
                      <a:pt x="57277" y="61455"/>
                    </a:lnTo>
                    <a:lnTo>
                      <a:pt x="59664" y="55937"/>
                    </a:lnTo>
                    <a:lnTo>
                      <a:pt x="62050" y="49835"/>
                    </a:lnTo>
                    <a:lnTo>
                      <a:pt x="64437" y="43224"/>
                    </a:lnTo>
                    <a:lnTo>
                      <a:pt x="66823" y="36248"/>
                    </a:lnTo>
                    <a:lnTo>
                      <a:pt x="69210" y="29126"/>
                    </a:lnTo>
                    <a:lnTo>
                      <a:pt x="71596" y="22142"/>
                    </a:lnTo>
                    <a:lnTo>
                      <a:pt x="73983" y="15622"/>
                    </a:lnTo>
                    <a:lnTo>
                      <a:pt x="76370" y="9903"/>
                    </a:lnTo>
                    <a:lnTo>
                      <a:pt x="78756" y="5295"/>
                    </a:lnTo>
                    <a:lnTo>
                      <a:pt x="81143" y="2036"/>
                    </a:lnTo>
                    <a:lnTo>
                      <a:pt x="83529" y="266"/>
                    </a:lnTo>
                    <a:lnTo>
                      <a:pt x="85916" y="0"/>
                    </a:lnTo>
                    <a:lnTo>
                      <a:pt x="88302" y="1131"/>
                    </a:lnTo>
                    <a:lnTo>
                      <a:pt x="90689" y="3439"/>
                    </a:lnTo>
                    <a:lnTo>
                      <a:pt x="93075" y="6625"/>
                    </a:lnTo>
                    <a:lnTo>
                      <a:pt x="95462" y="10347"/>
                    </a:lnTo>
                    <a:lnTo>
                      <a:pt x="97848" y="14258"/>
                    </a:lnTo>
                    <a:lnTo>
                      <a:pt x="100235" y="1805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14" name="Surface grid line"/>
              <p:cNvSpPr/>
              <p:nvPr/>
            </p:nvSpPr>
            <p:spPr>
              <a:xfrm>
                <a:off x="10977603" y="743661"/>
                <a:ext cx="954738" cy="87391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1750">
                    <a:moveTo>
                      <a:pt x="0" y="91750"/>
                    </a:moveTo>
                    <a:lnTo>
                      <a:pt x="2387" y="90782"/>
                    </a:lnTo>
                    <a:lnTo>
                      <a:pt x="4773" y="90051"/>
                    </a:lnTo>
                    <a:lnTo>
                      <a:pt x="7160" y="89579"/>
                    </a:lnTo>
                    <a:lnTo>
                      <a:pt x="9546" y="89373"/>
                    </a:lnTo>
                    <a:lnTo>
                      <a:pt x="11933" y="89413"/>
                    </a:lnTo>
                    <a:lnTo>
                      <a:pt x="14319" y="89656"/>
                    </a:lnTo>
                    <a:lnTo>
                      <a:pt x="16706" y="90032"/>
                    </a:lnTo>
                    <a:lnTo>
                      <a:pt x="19092" y="90454"/>
                    </a:lnTo>
                    <a:lnTo>
                      <a:pt x="21479" y="90827"/>
                    </a:lnTo>
                    <a:lnTo>
                      <a:pt x="23865" y="91059"/>
                    </a:lnTo>
                    <a:lnTo>
                      <a:pt x="26252" y="91076"/>
                    </a:lnTo>
                    <a:lnTo>
                      <a:pt x="28639" y="90823"/>
                    </a:lnTo>
                    <a:lnTo>
                      <a:pt x="31025" y="90270"/>
                    </a:lnTo>
                    <a:lnTo>
                      <a:pt x="33412" y="89406"/>
                    </a:lnTo>
                    <a:lnTo>
                      <a:pt x="35798" y="88235"/>
                    </a:lnTo>
                    <a:lnTo>
                      <a:pt x="38185" y="86761"/>
                    </a:lnTo>
                    <a:lnTo>
                      <a:pt x="40571" y="84990"/>
                    </a:lnTo>
                    <a:lnTo>
                      <a:pt x="42958" y="82912"/>
                    </a:lnTo>
                    <a:lnTo>
                      <a:pt x="45344" y="80508"/>
                    </a:lnTo>
                    <a:lnTo>
                      <a:pt x="47731" y="77739"/>
                    </a:lnTo>
                    <a:lnTo>
                      <a:pt x="50117" y="74555"/>
                    </a:lnTo>
                    <a:lnTo>
                      <a:pt x="52504" y="70891"/>
                    </a:lnTo>
                    <a:lnTo>
                      <a:pt x="54891" y="66683"/>
                    </a:lnTo>
                    <a:lnTo>
                      <a:pt x="57277" y="61876"/>
                    </a:lnTo>
                    <a:lnTo>
                      <a:pt x="59664" y="56441"/>
                    </a:lnTo>
                    <a:lnTo>
                      <a:pt x="62050" y="50392"/>
                    </a:lnTo>
                    <a:lnTo>
                      <a:pt x="64437" y="43806"/>
                    </a:lnTo>
                    <a:lnTo>
                      <a:pt x="66823" y="36828"/>
                    </a:lnTo>
                    <a:lnTo>
                      <a:pt x="69210" y="29681"/>
                    </a:lnTo>
                    <a:lnTo>
                      <a:pt x="71596" y="22650"/>
                    </a:lnTo>
                    <a:lnTo>
                      <a:pt x="73983" y="16068"/>
                    </a:lnTo>
                    <a:lnTo>
                      <a:pt x="76370" y="10273"/>
                    </a:lnTo>
                    <a:lnTo>
                      <a:pt x="78756" y="5579"/>
                    </a:lnTo>
                    <a:lnTo>
                      <a:pt x="81143" y="2227"/>
                    </a:lnTo>
                    <a:lnTo>
                      <a:pt x="83529" y="361"/>
                    </a:lnTo>
                    <a:lnTo>
                      <a:pt x="85916" y="0"/>
                    </a:lnTo>
                    <a:lnTo>
                      <a:pt x="88302" y="1040"/>
                    </a:lnTo>
                    <a:lnTo>
                      <a:pt x="90689" y="3266"/>
                    </a:lnTo>
                    <a:lnTo>
                      <a:pt x="93075" y="6382"/>
                    </a:lnTo>
                    <a:lnTo>
                      <a:pt x="95462" y="10050"/>
                    </a:lnTo>
                    <a:lnTo>
                      <a:pt x="97848" y="13929"/>
                    </a:lnTo>
                    <a:lnTo>
                      <a:pt x="100235" y="1771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15" name="Surface grid line"/>
              <p:cNvSpPr/>
              <p:nvPr/>
            </p:nvSpPr>
            <p:spPr>
              <a:xfrm>
                <a:off x="11004991" y="771767"/>
                <a:ext cx="954738" cy="852110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9460">
                    <a:moveTo>
                      <a:pt x="0" y="89040"/>
                    </a:moveTo>
                    <a:lnTo>
                      <a:pt x="2387" y="88207"/>
                    </a:lnTo>
                    <a:lnTo>
                      <a:pt x="4773" y="87631"/>
                    </a:lnTo>
                    <a:lnTo>
                      <a:pt x="7160" y="87333"/>
                    </a:lnTo>
                    <a:lnTo>
                      <a:pt x="9546" y="87310"/>
                    </a:lnTo>
                    <a:lnTo>
                      <a:pt x="11933" y="87532"/>
                    </a:lnTo>
                    <a:lnTo>
                      <a:pt x="14319" y="87938"/>
                    </a:lnTo>
                    <a:lnTo>
                      <a:pt x="16706" y="88439"/>
                    </a:lnTo>
                    <a:lnTo>
                      <a:pt x="19092" y="88930"/>
                    </a:lnTo>
                    <a:lnTo>
                      <a:pt x="21479" y="89302"/>
                    </a:lnTo>
                    <a:lnTo>
                      <a:pt x="23865" y="89460"/>
                    </a:lnTo>
                    <a:lnTo>
                      <a:pt x="26252" y="89336"/>
                    </a:lnTo>
                    <a:lnTo>
                      <a:pt x="28639" y="88891"/>
                    </a:lnTo>
                    <a:lnTo>
                      <a:pt x="31025" y="88121"/>
                    </a:lnTo>
                    <a:lnTo>
                      <a:pt x="33412" y="87043"/>
                    </a:lnTo>
                    <a:lnTo>
                      <a:pt x="35798" y="85687"/>
                    </a:lnTo>
                    <a:lnTo>
                      <a:pt x="38185" y="84081"/>
                    </a:lnTo>
                    <a:lnTo>
                      <a:pt x="40571" y="82240"/>
                    </a:lnTo>
                    <a:lnTo>
                      <a:pt x="42958" y="80161"/>
                    </a:lnTo>
                    <a:lnTo>
                      <a:pt x="45344" y="77818"/>
                    </a:lnTo>
                    <a:lnTo>
                      <a:pt x="47731" y="75164"/>
                    </a:lnTo>
                    <a:lnTo>
                      <a:pt x="50117" y="72136"/>
                    </a:lnTo>
                    <a:lnTo>
                      <a:pt x="52504" y="68661"/>
                    </a:lnTo>
                    <a:lnTo>
                      <a:pt x="54891" y="64664"/>
                    </a:lnTo>
                    <a:lnTo>
                      <a:pt x="57277" y="60086"/>
                    </a:lnTo>
                    <a:lnTo>
                      <a:pt x="59664" y="54892"/>
                    </a:lnTo>
                    <a:lnTo>
                      <a:pt x="62050" y="49094"/>
                    </a:lnTo>
                    <a:lnTo>
                      <a:pt x="64437" y="42765"/>
                    </a:lnTo>
                    <a:lnTo>
                      <a:pt x="66823" y="36045"/>
                    </a:lnTo>
                    <a:lnTo>
                      <a:pt x="69210" y="29147"/>
                    </a:lnTo>
                    <a:lnTo>
                      <a:pt x="71596" y="22348"/>
                    </a:lnTo>
                    <a:lnTo>
                      <a:pt x="73983" y="15964"/>
                    </a:lnTo>
                    <a:lnTo>
                      <a:pt x="76370" y="10321"/>
                    </a:lnTo>
                    <a:lnTo>
                      <a:pt x="78756" y="5720"/>
                    </a:lnTo>
                    <a:lnTo>
                      <a:pt x="81143" y="2394"/>
                    </a:lnTo>
                    <a:lnTo>
                      <a:pt x="83529" y="480"/>
                    </a:lnTo>
                    <a:lnTo>
                      <a:pt x="85916" y="0"/>
                    </a:lnTo>
                    <a:lnTo>
                      <a:pt x="88302" y="859"/>
                    </a:lnTo>
                    <a:lnTo>
                      <a:pt x="90689" y="2855"/>
                    </a:lnTo>
                    <a:lnTo>
                      <a:pt x="93075" y="5712"/>
                    </a:lnTo>
                    <a:lnTo>
                      <a:pt x="95462" y="9111"/>
                    </a:lnTo>
                    <a:lnTo>
                      <a:pt x="97848" y="12729"/>
                    </a:lnTo>
                    <a:lnTo>
                      <a:pt x="100235" y="1627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16" name="Surface grid line"/>
              <p:cNvSpPr/>
              <p:nvPr/>
            </p:nvSpPr>
            <p:spPr>
              <a:xfrm>
                <a:off x="11032379" y="819839"/>
                <a:ext cx="954738" cy="82466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6579">
                    <a:moveTo>
                      <a:pt x="0" y="84553"/>
                    </a:moveTo>
                    <a:lnTo>
                      <a:pt x="2387" y="83906"/>
                    </a:lnTo>
                    <a:lnTo>
                      <a:pt x="4773" y="83545"/>
                    </a:lnTo>
                    <a:lnTo>
                      <a:pt x="7160" y="83484"/>
                    </a:lnTo>
                    <a:lnTo>
                      <a:pt x="9546" y="83714"/>
                    </a:lnTo>
                    <a:lnTo>
                      <a:pt x="11933" y="84188"/>
                    </a:lnTo>
                    <a:lnTo>
                      <a:pt x="14319" y="84824"/>
                    </a:lnTo>
                    <a:lnTo>
                      <a:pt x="16706" y="85508"/>
                    </a:lnTo>
                    <a:lnTo>
                      <a:pt x="19092" y="86110"/>
                    </a:lnTo>
                    <a:lnTo>
                      <a:pt x="21479" y="86501"/>
                    </a:lnTo>
                    <a:lnTo>
                      <a:pt x="23865" y="86579"/>
                    </a:lnTo>
                    <a:lnTo>
                      <a:pt x="26252" y="86277"/>
                    </a:lnTo>
                    <a:lnTo>
                      <a:pt x="28639" y="85580"/>
                    </a:lnTo>
                    <a:lnTo>
                      <a:pt x="31025" y="84510"/>
                    </a:lnTo>
                    <a:lnTo>
                      <a:pt x="33412" y="83121"/>
                    </a:lnTo>
                    <a:lnTo>
                      <a:pt x="35798" y="81478"/>
                    </a:lnTo>
                    <a:lnTo>
                      <a:pt x="38185" y="79638"/>
                    </a:lnTo>
                    <a:lnTo>
                      <a:pt x="40571" y="77634"/>
                    </a:lnTo>
                    <a:lnTo>
                      <a:pt x="42958" y="75473"/>
                    </a:lnTo>
                    <a:lnTo>
                      <a:pt x="45344" y="73128"/>
                    </a:lnTo>
                    <a:lnTo>
                      <a:pt x="47731" y="70549"/>
                    </a:lnTo>
                    <a:lnTo>
                      <a:pt x="50117" y="67664"/>
                    </a:lnTo>
                    <a:lnTo>
                      <a:pt x="52504" y="64392"/>
                    </a:lnTo>
                    <a:lnTo>
                      <a:pt x="54891" y="60654"/>
                    </a:lnTo>
                    <a:lnTo>
                      <a:pt x="57277" y="56387"/>
                    </a:lnTo>
                    <a:lnTo>
                      <a:pt x="59664" y="51555"/>
                    </a:lnTo>
                    <a:lnTo>
                      <a:pt x="62050" y="46165"/>
                    </a:lnTo>
                    <a:lnTo>
                      <a:pt x="64437" y="40282"/>
                    </a:lnTo>
                    <a:lnTo>
                      <a:pt x="66823" y="34037"/>
                    </a:lnTo>
                    <a:lnTo>
                      <a:pt x="69210" y="27624"/>
                    </a:lnTo>
                    <a:lnTo>
                      <a:pt x="71596" y="21294"/>
                    </a:lnTo>
                    <a:lnTo>
                      <a:pt x="73983" y="15336"/>
                    </a:lnTo>
                    <a:lnTo>
                      <a:pt x="76370" y="10049"/>
                    </a:lnTo>
                    <a:lnTo>
                      <a:pt x="78756" y="5704"/>
                    </a:lnTo>
                    <a:lnTo>
                      <a:pt x="81143" y="2514"/>
                    </a:lnTo>
                    <a:lnTo>
                      <a:pt x="83529" y="605"/>
                    </a:lnTo>
                    <a:lnTo>
                      <a:pt x="85916" y="0"/>
                    </a:lnTo>
                    <a:lnTo>
                      <a:pt x="88302" y="614"/>
                    </a:lnTo>
                    <a:lnTo>
                      <a:pt x="90689" y="2270"/>
                    </a:lnTo>
                    <a:lnTo>
                      <a:pt x="93075" y="4717"/>
                    </a:lnTo>
                    <a:lnTo>
                      <a:pt x="95462" y="7672"/>
                    </a:lnTo>
                    <a:lnTo>
                      <a:pt x="97848" y="10844"/>
                    </a:lnTo>
                    <a:lnTo>
                      <a:pt x="100235" y="1397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17" name="Surface grid line"/>
              <p:cNvSpPr/>
              <p:nvPr/>
            </p:nvSpPr>
            <p:spPr>
              <a:xfrm>
                <a:off x="11059767" y="881770"/>
                <a:ext cx="954738" cy="79206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3156">
                    <a:moveTo>
                      <a:pt x="0" y="78982"/>
                    </a:moveTo>
                    <a:lnTo>
                      <a:pt x="2387" y="78571"/>
                    </a:lnTo>
                    <a:lnTo>
                      <a:pt x="4773" y="78480"/>
                    </a:lnTo>
                    <a:lnTo>
                      <a:pt x="7160" y="78721"/>
                    </a:lnTo>
                    <a:lnTo>
                      <a:pt x="9546" y="79274"/>
                    </a:lnTo>
                    <a:lnTo>
                      <a:pt x="11933" y="80076"/>
                    </a:lnTo>
                    <a:lnTo>
                      <a:pt x="14319" y="81018"/>
                    </a:lnTo>
                    <a:lnTo>
                      <a:pt x="16706" y="81952"/>
                    </a:lnTo>
                    <a:lnTo>
                      <a:pt x="19092" y="82717"/>
                    </a:lnTo>
                    <a:lnTo>
                      <a:pt x="21479" y="83156"/>
                    </a:lnTo>
                    <a:lnTo>
                      <a:pt x="23865" y="83153"/>
                    </a:lnTo>
                    <a:lnTo>
                      <a:pt x="26252" y="82645"/>
                    </a:lnTo>
                    <a:lnTo>
                      <a:pt x="28639" y="81635"/>
                    </a:lnTo>
                    <a:lnTo>
                      <a:pt x="31025" y="80181"/>
                    </a:lnTo>
                    <a:lnTo>
                      <a:pt x="33412" y="78381"/>
                    </a:lnTo>
                    <a:lnTo>
                      <a:pt x="35798" y="76341"/>
                    </a:lnTo>
                    <a:lnTo>
                      <a:pt x="38185" y="74153"/>
                    </a:lnTo>
                    <a:lnTo>
                      <a:pt x="40571" y="71880"/>
                    </a:lnTo>
                    <a:lnTo>
                      <a:pt x="42958" y="69539"/>
                    </a:lnTo>
                    <a:lnTo>
                      <a:pt x="45344" y="67112"/>
                    </a:lnTo>
                    <a:lnTo>
                      <a:pt x="47731" y="64543"/>
                    </a:lnTo>
                    <a:lnTo>
                      <a:pt x="50117" y="61757"/>
                    </a:lnTo>
                    <a:lnTo>
                      <a:pt x="52504" y="58669"/>
                    </a:lnTo>
                    <a:lnTo>
                      <a:pt x="54891" y="55198"/>
                    </a:lnTo>
                    <a:lnTo>
                      <a:pt x="57277" y="51278"/>
                    </a:lnTo>
                    <a:lnTo>
                      <a:pt x="59664" y="46874"/>
                    </a:lnTo>
                    <a:lnTo>
                      <a:pt x="62050" y="41989"/>
                    </a:lnTo>
                    <a:lnTo>
                      <a:pt x="64437" y="36680"/>
                    </a:lnTo>
                    <a:lnTo>
                      <a:pt x="66823" y="31059"/>
                    </a:lnTo>
                    <a:lnTo>
                      <a:pt x="69210" y="25295"/>
                    </a:lnTo>
                    <a:lnTo>
                      <a:pt x="71596" y="19609"/>
                    </a:lnTo>
                    <a:lnTo>
                      <a:pt x="73983" y="14249"/>
                    </a:lnTo>
                    <a:lnTo>
                      <a:pt x="76370" y="9472"/>
                    </a:lnTo>
                    <a:lnTo>
                      <a:pt x="78756" y="5514"/>
                    </a:lnTo>
                    <a:lnTo>
                      <a:pt x="81143" y="2558"/>
                    </a:lnTo>
                    <a:lnTo>
                      <a:pt x="83529" y="713"/>
                    </a:lnTo>
                    <a:lnTo>
                      <a:pt x="85916" y="0"/>
                    </a:lnTo>
                    <a:lnTo>
                      <a:pt x="88302" y="347"/>
                    </a:lnTo>
                    <a:lnTo>
                      <a:pt x="90689" y="1602"/>
                    </a:lnTo>
                    <a:lnTo>
                      <a:pt x="93075" y="3554"/>
                    </a:lnTo>
                    <a:lnTo>
                      <a:pt x="95462" y="5958"/>
                    </a:lnTo>
                    <a:lnTo>
                      <a:pt x="97848" y="8568"/>
                    </a:lnTo>
                    <a:lnTo>
                      <a:pt x="100235" y="1116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18" name="Surface grid line"/>
              <p:cNvSpPr/>
              <p:nvPr/>
            </p:nvSpPr>
            <p:spPr>
              <a:xfrm>
                <a:off x="11087155" y="950056"/>
                <a:ext cx="954738" cy="76238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0041">
                    <a:moveTo>
                      <a:pt x="0" y="73136"/>
                    </a:moveTo>
                    <a:lnTo>
                      <a:pt x="2387" y="73000"/>
                    </a:lnTo>
                    <a:lnTo>
                      <a:pt x="4773" y="73226"/>
                    </a:lnTo>
                    <a:lnTo>
                      <a:pt x="7160" y="73826"/>
                    </a:lnTo>
                    <a:lnTo>
                      <a:pt x="9546" y="74770"/>
                    </a:lnTo>
                    <a:lnTo>
                      <a:pt x="11933" y="75972"/>
                    </a:lnTo>
                    <a:lnTo>
                      <a:pt x="14319" y="77292"/>
                    </a:lnTo>
                    <a:lnTo>
                      <a:pt x="16706" y="78544"/>
                    </a:lnTo>
                    <a:lnTo>
                      <a:pt x="19092" y="79523"/>
                    </a:lnTo>
                    <a:lnTo>
                      <a:pt x="21479" y="80041"/>
                    </a:lnTo>
                    <a:lnTo>
                      <a:pt x="23865" y="79959"/>
                    </a:lnTo>
                    <a:lnTo>
                      <a:pt x="26252" y="79217"/>
                    </a:lnTo>
                    <a:lnTo>
                      <a:pt x="28639" y="77837"/>
                    </a:lnTo>
                    <a:lnTo>
                      <a:pt x="31025" y="75918"/>
                    </a:lnTo>
                    <a:lnTo>
                      <a:pt x="33412" y="73605"/>
                    </a:lnTo>
                    <a:lnTo>
                      <a:pt x="35798" y="71054"/>
                    </a:lnTo>
                    <a:lnTo>
                      <a:pt x="38185" y="68404"/>
                    </a:lnTo>
                    <a:lnTo>
                      <a:pt x="40571" y="65747"/>
                    </a:lnTo>
                    <a:lnTo>
                      <a:pt x="42958" y="63120"/>
                    </a:lnTo>
                    <a:lnTo>
                      <a:pt x="45344" y="60512"/>
                    </a:lnTo>
                    <a:lnTo>
                      <a:pt x="47731" y="57869"/>
                    </a:lnTo>
                    <a:lnTo>
                      <a:pt x="50117" y="55112"/>
                    </a:lnTo>
                    <a:lnTo>
                      <a:pt x="52504" y="52154"/>
                    </a:lnTo>
                    <a:lnTo>
                      <a:pt x="54891" y="48913"/>
                    </a:lnTo>
                    <a:lnTo>
                      <a:pt x="57277" y="45325"/>
                    </a:lnTo>
                    <a:lnTo>
                      <a:pt x="59664" y="41354"/>
                    </a:lnTo>
                    <a:lnTo>
                      <a:pt x="62050" y="37002"/>
                    </a:lnTo>
                    <a:lnTo>
                      <a:pt x="64437" y="32315"/>
                    </a:lnTo>
                    <a:lnTo>
                      <a:pt x="66823" y="27388"/>
                    </a:lnTo>
                    <a:lnTo>
                      <a:pt x="69210" y="22362"/>
                    </a:lnTo>
                    <a:lnTo>
                      <a:pt x="71596" y="17418"/>
                    </a:lnTo>
                    <a:lnTo>
                      <a:pt x="73983" y="12760"/>
                    </a:lnTo>
                    <a:lnTo>
                      <a:pt x="76370" y="8599"/>
                    </a:lnTo>
                    <a:lnTo>
                      <a:pt x="78756" y="5126"/>
                    </a:lnTo>
                    <a:lnTo>
                      <a:pt x="81143" y="2488"/>
                    </a:lnTo>
                    <a:lnTo>
                      <a:pt x="83529" y="775"/>
                    </a:lnTo>
                    <a:lnTo>
                      <a:pt x="85916" y="0"/>
                    </a:lnTo>
                    <a:lnTo>
                      <a:pt x="88302" y="105"/>
                    </a:lnTo>
                    <a:lnTo>
                      <a:pt x="90689" y="967"/>
                    </a:lnTo>
                    <a:lnTo>
                      <a:pt x="93075" y="2411"/>
                    </a:lnTo>
                    <a:lnTo>
                      <a:pt x="95462" y="4239"/>
                    </a:lnTo>
                    <a:lnTo>
                      <a:pt x="97848" y="6251"/>
                    </a:lnTo>
                    <a:lnTo>
                      <a:pt x="100235" y="826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19" name="Surface grid line"/>
              <p:cNvSpPr/>
              <p:nvPr/>
            </p:nvSpPr>
            <p:spPr>
              <a:xfrm>
                <a:off x="11114542" y="1016538"/>
                <a:ext cx="954738" cy="74195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7895">
                    <a:moveTo>
                      <a:pt x="0" y="67856"/>
                    </a:moveTo>
                    <a:lnTo>
                      <a:pt x="2387" y="68021"/>
                    </a:lnTo>
                    <a:lnTo>
                      <a:pt x="4773" y="68598"/>
                    </a:lnTo>
                    <a:lnTo>
                      <a:pt x="7160" y="69600"/>
                    </a:lnTo>
                    <a:lnTo>
                      <a:pt x="9546" y="70986"/>
                    </a:lnTo>
                    <a:lnTo>
                      <a:pt x="11933" y="72648"/>
                    </a:lnTo>
                    <a:lnTo>
                      <a:pt x="14319" y="74408"/>
                    </a:lnTo>
                    <a:lnTo>
                      <a:pt x="16706" y="76034"/>
                    </a:lnTo>
                    <a:lnTo>
                      <a:pt x="19092" y="77274"/>
                    </a:lnTo>
                    <a:lnTo>
                      <a:pt x="21479" y="77895"/>
                    </a:lnTo>
                    <a:lnTo>
                      <a:pt x="23865" y="77736"/>
                    </a:lnTo>
                    <a:lnTo>
                      <a:pt x="26252" y="76732"/>
                    </a:lnTo>
                    <a:lnTo>
                      <a:pt x="28639" y="74928"/>
                    </a:lnTo>
                    <a:lnTo>
                      <a:pt x="31025" y="72466"/>
                    </a:lnTo>
                    <a:lnTo>
                      <a:pt x="33412" y="69544"/>
                    </a:lnTo>
                    <a:lnTo>
                      <a:pt x="35798" y="66376"/>
                    </a:lnTo>
                    <a:lnTo>
                      <a:pt x="38185" y="63150"/>
                    </a:lnTo>
                    <a:lnTo>
                      <a:pt x="40571" y="59994"/>
                    </a:lnTo>
                    <a:lnTo>
                      <a:pt x="42958" y="56969"/>
                    </a:lnTo>
                    <a:lnTo>
                      <a:pt x="45344" y="54071"/>
                    </a:lnTo>
                    <a:lnTo>
                      <a:pt x="47731" y="51249"/>
                    </a:lnTo>
                    <a:lnTo>
                      <a:pt x="50117" y="48423"/>
                    </a:lnTo>
                    <a:lnTo>
                      <a:pt x="52504" y="45503"/>
                    </a:lnTo>
                    <a:lnTo>
                      <a:pt x="54891" y="42409"/>
                    </a:lnTo>
                    <a:lnTo>
                      <a:pt x="57277" y="39079"/>
                    </a:lnTo>
                    <a:lnTo>
                      <a:pt x="59664" y="35481"/>
                    </a:lnTo>
                    <a:lnTo>
                      <a:pt x="62050" y="31617"/>
                    </a:lnTo>
                    <a:lnTo>
                      <a:pt x="64437" y="27525"/>
                    </a:lnTo>
                    <a:lnTo>
                      <a:pt x="66823" y="23285"/>
                    </a:lnTo>
                    <a:lnTo>
                      <a:pt x="69210" y="19009"/>
                    </a:lnTo>
                    <a:lnTo>
                      <a:pt x="71596" y="14839"/>
                    </a:lnTo>
                    <a:lnTo>
                      <a:pt x="73983" y="10933"/>
                    </a:lnTo>
                    <a:lnTo>
                      <a:pt x="76370" y="7453"/>
                    </a:lnTo>
                    <a:lnTo>
                      <a:pt x="78756" y="4539"/>
                    </a:lnTo>
                    <a:lnTo>
                      <a:pt x="81143" y="2303"/>
                    </a:lnTo>
                    <a:lnTo>
                      <a:pt x="83529" y="807"/>
                    </a:lnTo>
                    <a:lnTo>
                      <a:pt x="85916" y="55"/>
                    </a:lnTo>
                    <a:lnTo>
                      <a:pt x="88302" y="0"/>
                    </a:lnTo>
                    <a:lnTo>
                      <a:pt x="90689" y="541"/>
                    </a:lnTo>
                    <a:lnTo>
                      <a:pt x="93075" y="1542"/>
                    </a:lnTo>
                    <a:lnTo>
                      <a:pt x="95462" y="2849"/>
                    </a:lnTo>
                    <a:lnTo>
                      <a:pt x="97848" y="4306"/>
                    </a:lnTo>
                    <a:lnTo>
                      <a:pt x="100235" y="576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20" name="Surface grid line"/>
              <p:cNvSpPr/>
              <p:nvPr/>
            </p:nvSpPr>
            <p:spPr>
              <a:xfrm>
                <a:off x="11141930" y="1075216"/>
                <a:ext cx="954738" cy="73476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7141">
                    <a:moveTo>
                      <a:pt x="0" y="63723"/>
                    </a:moveTo>
                    <a:lnTo>
                      <a:pt x="2387" y="64197"/>
                    </a:lnTo>
                    <a:lnTo>
                      <a:pt x="4773" y="65140"/>
                    </a:lnTo>
                    <a:lnTo>
                      <a:pt x="7160" y="66568"/>
                    </a:lnTo>
                    <a:lnTo>
                      <a:pt x="9546" y="68428"/>
                    </a:lnTo>
                    <a:lnTo>
                      <a:pt x="11933" y="70588"/>
                    </a:lnTo>
                    <a:lnTo>
                      <a:pt x="14319" y="72830"/>
                    </a:lnTo>
                    <a:lnTo>
                      <a:pt x="16706" y="74870"/>
                    </a:lnTo>
                    <a:lnTo>
                      <a:pt x="19092" y="76400"/>
                    </a:lnTo>
                    <a:lnTo>
                      <a:pt x="21479" y="77141"/>
                    </a:lnTo>
                    <a:lnTo>
                      <a:pt x="23865" y="76900"/>
                    </a:lnTo>
                    <a:lnTo>
                      <a:pt x="26252" y="75609"/>
                    </a:lnTo>
                    <a:lnTo>
                      <a:pt x="28639" y="73333"/>
                    </a:lnTo>
                    <a:lnTo>
                      <a:pt x="31025" y="70260"/>
                    </a:lnTo>
                    <a:lnTo>
                      <a:pt x="33412" y="66645"/>
                    </a:lnTo>
                    <a:lnTo>
                      <a:pt x="35798" y="62764"/>
                    </a:lnTo>
                    <a:lnTo>
                      <a:pt x="38185" y="58856"/>
                    </a:lnTo>
                    <a:lnTo>
                      <a:pt x="40571" y="55090"/>
                    </a:lnTo>
                    <a:lnTo>
                      <a:pt x="42958" y="51549"/>
                    </a:lnTo>
                    <a:lnTo>
                      <a:pt x="45344" y="48240"/>
                    </a:lnTo>
                    <a:lnTo>
                      <a:pt x="47731" y="45112"/>
                    </a:lnTo>
                    <a:lnTo>
                      <a:pt x="50117" y="42083"/>
                    </a:lnTo>
                    <a:lnTo>
                      <a:pt x="52504" y="39065"/>
                    </a:lnTo>
                    <a:lnTo>
                      <a:pt x="54891" y="35978"/>
                    </a:lnTo>
                    <a:lnTo>
                      <a:pt x="57277" y="32770"/>
                    </a:lnTo>
                    <a:lnTo>
                      <a:pt x="59664" y="29416"/>
                    </a:lnTo>
                    <a:lnTo>
                      <a:pt x="62050" y="25923"/>
                    </a:lnTo>
                    <a:lnTo>
                      <a:pt x="64437" y="22329"/>
                    </a:lnTo>
                    <a:lnTo>
                      <a:pt x="66823" y="18701"/>
                    </a:lnTo>
                    <a:lnTo>
                      <a:pt x="69210" y="15129"/>
                    </a:lnTo>
                    <a:lnTo>
                      <a:pt x="71596" y="11719"/>
                    </a:lnTo>
                    <a:lnTo>
                      <a:pt x="73983" y="8584"/>
                    </a:lnTo>
                    <a:lnTo>
                      <a:pt x="76370" y="5832"/>
                    </a:lnTo>
                    <a:lnTo>
                      <a:pt x="78756" y="3558"/>
                    </a:lnTo>
                    <a:lnTo>
                      <a:pt x="81143" y="1826"/>
                    </a:lnTo>
                    <a:lnTo>
                      <a:pt x="83529" y="668"/>
                    </a:lnTo>
                    <a:lnTo>
                      <a:pt x="85916" y="75"/>
                    </a:lnTo>
                    <a:lnTo>
                      <a:pt x="88302" y="0"/>
                    </a:lnTo>
                    <a:lnTo>
                      <a:pt x="90689" y="362"/>
                    </a:lnTo>
                    <a:lnTo>
                      <a:pt x="93075" y="1056"/>
                    </a:lnTo>
                    <a:lnTo>
                      <a:pt x="95462" y="1967"/>
                    </a:lnTo>
                    <a:lnTo>
                      <a:pt x="97848" y="2978"/>
                    </a:lnTo>
                    <a:lnTo>
                      <a:pt x="100235" y="398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21" name="Surface grid line"/>
              <p:cNvSpPr/>
              <p:nvPr/>
            </p:nvSpPr>
            <p:spPr>
              <a:xfrm>
                <a:off x="11169318" y="1120983"/>
                <a:ext cx="954738" cy="74326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8033">
                    <a:moveTo>
                      <a:pt x="0" y="61196"/>
                    </a:moveTo>
                    <a:lnTo>
                      <a:pt x="2387" y="61967"/>
                    </a:lnTo>
                    <a:lnTo>
                      <a:pt x="4773" y="63270"/>
                    </a:lnTo>
                    <a:lnTo>
                      <a:pt x="7160" y="65122"/>
                    </a:lnTo>
                    <a:lnTo>
                      <a:pt x="9546" y="67462"/>
                    </a:lnTo>
                    <a:lnTo>
                      <a:pt x="11933" y="70132"/>
                    </a:lnTo>
                    <a:lnTo>
                      <a:pt x="14319" y="72870"/>
                    </a:lnTo>
                    <a:lnTo>
                      <a:pt x="16706" y="75339"/>
                    </a:lnTo>
                    <a:lnTo>
                      <a:pt x="19092" y="77170"/>
                    </a:lnTo>
                    <a:lnTo>
                      <a:pt x="21479" y="78033"/>
                    </a:lnTo>
                    <a:lnTo>
                      <a:pt x="23865" y="77703"/>
                    </a:lnTo>
                    <a:lnTo>
                      <a:pt x="26252" y="76101"/>
                    </a:lnTo>
                    <a:lnTo>
                      <a:pt x="28639" y="73317"/>
                    </a:lnTo>
                    <a:lnTo>
                      <a:pt x="31025" y="69581"/>
                    </a:lnTo>
                    <a:lnTo>
                      <a:pt x="33412" y="65207"/>
                    </a:lnTo>
                    <a:lnTo>
                      <a:pt x="35798" y="60534"/>
                    </a:lnTo>
                    <a:lnTo>
                      <a:pt x="38185" y="55852"/>
                    </a:lnTo>
                    <a:lnTo>
                      <a:pt x="40571" y="51368"/>
                    </a:lnTo>
                    <a:lnTo>
                      <a:pt x="42958" y="47189"/>
                    </a:lnTo>
                    <a:lnTo>
                      <a:pt x="45344" y="43328"/>
                    </a:lnTo>
                    <a:lnTo>
                      <a:pt x="47731" y="39735"/>
                    </a:lnTo>
                    <a:lnTo>
                      <a:pt x="50117" y="36327"/>
                    </a:lnTo>
                    <a:lnTo>
                      <a:pt x="52504" y="33017"/>
                    </a:lnTo>
                    <a:lnTo>
                      <a:pt x="54891" y="29735"/>
                    </a:lnTo>
                    <a:lnTo>
                      <a:pt x="57277" y="26440"/>
                    </a:lnTo>
                    <a:lnTo>
                      <a:pt x="59664" y="23126"/>
                    </a:lnTo>
                    <a:lnTo>
                      <a:pt x="62050" y="19817"/>
                    </a:lnTo>
                    <a:lnTo>
                      <a:pt x="64437" y="16559"/>
                    </a:lnTo>
                    <a:lnTo>
                      <a:pt x="66823" y="13418"/>
                    </a:lnTo>
                    <a:lnTo>
                      <a:pt x="69210" y="10469"/>
                    </a:lnTo>
                    <a:lnTo>
                      <a:pt x="71596" y="7785"/>
                    </a:lnTo>
                    <a:lnTo>
                      <a:pt x="73983" y="5438"/>
                    </a:lnTo>
                    <a:lnTo>
                      <a:pt x="76370" y="3482"/>
                    </a:lnTo>
                    <a:lnTo>
                      <a:pt x="78756" y="1957"/>
                    </a:lnTo>
                    <a:lnTo>
                      <a:pt x="81143" y="878"/>
                    </a:lnTo>
                    <a:lnTo>
                      <a:pt x="83529" y="237"/>
                    </a:lnTo>
                    <a:lnTo>
                      <a:pt x="85916" y="0"/>
                    </a:lnTo>
                    <a:lnTo>
                      <a:pt x="88302" y="112"/>
                    </a:lnTo>
                    <a:lnTo>
                      <a:pt x="90689" y="503"/>
                    </a:lnTo>
                    <a:lnTo>
                      <a:pt x="93075" y="1088"/>
                    </a:lnTo>
                    <a:lnTo>
                      <a:pt x="95462" y="1785"/>
                    </a:lnTo>
                    <a:lnTo>
                      <a:pt x="97848" y="2513"/>
                    </a:lnTo>
                    <a:lnTo>
                      <a:pt x="100235" y="320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22" name="Surface grid line"/>
              <p:cNvSpPr/>
              <p:nvPr/>
            </p:nvSpPr>
            <p:spPr>
              <a:xfrm>
                <a:off x="11196706" y="1143169"/>
                <a:ext cx="954738" cy="774990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1364">
                    <a:moveTo>
                      <a:pt x="0" y="61294"/>
                    </a:moveTo>
                    <a:lnTo>
                      <a:pt x="2387" y="62332"/>
                    </a:lnTo>
                    <a:lnTo>
                      <a:pt x="4773" y="63964"/>
                    </a:lnTo>
                    <a:lnTo>
                      <a:pt x="7160" y="66213"/>
                    </a:lnTo>
                    <a:lnTo>
                      <a:pt x="9546" y="69009"/>
                    </a:lnTo>
                    <a:lnTo>
                      <a:pt x="11933" y="72167"/>
                    </a:lnTo>
                    <a:lnTo>
                      <a:pt x="14319" y="75385"/>
                    </a:lnTo>
                    <a:lnTo>
                      <a:pt x="16706" y="78268"/>
                    </a:lnTo>
                    <a:lnTo>
                      <a:pt x="19092" y="80389"/>
                    </a:lnTo>
                    <a:lnTo>
                      <a:pt x="21479" y="81364"/>
                    </a:lnTo>
                    <a:lnTo>
                      <a:pt x="23865" y="80931"/>
                    </a:lnTo>
                    <a:lnTo>
                      <a:pt x="26252" y="79004"/>
                    </a:lnTo>
                    <a:lnTo>
                      <a:pt x="28639" y="75691"/>
                    </a:lnTo>
                    <a:lnTo>
                      <a:pt x="31025" y="71262"/>
                    </a:lnTo>
                    <a:lnTo>
                      <a:pt x="33412" y="66090"/>
                    </a:lnTo>
                    <a:lnTo>
                      <a:pt x="35798" y="60567"/>
                    </a:lnTo>
                    <a:lnTo>
                      <a:pt x="38185" y="55035"/>
                    </a:lnTo>
                    <a:lnTo>
                      <a:pt x="40571" y="49734"/>
                    </a:lnTo>
                    <a:lnTo>
                      <a:pt x="42958" y="44787"/>
                    </a:lnTo>
                    <a:lnTo>
                      <a:pt x="45344" y="40214"/>
                    </a:lnTo>
                    <a:lnTo>
                      <a:pt x="47731" y="35962"/>
                    </a:lnTo>
                    <a:lnTo>
                      <a:pt x="50117" y="31948"/>
                    </a:lnTo>
                    <a:lnTo>
                      <a:pt x="52504" y="28090"/>
                    </a:lnTo>
                    <a:lnTo>
                      <a:pt x="54891" y="24337"/>
                    </a:lnTo>
                    <a:lnTo>
                      <a:pt x="57277" y="20674"/>
                    </a:lnTo>
                    <a:lnTo>
                      <a:pt x="59664" y="17125"/>
                    </a:lnTo>
                    <a:lnTo>
                      <a:pt x="62050" y="13746"/>
                    </a:lnTo>
                    <a:lnTo>
                      <a:pt x="64437" y="10611"/>
                    </a:lnTo>
                    <a:lnTo>
                      <a:pt x="66823" y="7796"/>
                    </a:lnTo>
                    <a:lnTo>
                      <a:pt x="69210" y="5371"/>
                    </a:lnTo>
                    <a:lnTo>
                      <a:pt x="71596" y="3387"/>
                    </a:lnTo>
                    <a:lnTo>
                      <a:pt x="73983" y="1869"/>
                    </a:lnTo>
                    <a:lnTo>
                      <a:pt x="76370" y="819"/>
                    </a:lnTo>
                    <a:lnTo>
                      <a:pt x="78756" y="211"/>
                    </a:lnTo>
                    <a:lnTo>
                      <a:pt x="81143" y="0"/>
                    </a:lnTo>
                    <a:lnTo>
                      <a:pt x="83529" y="123"/>
                    </a:lnTo>
                    <a:lnTo>
                      <a:pt x="85916" y="509"/>
                    </a:lnTo>
                    <a:lnTo>
                      <a:pt x="88302" y="1081"/>
                    </a:lnTo>
                    <a:lnTo>
                      <a:pt x="90689" y="1765"/>
                    </a:lnTo>
                    <a:lnTo>
                      <a:pt x="93075" y="2492"/>
                    </a:lnTo>
                    <a:lnTo>
                      <a:pt x="95462" y="3200"/>
                    </a:lnTo>
                    <a:lnTo>
                      <a:pt x="97848" y="3841"/>
                    </a:lnTo>
                    <a:lnTo>
                      <a:pt x="100235" y="437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23" name="Surface grid line"/>
              <p:cNvSpPr/>
              <p:nvPr/>
            </p:nvSpPr>
            <p:spPr>
              <a:xfrm>
                <a:off x="11224093" y="1116661"/>
                <a:ext cx="954738" cy="8517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9420">
                    <a:moveTo>
                      <a:pt x="0" y="66541"/>
                    </a:moveTo>
                    <a:lnTo>
                      <a:pt x="2387" y="67794"/>
                    </a:lnTo>
                    <a:lnTo>
                      <a:pt x="4773" y="69702"/>
                    </a:lnTo>
                    <a:lnTo>
                      <a:pt x="7160" y="72293"/>
                    </a:lnTo>
                    <a:lnTo>
                      <a:pt x="9546" y="75489"/>
                    </a:lnTo>
                    <a:lnTo>
                      <a:pt x="11933" y="79082"/>
                    </a:lnTo>
                    <a:lnTo>
                      <a:pt x="14319" y="82729"/>
                    </a:lnTo>
                    <a:lnTo>
                      <a:pt x="16706" y="85982"/>
                    </a:lnTo>
                    <a:lnTo>
                      <a:pt x="19092" y="88357"/>
                    </a:lnTo>
                    <a:lnTo>
                      <a:pt x="21479" y="89420"/>
                    </a:lnTo>
                    <a:lnTo>
                      <a:pt x="23865" y="88871"/>
                    </a:lnTo>
                    <a:lnTo>
                      <a:pt x="26252" y="86616"/>
                    </a:lnTo>
                    <a:lnTo>
                      <a:pt x="28639" y="82774"/>
                    </a:lnTo>
                    <a:lnTo>
                      <a:pt x="31025" y="77654"/>
                    </a:lnTo>
                    <a:lnTo>
                      <a:pt x="33412" y="71675"/>
                    </a:lnTo>
                    <a:lnTo>
                      <a:pt x="35798" y="65279"/>
                    </a:lnTo>
                    <a:lnTo>
                      <a:pt x="38185" y="58847"/>
                    </a:lnTo>
                    <a:lnTo>
                      <a:pt x="40571" y="52644"/>
                    </a:lnTo>
                    <a:lnTo>
                      <a:pt x="42958" y="46803"/>
                    </a:lnTo>
                    <a:lnTo>
                      <a:pt x="45344" y="41344"/>
                    </a:lnTo>
                    <a:lnTo>
                      <a:pt x="47731" y="36212"/>
                    </a:lnTo>
                    <a:lnTo>
                      <a:pt x="50117" y="31326"/>
                    </a:lnTo>
                    <a:lnTo>
                      <a:pt x="52504" y="26618"/>
                    </a:lnTo>
                    <a:lnTo>
                      <a:pt x="54891" y="22064"/>
                    </a:lnTo>
                    <a:lnTo>
                      <a:pt x="57277" y="17692"/>
                    </a:lnTo>
                    <a:lnTo>
                      <a:pt x="59664" y="13578"/>
                    </a:lnTo>
                    <a:lnTo>
                      <a:pt x="62050" y="9830"/>
                    </a:lnTo>
                    <a:lnTo>
                      <a:pt x="64437" y="6569"/>
                    </a:lnTo>
                    <a:lnTo>
                      <a:pt x="66823" y="3902"/>
                    </a:lnTo>
                    <a:lnTo>
                      <a:pt x="69210" y="1905"/>
                    </a:lnTo>
                    <a:lnTo>
                      <a:pt x="71596" y="610"/>
                    </a:lnTo>
                    <a:lnTo>
                      <a:pt x="73983" y="0"/>
                    </a:lnTo>
                    <a:lnTo>
                      <a:pt x="76370" y="12"/>
                    </a:lnTo>
                    <a:lnTo>
                      <a:pt x="78756" y="545"/>
                    </a:lnTo>
                    <a:lnTo>
                      <a:pt x="81143" y="1475"/>
                    </a:lnTo>
                    <a:lnTo>
                      <a:pt x="83529" y="2669"/>
                    </a:lnTo>
                    <a:lnTo>
                      <a:pt x="85916" y="3998"/>
                    </a:lnTo>
                    <a:lnTo>
                      <a:pt x="88302" y="5349"/>
                    </a:lnTo>
                    <a:lnTo>
                      <a:pt x="90689" y="6631"/>
                    </a:lnTo>
                    <a:lnTo>
                      <a:pt x="93075" y="7777"/>
                    </a:lnTo>
                    <a:lnTo>
                      <a:pt x="95462" y="8742"/>
                    </a:lnTo>
                    <a:lnTo>
                      <a:pt x="97848" y="9503"/>
                    </a:lnTo>
                    <a:lnTo>
                      <a:pt x="100235" y="1005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24" name="Surface grid line"/>
              <p:cNvSpPr/>
              <p:nvPr/>
            </p:nvSpPr>
            <p:spPr>
              <a:xfrm>
                <a:off x="11251481" y="1036155"/>
                <a:ext cx="954738" cy="97556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02421">
                    <a:moveTo>
                      <a:pt x="0" y="77373"/>
                    </a:moveTo>
                    <a:lnTo>
                      <a:pt x="2387" y="78775"/>
                    </a:lnTo>
                    <a:lnTo>
                      <a:pt x="4773" y="80886"/>
                    </a:lnTo>
                    <a:lnTo>
                      <a:pt x="7160" y="83739"/>
                    </a:lnTo>
                    <a:lnTo>
                      <a:pt x="9546" y="87250"/>
                    </a:lnTo>
                    <a:lnTo>
                      <a:pt x="11933" y="91190"/>
                    </a:lnTo>
                    <a:lnTo>
                      <a:pt x="14319" y="95183"/>
                    </a:lnTo>
                    <a:lnTo>
                      <a:pt x="16706" y="98734"/>
                    </a:lnTo>
                    <a:lnTo>
                      <a:pt x="19092" y="101307"/>
                    </a:lnTo>
                    <a:lnTo>
                      <a:pt x="21479" y="102421"/>
                    </a:lnTo>
                    <a:lnTo>
                      <a:pt x="23865" y="101746"/>
                    </a:lnTo>
                    <a:lnTo>
                      <a:pt x="26252" y="99173"/>
                    </a:lnTo>
                    <a:lnTo>
                      <a:pt x="28639" y="94833"/>
                    </a:lnTo>
                    <a:lnTo>
                      <a:pt x="31025" y="89060"/>
                    </a:lnTo>
                    <a:lnTo>
                      <a:pt x="33412" y="82311"/>
                    </a:lnTo>
                    <a:lnTo>
                      <a:pt x="35798" y="75061"/>
                    </a:lnTo>
                    <a:lnTo>
                      <a:pt x="38185" y="67720"/>
                    </a:lnTo>
                    <a:lnTo>
                      <a:pt x="40571" y="60565"/>
                    </a:lnTo>
                    <a:lnTo>
                      <a:pt x="42958" y="53732"/>
                    </a:lnTo>
                    <a:lnTo>
                      <a:pt x="45344" y="47235"/>
                    </a:lnTo>
                    <a:lnTo>
                      <a:pt x="47731" y="41014"/>
                    </a:lnTo>
                    <a:lnTo>
                      <a:pt x="50117" y="34994"/>
                    </a:lnTo>
                    <a:lnTo>
                      <a:pt x="52504" y="29131"/>
                    </a:lnTo>
                    <a:lnTo>
                      <a:pt x="54891" y="23441"/>
                    </a:lnTo>
                    <a:lnTo>
                      <a:pt x="57277" y="18015"/>
                    </a:lnTo>
                    <a:lnTo>
                      <a:pt x="59664" y="13001"/>
                    </a:lnTo>
                    <a:lnTo>
                      <a:pt x="62050" y="8584"/>
                    </a:lnTo>
                    <a:lnTo>
                      <a:pt x="64437" y="4951"/>
                    </a:lnTo>
                    <a:lnTo>
                      <a:pt x="66823" y="2258"/>
                    </a:lnTo>
                    <a:lnTo>
                      <a:pt x="69210" y="601"/>
                    </a:lnTo>
                    <a:lnTo>
                      <a:pt x="71596" y="0"/>
                    </a:lnTo>
                    <a:lnTo>
                      <a:pt x="73983" y="391"/>
                    </a:lnTo>
                    <a:lnTo>
                      <a:pt x="76370" y="1639"/>
                    </a:lnTo>
                    <a:lnTo>
                      <a:pt x="78756" y="3552"/>
                    </a:lnTo>
                    <a:lnTo>
                      <a:pt x="81143" y="5910"/>
                    </a:lnTo>
                    <a:lnTo>
                      <a:pt x="83529" y="8488"/>
                    </a:lnTo>
                    <a:lnTo>
                      <a:pt x="85916" y="11085"/>
                    </a:lnTo>
                    <a:lnTo>
                      <a:pt x="88302" y="13531"/>
                    </a:lnTo>
                    <a:lnTo>
                      <a:pt x="90689" y="15707"/>
                    </a:lnTo>
                    <a:lnTo>
                      <a:pt x="93075" y="17537"/>
                    </a:lnTo>
                    <a:lnTo>
                      <a:pt x="95462" y="18989"/>
                    </a:lnTo>
                    <a:lnTo>
                      <a:pt x="97848" y="20063"/>
                    </a:lnTo>
                    <a:lnTo>
                      <a:pt x="100235" y="2078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25" name="Surface grid line"/>
              <p:cNvSpPr/>
              <p:nvPr/>
            </p:nvSpPr>
            <p:spPr>
              <a:xfrm>
                <a:off x="11278869" y="923982"/>
                <a:ext cx="954738" cy="112139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17732">
                    <a:moveTo>
                      <a:pt x="0" y="91332"/>
                    </a:moveTo>
                    <a:lnTo>
                      <a:pt x="2387" y="92805"/>
                    </a:lnTo>
                    <a:lnTo>
                      <a:pt x="4773" y="95030"/>
                    </a:lnTo>
                    <a:lnTo>
                      <a:pt x="7160" y="98043"/>
                    </a:lnTo>
                    <a:lnTo>
                      <a:pt x="9546" y="101758"/>
                    </a:lnTo>
                    <a:lnTo>
                      <a:pt x="11933" y="105933"/>
                    </a:lnTo>
                    <a:lnTo>
                      <a:pt x="14319" y="110160"/>
                    </a:lnTo>
                    <a:lnTo>
                      <a:pt x="16706" y="113911"/>
                    </a:lnTo>
                    <a:lnTo>
                      <a:pt x="19092" y="116608"/>
                    </a:lnTo>
                    <a:lnTo>
                      <a:pt x="21479" y="117732"/>
                    </a:lnTo>
                    <a:lnTo>
                      <a:pt x="23865" y="116925"/>
                    </a:lnTo>
                    <a:lnTo>
                      <a:pt x="26252" y="114067"/>
                    </a:lnTo>
                    <a:lnTo>
                      <a:pt x="28639" y="109292"/>
                    </a:lnTo>
                    <a:lnTo>
                      <a:pt x="31025" y="102950"/>
                    </a:lnTo>
                    <a:lnTo>
                      <a:pt x="33412" y="95520"/>
                    </a:lnTo>
                    <a:lnTo>
                      <a:pt x="35798" y="87497"/>
                    </a:lnTo>
                    <a:lnTo>
                      <a:pt x="38185" y="79303"/>
                    </a:lnTo>
                    <a:lnTo>
                      <a:pt x="40571" y="71215"/>
                    </a:lnTo>
                    <a:lnTo>
                      <a:pt x="42958" y="63363"/>
                    </a:lnTo>
                    <a:lnTo>
                      <a:pt x="45344" y="55748"/>
                    </a:lnTo>
                    <a:lnTo>
                      <a:pt x="47731" y="48308"/>
                    </a:lnTo>
                    <a:lnTo>
                      <a:pt x="50117" y="40977"/>
                    </a:lnTo>
                    <a:lnTo>
                      <a:pt x="52504" y="33740"/>
                    </a:lnTo>
                    <a:lnTo>
                      <a:pt x="54891" y="26670"/>
                    </a:lnTo>
                    <a:lnTo>
                      <a:pt x="57277" y="19930"/>
                    </a:lnTo>
                    <a:lnTo>
                      <a:pt x="59664" y="13761"/>
                    </a:lnTo>
                    <a:lnTo>
                      <a:pt x="62050" y="8442"/>
                    </a:lnTo>
                    <a:lnTo>
                      <a:pt x="64437" y="4245"/>
                    </a:lnTo>
                    <a:lnTo>
                      <a:pt x="66823" y="1389"/>
                    </a:lnTo>
                    <a:lnTo>
                      <a:pt x="69210" y="0"/>
                    </a:lnTo>
                    <a:lnTo>
                      <a:pt x="71596" y="88"/>
                    </a:lnTo>
                    <a:lnTo>
                      <a:pt x="73983" y="1543"/>
                    </a:lnTo>
                    <a:lnTo>
                      <a:pt x="76370" y="4149"/>
                    </a:lnTo>
                    <a:lnTo>
                      <a:pt x="78756" y="7615"/>
                    </a:lnTo>
                    <a:lnTo>
                      <a:pt x="81143" y="11608"/>
                    </a:lnTo>
                    <a:lnTo>
                      <a:pt x="83529" y="15801"/>
                    </a:lnTo>
                    <a:lnTo>
                      <a:pt x="85916" y="19900"/>
                    </a:lnTo>
                    <a:lnTo>
                      <a:pt x="88302" y="23671"/>
                    </a:lnTo>
                    <a:lnTo>
                      <a:pt x="90689" y="26954"/>
                    </a:lnTo>
                    <a:lnTo>
                      <a:pt x="93075" y="29660"/>
                    </a:lnTo>
                    <a:lnTo>
                      <a:pt x="95462" y="31762"/>
                    </a:lnTo>
                    <a:lnTo>
                      <a:pt x="97848" y="33285"/>
                    </a:lnTo>
                    <a:lnTo>
                      <a:pt x="100235" y="3428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26" name="Surface grid line"/>
              <p:cNvSpPr/>
              <p:nvPr/>
            </p:nvSpPr>
            <p:spPr>
              <a:xfrm>
                <a:off x="11306257" y="799745"/>
                <a:ext cx="954738" cy="126757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33079">
                    <a:moveTo>
                      <a:pt x="0" y="106263"/>
                    </a:moveTo>
                    <a:lnTo>
                      <a:pt x="2387" y="107722"/>
                    </a:lnTo>
                    <a:lnTo>
                      <a:pt x="4773" y="109960"/>
                    </a:lnTo>
                    <a:lnTo>
                      <a:pt x="7160" y="113020"/>
                    </a:lnTo>
                    <a:lnTo>
                      <a:pt x="9546" y="116813"/>
                    </a:lnTo>
                    <a:lnTo>
                      <a:pt x="11933" y="121087"/>
                    </a:lnTo>
                    <a:lnTo>
                      <a:pt x="14319" y="125419"/>
                    </a:lnTo>
                    <a:lnTo>
                      <a:pt x="16706" y="129254"/>
                    </a:lnTo>
                    <a:lnTo>
                      <a:pt x="19092" y="131989"/>
                    </a:lnTo>
                    <a:lnTo>
                      <a:pt x="21479" y="133079"/>
                    </a:lnTo>
                    <a:lnTo>
                      <a:pt x="23865" y="132146"/>
                    </a:lnTo>
                    <a:lnTo>
                      <a:pt x="26252" y="129057"/>
                    </a:lnTo>
                    <a:lnTo>
                      <a:pt x="28639" y="123948"/>
                    </a:lnTo>
                    <a:lnTo>
                      <a:pt x="31025" y="117171"/>
                    </a:lnTo>
                    <a:lnTo>
                      <a:pt x="33412" y="109213"/>
                    </a:lnTo>
                    <a:lnTo>
                      <a:pt x="35798" y="100575"/>
                    </a:lnTo>
                    <a:lnTo>
                      <a:pt x="38185" y="91673"/>
                    </a:lnTo>
                    <a:lnTo>
                      <a:pt x="40571" y="82776"/>
                    </a:lnTo>
                    <a:lnTo>
                      <a:pt x="42958" y="73998"/>
                    </a:lnTo>
                    <a:lnTo>
                      <a:pt x="45344" y="65328"/>
                    </a:lnTo>
                    <a:lnTo>
                      <a:pt x="47731" y="56698"/>
                    </a:lnTo>
                    <a:lnTo>
                      <a:pt x="50117" y="48054"/>
                    </a:lnTo>
                    <a:lnTo>
                      <a:pt x="52504" y="39417"/>
                    </a:lnTo>
                    <a:lnTo>
                      <a:pt x="54891" y="30918"/>
                    </a:lnTo>
                    <a:lnTo>
                      <a:pt x="57277" y="22802"/>
                    </a:lnTo>
                    <a:lnTo>
                      <a:pt x="59664" y="15405"/>
                    </a:lnTo>
                    <a:lnTo>
                      <a:pt x="62050" y="9107"/>
                    </a:lnTo>
                    <a:lnTo>
                      <a:pt x="64437" y="4270"/>
                    </a:lnTo>
                    <a:lnTo>
                      <a:pt x="66823" y="1181"/>
                    </a:lnTo>
                    <a:lnTo>
                      <a:pt x="69210" y="0"/>
                    </a:lnTo>
                    <a:lnTo>
                      <a:pt x="71596" y="731"/>
                    </a:lnTo>
                    <a:lnTo>
                      <a:pt x="73983" y="3220"/>
                    </a:lnTo>
                    <a:lnTo>
                      <a:pt x="76370" y="7172"/>
                    </a:lnTo>
                    <a:lnTo>
                      <a:pt x="78756" y="12193"/>
                    </a:lnTo>
                    <a:lnTo>
                      <a:pt x="81143" y="17839"/>
                    </a:lnTo>
                    <a:lnTo>
                      <a:pt x="83529" y="23675"/>
                    </a:lnTo>
                    <a:lnTo>
                      <a:pt x="85916" y="29314"/>
                    </a:lnTo>
                    <a:lnTo>
                      <a:pt x="88302" y="34455"/>
                    </a:lnTo>
                    <a:lnTo>
                      <a:pt x="90689" y="38891"/>
                    </a:lnTo>
                    <a:lnTo>
                      <a:pt x="93075" y="42519"/>
                    </a:lnTo>
                    <a:lnTo>
                      <a:pt x="95462" y="45316"/>
                    </a:lnTo>
                    <a:lnTo>
                      <a:pt x="97848" y="47325"/>
                    </a:lnTo>
                    <a:lnTo>
                      <a:pt x="100235" y="486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27" name="Surface grid line"/>
              <p:cNvSpPr/>
              <p:nvPr/>
            </p:nvSpPr>
            <p:spPr>
              <a:xfrm>
                <a:off x="11333645" y="695502"/>
                <a:ext cx="954738" cy="138094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44981">
                    <a:moveTo>
                      <a:pt x="0" y="118725"/>
                    </a:moveTo>
                    <a:lnTo>
                      <a:pt x="2387" y="120086"/>
                    </a:lnTo>
                    <a:lnTo>
                      <a:pt x="4773" y="122237"/>
                    </a:lnTo>
                    <a:lnTo>
                      <a:pt x="7160" y="125224"/>
                    </a:lnTo>
                    <a:lnTo>
                      <a:pt x="9546" y="128960"/>
                    </a:lnTo>
                    <a:lnTo>
                      <a:pt x="11933" y="133190"/>
                    </a:lnTo>
                    <a:lnTo>
                      <a:pt x="14319" y="137485"/>
                    </a:lnTo>
                    <a:lnTo>
                      <a:pt x="16706" y="141283"/>
                    </a:lnTo>
                    <a:lnTo>
                      <a:pt x="19092" y="143967"/>
                    </a:lnTo>
                    <a:lnTo>
                      <a:pt x="21479" y="144981"/>
                    </a:lnTo>
                    <a:lnTo>
                      <a:pt x="23865" y="143939"/>
                    </a:lnTo>
                    <a:lnTo>
                      <a:pt x="26252" y="140699"/>
                    </a:lnTo>
                    <a:lnTo>
                      <a:pt x="28639" y="135391"/>
                    </a:lnTo>
                    <a:lnTo>
                      <a:pt x="31025" y="128363"/>
                    </a:lnTo>
                    <a:lnTo>
                      <a:pt x="33412" y="120097"/>
                    </a:lnTo>
                    <a:lnTo>
                      <a:pt x="35798" y="111081"/>
                    </a:lnTo>
                    <a:lnTo>
                      <a:pt x="38185" y="101720"/>
                    </a:lnTo>
                    <a:lnTo>
                      <a:pt x="40571" y="92265"/>
                    </a:lnTo>
                    <a:lnTo>
                      <a:pt x="42958" y="82811"/>
                    </a:lnTo>
                    <a:lnTo>
                      <a:pt x="45344" y="73334"/>
                    </a:lnTo>
                    <a:lnTo>
                      <a:pt x="47731" y="63762"/>
                    </a:lnTo>
                    <a:lnTo>
                      <a:pt x="50117" y="54053"/>
                    </a:lnTo>
                    <a:lnTo>
                      <a:pt x="52504" y="44260"/>
                    </a:lnTo>
                    <a:lnTo>
                      <a:pt x="54891" y="34567"/>
                    </a:lnTo>
                    <a:lnTo>
                      <a:pt x="57277" y="25290"/>
                    </a:lnTo>
                    <a:lnTo>
                      <a:pt x="59664" y="16851"/>
                    </a:lnTo>
                    <a:lnTo>
                      <a:pt x="62050" y="9714"/>
                    </a:lnTo>
                    <a:lnTo>
                      <a:pt x="64437" y="4323"/>
                    </a:lnTo>
                    <a:lnTo>
                      <a:pt x="66823" y="1021"/>
                    </a:lnTo>
                    <a:lnTo>
                      <a:pt x="69210" y="0"/>
                    </a:lnTo>
                    <a:lnTo>
                      <a:pt x="71596" y="1261"/>
                    </a:lnTo>
                    <a:lnTo>
                      <a:pt x="73983" y="4612"/>
                    </a:lnTo>
                    <a:lnTo>
                      <a:pt x="76370" y="9692"/>
                    </a:lnTo>
                    <a:lnTo>
                      <a:pt x="78756" y="16020"/>
                    </a:lnTo>
                    <a:lnTo>
                      <a:pt x="81143" y="23059"/>
                    </a:lnTo>
                    <a:lnTo>
                      <a:pt x="83529" y="30280"/>
                    </a:lnTo>
                    <a:lnTo>
                      <a:pt x="85916" y="37218"/>
                    </a:lnTo>
                    <a:lnTo>
                      <a:pt x="88302" y="43512"/>
                    </a:lnTo>
                    <a:lnTo>
                      <a:pt x="90689" y="48919"/>
                    </a:lnTo>
                    <a:lnTo>
                      <a:pt x="93075" y="53318"/>
                    </a:lnTo>
                    <a:lnTo>
                      <a:pt x="95462" y="56691"/>
                    </a:lnTo>
                    <a:lnTo>
                      <a:pt x="97848" y="59098"/>
                    </a:lnTo>
                    <a:lnTo>
                      <a:pt x="100235" y="6064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28" name="Surface grid line"/>
              <p:cNvSpPr/>
              <p:nvPr/>
            </p:nvSpPr>
            <p:spPr>
              <a:xfrm>
                <a:off x="11361032" y="638175"/>
                <a:ext cx="954738" cy="143458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50613">
                    <a:moveTo>
                      <a:pt x="0" y="125847"/>
                    </a:moveTo>
                    <a:lnTo>
                      <a:pt x="2387" y="127034"/>
                    </a:lnTo>
                    <a:lnTo>
                      <a:pt x="4773" y="129003"/>
                    </a:lnTo>
                    <a:lnTo>
                      <a:pt x="7160" y="131803"/>
                    </a:lnTo>
                    <a:lnTo>
                      <a:pt x="9546" y="135351"/>
                    </a:lnTo>
                    <a:lnTo>
                      <a:pt x="11933" y="139397"/>
                    </a:lnTo>
                    <a:lnTo>
                      <a:pt x="14319" y="143519"/>
                    </a:lnTo>
                    <a:lnTo>
                      <a:pt x="16706" y="147158"/>
                    </a:lnTo>
                    <a:lnTo>
                      <a:pt x="19092" y="149707"/>
                    </a:lnTo>
                    <a:lnTo>
                      <a:pt x="21479" y="150613"/>
                    </a:lnTo>
                    <a:lnTo>
                      <a:pt x="23865" y="149490"/>
                    </a:lnTo>
                    <a:lnTo>
                      <a:pt x="26252" y="146196"/>
                    </a:lnTo>
                    <a:lnTo>
                      <a:pt x="28639" y="140852"/>
                    </a:lnTo>
                    <a:lnTo>
                      <a:pt x="31025" y="133795"/>
                    </a:lnTo>
                    <a:lnTo>
                      <a:pt x="33412" y="125489"/>
                    </a:lnTo>
                    <a:lnTo>
                      <a:pt x="35798" y="116404"/>
                    </a:lnTo>
                    <a:lnTo>
                      <a:pt x="38185" y="106924"/>
                    </a:lnTo>
                    <a:lnTo>
                      <a:pt x="40571" y="97279"/>
                    </a:lnTo>
                    <a:lnTo>
                      <a:pt x="42958" y="87548"/>
                    </a:lnTo>
                    <a:lnTo>
                      <a:pt x="45344" y="77696"/>
                    </a:lnTo>
                    <a:lnTo>
                      <a:pt x="47731" y="67649"/>
                    </a:lnTo>
                    <a:lnTo>
                      <a:pt x="50117" y="57374"/>
                    </a:lnTo>
                    <a:lnTo>
                      <a:pt x="52504" y="46946"/>
                    </a:lnTo>
                    <a:lnTo>
                      <a:pt x="54891" y="36583"/>
                    </a:lnTo>
                    <a:lnTo>
                      <a:pt x="57277" y="26648"/>
                    </a:lnTo>
                    <a:lnTo>
                      <a:pt x="59664" y="17614"/>
                    </a:lnTo>
                    <a:lnTo>
                      <a:pt x="62050" y="10003"/>
                    </a:lnTo>
                    <a:lnTo>
                      <a:pt x="64437" y="4304"/>
                    </a:lnTo>
                    <a:lnTo>
                      <a:pt x="66823" y="900"/>
                    </a:lnTo>
                    <a:lnTo>
                      <a:pt x="69210" y="0"/>
                    </a:lnTo>
                    <a:lnTo>
                      <a:pt x="71596" y="1603"/>
                    </a:lnTo>
                    <a:lnTo>
                      <a:pt x="73983" y="5493"/>
                    </a:lnTo>
                    <a:lnTo>
                      <a:pt x="76370" y="11269"/>
                    </a:lnTo>
                    <a:lnTo>
                      <a:pt x="78756" y="18396"/>
                    </a:lnTo>
                    <a:lnTo>
                      <a:pt x="81143" y="26279"/>
                    </a:lnTo>
                    <a:lnTo>
                      <a:pt x="83529" y="34331"/>
                    </a:lnTo>
                    <a:lnTo>
                      <a:pt x="85916" y="42040"/>
                    </a:lnTo>
                    <a:lnTo>
                      <a:pt x="88302" y="49007"/>
                    </a:lnTo>
                    <a:lnTo>
                      <a:pt x="90689" y="54968"/>
                    </a:lnTo>
                    <a:lnTo>
                      <a:pt x="93075" y="59792"/>
                    </a:lnTo>
                    <a:lnTo>
                      <a:pt x="95462" y="63465"/>
                    </a:lnTo>
                    <a:lnTo>
                      <a:pt x="97848" y="66057"/>
                    </a:lnTo>
                    <a:lnTo>
                      <a:pt x="100235" y="6769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29" name="Surface grid line"/>
              <p:cNvSpPr/>
              <p:nvPr/>
            </p:nvSpPr>
            <p:spPr>
              <a:xfrm>
                <a:off x="11388420" y="646011"/>
                <a:ext cx="954738" cy="14113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48170">
                    <a:moveTo>
                      <a:pt x="0" y="125704"/>
                    </a:moveTo>
                    <a:lnTo>
                      <a:pt x="2387" y="126654"/>
                    </a:lnTo>
                    <a:lnTo>
                      <a:pt x="4773" y="128362"/>
                    </a:lnTo>
                    <a:lnTo>
                      <a:pt x="7160" y="130877"/>
                    </a:lnTo>
                    <a:lnTo>
                      <a:pt x="9546" y="134122"/>
                    </a:lnTo>
                    <a:lnTo>
                      <a:pt x="11933" y="137858"/>
                    </a:lnTo>
                    <a:lnTo>
                      <a:pt x="14319" y="141681"/>
                    </a:lnTo>
                    <a:lnTo>
                      <a:pt x="16706" y="145056"/>
                    </a:lnTo>
                    <a:lnTo>
                      <a:pt x="19092" y="147396"/>
                    </a:lnTo>
                    <a:lnTo>
                      <a:pt x="21479" y="148170"/>
                    </a:lnTo>
                    <a:lnTo>
                      <a:pt x="23865" y="147006"/>
                    </a:lnTo>
                    <a:lnTo>
                      <a:pt x="26252" y="143764"/>
                    </a:lnTo>
                    <a:lnTo>
                      <a:pt x="28639" y="138558"/>
                    </a:lnTo>
                    <a:lnTo>
                      <a:pt x="31025" y="131708"/>
                    </a:lnTo>
                    <a:lnTo>
                      <a:pt x="33412" y="123654"/>
                    </a:lnTo>
                    <a:lnTo>
                      <a:pt x="35798" y="114841"/>
                    </a:lnTo>
                    <a:lnTo>
                      <a:pt x="38185" y="105629"/>
                    </a:lnTo>
                    <a:lnTo>
                      <a:pt x="40571" y="96230"/>
                    </a:lnTo>
                    <a:lnTo>
                      <a:pt x="42958" y="86712"/>
                    </a:lnTo>
                    <a:lnTo>
                      <a:pt x="45344" y="77034"/>
                    </a:lnTo>
                    <a:lnTo>
                      <a:pt x="47731" y="67121"/>
                    </a:lnTo>
                    <a:lnTo>
                      <a:pt x="50117" y="56945"/>
                    </a:lnTo>
                    <a:lnTo>
                      <a:pt x="52504" y="46586"/>
                    </a:lnTo>
                    <a:lnTo>
                      <a:pt x="54891" y="36271"/>
                    </a:lnTo>
                    <a:lnTo>
                      <a:pt x="57277" y="26372"/>
                    </a:lnTo>
                    <a:lnTo>
                      <a:pt x="59664" y="17372"/>
                    </a:lnTo>
                    <a:lnTo>
                      <a:pt x="62050" y="9799"/>
                    </a:lnTo>
                    <a:lnTo>
                      <a:pt x="64437" y="4152"/>
                    </a:lnTo>
                    <a:lnTo>
                      <a:pt x="66823" y="815"/>
                    </a:lnTo>
                    <a:lnTo>
                      <a:pt x="69210" y="0"/>
                    </a:lnTo>
                    <a:lnTo>
                      <a:pt x="71596" y="1704"/>
                    </a:lnTo>
                    <a:lnTo>
                      <a:pt x="73983" y="5708"/>
                    </a:lnTo>
                    <a:lnTo>
                      <a:pt x="76370" y="11600"/>
                    </a:lnTo>
                    <a:lnTo>
                      <a:pt x="78756" y="18839"/>
                    </a:lnTo>
                    <a:lnTo>
                      <a:pt x="81143" y="26820"/>
                    </a:lnTo>
                    <a:lnTo>
                      <a:pt x="83529" y="34949"/>
                    </a:lnTo>
                    <a:lnTo>
                      <a:pt x="85916" y="42705"/>
                    </a:lnTo>
                    <a:lnTo>
                      <a:pt x="88302" y="49687"/>
                    </a:lnTo>
                    <a:lnTo>
                      <a:pt x="90689" y="55628"/>
                    </a:lnTo>
                    <a:lnTo>
                      <a:pt x="93075" y="60400"/>
                    </a:lnTo>
                    <a:lnTo>
                      <a:pt x="95462" y="63992"/>
                    </a:lnTo>
                    <a:lnTo>
                      <a:pt x="97848" y="66478"/>
                    </a:lnTo>
                    <a:lnTo>
                      <a:pt x="100235" y="6799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30" name="Surface grid line"/>
              <p:cNvSpPr/>
              <p:nvPr/>
            </p:nvSpPr>
            <p:spPr>
              <a:xfrm>
                <a:off x="11415808" y="721525"/>
                <a:ext cx="954738" cy="1310664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37603">
                    <a:moveTo>
                      <a:pt x="0" y="118057"/>
                    </a:moveTo>
                    <a:lnTo>
                      <a:pt x="2387" y="118727"/>
                    </a:lnTo>
                    <a:lnTo>
                      <a:pt x="4773" y="120115"/>
                    </a:lnTo>
                    <a:lnTo>
                      <a:pt x="7160" y="122269"/>
                    </a:lnTo>
                    <a:lnTo>
                      <a:pt x="9546" y="125119"/>
                    </a:lnTo>
                    <a:lnTo>
                      <a:pt x="11933" y="128446"/>
                    </a:lnTo>
                    <a:lnTo>
                      <a:pt x="14319" y="131872"/>
                    </a:lnTo>
                    <a:lnTo>
                      <a:pt x="16706" y="134896"/>
                    </a:lnTo>
                    <a:lnTo>
                      <a:pt x="19092" y="136972"/>
                    </a:lnTo>
                    <a:lnTo>
                      <a:pt x="21479" y="137603"/>
                    </a:lnTo>
                    <a:lnTo>
                      <a:pt x="23865" y="136439"/>
                    </a:lnTo>
                    <a:lnTo>
                      <a:pt x="26252" y="133352"/>
                    </a:lnTo>
                    <a:lnTo>
                      <a:pt x="28639" y="128447"/>
                    </a:lnTo>
                    <a:lnTo>
                      <a:pt x="31025" y="122025"/>
                    </a:lnTo>
                    <a:lnTo>
                      <a:pt x="33412" y="114496"/>
                    </a:lnTo>
                    <a:lnTo>
                      <a:pt x="35798" y="106279"/>
                    </a:lnTo>
                    <a:lnTo>
                      <a:pt x="38185" y="97708"/>
                    </a:lnTo>
                    <a:lnTo>
                      <a:pt x="40571" y="88981"/>
                    </a:lnTo>
                    <a:lnTo>
                      <a:pt x="42958" y="80160"/>
                    </a:lnTo>
                    <a:lnTo>
                      <a:pt x="45344" y="71204"/>
                    </a:lnTo>
                    <a:lnTo>
                      <a:pt x="47731" y="62042"/>
                    </a:lnTo>
                    <a:lnTo>
                      <a:pt x="50117" y="52641"/>
                    </a:lnTo>
                    <a:lnTo>
                      <a:pt x="52504" y="43073"/>
                    </a:lnTo>
                    <a:lnTo>
                      <a:pt x="54891" y="33545"/>
                    </a:lnTo>
                    <a:lnTo>
                      <a:pt x="57277" y="24400"/>
                    </a:lnTo>
                    <a:lnTo>
                      <a:pt x="59664" y="16082"/>
                    </a:lnTo>
                    <a:lnTo>
                      <a:pt x="62050" y="9081"/>
                    </a:lnTo>
                    <a:lnTo>
                      <a:pt x="64437" y="3856"/>
                    </a:lnTo>
                    <a:lnTo>
                      <a:pt x="66823" y="765"/>
                    </a:lnTo>
                    <a:lnTo>
                      <a:pt x="69210" y="0"/>
                    </a:lnTo>
                    <a:lnTo>
                      <a:pt x="71596" y="1558"/>
                    </a:lnTo>
                    <a:lnTo>
                      <a:pt x="73983" y="5234"/>
                    </a:lnTo>
                    <a:lnTo>
                      <a:pt x="76370" y="10643"/>
                    </a:lnTo>
                    <a:lnTo>
                      <a:pt x="78756" y="17283"/>
                    </a:lnTo>
                    <a:lnTo>
                      <a:pt x="81143" y="24589"/>
                    </a:lnTo>
                    <a:lnTo>
                      <a:pt x="83529" y="32011"/>
                    </a:lnTo>
                    <a:lnTo>
                      <a:pt x="85916" y="39065"/>
                    </a:lnTo>
                    <a:lnTo>
                      <a:pt x="88302" y="45379"/>
                    </a:lnTo>
                    <a:lnTo>
                      <a:pt x="90689" y="50708"/>
                    </a:lnTo>
                    <a:lnTo>
                      <a:pt x="93075" y="54935"/>
                    </a:lnTo>
                    <a:lnTo>
                      <a:pt x="95462" y="58052"/>
                    </a:lnTo>
                    <a:lnTo>
                      <a:pt x="97848" y="60133"/>
                    </a:lnTo>
                    <a:lnTo>
                      <a:pt x="100235" y="6130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31" name="Surface grid line"/>
              <p:cNvSpPr/>
              <p:nvPr/>
            </p:nvSpPr>
            <p:spPr>
              <a:xfrm>
                <a:off x="11443196" y="850439"/>
                <a:ext cx="954738" cy="11496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20695">
                    <a:moveTo>
                      <a:pt x="0" y="104462"/>
                    </a:moveTo>
                    <a:lnTo>
                      <a:pt x="2387" y="104831"/>
                    </a:lnTo>
                    <a:lnTo>
                      <a:pt x="4773" y="105865"/>
                    </a:lnTo>
                    <a:lnTo>
                      <a:pt x="7160" y="107612"/>
                    </a:lnTo>
                    <a:lnTo>
                      <a:pt x="9546" y="110009"/>
                    </a:lnTo>
                    <a:lnTo>
                      <a:pt x="11933" y="112859"/>
                    </a:lnTo>
                    <a:lnTo>
                      <a:pt x="14319" y="115819"/>
                    </a:lnTo>
                    <a:lnTo>
                      <a:pt x="16706" y="118435"/>
                    </a:lnTo>
                    <a:lnTo>
                      <a:pt x="19092" y="120211"/>
                    </a:lnTo>
                    <a:lnTo>
                      <a:pt x="21479" y="120695"/>
                    </a:lnTo>
                    <a:lnTo>
                      <a:pt x="23865" y="119573"/>
                    </a:lnTo>
                    <a:lnTo>
                      <a:pt x="26252" y="116727"/>
                    </a:lnTo>
                    <a:lnTo>
                      <a:pt x="28639" y="112256"/>
                    </a:lnTo>
                    <a:lnTo>
                      <a:pt x="31025" y="106439"/>
                    </a:lnTo>
                    <a:lnTo>
                      <a:pt x="33412" y="99654"/>
                    </a:lnTo>
                    <a:lnTo>
                      <a:pt x="35798" y="92287"/>
                    </a:lnTo>
                    <a:lnTo>
                      <a:pt x="38185" y="84648"/>
                    </a:lnTo>
                    <a:lnTo>
                      <a:pt x="40571" y="76926"/>
                    </a:lnTo>
                    <a:lnTo>
                      <a:pt x="42958" y="69179"/>
                    </a:lnTo>
                    <a:lnTo>
                      <a:pt x="45344" y="61374"/>
                    </a:lnTo>
                    <a:lnTo>
                      <a:pt x="47731" y="53441"/>
                    </a:lnTo>
                    <a:lnTo>
                      <a:pt x="50117" y="45343"/>
                    </a:lnTo>
                    <a:lnTo>
                      <a:pt x="52504" y="37130"/>
                    </a:lnTo>
                    <a:lnTo>
                      <a:pt x="54891" y="28965"/>
                    </a:lnTo>
                    <a:lnTo>
                      <a:pt x="57277" y="21131"/>
                    </a:lnTo>
                    <a:lnTo>
                      <a:pt x="59664" y="14001"/>
                    </a:lnTo>
                    <a:lnTo>
                      <a:pt x="62050" y="7983"/>
                    </a:lnTo>
                    <a:lnTo>
                      <a:pt x="64437" y="3466"/>
                    </a:lnTo>
                    <a:lnTo>
                      <a:pt x="66823" y="751"/>
                    </a:lnTo>
                    <a:lnTo>
                      <a:pt x="69210" y="0"/>
                    </a:lnTo>
                    <a:lnTo>
                      <a:pt x="71596" y="1208"/>
                    </a:lnTo>
                    <a:lnTo>
                      <a:pt x="73983" y="4197"/>
                    </a:lnTo>
                    <a:lnTo>
                      <a:pt x="76370" y="8641"/>
                    </a:lnTo>
                    <a:lnTo>
                      <a:pt x="78756" y="14110"/>
                    </a:lnTo>
                    <a:lnTo>
                      <a:pt x="81143" y="20125"/>
                    </a:lnTo>
                    <a:lnTo>
                      <a:pt x="83529" y="26215"/>
                    </a:lnTo>
                    <a:lnTo>
                      <a:pt x="85916" y="31970"/>
                    </a:lnTo>
                    <a:lnTo>
                      <a:pt x="88302" y="37076"/>
                    </a:lnTo>
                    <a:lnTo>
                      <a:pt x="90689" y="41325"/>
                    </a:lnTo>
                    <a:lnTo>
                      <a:pt x="93075" y="44620"/>
                    </a:lnTo>
                    <a:lnTo>
                      <a:pt x="95462" y="46957"/>
                    </a:lnTo>
                    <a:lnTo>
                      <a:pt x="97848" y="48403"/>
                    </a:lnTo>
                    <a:lnTo>
                      <a:pt x="100235" y="4906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32" name="Surface grid line"/>
              <p:cNvSpPr/>
              <p:nvPr/>
            </p:nvSpPr>
            <p:spPr>
              <a:xfrm>
                <a:off x="11470583" y="1007235"/>
                <a:ext cx="954738" cy="95684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00456">
                    <a:moveTo>
                      <a:pt x="0" y="87680"/>
                    </a:moveTo>
                    <a:lnTo>
                      <a:pt x="2387" y="87751"/>
                    </a:lnTo>
                    <a:lnTo>
                      <a:pt x="4773" y="88426"/>
                    </a:lnTo>
                    <a:lnTo>
                      <a:pt x="7160" y="89750"/>
                    </a:lnTo>
                    <a:lnTo>
                      <a:pt x="9546" y="91669"/>
                    </a:lnTo>
                    <a:lnTo>
                      <a:pt x="11933" y="94009"/>
                    </a:lnTo>
                    <a:lnTo>
                      <a:pt x="14319" y="96470"/>
                    </a:lnTo>
                    <a:lnTo>
                      <a:pt x="16706" y="98650"/>
                    </a:lnTo>
                    <a:lnTo>
                      <a:pt x="19092" y="100112"/>
                    </a:lnTo>
                    <a:lnTo>
                      <a:pt x="21479" y="100456"/>
                    </a:lnTo>
                    <a:lnTo>
                      <a:pt x="23865" y="99406"/>
                    </a:lnTo>
                    <a:lnTo>
                      <a:pt x="26252" y="96862"/>
                    </a:lnTo>
                    <a:lnTo>
                      <a:pt x="28639" y="92914"/>
                    </a:lnTo>
                    <a:lnTo>
                      <a:pt x="31025" y="87816"/>
                    </a:lnTo>
                    <a:lnTo>
                      <a:pt x="33412" y="81909"/>
                    </a:lnTo>
                    <a:lnTo>
                      <a:pt x="35798" y="75544"/>
                    </a:lnTo>
                    <a:lnTo>
                      <a:pt x="38185" y="69007"/>
                    </a:lnTo>
                    <a:lnTo>
                      <a:pt x="40571" y="62474"/>
                    </a:lnTo>
                    <a:lnTo>
                      <a:pt x="42958" y="56006"/>
                    </a:lnTo>
                    <a:lnTo>
                      <a:pt x="45344" y="49576"/>
                    </a:lnTo>
                    <a:lnTo>
                      <a:pt x="47731" y="43122"/>
                    </a:lnTo>
                    <a:lnTo>
                      <a:pt x="50117" y="36598"/>
                    </a:lnTo>
                    <a:lnTo>
                      <a:pt x="52504" y="30024"/>
                    </a:lnTo>
                    <a:lnTo>
                      <a:pt x="54891" y="23513"/>
                    </a:lnTo>
                    <a:lnTo>
                      <a:pt x="57277" y="17270"/>
                    </a:lnTo>
                    <a:lnTo>
                      <a:pt x="59664" y="11576"/>
                    </a:lnTo>
                    <a:lnTo>
                      <a:pt x="62050" y="6742"/>
                    </a:lnTo>
                    <a:lnTo>
                      <a:pt x="64437" y="3066"/>
                    </a:lnTo>
                    <a:lnTo>
                      <a:pt x="66823" y="777"/>
                    </a:lnTo>
                    <a:lnTo>
                      <a:pt x="69210" y="0"/>
                    </a:lnTo>
                    <a:lnTo>
                      <a:pt x="71596" y="729"/>
                    </a:lnTo>
                    <a:lnTo>
                      <a:pt x="73983" y="2825"/>
                    </a:lnTo>
                    <a:lnTo>
                      <a:pt x="76370" y="6032"/>
                    </a:lnTo>
                    <a:lnTo>
                      <a:pt x="78756" y="10014"/>
                    </a:lnTo>
                    <a:lnTo>
                      <a:pt x="81143" y="14397"/>
                    </a:lnTo>
                    <a:lnTo>
                      <a:pt x="83529" y="18815"/>
                    </a:lnTo>
                    <a:lnTo>
                      <a:pt x="85916" y="22951"/>
                    </a:lnTo>
                    <a:lnTo>
                      <a:pt x="88302" y="26559"/>
                    </a:lnTo>
                    <a:lnTo>
                      <a:pt x="90689" y="29481"/>
                    </a:lnTo>
                    <a:lnTo>
                      <a:pt x="93075" y="31644"/>
                    </a:lnTo>
                    <a:lnTo>
                      <a:pt x="95462" y="33048"/>
                    </a:lnTo>
                    <a:lnTo>
                      <a:pt x="97848" y="33748"/>
                    </a:lnTo>
                    <a:lnTo>
                      <a:pt x="100235" y="3383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33" name="Surface grid line"/>
              <p:cNvSpPr/>
              <p:nvPr/>
            </p:nvSpPr>
            <p:spPr>
              <a:xfrm>
                <a:off x="11497971" y="1164381"/>
                <a:ext cx="954738" cy="76303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0109">
                    <a:moveTo>
                      <a:pt x="0" y="70703"/>
                    </a:moveTo>
                    <a:lnTo>
                      <a:pt x="2387" y="70500"/>
                    </a:lnTo>
                    <a:lnTo>
                      <a:pt x="4773" y="70836"/>
                    </a:lnTo>
                    <a:lnTo>
                      <a:pt x="7160" y="71750"/>
                    </a:lnTo>
                    <a:lnTo>
                      <a:pt x="9546" y="73199"/>
                    </a:lnTo>
                    <a:lnTo>
                      <a:pt x="11933" y="75034"/>
                    </a:lnTo>
                    <a:lnTo>
                      <a:pt x="14319" y="76996"/>
                    </a:lnTo>
                    <a:lnTo>
                      <a:pt x="16706" y="78741"/>
                    </a:lnTo>
                    <a:lnTo>
                      <a:pt x="19092" y="79893"/>
                    </a:lnTo>
                    <a:lnTo>
                      <a:pt x="21479" y="80109"/>
                    </a:lnTo>
                    <a:lnTo>
                      <a:pt x="23865" y="79153"/>
                    </a:lnTo>
                    <a:lnTo>
                      <a:pt x="26252" y="76942"/>
                    </a:lnTo>
                    <a:lnTo>
                      <a:pt x="28639" y="73557"/>
                    </a:lnTo>
                    <a:lnTo>
                      <a:pt x="31025" y="69221"/>
                    </a:lnTo>
                    <a:lnTo>
                      <a:pt x="33412" y="64238"/>
                    </a:lnTo>
                    <a:lnTo>
                      <a:pt x="35798" y="58917"/>
                    </a:lnTo>
                    <a:lnTo>
                      <a:pt x="38185" y="53518"/>
                    </a:lnTo>
                    <a:lnTo>
                      <a:pt x="40571" y="48201"/>
                    </a:lnTo>
                    <a:lnTo>
                      <a:pt x="42958" y="43030"/>
                    </a:lnTo>
                    <a:lnTo>
                      <a:pt x="45344" y="37985"/>
                    </a:lnTo>
                    <a:lnTo>
                      <a:pt x="47731" y="33009"/>
                    </a:lnTo>
                    <a:lnTo>
                      <a:pt x="50117" y="28053"/>
                    </a:lnTo>
                    <a:lnTo>
                      <a:pt x="52504" y="23108"/>
                    </a:lnTo>
                    <a:lnTo>
                      <a:pt x="54891" y="18235"/>
                    </a:lnTo>
                    <a:lnTo>
                      <a:pt x="57277" y="13564"/>
                    </a:lnTo>
                    <a:lnTo>
                      <a:pt x="59664" y="9284"/>
                    </a:lnTo>
                    <a:lnTo>
                      <a:pt x="62050" y="5606"/>
                    </a:lnTo>
                    <a:lnTo>
                      <a:pt x="64437" y="2739"/>
                    </a:lnTo>
                    <a:lnTo>
                      <a:pt x="66823" y="841"/>
                    </a:lnTo>
                    <a:lnTo>
                      <a:pt x="69210" y="0"/>
                    </a:lnTo>
                    <a:lnTo>
                      <a:pt x="71596" y="209"/>
                    </a:lnTo>
                    <a:lnTo>
                      <a:pt x="73983" y="1368"/>
                    </a:lnTo>
                    <a:lnTo>
                      <a:pt x="76370" y="3295"/>
                    </a:lnTo>
                    <a:lnTo>
                      <a:pt x="78756" y="5749"/>
                    </a:lnTo>
                    <a:lnTo>
                      <a:pt x="81143" y="8463"/>
                    </a:lnTo>
                    <a:lnTo>
                      <a:pt x="83529" y="11179"/>
                    </a:lnTo>
                    <a:lnTo>
                      <a:pt x="85916" y="13670"/>
                    </a:lnTo>
                    <a:lnTo>
                      <a:pt x="88302" y="15765"/>
                    </a:lnTo>
                    <a:lnTo>
                      <a:pt x="90689" y="17353"/>
                    </a:lnTo>
                    <a:lnTo>
                      <a:pt x="93075" y="18386"/>
                    </a:lnTo>
                    <a:lnTo>
                      <a:pt x="95462" y="18867"/>
                    </a:lnTo>
                    <a:lnTo>
                      <a:pt x="97848" y="18841"/>
                    </a:lnTo>
                    <a:lnTo>
                      <a:pt x="100235" y="1837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34" name="Surface grid line"/>
              <p:cNvSpPr/>
              <p:nvPr/>
            </p:nvSpPr>
            <p:spPr>
              <a:xfrm>
                <a:off x="11525359" y="1297959"/>
                <a:ext cx="954738" cy="59505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2473">
                    <a:moveTo>
                      <a:pt x="0" y="56153"/>
                    </a:moveTo>
                    <a:lnTo>
                      <a:pt x="2387" y="55718"/>
                    </a:lnTo>
                    <a:lnTo>
                      <a:pt x="4773" y="55755"/>
                    </a:lnTo>
                    <a:lnTo>
                      <a:pt x="7160" y="56300"/>
                    </a:lnTo>
                    <a:lnTo>
                      <a:pt x="9546" y="57315"/>
                    </a:lnTo>
                    <a:lnTo>
                      <a:pt x="11933" y="58677"/>
                    </a:lnTo>
                    <a:lnTo>
                      <a:pt x="14319" y="60170"/>
                    </a:lnTo>
                    <a:lnTo>
                      <a:pt x="16706" y="61505"/>
                    </a:lnTo>
                    <a:lnTo>
                      <a:pt x="19092" y="62368"/>
                    </a:lnTo>
                    <a:lnTo>
                      <a:pt x="21479" y="62473"/>
                    </a:lnTo>
                    <a:lnTo>
                      <a:pt x="23865" y="61621"/>
                    </a:lnTo>
                    <a:lnTo>
                      <a:pt x="26252" y="59745"/>
                    </a:lnTo>
                    <a:lnTo>
                      <a:pt x="28639" y="56916"/>
                    </a:lnTo>
                    <a:lnTo>
                      <a:pt x="31025" y="53324"/>
                    </a:lnTo>
                    <a:lnTo>
                      <a:pt x="33412" y="49230"/>
                    </a:lnTo>
                    <a:lnTo>
                      <a:pt x="35798" y="44902"/>
                    </a:lnTo>
                    <a:lnTo>
                      <a:pt x="38185" y="40565"/>
                    </a:lnTo>
                    <a:lnTo>
                      <a:pt x="40571" y="36363"/>
                    </a:lnTo>
                    <a:lnTo>
                      <a:pt x="42958" y="32357"/>
                    </a:lnTo>
                    <a:lnTo>
                      <a:pt x="45344" y="28535"/>
                    </a:lnTo>
                    <a:lnTo>
                      <a:pt x="47731" y="24847"/>
                    </a:lnTo>
                    <a:lnTo>
                      <a:pt x="50117" y="21239"/>
                    </a:lnTo>
                    <a:lnTo>
                      <a:pt x="52504" y="17684"/>
                    </a:lnTo>
                    <a:lnTo>
                      <a:pt x="54891" y="14200"/>
                    </a:lnTo>
                    <a:lnTo>
                      <a:pt x="57277" y="10854"/>
                    </a:lnTo>
                    <a:lnTo>
                      <a:pt x="59664" y="7757"/>
                    </a:lnTo>
                    <a:lnTo>
                      <a:pt x="62050" y="5038"/>
                    </a:lnTo>
                    <a:lnTo>
                      <a:pt x="64437" y="2826"/>
                    </a:lnTo>
                    <a:lnTo>
                      <a:pt x="66823" y="1223"/>
                    </a:lnTo>
                    <a:lnTo>
                      <a:pt x="69210" y="283"/>
                    </a:lnTo>
                    <a:lnTo>
                      <a:pt x="71596" y="0"/>
                    </a:lnTo>
                    <a:lnTo>
                      <a:pt x="73983" y="310"/>
                    </a:lnTo>
                    <a:lnTo>
                      <a:pt x="76370" y="1093"/>
                    </a:lnTo>
                    <a:lnTo>
                      <a:pt x="78756" y="2193"/>
                    </a:lnTo>
                    <a:lnTo>
                      <a:pt x="81143" y="3438"/>
                    </a:lnTo>
                    <a:lnTo>
                      <a:pt x="83529" y="4661"/>
                    </a:lnTo>
                    <a:lnTo>
                      <a:pt x="85916" y="5716"/>
                    </a:lnTo>
                    <a:lnTo>
                      <a:pt x="88302" y="6495"/>
                    </a:lnTo>
                    <a:lnTo>
                      <a:pt x="90689" y="6929"/>
                    </a:lnTo>
                    <a:lnTo>
                      <a:pt x="93075" y="6990"/>
                    </a:lnTo>
                    <a:lnTo>
                      <a:pt x="95462" y="6687"/>
                    </a:lnTo>
                    <a:lnTo>
                      <a:pt x="97848" y="6051"/>
                    </a:lnTo>
                    <a:lnTo>
                      <a:pt x="100235" y="513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35" name="Surface grid line"/>
              <p:cNvSpPr/>
              <p:nvPr/>
            </p:nvSpPr>
            <p:spPr>
              <a:xfrm>
                <a:off x="11552747" y="1351981"/>
                <a:ext cx="954738" cy="511245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3674">
                    <a:moveTo>
                      <a:pt x="0" y="50018"/>
                    </a:moveTo>
                    <a:lnTo>
                      <a:pt x="2387" y="49404"/>
                    </a:lnTo>
                    <a:lnTo>
                      <a:pt x="4773" y="49199"/>
                    </a:lnTo>
                    <a:lnTo>
                      <a:pt x="7160" y="49430"/>
                    </a:lnTo>
                    <a:lnTo>
                      <a:pt x="9546" y="50069"/>
                    </a:lnTo>
                    <a:lnTo>
                      <a:pt x="11933" y="51014"/>
                    </a:lnTo>
                    <a:lnTo>
                      <a:pt x="14319" y="52089"/>
                    </a:lnTo>
                    <a:lnTo>
                      <a:pt x="16706" y="53058"/>
                    </a:lnTo>
                    <a:lnTo>
                      <a:pt x="19092" y="53664"/>
                    </a:lnTo>
                    <a:lnTo>
                      <a:pt x="21479" y="53674"/>
                    </a:lnTo>
                    <a:lnTo>
                      <a:pt x="23865" y="52926"/>
                    </a:lnTo>
                    <a:lnTo>
                      <a:pt x="26252" y="51364"/>
                    </a:lnTo>
                    <a:lnTo>
                      <a:pt x="28639" y="49048"/>
                    </a:lnTo>
                    <a:lnTo>
                      <a:pt x="31025" y="46134"/>
                    </a:lnTo>
                    <a:lnTo>
                      <a:pt x="33412" y="42839"/>
                    </a:lnTo>
                    <a:lnTo>
                      <a:pt x="35798" y="39386"/>
                    </a:lnTo>
                    <a:lnTo>
                      <a:pt x="38185" y="35963"/>
                    </a:lnTo>
                    <a:lnTo>
                      <a:pt x="40571" y="32696"/>
                    </a:lnTo>
                    <a:lnTo>
                      <a:pt x="42958" y="29638"/>
                    </a:lnTo>
                    <a:lnTo>
                      <a:pt x="45344" y="26783"/>
                    </a:lnTo>
                    <a:lnTo>
                      <a:pt x="47731" y="24088"/>
                    </a:lnTo>
                    <a:lnTo>
                      <a:pt x="50117" y="21500"/>
                    </a:lnTo>
                    <a:lnTo>
                      <a:pt x="52504" y="18980"/>
                    </a:lnTo>
                    <a:lnTo>
                      <a:pt x="54891" y="16518"/>
                    </a:lnTo>
                    <a:lnTo>
                      <a:pt x="57277" y="14139"/>
                    </a:lnTo>
                    <a:lnTo>
                      <a:pt x="59664" y="11894"/>
                    </a:lnTo>
                    <a:lnTo>
                      <a:pt x="62050" y="9853"/>
                    </a:lnTo>
                    <a:lnTo>
                      <a:pt x="64437" y="8088"/>
                    </a:lnTo>
                    <a:lnTo>
                      <a:pt x="66823" y="6657"/>
                    </a:lnTo>
                    <a:lnTo>
                      <a:pt x="69210" y="5590"/>
                    </a:lnTo>
                    <a:lnTo>
                      <a:pt x="71596" y="4886"/>
                    </a:lnTo>
                    <a:lnTo>
                      <a:pt x="73983" y="4505"/>
                    </a:lnTo>
                    <a:lnTo>
                      <a:pt x="76370" y="4379"/>
                    </a:lnTo>
                    <a:lnTo>
                      <a:pt x="78756" y="4416"/>
                    </a:lnTo>
                    <a:lnTo>
                      <a:pt x="81143" y="4516"/>
                    </a:lnTo>
                    <a:lnTo>
                      <a:pt x="83529" y="4582"/>
                    </a:lnTo>
                    <a:lnTo>
                      <a:pt x="85916" y="4531"/>
                    </a:lnTo>
                    <a:lnTo>
                      <a:pt x="88302" y="4303"/>
                    </a:lnTo>
                    <a:lnTo>
                      <a:pt x="90689" y="3860"/>
                    </a:lnTo>
                    <a:lnTo>
                      <a:pt x="93075" y="3192"/>
                    </a:lnTo>
                    <a:lnTo>
                      <a:pt x="95462" y="2308"/>
                    </a:lnTo>
                    <a:lnTo>
                      <a:pt x="97848" y="1232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36" name="Surface grid line"/>
              <p:cNvSpPr/>
              <p:nvPr/>
            </p:nvSpPr>
            <p:spPr>
              <a:xfrm>
                <a:off x="11580135" y="1355589"/>
                <a:ext cx="954738" cy="48480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0898">
                    <a:moveTo>
                      <a:pt x="0" y="49340"/>
                    </a:moveTo>
                    <a:lnTo>
                      <a:pt x="2387" y="48607"/>
                    </a:lnTo>
                    <a:lnTo>
                      <a:pt x="4773" y="48222"/>
                    </a:lnTo>
                    <a:lnTo>
                      <a:pt x="7160" y="48207"/>
                    </a:lnTo>
                    <a:lnTo>
                      <a:pt x="9546" y="48538"/>
                    </a:lnTo>
                    <a:lnTo>
                      <a:pt x="11933" y="49135"/>
                    </a:lnTo>
                    <a:lnTo>
                      <a:pt x="14319" y="49855"/>
                    </a:lnTo>
                    <a:lnTo>
                      <a:pt x="16706" y="50511"/>
                    </a:lnTo>
                    <a:lnTo>
                      <a:pt x="19092" y="50898"/>
                    </a:lnTo>
                    <a:lnTo>
                      <a:pt x="21479" y="50828"/>
                    </a:lnTo>
                    <a:lnTo>
                      <a:pt x="23865" y="50173"/>
                    </a:lnTo>
                    <a:lnTo>
                      <a:pt x="26252" y="48886"/>
                    </a:lnTo>
                    <a:lnTo>
                      <a:pt x="28639" y="47015"/>
                    </a:lnTo>
                    <a:lnTo>
                      <a:pt x="31025" y="44683"/>
                    </a:lnTo>
                    <a:lnTo>
                      <a:pt x="33412" y="42062"/>
                    </a:lnTo>
                    <a:lnTo>
                      <a:pt x="35798" y="39332"/>
                    </a:lnTo>
                    <a:lnTo>
                      <a:pt x="38185" y="36644"/>
                    </a:lnTo>
                    <a:lnTo>
                      <a:pt x="40571" y="34102"/>
                    </a:lnTo>
                    <a:lnTo>
                      <a:pt x="42958" y="31751"/>
                    </a:lnTo>
                    <a:lnTo>
                      <a:pt x="45344" y="29587"/>
                    </a:lnTo>
                    <a:lnTo>
                      <a:pt x="47731" y="27573"/>
                    </a:lnTo>
                    <a:lnTo>
                      <a:pt x="50117" y="25663"/>
                    </a:lnTo>
                    <a:lnTo>
                      <a:pt x="52504" y="23814"/>
                    </a:lnTo>
                    <a:lnTo>
                      <a:pt x="54891" y="22003"/>
                    </a:lnTo>
                    <a:lnTo>
                      <a:pt x="57277" y="20226"/>
                    </a:lnTo>
                    <a:lnTo>
                      <a:pt x="59664" y="18502"/>
                    </a:lnTo>
                    <a:lnTo>
                      <a:pt x="62050" y="16861"/>
                    </a:lnTo>
                    <a:lnTo>
                      <a:pt x="64437" y="15339"/>
                    </a:lnTo>
                    <a:lnTo>
                      <a:pt x="66823" y="13965"/>
                    </a:lnTo>
                    <a:lnTo>
                      <a:pt x="69210" y="12758"/>
                    </a:lnTo>
                    <a:lnTo>
                      <a:pt x="71596" y="11716"/>
                    </a:lnTo>
                    <a:lnTo>
                      <a:pt x="73983" y="10822"/>
                    </a:lnTo>
                    <a:lnTo>
                      <a:pt x="76370" y="10039"/>
                    </a:lnTo>
                    <a:lnTo>
                      <a:pt x="78756" y="9323"/>
                    </a:lnTo>
                    <a:lnTo>
                      <a:pt x="81143" y="8622"/>
                    </a:lnTo>
                    <a:lnTo>
                      <a:pt x="83529" y="7887"/>
                    </a:lnTo>
                    <a:lnTo>
                      <a:pt x="85916" y="7079"/>
                    </a:lnTo>
                    <a:lnTo>
                      <a:pt x="88302" y="6168"/>
                    </a:lnTo>
                    <a:lnTo>
                      <a:pt x="90689" y="5141"/>
                    </a:lnTo>
                    <a:lnTo>
                      <a:pt x="93075" y="3996"/>
                    </a:lnTo>
                    <a:lnTo>
                      <a:pt x="95462" y="2745"/>
                    </a:lnTo>
                    <a:lnTo>
                      <a:pt x="97848" y="140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37" name="Surface grid line"/>
              <p:cNvSpPr/>
              <p:nvPr/>
            </p:nvSpPr>
            <p:spPr>
              <a:xfrm>
                <a:off x="11607522" y="1358819"/>
                <a:ext cx="954738" cy="46625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950">
                    <a:moveTo>
                      <a:pt x="0" y="48950"/>
                    </a:moveTo>
                    <a:lnTo>
                      <a:pt x="2387" y="48156"/>
                    </a:lnTo>
                    <a:lnTo>
                      <a:pt x="4773" y="47653"/>
                    </a:lnTo>
                    <a:lnTo>
                      <a:pt x="7160" y="47460"/>
                    </a:lnTo>
                    <a:lnTo>
                      <a:pt x="9546" y="47555"/>
                    </a:lnTo>
                    <a:lnTo>
                      <a:pt x="11933" y="47875"/>
                    </a:lnTo>
                    <a:lnTo>
                      <a:pt x="14319" y="48307"/>
                    </a:lnTo>
                    <a:lnTo>
                      <a:pt x="16706" y="48705"/>
                    </a:lnTo>
                    <a:lnTo>
                      <a:pt x="19092" y="48909"/>
                    </a:lnTo>
                    <a:lnTo>
                      <a:pt x="21479" y="48771"/>
                    </a:lnTo>
                    <a:lnTo>
                      <a:pt x="23865" y="48190"/>
                    </a:lnTo>
                    <a:lnTo>
                      <a:pt x="26252" y="47127"/>
                    </a:lnTo>
                    <a:lnTo>
                      <a:pt x="28639" y="45618"/>
                    </a:lnTo>
                    <a:lnTo>
                      <a:pt x="31025" y="43756"/>
                    </a:lnTo>
                    <a:lnTo>
                      <a:pt x="33412" y="41671"/>
                    </a:lnTo>
                    <a:lnTo>
                      <a:pt x="35798" y="39503"/>
                    </a:lnTo>
                    <a:lnTo>
                      <a:pt x="38185" y="37369"/>
                    </a:lnTo>
                    <a:lnTo>
                      <a:pt x="40571" y="35350"/>
                    </a:lnTo>
                    <a:lnTo>
                      <a:pt x="42958" y="33481"/>
                    </a:lnTo>
                    <a:lnTo>
                      <a:pt x="45344" y="31761"/>
                    </a:lnTo>
                    <a:lnTo>
                      <a:pt x="47731" y="30159"/>
                    </a:lnTo>
                    <a:lnTo>
                      <a:pt x="50117" y="28636"/>
                    </a:lnTo>
                    <a:lnTo>
                      <a:pt x="52504" y="27154"/>
                    </a:lnTo>
                    <a:lnTo>
                      <a:pt x="54891" y="25684"/>
                    </a:lnTo>
                    <a:lnTo>
                      <a:pt x="57277" y="24212"/>
                    </a:lnTo>
                    <a:lnTo>
                      <a:pt x="59664" y="22740"/>
                    </a:lnTo>
                    <a:lnTo>
                      <a:pt x="62050" y="21276"/>
                    </a:lnTo>
                    <a:lnTo>
                      <a:pt x="64437" y="19836"/>
                    </a:lnTo>
                    <a:lnTo>
                      <a:pt x="66823" y="18436"/>
                    </a:lnTo>
                    <a:lnTo>
                      <a:pt x="69210" y="17086"/>
                    </a:lnTo>
                    <a:lnTo>
                      <a:pt x="71596" y="15789"/>
                    </a:lnTo>
                    <a:lnTo>
                      <a:pt x="73983" y="14538"/>
                    </a:lnTo>
                    <a:lnTo>
                      <a:pt x="76370" y="13322"/>
                    </a:lnTo>
                    <a:lnTo>
                      <a:pt x="78756" y="12121"/>
                    </a:lnTo>
                    <a:lnTo>
                      <a:pt x="81143" y="10916"/>
                    </a:lnTo>
                    <a:lnTo>
                      <a:pt x="83529" y="9687"/>
                    </a:lnTo>
                    <a:lnTo>
                      <a:pt x="85916" y="8420"/>
                    </a:lnTo>
                    <a:lnTo>
                      <a:pt x="88302" y="7108"/>
                    </a:lnTo>
                    <a:lnTo>
                      <a:pt x="90689" y="5747"/>
                    </a:lnTo>
                    <a:lnTo>
                      <a:pt x="93075" y="4344"/>
                    </a:lnTo>
                    <a:lnTo>
                      <a:pt x="95462" y="2909"/>
                    </a:lnTo>
                    <a:lnTo>
                      <a:pt x="97848" y="145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38" name="Surface grid line"/>
              <p:cNvSpPr/>
              <p:nvPr/>
            </p:nvSpPr>
            <p:spPr>
              <a:xfrm>
                <a:off x="11634910" y="1362851"/>
                <a:ext cx="954738" cy="46470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788">
                    <a:moveTo>
                      <a:pt x="0" y="48788"/>
                    </a:moveTo>
                    <a:lnTo>
                      <a:pt x="2387" y="47983"/>
                    </a:lnTo>
                    <a:lnTo>
                      <a:pt x="4773" y="47419"/>
                    </a:lnTo>
                    <a:lnTo>
                      <a:pt x="7160" y="47108"/>
                    </a:lnTo>
                    <a:lnTo>
                      <a:pt x="9546" y="47033"/>
                    </a:lnTo>
                    <a:lnTo>
                      <a:pt x="11933" y="47141"/>
                    </a:lnTo>
                    <a:lnTo>
                      <a:pt x="14319" y="47346"/>
                    </a:lnTo>
                    <a:lnTo>
                      <a:pt x="16706" y="47537"/>
                    </a:lnTo>
                    <a:lnTo>
                      <a:pt x="19092" y="47588"/>
                    </a:lnTo>
                    <a:lnTo>
                      <a:pt x="21479" y="47386"/>
                    </a:lnTo>
                    <a:lnTo>
                      <a:pt x="23865" y="46853"/>
                    </a:lnTo>
                    <a:lnTo>
                      <a:pt x="26252" y="45957"/>
                    </a:lnTo>
                    <a:lnTo>
                      <a:pt x="28639" y="44720"/>
                    </a:lnTo>
                    <a:lnTo>
                      <a:pt x="31025" y="43211"/>
                    </a:lnTo>
                    <a:lnTo>
                      <a:pt x="33412" y="41525"/>
                    </a:lnTo>
                    <a:lnTo>
                      <a:pt x="35798" y="39765"/>
                    </a:lnTo>
                    <a:lnTo>
                      <a:pt x="38185" y="38019"/>
                    </a:lnTo>
                    <a:lnTo>
                      <a:pt x="40571" y="36347"/>
                    </a:lnTo>
                    <a:lnTo>
                      <a:pt x="42958" y="34776"/>
                    </a:lnTo>
                    <a:lnTo>
                      <a:pt x="45344" y="33303"/>
                    </a:lnTo>
                    <a:lnTo>
                      <a:pt x="47731" y="31908"/>
                    </a:lnTo>
                    <a:lnTo>
                      <a:pt x="50117" y="30559"/>
                    </a:lnTo>
                    <a:lnTo>
                      <a:pt x="52504" y="29224"/>
                    </a:lnTo>
                    <a:lnTo>
                      <a:pt x="54891" y="27877"/>
                    </a:lnTo>
                    <a:lnTo>
                      <a:pt x="57277" y="26504"/>
                    </a:lnTo>
                    <a:lnTo>
                      <a:pt x="59664" y="25099"/>
                    </a:lnTo>
                    <a:lnTo>
                      <a:pt x="62050" y="23663"/>
                    </a:lnTo>
                    <a:lnTo>
                      <a:pt x="64437" y="22203"/>
                    </a:lnTo>
                    <a:lnTo>
                      <a:pt x="66823" y="20729"/>
                    </a:lnTo>
                    <a:lnTo>
                      <a:pt x="69210" y="19248"/>
                    </a:lnTo>
                    <a:lnTo>
                      <a:pt x="71596" y="17767"/>
                    </a:lnTo>
                    <a:lnTo>
                      <a:pt x="73983" y="16287"/>
                    </a:lnTo>
                    <a:lnTo>
                      <a:pt x="76370" y="14808"/>
                    </a:lnTo>
                    <a:lnTo>
                      <a:pt x="78756" y="13327"/>
                    </a:lnTo>
                    <a:lnTo>
                      <a:pt x="81143" y="11843"/>
                    </a:lnTo>
                    <a:lnTo>
                      <a:pt x="83529" y="10351"/>
                    </a:lnTo>
                    <a:lnTo>
                      <a:pt x="85916" y="8852"/>
                    </a:lnTo>
                    <a:lnTo>
                      <a:pt x="88302" y="7348"/>
                    </a:lnTo>
                    <a:lnTo>
                      <a:pt x="90689" y="5844"/>
                    </a:lnTo>
                    <a:lnTo>
                      <a:pt x="93075" y="4347"/>
                    </a:lnTo>
                    <a:lnTo>
                      <a:pt x="95462" y="2867"/>
                    </a:lnTo>
                    <a:lnTo>
                      <a:pt x="97848" y="1414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39" name="Surface grid line"/>
              <p:cNvSpPr/>
              <p:nvPr/>
            </p:nvSpPr>
            <p:spPr>
              <a:xfrm>
                <a:off x="11662298" y="1368667"/>
                <a:ext cx="954738" cy="46469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787">
                    <a:moveTo>
                      <a:pt x="0" y="48787"/>
                    </a:moveTo>
                    <a:lnTo>
                      <a:pt x="2387" y="48009"/>
                    </a:lnTo>
                    <a:lnTo>
                      <a:pt x="4773" y="47429"/>
                    </a:lnTo>
                    <a:lnTo>
                      <a:pt x="7160" y="47049"/>
                    </a:lnTo>
                    <a:lnTo>
                      <a:pt x="9546" y="46855"/>
                    </a:lnTo>
                    <a:lnTo>
                      <a:pt x="11933" y="46806"/>
                    </a:lnTo>
                    <a:lnTo>
                      <a:pt x="14319" y="46835"/>
                    </a:lnTo>
                    <a:lnTo>
                      <a:pt x="16706" y="46856"/>
                    </a:lnTo>
                    <a:lnTo>
                      <a:pt x="19092" y="46776"/>
                    </a:lnTo>
                    <a:lnTo>
                      <a:pt x="21479" y="46508"/>
                    </a:lnTo>
                    <a:lnTo>
                      <a:pt x="23865" y="45991"/>
                    </a:lnTo>
                    <a:lnTo>
                      <a:pt x="26252" y="45200"/>
                    </a:lnTo>
                    <a:lnTo>
                      <a:pt x="28639" y="44146"/>
                    </a:lnTo>
                    <a:lnTo>
                      <a:pt x="31025" y="42878"/>
                    </a:lnTo>
                    <a:lnTo>
                      <a:pt x="33412" y="41462"/>
                    </a:lnTo>
                    <a:lnTo>
                      <a:pt x="35798" y="39973"/>
                    </a:lnTo>
                    <a:lnTo>
                      <a:pt x="38185" y="38472"/>
                    </a:lnTo>
                    <a:lnTo>
                      <a:pt x="40571" y="37004"/>
                    </a:lnTo>
                    <a:lnTo>
                      <a:pt x="42958" y="35588"/>
                    </a:lnTo>
                    <a:lnTo>
                      <a:pt x="45344" y="34223"/>
                    </a:lnTo>
                    <a:lnTo>
                      <a:pt x="47731" y="32893"/>
                    </a:lnTo>
                    <a:lnTo>
                      <a:pt x="50117" y="31577"/>
                    </a:lnTo>
                    <a:lnTo>
                      <a:pt x="52504" y="30250"/>
                    </a:lnTo>
                    <a:lnTo>
                      <a:pt x="54891" y="28895"/>
                    </a:lnTo>
                    <a:lnTo>
                      <a:pt x="57277" y="27499"/>
                    </a:lnTo>
                    <a:lnTo>
                      <a:pt x="59664" y="26056"/>
                    </a:lnTo>
                    <a:lnTo>
                      <a:pt x="62050" y="24568"/>
                    </a:lnTo>
                    <a:lnTo>
                      <a:pt x="64437" y="23039"/>
                    </a:lnTo>
                    <a:lnTo>
                      <a:pt x="66823" y="21477"/>
                    </a:lnTo>
                    <a:lnTo>
                      <a:pt x="69210" y="19890"/>
                    </a:lnTo>
                    <a:lnTo>
                      <a:pt x="71596" y="18286"/>
                    </a:lnTo>
                    <a:lnTo>
                      <a:pt x="73983" y="16672"/>
                    </a:lnTo>
                    <a:lnTo>
                      <a:pt x="76370" y="15055"/>
                    </a:lnTo>
                    <a:lnTo>
                      <a:pt x="78756" y="13440"/>
                    </a:lnTo>
                    <a:lnTo>
                      <a:pt x="81143" y="11833"/>
                    </a:lnTo>
                    <a:lnTo>
                      <a:pt x="83529" y="10238"/>
                    </a:lnTo>
                    <a:lnTo>
                      <a:pt x="85916" y="8663"/>
                    </a:lnTo>
                    <a:lnTo>
                      <a:pt x="88302" y="7112"/>
                    </a:lnTo>
                    <a:lnTo>
                      <a:pt x="90689" y="5594"/>
                    </a:lnTo>
                    <a:lnTo>
                      <a:pt x="93075" y="4117"/>
                    </a:lnTo>
                    <a:lnTo>
                      <a:pt x="95462" y="2687"/>
                    </a:lnTo>
                    <a:lnTo>
                      <a:pt x="97848" y="1313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40" name="Surface grid line"/>
              <p:cNvSpPr/>
              <p:nvPr/>
            </p:nvSpPr>
            <p:spPr>
              <a:xfrm>
                <a:off x="11689686" y="1376926"/>
                <a:ext cx="954738" cy="46564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886">
                    <a:moveTo>
                      <a:pt x="0" y="48886"/>
                    </a:moveTo>
                    <a:lnTo>
                      <a:pt x="2387" y="48161"/>
                    </a:lnTo>
                    <a:lnTo>
                      <a:pt x="4773" y="47591"/>
                    </a:lnTo>
                    <a:lnTo>
                      <a:pt x="7160" y="47176"/>
                    </a:lnTo>
                    <a:lnTo>
                      <a:pt x="9546" y="46901"/>
                    </a:lnTo>
                    <a:lnTo>
                      <a:pt x="11933" y="46732"/>
                    </a:lnTo>
                    <a:lnTo>
                      <a:pt x="14319" y="46619"/>
                    </a:lnTo>
                    <a:lnTo>
                      <a:pt x="16706" y="46498"/>
                    </a:lnTo>
                    <a:lnTo>
                      <a:pt x="19092" y="46296"/>
                    </a:lnTo>
                    <a:lnTo>
                      <a:pt x="21479" y="45951"/>
                    </a:lnTo>
                    <a:lnTo>
                      <a:pt x="23865" y="45415"/>
                    </a:lnTo>
                    <a:lnTo>
                      <a:pt x="26252" y="44667"/>
                    </a:lnTo>
                    <a:lnTo>
                      <a:pt x="28639" y="43713"/>
                    </a:lnTo>
                    <a:lnTo>
                      <a:pt x="31025" y="42584"/>
                    </a:lnTo>
                    <a:lnTo>
                      <a:pt x="33412" y="41325"/>
                    </a:lnTo>
                    <a:lnTo>
                      <a:pt x="35798" y="39989"/>
                    </a:lnTo>
                    <a:lnTo>
                      <a:pt x="38185" y="38617"/>
                    </a:lnTo>
                    <a:lnTo>
                      <a:pt x="40571" y="37242"/>
                    </a:lnTo>
                    <a:lnTo>
                      <a:pt x="42958" y="35877"/>
                    </a:lnTo>
                    <a:lnTo>
                      <a:pt x="45344" y="34524"/>
                    </a:lnTo>
                    <a:lnTo>
                      <a:pt x="47731" y="33172"/>
                    </a:lnTo>
                    <a:lnTo>
                      <a:pt x="50117" y="31807"/>
                    </a:lnTo>
                    <a:lnTo>
                      <a:pt x="52504" y="30416"/>
                    </a:lnTo>
                    <a:lnTo>
                      <a:pt x="54891" y="28985"/>
                    </a:lnTo>
                    <a:lnTo>
                      <a:pt x="57277" y="27509"/>
                    </a:lnTo>
                    <a:lnTo>
                      <a:pt x="59664" y="25986"/>
                    </a:lnTo>
                    <a:lnTo>
                      <a:pt x="62050" y="24417"/>
                    </a:lnTo>
                    <a:lnTo>
                      <a:pt x="64437" y="22810"/>
                    </a:lnTo>
                    <a:lnTo>
                      <a:pt x="66823" y="21173"/>
                    </a:lnTo>
                    <a:lnTo>
                      <a:pt x="69210" y="19513"/>
                    </a:lnTo>
                    <a:lnTo>
                      <a:pt x="71596" y="17842"/>
                    </a:lnTo>
                    <a:lnTo>
                      <a:pt x="73983" y="16169"/>
                    </a:lnTo>
                    <a:lnTo>
                      <a:pt x="76370" y="14503"/>
                    </a:lnTo>
                    <a:lnTo>
                      <a:pt x="78756" y="12854"/>
                    </a:lnTo>
                    <a:lnTo>
                      <a:pt x="81143" y="11229"/>
                    </a:lnTo>
                    <a:lnTo>
                      <a:pt x="83529" y="9637"/>
                    </a:lnTo>
                    <a:lnTo>
                      <a:pt x="85916" y="8086"/>
                    </a:lnTo>
                    <a:lnTo>
                      <a:pt x="88302" y="6583"/>
                    </a:lnTo>
                    <a:lnTo>
                      <a:pt x="90689" y="5135"/>
                    </a:lnTo>
                    <a:lnTo>
                      <a:pt x="93075" y="3748"/>
                    </a:lnTo>
                    <a:lnTo>
                      <a:pt x="95462" y="2427"/>
                    </a:lnTo>
                    <a:lnTo>
                      <a:pt x="97848" y="1177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41" name="Surface grid line"/>
              <p:cNvSpPr/>
              <p:nvPr/>
            </p:nvSpPr>
            <p:spPr>
              <a:xfrm>
                <a:off x="11717074" y="1387936"/>
                <a:ext cx="954738" cy="46705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035">
                    <a:moveTo>
                      <a:pt x="0" y="49035"/>
                    </a:moveTo>
                    <a:lnTo>
                      <a:pt x="2387" y="48371"/>
                    </a:lnTo>
                    <a:lnTo>
                      <a:pt x="4773" y="47824"/>
                    </a:lnTo>
                    <a:lnTo>
                      <a:pt x="7160" y="47389"/>
                    </a:lnTo>
                    <a:lnTo>
                      <a:pt x="9546" y="47052"/>
                    </a:lnTo>
                    <a:lnTo>
                      <a:pt x="11933" y="46785"/>
                    </a:lnTo>
                    <a:lnTo>
                      <a:pt x="14319" y="46550"/>
                    </a:lnTo>
                    <a:lnTo>
                      <a:pt x="16706" y="46297"/>
                    </a:lnTo>
                    <a:lnTo>
                      <a:pt x="19092" y="45975"/>
                    </a:lnTo>
                    <a:lnTo>
                      <a:pt x="21479" y="45536"/>
                    </a:lnTo>
                    <a:lnTo>
                      <a:pt x="23865" y="44944"/>
                    </a:lnTo>
                    <a:lnTo>
                      <a:pt x="26252" y="44182"/>
                    </a:lnTo>
                    <a:lnTo>
                      <a:pt x="28639" y="43252"/>
                    </a:lnTo>
                    <a:lnTo>
                      <a:pt x="31025" y="42174"/>
                    </a:lnTo>
                    <a:lnTo>
                      <a:pt x="33412" y="40978"/>
                    </a:lnTo>
                    <a:lnTo>
                      <a:pt x="35798" y="39699"/>
                    </a:lnTo>
                    <a:lnTo>
                      <a:pt x="38185" y="38366"/>
                    </a:lnTo>
                    <a:lnTo>
                      <a:pt x="40571" y="37003"/>
                    </a:lnTo>
                    <a:lnTo>
                      <a:pt x="42958" y="35619"/>
                    </a:lnTo>
                    <a:lnTo>
                      <a:pt x="45344" y="34219"/>
                    </a:lnTo>
                    <a:lnTo>
                      <a:pt x="47731" y="32796"/>
                    </a:lnTo>
                    <a:lnTo>
                      <a:pt x="50117" y="31346"/>
                    </a:lnTo>
                    <a:lnTo>
                      <a:pt x="52504" y="29859"/>
                    </a:lnTo>
                    <a:lnTo>
                      <a:pt x="54891" y="28333"/>
                    </a:lnTo>
                    <a:lnTo>
                      <a:pt x="57277" y="26765"/>
                    </a:lnTo>
                    <a:lnTo>
                      <a:pt x="59664" y="25157"/>
                    </a:lnTo>
                    <a:lnTo>
                      <a:pt x="62050" y="23516"/>
                    </a:lnTo>
                    <a:lnTo>
                      <a:pt x="64437" y="21849"/>
                    </a:lnTo>
                    <a:lnTo>
                      <a:pt x="66823" y="20164"/>
                    </a:lnTo>
                    <a:lnTo>
                      <a:pt x="69210" y="18473"/>
                    </a:lnTo>
                    <a:lnTo>
                      <a:pt x="71596" y="16786"/>
                    </a:lnTo>
                    <a:lnTo>
                      <a:pt x="73983" y="15113"/>
                    </a:lnTo>
                    <a:lnTo>
                      <a:pt x="76370" y="13465"/>
                    </a:lnTo>
                    <a:lnTo>
                      <a:pt x="78756" y="11851"/>
                    </a:lnTo>
                    <a:lnTo>
                      <a:pt x="81143" y="10280"/>
                    </a:lnTo>
                    <a:lnTo>
                      <a:pt x="83529" y="8759"/>
                    </a:lnTo>
                    <a:lnTo>
                      <a:pt x="85916" y="7298"/>
                    </a:lnTo>
                    <a:lnTo>
                      <a:pt x="88302" y="5900"/>
                    </a:lnTo>
                    <a:lnTo>
                      <a:pt x="90689" y="4571"/>
                    </a:lnTo>
                    <a:lnTo>
                      <a:pt x="93075" y="3315"/>
                    </a:lnTo>
                    <a:lnTo>
                      <a:pt x="95462" y="2134"/>
                    </a:lnTo>
                    <a:lnTo>
                      <a:pt x="97848" y="1030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42" name="Surface grid line"/>
              <p:cNvSpPr/>
              <p:nvPr/>
            </p:nvSpPr>
            <p:spPr>
              <a:xfrm>
                <a:off x="11744461" y="1401677"/>
                <a:ext cx="954738" cy="46854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191">
                    <a:moveTo>
                      <a:pt x="0" y="49191"/>
                    </a:moveTo>
                    <a:lnTo>
                      <a:pt x="2387" y="48582"/>
                    </a:lnTo>
                    <a:lnTo>
                      <a:pt x="4773" y="48055"/>
                    </a:lnTo>
                    <a:lnTo>
                      <a:pt x="7160" y="47600"/>
                    </a:lnTo>
                    <a:lnTo>
                      <a:pt x="9546" y="47204"/>
                    </a:lnTo>
                    <a:lnTo>
                      <a:pt x="11933" y="46845"/>
                    </a:lnTo>
                    <a:lnTo>
                      <a:pt x="14319" y="46492"/>
                    </a:lnTo>
                    <a:lnTo>
                      <a:pt x="16706" y="46109"/>
                    </a:lnTo>
                    <a:lnTo>
                      <a:pt x="19092" y="45658"/>
                    </a:lnTo>
                    <a:lnTo>
                      <a:pt x="21479" y="45104"/>
                    </a:lnTo>
                    <a:lnTo>
                      <a:pt x="23865" y="44422"/>
                    </a:lnTo>
                    <a:lnTo>
                      <a:pt x="26252" y="43596"/>
                    </a:lnTo>
                    <a:lnTo>
                      <a:pt x="28639" y="42628"/>
                    </a:lnTo>
                    <a:lnTo>
                      <a:pt x="31025" y="41531"/>
                    </a:lnTo>
                    <a:lnTo>
                      <a:pt x="33412" y="40323"/>
                    </a:lnTo>
                    <a:lnTo>
                      <a:pt x="35798" y="39029"/>
                    </a:lnTo>
                    <a:lnTo>
                      <a:pt x="38185" y="37671"/>
                    </a:lnTo>
                    <a:lnTo>
                      <a:pt x="40571" y="36264"/>
                    </a:lnTo>
                    <a:lnTo>
                      <a:pt x="42958" y="34819"/>
                    </a:lnTo>
                    <a:lnTo>
                      <a:pt x="45344" y="33341"/>
                    </a:lnTo>
                    <a:lnTo>
                      <a:pt x="47731" y="31829"/>
                    </a:lnTo>
                    <a:lnTo>
                      <a:pt x="50117" y="30283"/>
                    </a:lnTo>
                    <a:lnTo>
                      <a:pt x="52504" y="28703"/>
                    </a:lnTo>
                    <a:lnTo>
                      <a:pt x="54891" y="27088"/>
                    </a:lnTo>
                    <a:lnTo>
                      <a:pt x="57277" y="25444"/>
                    </a:lnTo>
                    <a:lnTo>
                      <a:pt x="59664" y="23774"/>
                    </a:lnTo>
                    <a:lnTo>
                      <a:pt x="62050" y="22087"/>
                    </a:lnTo>
                    <a:lnTo>
                      <a:pt x="64437" y="20393"/>
                    </a:lnTo>
                    <a:lnTo>
                      <a:pt x="66823" y="18701"/>
                    </a:lnTo>
                    <a:lnTo>
                      <a:pt x="69210" y="17021"/>
                    </a:lnTo>
                    <a:lnTo>
                      <a:pt x="71596" y="15365"/>
                    </a:lnTo>
                    <a:lnTo>
                      <a:pt x="73983" y="13743"/>
                    </a:lnTo>
                    <a:lnTo>
                      <a:pt x="76370" y="12163"/>
                    </a:lnTo>
                    <a:lnTo>
                      <a:pt x="78756" y="10635"/>
                    </a:lnTo>
                    <a:lnTo>
                      <a:pt x="81143" y="9165"/>
                    </a:lnTo>
                    <a:lnTo>
                      <a:pt x="83529" y="7761"/>
                    </a:lnTo>
                    <a:lnTo>
                      <a:pt x="85916" y="6427"/>
                    </a:lnTo>
                    <a:lnTo>
                      <a:pt x="88302" y="5167"/>
                    </a:lnTo>
                    <a:lnTo>
                      <a:pt x="90689" y="3983"/>
                    </a:lnTo>
                    <a:lnTo>
                      <a:pt x="93075" y="2876"/>
                    </a:lnTo>
                    <a:lnTo>
                      <a:pt x="95462" y="1845"/>
                    </a:lnTo>
                    <a:lnTo>
                      <a:pt x="97848" y="888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43" name="Surface grid line"/>
              <p:cNvSpPr/>
              <p:nvPr/>
            </p:nvSpPr>
            <p:spPr>
              <a:xfrm>
                <a:off x="11771849" y="1417847"/>
                <a:ext cx="954738" cy="46978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321">
                    <a:moveTo>
                      <a:pt x="0" y="49321"/>
                    </a:moveTo>
                    <a:lnTo>
                      <a:pt x="2387" y="48749"/>
                    </a:lnTo>
                    <a:lnTo>
                      <a:pt x="4773" y="48223"/>
                    </a:lnTo>
                    <a:lnTo>
                      <a:pt x="7160" y="47735"/>
                    </a:lnTo>
                    <a:lnTo>
                      <a:pt x="9546" y="47271"/>
                    </a:lnTo>
                    <a:lnTo>
                      <a:pt x="11933" y="46812"/>
                    </a:lnTo>
                    <a:lnTo>
                      <a:pt x="14319" y="46336"/>
                    </a:lnTo>
                    <a:lnTo>
                      <a:pt x="16706" y="45816"/>
                    </a:lnTo>
                    <a:lnTo>
                      <a:pt x="19092" y="45223"/>
                    </a:lnTo>
                    <a:lnTo>
                      <a:pt x="21479" y="44534"/>
                    </a:lnTo>
                    <a:lnTo>
                      <a:pt x="23865" y="43730"/>
                    </a:lnTo>
                    <a:lnTo>
                      <a:pt x="26252" y="42802"/>
                    </a:lnTo>
                    <a:lnTo>
                      <a:pt x="28639" y="41748"/>
                    </a:lnTo>
                    <a:lnTo>
                      <a:pt x="31025" y="40579"/>
                    </a:lnTo>
                    <a:lnTo>
                      <a:pt x="33412" y="39307"/>
                    </a:lnTo>
                    <a:lnTo>
                      <a:pt x="35798" y="37951"/>
                    </a:lnTo>
                    <a:lnTo>
                      <a:pt x="38185" y="36525"/>
                    </a:lnTo>
                    <a:lnTo>
                      <a:pt x="40571" y="35045"/>
                    </a:lnTo>
                    <a:lnTo>
                      <a:pt x="42958" y="33519"/>
                    </a:lnTo>
                    <a:lnTo>
                      <a:pt x="45344" y="31955"/>
                    </a:lnTo>
                    <a:lnTo>
                      <a:pt x="47731" y="30357"/>
                    </a:lnTo>
                    <a:lnTo>
                      <a:pt x="50117" y="28728"/>
                    </a:lnTo>
                    <a:lnTo>
                      <a:pt x="52504" y="27073"/>
                    </a:lnTo>
                    <a:lnTo>
                      <a:pt x="54891" y="25397"/>
                    </a:lnTo>
                    <a:lnTo>
                      <a:pt x="57277" y="23707"/>
                    </a:lnTo>
                    <a:lnTo>
                      <a:pt x="59664" y="22010"/>
                    </a:lnTo>
                    <a:lnTo>
                      <a:pt x="62050" y="20317"/>
                    </a:lnTo>
                    <a:lnTo>
                      <a:pt x="64437" y="18636"/>
                    </a:lnTo>
                    <a:lnTo>
                      <a:pt x="66823" y="16978"/>
                    </a:lnTo>
                    <a:lnTo>
                      <a:pt x="69210" y="15353"/>
                    </a:lnTo>
                    <a:lnTo>
                      <a:pt x="71596" y="13771"/>
                    </a:lnTo>
                    <a:lnTo>
                      <a:pt x="73983" y="12239"/>
                    </a:lnTo>
                    <a:lnTo>
                      <a:pt x="76370" y="10767"/>
                    </a:lnTo>
                    <a:lnTo>
                      <a:pt x="78756" y="9360"/>
                    </a:lnTo>
                    <a:lnTo>
                      <a:pt x="81143" y="8024"/>
                    </a:lnTo>
                    <a:lnTo>
                      <a:pt x="83529" y="6761"/>
                    </a:lnTo>
                    <a:lnTo>
                      <a:pt x="85916" y="5576"/>
                    </a:lnTo>
                    <a:lnTo>
                      <a:pt x="88302" y="4467"/>
                    </a:lnTo>
                    <a:lnTo>
                      <a:pt x="90689" y="3435"/>
                    </a:lnTo>
                    <a:lnTo>
                      <a:pt x="93075" y="2477"/>
                    </a:lnTo>
                    <a:lnTo>
                      <a:pt x="95462" y="1589"/>
                    </a:lnTo>
                    <a:lnTo>
                      <a:pt x="97848" y="76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44" name="Surface grid line"/>
              <p:cNvSpPr/>
              <p:nvPr/>
            </p:nvSpPr>
            <p:spPr>
              <a:xfrm>
                <a:off x="11799237" y="1435918"/>
                <a:ext cx="954738" cy="47054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401">
                    <a:moveTo>
                      <a:pt x="0" y="49401"/>
                    </a:moveTo>
                    <a:lnTo>
                      <a:pt x="2387" y="48835"/>
                    </a:lnTo>
                    <a:lnTo>
                      <a:pt x="4773" y="48286"/>
                    </a:lnTo>
                    <a:lnTo>
                      <a:pt x="7160" y="47741"/>
                    </a:lnTo>
                    <a:lnTo>
                      <a:pt x="9546" y="47190"/>
                    </a:lnTo>
                    <a:lnTo>
                      <a:pt x="11933" y="46618"/>
                    </a:lnTo>
                    <a:lnTo>
                      <a:pt x="14319" y="46006"/>
                    </a:lnTo>
                    <a:lnTo>
                      <a:pt x="16706" y="45335"/>
                    </a:lnTo>
                    <a:lnTo>
                      <a:pt x="19092" y="44588"/>
                    </a:lnTo>
                    <a:lnTo>
                      <a:pt x="21479" y="43746"/>
                    </a:lnTo>
                    <a:lnTo>
                      <a:pt x="23865" y="42799"/>
                    </a:lnTo>
                    <a:lnTo>
                      <a:pt x="26252" y="41739"/>
                    </a:lnTo>
                    <a:lnTo>
                      <a:pt x="28639" y="40569"/>
                    </a:lnTo>
                    <a:lnTo>
                      <a:pt x="31025" y="39295"/>
                    </a:lnTo>
                    <a:lnTo>
                      <a:pt x="33412" y="37929"/>
                    </a:lnTo>
                    <a:lnTo>
                      <a:pt x="35798" y="36484"/>
                    </a:lnTo>
                    <a:lnTo>
                      <a:pt x="38185" y="34973"/>
                    </a:lnTo>
                    <a:lnTo>
                      <a:pt x="40571" y="33409"/>
                    </a:lnTo>
                    <a:lnTo>
                      <a:pt x="42958" y="31803"/>
                    </a:lnTo>
                    <a:lnTo>
                      <a:pt x="45344" y="30163"/>
                    </a:lnTo>
                    <a:lnTo>
                      <a:pt x="47731" y="28497"/>
                    </a:lnTo>
                    <a:lnTo>
                      <a:pt x="50117" y="26812"/>
                    </a:lnTo>
                    <a:lnTo>
                      <a:pt x="52504" y="25114"/>
                    </a:lnTo>
                    <a:lnTo>
                      <a:pt x="54891" y="23413"/>
                    </a:lnTo>
                    <a:lnTo>
                      <a:pt x="57277" y="21717"/>
                    </a:lnTo>
                    <a:lnTo>
                      <a:pt x="59664" y="20034"/>
                    </a:lnTo>
                    <a:lnTo>
                      <a:pt x="62050" y="18375"/>
                    </a:lnTo>
                    <a:lnTo>
                      <a:pt x="64437" y="16750"/>
                    </a:lnTo>
                    <a:lnTo>
                      <a:pt x="66823" y="15167"/>
                    </a:lnTo>
                    <a:lnTo>
                      <a:pt x="69210" y="13635"/>
                    </a:lnTo>
                    <a:lnTo>
                      <a:pt x="71596" y="12161"/>
                    </a:lnTo>
                    <a:lnTo>
                      <a:pt x="73983" y="10754"/>
                    </a:lnTo>
                    <a:lnTo>
                      <a:pt x="76370" y="9416"/>
                    </a:lnTo>
                    <a:lnTo>
                      <a:pt x="78756" y="8153"/>
                    </a:lnTo>
                    <a:lnTo>
                      <a:pt x="81143" y="6967"/>
                    </a:lnTo>
                    <a:lnTo>
                      <a:pt x="83529" y="5857"/>
                    </a:lnTo>
                    <a:lnTo>
                      <a:pt x="85916" y="4825"/>
                    </a:lnTo>
                    <a:lnTo>
                      <a:pt x="88302" y="3866"/>
                    </a:lnTo>
                    <a:lnTo>
                      <a:pt x="90689" y="2978"/>
                    </a:lnTo>
                    <a:lnTo>
                      <a:pt x="93075" y="2154"/>
                    </a:lnTo>
                    <a:lnTo>
                      <a:pt x="95462" y="1388"/>
                    </a:lnTo>
                    <a:lnTo>
                      <a:pt x="97848" y="673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445" name="Editable search space mesh 1390"/>
            <p:cNvGrpSpPr/>
            <p:nvPr/>
          </p:nvGrpSpPr>
          <p:grpSpPr>
            <a:xfrm>
              <a:off x="13239750" y="638175"/>
              <a:ext cx="2105025" cy="1438275"/>
              <a:chOff x="13239750" y="638175"/>
              <a:chExt cx="2105025" cy="1438275"/>
            </a:xfrm>
          </p:grpSpPr>
          <p:sp>
            <p:nvSpPr>
              <p:cNvPr id="7446" name="Surface mesh patch"/>
              <p:cNvSpPr/>
              <p:nvPr/>
            </p:nvSpPr>
            <p:spPr>
              <a:xfrm>
                <a:off x="14171756" y="1052054"/>
                <a:ext cx="50120" cy="148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63">
                    <a:moveTo>
                      <a:pt x="0" y="395"/>
                    </a:moveTo>
                    <a:lnTo>
                      <a:pt x="2875" y="1563"/>
                    </a:lnTo>
                    <a:lnTo>
                      <a:pt x="5262" y="12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47" name="Surface mesh patch"/>
              <p:cNvSpPr/>
              <p:nvPr/>
            </p:nvSpPr>
            <p:spPr>
              <a:xfrm>
                <a:off x="14149024" y="1055813"/>
                <a:ext cx="50120" cy="134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0">
                    <a:moveTo>
                      <a:pt x="0" y="390"/>
                    </a:moveTo>
                    <a:lnTo>
                      <a:pt x="2875" y="1410"/>
                    </a:lnTo>
                    <a:lnTo>
                      <a:pt x="5262" y="11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48" name="Surface mesh patch"/>
              <p:cNvSpPr/>
              <p:nvPr/>
            </p:nvSpPr>
            <p:spPr>
              <a:xfrm>
                <a:off x="14199144" y="1064363"/>
                <a:ext cx="50120" cy="84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8">
                    <a:moveTo>
                      <a:pt x="0" y="271"/>
                    </a:moveTo>
                    <a:lnTo>
                      <a:pt x="2875" y="888"/>
                    </a:lnTo>
                    <a:lnTo>
                      <a:pt x="5262" y="7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49" name="Surface mesh patch"/>
              <p:cNvSpPr/>
              <p:nvPr/>
            </p:nvSpPr>
            <p:spPr>
              <a:xfrm>
                <a:off x="14126293" y="1059532"/>
                <a:ext cx="50120" cy="120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65">
                    <a:moveTo>
                      <a:pt x="0" y="410"/>
                    </a:moveTo>
                    <a:lnTo>
                      <a:pt x="2875" y="1265"/>
                    </a:lnTo>
                    <a:lnTo>
                      <a:pt x="5262" y="10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0" name="Surface mesh patch"/>
              <p:cNvSpPr/>
              <p:nvPr/>
            </p:nvSpPr>
            <p:spPr>
              <a:xfrm>
                <a:off x="14176412" y="1066944"/>
                <a:ext cx="50120" cy="63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8">
                    <a:moveTo>
                      <a:pt x="0" y="242"/>
                    </a:moveTo>
                    <a:lnTo>
                      <a:pt x="2875" y="668"/>
                    </a:lnTo>
                    <a:lnTo>
                      <a:pt x="5262" y="6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1" name="Surface mesh patch"/>
              <p:cNvSpPr/>
              <p:nvPr/>
            </p:nvSpPr>
            <p:spPr>
              <a:xfrm>
                <a:off x="14226532" y="1071497"/>
                <a:ext cx="50120" cy="13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">
                    <a:moveTo>
                      <a:pt x="0" y="139"/>
                    </a:moveTo>
                    <a:lnTo>
                      <a:pt x="2875" y="0"/>
                    </a:lnTo>
                    <a:lnTo>
                      <a:pt x="5262" y="127"/>
                    </a:lnTo>
                    <a:lnTo>
                      <a:pt x="2387" y="32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2" name="Surface mesh patch"/>
              <p:cNvSpPr/>
              <p:nvPr/>
            </p:nvSpPr>
            <p:spPr>
              <a:xfrm>
                <a:off x="14103561" y="1063437"/>
                <a:ext cx="50120" cy="10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0">
                    <a:moveTo>
                      <a:pt x="0" y="455"/>
                    </a:moveTo>
                    <a:lnTo>
                      <a:pt x="2875" y="1140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3" name="Surface mesh patch"/>
              <p:cNvSpPr/>
              <p:nvPr/>
            </p:nvSpPr>
            <p:spPr>
              <a:xfrm>
                <a:off x="14153680" y="1069246"/>
                <a:ext cx="50120" cy="4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">
                    <a:moveTo>
                      <a:pt x="0" y="245"/>
                    </a:moveTo>
                    <a:lnTo>
                      <a:pt x="2875" y="470"/>
                    </a:lnTo>
                    <a:lnTo>
                      <a:pt x="5262" y="4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4" name="Surface mesh patch"/>
              <p:cNvSpPr/>
              <p:nvPr/>
            </p:nvSpPr>
            <p:spPr>
              <a:xfrm>
                <a:off x="14203800" y="1069539"/>
                <a:ext cx="50120" cy="37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">
                    <a:moveTo>
                      <a:pt x="0" y="396"/>
                    </a:moveTo>
                    <a:lnTo>
                      <a:pt x="2875" y="0"/>
                    </a:lnTo>
                    <a:lnTo>
                      <a:pt x="5262" y="206"/>
                    </a:lnTo>
                    <a:lnTo>
                      <a:pt x="2387" y="344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5" name="Surface mesh patch"/>
              <p:cNvSpPr/>
              <p:nvPr/>
            </p:nvSpPr>
            <p:spPr>
              <a:xfrm>
                <a:off x="14253920" y="1061530"/>
                <a:ext cx="50120" cy="111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4">
                    <a:moveTo>
                      <a:pt x="0" y="1046"/>
                    </a:moveTo>
                    <a:lnTo>
                      <a:pt x="2875" y="0"/>
                    </a:lnTo>
                    <a:lnTo>
                      <a:pt x="5262" y="454"/>
                    </a:lnTo>
                    <a:lnTo>
                      <a:pt x="2387" y="1174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6" name="Surface mesh patch"/>
              <p:cNvSpPr/>
              <p:nvPr/>
            </p:nvSpPr>
            <p:spPr>
              <a:xfrm>
                <a:off x="14080829" y="1067769"/>
                <a:ext cx="50120" cy="9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4">
                    <a:moveTo>
                      <a:pt x="0" y="524"/>
                    </a:moveTo>
                    <a:lnTo>
                      <a:pt x="2875" y="1044"/>
                    </a:lnTo>
                    <a:lnTo>
                      <a:pt x="5262" y="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7" name="Surface mesh patch"/>
              <p:cNvSpPr/>
              <p:nvPr/>
            </p:nvSpPr>
            <p:spPr>
              <a:xfrm>
                <a:off x="14130948" y="1071582"/>
                <a:ext cx="50120" cy="2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0">
                    <a:moveTo>
                      <a:pt x="0" y="284"/>
                    </a:moveTo>
                    <a:lnTo>
                      <a:pt x="2875" y="310"/>
                    </a:lnTo>
                    <a:lnTo>
                      <a:pt x="5262" y="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8" name="Surface mesh patch"/>
              <p:cNvSpPr/>
              <p:nvPr/>
            </p:nvSpPr>
            <p:spPr>
              <a:xfrm>
                <a:off x="14181068" y="1067445"/>
                <a:ext cx="50120" cy="6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">
                    <a:moveTo>
                      <a:pt x="0" y="659"/>
                    </a:moveTo>
                    <a:lnTo>
                      <a:pt x="2875" y="0"/>
                    </a:lnTo>
                    <a:lnTo>
                      <a:pt x="5262" y="220"/>
                    </a:lnTo>
                    <a:lnTo>
                      <a:pt x="2387" y="616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59" name="Surface mesh patch"/>
              <p:cNvSpPr/>
              <p:nvPr/>
            </p:nvSpPr>
            <p:spPr>
              <a:xfrm>
                <a:off x="14231188" y="1056256"/>
                <a:ext cx="50120" cy="1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">
                    <a:moveTo>
                      <a:pt x="0" y="1394"/>
                    </a:moveTo>
                    <a:lnTo>
                      <a:pt x="2875" y="0"/>
                    </a:lnTo>
                    <a:lnTo>
                      <a:pt x="5262" y="554"/>
                    </a:lnTo>
                    <a:lnTo>
                      <a:pt x="2387" y="160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60" name="Surface mesh patch"/>
              <p:cNvSpPr/>
              <p:nvPr/>
            </p:nvSpPr>
            <p:spPr>
              <a:xfrm>
                <a:off x="14281307" y="1042393"/>
                <a:ext cx="50120" cy="23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3">
                    <a:moveTo>
                      <a:pt x="0" y="2009"/>
                    </a:moveTo>
                    <a:lnTo>
                      <a:pt x="2875" y="0"/>
                    </a:lnTo>
                    <a:lnTo>
                      <a:pt x="5262" y="885"/>
                    </a:lnTo>
                    <a:lnTo>
                      <a:pt x="2387" y="2463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61" name="Surface mesh patch"/>
              <p:cNvSpPr/>
              <p:nvPr/>
            </p:nvSpPr>
            <p:spPr>
              <a:xfrm>
                <a:off x="14058097" y="1072763"/>
                <a:ext cx="50120" cy="9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">
                    <a:moveTo>
                      <a:pt x="0" y="617"/>
                    </a:moveTo>
                    <a:lnTo>
                      <a:pt x="2875" y="987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62" name="Surface mesh patch"/>
              <p:cNvSpPr/>
              <p:nvPr/>
            </p:nvSpPr>
            <p:spPr>
              <a:xfrm>
                <a:off x="14108217" y="1074291"/>
                <a:ext cx="50120" cy="3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">
                    <a:moveTo>
                      <a:pt x="0" y="359"/>
                    </a:moveTo>
                    <a:lnTo>
                      <a:pt x="2875" y="205"/>
                    </a:lnTo>
                    <a:lnTo>
                      <a:pt x="5262" y="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63" name="Surface mesh patch"/>
              <p:cNvSpPr/>
              <p:nvPr/>
            </p:nvSpPr>
            <p:spPr>
              <a:xfrm>
                <a:off x="14158336" y="1065898"/>
                <a:ext cx="50120" cy="86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7">
                    <a:moveTo>
                      <a:pt x="0" y="907"/>
                    </a:moveTo>
                    <a:lnTo>
                      <a:pt x="2875" y="0"/>
                    </a:lnTo>
                    <a:lnTo>
                      <a:pt x="5262" y="162"/>
                    </a:lnTo>
                    <a:lnTo>
                      <a:pt x="2387" y="822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64" name="Surface mesh patch"/>
              <p:cNvSpPr/>
              <p:nvPr/>
            </p:nvSpPr>
            <p:spPr>
              <a:xfrm>
                <a:off x="14208456" y="1050873"/>
                <a:ext cx="50120" cy="18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0">
                    <a:moveTo>
                      <a:pt x="0" y="1740"/>
                    </a:moveTo>
                    <a:lnTo>
                      <a:pt x="2875" y="0"/>
                    </a:lnTo>
                    <a:lnTo>
                      <a:pt x="5262" y="565"/>
                    </a:lnTo>
                    <a:lnTo>
                      <a:pt x="2387" y="196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65" name="Surface mesh patch"/>
              <p:cNvSpPr/>
              <p:nvPr/>
            </p:nvSpPr>
            <p:spPr>
              <a:xfrm>
                <a:off x="14258576" y="1032830"/>
                <a:ext cx="50120" cy="28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3">
                    <a:moveTo>
                      <a:pt x="0" y="2459"/>
                    </a:moveTo>
                    <a:lnTo>
                      <a:pt x="2875" y="0"/>
                    </a:lnTo>
                    <a:lnTo>
                      <a:pt x="5262" y="1004"/>
                    </a:lnTo>
                    <a:lnTo>
                      <a:pt x="2387" y="3013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66" name="Surface mesh patch"/>
              <p:cNvSpPr/>
              <p:nvPr/>
            </p:nvSpPr>
            <p:spPr>
              <a:xfrm>
                <a:off x="14308695" y="1014896"/>
                <a:ext cx="50120" cy="35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72">
                    <a:moveTo>
                      <a:pt x="0" y="2887"/>
                    </a:moveTo>
                    <a:lnTo>
                      <a:pt x="2875" y="0"/>
                    </a:lnTo>
                    <a:lnTo>
                      <a:pt x="5262" y="1415"/>
                    </a:lnTo>
                    <a:lnTo>
                      <a:pt x="2387" y="3772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67" name="Surface mesh patch"/>
              <p:cNvSpPr/>
              <p:nvPr/>
            </p:nvSpPr>
            <p:spPr>
              <a:xfrm>
                <a:off x="14035365" y="1078635"/>
                <a:ext cx="50120" cy="92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4">
                    <a:moveTo>
                      <a:pt x="0" y="728"/>
                    </a:moveTo>
                    <a:lnTo>
                      <a:pt x="2875" y="974"/>
                    </a:lnTo>
                    <a:lnTo>
                      <a:pt x="5262" y="3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68" name="Surface mesh patch"/>
              <p:cNvSpPr/>
              <p:nvPr/>
            </p:nvSpPr>
            <p:spPr>
              <a:xfrm>
                <a:off x="14085485" y="1076240"/>
                <a:ext cx="50120" cy="5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">
                    <a:moveTo>
                      <a:pt x="0" y="622"/>
                    </a:moveTo>
                    <a:lnTo>
                      <a:pt x="2875" y="319"/>
                    </a:lnTo>
                    <a:lnTo>
                      <a:pt x="5262" y="0"/>
                    </a:lnTo>
                    <a:lnTo>
                      <a:pt x="2387" y="155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69" name="Surface mesh patch"/>
              <p:cNvSpPr/>
              <p:nvPr/>
            </p:nvSpPr>
            <p:spPr>
              <a:xfrm>
                <a:off x="14135604" y="1065586"/>
                <a:ext cx="50120" cy="10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9">
                    <a:moveTo>
                      <a:pt x="0" y="1119"/>
                    </a:moveTo>
                    <a:lnTo>
                      <a:pt x="2875" y="0"/>
                    </a:lnTo>
                    <a:lnTo>
                      <a:pt x="5262" y="33"/>
                    </a:lnTo>
                    <a:lnTo>
                      <a:pt x="2387" y="94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0" name="Surface mesh patch"/>
              <p:cNvSpPr/>
              <p:nvPr/>
            </p:nvSpPr>
            <p:spPr>
              <a:xfrm>
                <a:off x="14185724" y="1046327"/>
                <a:ext cx="50120" cy="21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7">
                    <a:moveTo>
                      <a:pt x="0" y="2055"/>
                    </a:moveTo>
                    <a:lnTo>
                      <a:pt x="2875" y="0"/>
                    </a:lnTo>
                    <a:lnTo>
                      <a:pt x="5262" y="477"/>
                    </a:lnTo>
                    <a:lnTo>
                      <a:pt x="2387" y="2217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1" name="Surface mesh patch"/>
              <p:cNvSpPr/>
              <p:nvPr/>
            </p:nvSpPr>
            <p:spPr>
              <a:xfrm>
                <a:off x="14235844" y="1023275"/>
                <a:ext cx="50120" cy="329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3">
                    <a:moveTo>
                      <a:pt x="0" y="2897"/>
                    </a:moveTo>
                    <a:lnTo>
                      <a:pt x="2875" y="0"/>
                    </a:lnTo>
                    <a:lnTo>
                      <a:pt x="5262" y="1003"/>
                    </a:lnTo>
                    <a:lnTo>
                      <a:pt x="2387" y="3463"/>
                    </a:lnTo>
                    <a:close/>
                  </a:path>
                </a:pathLst>
              </a:custGeom>
              <a:solidFill>
                <a:srgbClr val="dce2ee"/>
              </a:solidFill>
              <a:ln w="3334" cap="flat" cmpd="sng" algn="ctr">
                <a:solidFill>
                  <a:srgbClr val="dce2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2" name="Surface mesh patch"/>
              <p:cNvSpPr/>
              <p:nvPr/>
            </p:nvSpPr>
            <p:spPr>
              <a:xfrm>
                <a:off x="14285963" y="1000148"/>
                <a:ext cx="50120" cy="42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35">
                    <a:moveTo>
                      <a:pt x="0" y="3431"/>
                    </a:moveTo>
                    <a:lnTo>
                      <a:pt x="2875" y="0"/>
                    </a:lnTo>
                    <a:lnTo>
                      <a:pt x="5262" y="1548"/>
                    </a:lnTo>
                    <a:lnTo>
                      <a:pt x="2387" y="4435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3" name="Surface mesh patch"/>
              <p:cNvSpPr/>
              <p:nvPr/>
            </p:nvSpPr>
            <p:spPr>
              <a:xfrm>
                <a:off x="14336083" y="981418"/>
                <a:ext cx="50120" cy="469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9">
                    <a:moveTo>
                      <a:pt x="0" y="3515"/>
                    </a:moveTo>
                    <a:lnTo>
                      <a:pt x="2875" y="0"/>
                    </a:lnTo>
                    <a:lnTo>
                      <a:pt x="5262" y="2011"/>
                    </a:lnTo>
                    <a:lnTo>
                      <a:pt x="2387" y="4929"/>
                    </a:lnTo>
                    <a:close/>
                  </a:path>
                </a:pathLst>
              </a:custGeom>
              <a:solidFill>
                <a:srgbClr val="e3dee2"/>
              </a:solidFill>
              <a:ln w="3334" cap="flat" cmpd="sng" algn="ctr">
                <a:solidFill>
                  <a:srgbClr val="e3de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4" name="Surface mesh patch"/>
              <p:cNvSpPr/>
              <p:nvPr/>
            </p:nvSpPr>
            <p:spPr>
              <a:xfrm>
                <a:off x="14012633" y="1085567"/>
                <a:ext cx="50120" cy="95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5">
                    <a:moveTo>
                      <a:pt x="0" y="853"/>
                    </a:moveTo>
                    <a:lnTo>
                      <a:pt x="2875" y="1005"/>
                    </a:lnTo>
                    <a:lnTo>
                      <a:pt x="5262" y="2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4"/>
              </a:solidFill>
              <a:ln w="3334" cap="flat" cmpd="sng" algn="ctr">
                <a:solidFill>
                  <a:srgbClr val="d3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5" name="Surface mesh patch"/>
              <p:cNvSpPr/>
              <p:nvPr/>
            </p:nvSpPr>
            <p:spPr>
              <a:xfrm>
                <a:off x="14062753" y="1079280"/>
                <a:ext cx="50120" cy="8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">
                    <a:moveTo>
                      <a:pt x="0" y="906"/>
                    </a:moveTo>
                    <a:lnTo>
                      <a:pt x="2875" y="498"/>
                    </a:lnTo>
                    <a:lnTo>
                      <a:pt x="5262" y="0"/>
                    </a:lnTo>
                    <a:lnTo>
                      <a:pt x="2387" y="303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6" name="Surface mesh patch"/>
              <p:cNvSpPr/>
              <p:nvPr/>
            </p:nvSpPr>
            <p:spPr>
              <a:xfrm>
                <a:off x="14112873" y="1065586"/>
                <a:ext cx="50120" cy="13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8">
                    <a:moveTo>
                      <a:pt x="0" y="1438"/>
                    </a:moveTo>
                    <a:lnTo>
                      <a:pt x="2875" y="163"/>
                    </a:lnTo>
                    <a:lnTo>
                      <a:pt x="5262" y="0"/>
                    </a:lnTo>
                    <a:lnTo>
                      <a:pt x="2387" y="1119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7" name="Surface mesh patch"/>
              <p:cNvSpPr/>
              <p:nvPr/>
            </p:nvSpPr>
            <p:spPr>
              <a:xfrm>
                <a:off x="14162992" y="1043576"/>
                <a:ext cx="50120" cy="223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3">
                    <a:moveTo>
                      <a:pt x="0" y="2311"/>
                    </a:moveTo>
                    <a:lnTo>
                      <a:pt x="2875" y="0"/>
                    </a:lnTo>
                    <a:lnTo>
                      <a:pt x="5262" y="289"/>
                    </a:lnTo>
                    <a:lnTo>
                      <a:pt x="2387" y="2343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8" name="Surface mesh patch"/>
              <p:cNvSpPr/>
              <p:nvPr/>
            </p:nvSpPr>
            <p:spPr>
              <a:xfrm>
                <a:off x="14213112" y="1015010"/>
                <a:ext cx="50120" cy="358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5">
                    <a:moveTo>
                      <a:pt x="0" y="3288"/>
                    </a:moveTo>
                    <a:lnTo>
                      <a:pt x="2875" y="0"/>
                    </a:lnTo>
                    <a:lnTo>
                      <a:pt x="5262" y="868"/>
                    </a:lnTo>
                    <a:lnTo>
                      <a:pt x="2387" y="3765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79" name="Surface mesh patch"/>
              <p:cNvSpPr/>
              <p:nvPr/>
            </p:nvSpPr>
            <p:spPr>
              <a:xfrm>
                <a:off x="14263231" y="985617"/>
                <a:ext cx="50120" cy="472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57">
                    <a:moveTo>
                      <a:pt x="0" y="3954"/>
                    </a:moveTo>
                    <a:lnTo>
                      <a:pt x="2875" y="0"/>
                    </a:lnTo>
                    <a:lnTo>
                      <a:pt x="5262" y="1525"/>
                    </a:lnTo>
                    <a:lnTo>
                      <a:pt x="2387" y="4957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0" name="Surface mesh patch"/>
              <p:cNvSpPr/>
              <p:nvPr/>
            </p:nvSpPr>
            <p:spPr>
              <a:xfrm>
                <a:off x="14313351" y="960898"/>
                <a:ext cx="50120" cy="53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9">
                    <a:moveTo>
                      <a:pt x="0" y="4121"/>
                    </a:moveTo>
                    <a:lnTo>
                      <a:pt x="2875" y="0"/>
                    </a:lnTo>
                    <a:lnTo>
                      <a:pt x="5262" y="2154"/>
                    </a:lnTo>
                    <a:lnTo>
                      <a:pt x="2387" y="5669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1" name="Surface mesh patch"/>
              <p:cNvSpPr/>
              <p:nvPr/>
            </p:nvSpPr>
            <p:spPr>
              <a:xfrm>
                <a:off x="14363471" y="945814"/>
                <a:ext cx="50120" cy="547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49">
                    <a:moveTo>
                      <a:pt x="0" y="3738"/>
                    </a:moveTo>
                    <a:lnTo>
                      <a:pt x="2875" y="0"/>
                    </a:lnTo>
                    <a:lnTo>
                      <a:pt x="5262" y="2618"/>
                    </a:lnTo>
                    <a:lnTo>
                      <a:pt x="2387" y="5749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2" name="Surface mesh patch"/>
              <p:cNvSpPr/>
              <p:nvPr/>
            </p:nvSpPr>
            <p:spPr>
              <a:xfrm>
                <a:off x="13989901" y="1093693"/>
                <a:ext cx="50120" cy="102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">
                    <a:moveTo>
                      <a:pt x="0" y="987"/>
                    </a:moveTo>
                    <a:lnTo>
                      <a:pt x="2875" y="1077"/>
                    </a:lnTo>
                    <a:lnTo>
                      <a:pt x="5262" y="1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3" name="Surface mesh patch"/>
              <p:cNvSpPr/>
              <p:nvPr/>
            </p:nvSpPr>
            <p:spPr>
              <a:xfrm>
                <a:off x="14040021" y="1084025"/>
                <a:ext cx="50120" cy="111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6">
                    <a:moveTo>
                      <a:pt x="0" y="1166"/>
                    </a:moveTo>
                    <a:lnTo>
                      <a:pt x="2875" y="704"/>
                    </a:lnTo>
                    <a:lnTo>
                      <a:pt x="5262" y="0"/>
                    </a:lnTo>
                    <a:lnTo>
                      <a:pt x="2387" y="408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4" name="Surface mesh patch"/>
              <p:cNvSpPr/>
              <p:nvPr/>
            </p:nvSpPr>
            <p:spPr>
              <a:xfrm>
                <a:off x="14090141" y="1067140"/>
                <a:ext cx="50120" cy="168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3">
                    <a:moveTo>
                      <a:pt x="0" y="1773"/>
                    </a:moveTo>
                    <a:lnTo>
                      <a:pt x="2875" y="412"/>
                    </a:lnTo>
                    <a:lnTo>
                      <a:pt x="5262" y="0"/>
                    </a:lnTo>
                    <a:lnTo>
                      <a:pt x="2387" y="1275"/>
                    </a:lnTo>
                    <a:close/>
                  </a:path>
                </a:pathLst>
              </a:custGeom>
              <a:solidFill>
                <a:srgbClr val="dae3f1"/>
              </a:solidFill>
              <a:ln w="3334" cap="flat" cmpd="sng" algn="ctr">
                <a:solidFill>
                  <a:srgbClr val="da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5" name="Surface mesh patch"/>
              <p:cNvSpPr/>
              <p:nvPr/>
            </p:nvSpPr>
            <p:spPr>
              <a:xfrm>
                <a:off x="14140260" y="1043487"/>
                <a:ext cx="50120" cy="23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3">
                    <a:moveTo>
                      <a:pt x="0" y="2483"/>
                    </a:moveTo>
                    <a:lnTo>
                      <a:pt x="2875" y="0"/>
                    </a:lnTo>
                    <a:lnTo>
                      <a:pt x="5262" y="9"/>
                    </a:lnTo>
                    <a:lnTo>
                      <a:pt x="2387" y="2320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6" name="Surface mesh patch"/>
              <p:cNvSpPr/>
              <p:nvPr/>
            </p:nvSpPr>
            <p:spPr>
              <a:xfrm>
                <a:off x="14190380" y="1009326"/>
                <a:ext cx="50120" cy="37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5">
                    <a:moveTo>
                      <a:pt x="0" y="3596"/>
                    </a:moveTo>
                    <a:lnTo>
                      <a:pt x="2875" y="0"/>
                    </a:lnTo>
                    <a:lnTo>
                      <a:pt x="5262" y="597"/>
                    </a:lnTo>
                    <a:lnTo>
                      <a:pt x="2387" y="3885"/>
                    </a:lnTo>
                    <a:close/>
                  </a:path>
                </a:pathLst>
              </a:custGeom>
              <a:solidFill>
                <a:srgbClr val="e4dee1"/>
              </a:solidFill>
              <a:ln w="3334" cap="flat" cmpd="sng" algn="ctr">
                <a:solidFill>
                  <a:srgbClr val="e4de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7" name="Surface mesh patch"/>
              <p:cNvSpPr/>
              <p:nvPr/>
            </p:nvSpPr>
            <p:spPr>
              <a:xfrm>
                <a:off x="14240500" y="972979"/>
                <a:ext cx="50120" cy="502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0">
                    <a:moveTo>
                      <a:pt x="0" y="4413"/>
                    </a:moveTo>
                    <a:lnTo>
                      <a:pt x="2875" y="0"/>
                    </a:lnTo>
                    <a:lnTo>
                      <a:pt x="5262" y="1327"/>
                    </a:lnTo>
                    <a:lnTo>
                      <a:pt x="2387" y="5280"/>
                    </a:lnTo>
                    <a:close/>
                  </a:path>
                </a:pathLst>
              </a:custGeom>
              <a:solidFill>
                <a:srgbClr val="e9dbd5"/>
              </a:solidFill>
              <a:ln w="3334" cap="flat" cmpd="sng" algn="ctr">
                <a:solidFill>
                  <a:srgbClr val="e9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8" name="Surface mesh patch"/>
              <p:cNvSpPr/>
              <p:nvPr/>
            </p:nvSpPr>
            <p:spPr>
              <a:xfrm>
                <a:off x="14290619" y="940884"/>
                <a:ext cx="50120" cy="592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2">
                    <a:moveTo>
                      <a:pt x="0" y="4696"/>
                    </a:moveTo>
                    <a:lnTo>
                      <a:pt x="2875" y="0"/>
                    </a:lnTo>
                    <a:lnTo>
                      <a:pt x="5262" y="2101"/>
                    </a:lnTo>
                    <a:lnTo>
                      <a:pt x="2387" y="6222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89" name="Surface mesh patch"/>
              <p:cNvSpPr/>
              <p:nvPr/>
            </p:nvSpPr>
            <p:spPr>
              <a:xfrm>
                <a:off x="14340739" y="919472"/>
                <a:ext cx="50120" cy="61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4">
                    <a:moveTo>
                      <a:pt x="0" y="4349"/>
                    </a:moveTo>
                    <a:lnTo>
                      <a:pt x="2875" y="0"/>
                    </a:lnTo>
                    <a:lnTo>
                      <a:pt x="5262" y="2766"/>
                    </a:lnTo>
                    <a:lnTo>
                      <a:pt x="2387" y="6504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90" name="Surface mesh patch"/>
              <p:cNvSpPr/>
              <p:nvPr/>
            </p:nvSpPr>
            <p:spPr>
              <a:xfrm>
                <a:off x="14390859" y="912940"/>
                <a:ext cx="50120" cy="57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69">
                    <a:moveTo>
                      <a:pt x="0" y="3451"/>
                    </a:moveTo>
                    <a:lnTo>
                      <a:pt x="2875" y="0"/>
                    </a:lnTo>
                    <a:lnTo>
                      <a:pt x="5262" y="3164"/>
                    </a:lnTo>
                    <a:lnTo>
                      <a:pt x="2387" y="6069"/>
                    </a:lnTo>
                    <a:close/>
                  </a:path>
                </a:pathLst>
              </a:custGeom>
              <a:solidFill>
                <a:srgbClr val="f4d5c1"/>
              </a:solidFill>
              <a:ln w="3334" cap="flat" cmpd="sng" algn="ctr">
                <a:solidFill>
                  <a:srgbClr val="f4d5c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91" name="Surface mesh patch"/>
              <p:cNvSpPr/>
              <p:nvPr/>
            </p:nvSpPr>
            <p:spPr>
              <a:xfrm>
                <a:off x="13967170" y="1103095"/>
                <a:ext cx="50120" cy="11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5">
                    <a:moveTo>
                      <a:pt x="0" y="1124"/>
                    </a:moveTo>
                    <a:lnTo>
                      <a:pt x="2875" y="1185"/>
                    </a:lnTo>
                    <a:lnTo>
                      <a:pt x="5262" y="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92" name="Surface mesh patch"/>
              <p:cNvSpPr/>
              <p:nvPr/>
            </p:nvSpPr>
            <p:spPr>
              <a:xfrm>
                <a:off x="14017289" y="1090732"/>
                <a:ext cx="50120" cy="13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8">
                    <a:moveTo>
                      <a:pt x="0" y="1388"/>
                    </a:moveTo>
                    <a:lnTo>
                      <a:pt x="2875" y="924"/>
                    </a:lnTo>
                    <a:lnTo>
                      <a:pt x="5262" y="0"/>
                    </a:lnTo>
                    <a:lnTo>
                      <a:pt x="2387" y="462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93" name="Surface mesh patch"/>
              <p:cNvSpPr/>
              <p:nvPr/>
            </p:nvSpPr>
            <p:spPr>
              <a:xfrm>
                <a:off x="14067409" y="1071067"/>
                <a:ext cx="50120" cy="19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5">
                    <a:moveTo>
                      <a:pt x="0" y="2065"/>
                    </a:moveTo>
                    <a:lnTo>
                      <a:pt x="2875" y="697"/>
                    </a:lnTo>
                    <a:lnTo>
                      <a:pt x="5262" y="0"/>
                    </a:lnTo>
                    <a:lnTo>
                      <a:pt x="2387" y="1360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94" name="Surface mesh patch"/>
              <p:cNvSpPr/>
              <p:nvPr/>
            </p:nvSpPr>
            <p:spPr>
              <a:xfrm>
                <a:off x="14117528" y="1043487"/>
                <a:ext cx="50120" cy="27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5">
                    <a:moveTo>
                      <a:pt x="0" y="2895"/>
                    </a:moveTo>
                    <a:lnTo>
                      <a:pt x="2875" y="342"/>
                    </a:lnTo>
                    <a:lnTo>
                      <a:pt x="5262" y="0"/>
                    </a:lnTo>
                    <a:lnTo>
                      <a:pt x="2387" y="2483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95" name="Surface mesh patch"/>
              <p:cNvSpPr/>
              <p:nvPr/>
            </p:nvSpPr>
            <p:spPr>
              <a:xfrm>
                <a:off x="14167648" y="1007385"/>
                <a:ext cx="50120" cy="36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00">
                    <a:moveTo>
                      <a:pt x="0" y="3790"/>
                    </a:moveTo>
                    <a:lnTo>
                      <a:pt x="2875" y="0"/>
                    </a:lnTo>
                    <a:lnTo>
                      <a:pt x="5262" y="204"/>
                    </a:lnTo>
                    <a:lnTo>
                      <a:pt x="2387" y="3800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96" name="Surface mesh patch"/>
              <p:cNvSpPr/>
              <p:nvPr/>
            </p:nvSpPr>
            <p:spPr>
              <a:xfrm>
                <a:off x="14217768" y="963914"/>
                <a:ext cx="50120" cy="51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64">
                    <a:moveTo>
                      <a:pt x="0" y="4768"/>
                    </a:moveTo>
                    <a:lnTo>
                      <a:pt x="2875" y="0"/>
                    </a:lnTo>
                    <a:lnTo>
                      <a:pt x="5262" y="952"/>
                    </a:lnTo>
                    <a:lnTo>
                      <a:pt x="2387" y="5364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97" name="Surface mesh patch"/>
              <p:cNvSpPr/>
              <p:nvPr/>
            </p:nvSpPr>
            <p:spPr>
              <a:xfrm>
                <a:off x="14267887" y="923475"/>
                <a:ext cx="50120" cy="62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4">
                    <a:moveTo>
                      <a:pt x="0" y="5197"/>
                    </a:moveTo>
                    <a:lnTo>
                      <a:pt x="2875" y="0"/>
                    </a:lnTo>
                    <a:lnTo>
                      <a:pt x="5262" y="1828"/>
                    </a:lnTo>
                    <a:lnTo>
                      <a:pt x="2387" y="6524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98" name="Surface mesh patch"/>
              <p:cNvSpPr/>
              <p:nvPr/>
            </p:nvSpPr>
            <p:spPr>
              <a:xfrm>
                <a:off x="14318007" y="893977"/>
                <a:ext cx="50120" cy="66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6">
                    <a:moveTo>
                      <a:pt x="0" y="4925"/>
                    </a:moveTo>
                    <a:lnTo>
                      <a:pt x="2875" y="0"/>
                    </a:lnTo>
                    <a:lnTo>
                      <a:pt x="5262" y="2677"/>
                    </a:lnTo>
                    <a:lnTo>
                      <a:pt x="2387" y="7026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99" name="Surface mesh patch"/>
              <p:cNvSpPr/>
              <p:nvPr/>
            </p:nvSpPr>
            <p:spPr>
              <a:xfrm>
                <a:off x="14368127" y="881416"/>
                <a:ext cx="50120" cy="64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61">
                    <a:moveTo>
                      <a:pt x="0" y="3995"/>
                    </a:moveTo>
                    <a:lnTo>
                      <a:pt x="2875" y="0"/>
                    </a:lnTo>
                    <a:lnTo>
                      <a:pt x="5262" y="3310"/>
                    </a:lnTo>
                    <a:lnTo>
                      <a:pt x="2387" y="6761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0" name="Surface mesh patch"/>
              <p:cNvSpPr/>
              <p:nvPr/>
            </p:nvSpPr>
            <p:spPr>
              <a:xfrm>
                <a:off x="14418246" y="887838"/>
                <a:ext cx="50120" cy="5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00">
                    <a:moveTo>
                      <a:pt x="0" y="2635"/>
                    </a:moveTo>
                    <a:lnTo>
                      <a:pt x="2875" y="0"/>
                    </a:lnTo>
                    <a:lnTo>
                      <a:pt x="5262" y="3576"/>
                    </a:lnTo>
                    <a:lnTo>
                      <a:pt x="2387" y="580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1" name="Surface mesh patch"/>
              <p:cNvSpPr/>
              <p:nvPr/>
            </p:nvSpPr>
            <p:spPr>
              <a:xfrm>
                <a:off x="13944438" y="1113801"/>
                <a:ext cx="50120" cy="12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1259"/>
                    </a:moveTo>
                    <a:lnTo>
                      <a:pt x="2875" y="1322"/>
                    </a:lnTo>
                    <a:lnTo>
                      <a:pt x="5262" y="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2" name="Surface mesh patch"/>
              <p:cNvSpPr/>
              <p:nvPr/>
            </p:nvSpPr>
            <p:spPr>
              <a:xfrm>
                <a:off x="13994557" y="1099531"/>
                <a:ext cx="50120" cy="14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">
                    <a:moveTo>
                      <a:pt x="0" y="1559"/>
                    </a:moveTo>
                    <a:lnTo>
                      <a:pt x="2875" y="1144"/>
                    </a:lnTo>
                    <a:lnTo>
                      <a:pt x="5262" y="0"/>
                    </a:lnTo>
                    <a:lnTo>
                      <a:pt x="2387" y="464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3" name="Surface mesh patch"/>
              <p:cNvSpPr/>
              <p:nvPr/>
            </p:nvSpPr>
            <p:spPr>
              <a:xfrm>
                <a:off x="14044677" y="1077702"/>
                <a:ext cx="50120" cy="218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2">
                    <a:moveTo>
                      <a:pt x="0" y="2292"/>
                    </a:moveTo>
                    <a:lnTo>
                      <a:pt x="2875" y="996"/>
                    </a:lnTo>
                    <a:lnTo>
                      <a:pt x="5262" y="0"/>
                    </a:lnTo>
                    <a:lnTo>
                      <a:pt x="2387" y="1368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4" name="Surface mesh patch"/>
              <p:cNvSpPr/>
              <p:nvPr/>
            </p:nvSpPr>
            <p:spPr>
              <a:xfrm>
                <a:off x="14094797" y="1046744"/>
                <a:ext cx="50120" cy="30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50">
                    <a:moveTo>
                      <a:pt x="0" y="3250"/>
                    </a:moveTo>
                    <a:lnTo>
                      <a:pt x="2875" y="738"/>
                    </a:lnTo>
                    <a:lnTo>
                      <a:pt x="5262" y="0"/>
                    </a:lnTo>
                    <a:lnTo>
                      <a:pt x="2387" y="2554"/>
                    </a:lnTo>
                    <a:close/>
                  </a:path>
                </a:pathLst>
              </a:custGeom>
              <a:solidFill>
                <a:srgbClr val="e1dfe5"/>
              </a:solidFill>
              <a:ln w="3334" cap="flat" cmpd="sng" algn="ctr">
                <a:solidFill>
                  <a:srgbClr val="e1df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5" name="Surface mesh patch"/>
              <p:cNvSpPr/>
              <p:nvPr/>
            </p:nvSpPr>
            <p:spPr>
              <a:xfrm>
                <a:off x="14144916" y="1007385"/>
                <a:ext cx="50120" cy="39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32">
                    <a:moveTo>
                      <a:pt x="0" y="4132"/>
                    </a:moveTo>
                    <a:lnTo>
                      <a:pt x="2875" y="283"/>
                    </a:lnTo>
                    <a:lnTo>
                      <a:pt x="5262" y="0"/>
                    </a:lnTo>
                    <a:lnTo>
                      <a:pt x="2387" y="379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6" name="Surface mesh patch"/>
              <p:cNvSpPr/>
              <p:nvPr/>
            </p:nvSpPr>
            <p:spPr>
              <a:xfrm>
                <a:off x="14195036" y="959927"/>
                <a:ext cx="50120" cy="493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86">
                    <a:moveTo>
                      <a:pt x="0" y="4982"/>
                    </a:moveTo>
                    <a:lnTo>
                      <a:pt x="2875" y="0"/>
                    </a:lnTo>
                    <a:lnTo>
                      <a:pt x="5262" y="419"/>
                    </a:lnTo>
                    <a:lnTo>
                      <a:pt x="2387" y="5186"/>
                    </a:lnTo>
                    <a:close/>
                  </a:path>
                </a:pathLst>
              </a:custGeom>
              <a:solidFill>
                <a:srgbClr val="f1d7c7"/>
              </a:solidFill>
              <a:ln w="3334" cap="flat" cmpd="sng" algn="ctr">
                <a:solidFill>
                  <a:srgbClr val="f1d7c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7" name="Surface mesh patch"/>
              <p:cNvSpPr/>
              <p:nvPr/>
            </p:nvSpPr>
            <p:spPr>
              <a:xfrm>
                <a:off x="14245156" y="910778"/>
                <a:ext cx="50120" cy="622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0">
                    <a:moveTo>
                      <a:pt x="0" y="5579"/>
                    </a:moveTo>
                    <a:lnTo>
                      <a:pt x="2875" y="0"/>
                    </a:lnTo>
                    <a:lnTo>
                      <a:pt x="5262" y="1333"/>
                    </a:lnTo>
                    <a:lnTo>
                      <a:pt x="2387" y="6530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8" name="Surface mesh patch"/>
              <p:cNvSpPr/>
              <p:nvPr/>
            </p:nvSpPr>
            <p:spPr>
              <a:xfrm>
                <a:off x="14295275" y="871848"/>
                <a:ext cx="50120" cy="690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8">
                    <a:moveTo>
                      <a:pt x="0" y="5420"/>
                    </a:moveTo>
                    <a:lnTo>
                      <a:pt x="2875" y="0"/>
                    </a:lnTo>
                    <a:lnTo>
                      <a:pt x="5262" y="2323"/>
                    </a:lnTo>
                    <a:lnTo>
                      <a:pt x="2387" y="7248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09" name="Surface mesh patch"/>
              <p:cNvSpPr/>
              <p:nvPr/>
            </p:nvSpPr>
            <p:spPr>
              <a:xfrm>
                <a:off x="14345395" y="851096"/>
                <a:ext cx="50120" cy="68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79">
                    <a:moveTo>
                      <a:pt x="0" y="4502"/>
                    </a:moveTo>
                    <a:lnTo>
                      <a:pt x="2875" y="0"/>
                    </a:lnTo>
                    <a:lnTo>
                      <a:pt x="5262" y="3183"/>
                    </a:lnTo>
                    <a:lnTo>
                      <a:pt x="2387" y="7179"/>
                    </a:lnTo>
                    <a:close/>
                  </a:path>
                </a:pathLst>
              </a:custGeom>
              <a:solidFill>
                <a:srgbClr val="fbc5a9"/>
              </a:solidFill>
              <a:ln w="3334" cap="flat" cmpd="sng" algn="ctr">
                <a:solidFill>
                  <a:srgbClr val="fbc5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0" name="Surface mesh patch"/>
              <p:cNvSpPr/>
              <p:nvPr/>
            </p:nvSpPr>
            <p:spPr>
              <a:xfrm>
                <a:off x="14395514" y="852483"/>
                <a:ext cx="50120" cy="6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7">
                    <a:moveTo>
                      <a:pt x="0" y="3038"/>
                    </a:moveTo>
                    <a:lnTo>
                      <a:pt x="2875" y="0"/>
                    </a:lnTo>
                    <a:lnTo>
                      <a:pt x="5262" y="3712"/>
                    </a:lnTo>
                    <a:lnTo>
                      <a:pt x="2387" y="6347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1" name="Surface mesh patch"/>
              <p:cNvSpPr/>
              <p:nvPr/>
            </p:nvSpPr>
            <p:spPr>
              <a:xfrm>
                <a:off x="14445634" y="874764"/>
                <a:ext cx="50120" cy="47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8">
                    <a:moveTo>
                      <a:pt x="0" y="1373"/>
                    </a:moveTo>
                    <a:lnTo>
                      <a:pt x="2875" y="0"/>
                    </a:lnTo>
                    <a:lnTo>
                      <a:pt x="5262" y="3793"/>
                    </a:lnTo>
                    <a:lnTo>
                      <a:pt x="2387" y="4948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2" name="Surface mesh patch"/>
              <p:cNvSpPr/>
              <p:nvPr/>
            </p:nvSpPr>
            <p:spPr>
              <a:xfrm>
                <a:off x="13921706" y="1125796"/>
                <a:ext cx="50120" cy="14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80">
                    <a:moveTo>
                      <a:pt x="0" y="1389"/>
                    </a:moveTo>
                    <a:lnTo>
                      <a:pt x="2875" y="1480"/>
                    </a:lnTo>
                    <a:lnTo>
                      <a:pt x="5262" y="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3" name="Surface mesh patch"/>
              <p:cNvSpPr/>
              <p:nvPr/>
            </p:nvSpPr>
            <p:spPr>
              <a:xfrm>
                <a:off x="13971825" y="1110425"/>
                <a:ext cx="50120" cy="15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7">
                    <a:moveTo>
                      <a:pt x="0" y="1677"/>
                    </a:moveTo>
                    <a:lnTo>
                      <a:pt x="2875" y="1353"/>
                    </a:lnTo>
                    <a:lnTo>
                      <a:pt x="5262" y="0"/>
                    </a:lnTo>
                    <a:lnTo>
                      <a:pt x="2387" y="416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4" name="Surface mesh patch"/>
              <p:cNvSpPr/>
              <p:nvPr/>
            </p:nvSpPr>
            <p:spPr>
              <a:xfrm>
                <a:off x="14021945" y="1087184"/>
                <a:ext cx="50120" cy="23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0">
                    <a:moveTo>
                      <a:pt x="0" y="2440"/>
                    </a:moveTo>
                    <a:lnTo>
                      <a:pt x="2875" y="1289"/>
                    </a:lnTo>
                    <a:lnTo>
                      <a:pt x="5262" y="0"/>
                    </a:lnTo>
                    <a:lnTo>
                      <a:pt x="2387" y="1296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5" name="Surface mesh patch"/>
              <p:cNvSpPr/>
              <p:nvPr/>
            </p:nvSpPr>
            <p:spPr>
              <a:xfrm>
                <a:off x="14072065" y="1053775"/>
                <a:ext cx="50120" cy="334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07">
                    <a:moveTo>
                      <a:pt x="0" y="3507"/>
                    </a:moveTo>
                    <a:lnTo>
                      <a:pt x="2875" y="1149"/>
                    </a:lnTo>
                    <a:lnTo>
                      <a:pt x="5262" y="0"/>
                    </a:lnTo>
                    <a:lnTo>
                      <a:pt x="2387" y="2512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6" name="Surface mesh patch"/>
              <p:cNvSpPr/>
              <p:nvPr/>
            </p:nvSpPr>
            <p:spPr>
              <a:xfrm>
                <a:off x="14122184" y="1010085"/>
                <a:ext cx="50120" cy="436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7">
                    <a:moveTo>
                      <a:pt x="0" y="4587"/>
                    </a:moveTo>
                    <a:lnTo>
                      <a:pt x="2875" y="827"/>
                    </a:lnTo>
                    <a:lnTo>
                      <a:pt x="5262" y="0"/>
                    </a:lnTo>
                    <a:lnTo>
                      <a:pt x="2387" y="3849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7" name="Surface mesh patch"/>
              <p:cNvSpPr/>
              <p:nvPr/>
            </p:nvSpPr>
            <p:spPr>
              <a:xfrm>
                <a:off x="14172304" y="959927"/>
                <a:ext cx="50120" cy="50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66">
                    <a:moveTo>
                      <a:pt x="0" y="5266"/>
                    </a:moveTo>
                    <a:lnTo>
                      <a:pt x="2875" y="235"/>
                    </a:lnTo>
                    <a:lnTo>
                      <a:pt x="5262" y="0"/>
                    </a:lnTo>
                    <a:lnTo>
                      <a:pt x="2387" y="4982"/>
                    </a:lnTo>
                    <a:close/>
                  </a:path>
                </a:pathLst>
              </a:custGeom>
              <a:solidFill>
                <a:srgbClr val="f3d5c2"/>
              </a:solidFill>
              <a:ln w="3334" cap="flat" cmpd="sng" algn="ctr">
                <a:solidFill>
                  <a:srgbClr val="f3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8" name="Surface mesh patch"/>
              <p:cNvSpPr/>
              <p:nvPr/>
            </p:nvSpPr>
            <p:spPr>
              <a:xfrm>
                <a:off x="14222424" y="904662"/>
                <a:ext cx="50120" cy="592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1">
                    <a:moveTo>
                      <a:pt x="0" y="5802"/>
                    </a:moveTo>
                    <a:lnTo>
                      <a:pt x="2875" y="0"/>
                    </a:lnTo>
                    <a:lnTo>
                      <a:pt x="5262" y="642"/>
                    </a:lnTo>
                    <a:lnTo>
                      <a:pt x="2387" y="6221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19" name="Surface mesh patch"/>
              <p:cNvSpPr/>
              <p:nvPr/>
            </p:nvSpPr>
            <p:spPr>
              <a:xfrm>
                <a:off x="14272543" y="855607"/>
                <a:ext cx="50120" cy="67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25">
                    <a:moveTo>
                      <a:pt x="0" y="5792"/>
                    </a:moveTo>
                    <a:lnTo>
                      <a:pt x="2875" y="0"/>
                    </a:lnTo>
                    <a:lnTo>
                      <a:pt x="5262" y="1705"/>
                    </a:lnTo>
                    <a:lnTo>
                      <a:pt x="2387" y="7125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0" name="Surface mesh patch"/>
              <p:cNvSpPr/>
              <p:nvPr/>
            </p:nvSpPr>
            <p:spPr>
              <a:xfrm>
                <a:off x="14322663" y="824867"/>
                <a:ext cx="50120" cy="691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56">
                    <a:moveTo>
                      <a:pt x="0" y="4932"/>
                    </a:moveTo>
                    <a:lnTo>
                      <a:pt x="2875" y="0"/>
                    </a:lnTo>
                    <a:lnTo>
                      <a:pt x="5262" y="2754"/>
                    </a:lnTo>
                    <a:lnTo>
                      <a:pt x="2387" y="7256"/>
                    </a:lnTo>
                    <a:close/>
                  </a:path>
                </a:pathLst>
              </a:custGeom>
              <a:solidFill>
                <a:srgbClr val="fbbca0"/>
              </a:solidFill>
              <a:ln w="3334" cap="flat" cmpd="sng" algn="ctr">
                <a:solidFill>
                  <a:srgbClr val="fbbc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1" name="Surface mesh patch"/>
              <p:cNvSpPr/>
              <p:nvPr/>
            </p:nvSpPr>
            <p:spPr>
              <a:xfrm>
                <a:off x="14372783" y="818667"/>
                <a:ext cx="50120" cy="62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88">
                    <a:moveTo>
                      <a:pt x="0" y="3405"/>
                    </a:moveTo>
                    <a:lnTo>
                      <a:pt x="2875" y="0"/>
                    </a:lnTo>
                    <a:lnTo>
                      <a:pt x="5262" y="3550"/>
                    </a:lnTo>
                    <a:lnTo>
                      <a:pt x="2387" y="6588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2" name="Surface mesh patch"/>
              <p:cNvSpPr/>
              <p:nvPr/>
            </p:nvSpPr>
            <p:spPr>
              <a:xfrm>
                <a:off x="14422902" y="837505"/>
                <a:ext cx="50120" cy="503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4">
                    <a:moveTo>
                      <a:pt x="0" y="1573"/>
                    </a:moveTo>
                    <a:lnTo>
                      <a:pt x="2875" y="0"/>
                    </a:lnTo>
                    <a:lnTo>
                      <a:pt x="5262" y="3912"/>
                    </a:lnTo>
                    <a:lnTo>
                      <a:pt x="2387" y="5284"/>
                    </a:lnTo>
                    <a:close/>
                  </a:path>
                </a:pathLst>
              </a:custGeom>
              <a:solidFill>
                <a:srgbClr val="fbbea1"/>
              </a:solidFill>
              <a:ln w="3334" cap="flat" cmpd="sng" algn="ctr">
                <a:solidFill>
                  <a:srgbClr val="fbbe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3" name="Surface mesh patch"/>
              <p:cNvSpPr/>
              <p:nvPr/>
            </p:nvSpPr>
            <p:spPr>
              <a:xfrm>
                <a:off x="14473022" y="874764"/>
                <a:ext cx="50120" cy="37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46">
                    <a:moveTo>
                      <a:pt x="0" y="0"/>
                    </a:moveTo>
                    <a:lnTo>
                      <a:pt x="2875" y="165"/>
                    </a:lnTo>
                    <a:lnTo>
                      <a:pt x="5262" y="3946"/>
                    </a:lnTo>
                    <a:lnTo>
                      <a:pt x="2387" y="3793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4" name="Surface mesh patch"/>
              <p:cNvSpPr/>
              <p:nvPr/>
            </p:nvSpPr>
            <p:spPr>
              <a:xfrm>
                <a:off x="13898974" y="1139027"/>
                <a:ext cx="50120" cy="15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2">
                    <a:moveTo>
                      <a:pt x="0" y="1511"/>
                    </a:moveTo>
                    <a:lnTo>
                      <a:pt x="2875" y="1652"/>
                    </a:lnTo>
                    <a:lnTo>
                      <a:pt x="5262" y="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5" name="Surface mesh patch"/>
              <p:cNvSpPr/>
              <p:nvPr/>
            </p:nvSpPr>
            <p:spPr>
              <a:xfrm>
                <a:off x="13949094" y="1123312"/>
                <a:ext cx="50120" cy="16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1">
                    <a:moveTo>
                      <a:pt x="0" y="1741"/>
                    </a:moveTo>
                    <a:lnTo>
                      <a:pt x="2875" y="1544"/>
                    </a:lnTo>
                    <a:lnTo>
                      <a:pt x="5262" y="0"/>
                    </a:lnTo>
                    <a:lnTo>
                      <a:pt x="2387" y="324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6" name="Surface mesh patch"/>
              <p:cNvSpPr/>
              <p:nvPr/>
            </p:nvSpPr>
            <p:spPr>
              <a:xfrm>
                <a:off x="13999213" y="1099463"/>
                <a:ext cx="50120" cy="238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4">
                    <a:moveTo>
                      <a:pt x="0" y="2504"/>
                    </a:moveTo>
                    <a:lnTo>
                      <a:pt x="2875" y="1560"/>
                    </a:lnTo>
                    <a:lnTo>
                      <a:pt x="5262" y="0"/>
                    </a:lnTo>
                    <a:lnTo>
                      <a:pt x="2387" y="1151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7" name="Surface mesh patch"/>
              <p:cNvSpPr/>
              <p:nvPr/>
            </p:nvSpPr>
            <p:spPr>
              <a:xfrm>
                <a:off x="14049333" y="1064718"/>
                <a:ext cx="50120" cy="347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48">
                    <a:moveTo>
                      <a:pt x="0" y="3648"/>
                    </a:moveTo>
                    <a:lnTo>
                      <a:pt x="2875" y="1544"/>
                    </a:lnTo>
                    <a:lnTo>
                      <a:pt x="5262" y="0"/>
                    </a:lnTo>
                    <a:lnTo>
                      <a:pt x="2387" y="2359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8" name="Surface mesh patch"/>
              <p:cNvSpPr/>
              <p:nvPr/>
            </p:nvSpPr>
            <p:spPr>
              <a:xfrm>
                <a:off x="14099453" y="1017962"/>
                <a:ext cx="50120" cy="467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9">
                    <a:moveTo>
                      <a:pt x="0" y="4909"/>
                    </a:moveTo>
                    <a:lnTo>
                      <a:pt x="2875" y="1383"/>
                    </a:lnTo>
                    <a:lnTo>
                      <a:pt x="5262" y="0"/>
                    </a:lnTo>
                    <a:lnTo>
                      <a:pt x="2387" y="3760"/>
                    </a:lnTo>
                    <a:close/>
                  </a:path>
                </a:pathLst>
              </a:custGeom>
              <a:solidFill>
                <a:srgbClr val="eadbd4"/>
              </a:solidFill>
              <a:ln w="3334" cap="flat" cmpd="sng" algn="ctr">
                <a:solidFill>
                  <a:srgbClr val="eadb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29" name="Surface mesh patch"/>
              <p:cNvSpPr/>
              <p:nvPr/>
            </p:nvSpPr>
            <p:spPr>
              <a:xfrm>
                <a:off x="14149572" y="962163"/>
                <a:ext cx="50120" cy="557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8">
                    <a:moveTo>
                      <a:pt x="0" y="5858"/>
                    </a:moveTo>
                    <a:lnTo>
                      <a:pt x="2875" y="957"/>
                    </a:lnTo>
                    <a:lnTo>
                      <a:pt x="5262" y="0"/>
                    </a:lnTo>
                    <a:lnTo>
                      <a:pt x="2387" y="5031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30" name="Surface mesh patch"/>
              <p:cNvSpPr/>
              <p:nvPr/>
            </p:nvSpPr>
            <p:spPr>
              <a:xfrm>
                <a:off x="14199692" y="904662"/>
                <a:ext cx="50120" cy="575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37">
                    <a:moveTo>
                      <a:pt x="0" y="6037"/>
                    </a:moveTo>
                    <a:lnTo>
                      <a:pt x="2875" y="197"/>
                    </a:lnTo>
                    <a:lnTo>
                      <a:pt x="5262" y="0"/>
                    </a:lnTo>
                    <a:lnTo>
                      <a:pt x="2387" y="5802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31" name="Surface mesh patch"/>
              <p:cNvSpPr/>
              <p:nvPr/>
            </p:nvSpPr>
            <p:spPr>
              <a:xfrm>
                <a:off x="14249811" y="847485"/>
                <a:ext cx="50120" cy="63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45">
                    <a:moveTo>
                      <a:pt x="0" y="6003"/>
                    </a:moveTo>
                    <a:lnTo>
                      <a:pt x="2875" y="0"/>
                    </a:lnTo>
                    <a:lnTo>
                      <a:pt x="5262" y="853"/>
                    </a:lnTo>
                    <a:lnTo>
                      <a:pt x="2387" y="6645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32" name="Surface mesh patch"/>
              <p:cNvSpPr/>
              <p:nvPr/>
            </p:nvSpPr>
            <p:spPr>
              <a:xfrm>
                <a:off x="14299931" y="805614"/>
                <a:ext cx="50120" cy="662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54">
                    <a:moveTo>
                      <a:pt x="0" y="5249"/>
                    </a:moveTo>
                    <a:lnTo>
                      <a:pt x="2875" y="0"/>
                    </a:lnTo>
                    <a:lnTo>
                      <a:pt x="5262" y="2021"/>
                    </a:lnTo>
                    <a:lnTo>
                      <a:pt x="2387" y="6954"/>
                    </a:lnTo>
                    <a:close/>
                  </a:path>
                </a:pathLst>
              </a:custGeom>
              <a:solidFill>
                <a:srgbClr val="fbb498"/>
              </a:solidFill>
              <a:ln w="3334" cap="flat" cmpd="sng" algn="ctr">
                <a:solidFill>
                  <a:srgbClr val="fbb49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33" name="Surface mesh patch"/>
              <p:cNvSpPr/>
              <p:nvPr/>
            </p:nvSpPr>
            <p:spPr>
              <a:xfrm>
                <a:off x="14350051" y="789545"/>
                <a:ext cx="50120" cy="61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62">
                    <a:moveTo>
                      <a:pt x="0" y="3708"/>
                    </a:moveTo>
                    <a:lnTo>
                      <a:pt x="2875" y="0"/>
                    </a:lnTo>
                    <a:lnTo>
                      <a:pt x="5262" y="3058"/>
                    </a:lnTo>
                    <a:lnTo>
                      <a:pt x="2387" y="6462"/>
                    </a:lnTo>
                    <a:close/>
                  </a:path>
                </a:pathLst>
              </a:custGeom>
              <a:solidFill>
                <a:srgbClr val="fab094"/>
              </a:solidFill>
              <a:ln w="3334" cap="flat" cmpd="sng" algn="ctr">
                <a:solidFill>
                  <a:srgbClr val="fab09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34" name="Surface mesh patch"/>
              <p:cNvSpPr/>
              <p:nvPr/>
            </p:nvSpPr>
            <p:spPr>
              <a:xfrm>
                <a:off x="14400170" y="802060"/>
                <a:ext cx="50120" cy="50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94">
                    <a:moveTo>
                      <a:pt x="0" y="1744"/>
                    </a:moveTo>
                    <a:lnTo>
                      <a:pt x="2875" y="0"/>
                    </a:lnTo>
                    <a:lnTo>
                      <a:pt x="5262" y="3721"/>
                    </a:lnTo>
                    <a:lnTo>
                      <a:pt x="2387" y="5294"/>
                    </a:lnTo>
                    <a:close/>
                  </a:path>
                </a:pathLst>
              </a:custGeom>
              <a:solidFill>
                <a:srgbClr val="fab296"/>
              </a:solidFill>
              <a:ln w="3334" cap="flat" cmpd="sng" algn="ctr">
                <a:solidFill>
                  <a:srgbClr val="fab2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35" name="Surface mesh patch"/>
              <p:cNvSpPr/>
              <p:nvPr/>
            </p:nvSpPr>
            <p:spPr>
              <a:xfrm>
                <a:off x="14450290" y="837505"/>
                <a:ext cx="50120" cy="388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6">
                    <a:moveTo>
                      <a:pt x="0" y="0"/>
                    </a:moveTo>
                    <a:lnTo>
                      <a:pt x="2875" y="198"/>
                    </a:lnTo>
                    <a:lnTo>
                      <a:pt x="5262" y="4076"/>
                    </a:lnTo>
                    <a:lnTo>
                      <a:pt x="2387" y="3912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36" name="Surface mesh patch"/>
              <p:cNvSpPr/>
              <p:nvPr/>
            </p:nvSpPr>
            <p:spPr>
              <a:xfrm>
                <a:off x="14500410" y="876332"/>
                <a:ext cx="50120" cy="50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99">
                    <a:moveTo>
                      <a:pt x="0" y="0"/>
                    </a:moveTo>
                    <a:lnTo>
                      <a:pt x="2875" y="1751"/>
                    </a:lnTo>
                    <a:lnTo>
                      <a:pt x="5262" y="5299"/>
                    </a:lnTo>
                    <a:lnTo>
                      <a:pt x="2387" y="3782"/>
                    </a:lnTo>
                    <a:close/>
                  </a:path>
                </a:pathLst>
              </a:custGeom>
              <a:solidFill>
                <a:srgbClr val="fbc5a9"/>
              </a:solidFill>
              <a:ln w="3334" cap="flat" cmpd="sng" algn="ctr">
                <a:solidFill>
                  <a:srgbClr val="fbc5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37" name="Surface mesh patch"/>
              <p:cNvSpPr/>
              <p:nvPr/>
            </p:nvSpPr>
            <p:spPr>
              <a:xfrm>
                <a:off x="13876242" y="1153421"/>
                <a:ext cx="50120" cy="17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3">
                    <a:moveTo>
                      <a:pt x="0" y="1624"/>
                    </a:moveTo>
                    <a:lnTo>
                      <a:pt x="2875" y="1833"/>
                    </a:lnTo>
                    <a:lnTo>
                      <a:pt x="5262" y="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38" name="Surface mesh patch"/>
              <p:cNvSpPr/>
              <p:nvPr/>
            </p:nvSpPr>
            <p:spPr>
              <a:xfrm>
                <a:off x="13926362" y="1138017"/>
                <a:ext cx="50120" cy="16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8">
                    <a:moveTo>
                      <a:pt x="0" y="1758"/>
                    </a:moveTo>
                    <a:lnTo>
                      <a:pt x="2875" y="1713"/>
                    </a:lnTo>
                    <a:lnTo>
                      <a:pt x="5262" y="0"/>
                    </a:lnTo>
                    <a:lnTo>
                      <a:pt x="2387" y="19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39" name="Surface mesh patch"/>
              <p:cNvSpPr/>
              <p:nvPr/>
            </p:nvSpPr>
            <p:spPr>
              <a:xfrm>
                <a:off x="13976481" y="1114324"/>
                <a:ext cx="50120" cy="236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7">
                    <a:moveTo>
                      <a:pt x="0" y="2487"/>
                    </a:moveTo>
                    <a:lnTo>
                      <a:pt x="2875" y="1798"/>
                    </a:lnTo>
                    <a:lnTo>
                      <a:pt x="5262" y="0"/>
                    </a:lnTo>
                    <a:lnTo>
                      <a:pt x="2387" y="944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40" name="Surface mesh patch"/>
              <p:cNvSpPr/>
              <p:nvPr/>
            </p:nvSpPr>
            <p:spPr>
              <a:xfrm>
                <a:off x="14026601" y="1079428"/>
                <a:ext cx="50120" cy="34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4">
                    <a:moveTo>
                      <a:pt x="0" y="3664"/>
                    </a:moveTo>
                    <a:lnTo>
                      <a:pt x="2875" y="1900"/>
                    </a:lnTo>
                    <a:lnTo>
                      <a:pt x="5262" y="0"/>
                    </a:lnTo>
                    <a:lnTo>
                      <a:pt x="2387" y="2103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41" name="Surface mesh patch"/>
              <p:cNvSpPr/>
              <p:nvPr/>
            </p:nvSpPr>
            <p:spPr>
              <a:xfrm>
                <a:off x="14076721" y="1031138"/>
                <a:ext cx="50120" cy="48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70">
                    <a:moveTo>
                      <a:pt x="0" y="5070"/>
                    </a:moveTo>
                    <a:lnTo>
                      <a:pt x="2875" y="1910"/>
                    </a:lnTo>
                    <a:lnTo>
                      <a:pt x="5262" y="0"/>
                    </a:lnTo>
                    <a:lnTo>
                      <a:pt x="2387" y="3525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42" name="Surface mesh patch"/>
              <p:cNvSpPr/>
              <p:nvPr/>
            </p:nvSpPr>
            <p:spPr>
              <a:xfrm>
                <a:off x="14126840" y="971274"/>
                <a:ext cx="50120" cy="59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5">
                    <a:moveTo>
                      <a:pt x="0" y="6285"/>
                    </a:moveTo>
                    <a:lnTo>
                      <a:pt x="2875" y="1688"/>
                    </a:lnTo>
                    <a:lnTo>
                      <a:pt x="5262" y="0"/>
                    </a:lnTo>
                    <a:lnTo>
                      <a:pt x="2387" y="4902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43" name="Surface mesh patch"/>
              <p:cNvSpPr/>
              <p:nvPr/>
            </p:nvSpPr>
            <p:spPr>
              <a:xfrm>
                <a:off x="14176960" y="906536"/>
                <a:ext cx="50120" cy="647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97">
                    <a:moveTo>
                      <a:pt x="0" y="6797"/>
                    </a:moveTo>
                    <a:lnTo>
                      <a:pt x="2875" y="1116"/>
                    </a:lnTo>
                    <a:lnTo>
                      <a:pt x="5262" y="0"/>
                    </a:lnTo>
                    <a:lnTo>
                      <a:pt x="2387" y="5840"/>
                    </a:lnTo>
                    <a:close/>
                  </a:path>
                </a:pathLst>
              </a:custGeom>
              <a:solidFill>
                <a:srgbClr val="fbc9ad"/>
              </a:solidFill>
              <a:ln w="3334" cap="flat" cmpd="sng" algn="ctr">
                <a:solidFill>
                  <a:srgbClr val="fbc9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44" name="Surface mesh patch"/>
              <p:cNvSpPr/>
              <p:nvPr/>
            </p:nvSpPr>
            <p:spPr>
              <a:xfrm>
                <a:off x="14227080" y="847485"/>
                <a:ext cx="50120" cy="590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00">
                    <a:moveTo>
                      <a:pt x="0" y="6200"/>
                    </a:moveTo>
                    <a:lnTo>
                      <a:pt x="2875" y="174"/>
                    </a:lnTo>
                    <a:lnTo>
                      <a:pt x="5262" y="0"/>
                    </a:lnTo>
                    <a:lnTo>
                      <a:pt x="2387" y="6003"/>
                    </a:lnTo>
                    <a:close/>
                  </a:path>
                </a:pathLst>
              </a:custGeom>
              <a:solidFill>
                <a:srgbClr val="fbbb9e"/>
              </a:solidFill>
              <a:ln w="3334" cap="flat" cmpd="sng" algn="ctr">
                <a:solidFill>
                  <a:srgbClr val="fbbb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45" name="Surface mesh patch"/>
              <p:cNvSpPr/>
              <p:nvPr/>
            </p:nvSpPr>
            <p:spPr>
              <a:xfrm>
                <a:off x="14277199" y="795876"/>
                <a:ext cx="50120" cy="59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1">
                    <a:moveTo>
                      <a:pt x="0" y="5418"/>
                    </a:moveTo>
                    <a:lnTo>
                      <a:pt x="2875" y="0"/>
                    </a:lnTo>
                    <a:lnTo>
                      <a:pt x="5262" y="1022"/>
                    </a:lnTo>
                    <a:lnTo>
                      <a:pt x="2387" y="6271"/>
                    </a:lnTo>
                    <a:close/>
                  </a:path>
                </a:pathLst>
              </a:custGeom>
              <a:solidFill>
                <a:srgbClr val="faae93"/>
              </a:solidFill>
              <a:ln w="3334" cap="flat" cmpd="sng" algn="ctr">
                <a:solidFill>
                  <a:srgbClr val="faae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46" name="Surface mesh patch"/>
              <p:cNvSpPr/>
              <p:nvPr/>
            </p:nvSpPr>
            <p:spPr>
              <a:xfrm>
                <a:off x="14327319" y="768259"/>
                <a:ext cx="50120" cy="56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43">
                    <a:moveTo>
                      <a:pt x="0" y="3922"/>
                    </a:moveTo>
                    <a:lnTo>
                      <a:pt x="2875" y="0"/>
                    </a:lnTo>
                    <a:lnTo>
                      <a:pt x="5262" y="2235"/>
                    </a:lnTo>
                    <a:lnTo>
                      <a:pt x="2387" y="5943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47" name="Surface mesh patch"/>
              <p:cNvSpPr/>
              <p:nvPr/>
            </p:nvSpPr>
            <p:spPr>
              <a:xfrm>
                <a:off x="14377439" y="771711"/>
                <a:ext cx="50120" cy="46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0">
                    <a:moveTo>
                      <a:pt x="0" y="1872"/>
                    </a:moveTo>
                    <a:lnTo>
                      <a:pt x="2875" y="0"/>
                    </a:lnTo>
                    <a:lnTo>
                      <a:pt x="5262" y="3186"/>
                    </a:lnTo>
                    <a:lnTo>
                      <a:pt x="2387" y="4930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48" name="Surface mesh patch"/>
              <p:cNvSpPr/>
              <p:nvPr/>
            </p:nvSpPr>
            <p:spPr>
              <a:xfrm>
                <a:off x="14427558" y="802060"/>
                <a:ext cx="50120" cy="37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19">
                    <a:moveTo>
                      <a:pt x="0" y="0"/>
                    </a:moveTo>
                    <a:lnTo>
                      <a:pt x="2875" y="251"/>
                    </a:lnTo>
                    <a:lnTo>
                      <a:pt x="5262" y="3919"/>
                    </a:lnTo>
                    <a:lnTo>
                      <a:pt x="2387" y="3721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49" name="Surface mesh patch"/>
              <p:cNvSpPr/>
              <p:nvPr/>
            </p:nvSpPr>
            <p:spPr>
              <a:xfrm>
                <a:off x="14477678" y="839389"/>
                <a:ext cx="50120" cy="536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29">
                    <a:moveTo>
                      <a:pt x="0" y="0"/>
                    </a:moveTo>
                    <a:lnTo>
                      <a:pt x="2875" y="2011"/>
                    </a:lnTo>
                    <a:lnTo>
                      <a:pt x="5262" y="5629"/>
                    </a:lnTo>
                    <a:lnTo>
                      <a:pt x="2387" y="3879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50" name="Surface mesh patch"/>
              <p:cNvSpPr/>
              <p:nvPr/>
            </p:nvSpPr>
            <p:spPr>
              <a:xfrm>
                <a:off x="14527797" y="893008"/>
                <a:ext cx="50120" cy="599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92">
                    <a:moveTo>
                      <a:pt x="0" y="0"/>
                    </a:moveTo>
                    <a:lnTo>
                      <a:pt x="2875" y="3162"/>
                    </a:lnTo>
                    <a:lnTo>
                      <a:pt x="5262" y="6292"/>
                    </a:lnTo>
                    <a:lnTo>
                      <a:pt x="2387" y="3548"/>
                    </a:lnTo>
                    <a:close/>
                  </a:path>
                </a:pathLst>
              </a:custGeom>
              <a:solidFill>
                <a:srgbClr val="fbc8ac"/>
              </a:solidFill>
              <a:ln w="3334" cap="flat" cmpd="sng" algn="ctr">
                <a:solidFill>
                  <a:srgbClr val="fbc8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51" name="Surface mesh patch"/>
              <p:cNvSpPr/>
              <p:nvPr/>
            </p:nvSpPr>
            <p:spPr>
              <a:xfrm>
                <a:off x="13853510" y="1168892"/>
                <a:ext cx="50120" cy="192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8">
                    <a:moveTo>
                      <a:pt x="0" y="1728"/>
                    </a:moveTo>
                    <a:lnTo>
                      <a:pt x="2875" y="2018"/>
                    </a:lnTo>
                    <a:lnTo>
                      <a:pt x="5262" y="2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52" name="Surface mesh patch"/>
              <p:cNvSpPr/>
              <p:nvPr/>
            </p:nvSpPr>
            <p:spPr>
              <a:xfrm>
                <a:off x="13903630" y="1154329"/>
                <a:ext cx="50120" cy="17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9">
                    <a:moveTo>
                      <a:pt x="0" y="1737"/>
                    </a:moveTo>
                    <a:lnTo>
                      <a:pt x="2875" y="1859"/>
                    </a:lnTo>
                    <a:lnTo>
                      <a:pt x="5262" y="0"/>
                    </a:lnTo>
                    <a:lnTo>
                      <a:pt x="2387" y="46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53" name="Surface mesh patch"/>
              <p:cNvSpPr/>
              <p:nvPr/>
            </p:nvSpPr>
            <p:spPr>
              <a:xfrm>
                <a:off x="13953750" y="1131447"/>
                <a:ext cx="50120" cy="228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02">
                    <a:moveTo>
                      <a:pt x="0" y="2402"/>
                    </a:moveTo>
                    <a:lnTo>
                      <a:pt x="2875" y="1996"/>
                    </a:lnTo>
                    <a:lnTo>
                      <a:pt x="5262" y="0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54" name="Surface mesh patch"/>
              <p:cNvSpPr/>
              <p:nvPr/>
            </p:nvSpPr>
            <p:spPr>
              <a:xfrm>
                <a:off x="14003869" y="1097521"/>
                <a:ext cx="50120" cy="33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2">
                    <a:moveTo>
                      <a:pt x="0" y="3562"/>
                    </a:moveTo>
                    <a:lnTo>
                      <a:pt x="2875" y="2198"/>
                    </a:lnTo>
                    <a:lnTo>
                      <a:pt x="5262" y="0"/>
                    </a:lnTo>
                    <a:lnTo>
                      <a:pt x="2387" y="1764"/>
                    </a:lnTo>
                    <a:close/>
                  </a:path>
                </a:pathLst>
              </a:custGeom>
              <a:solidFill>
                <a:srgbClr val="dfe0e9"/>
              </a:solidFill>
              <a:ln w="3334" cap="flat" cmpd="sng" algn="ctr">
                <a:solidFill>
                  <a:srgbClr val="dfe0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55" name="Surface mesh patch"/>
              <p:cNvSpPr/>
              <p:nvPr/>
            </p:nvSpPr>
            <p:spPr>
              <a:xfrm>
                <a:off x="14053989" y="1049333"/>
                <a:ext cx="50120" cy="481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9">
                    <a:moveTo>
                      <a:pt x="0" y="5059"/>
                    </a:moveTo>
                    <a:lnTo>
                      <a:pt x="2875" y="2373"/>
                    </a:lnTo>
                    <a:lnTo>
                      <a:pt x="5262" y="0"/>
                    </a:lnTo>
                    <a:lnTo>
                      <a:pt x="2387" y="316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56" name="Surface mesh patch"/>
              <p:cNvSpPr/>
              <p:nvPr/>
            </p:nvSpPr>
            <p:spPr>
              <a:xfrm>
                <a:off x="14104108" y="987354"/>
                <a:ext cx="50120" cy="61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7">
                    <a:moveTo>
                      <a:pt x="0" y="6507"/>
                    </a:moveTo>
                    <a:lnTo>
                      <a:pt x="2875" y="2372"/>
                    </a:lnTo>
                    <a:lnTo>
                      <a:pt x="5262" y="0"/>
                    </a:lnTo>
                    <a:lnTo>
                      <a:pt x="2387" y="4597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57" name="Surface mesh patch"/>
              <p:cNvSpPr/>
              <p:nvPr/>
            </p:nvSpPr>
            <p:spPr>
              <a:xfrm>
                <a:off x="14154228" y="917170"/>
                <a:ext cx="50120" cy="70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68">
                    <a:moveTo>
                      <a:pt x="0" y="7368"/>
                    </a:moveTo>
                    <a:lnTo>
                      <a:pt x="2875" y="2042"/>
                    </a:lnTo>
                    <a:lnTo>
                      <a:pt x="5262" y="0"/>
                    </a:lnTo>
                    <a:lnTo>
                      <a:pt x="2387" y="5680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58" name="Surface mesh patch"/>
              <p:cNvSpPr/>
              <p:nvPr/>
            </p:nvSpPr>
            <p:spPr>
              <a:xfrm>
                <a:off x="14204348" y="849141"/>
                <a:ext cx="50120" cy="68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42">
                    <a:moveTo>
                      <a:pt x="0" y="7142"/>
                    </a:moveTo>
                    <a:lnTo>
                      <a:pt x="2875" y="1293"/>
                    </a:lnTo>
                    <a:lnTo>
                      <a:pt x="5262" y="0"/>
                    </a:lnTo>
                    <a:lnTo>
                      <a:pt x="2387" y="6026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59" name="Surface mesh patch"/>
              <p:cNvSpPr/>
              <p:nvPr/>
            </p:nvSpPr>
            <p:spPr>
              <a:xfrm>
                <a:off x="14254467" y="795876"/>
                <a:ext cx="50120" cy="53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2">
                    <a:moveTo>
                      <a:pt x="0" y="5592"/>
                    </a:moveTo>
                    <a:lnTo>
                      <a:pt x="2875" y="173"/>
                    </a:lnTo>
                    <a:lnTo>
                      <a:pt x="5262" y="0"/>
                    </a:lnTo>
                    <a:lnTo>
                      <a:pt x="2387" y="5418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60" name="Surface mesh patch"/>
              <p:cNvSpPr/>
              <p:nvPr/>
            </p:nvSpPr>
            <p:spPr>
              <a:xfrm>
                <a:off x="14304587" y="757569"/>
                <a:ext cx="50120" cy="48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4">
                    <a:moveTo>
                      <a:pt x="0" y="4022"/>
                    </a:moveTo>
                    <a:lnTo>
                      <a:pt x="2875" y="0"/>
                    </a:lnTo>
                    <a:lnTo>
                      <a:pt x="5262" y="1122"/>
                    </a:lnTo>
                    <a:lnTo>
                      <a:pt x="2387" y="5044"/>
                    </a:lnTo>
                    <a:close/>
                  </a:path>
                </a:pathLst>
              </a:custGeom>
              <a:solidFill>
                <a:srgbClr val="faa186"/>
              </a:solidFill>
              <a:ln w="3334" cap="flat" cmpd="sng" algn="ctr">
                <a:solidFill>
                  <a:srgbClr val="faa1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61" name="Surface mesh patch"/>
              <p:cNvSpPr/>
              <p:nvPr/>
            </p:nvSpPr>
            <p:spPr>
              <a:xfrm>
                <a:off x="14354707" y="749723"/>
                <a:ext cx="50120" cy="398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81">
                    <a:moveTo>
                      <a:pt x="0" y="1946"/>
                    </a:moveTo>
                    <a:lnTo>
                      <a:pt x="2875" y="0"/>
                    </a:lnTo>
                    <a:lnTo>
                      <a:pt x="5262" y="2308"/>
                    </a:lnTo>
                    <a:lnTo>
                      <a:pt x="2387" y="4181"/>
                    </a:lnTo>
                    <a:close/>
                  </a:path>
                </a:pathLst>
              </a:custGeom>
              <a:solidFill>
                <a:srgbClr val="fa9f83"/>
              </a:solidFill>
              <a:ln w="3334" cap="flat" cmpd="sng" algn="ctr">
                <a:solidFill>
                  <a:srgbClr val="fa9f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62" name="Surface mesh patch"/>
              <p:cNvSpPr/>
              <p:nvPr/>
            </p:nvSpPr>
            <p:spPr>
              <a:xfrm>
                <a:off x="14404826" y="771711"/>
                <a:ext cx="50120" cy="32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7">
                    <a:moveTo>
                      <a:pt x="0" y="0"/>
                    </a:moveTo>
                    <a:lnTo>
                      <a:pt x="2875" y="321"/>
                    </a:lnTo>
                    <a:lnTo>
                      <a:pt x="5262" y="3437"/>
                    </a:lnTo>
                    <a:lnTo>
                      <a:pt x="2387" y="3186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63" name="Surface mesh patch"/>
              <p:cNvSpPr/>
              <p:nvPr/>
            </p:nvSpPr>
            <p:spPr>
              <a:xfrm>
                <a:off x="14454946" y="804450"/>
                <a:ext cx="50120" cy="54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79">
                    <a:moveTo>
                      <a:pt x="0" y="0"/>
                    </a:moveTo>
                    <a:lnTo>
                      <a:pt x="2875" y="2281"/>
                    </a:lnTo>
                    <a:lnTo>
                      <a:pt x="5262" y="5679"/>
                    </a:lnTo>
                    <a:lnTo>
                      <a:pt x="2387" y="3668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64" name="Surface mesh patch"/>
              <p:cNvSpPr/>
              <p:nvPr/>
            </p:nvSpPr>
            <p:spPr>
              <a:xfrm>
                <a:off x="14505066" y="858547"/>
                <a:ext cx="50120" cy="64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0">
                    <a:moveTo>
                      <a:pt x="0" y="0"/>
                    </a:moveTo>
                    <a:lnTo>
                      <a:pt x="2875" y="3608"/>
                    </a:lnTo>
                    <a:lnTo>
                      <a:pt x="5262" y="6780"/>
                    </a:lnTo>
                    <a:lnTo>
                      <a:pt x="2387" y="3618"/>
                    </a:lnTo>
                    <a:close/>
                  </a:path>
                </a:pathLst>
              </a:custGeom>
              <a:solidFill>
                <a:srgbClr val="fbbea1"/>
              </a:solidFill>
              <a:ln w="3334" cap="flat" cmpd="sng" algn="ctr">
                <a:solidFill>
                  <a:srgbClr val="fbbe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65" name="Surface mesh patch"/>
              <p:cNvSpPr/>
              <p:nvPr/>
            </p:nvSpPr>
            <p:spPr>
              <a:xfrm>
                <a:off x="14555185" y="923130"/>
                <a:ext cx="50120" cy="64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8">
                    <a:moveTo>
                      <a:pt x="0" y="0"/>
                    </a:moveTo>
                    <a:lnTo>
                      <a:pt x="2875" y="4226"/>
                    </a:lnTo>
                    <a:lnTo>
                      <a:pt x="5262" y="6818"/>
                    </a:lnTo>
                    <a:lnTo>
                      <a:pt x="2387" y="3129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66" name="Surface mesh patch"/>
              <p:cNvSpPr/>
              <p:nvPr/>
            </p:nvSpPr>
            <p:spPr>
              <a:xfrm>
                <a:off x="13830778" y="1185354"/>
                <a:ext cx="50120" cy="21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6">
                    <a:moveTo>
                      <a:pt x="0" y="1823"/>
                    </a:moveTo>
                    <a:lnTo>
                      <a:pt x="2875" y="2206"/>
                    </a:lnTo>
                    <a:lnTo>
                      <a:pt x="5262" y="2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67" name="Surface mesh patch"/>
              <p:cNvSpPr/>
              <p:nvPr/>
            </p:nvSpPr>
            <p:spPr>
              <a:xfrm>
                <a:off x="13880898" y="1170878"/>
                <a:ext cx="50120" cy="20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6">
                    <a:moveTo>
                      <a:pt x="0" y="1809"/>
                    </a:moveTo>
                    <a:lnTo>
                      <a:pt x="2875" y="2106"/>
                    </a:lnTo>
                    <a:lnTo>
                      <a:pt x="5262" y="1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68" name="Surface mesh patch"/>
              <p:cNvSpPr/>
              <p:nvPr/>
            </p:nvSpPr>
            <p:spPr>
              <a:xfrm>
                <a:off x="13931018" y="1150462"/>
                <a:ext cx="50120" cy="215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5">
                    <a:moveTo>
                      <a:pt x="0" y="2265"/>
                    </a:moveTo>
                    <a:lnTo>
                      <a:pt x="2875" y="2156"/>
                    </a:lnTo>
                    <a:lnTo>
                      <a:pt x="5262" y="0"/>
                    </a:lnTo>
                    <a:lnTo>
                      <a:pt x="2387" y="406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69" name="Surface mesh patch"/>
              <p:cNvSpPr/>
              <p:nvPr/>
            </p:nvSpPr>
            <p:spPr>
              <a:xfrm>
                <a:off x="13981137" y="1118456"/>
                <a:ext cx="50120" cy="320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0">
                    <a:moveTo>
                      <a:pt x="0" y="3360"/>
                    </a:moveTo>
                    <a:lnTo>
                      <a:pt x="2875" y="2432"/>
                    </a:lnTo>
                    <a:lnTo>
                      <a:pt x="5262" y="0"/>
                    </a:lnTo>
                    <a:lnTo>
                      <a:pt x="2387" y="1364"/>
                    </a:lnTo>
                    <a:close/>
                  </a:path>
                </a:pathLst>
              </a:custGeom>
              <a:solidFill>
                <a:srgbClr val="dee2ec"/>
              </a:solidFill>
              <a:ln w="3334" cap="flat" cmpd="sng" algn="ctr">
                <a:solidFill>
                  <a:srgbClr val="dee2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70" name="Surface mesh patch"/>
              <p:cNvSpPr/>
              <p:nvPr/>
            </p:nvSpPr>
            <p:spPr>
              <a:xfrm>
                <a:off x="14031257" y="1071932"/>
                <a:ext cx="50120" cy="465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4">
                    <a:moveTo>
                      <a:pt x="0" y="4884"/>
                    </a:moveTo>
                    <a:lnTo>
                      <a:pt x="2875" y="2747"/>
                    </a:lnTo>
                    <a:lnTo>
                      <a:pt x="5262" y="0"/>
                    </a:lnTo>
                    <a:lnTo>
                      <a:pt x="2387" y="2686"/>
                    </a:lnTo>
                    <a:close/>
                  </a:path>
                </a:pathLst>
              </a:custGeom>
              <a:solidFill>
                <a:srgbClr val="e5dddd"/>
              </a:solidFill>
              <a:ln w="3334" cap="flat" cmpd="sng" algn="ctr">
                <a:solidFill>
                  <a:srgbClr val="e5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71" name="Surface mesh patch"/>
              <p:cNvSpPr/>
              <p:nvPr/>
            </p:nvSpPr>
            <p:spPr>
              <a:xfrm>
                <a:off x="14081377" y="1009950"/>
                <a:ext cx="50120" cy="619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7">
                    <a:moveTo>
                      <a:pt x="0" y="6507"/>
                    </a:moveTo>
                    <a:lnTo>
                      <a:pt x="2875" y="2961"/>
                    </a:lnTo>
                    <a:lnTo>
                      <a:pt x="5262" y="0"/>
                    </a:lnTo>
                    <a:lnTo>
                      <a:pt x="2387" y="4135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72" name="Surface mesh patch"/>
              <p:cNvSpPr/>
              <p:nvPr/>
            </p:nvSpPr>
            <p:spPr>
              <a:xfrm>
                <a:off x="14131496" y="936616"/>
                <a:ext cx="50120" cy="733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99">
                    <a:moveTo>
                      <a:pt x="0" y="7699"/>
                    </a:moveTo>
                    <a:lnTo>
                      <a:pt x="2875" y="2898"/>
                    </a:lnTo>
                    <a:lnTo>
                      <a:pt x="5262" y="0"/>
                    </a:lnTo>
                    <a:lnTo>
                      <a:pt x="2387" y="5327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73" name="Surface mesh patch"/>
              <p:cNvSpPr/>
              <p:nvPr/>
            </p:nvSpPr>
            <p:spPr>
              <a:xfrm>
                <a:off x="14181616" y="861457"/>
                <a:ext cx="50120" cy="7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91">
                    <a:moveTo>
                      <a:pt x="0" y="7891"/>
                    </a:moveTo>
                    <a:lnTo>
                      <a:pt x="2875" y="2412"/>
                    </a:lnTo>
                    <a:lnTo>
                      <a:pt x="5262" y="0"/>
                    </a:lnTo>
                    <a:lnTo>
                      <a:pt x="2387" y="5849"/>
                    </a:lnTo>
                    <a:close/>
                  </a:path>
                </a:pathLst>
              </a:custGeom>
              <a:solidFill>
                <a:srgbClr val="fbbb9f"/>
              </a:solidFill>
              <a:ln w="3334" cap="flat" cmpd="sng" algn="ctr">
                <a:solidFill>
                  <a:srgbClr val="fbbb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74" name="Surface mesh patch"/>
              <p:cNvSpPr/>
              <p:nvPr/>
            </p:nvSpPr>
            <p:spPr>
              <a:xfrm>
                <a:off x="14231735" y="797528"/>
                <a:ext cx="50120" cy="639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12">
                    <a:moveTo>
                      <a:pt x="0" y="6712"/>
                    </a:moveTo>
                    <a:lnTo>
                      <a:pt x="2875" y="1471"/>
                    </a:lnTo>
                    <a:lnTo>
                      <a:pt x="5262" y="0"/>
                    </a:lnTo>
                    <a:lnTo>
                      <a:pt x="2387" y="5419"/>
                    </a:lnTo>
                    <a:close/>
                  </a:path>
                </a:pathLst>
              </a:custGeom>
              <a:solidFill>
                <a:srgbClr val="faaa8e"/>
              </a:solidFill>
              <a:ln w="3334" cap="flat" cmpd="sng" algn="ctr">
                <a:solidFill>
                  <a:srgbClr val="faaa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75" name="Surface mesh patch"/>
              <p:cNvSpPr/>
              <p:nvPr/>
            </p:nvSpPr>
            <p:spPr>
              <a:xfrm>
                <a:off x="14281855" y="757569"/>
                <a:ext cx="50120" cy="39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5">
                    <a:moveTo>
                      <a:pt x="0" y="4195"/>
                    </a:moveTo>
                    <a:lnTo>
                      <a:pt x="2875" y="203"/>
                    </a:lnTo>
                    <a:lnTo>
                      <a:pt x="5262" y="0"/>
                    </a:lnTo>
                    <a:lnTo>
                      <a:pt x="2387" y="4022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76" name="Surface mesh patch"/>
              <p:cNvSpPr/>
              <p:nvPr/>
            </p:nvSpPr>
            <p:spPr>
              <a:xfrm>
                <a:off x="14331975" y="738953"/>
                <a:ext cx="50120" cy="29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77">
                    <a:moveTo>
                      <a:pt x="0" y="1954"/>
                    </a:moveTo>
                    <a:lnTo>
                      <a:pt x="2875" y="0"/>
                    </a:lnTo>
                    <a:lnTo>
                      <a:pt x="5262" y="1131"/>
                    </a:lnTo>
                    <a:lnTo>
                      <a:pt x="2387" y="3077"/>
                    </a:lnTo>
                    <a:close/>
                  </a:path>
                </a:pathLst>
              </a:custGeom>
              <a:solidFill>
                <a:srgbClr val="fa987d"/>
              </a:solidFill>
              <a:ln w="3334" cap="flat" cmpd="sng" algn="ctr">
                <a:solidFill>
                  <a:srgbClr val="fa98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77" name="Surface mesh patch"/>
              <p:cNvSpPr/>
              <p:nvPr/>
            </p:nvSpPr>
            <p:spPr>
              <a:xfrm>
                <a:off x="14382094" y="749723"/>
                <a:ext cx="50120" cy="250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29">
                    <a:moveTo>
                      <a:pt x="0" y="0"/>
                    </a:moveTo>
                    <a:lnTo>
                      <a:pt x="2875" y="403"/>
                    </a:lnTo>
                    <a:lnTo>
                      <a:pt x="5262" y="2629"/>
                    </a:lnTo>
                    <a:lnTo>
                      <a:pt x="2387" y="2308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78" name="Surface mesh patch"/>
              <p:cNvSpPr/>
              <p:nvPr/>
            </p:nvSpPr>
            <p:spPr>
              <a:xfrm>
                <a:off x="14432214" y="774766"/>
                <a:ext cx="50120" cy="514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98">
                    <a:moveTo>
                      <a:pt x="0" y="0"/>
                    </a:moveTo>
                    <a:lnTo>
                      <a:pt x="2875" y="2541"/>
                    </a:lnTo>
                    <a:lnTo>
                      <a:pt x="5262" y="5398"/>
                    </a:lnTo>
                    <a:lnTo>
                      <a:pt x="2387" y="3116"/>
                    </a:lnTo>
                    <a:close/>
                  </a:path>
                </a:pathLst>
              </a:custGeom>
              <a:solidFill>
                <a:srgbClr val="faa489"/>
              </a:solidFill>
              <a:ln w="3334" cap="flat" cmpd="sng" algn="ctr">
                <a:solidFill>
                  <a:srgbClr val="faa4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79" name="Surface mesh patch"/>
              <p:cNvSpPr/>
              <p:nvPr/>
            </p:nvSpPr>
            <p:spPr>
              <a:xfrm>
                <a:off x="14482334" y="826177"/>
                <a:ext cx="50120" cy="66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06">
                    <a:moveTo>
                      <a:pt x="0" y="0"/>
                    </a:moveTo>
                    <a:lnTo>
                      <a:pt x="2875" y="4052"/>
                    </a:lnTo>
                    <a:lnTo>
                      <a:pt x="5262" y="7006"/>
                    </a:lnTo>
                    <a:lnTo>
                      <a:pt x="2387" y="3398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80" name="Surface mesh patch"/>
              <p:cNvSpPr/>
              <p:nvPr/>
            </p:nvSpPr>
            <p:spPr>
              <a:xfrm>
                <a:off x="14532453" y="892913"/>
                <a:ext cx="50120" cy="70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99">
                    <a:moveTo>
                      <a:pt x="0" y="0"/>
                    </a:moveTo>
                    <a:lnTo>
                      <a:pt x="2875" y="4789"/>
                    </a:lnTo>
                    <a:lnTo>
                      <a:pt x="5262" y="7399"/>
                    </a:lnTo>
                    <a:lnTo>
                      <a:pt x="2387" y="3172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81" name="Surface mesh patch"/>
              <p:cNvSpPr/>
              <p:nvPr/>
            </p:nvSpPr>
            <p:spPr>
              <a:xfrm>
                <a:off x="14582573" y="963384"/>
                <a:ext cx="50120" cy="65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64">
                    <a:moveTo>
                      <a:pt x="0" y="0"/>
                    </a:moveTo>
                    <a:lnTo>
                      <a:pt x="2875" y="4852"/>
                    </a:lnTo>
                    <a:lnTo>
                      <a:pt x="5262" y="6864"/>
                    </a:lnTo>
                    <a:lnTo>
                      <a:pt x="2387" y="2592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82" name="Surface mesh patch"/>
              <p:cNvSpPr/>
              <p:nvPr/>
            </p:nvSpPr>
            <p:spPr>
              <a:xfrm>
                <a:off x="13808046" y="1202714"/>
                <a:ext cx="50120" cy="22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5">
                    <a:moveTo>
                      <a:pt x="0" y="1907"/>
                    </a:moveTo>
                    <a:lnTo>
                      <a:pt x="2875" y="2395"/>
                    </a:lnTo>
                    <a:lnTo>
                      <a:pt x="5262" y="3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83" name="Surface mesh patch"/>
              <p:cNvSpPr/>
              <p:nvPr/>
            </p:nvSpPr>
            <p:spPr>
              <a:xfrm>
                <a:off x="13858166" y="1188113"/>
                <a:ext cx="50120" cy="22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1">
                    <a:moveTo>
                      <a:pt x="0" y="1916"/>
                    </a:moveTo>
                    <a:lnTo>
                      <a:pt x="2875" y="2391"/>
                    </a:lnTo>
                    <a:lnTo>
                      <a:pt x="5262" y="2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84" name="Surface mesh patch"/>
              <p:cNvSpPr/>
              <p:nvPr/>
            </p:nvSpPr>
            <p:spPr>
              <a:xfrm>
                <a:off x="13908286" y="1171002"/>
                <a:ext cx="50120" cy="21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3">
                    <a:moveTo>
                      <a:pt x="0" y="2093"/>
                    </a:moveTo>
                    <a:lnTo>
                      <a:pt x="2875" y="2283"/>
                    </a:lnTo>
                    <a:lnTo>
                      <a:pt x="5262" y="0"/>
                    </a:lnTo>
                    <a:lnTo>
                      <a:pt x="2387" y="108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85" name="Surface mesh patch"/>
              <p:cNvSpPr/>
              <p:nvPr/>
            </p:nvSpPr>
            <p:spPr>
              <a:xfrm>
                <a:off x="13958405" y="1141625"/>
                <a:ext cx="50120" cy="293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84">
                    <a:moveTo>
                      <a:pt x="0" y="3084"/>
                    </a:moveTo>
                    <a:lnTo>
                      <a:pt x="2875" y="2605"/>
                    </a:lnTo>
                    <a:lnTo>
                      <a:pt x="5262" y="0"/>
                    </a:lnTo>
                    <a:lnTo>
                      <a:pt x="2387" y="928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86" name="Surface mesh patch"/>
              <p:cNvSpPr/>
              <p:nvPr/>
            </p:nvSpPr>
            <p:spPr>
              <a:xfrm>
                <a:off x="14008525" y="1098096"/>
                <a:ext cx="50120" cy="435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70">
                    <a:moveTo>
                      <a:pt x="0" y="4570"/>
                    </a:moveTo>
                    <a:lnTo>
                      <a:pt x="2875" y="3023"/>
                    </a:lnTo>
                    <a:lnTo>
                      <a:pt x="5262" y="0"/>
                    </a:lnTo>
                    <a:lnTo>
                      <a:pt x="2387" y="2138"/>
                    </a:lnTo>
                    <a:close/>
                  </a:path>
                </a:pathLst>
              </a:custGeom>
              <a:solidFill>
                <a:srgbClr val="e3dfe3"/>
              </a:solidFill>
              <a:ln w="3334" cap="flat" cmpd="sng" algn="ctr">
                <a:solidFill>
                  <a:srgbClr val="e3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87" name="Surface mesh patch"/>
              <p:cNvSpPr/>
              <p:nvPr/>
            </p:nvSpPr>
            <p:spPr>
              <a:xfrm>
                <a:off x="14058645" y="1038157"/>
                <a:ext cx="50120" cy="59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93">
                    <a:moveTo>
                      <a:pt x="0" y="6293"/>
                    </a:moveTo>
                    <a:lnTo>
                      <a:pt x="2875" y="3424"/>
                    </a:lnTo>
                    <a:lnTo>
                      <a:pt x="5262" y="0"/>
                    </a:lnTo>
                    <a:lnTo>
                      <a:pt x="2387" y="3546"/>
                    </a:lnTo>
                    <a:close/>
                  </a:path>
                </a:pathLst>
              </a:custGeom>
              <a:solidFill>
                <a:srgbClr val="edd9ce"/>
              </a:solidFill>
              <a:ln w="3334" cap="flat" cmpd="sng" algn="ctr">
                <a:solidFill>
                  <a:srgbClr val="edd9c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88" name="Surface mesh patch"/>
              <p:cNvSpPr/>
              <p:nvPr/>
            </p:nvSpPr>
            <p:spPr>
              <a:xfrm>
                <a:off x="14108764" y="964223"/>
                <a:ext cx="50120" cy="73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2">
                    <a:moveTo>
                      <a:pt x="0" y="7762"/>
                    </a:moveTo>
                    <a:lnTo>
                      <a:pt x="2875" y="3626"/>
                    </a:lnTo>
                    <a:lnTo>
                      <a:pt x="5262" y="0"/>
                    </a:lnTo>
                    <a:lnTo>
                      <a:pt x="2387" y="4801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89" name="Surface mesh patch"/>
              <p:cNvSpPr/>
              <p:nvPr/>
            </p:nvSpPr>
            <p:spPr>
              <a:xfrm>
                <a:off x="14158884" y="884434"/>
                <a:ext cx="50120" cy="79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77">
                    <a:moveTo>
                      <a:pt x="0" y="8377"/>
                    </a:moveTo>
                    <a:lnTo>
                      <a:pt x="2875" y="3441"/>
                    </a:lnTo>
                    <a:lnTo>
                      <a:pt x="5262" y="0"/>
                    </a:lnTo>
                    <a:lnTo>
                      <a:pt x="2387" y="5478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90" name="Surface mesh patch"/>
              <p:cNvSpPr/>
              <p:nvPr/>
            </p:nvSpPr>
            <p:spPr>
              <a:xfrm>
                <a:off x="14209004" y="811539"/>
                <a:ext cx="50120" cy="728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53">
                    <a:moveTo>
                      <a:pt x="0" y="7653"/>
                    </a:moveTo>
                    <a:lnTo>
                      <a:pt x="2875" y="2763"/>
                    </a:lnTo>
                    <a:lnTo>
                      <a:pt x="5262" y="0"/>
                    </a:lnTo>
                    <a:lnTo>
                      <a:pt x="2387" y="5241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91" name="Surface mesh patch"/>
              <p:cNvSpPr/>
              <p:nvPr/>
            </p:nvSpPr>
            <p:spPr>
              <a:xfrm>
                <a:off x="14259123" y="759499"/>
                <a:ext cx="50120" cy="52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64">
                    <a:moveTo>
                      <a:pt x="0" y="5464"/>
                    </a:moveTo>
                    <a:lnTo>
                      <a:pt x="2875" y="1635"/>
                    </a:lnTo>
                    <a:lnTo>
                      <a:pt x="5262" y="0"/>
                    </a:lnTo>
                    <a:lnTo>
                      <a:pt x="2387" y="3993"/>
                    </a:lnTo>
                    <a:close/>
                  </a:path>
                </a:pathLst>
              </a:custGeom>
              <a:solidFill>
                <a:srgbClr val="fa9d81"/>
              </a:solidFill>
              <a:ln w="3334" cap="flat" cmpd="sng" algn="ctr">
                <a:solidFill>
                  <a:srgbClr val="fa9d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92" name="Surface mesh patch"/>
              <p:cNvSpPr/>
              <p:nvPr/>
            </p:nvSpPr>
            <p:spPr>
              <a:xfrm>
                <a:off x="14309243" y="738953"/>
                <a:ext cx="50120" cy="205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7">
                    <a:moveTo>
                      <a:pt x="0" y="2157"/>
                    </a:moveTo>
                    <a:lnTo>
                      <a:pt x="2875" y="266"/>
                    </a:lnTo>
                    <a:lnTo>
                      <a:pt x="5262" y="0"/>
                    </a:lnTo>
                    <a:lnTo>
                      <a:pt x="2387" y="1954"/>
                    </a:lnTo>
                    <a:close/>
                  </a:path>
                </a:pathLst>
              </a:custGeom>
              <a:solidFill>
                <a:srgbClr val="f99379"/>
              </a:solidFill>
              <a:ln w="3334" cap="flat" cmpd="sng" algn="ctr">
                <a:solidFill>
                  <a:srgbClr val="f993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93" name="Surface mesh patch"/>
              <p:cNvSpPr/>
              <p:nvPr/>
            </p:nvSpPr>
            <p:spPr>
              <a:xfrm>
                <a:off x="14359363" y="738953"/>
                <a:ext cx="50120" cy="146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34">
                    <a:moveTo>
                      <a:pt x="0" y="0"/>
                    </a:moveTo>
                    <a:lnTo>
                      <a:pt x="2875" y="494"/>
                    </a:lnTo>
                    <a:lnTo>
                      <a:pt x="5262" y="1534"/>
                    </a:lnTo>
                    <a:lnTo>
                      <a:pt x="2387" y="1131"/>
                    </a:lnTo>
                    <a:close/>
                  </a:path>
                </a:pathLst>
              </a:custGeom>
              <a:solidFill>
                <a:srgbClr val="f99379"/>
              </a:solidFill>
              <a:ln w="3334" cap="flat" cmpd="sng" algn="ctr">
                <a:solidFill>
                  <a:srgbClr val="f993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94" name="Surface mesh patch"/>
              <p:cNvSpPr/>
              <p:nvPr/>
            </p:nvSpPr>
            <p:spPr>
              <a:xfrm>
                <a:off x="14409482" y="753564"/>
                <a:ext cx="50120" cy="45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67">
                    <a:moveTo>
                      <a:pt x="0" y="0"/>
                    </a:moveTo>
                    <a:lnTo>
                      <a:pt x="2875" y="2770"/>
                    </a:lnTo>
                    <a:lnTo>
                      <a:pt x="5262" y="4767"/>
                    </a:lnTo>
                    <a:lnTo>
                      <a:pt x="2387" y="2226"/>
                    </a:lnTo>
                    <a:close/>
                  </a:path>
                </a:pathLst>
              </a:custGeom>
              <a:solidFill>
                <a:srgbClr val="fa9c80"/>
              </a:solidFill>
              <a:ln w="3334" cap="flat" cmpd="sng" algn="ctr">
                <a:solidFill>
                  <a:srgbClr val="fa9c8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95" name="Surface mesh patch"/>
              <p:cNvSpPr/>
              <p:nvPr/>
            </p:nvSpPr>
            <p:spPr>
              <a:xfrm>
                <a:off x="14459602" y="798965"/>
                <a:ext cx="50120" cy="65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9">
                    <a:moveTo>
                      <a:pt x="0" y="0"/>
                    </a:moveTo>
                    <a:lnTo>
                      <a:pt x="2875" y="4461"/>
                    </a:lnTo>
                    <a:lnTo>
                      <a:pt x="5262" y="6909"/>
                    </a:lnTo>
                    <a:lnTo>
                      <a:pt x="2387" y="2857"/>
                    </a:lnTo>
                    <a:close/>
                  </a:path>
                </a:pathLst>
              </a:custGeom>
              <a:solidFill>
                <a:srgbClr val="faaa8e"/>
              </a:solidFill>
              <a:ln w="3334" cap="flat" cmpd="sng" algn="ctr">
                <a:solidFill>
                  <a:srgbClr val="faaa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96" name="Surface mesh patch"/>
              <p:cNvSpPr/>
              <p:nvPr/>
            </p:nvSpPr>
            <p:spPr>
              <a:xfrm>
                <a:off x="14509721" y="864772"/>
                <a:ext cx="50120" cy="737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43">
                    <a:moveTo>
                      <a:pt x="0" y="0"/>
                    </a:moveTo>
                    <a:lnTo>
                      <a:pt x="2875" y="5339"/>
                    </a:lnTo>
                    <a:lnTo>
                      <a:pt x="5262" y="7743"/>
                    </a:lnTo>
                    <a:lnTo>
                      <a:pt x="2387" y="2954"/>
                    </a:lnTo>
                    <a:close/>
                  </a:path>
                </a:pathLst>
              </a:custGeom>
              <a:solidFill>
                <a:srgbClr val="fbbc9f"/>
              </a:solidFill>
              <a:ln w="3334" cap="flat" cmpd="sng" algn="ctr">
                <a:solidFill>
                  <a:srgbClr val="fbbc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97" name="Surface mesh patch"/>
              <p:cNvSpPr/>
              <p:nvPr/>
            </p:nvSpPr>
            <p:spPr>
              <a:xfrm>
                <a:off x="14559841" y="938523"/>
                <a:ext cx="50120" cy="71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62">
                    <a:moveTo>
                      <a:pt x="0" y="0"/>
                    </a:moveTo>
                    <a:lnTo>
                      <a:pt x="2875" y="5450"/>
                    </a:lnTo>
                    <a:lnTo>
                      <a:pt x="5262" y="7462"/>
                    </a:lnTo>
                    <a:lnTo>
                      <a:pt x="2387" y="261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98" name="Surface mesh patch"/>
              <p:cNvSpPr/>
              <p:nvPr/>
            </p:nvSpPr>
            <p:spPr>
              <a:xfrm>
                <a:off x="14609961" y="1009598"/>
                <a:ext cx="50120" cy="61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8">
                    <a:moveTo>
                      <a:pt x="0" y="0"/>
                    </a:moveTo>
                    <a:lnTo>
                      <a:pt x="2875" y="5034"/>
                    </a:lnTo>
                    <a:lnTo>
                      <a:pt x="5262" y="6498"/>
                    </a:lnTo>
                    <a:lnTo>
                      <a:pt x="2387" y="2012"/>
                    </a:lnTo>
                    <a:close/>
                  </a:path>
                </a:pathLst>
              </a:custGeom>
              <a:solidFill>
                <a:srgbClr val="efd8ca"/>
              </a:solidFill>
              <a:ln w="3334" cap="flat" cmpd="sng" algn="ctr">
                <a:solidFill>
                  <a:srgbClr val="efd8c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99" name="Surface mesh patch"/>
              <p:cNvSpPr/>
              <p:nvPr/>
            </p:nvSpPr>
            <p:spPr>
              <a:xfrm>
                <a:off x="13785315" y="1220879"/>
                <a:ext cx="50120" cy="246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3">
                    <a:moveTo>
                      <a:pt x="0" y="1980"/>
                    </a:moveTo>
                    <a:lnTo>
                      <a:pt x="2875" y="2583"/>
                    </a:lnTo>
                    <a:lnTo>
                      <a:pt x="5262" y="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00" name="Surface mesh patch"/>
              <p:cNvSpPr/>
              <p:nvPr/>
            </p:nvSpPr>
            <p:spPr>
              <a:xfrm>
                <a:off x="13835434" y="1206362"/>
                <a:ext cx="50120" cy="25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5">
                    <a:moveTo>
                      <a:pt x="0" y="2012"/>
                    </a:moveTo>
                    <a:lnTo>
                      <a:pt x="2875" y="2665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01" name="Surface mesh patch"/>
              <p:cNvSpPr/>
              <p:nvPr/>
            </p:nvSpPr>
            <p:spPr>
              <a:xfrm>
                <a:off x="13885554" y="1190939"/>
                <a:ext cx="50120" cy="245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4">
                    <a:moveTo>
                      <a:pt x="0" y="2094"/>
                    </a:moveTo>
                    <a:lnTo>
                      <a:pt x="2875" y="2574"/>
                    </a:lnTo>
                    <a:lnTo>
                      <a:pt x="5262" y="1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02" name="Surface mesh patch"/>
              <p:cNvSpPr/>
              <p:nvPr/>
            </p:nvSpPr>
            <p:spPr>
              <a:xfrm>
                <a:off x="13935674" y="1166433"/>
                <a:ext cx="50120" cy="26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3">
                    <a:moveTo>
                      <a:pt x="0" y="2763"/>
                    </a:moveTo>
                    <a:lnTo>
                      <a:pt x="2875" y="2723"/>
                    </a:lnTo>
                    <a:lnTo>
                      <a:pt x="5262" y="0"/>
                    </a:lnTo>
                    <a:lnTo>
                      <a:pt x="2387" y="48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03" name="Surface mesh patch"/>
              <p:cNvSpPr/>
              <p:nvPr/>
            </p:nvSpPr>
            <p:spPr>
              <a:xfrm>
                <a:off x="13985793" y="1126891"/>
                <a:ext cx="50120" cy="395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51">
                    <a:moveTo>
                      <a:pt x="0" y="4151"/>
                    </a:moveTo>
                    <a:lnTo>
                      <a:pt x="2875" y="3204"/>
                    </a:lnTo>
                    <a:lnTo>
                      <a:pt x="5262" y="0"/>
                    </a:lnTo>
                    <a:lnTo>
                      <a:pt x="2387" y="1547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04" name="Surface mesh patch"/>
              <p:cNvSpPr/>
              <p:nvPr/>
            </p:nvSpPr>
            <p:spPr>
              <a:xfrm>
                <a:off x="14035913" y="1070768"/>
                <a:ext cx="50120" cy="56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92">
                    <a:moveTo>
                      <a:pt x="0" y="5892"/>
                    </a:moveTo>
                    <a:lnTo>
                      <a:pt x="2875" y="3746"/>
                    </a:lnTo>
                    <a:lnTo>
                      <a:pt x="5262" y="0"/>
                    </a:lnTo>
                    <a:lnTo>
                      <a:pt x="2387" y="2869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05" name="Surface mesh patch"/>
              <p:cNvSpPr/>
              <p:nvPr/>
            </p:nvSpPr>
            <p:spPr>
              <a:xfrm>
                <a:off x="14086032" y="998757"/>
                <a:ext cx="50120" cy="720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60">
                    <a:moveTo>
                      <a:pt x="0" y="7560"/>
                    </a:moveTo>
                    <a:lnTo>
                      <a:pt x="2875" y="4182"/>
                    </a:lnTo>
                    <a:lnTo>
                      <a:pt x="5262" y="0"/>
                    </a:lnTo>
                    <a:lnTo>
                      <a:pt x="2387" y="4137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06" name="Surface mesh patch"/>
              <p:cNvSpPr/>
              <p:nvPr/>
            </p:nvSpPr>
            <p:spPr>
              <a:xfrm>
                <a:off x="14136152" y="917211"/>
                <a:ext cx="50120" cy="815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61">
                    <a:moveTo>
                      <a:pt x="0" y="8561"/>
                    </a:moveTo>
                    <a:lnTo>
                      <a:pt x="2875" y="4305"/>
                    </a:lnTo>
                    <a:lnTo>
                      <a:pt x="5262" y="0"/>
                    </a:lnTo>
                    <a:lnTo>
                      <a:pt x="2387" y="4936"/>
                    </a:lnTo>
                    <a:close/>
                  </a:path>
                </a:pathLst>
              </a:custGeom>
              <a:solidFill>
                <a:srgbClr val="fbc4a8"/>
              </a:solidFill>
              <a:ln w="3334" cap="flat" cmpd="sng" algn="ctr">
                <a:solidFill>
                  <a:srgbClr val="fbc4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07" name="Surface mesh patch"/>
              <p:cNvSpPr/>
              <p:nvPr/>
            </p:nvSpPr>
            <p:spPr>
              <a:xfrm>
                <a:off x="14186272" y="837855"/>
                <a:ext cx="50120" cy="793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31">
                    <a:moveTo>
                      <a:pt x="0" y="8331"/>
                    </a:moveTo>
                    <a:lnTo>
                      <a:pt x="2875" y="3944"/>
                    </a:lnTo>
                    <a:lnTo>
                      <a:pt x="5262" y="0"/>
                    </a:lnTo>
                    <a:lnTo>
                      <a:pt x="2387" y="489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08" name="Surface mesh patch"/>
              <p:cNvSpPr/>
              <p:nvPr/>
            </p:nvSpPr>
            <p:spPr>
              <a:xfrm>
                <a:off x="14236391" y="775071"/>
                <a:ext cx="50120" cy="62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2">
                    <a:moveTo>
                      <a:pt x="0" y="6592"/>
                    </a:moveTo>
                    <a:lnTo>
                      <a:pt x="2875" y="3056"/>
                    </a:lnTo>
                    <a:lnTo>
                      <a:pt x="5262" y="0"/>
                    </a:lnTo>
                    <a:lnTo>
                      <a:pt x="2387" y="3829"/>
                    </a:lnTo>
                    <a:close/>
                  </a:path>
                </a:pathLst>
              </a:custGeom>
              <a:solidFill>
                <a:srgbClr val="fa9f84"/>
              </a:solidFill>
              <a:ln w="3334" cap="flat" cmpd="sng" algn="ctr">
                <a:solidFill>
                  <a:srgbClr val="fa9f8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09" name="Surface mesh patch"/>
              <p:cNvSpPr/>
              <p:nvPr/>
            </p:nvSpPr>
            <p:spPr>
              <a:xfrm>
                <a:off x="14286511" y="741484"/>
                <a:ext cx="50120" cy="33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26">
                    <a:moveTo>
                      <a:pt x="0" y="3526"/>
                    </a:moveTo>
                    <a:lnTo>
                      <a:pt x="2875" y="1770"/>
                    </a:lnTo>
                    <a:lnTo>
                      <a:pt x="5262" y="0"/>
                    </a:lnTo>
                    <a:lnTo>
                      <a:pt x="2387" y="1891"/>
                    </a:lnTo>
                    <a:close/>
                  </a:path>
                </a:pathLst>
              </a:custGeom>
              <a:solidFill>
                <a:srgbClr val="f99378"/>
              </a:solidFill>
              <a:ln w="3334" cap="flat" cmpd="sng" algn="ctr">
                <a:solidFill>
                  <a:srgbClr val="f993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10" name="Surface mesh patch"/>
              <p:cNvSpPr/>
              <p:nvPr/>
            </p:nvSpPr>
            <p:spPr>
              <a:xfrm>
                <a:off x="14336631" y="738953"/>
                <a:ext cx="50120" cy="81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5">
                    <a:moveTo>
                      <a:pt x="0" y="266"/>
                    </a:moveTo>
                    <a:lnTo>
                      <a:pt x="2875" y="855"/>
                    </a:lnTo>
                    <a:lnTo>
                      <a:pt x="5262" y="4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8c74"/>
              </a:solidFill>
              <a:ln w="3334" cap="flat" cmpd="sng" algn="ctr">
                <a:solidFill>
                  <a:srgbClr val="f68c7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11" name="Surface mesh patch"/>
              <p:cNvSpPr/>
              <p:nvPr/>
            </p:nvSpPr>
            <p:spPr>
              <a:xfrm>
                <a:off x="14386750" y="743661"/>
                <a:ext cx="50120" cy="362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0">
                    <a:moveTo>
                      <a:pt x="0" y="0"/>
                    </a:moveTo>
                    <a:lnTo>
                      <a:pt x="2875" y="2951"/>
                    </a:lnTo>
                    <a:lnTo>
                      <a:pt x="5262" y="3810"/>
                    </a:lnTo>
                    <a:lnTo>
                      <a:pt x="2387" y="1040"/>
                    </a:lnTo>
                    <a:close/>
                  </a:path>
                </a:pathLst>
              </a:custGeom>
              <a:solidFill>
                <a:srgbClr val="fa957a"/>
              </a:solidFill>
              <a:ln w="3334" cap="flat" cmpd="sng" algn="ctr">
                <a:solidFill>
                  <a:srgbClr val="fa95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12" name="Surface mesh patch"/>
              <p:cNvSpPr/>
              <p:nvPr/>
            </p:nvSpPr>
            <p:spPr>
              <a:xfrm>
                <a:off x="14436870" y="779946"/>
                <a:ext cx="50120" cy="615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8">
                    <a:moveTo>
                      <a:pt x="0" y="0"/>
                    </a:moveTo>
                    <a:lnTo>
                      <a:pt x="2875" y="4803"/>
                    </a:lnTo>
                    <a:lnTo>
                      <a:pt x="5262" y="6458"/>
                    </a:lnTo>
                    <a:lnTo>
                      <a:pt x="2387" y="1997"/>
                    </a:lnTo>
                    <a:close/>
                  </a:path>
                </a:pathLst>
              </a:custGeom>
              <a:solidFill>
                <a:srgbClr val="faa286"/>
              </a:solidFill>
              <a:ln w="3334" cap="flat" cmpd="sng" algn="ctr">
                <a:solidFill>
                  <a:srgbClr val="faa2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13" name="Surface mesh patch"/>
              <p:cNvSpPr/>
              <p:nvPr/>
            </p:nvSpPr>
            <p:spPr>
              <a:xfrm>
                <a:off x="14486990" y="841458"/>
                <a:ext cx="50120" cy="741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6">
                    <a:moveTo>
                      <a:pt x="0" y="0"/>
                    </a:moveTo>
                    <a:lnTo>
                      <a:pt x="2875" y="5834"/>
                    </a:lnTo>
                    <a:lnTo>
                      <a:pt x="5262" y="7786"/>
                    </a:lnTo>
                    <a:lnTo>
                      <a:pt x="2387" y="2448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14" name="Surface mesh patch"/>
              <p:cNvSpPr/>
              <p:nvPr/>
            </p:nvSpPr>
            <p:spPr>
              <a:xfrm>
                <a:off x="14537109" y="915622"/>
                <a:ext cx="50120" cy="748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55">
                    <a:moveTo>
                      <a:pt x="0" y="0"/>
                    </a:moveTo>
                    <a:lnTo>
                      <a:pt x="2875" y="6026"/>
                    </a:lnTo>
                    <a:lnTo>
                      <a:pt x="5262" y="7855"/>
                    </a:lnTo>
                    <a:lnTo>
                      <a:pt x="2387" y="2404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15" name="Surface mesh patch"/>
              <p:cNvSpPr/>
              <p:nvPr/>
            </p:nvSpPr>
            <p:spPr>
              <a:xfrm>
                <a:off x="14587229" y="990437"/>
                <a:ext cx="50120" cy="671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6">
                    <a:moveTo>
                      <a:pt x="0" y="0"/>
                    </a:moveTo>
                    <a:lnTo>
                      <a:pt x="2875" y="5590"/>
                    </a:lnTo>
                    <a:lnTo>
                      <a:pt x="5262" y="7046"/>
                    </a:lnTo>
                    <a:lnTo>
                      <a:pt x="2387" y="2012"/>
                    </a:lnTo>
                    <a:close/>
                  </a:path>
                </a:pathLst>
              </a:custGeom>
              <a:solidFill>
                <a:srgbClr val="f5d4bf"/>
              </a:solidFill>
              <a:ln w="3334" cap="flat" cmpd="sng" algn="ctr">
                <a:solidFill>
                  <a:srgbClr val="f5d4b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16" name="Surface mesh patch"/>
              <p:cNvSpPr/>
              <p:nvPr/>
            </p:nvSpPr>
            <p:spPr>
              <a:xfrm>
                <a:off x="14637349" y="1057549"/>
                <a:ext cx="50120" cy="556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0"/>
                    </a:moveTo>
                    <a:lnTo>
                      <a:pt x="2875" y="4833"/>
                    </a:lnTo>
                    <a:lnTo>
                      <a:pt x="5262" y="5841"/>
                    </a:lnTo>
                    <a:lnTo>
                      <a:pt x="2387" y="1464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17" name="Surface mesh patch"/>
              <p:cNvSpPr/>
              <p:nvPr/>
            </p:nvSpPr>
            <p:spPr>
              <a:xfrm>
                <a:off x="13762583" y="1239744"/>
                <a:ext cx="50120" cy="263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0">
                    <a:moveTo>
                      <a:pt x="0" y="2040"/>
                    </a:moveTo>
                    <a:lnTo>
                      <a:pt x="2875" y="2770"/>
                    </a:lnTo>
                    <a:lnTo>
                      <a:pt x="5262" y="6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18" name="Surface mesh patch"/>
              <p:cNvSpPr/>
              <p:nvPr/>
            </p:nvSpPr>
            <p:spPr>
              <a:xfrm>
                <a:off x="13812702" y="1225522"/>
                <a:ext cx="50120" cy="27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8">
                    <a:moveTo>
                      <a:pt x="0" y="2096"/>
                    </a:moveTo>
                    <a:lnTo>
                      <a:pt x="2875" y="2928"/>
                    </a:lnTo>
                    <a:lnTo>
                      <a:pt x="5262" y="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19" name="Surface mesh patch"/>
              <p:cNvSpPr/>
              <p:nvPr/>
            </p:nvSpPr>
            <p:spPr>
              <a:xfrm>
                <a:off x="13862822" y="1210888"/>
                <a:ext cx="50120" cy="28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5">
                    <a:moveTo>
                      <a:pt x="0" y="2190"/>
                    </a:moveTo>
                    <a:lnTo>
                      <a:pt x="2875" y="2945"/>
                    </a:lnTo>
                    <a:lnTo>
                      <a:pt x="5262" y="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20" name="Surface mesh patch"/>
              <p:cNvSpPr/>
              <p:nvPr/>
            </p:nvSpPr>
            <p:spPr>
              <a:xfrm>
                <a:off x="13912942" y="1192372"/>
                <a:ext cx="50120" cy="26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01">
                    <a:moveTo>
                      <a:pt x="0" y="2424"/>
                    </a:moveTo>
                    <a:lnTo>
                      <a:pt x="2875" y="2801"/>
                    </a:lnTo>
                    <a:lnTo>
                      <a:pt x="5262" y="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21" name="Surface mesh patch"/>
              <p:cNvSpPr/>
              <p:nvPr/>
            </p:nvSpPr>
            <p:spPr>
              <a:xfrm>
                <a:off x="13963061" y="1157414"/>
                <a:ext cx="50120" cy="349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70">
                    <a:moveTo>
                      <a:pt x="0" y="3670"/>
                    </a:moveTo>
                    <a:lnTo>
                      <a:pt x="2875" y="3304"/>
                    </a:lnTo>
                    <a:lnTo>
                      <a:pt x="5262" y="0"/>
                    </a:lnTo>
                    <a:lnTo>
                      <a:pt x="2387" y="947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22" name="Surface mesh patch"/>
              <p:cNvSpPr/>
              <p:nvPr/>
            </p:nvSpPr>
            <p:spPr>
              <a:xfrm>
                <a:off x="14013181" y="1106448"/>
                <a:ext cx="50120" cy="509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1">
                    <a:moveTo>
                      <a:pt x="0" y="5351"/>
                    </a:moveTo>
                    <a:lnTo>
                      <a:pt x="2875" y="3933"/>
                    </a:lnTo>
                    <a:lnTo>
                      <a:pt x="5262" y="0"/>
                    </a:lnTo>
                    <a:lnTo>
                      <a:pt x="2387" y="2146"/>
                    </a:lnTo>
                    <a:close/>
                  </a:path>
                </a:pathLst>
              </a:custGeom>
              <a:solidFill>
                <a:srgbClr val="e4dedf"/>
              </a:solidFill>
              <a:ln w="3334" cap="flat" cmpd="sng" algn="ctr">
                <a:solidFill>
                  <a:srgbClr val="e4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23" name="Surface mesh patch"/>
              <p:cNvSpPr/>
              <p:nvPr/>
            </p:nvSpPr>
            <p:spPr>
              <a:xfrm>
                <a:off x="14063301" y="1038592"/>
                <a:ext cx="50120" cy="678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24">
                    <a:moveTo>
                      <a:pt x="0" y="7124"/>
                    </a:moveTo>
                    <a:lnTo>
                      <a:pt x="2875" y="4551"/>
                    </a:lnTo>
                    <a:lnTo>
                      <a:pt x="5262" y="0"/>
                    </a:lnTo>
                    <a:lnTo>
                      <a:pt x="2387" y="3378"/>
                    </a:lnTo>
                    <a:close/>
                  </a:path>
                </a:pathLst>
              </a:custGeom>
              <a:solidFill>
                <a:srgbClr val="f0d7c8"/>
              </a:solidFill>
              <a:ln w="3334" cap="flat" cmpd="sng" algn="ctr">
                <a:solidFill>
                  <a:srgbClr val="f0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24" name="Surface mesh patch"/>
              <p:cNvSpPr/>
              <p:nvPr/>
            </p:nvSpPr>
            <p:spPr>
              <a:xfrm>
                <a:off x="14113420" y="958216"/>
                <a:ext cx="50120" cy="80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38">
                    <a:moveTo>
                      <a:pt x="0" y="8438"/>
                    </a:moveTo>
                    <a:lnTo>
                      <a:pt x="2875" y="4953"/>
                    </a:lnTo>
                    <a:lnTo>
                      <a:pt x="5262" y="0"/>
                    </a:lnTo>
                    <a:lnTo>
                      <a:pt x="2387" y="4256"/>
                    </a:lnTo>
                    <a:close/>
                  </a:path>
                </a:pathLst>
              </a:custGeom>
              <a:solidFill>
                <a:srgbClr val="fbcbaf"/>
              </a:solidFill>
              <a:ln w="3334" cap="flat" cmpd="sng" algn="ctr">
                <a:solidFill>
                  <a:srgbClr val="fbcb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25" name="Surface mesh patch"/>
              <p:cNvSpPr/>
              <p:nvPr/>
            </p:nvSpPr>
            <p:spPr>
              <a:xfrm>
                <a:off x="14163540" y="875420"/>
                <a:ext cx="50120" cy="827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2">
                    <a:moveTo>
                      <a:pt x="0" y="8692"/>
                    </a:moveTo>
                    <a:lnTo>
                      <a:pt x="2875" y="4927"/>
                    </a:lnTo>
                    <a:lnTo>
                      <a:pt x="5262" y="0"/>
                    </a:lnTo>
                    <a:lnTo>
                      <a:pt x="2387" y="4388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26" name="Surface mesh patch"/>
              <p:cNvSpPr/>
              <p:nvPr/>
            </p:nvSpPr>
            <p:spPr>
              <a:xfrm>
                <a:off x="14213660" y="804175"/>
                <a:ext cx="50120" cy="71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80">
                    <a:moveTo>
                      <a:pt x="0" y="7480"/>
                    </a:moveTo>
                    <a:lnTo>
                      <a:pt x="2875" y="4349"/>
                    </a:lnTo>
                    <a:lnTo>
                      <a:pt x="5262" y="0"/>
                    </a:lnTo>
                    <a:lnTo>
                      <a:pt x="2387" y="3536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27" name="Surface mesh patch"/>
              <p:cNvSpPr/>
              <p:nvPr/>
            </p:nvSpPr>
            <p:spPr>
              <a:xfrm>
                <a:off x="14263779" y="758348"/>
                <a:ext cx="50120" cy="458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1">
                    <a:moveTo>
                      <a:pt x="0" y="4811"/>
                    </a:moveTo>
                    <a:lnTo>
                      <a:pt x="2875" y="3259"/>
                    </a:lnTo>
                    <a:lnTo>
                      <a:pt x="5262" y="0"/>
                    </a:lnTo>
                    <a:lnTo>
                      <a:pt x="2387" y="1756"/>
                    </a:lnTo>
                    <a:close/>
                  </a:path>
                </a:pathLst>
              </a:custGeom>
              <a:solidFill>
                <a:srgbClr val="fa977c"/>
              </a:solidFill>
              <a:ln w="3334" cap="flat" cmpd="sng" algn="ctr">
                <a:solidFill>
                  <a:srgbClr val="fa977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28" name="Surface mesh patch"/>
              <p:cNvSpPr/>
              <p:nvPr/>
            </p:nvSpPr>
            <p:spPr>
              <a:xfrm>
                <a:off x="14313899" y="741484"/>
                <a:ext cx="50120" cy="233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6">
                    <a:moveTo>
                      <a:pt x="0" y="1770"/>
                    </a:moveTo>
                    <a:lnTo>
                      <a:pt x="2875" y="2456"/>
                    </a:lnTo>
                    <a:lnTo>
                      <a:pt x="5262" y="5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8c74"/>
              </a:solidFill>
              <a:ln w="3334" cap="flat" cmpd="sng" algn="ctr">
                <a:solidFill>
                  <a:srgbClr val="f68c7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29" name="Surface mesh patch"/>
              <p:cNvSpPr/>
              <p:nvPr/>
            </p:nvSpPr>
            <p:spPr>
              <a:xfrm>
                <a:off x="14364018" y="743661"/>
                <a:ext cx="50120" cy="32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1">
                    <a:moveTo>
                      <a:pt x="0" y="361"/>
                    </a:moveTo>
                    <a:lnTo>
                      <a:pt x="2875" y="3431"/>
                    </a:lnTo>
                    <a:lnTo>
                      <a:pt x="5262" y="29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6"/>
              </a:solidFill>
              <a:ln w="3334" cap="flat" cmpd="sng" algn="ctr">
                <a:solidFill>
                  <a:srgbClr val="f890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30" name="Surface mesh patch"/>
              <p:cNvSpPr/>
              <p:nvPr/>
            </p:nvSpPr>
            <p:spPr>
              <a:xfrm>
                <a:off x="14414138" y="771767"/>
                <a:ext cx="50120" cy="539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1">
                    <a:moveTo>
                      <a:pt x="0" y="0"/>
                    </a:moveTo>
                    <a:lnTo>
                      <a:pt x="2875" y="5047"/>
                    </a:lnTo>
                    <a:lnTo>
                      <a:pt x="5262" y="5661"/>
                    </a:lnTo>
                    <a:lnTo>
                      <a:pt x="2387" y="859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31" name="Surface mesh patch"/>
              <p:cNvSpPr/>
              <p:nvPr/>
            </p:nvSpPr>
            <p:spPr>
              <a:xfrm>
                <a:off x="14464258" y="825692"/>
                <a:ext cx="50120" cy="713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0">
                    <a:moveTo>
                      <a:pt x="0" y="0"/>
                    </a:moveTo>
                    <a:lnTo>
                      <a:pt x="2875" y="6234"/>
                    </a:lnTo>
                    <a:lnTo>
                      <a:pt x="5262" y="7490"/>
                    </a:lnTo>
                    <a:lnTo>
                      <a:pt x="2387" y="1655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32" name="Surface mesh patch"/>
              <p:cNvSpPr/>
              <p:nvPr/>
            </p:nvSpPr>
            <p:spPr>
              <a:xfrm>
                <a:off x="14514377" y="897031"/>
                <a:ext cx="50120" cy="75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78">
                    <a:moveTo>
                      <a:pt x="0" y="0"/>
                    </a:moveTo>
                    <a:lnTo>
                      <a:pt x="2875" y="6533"/>
                    </a:lnTo>
                    <a:lnTo>
                      <a:pt x="5262" y="7978"/>
                    </a:lnTo>
                    <a:lnTo>
                      <a:pt x="2387" y="1952"/>
                    </a:lnTo>
                    <a:close/>
                  </a:path>
                </a:pathLst>
              </a:custGeom>
              <a:solidFill>
                <a:srgbClr val="fbbfa2"/>
              </a:solidFill>
              <a:ln w="3334" cap="flat" cmpd="sng" algn="ctr">
                <a:solidFill>
                  <a:srgbClr val="fbbf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33" name="Surface mesh patch"/>
              <p:cNvSpPr/>
              <p:nvPr/>
            </p:nvSpPr>
            <p:spPr>
              <a:xfrm>
                <a:off x="14564497" y="973019"/>
                <a:ext cx="50120" cy="706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8">
                    <a:moveTo>
                      <a:pt x="0" y="0"/>
                    </a:moveTo>
                    <a:lnTo>
                      <a:pt x="2875" y="6111"/>
                    </a:lnTo>
                    <a:lnTo>
                      <a:pt x="5262" y="7418"/>
                    </a:lnTo>
                    <a:lnTo>
                      <a:pt x="2387" y="1829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34" name="Surface mesh patch"/>
              <p:cNvSpPr/>
              <p:nvPr/>
            </p:nvSpPr>
            <p:spPr>
              <a:xfrm>
                <a:off x="14614617" y="1043678"/>
                <a:ext cx="50120" cy="59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9">
                    <a:moveTo>
                      <a:pt x="0" y="0"/>
                    </a:moveTo>
                    <a:lnTo>
                      <a:pt x="2875" y="5278"/>
                    </a:lnTo>
                    <a:lnTo>
                      <a:pt x="5262" y="6289"/>
                    </a:lnTo>
                    <a:lnTo>
                      <a:pt x="2387" y="1456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35" name="Surface mesh patch"/>
              <p:cNvSpPr/>
              <p:nvPr/>
            </p:nvSpPr>
            <p:spPr>
              <a:xfrm>
                <a:off x="14664736" y="1103580"/>
                <a:ext cx="50120" cy="47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0">
                    <a:moveTo>
                      <a:pt x="0" y="0"/>
                    </a:moveTo>
                    <a:lnTo>
                      <a:pt x="2875" y="4340"/>
                    </a:lnTo>
                    <a:lnTo>
                      <a:pt x="5262" y="5030"/>
                    </a:lnTo>
                    <a:lnTo>
                      <a:pt x="2387" y="1008"/>
                    </a:lnTo>
                    <a:close/>
                  </a:path>
                </a:pathLst>
              </a:custGeom>
              <a:solidFill>
                <a:srgbClr val="e1e0e5"/>
              </a:solidFill>
              <a:ln w="3334" cap="flat" cmpd="sng" algn="ctr">
                <a:solidFill>
                  <a:srgbClr val="e1e0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36" name="Surface mesh patch"/>
              <p:cNvSpPr/>
              <p:nvPr/>
            </p:nvSpPr>
            <p:spPr>
              <a:xfrm>
                <a:off x="13739851" y="1259179"/>
                <a:ext cx="50120" cy="28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50">
                    <a:moveTo>
                      <a:pt x="0" y="2084"/>
                    </a:moveTo>
                    <a:lnTo>
                      <a:pt x="2875" y="2950"/>
                    </a:lnTo>
                    <a:lnTo>
                      <a:pt x="5262" y="7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37" name="Surface mesh patch"/>
              <p:cNvSpPr/>
              <p:nvPr/>
            </p:nvSpPr>
            <p:spPr>
              <a:xfrm>
                <a:off x="13789971" y="1245486"/>
                <a:ext cx="50120" cy="302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5">
                    <a:moveTo>
                      <a:pt x="0" y="2167"/>
                    </a:moveTo>
                    <a:lnTo>
                      <a:pt x="2875" y="3175"/>
                    </a:lnTo>
                    <a:lnTo>
                      <a:pt x="5262" y="8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38" name="Surface mesh patch"/>
              <p:cNvSpPr/>
              <p:nvPr/>
            </p:nvSpPr>
            <p:spPr>
              <a:xfrm>
                <a:off x="13840090" y="1231750"/>
                <a:ext cx="50120" cy="313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7">
                    <a:moveTo>
                      <a:pt x="0" y="2274"/>
                    </a:moveTo>
                    <a:lnTo>
                      <a:pt x="2875" y="3287"/>
                    </a:lnTo>
                    <a:lnTo>
                      <a:pt x="5262" y="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39" name="Surface mesh patch"/>
              <p:cNvSpPr/>
              <p:nvPr/>
            </p:nvSpPr>
            <p:spPr>
              <a:xfrm>
                <a:off x="13890210" y="1215459"/>
                <a:ext cx="50120" cy="307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6">
                    <a:moveTo>
                      <a:pt x="0" y="2465"/>
                    </a:moveTo>
                    <a:lnTo>
                      <a:pt x="2875" y="3226"/>
                    </a:lnTo>
                    <a:lnTo>
                      <a:pt x="5262" y="3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40" name="Surface mesh patch"/>
              <p:cNvSpPr/>
              <p:nvPr/>
            </p:nvSpPr>
            <p:spPr>
              <a:xfrm>
                <a:off x="13940329" y="1188889"/>
                <a:ext cx="50120" cy="318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2">
                    <a:moveTo>
                      <a:pt x="0" y="3166"/>
                    </a:moveTo>
                    <a:lnTo>
                      <a:pt x="2875" y="3342"/>
                    </a:lnTo>
                    <a:lnTo>
                      <a:pt x="5262" y="0"/>
                    </a:lnTo>
                    <a:lnTo>
                      <a:pt x="2387" y="366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41" name="Surface mesh patch"/>
              <p:cNvSpPr/>
              <p:nvPr/>
            </p:nvSpPr>
            <p:spPr>
              <a:xfrm>
                <a:off x="13990449" y="1143907"/>
                <a:ext cx="50120" cy="44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3">
                    <a:moveTo>
                      <a:pt x="0" y="4723"/>
                    </a:moveTo>
                    <a:lnTo>
                      <a:pt x="2875" y="4003"/>
                    </a:lnTo>
                    <a:lnTo>
                      <a:pt x="5262" y="0"/>
                    </a:lnTo>
                    <a:lnTo>
                      <a:pt x="2387" y="1418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42" name="Surface mesh patch"/>
              <p:cNvSpPr/>
              <p:nvPr/>
            </p:nvSpPr>
            <p:spPr>
              <a:xfrm>
                <a:off x="14040569" y="1081940"/>
                <a:ext cx="50120" cy="61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6">
                    <a:moveTo>
                      <a:pt x="0" y="6506"/>
                    </a:moveTo>
                    <a:lnTo>
                      <a:pt x="2875" y="4739"/>
                    </a:lnTo>
                    <a:lnTo>
                      <a:pt x="5262" y="0"/>
                    </a:lnTo>
                    <a:lnTo>
                      <a:pt x="2387" y="2573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43" name="Surface mesh patch"/>
              <p:cNvSpPr/>
              <p:nvPr/>
            </p:nvSpPr>
            <p:spPr>
              <a:xfrm>
                <a:off x="14090688" y="1005392"/>
                <a:ext cx="50120" cy="765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37">
                    <a:moveTo>
                      <a:pt x="0" y="8037"/>
                    </a:moveTo>
                    <a:lnTo>
                      <a:pt x="2875" y="5364"/>
                    </a:lnTo>
                    <a:lnTo>
                      <a:pt x="5262" y="0"/>
                    </a:lnTo>
                    <a:lnTo>
                      <a:pt x="2387" y="3486"/>
                    </a:lnTo>
                    <a:close/>
                  </a:path>
                </a:pathLst>
              </a:custGeom>
              <a:solidFill>
                <a:srgbClr val="f9d2b9"/>
              </a:solidFill>
              <a:ln w="3334" cap="flat" cmpd="sng" algn="ctr">
                <a:solidFill>
                  <a:srgbClr val="f9d2b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44" name="Surface mesh patch"/>
              <p:cNvSpPr/>
              <p:nvPr/>
            </p:nvSpPr>
            <p:spPr>
              <a:xfrm>
                <a:off x="14140808" y="922346"/>
                <a:ext cx="50120" cy="83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19">
                    <a:moveTo>
                      <a:pt x="0" y="8719"/>
                    </a:moveTo>
                    <a:lnTo>
                      <a:pt x="2875" y="5652"/>
                    </a:lnTo>
                    <a:lnTo>
                      <a:pt x="5262" y="0"/>
                    </a:lnTo>
                    <a:lnTo>
                      <a:pt x="2387" y="3766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45" name="Surface mesh patch"/>
              <p:cNvSpPr/>
              <p:nvPr/>
            </p:nvSpPr>
            <p:spPr>
              <a:xfrm>
                <a:off x="14190928" y="845598"/>
                <a:ext cx="50120" cy="76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58">
                    <a:moveTo>
                      <a:pt x="0" y="8058"/>
                    </a:moveTo>
                    <a:lnTo>
                      <a:pt x="2875" y="5418"/>
                    </a:lnTo>
                    <a:lnTo>
                      <a:pt x="5262" y="0"/>
                    </a:lnTo>
                    <a:lnTo>
                      <a:pt x="2387" y="3131"/>
                    </a:lnTo>
                    <a:close/>
                  </a:path>
                </a:pathLst>
              </a:custGeom>
              <a:solidFill>
                <a:srgbClr val="faad91"/>
              </a:solidFill>
              <a:ln w="3334" cap="flat" cmpd="sng" algn="ctr">
                <a:solidFill>
                  <a:srgbClr val="faad9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46" name="Surface mesh patch"/>
              <p:cNvSpPr/>
              <p:nvPr/>
            </p:nvSpPr>
            <p:spPr>
              <a:xfrm>
                <a:off x="14241047" y="789386"/>
                <a:ext cx="50120" cy="562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01">
                    <a:moveTo>
                      <a:pt x="0" y="5901"/>
                    </a:moveTo>
                    <a:lnTo>
                      <a:pt x="2875" y="4609"/>
                    </a:lnTo>
                    <a:lnTo>
                      <a:pt x="5262" y="0"/>
                    </a:lnTo>
                    <a:lnTo>
                      <a:pt x="2387" y="1553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47" name="Surface mesh patch"/>
              <p:cNvSpPr/>
              <p:nvPr/>
            </p:nvSpPr>
            <p:spPr>
              <a:xfrm>
                <a:off x="14291167" y="758348"/>
                <a:ext cx="50120" cy="384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37">
                    <a:moveTo>
                      <a:pt x="0" y="3259"/>
                    </a:moveTo>
                    <a:lnTo>
                      <a:pt x="2875" y="4037"/>
                    </a:lnTo>
                    <a:lnTo>
                      <a:pt x="5262" y="6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9278"/>
              </a:solidFill>
              <a:ln w="3334" cap="flat" cmpd="sng" algn="ctr">
                <a:solidFill>
                  <a:srgbClr val="f992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48" name="Surface mesh patch"/>
              <p:cNvSpPr/>
              <p:nvPr/>
            </p:nvSpPr>
            <p:spPr>
              <a:xfrm>
                <a:off x="14341287" y="747101"/>
                <a:ext cx="50120" cy="47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4">
                    <a:moveTo>
                      <a:pt x="0" y="1866"/>
                    </a:moveTo>
                    <a:lnTo>
                      <a:pt x="2875" y="4984"/>
                    </a:lnTo>
                    <a:lnTo>
                      <a:pt x="5262" y="30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6"/>
              </a:solidFill>
              <a:ln w="3334" cap="flat" cmpd="sng" algn="ctr">
                <a:solidFill>
                  <a:srgbClr val="f890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49" name="Surface mesh patch"/>
              <p:cNvSpPr/>
              <p:nvPr/>
            </p:nvSpPr>
            <p:spPr>
              <a:xfrm>
                <a:off x="14391406" y="771767"/>
                <a:ext cx="50120" cy="53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52">
                    <a:moveTo>
                      <a:pt x="0" y="480"/>
                    </a:moveTo>
                    <a:lnTo>
                      <a:pt x="2875" y="5652"/>
                    </a:lnTo>
                    <a:lnTo>
                      <a:pt x="5262" y="50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50" name="Surface mesh patch"/>
              <p:cNvSpPr/>
              <p:nvPr/>
            </p:nvSpPr>
            <p:spPr>
              <a:xfrm>
                <a:off x="14441526" y="819839"/>
                <a:ext cx="50120" cy="65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9">
                    <a:moveTo>
                      <a:pt x="0" y="0"/>
                    </a:moveTo>
                    <a:lnTo>
                      <a:pt x="2875" y="6502"/>
                    </a:lnTo>
                    <a:lnTo>
                      <a:pt x="5262" y="6849"/>
                    </a:lnTo>
                    <a:lnTo>
                      <a:pt x="2387" y="614"/>
                    </a:lnTo>
                    <a:close/>
                  </a:path>
                </a:pathLst>
              </a:custGeom>
              <a:solidFill>
                <a:srgbClr val="faa78b"/>
              </a:solidFill>
              <a:ln w="3334" cap="flat" cmpd="sng" algn="ctr">
                <a:solidFill>
                  <a:srgbClr val="faa78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51" name="Surface mesh patch"/>
              <p:cNvSpPr/>
              <p:nvPr/>
            </p:nvSpPr>
            <p:spPr>
              <a:xfrm>
                <a:off x="14491646" y="885074"/>
                <a:ext cx="50120" cy="74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9">
                    <a:moveTo>
                      <a:pt x="0" y="0"/>
                    </a:moveTo>
                    <a:lnTo>
                      <a:pt x="2875" y="6928"/>
                    </a:lnTo>
                    <a:lnTo>
                      <a:pt x="5262" y="7789"/>
                    </a:lnTo>
                    <a:lnTo>
                      <a:pt x="2387" y="1255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52" name="Surface mesh patch"/>
              <p:cNvSpPr/>
              <p:nvPr/>
            </p:nvSpPr>
            <p:spPr>
              <a:xfrm>
                <a:off x="14541765" y="959262"/>
                <a:ext cx="50120" cy="719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56">
                    <a:moveTo>
                      <a:pt x="0" y="0"/>
                    </a:moveTo>
                    <a:lnTo>
                      <a:pt x="2875" y="6554"/>
                    </a:lnTo>
                    <a:lnTo>
                      <a:pt x="5262" y="7556"/>
                    </a:lnTo>
                    <a:lnTo>
                      <a:pt x="2387" y="1444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53" name="Surface mesh patch"/>
              <p:cNvSpPr/>
              <p:nvPr/>
            </p:nvSpPr>
            <p:spPr>
              <a:xfrm>
                <a:off x="14591885" y="1031228"/>
                <a:ext cx="50120" cy="627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85">
                    <a:moveTo>
                      <a:pt x="0" y="0"/>
                    </a:moveTo>
                    <a:lnTo>
                      <a:pt x="2875" y="5674"/>
                    </a:lnTo>
                    <a:lnTo>
                      <a:pt x="5262" y="6585"/>
                    </a:lnTo>
                    <a:lnTo>
                      <a:pt x="2387" y="1307"/>
                    </a:lnTo>
                    <a:close/>
                  </a:path>
                </a:pathLst>
              </a:custGeom>
              <a:solidFill>
                <a:srgbClr val="f1d6c6"/>
              </a:solidFill>
              <a:ln w="3334" cap="flat" cmpd="sng" algn="ctr">
                <a:solidFill>
                  <a:srgbClr val="f1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54" name="Surface mesh patch"/>
              <p:cNvSpPr/>
              <p:nvPr/>
            </p:nvSpPr>
            <p:spPr>
              <a:xfrm>
                <a:off x="14642004" y="1093949"/>
                <a:ext cx="50120" cy="509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1">
                    <a:moveTo>
                      <a:pt x="0" y="0"/>
                    </a:moveTo>
                    <a:lnTo>
                      <a:pt x="2875" y="4623"/>
                    </a:lnTo>
                    <a:lnTo>
                      <a:pt x="5262" y="5351"/>
                    </a:lnTo>
                    <a:lnTo>
                      <a:pt x="2387" y="1011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55" name="Surface mesh patch"/>
              <p:cNvSpPr/>
              <p:nvPr/>
            </p:nvSpPr>
            <p:spPr>
              <a:xfrm>
                <a:off x="14692124" y="1144921"/>
                <a:ext cx="50120" cy="399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1">
                    <a:moveTo>
                      <a:pt x="0" y="0"/>
                    </a:moveTo>
                    <a:lnTo>
                      <a:pt x="2875" y="3657"/>
                    </a:lnTo>
                    <a:lnTo>
                      <a:pt x="5262" y="4191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56" name="Surface mesh patch"/>
              <p:cNvSpPr/>
              <p:nvPr/>
            </p:nvSpPr>
            <p:spPr>
              <a:xfrm>
                <a:off x="13717119" y="1279028"/>
                <a:ext cx="50120" cy="297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8">
                    <a:moveTo>
                      <a:pt x="0" y="2107"/>
                    </a:moveTo>
                    <a:lnTo>
                      <a:pt x="2875" y="3118"/>
                    </a:lnTo>
                    <a:lnTo>
                      <a:pt x="5262" y="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57" name="Surface mesh patch"/>
              <p:cNvSpPr/>
              <p:nvPr/>
            </p:nvSpPr>
            <p:spPr>
              <a:xfrm>
                <a:off x="13767239" y="1266126"/>
                <a:ext cx="50120" cy="324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04">
                    <a:moveTo>
                      <a:pt x="0" y="2221"/>
                    </a:moveTo>
                    <a:lnTo>
                      <a:pt x="2875" y="3404"/>
                    </a:lnTo>
                    <a:lnTo>
                      <a:pt x="5262" y="10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58" name="Surface mesh patch"/>
              <p:cNvSpPr/>
              <p:nvPr/>
            </p:nvSpPr>
            <p:spPr>
              <a:xfrm>
                <a:off x="13817358" y="1253408"/>
                <a:ext cx="50120" cy="34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7">
                    <a:moveTo>
                      <a:pt x="0" y="2343"/>
                    </a:moveTo>
                    <a:lnTo>
                      <a:pt x="2875" y="3597"/>
                    </a:lnTo>
                    <a:lnTo>
                      <a:pt x="5262" y="10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59" name="Surface mesh patch"/>
              <p:cNvSpPr/>
              <p:nvPr/>
            </p:nvSpPr>
            <p:spPr>
              <a:xfrm>
                <a:off x="13867478" y="1238942"/>
                <a:ext cx="50120" cy="346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532"/>
                    </a:moveTo>
                    <a:lnTo>
                      <a:pt x="2875" y="3638"/>
                    </a:lnTo>
                    <a:lnTo>
                      <a:pt x="5262" y="7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0" name="Surface mesh patch"/>
              <p:cNvSpPr/>
              <p:nvPr/>
            </p:nvSpPr>
            <p:spPr>
              <a:xfrm>
                <a:off x="13917598" y="1219048"/>
                <a:ext cx="50120" cy="33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13">
                    <a:moveTo>
                      <a:pt x="0" y="2849"/>
                    </a:moveTo>
                    <a:lnTo>
                      <a:pt x="2875" y="3513"/>
                    </a:lnTo>
                    <a:lnTo>
                      <a:pt x="5262" y="1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ef4"/>
              </a:solidFill>
              <a:ln w="3334" cap="flat" cmpd="sng" algn="ctr">
                <a:solidFill>
                  <a:srgbClr val="d0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1" name="Surface mesh patch"/>
              <p:cNvSpPr/>
              <p:nvPr/>
            </p:nvSpPr>
            <p:spPr>
              <a:xfrm>
                <a:off x="13967717" y="1182039"/>
                <a:ext cx="50120" cy="386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1">
                    <a:moveTo>
                      <a:pt x="0" y="4061"/>
                    </a:moveTo>
                    <a:lnTo>
                      <a:pt x="2875" y="3985"/>
                    </a:lnTo>
                    <a:lnTo>
                      <a:pt x="5262" y="0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2" name="Surface mesh patch"/>
              <p:cNvSpPr/>
              <p:nvPr/>
            </p:nvSpPr>
            <p:spPr>
              <a:xfrm>
                <a:off x="14017837" y="1127075"/>
                <a:ext cx="50120" cy="549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71">
                    <a:moveTo>
                      <a:pt x="0" y="5771"/>
                    </a:moveTo>
                    <a:lnTo>
                      <a:pt x="2875" y="4770"/>
                    </a:lnTo>
                    <a:lnTo>
                      <a:pt x="5262" y="0"/>
                    </a:lnTo>
                    <a:lnTo>
                      <a:pt x="2387" y="176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3" name="Surface mesh patch"/>
              <p:cNvSpPr/>
              <p:nvPr/>
            </p:nvSpPr>
            <p:spPr>
              <a:xfrm>
                <a:off x="14067957" y="1056486"/>
                <a:ext cx="50120" cy="705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1">
                    <a:moveTo>
                      <a:pt x="0" y="7411"/>
                    </a:moveTo>
                    <a:lnTo>
                      <a:pt x="2875" y="5547"/>
                    </a:lnTo>
                    <a:lnTo>
                      <a:pt x="5262" y="0"/>
                    </a:lnTo>
                    <a:lnTo>
                      <a:pt x="2387" y="2672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4" name="Surface mesh patch"/>
              <p:cNvSpPr/>
              <p:nvPr/>
            </p:nvSpPr>
            <p:spPr>
              <a:xfrm>
                <a:off x="14118076" y="976186"/>
                <a:ext cx="50120" cy="803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30">
                    <a:moveTo>
                      <a:pt x="0" y="8430"/>
                    </a:moveTo>
                    <a:lnTo>
                      <a:pt x="2875" y="6097"/>
                    </a:lnTo>
                    <a:lnTo>
                      <a:pt x="5262" y="0"/>
                    </a:lnTo>
                    <a:lnTo>
                      <a:pt x="2387" y="3066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5" name="Surface mesh patch"/>
              <p:cNvSpPr/>
              <p:nvPr/>
            </p:nvSpPr>
            <p:spPr>
              <a:xfrm>
                <a:off x="14168196" y="897202"/>
                <a:ext cx="50120" cy="789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92">
                    <a:moveTo>
                      <a:pt x="0" y="8292"/>
                    </a:moveTo>
                    <a:lnTo>
                      <a:pt x="2875" y="6197"/>
                    </a:lnTo>
                    <a:lnTo>
                      <a:pt x="5262" y="0"/>
                    </a:lnTo>
                    <a:lnTo>
                      <a:pt x="2387" y="2640"/>
                    </a:lnTo>
                    <a:close/>
                  </a:path>
                </a:pathLst>
              </a:custGeom>
              <a:solidFill>
                <a:srgbClr val="fbb79b"/>
              </a:solidFill>
              <a:ln w="3334" cap="flat" cmpd="sng" algn="ctr">
                <a:solidFill>
                  <a:srgbClr val="fbb7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6" name="Surface mesh patch"/>
              <p:cNvSpPr/>
              <p:nvPr/>
            </p:nvSpPr>
            <p:spPr>
              <a:xfrm>
                <a:off x="14218315" y="833283"/>
                <a:ext cx="50120" cy="639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11">
                    <a:moveTo>
                      <a:pt x="0" y="6711"/>
                    </a:moveTo>
                    <a:lnTo>
                      <a:pt x="2875" y="5719"/>
                    </a:lnTo>
                    <a:lnTo>
                      <a:pt x="5262" y="0"/>
                    </a:lnTo>
                    <a:lnTo>
                      <a:pt x="2387" y="1293"/>
                    </a:lnTo>
                    <a:close/>
                  </a:path>
                </a:pathLst>
              </a:custGeom>
              <a:solidFill>
                <a:srgbClr val="faa68a"/>
              </a:solidFill>
              <a:ln w="3334" cap="flat" cmpd="sng" algn="ctr">
                <a:solidFill>
                  <a:srgbClr val="faa68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7" name="Surface mesh patch"/>
              <p:cNvSpPr/>
              <p:nvPr/>
            </p:nvSpPr>
            <p:spPr>
              <a:xfrm>
                <a:off x="14268435" y="789386"/>
                <a:ext cx="50120" cy="521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73">
                    <a:moveTo>
                      <a:pt x="0" y="4609"/>
                    </a:moveTo>
                    <a:lnTo>
                      <a:pt x="2875" y="5473"/>
                    </a:lnTo>
                    <a:lnTo>
                      <a:pt x="5262" y="7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8" name="Surface mesh patch"/>
              <p:cNvSpPr/>
              <p:nvPr/>
            </p:nvSpPr>
            <p:spPr>
              <a:xfrm>
                <a:off x="14318555" y="764877"/>
                <a:ext cx="50120" cy="61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4">
                    <a:moveTo>
                      <a:pt x="0" y="3351"/>
                    </a:moveTo>
                    <a:lnTo>
                      <a:pt x="2875" y="6444"/>
                    </a:lnTo>
                    <a:lnTo>
                      <a:pt x="5262" y="3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57a"/>
              </a:solidFill>
              <a:ln w="3334" cap="flat" cmpd="sng" algn="ctr">
                <a:solidFill>
                  <a:srgbClr val="fa95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69" name="Surface mesh patch"/>
              <p:cNvSpPr/>
              <p:nvPr/>
            </p:nvSpPr>
            <p:spPr>
              <a:xfrm>
                <a:off x="14368674" y="776337"/>
                <a:ext cx="50120" cy="674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1">
                    <a:moveTo>
                      <a:pt x="0" y="1914"/>
                    </a:moveTo>
                    <a:lnTo>
                      <a:pt x="2875" y="7081"/>
                    </a:lnTo>
                    <a:lnTo>
                      <a:pt x="5262" y="51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0" name="Surface mesh patch"/>
              <p:cNvSpPr/>
              <p:nvPr/>
            </p:nvSpPr>
            <p:spPr>
              <a:xfrm>
                <a:off x="14418794" y="819839"/>
                <a:ext cx="50120" cy="687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15">
                    <a:moveTo>
                      <a:pt x="0" y="605"/>
                    </a:moveTo>
                    <a:lnTo>
                      <a:pt x="2875" y="7215"/>
                    </a:lnTo>
                    <a:lnTo>
                      <a:pt x="5262" y="65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1" name="Surface mesh patch"/>
              <p:cNvSpPr/>
              <p:nvPr/>
            </p:nvSpPr>
            <p:spPr>
              <a:xfrm>
                <a:off x="14468914" y="881770"/>
                <a:ext cx="50120" cy="69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75">
                    <a:moveTo>
                      <a:pt x="0" y="0"/>
                    </a:moveTo>
                    <a:lnTo>
                      <a:pt x="2875" y="7169"/>
                    </a:lnTo>
                    <a:lnTo>
                      <a:pt x="5262" y="7275"/>
                    </a:lnTo>
                    <a:lnTo>
                      <a:pt x="2387" y="347"/>
                    </a:lnTo>
                    <a:close/>
                  </a:path>
                </a:pathLst>
              </a:custGeom>
              <a:solidFill>
                <a:srgbClr val="fbb599"/>
              </a:solidFill>
              <a:ln w="3334" cap="flat" cmpd="sng" algn="ctr">
                <a:solidFill>
                  <a:srgbClr val="fbb5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2" name="Surface mesh patch"/>
              <p:cNvSpPr/>
              <p:nvPr/>
            </p:nvSpPr>
            <p:spPr>
              <a:xfrm>
                <a:off x="14519033" y="951059"/>
                <a:ext cx="50120" cy="70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5">
                    <a:moveTo>
                      <a:pt x="0" y="0"/>
                    </a:moveTo>
                    <a:lnTo>
                      <a:pt x="2875" y="6874"/>
                    </a:lnTo>
                    <a:lnTo>
                      <a:pt x="5262" y="7415"/>
                    </a:lnTo>
                    <a:lnTo>
                      <a:pt x="2387" y="861"/>
                    </a:lnTo>
                    <a:close/>
                  </a:path>
                </a:pathLst>
              </a:custGeom>
              <a:solidFill>
                <a:srgbClr val="fbc6aa"/>
              </a:solidFill>
              <a:ln w="3334" cap="flat" cmpd="sng" algn="ctr">
                <a:solidFill>
                  <a:srgbClr val="fbc6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3" name="Surface mesh patch"/>
              <p:cNvSpPr/>
              <p:nvPr/>
            </p:nvSpPr>
            <p:spPr>
              <a:xfrm>
                <a:off x="14569153" y="1021690"/>
                <a:ext cx="50120" cy="63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76">
                    <a:moveTo>
                      <a:pt x="0" y="0"/>
                    </a:moveTo>
                    <a:lnTo>
                      <a:pt x="2875" y="5982"/>
                    </a:lnTo>
                    <a:lnTo>
                      <a:pt x="5262" y="6676"/>
                    </a:lnTo>
                    <a:lnTo>
                      <a:pt x="2387" y="1001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4" name="Surface mesh patch"/>
              <p:cNvSpPr/>
              <p:nvPr/>
            </p:nvSpPr>
            <p:spPr>
              <a:xfrm>
                <a:off x="14619273" y="1085277"/>
                <a:ext cx="50120" cy="527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4">
                    <a:moveTo>
                      <a:pt x="0" y="0"/>
                    </a:moveTo>
                    <a:lnTo>
                      <a:pt x="2875" y="4837"/>
                    </a:lnTo>
                    <a:lnTo>
                      <a:pt x="5262" y="5534"/>
                    </a:lnTo>
                    <a:lnTo>
                      <a:pt x="2387" y="910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5" name="Surface mesh patch"/>
              <p:cNvSpPr/>
              <p:nvPr/>
            </p:nvSpPr>
            <p:spPr>
              <a:xfrm>
                <a:off x="14669392" y="1137988"/>
                <a:ext cx="50120" cy="41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5">
                    <a:moveTo>
                      <a:pt x="0" y="0"/>
                    </a:moveTo>
                    <a:lnTo>
                      <a:pt x="2875" y="3744"/>
                    </a:lnTo>
                    <a:lnTo>
                      <a:pt x="5262" y="4385"/>
                    </a:lnTo>
                    <a:lnTo>
                      <a:pt x="2387" y="728"/>
                    </a:lnTo>
                    <a:close/>
                  </a:path>
                </a:pathLst>
              </a:custGeom>
              <a:solidFill>
                <a:srgbClr val="dfe1ea"/>
              </a:solidFill>
              <a:ln w="3334" cap="flat" cmpd="sng" algn="ctr">
                <a:solidFill>
                  <a:srgbClr val="df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6" name="Surface mesh patch"/>
              <p:cNvSpPr/>
              <p:nvPr/>
            </p:nvSpPr>
            <p:spPr>
              <a:xfrm>
                <a:off x="14719512" y="1179751"/>
                <a:ext cx="50120" cy="32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0">
                    <a:moveTo>
                      <a:pt x="0" y="0"/>
                    </a:moveTo>
                    <a:lnTo>
                      <a:pt x="2875" y="2880"/>
                    </a:lnTo>
                    <a:lnTo>
                      <a:pt x="5262" y="3430"/>
                    </a:lnTo>
                    <a:lnTo>
                      <a:pt x="2387" y="535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7" name="Surface mesh patch"/>
              <p:cNvSpPr/>
              <p:nvPr/>
            </p:nvSpPr>
            <p:spPr>
              <a:xfrm>
                <a:off x="13694387" y="1299100"/>
                <a:ext cx="50120" cy="31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68">
                    <a:moveTo>
                      <a:pt x="0" y="2107"/>
                    </a:moveTo>
                    <a:lnTo>
                      <a:pt x="2875" y="3268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8" name="Surface mesh patch"/>
              <p:cNvSpPr/>
              <p:nvPr/>
            </p:nvSpPr>
            <p:spPr>
              <a:xfrm>
                <a:off x="13744507" y="1287278"/>
                <a:ext cx="50120" cy="343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08">
                    <a:moveTo>
                      <a:pt x="0" y="2252"/>
                    </a:moveTo>
                    <a:lnTo>
                      <a:pt x="2875" y="3608"/>
                    </a:lnTo>
                    <a:lnTo>
                      <a:pt x="5262" y="1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79" name="Surface mesh patch"/>
              <p:cNvSpPr/>
              <p:nvPr/>
            </p:nvSpPr>
            <p:spPr>
              <a:xfrm>
                <a:off x="13794626" y="1275729"/>
                <a:ext cx="50120" cy="36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1">
                    <a:moveTo>
                      <a:pt x="0" y="2396"/>
                    </a:moveTo>
                    <a:lnTo>
                      <a:pt x="2875" y="3871"/>
                    </a:lnTo>
                    <a:lnTo>
                      <a:pt x="5262" y="12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0" name="Surface mesh patch"/>
              <p:cNvSpPr/>
              <p:nvPr/>
            </p:nvSpPr>
            <p:spPr>
              <a:xfrm>
                <a:off x="13844746" y="1263057"/>
                <a:ext cx="50120" cy="38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98">
                    <a:moveTo>
                      <a:pt x="0" y="2584"/>
                    </a:moveTo>
                    <a:lnTo>
                      <a:pt x="2875" y="3998"/>
                    </a:lnTo>
                    <a:lnTo>
                      <a:pt x="5262" y="1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1" name="Surface mesh patch"/>
              <p:cNvSpPr/>
              <p:nvPr/>
            </p:nvSpPr>
            <p:spPr>
              <a:xfrm>
                <a:off x="13894866" y="1246185"/>
                <a:ext cx="50120" cy="37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1">
                    <a:moveTo>
                      <a:pt x="0" y="2878"/>
                    </a:moveTo>
                    <a:lnTo>
                      <a:pt x="2875" y="3971"/>
                    </a:lnTo>
                    <a:lnTo>
                      <a:pt x="5262" y="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2" name="Surface mesh patch"/>
              <p:cNvSpPr/>
              <p:nvPr/>
            </p:nvSpPr>
            <p:spPr>
              <a:xfrm>
                <a:off x="13944985" y="1219997"/>
                <a:ext cx="50120" cy="372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07">
                    <a:moveTo>
                      <a:pt x="0" y="3414"/>
                    </a:moveTo>
                    <a:lnTo>
                      <a:pt x="2875" y="3907"/>
                    </a:lnTo>
                    <a:lnTo>
                      <a:pt x="5262" y="0"/>
                    </a:lnTo>
                    <a:lnTo>
                      <a:pt x="2387" y="76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3" name="Surface mesh patch"/>
              <p:cNvSpPr/>
              <p:nvPr/>
            </p:nvSpPr>
            <p:spPr>
              <a:xfrm>
                <a:off x="13995105" y="1172509"/>
                <a:ext cx="50120" cy="474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6">
                    <a:moveTo>
                      <a:pt x="0" y="4986"/>
                    </a:moveTo>
                    <a:lnTo>
                      <a:pt x="2875" y="4682"/>
                    </a:lnTo>
                    <a:lnTo>
                      <a:pt x="5262" y="0"/>
                    </a:lnTo>
                    <a:lnTo>
                      <a:pt x="2387" y="1001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4" name="Surface mesh patch"/>
              <p:cNvSpPr/>
              <p:nvPr/>
            </p:nvSpPr>
            <p:spPr>
              <a:xfrm>
                <a:off x="14045225" y="1109320"/>
                <a:ext cx="50120" cy="63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34">
                    <a:moveTo>
                      <a:pt x="0" y="6634"/>
                    </a:moveTo>
                    <a:lnTo>
                      <a:pt x="2875" y="5532"/>
                    </a:lnTo>
                    <a:lnTo>
                      <a:pt x="5262" y="0"/>
                    </a:lnTo>
                    <a:lnTo>
                      <a:pt x="2387" y="1864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5" name="Surface mesh patch"/>
              <p:cNvSpPr/>
              <p:nvPr/>
            </p:nvSpPr>
            <p:spPr>
              <a:xfrm>
                <a:off x="14095344" y="1034257"/>
                <a:ext cx="50120" cy="750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81">
                    <a:moveTo>
                      <a:pt x="0" y="7881"/>
                    </a:moveTo>
                    <a:lnTo>
                      <a:pt x="2875" y="6269"/>
                    </a:lnTo>
                    <a:lnTo>
                      <a:pt x="5262" y="0"/>
                    </a:lnTo>
                    <a:lnTo>
                      <a:pt x="2387" y="2334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6" name="Surface mesh patch"/>
              <p:cNvSpPr/>
              <p:nvPr/>
            </p:nvSpPr>
            <p:spPr>
              <a:xfrm>
                <a:off x="14145464" y="956231"/>
                <a:ext cx="50120" cy="78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2">
                    <a:moveTo>
                      <a:pt x="0" y="8192"/>
                    </a:moveTo>
                    <a:lnTo>
                      <a:pt x="2875" y="6660"/>
                    </a:lnTo>
                    <a:lnTo>
                      <a:pt x="5262" y="0"/>
                    </a:lnTo>
                    <a:lnTo>
                      <a:pt x="2387" y="2095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7" name="Surface mesh patch"/>
              <p:cNvSpPr/>
              <p:nvPr/>
            </p:nvSpPr>
            <p:spPr>
              <a:xfrm>
                <a:off x="14195584" y="887752"/>
                <a:ext cx="50120" cy="68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9">
                    <a:moveTo>
                      <a:pt x="0" y="7189"/>
                    </a:moveTo>
                    <a:lnTo>
                      <a:pt x="2875" y="6520"/>
                    </a:lnTo>
                    <a:lnTo>
                      <a:pt x="5262" y="0"/>
                    </a:lnTo>
                    <a:lnTo>
                      <a:pt x="2387" y="992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8" name="Surface mesh patch"/>
              <p:cNvSpPr/>
              <p:nvPr/>
            </p:nvSpPr>
            <p:spPr>
              <a:xfrm>
                <a:off x="14245703" y="833283"/>
                <a:ext cx="50120" cy="634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59">
                    <a:moveTo>
                      <a:pt x="0" y="5719"/>
                    </a:moveTo>
                    <a:lnTo>
                      <a:pt x="2875" y="6659"/>
                    </a:lnTo>
                    <a:lnTo>
                      <a:pt x="5262" y="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89" name="Surface mesh patch"/>
              <p:cNvSpPr/>
              <p:nvPr/>
            </p:nvSpPr>
            <p:spPr>
              <a:xfrm>
                <a:off x="14295823" y="796798"/>
                <a:ext cx="50120" cy="73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94">
                    <a:moveTo>
                      <a:pt x="0" y="4694"/>
                    </a:moveTo>
                    <a:lnTo>
                      <a:pt x="2875" y="7694"/>
                    </a:lnTo>
                    <a:lnTo>
                      <a:pt x="5262" y="30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90" name="Surface mesh patch"/>
              <p:cNvSpPr/>
              <p:nvPr/>
            </p:nvSpPr>
            <p:spPr>
              <a:xfrm>
                <a:off x="14345943" y="794569"/>
                <a:ext cx="50120" cy="79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57">
                    <a:moveTo>
                      <a:pt x="0" y="3326"/>
                    </a:moveTo>
                    <a:lnTo>
                      <a:pt x="2875" y="8357"/>
                    </a:lnTo>
                    <a:lnTo>
                      <a:pt x="5262" y="5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91" name="Surface mesh patch"/>
              <p:cNvSpPr/>
              <p:nvPr/>
            </p:nvSpPr>
            <p:spPr>
              <a:xfrm>
                <a:off x="14396062" y="825601"/>
                <a:ext cx="50120" cy="80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5">
                    <a:moveTo>
                      <a:pt x="0" y="1909"/>
                    </a:moveTo>
                    <a:lnTo>
                      <a:pt x="2875" y="8455"/>
                    </a:lnTo>
                    <a:lnTo>
                      <a:pt x="5262" y="66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92" name="Surface mesh patch"/>
              <p:cNvSpPr/>
              <p:nvPr/>
            </p:nvSpPr>
            <p:spPr>
              <a:xfrm>
                <a:off x="14446182" y="881770"/>
                <a:ext cx="50120" cy="75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44">
                    <a:moveTo>
                      <a:pt x="0" y="713"/>
                    </a:moveTo>
                    <a:lnTo>
                      <a:pt x="2875" y="7944"/>
                    </a:lnTo>
                    <a:lnTo>
                      <a:pt x="5262" y="71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296"/>
              </a:solidFill>
              <a:ln w="3334" cap="flat" cmpd="sng" algn="ctr">
                <a:solidFill>
                  <a:srgbClr val="fab2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93" name="Surface mesh patch"/>
              <p:cNvSpPr/>
              <p:nvPr/>
            </p:nvSpPr>
            <p:spPr>
              <a:xfrm>
                <a:off x="14496301" y="950056"/>
                <a:ext cx="50120" cy="670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35">
                    <a:moveTo>
                      <a:pt x="0" y="0"/>
                    </a:moveTo>
                    <a:lnTo>
                      <a:pt x="2875" y="7035"/>
                    </a:lnTo>
                    <a:lnTo>
                      <a:pt x="5262" y="6980"/>
                    </a:lnTo>
                    <a:lnTo>
                      <a:pt x="2387" y="105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94" name="Surface mesh patch"/>
              <p:cNvSpPr/>
              <p:nvPr/>
            </p:nvSpPr>
            <p:spPr>
              <a:xfrm>
                <a:off x="14546421" y="1016538"/>
                <a:ext cx="50120" cy="621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2">
                    <a:moveTo>
                      <a:pt x="0" y="0"/>
                    </a:moveTo>
                    <a:lnTo>
                      <a:pt x="2875" y="6160"/>
                    </a:lnTo>
                    <a:lnTo>
                      <a:pt x="5262" y="6522"/>
                    </a:lnTo>
                    <a:lnTo>
                      <a:pt x="2387" y="541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95" name="Surface mesh patch"/>
              <p:cNvSpPr/>
              <p:nvPr/>
            </p:nvSpPr>
            <p:spPr>
              <a:xfrm>
                <a:off x="14596541" y="1078663"/>
                <a:ext cx="50120" cy="526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1">
                    <a:moveTo>
                      <a:pt x="0" y="0"/>
                    </a:moveTo>
                    <a:lnTo>
                      <a:pt x="2875" y="4946"/>
                    </a:lnTo>
                    <a:lnTo>
                      <a:pt x="5262" y="5531"/>
                    </a:lnTo>
                    <a:lnTo>
                      <a:pt x="2387" y="694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96" name="Surface mesh patch"/>
              <p:cNvSpPr/>
              <p:nvPr/>
            </p:nvSpPr>
            <p:spPr>
              <a:xfrm>
                <a:off x="14646660" y="1131350"/>
                <a:ext cx="50120" cy="42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41">
                    <a:moveTo>
                      <a:pt x="0" y="0"/>
                    </a:moveTo>
                    <a:lnTo>
                      <a:pt x="2875" y="3733"/>
                    </a:lnTo>
                    <a:lnTo>
                      <a:pt x="5262" y="4441"/>
                    </a:lnTo>
                    <a:lnTo>
                      <a:pt x="2387" y="697"/>
                    </a:lnTo>
                    <a:close/>
                  </a:path>
                </a:pathLst>
              </a:custGeom>
              <a:solidFill>
                <a:srgbClr val="e3dfe3"/>
              </a:solidFill>
              <a:ln w="3334" cap="flat" cmpd="sng" algn="ctr">
                <a:solidFill>
                  <a:srgbClr val="e3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97" name="Surface mesh patch"/>
              <p:cNvSpPr/>
              <p:nvPr/>
            </p:nvSpPr>
            <p:spPr>
              <a:xfrm>
                <a:off x="14696780" y="1173651"/>
                <a:ext cx="50120" cy="335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20">
                    <a:moveTo>
                      <a:pt x="0" y="0"/>
                    </a:moveTo>
                    <a:lnTo>
                      <a:pt x="2875" y="2759"/>
                    </a:lnTo>
                    <a:lnTo>
                      <a:pt x="5262" y="3520"/>
                    </a:lnTo>
                    <a:lnTo>
                      <a:pt x="2387" y="640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98" name="Surface mesh patch"/>
              <p:cNvSpPr/>
              <p:nvPr/>
            </p:nvSpPr>
            <p:spPr>
              <a:xfrm>
                <a:off x="14746900" y="1207179"/>
                <a:ext cx="50120" cy="269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7">
                    <a:moveTo>
                      <a:pt x="0" y="0"/>
                    </a:moveTo>
                    <a:lnTo>
                      <a:pt x="2875" y="2107"/>
                    </a:lnTo>
                    <a:lnTo>
                      <a:pt x="5262" y="2827"/>
                    </a:lnTo>
                    <a:lnTo>
                      <a:pt x="2387" y="55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99" name="Surface mesh patch"/>
              <p:cNvSpPr/>
              <p:nvPr/>
            </p:nvSpPr>
            <p:spPr>
              <a:xfrm>
                <a:off x="13671655" y="1319167"/>
                <a:ext cx="50120" cy="32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92">
                    <a:moveTo>
                      <a:pt x="0" y="2080"/>
                    </a:moveTo>
                    <a:lnTo>
                      <a:pt x="2875" y="3392"/>
                    </a:lnTo>
                    <a:lnTo>
                      <a:pt x="5262" y="1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00" name="Surface mesh patch"/>
              <p:cNvSpPr/>
              <p:nvPr/>
            </p:nvSpPr>
            <p:spPr>
              <a:xfrm>
                <a:off x="13721775" y="1308731"/>
                <a:ext cx="50120" cy="35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79">
                    <a:moveTo>
                      <a:pt x="0" y="2257"/>
                    </a:moveTo>
                    <a:lnTo>
                      <a:pt x="2875" y="3779"/>
                    </a:lnTo>
                    <a:lnTo>
                      <a:pt x="5262" y="13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01" name="Surface mesh patch"/>
              <p:cNvSpPr/>
              <p:nvPr/>
            </p:nvSpPr>
            <p:spPr>
              <a:xfrm>
                <a:off x="13771895" y="1298548"/>
                <a:ext cx="50120" cy="39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5">
                    <a:moveTo>
                      <a:pt x="0" y="2424"/>
                    </a:moveTo>
                    <a:lnTo>
                      <a:pt x="2875" y="4105"/>
                    </a:lnTo>
                    <a:lnTo>
                      <a:pt x="5262" y="14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02" name="Surface mesh patch"/>
              <p:cNvSpPr/>
              <p:nvPr/>
            </p:nvSpPr>
            <p:spPr>
              <a:xfrm>
                <a:off x="13822014" y="1287666"/>
                <a:ext cx="50120" cy="40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04">
                    <a:moveTo>
                      <a:pt x="0" y="2618"/>
                    </a:moveTo>
                    <a:lnTo>
                      <a:pt x="2875" y="4304"/>
                    </a:lnTo>
                    <a:lnTo>
                      <a:pt x="5262" y="14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03" name="Surface mesh patch"/>
              <p:cNvSpPr/>
              <p:nvPr/>
            </p:nvSpPr>
            <p:spPr>
              <a:xfrm>
                <a:off x="13872134" y="1273599"/>
                <a:ext cx="50120" cy="41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52">
                    <a:moveTo>
                      <a:pt x="0" y="2892"/>
                    </a:moveTo>
                    <a:lnTo>
                      <a:pt x="2875" y="4352"/>
                    </a:lnTo>
                    <a:lnTo>
                      <a:pt x="5262" y="10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04" name="Surface mesh patch"/>
              <p:cNvSpPr/>
              <p:nvPr/>
            </p:nvSpPr>
            <p:spPr>
              <a:xfrm>
                <a:off x="13922254" y="1252513"/>
                <a:ext cx="50120" cy="408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7">
                    <a:moveTo>
                      <a:pt x="0" y="3307"/>
                    </a:moveTo>
                    <a:lnTo>
                      <a:pt x="2875" y="4287"/>
                    </a:lnTo>
                    <a:lnTo>
                      <a:pt x="5262" y="4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05" name="Surface mesh patch"/>
              <p:cNvSpPr/>
              <p:nvPr/>
            </p:nvSpPr>
            <p:spPr>
              <a:xfrm>
                <a:off x="13972373" y="1217104"/>
                <a:ext cx="50120" cy="429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14">
                    <a:moveTo>
                      <a:pt x="0" y="4211"/>
                    </a:moveTo>
                    <a:lnTo>
                      <a:pt x="2875" y="4514"/>
                    </a:lnTo>
                    <a:lnTo>
                      <a:pt x="5262" y="0"/>
                    </a:lnTo>
                    <a:lnTo>
                      <a:pt x="2387" y="304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06" name="Surface mesh patch"/>
              <p:cNvSpPr/>
              <p:nvPr/>
            </p:nvSpPr>
            <p:spPr>
              <a:xfrm>
                <a:off x="14022493" y="1162014"/>
                <a:ext cx="50120" cy="550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84">
                    <a:moveTo>
                      <a:pt x="0" y="5784"/>
                    </a:moveTo>
                    <a:lnTo>
                      <a:pt x="2875" y="5366"/>
                    </a:lnTo>
                    <a:lnTo>
                      <a:pt x="5262" y="0"/>
                    </a:lnTo>
                    <a:lnTo>
                      <a:pt x="2387" y="1102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07" name="Surface mesh patch"/>
              <p:cNvSpPr/>
              <p:nvPr/>
            </p:nvSpPr>
            <p:spPr>
              <a:xfrm>
                <a:off x="14072612" y="1093967"/>
                <a:ext cx="50120" cy="68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44">
                    <a:moveTo>
                      <a:pt x="0" y="7144"/>
                    </a:moveTo>
                    <a:lnTo>
                      <a:pt x="2875" y="6206"/>
                    </a:lnTo>
                    <a:lnTo>
                      <a:pt x="5262" y="0"/>
                    </a:lnTo>
                    <a:lnTo>
                      <a:pt x="2387" y="1612"/>
                    </a:lnTo>
                    <a:close/>
                  </a:path>
                </a:pathLst>
              </a:custGeom>
              <a:solidFill>
                <a:srgbClr val="edd9ce"/>
              </a:solidFill>
              <a:ln w="3334" cap="flat" cmpd="sng" algn="ctr">
                <a:solidFill>
                  <a:srgbClr val="edd9c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08" name="Surface mesh patch"/>
              <p:cNvSpPr/>
              <p:nvPr/>
            </p:nvSpPr>
            <p:spPr>
              <a:xfrm>
                <a:off x="14122732" y="1019670"/>
                <a:ext cx="50120" cy="742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00">
                    <a:moveTo>
                      <a:pt x="0" y="7800"/>
                    </a:moveTo>
                    <a:lnTo>
                      <a:pt x="2875" y="6817"/>
                    </a:lnTo>
                    <a:lnTo>
                      <a:pt x="5262" y="0"/>
                    </a:lnTo>
                    <a:lnTo>
                      <a:pt x="2387" y="1531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09" name="Surface mesh patch"/>
              <p:cNvSpPr/>
              <p:nvPr/>
            </p:nvSpPr>
            <p:spPr>
              <a:xfrm>
                <a:off x="14172852" y="949856"/>
                <a:ext cx="50120" cy="69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30">
                    <a:moveTo>
                      <a:pt x="0" y="7330"/>
                    </a:moveTo>
                    <a:lnTo>
                      <a:pt x="2875" y="6984"/>
                    </a:lnTo>
                    <a:lnTo>
                      <a:pt x="5262" y="0"/>
                    </a:lnTo>
                    <a:lnTo>
                      <a:pt x="2387" y="669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10" name="Surface mesh patch"/>
              <p:cNvSpPr/>
              <p:nvPr/>
            </p:nvSpPr>
            <p:spPr>
              <a:xfrm>
                <a:off x="14222971" y="887752"/>
                <a:ext cx="50120" cy="71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23">
                    <a:moveTo>
                      <a:pt x="0" y="6520"/>
                    </a:moveTo>
                    <a:lnTo>
                      <a:pt x="2875" y="7523"/>
                    </a:lnTo>
                    <a:lnTo>
                      <a:pt x="5262" y="9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11" name="Surface mesh patch"/>
              <p:cNvSpPr/>
              <p:nvPr/>
            </p:nvSpPr>
            <p:spPr>
              <a:xfrm>
                <a:off x="14273091" y="841512"/>
                <a:ext cx="50120" cy="823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41">
                    <a:moveTo>
                      <a:pt x="0" y="5795"/>
                    </a:moveTo>
                    <a:lnTo>
                      <a:pt x="2875" y="8641"/>
                    </a:lnTo>
                    <a:lnTo>
                      <a:pt x="5262" y="29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68a"/>
              </a:solidFill>
              <a:ln w="3334" cap="flat" cmpd="sng" algn="ctr">
                <a:solidFill>
                  <a:srgbClr val="faa68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12" name="Surface mesh patch"/>
              <p:cNvSpPr/>
              <p:nvPr/>
            </p:nvSpPr>
            <p:spPr>
              <a:xfrm>
                <a:off x="14323211" y="826253"/>
                <a:ext cx="50120" cy="893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75">
                    <a:moveTo>
                      <a:pt x="0" y="4601"/>
                    </a:moveTo>
                    <a:lnTo>
                      <a:pt x="2875" y="9375"/>
                    </a:lnTo>
                    <a:lnTo>
                      <a:pt x="5262" y="5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13" name="Surface mesh patch"/>
              <p:cNvSpPr/>
              <p:nvPr/>
            </p:nvSpPr>
            <p:spPr>
              <a:xfrm>
                <a:off x="14373330" y="843781"/>
                <a:ext cx="50120" cy="90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02">
                    <a:moveTo>
                      <a:pt x="0" y="3190"/>
                    </a:moveTo>
                    <a:lnTo>
                      <a:pt x="2875" y="9502"/>
                    </a:lnTo>
                    <a:lnTo>
                      <a:pt x="5262" y="6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14" name="Surface mesh patch"/>
              <p:cNvSpPr/>
              <p:nvPr/>
            </p:nvSpPr>
            <p:spPr>
              <a:xfrm>
                <a:off x="14423450" y="888563"/>
                <a:ext cx="50120" cy="851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44">
                    <a:moveTo>
                      <a:pt x="0" y="1845"/>
                    </a:moveTo>
                    <a:lnTo>
                      <a:pt x="2875" y="8944"/>
                    </a:lnTo>
                    <a:lnTo>
                      <a:pt x="5262" y="72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397"/>
              </a:solidFill>
              <a:ln w="3334" cap="flat" cmpd="sng" algn="ctr">
                <a:solidFill>
                  <a:srgbClr val="fa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15" name="Surface mesh patch"/>
              <p:cNvSpPr/>
              <p:nvPr/>
            </p:nvSpPr>
            <p:spPr>
              <a:xfrm>
                <a:off x="14473570" y="950056"/>
                <a:ext cx="50120" cy="741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6">
                    <a:moveTo>
                      <a:pt x="0" y="775"/>
                    </a:moveTo>
                    <a:lnTo>
                      <a:pt x="2875" y="7786"/>
                    </a:lnTo>
                    <a:lnTo>
                      <a:pt x="5262" y="70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16" name="Surface mesh patch"/>
              <p:cNvSpPr/>
              <p:nvPr/>
            </p:nvSpPr>
            <p:spPr>
              <a:xfrm>
                <a:off x="14523689" y="1016538"/>
                <a:ext cx="50120" cy="59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35">
                    <a:moveTo>
                      <a:pt x="0" y="55"/>
                    </a:moveTo>
                    <a:lnTo>
                      <a:pt x="2875" y="6235"/>
                    </a:lnTo>
                    <a:lnTo>
                      <a:pt x="5262" y="61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17" name="Surface mesh patch"/>
              <p:cNvSpPr/>
              <p:nvPr/>
            </p:nvSpPr>
            <p:spPr>
              <a:xfrm>
                <a:off x="14573809" y="1075216"/>
                <a:ext cx="50120" cy="505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8">
                    <a:moveTo>
                      <a:pt x="0" y="0"/>
                    </a:moveTo>
                    <a:lnTo>
                      <a:pt x="2875" y="4917"/>
                    </a:lnTo>
                    <a:lnTo>
                      <a:pt x="5262" y="5308"/>
                    </a:lnTo>
                    <a:lnTo>
                      <a:pt x="2387" y="362"/>
                    </a:lnTo>
                    <a:close/>
                  </a:path>
                </a:pathLst>
              </a:custGeom>
              <a:solidFill>
                <a:srgbClr val="f0d7c9"/>
              </a:solidFill>
              <a:ln w="3334" cap="flat" cmpd="sng" algn="ctr">
                <a:solidFill>
                  <a:srgbClr val="f0d7c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18" name="Surface mesh patch"/>
              <p:cNvSpPr/>
              <p:nvPr/>
            </p:nvSpPr>
            <p:spPr>
              <a:xfrm>
                <a:off x="14623929" y="1125770"/>
                <a:ext cx="50120" cy="411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8">
                    <a:moveTo>
                      <a:pt x="0" y="0"/>
                    </a:moveTo>
                    <a:lnTo>
                      <a:pt x="2875" y="3592"/>
                    </a:lnTo>
                    <a:lnTo>
                      <a:pt x="5262" y="4318"/>
                    </a:lnTo>
                    <a:lnTo>
                      <a:pt x="2387" y="586"/>
                    </a:lnTo>
                    <a:close/>
                  </a:path>
                </a:pathLst>
              </a:custGeom>
              <a:solidFill>
                <a:srgbClr val="e6dddc"/>
              </a:solidFill>
              <a:ln w="3334" cap="flat" cmpd="sng" algn="ctr">
                <a:solidFill>
                  <a:srgbClr val="e6ddd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19" name="Surface mesh patch"/>
              <p:cNvSpPr/>
              <p:nvPr/>
            </p:nvSpPr>
            <p:spPr>
              <a:xfrm>
                <a:off x="14674048" y="1166903"/>
                <a:ext cx="50120" cy="33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7">
                    <a:moveTo>
                      <a:pt x="0" y="0"/>
                    </a:moveTo>
                    <a:lnTo>
                      <a:pt x="2875" y="2502"/>
                    </a:lnTo>
                    <a:lnTo>
                      <a:pt x="5262" y="3467"/>
                    </a:lnTo>
                    <a:lnTo>
                      <a:pt x="2387" y="708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20" name="Surface mesh patch"/>
              <p:cNvSpPr/>
              <p:nvPr/>
            </p:nvSpPr>
            <p:spPr>
              <a:xfrm>
                <a:off x="14724168" y="1199927"/>
                <a:ext cx="50120" cy="273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9">
                    <a:moveTo>
                      <a:pt x="0" y="0"/>
                    </a:moveTo>
                    <a:lnTo>
                      <a:pt x="2875" y="1795"/>
                    </a:lnTo>
                    <a:lnTo>
                      <a:pt x="5262" y="2869"/>
                    </a:lnTo>
                    <a:lnTo>
                      <a:pt x="2387" y="761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21" name="Surface mesh patch"/>
              <p:cNvSpPr/>
              <p:nvPr/>
            </p:nvSpPr>
            <p:spPr>
              <a:xfrm>
                <a:off x="14774287" y="1227252"/>
                <a:ext cx="50120" cy="232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2">
                    <a:moveTo>
                      <a:pt x="0" y="0"/>
                    </a:moveTo>
                    <a:lnTo>
                      <a:pt x="2875" y="1446"/>
                    </a:lnTo>
                    <a:lnTo>
                      <a:pt x="5262" y="2442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22" name="Surface mesh patch"/>
              <p:cNvSpPr/>
              <p:nvPr/>
            </p:nvSpPr>
            <p:spPr>
              <a:xfrm>
                <a:off x="13648923" y="1338978"/>
                <a:ext cx="50120" cy="33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81">
                    <a:moveTo>
                      <a:pt x="0" y="2025"/>
                    </a:moveTo>
                    <a:lnTo>
                      <a:pt x="2875" y="3481"/>
                    </a:lnTo>
                    <a:lnTo>
                      <a:pt x="5262" y="1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23" name="Surface mesh patch"/>
              <p:cNvSpPr/>
              <p:nvPr/>
            </p:nvSpPr>
            <p:spPr>
              <a:xfrm>
                <a:off x="13699043" y="1330229"/>
                <a:ext cx="50120" cy="37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08">
                    <a:moveTo>
                      <a:pt x="0" y="2230"/>
                    </a:moveTo>
                    <a:lnTo>
                      <a:pt x="2875" y="3908"/>
                    </a:lnTo>
                    <a:lnTo>
                      <a:pt x="5262" y="15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24" name="Surface mesh patch"/>
              <p:cNvSpPr/>
              <p:nvPr/>
            </p:nvSpPr>
            <p:spPr>
              <a:xfrm>
                <a:off x="13749163" y="1321641"/>
                <a:ext cx="50120" cy="408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8">
                    <a:moveTo>
                      <a:pt x="0" y="2423"/>
                    </a:moveTo>
                    <a:lnTo>
                      <a:pt x="2875" y="4288"/>
                    </a:lnTo>
                    <a:lnTo>
                      <a:pt x="5262" y="16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25" name="Surface mesh patch"/>
              <p:cNvSpPr/>
              <p:nvPr/>
            </p:nvSpPr>
            <p:spPr>
              <a:xfrm>
                <a:off x="13799282" y="1312604"/>
                <a:ext cx="50120" cy="43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9">
                    <a:moveTo>
                      <a:pt x="0" y="2629"/>
                    </a:moveTo>
                    <a:lnTo>
                      <a:pt x="2875" y="4549"/>
                    </a:lnTo>
                    <a:lnTo>
                      <a:pt x="5262" y="1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26" name="Surface mesh patch"/>
              <p:cNvSpPr/>
              <p:nvPr/>
            </p:nvSpPr>
            <p:spPr>
              <a:xfrm>
                <a:off x="13849402" y="1301142"/>
                <a:ext cx="50120" cy="44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8">
                    <a:moveTo>
                      <a:pt x="0" y="2889"/>
                    </a:moveTo>
                    <a:lnTo>
                      <a:pt x="2875" y="4658"/>
                    </a:lnTo>
                    <a:lnTo>
                      <a:pt x="5262" y="14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27" name="Surface mesh patch"/>
              <p:cNvSpPr/>
              <p:nvPr/>
            </p:nvSpPr>
            <p:spPr>
              <a:xfrm>
                <a:off x="13899522" y="1284008"/>
                <a:ext cx="50120" cy="442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5">
                    <a:moveTo>
                      <a:pt x="0" y="3259"/>
                    </a:moveTo>
                    <a:lnTo>
                      <a:pt x="2875" y="4645"/>
                    </a:lnTo>
                    <a:lnTo>
                      <a:pt x="5262" y="9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28" name="Surface mesh patch"/>
              <p:cNvSpPr/>
              <p:nvPr/>
            </p:nvSpPr>
            <p:spPr>
              <a:xfrm>
                <a:off x="13949641" y="1257211"/>
                <a:ext cx="50120" cy="438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05">
                    <a:moveTo>
                      <a:pt x="0" y="3794"/>
                    </a:moveTo>
                    <a:lnTo>
                      <a:pt x="2875" y="4605"/>
                    </a:lnTo>
                    <a:lnTo>
                      <a:pt x="5262" y="3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29" name="Surface mesh patch"/>
              <p:cNvSpPr/>
              <p:nvPr/>
            </p:nvSpPr>
            <p:spPr>
              <a:xfrm>
                <a:off x="13999761" y="1213128"/>
                <a:ext cx="50120" cy="485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00">
                    <a:moveTo>
                      <a:pt x="0" y="4932"/>
                    </a:moveTo>
                    <a:lnTo>
                      <a:pt x="2875" y="5100"/>
                    </a:lnTo>
                    <a:lnTo>
                      <a:pt x="5262" y="0"/>
                    </a:lnTo>
                    <a:lnTo>
                      <a:pt x="2387" y="417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30" name="Surface mesh patch"/>
              <p:cNvSpPr/>
              <p:nvPr/>
            </p:nvSpPr>
            <p:spPr>
              <a:xfrm>
                <a:off x="14049881" y="1153075"/>
                <a:ext cx="50120" cy="600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05">
                    <a:moveTo>
                      <a:pt x="0" y="6305"/>
                    </a:moveTo>
                    <a:lnTo>
                      <a:pt x="2875" y="5961"/>
                    </a:lnTo>
                    <a:lnTo>
                      <a:pt x="5262" y="0"/>
                    </a:lnTo>
                    <a:lnTo>
                      <a:pt x="2387" y="938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31" name="Surface mesh patch"/>
              <p:cNvSpPr/>
              <p:nvPr/>
            </p:nvSpPr>
            <p:spPr>
              <a:xfrm>
                <a:off x="14100000" y="1084600"/>
                <a:ext cx="50120" cy="684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9">
                    <a:moveTo>
                      <a:pt x="0" y="7189"/>
                    </a:moveTo>
                    <a:lnTo>
                      <a:pt x="2875" y="6708"/>
                    </a:lnTo>
                    <a:lnTo>
                      <a:pt x="5262" y="0"/>
                    </a:lnTo>
                    <a:lnTo>
                      <a:pt x="2387" y="983"/>
                    </a:lnTo>
                    <a:close/>
                  </a:path>
                </a:pathLst>
              </a:custGeom>
              <a:solidFill>
                <a:srgbClr val="f1d6c6"/>
              </a:solidFill>
              <a:ln w="3334" cap="flat" cmpd="sng" algn="ctr">
                <a:solidFill>
                  <a:srgbClr val="f1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32" name="Surface mesh patch"/>
              <p:cNvSpPr/>
              <p:nvPr/>
            </p:nvSpPr>
            <p:spPr>
              <a:xfrm>
                <a:off x="14150120" y="1016381"/>
                <a:ext cx="50120" cy="682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62">
                    <a:moveTo>
                      <a:pt x="0" y="7162"/>
                    </a:moveTo>
                    <a:lnTo>
                      <a:pt x="2875" y="7122"/>
                    </a:lnTo>
                    <a:lnTo>
                      <a:pt x="5262" y="0"/>
                    </a:lnTo>
                    <a:lnTo>
                      <a:pt x="2387" y="345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33" name="Surface mesh patch"/>
              <p:cNvSpPr/>
              <p:nvPr/>
            </p:nvSpPr>
            <p:spPr>
              <a:xfrm>
                <a:off x="14200240" y="949856"/>
                <a:ext cx="50120" cy="76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33">
                    <a:moveTo>
                      <a:pt x="0" y="6984"/>
                    </a:moveTo>
                    <a:lnTo>
                      <a:pt x="2875" y="8033"/>
                    </a:lnTo>
                    <a:lnTo>
                      <a:pt x="5262" y="10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ca0"/>
              </a:solidFill>
              <a:ln w="3334" cap="flat" cmpd="sng" algn="ctr">
                <a:solidFill>
                  <a:srgbClr val="fbbc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34" name="Surface mesh patch"/>
              <p:cNvSpPr/>
              <p:nvPr/>
            </p:nvSpPr>
            <p:spPr>
              <a:xfrm>
                <a:off x="14250359" y="896705"/>
                <a:ext cx="50120" cy="879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31">
                    <a:moveTo>
                      <a:pt x="0" y="6583"/>
                    </a:moveTo>
                    <a:lnTo>
                      <a:pt x="2875" y="9231"/>
                    </a:lnTo>
                    <a:lnTo>
                      <a:pt x="5262" y="28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35" name="Surface mesh patch"/>
              <p:cNvSpPr/>
              <p:nvPr/>
            </p:nvSpPr>
            <p:spPr>
              <a:xfrm>
                <a:off x="14300479" y="870079"/>
                <a:ext cx="50120" cy="958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62">
                    <a:moveTo>
                      <a:pt x="0" y="5642"/>
                    </a:moveTo>
                    <a:lnTo>
                      <a:pt x="2875" y="10062"/>
                    </a:lnTo>
                    <a:lnTo>
                      <a:pt x="5262" y="47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36" name="Surface mesh patch"/>
              <p:cNvSpPr/>
              <p:nvPr/>
            </p:nvSpPr>
            <p:spPr>
              <a:xfrm>
                <a:off x="14350598" y="874166"/>
                <a:ext cx="50120" cy="97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70">
                    <a:moveTo>
                      <a:pt x="0" y="4345"/>
                    </a:moveTo>
                    <a:lnTo>
                      <a:pt x="2875" y="10270"/>
                    </a:lnTo>
                    <a:lnTo>
                      <a:pt x="5262" y="6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37" name="Surface mesh patch"/>
              <p:cNvSpPr/>
              <p:nvPr/>
            </p:nvSpPr>
            <p:spPr>
              <a:xfrm>
                <a:off x="14400718" y="906134"/>
                <a:ext cx="50120" cy="927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37">
                    <a:moveTo>
                      <a:pt x="0" y="2956"/>
                    </a:moveTo>
                    <a:lnTo>
                      <a:pt x="2875" y="9737"/>
                    </a:lnTo>
                    <a:lnTo>
                      <a:pt x="5262" y="7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599"/>
              </a:solidFill>
              <a:ln w="3334" cap="flat" cmpd="sng" algn="ctr">
                <a:solidFill>
                  <a:srgbClr val="fbb5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38" name="Surface mesh patch"/>
              <p:cNvSpPr/>
              <p:nvPr/>
            </p:nvSpPr>
            <p:spPr>
              <a:xfrm>
                <a:off x="14450838" y="957435"/>
                <a:ext cx="50120" cy="810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08">
                    <a:moveTo>
                      <a:pt x="0" y="1714"/>
                    </a:moveTo>
                    <a:lnTo>
                      <a:pt x="2875" y="8508"/>
                    </a:lnTo>
                    <a:lnTo>
                      <a:pt x="5262" y="70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39" name="Surface mesh patch"/>
              <p:cNvSpPr/>
              <p:nvPr/>
            </p:nvSpPr>
            <p:spPr>
              <a:xfrm>
                <a:off x="14500957" y="1017066"/>
                <a:ext cx="50120" cy="645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73">
                    <a:moveTo>
                      <a:pt x="0" y="751"/>
                    </a:moveTo>
                    <a:lnTo>
                      <a:pt x="2875" y="6773"/>
                    </a:lnTo>
                    <a:lnTo>
                      <a:pt x="5262" y="61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40" name="Surface mesh patch"/>
              <p:cNvSpPr/>
              <p:nvPr/>
            </p:nvSpPr>
            <p:spPr>
              <a:xfrm>
                <a:off x="14551077" y="1075216"/>
                <a:ext cx="50120" cy="468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7">
                    <a:moveTo>
                      <a:pt x="0" y="75"/>
                    </a:moveTo>
                    <a:lnTo>
                      <a:pt x="2875" y="4805"/>
                    </a:lnTo>
                    <a:lnTo>
                      <a:pt x="5262" y="49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3"/>
              </a:solidFill>
              <a:ln w="3334" cap="flat" cmpd="sng" algn="ctr">
                <a:solidFill>
                  <a:srgbClr val="f3d6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41" name="Surface mesh patch"/>
              <p:cNvSpPr/>
              <p:nvPr/>
            </p:nvSpPr>
            <p:spPr>
              <a:xfrm>
                <a:off x="14601197" y="1122055"/>
                <a:ext cx="50120" cy="37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2">
                    <a:moveTo>
                      <a:pt x="0" y="0"/>
                    </a:moveTo>
                    <a:lnTo>
                      <a:pt x="2875" y="3298"/>
                    </a:lnTo>
                    <a:lnTo>
                      <a:pt x="5262" y="3982"/>
                    </a:lnTo>
                    <a:lnTo>
                      <a:pt x="2387" y="390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42" name="Surface mesh patch"/>
              <p:cNvSpPr/>
              <p:nvPr/>
            </p:nvSpPr>
            <p:spPr>
              <a:xfrm>
                <a:off x="14651316" y="1159982"/>
                <a:ext cx="50120" cy="307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9">
                    <a:moveTo>
                      <a:pt x="0" y="0"/>
                    </a:moveTo>
                    <a:lnTo>
                      <a:pt x="2875" y="2083"/>
                    </a:lnTo>
                    <a:lnTo>
                      <a:pt x="5262" y="3229"/>
                    </a:lnTo>
                    <a:lnTo>
                      <a:pt x="2387" y="727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43" name="Surface mesh patch"/>
              <p:cNvSpPr/>
              <p:nvPr/>
            </p:nvSpPr>
            <p:spPr>
              <a:xfrm>
                <a:off x="14701436" y="1190733"/>
                <a:ext cx="50120" cy="26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0">
                    <a:moveTo>
                      <a:pt x="0" y="0"/>
                    </a:moveTo>
                    <a:lnTo>
                      <a:pt x="2875" y="1308"/>
                    </a:lnTo>
                    <a:lnTo>
                      <a:pt x="5262" y="2760"/>
                    </a:lnTo>
                    <a:lnTo>
                      <a:pt x="2387" y="965"/>
                    </a:lnTo>
                    <a:close/>
                  </a:path>
                </a:pathLst>
              </a:custGeom>
              <a:solidFill>
                <a:srgbClr val="dce3ef"/>
              </a:solidFill>
              <a:ln w="3334" cap="flat" cmpd="sng" algn="ctr">
                <a:solidFill>
                  <a:srgbClr val="dce3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44" name="Surface mesh patch"/>
              <p:cNvSpPr/>
              <p:nvPr/>
            </p:nvSpPr>
            <p:spPr>
              <a:xfrm>
                <a:off x="14751556" y="1217023"/>
                <a:ext cx="50120" cy="23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0"/>
                    </a:moveTo>
                    <a:lnTo>
                      <a:pt x="2875" y="997"/>
                    </a:lnTo>
                    <a:lnTo>
                      <a:pt x="5262" y="2520"/>
                    </a:lnTo>
                    <a:lnTo>
                      <a:pt x="2387" y="1074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45" name="Surface mesh patch"/>
              <p:cNvSpPr/>
              <p:nvPr/>
            </p:nvSpPr>
            <p:spPr>
              <a:xfrm>
                <a:off x="14801675" y="1241021"/>
                <a:ext cx="50120" cy="21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1">
                    <a:moveTo>
                      <a:pt x="0" y="0"/>
                    </a:moveTo>
                    <a:lnTo>
                      <a:pt x="2875" y="996"/>
                    </a:lnTo>
                    <a:lnTo>
                      <a:pt x="5262" y="2301"/>
                    </a:lnTo>
                    <a:lnTo>
                      <a:pt x="2387" y="996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46" name="Surface mesh patch"/>
              <p:cNvSpPr/>
              <p:nvPr/>
            </p:nvSpPr>
            <p:spPr>
              <a:xfrm>
                <a:off x="13626192" y="1358265"/>
                <a:ext cx="50120" cy="336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32">
                    <a:moveTo>
                      <a:pt x="0" y="1943"/>
                    </a:moveTo>
                    <a:lnTo>
                      <a:pt x="2875" y="3532"/>
                    </a:lnTo>
                    <a:lnTo>
                      <a:pt x="5262" y="14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47" name="Surface mesh patch"/>
              <p:cNvSpPr/>
              <p:nvPr/>
            </p:nvSpPr>
            <p:spPr>
              <a:xfrm>
                <a:off x="13676311" y="1351471"/>
                <a:ext cx="50120" cy="37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8">
                    <a:moveTo>
                      <a:pt x="0" y="2170"/>
                    </a:moveTo>
                    <a:lnTo>
                      <a:pt x="2875" y="3988"/>
                    </a:lnTo>
                    <a:lnTo>
                      <a:pt x="5262" y="16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48" name="Surface mesh patch"/>
              <p:cNvSpPr/>
              <p:nvPr/>
            </p:nvSpPr>
            <p:spPr>
              <a:xfrm>
                <a:off x="13726431" y="1344723"/>
                <a:ext cx="50120" cy="420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4">
                    <a:moveTo>
                      <a:pt x="0" y="2386"/>
                    </a:moveTo>
                    <a:lnTo>
                      <a:pt x="2875" y="4414"/>
                    </a:lnTo>
                    <a:lnTo>
                      <a:pt x="5262" y="18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49" name="Surface mesh patch"/>
              <p:cNvSpPr/>
              <p:nvPr/>
            </p:nvSpPr>
            <p:spPr>
              <a:xfrm>
                <a:off x="13776551" y="1337645"/>
                <a:ext cx="50120" cy="450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7">
                    <a:moveTo>
                      <a:pt x="0" y="2608"/>
                    </a:moveTo>
                    <a:lnTo>
                      <a:pt x="2875" y="4727"/>
                    </a:lnTo>
                    <a:lnTo>
                      <a:pt x="5262" y="1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50" name="Surface mesh patch"/>
              <p:cNvSpPr/>
              <p:nvPr/>
            </p:nvSpPr>
            <p:spPr>
              <a:xfrm>
                <a:off x="13826670" y="1328658"/>
                <a:ext cx="50120" cy="465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6">
                    <a:moveTo>
                      <a:pt x="0" y="2864"/>
                    </a:moveTo>
                    <a:lnTo>
                      <a:pt x="2875" y="4886"/>
                    </a:lnTo>
                    <a:lnTo>
                      <a:pt x="5262" y="17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51" name="Surface mesh patch"/>
              <p:cNvSpPr/>
              <p:nvPr/>
            </p:nvSpPr>
            <p:spPr>
              <a:xfrm>
                <a:off x="13876790" y="1315051"/>
                <a:ext cx="50120" cy="46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8">
                    <a:moveTo>
                      <a:pt x="0" y="3197"/>
                    </a:moveTo>
                    <a:lnTo>
                      <a:pt x="2875" y="4908"/>
                    </a:lnTo>
                    <a:lnTo>
                      <a:pt x="5262" y="13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52" name="Surface mesh patch"/>
              <p:cNvSpPr/>
              <p:nvPr/>
            </p:nvSpPr>
            <p:spPr>
              <a:xfrm>
                <a:off x="13926909" y="1293351"/>
                <a:ext cx="50120" cy="464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2">
                    <a:moveTo>
                      <a:pt x="0" y="3664"/>
                    </a:moveTo>
                    <a:lnTo>
                      <a:pt x="2875" y="4882"/>
                    </a:lnTo>
                    <a:lnTo>
                      <a:pt x="5262" y="8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53" name="Surface mesh patch"/>
              <p:cNvSpPr/>
              <p:nvPr/>
            </p:nvSpPr>
            <p:spPr>
              <a:xfrm>
                <a:off x="13977029" y="1260101"/>
                <a:ext cx="50120" cy="47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6">
                    <a:moveTo>
                      <a:pt x="0" y="4302"/>
                    </a:moveTo>
                    <a:lnTo>
                      <a:pt x="2875" y="4946"/>
                    </a:lnTo>
                    <a:lnTo>
                      <a:pt x="5262" y="1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54" name="Surface mesh patch"/>
              <p:cNvSpPr/>
              <p:nvPr/>
            </p:nvSpPr>
            <p:spPr>
              <a:xfrm>
                <a:off x="14027149" y="1209858"/>
                <a:ext cx="50120" cy="53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7">
                    <a:moveTo>
                      <a:pt x="0" y="5443"/>
                    </a:moveTo>
                    <a:lnTo>
                      <a:pt x="2875" y="5597"/>
                    </a:lnTo>
                    <a:lnTo>
                      <a:pt x="5262" y="0"/>
                    </a:lnTo>
                    <a:lnTo>
                      <a:pt x="2387" y="343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55" name="Surface mesh patch"/>
              <p:cNvSpPr/>
              <p:nvPr/>
            </p:nvSpPr>
            <p:spPr>
              <a:xfrm>
                <a:off x="14077268" y="1148492"/>
                <a:ext cx="50120" cy="613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3">
                    <a:moveTo>
                      <a:pt x="0" y="6443"/>
                    </a:moveTo>
                    <a:lnTo>
                      <a:pt x="2875" y="6395"/>
                    </a:lnTo>
                    <a:lnTo>
                      <a:pt x="5262" y="0"/>
                    </a:lnTo>
                    <a:lnTo>
                      <a:pt x="2387" y="481"/>
                    </a:lnTo>
                    <a:close/>
                  </a:path>
                </a:pathLst>
              </a:custGeom>
              <a:solidFill>
                <a:srgbClr val="e7dcda"/>
              </a:solidFill>
              <a:ln w="3334" cap="flat" cmpd="sng" algn="ctr">
                <a:solidFill>
                  <a:srgbClr val="e7dcd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56" name="Surface mesh patch"/>
              <p:cNvSpPr/>
              <p:nvPr/>
            </p:nvSpPr>
            <p:spPr>
              <a:xfrm>
                <a:off x="14127388" y="1084215"/>
                <a:ext cx="50120" cy="66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76">
                    <a:moveTo>
                      <a:pt x="0" y="6748"/>
                    </a:moveTo>
                    <a:lnTo>
                      <a:pt x="2875" y="6976"/>
                    </a:lnTo>
                    <a:lnTo>
                      <a:pt x="5262" y="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f4d5c1"/>
              </a:solidFill>
              <a:ln w="3334" cap="flat" cmpd="sng" algn="ctr">
                <a:solidFill>
                  <a:srgbClr val="f4d5c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57" name="Surface mesh patch"/>
              <p:cNvSpPr/>
              <p:nvPr/>
            </p:nvSpPr>
            <p:spPr>
              <a:xfrm>
                <a:off x="14177508" y="1016381"/>
                <a:ext cx="50120" cy="78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6">
                    <a:moveTo>
                      <a:pt x="0" y="7122"/>
                    </a:moveTo>
                    <a:lnTo>
                      <a:pt x="2875" y="8196"/>
                    </a:lnTo>
                    <a:lnTo>
                      <a:pt x="5262" y="10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aae"/>
              </a:solidFill>
              <a:ln w="3334" cap="flat" cmpd="sng" algn="ctr">
                <a:solidFill>
                  <a:srgbClr val="fbca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58" name="Surface mesh patch"/>
              <p:cNvSpPr/>
              <p:nvPr/>
            </p:nvSpPr>
            <p:spPr>
              <a:xfrm>
                <a:off x="14227627" y="959406"/>
                <a:ext cx="50120" cy="89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7">
                    <a:moveTo>
                      <a:pt x="0" y="7030"/>
                    </a:moveTo>
                    <a:lnTo>
                      <a:pt x="2875" y="9447"/>
                    </a:lnTo>
                    <a:lnTo>
                      <a:pt x="5262" y="26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59" name="Surface mesh patch"/>
              <p:cNvSpPr/>
              <p:nvPr/>
            </p:nvSpPr>
            <p:spPr>
              <a:xfrm>
                <a:off x="14277747" y="923820"/>
                <a:ext cx="50120" cy="98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77">
                    <a:moveTo>
                      <a:pt x="0" y="6384"/>
                    </a:moveTo>
                    <a:lnTo>
                      <a:pt x="2875" y="10377"/>
                    </a:lnTo>
                    <a:lnTo>
                      <a:pt x="5262" y="4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79b"/>
              </a:solidFill>
              <a:ln w="3334" cap="flat" cmpd="sng" algn="ctr">
                <a:solidFill>
                  <a:srgbClr val="fbb7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60" name="Surface mesh patch"/>
              <p:cNvSpPr/>
              <p:nvPr/>
            </p:nvSpPr>
            <p:spPr>
              <a:xfrm>
                <a:off x="14327867" y="915555"/>
                <a:ext cx="50120" cy="101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02">
                    <a:moveTo>
                      <a:pt x="0" y="5287"/>
                    </a:moveTo>
                    <a:lnTo>
                      <a:pt x="2875" y="10702"/>
                    </a:lnTo>
                    <a:lnTo>
                      <a:pt x="5262" y="59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61" name="Surface mesh patch"/>
              <p:cNvSpPr/>
              <p:nvPr/>
            </p:nvSpPr>
            <p:spPr>
              <a:xfrm>
                <a:off x="14377986" y="934290"/>
                <a:ext cx="50120" cy="976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55">
                    <a:moveTo>
                      <a:pt x="0" y="3958"/>
                    </a:moveTo>
                    <a:lnTo>
                      <a:pt x="2875" y="10255"/>
                    </a:lnTo>
                    <a:lnTo>
                      <a:pt x="5262" y="67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62" name="Surface mesh patch"/>
              <p:cNvSpPr/>
              <p:nvPr/>
            </p:nvSpPr>
            <p:spPr>
              <a:xfrm>
                <a:off x="14428106" y="973758"/>
                <a:ext cx="50120" cy="86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31">
                    <a:moveTo>
                      <a:pt x="0" y="2637"/>
                    </a:moveTo>
                    <a:lnTo>
                      <a:pt x="2875" y="9031"/>
                    </a:lnTo>
                    <a:lnTo>
                      <a:pt x="5262" y="67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63" name="Surface mesh patch"/>
              <p:cNvSpPr/>
              <p:nvPr/>
            </p:nvSpPr>
            <p:spPr>
              <a:xfrm>
                <a:off x="14478226" y="1024221"/>
                <a:ext cx="50120" cy="683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0">
                    <a:moveTo>
                      <a:pt x="0" y="1497"/>
                    </a:moveTo>
                    <a:lnTo>
                      <a:pt x="2875" y="7180"/>
                    </a:lnTo>
                    <a:lnTo>
                      <a:pt x="5262" y="60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64" name="Surface mesh patch"/>
              <p:cNvSpPr/>
              <p:nvPr/>
            </p:nvSpPr>
            <p:spPr>
              <a:xfrm>
                <a:off x="14528345" y="1075930"/>
                <a:ext cx="50120" cy="473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67">
                    <a:moveTo>
                      <a:pt x="0" y="593"/>
                    </a:moveTo>
                    <a:lnTo>
                      <a:pt x="2875" y="4967"/>
                    </a:lnTo>
                    <a:lnTo>
                      <a:pt x="5262" y="47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65" name="Surface mesh patch"/>
              <p:cNvSpPr/>
              <p:nvPr/>
            </p:nvSpPr>
            <p:spPr>
              <a:xfrm>
                <a:off x="14578465" y="1120983"/>
                <a:ext cx="50120" cy="324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10">
                    <a:moveTo>
                      <a:pt x="0" y="0"/>
                    </a:moveTo>
                    <a:lnTo>
                      <a:pt x="2875" y="2838"/>
                    </a:lnTo>
                    <a:lnTo>
                      <a:pt x="5262" y="3410"/>
                    </a:lnTo>
                    <a:lnTo>
                      <a:pt x="2387" y="112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66" name="Surface mesh patch"/>
              <p:cNvSpPr/>
              <p:nvPr/>
            </p:nvSpPr>
            <p:spPr>
              <a:xfrm>
                <a:off x="14628584" y="1153465"/>
                <a:ext cx="50120" cy="263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7">
                    <a:moveTo>
                      <a:pt x="0" y="0"/>
                    </a:moveTo>
                    <a:lnTo>
                      <a:pt x="2875" y="1485"/>
                    </a:lnTo>
                    <a:lnTo>
                      <a:pt x="5262" y="2767"/>
                    </a:lnTo>
                    <a:lnTo>
                      <a:pt x="2387" y="684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67" name="Surface mesh patch"/>
              <p:cNvSpPr/>
              <p:nvPr/>
            </p:nvSpPr>
            <p:spPr>
              <a:xfrm>
                <a:off x="14678704" y="1179822"/>
                <a:ext cx="50120" cy="233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4">
                    <a:moveTo>
                      <a:pt x="0" y="0"/>
                    </a:moveTo>
                    <a:lnTo>
                      <a:pt x="2875" y="624"/>
                    </a:lnTo>
                    <a:lnTo>
                      <a:pt x="5262" y="2454"/>
                    </a:lnTo>
                    <a:lnTo>
                      <a:pt x="2387" y="1146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68" name="Surface mesh patch"/>
              <p:cNvSpPr/>
              <p:nvPr/>
            </p:nvSpPr>
            <p:spPr>
              <a:xfrm>
                <a:off x="14728824" y="1203193"/>
                <a:ext cx="50120" cy="233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9">
                    <a:moveTo>
                      <a:pt x="0" y="0"/>
                    </a:moveTo>
                    <a:lnTo>
                      <a:pt x="2875" y="346"/>
                    </a:lnTo>
                    <a:lnTo>
                      <a:pt x="5262" y="2449"/>
                    </a:lnTo>
                    <a:lnTo>
                      <a:pt x="2387" y="1452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69" name="Surface mesh patch"/>
              <p:cNvSpPr/>
              <p:nvPr/>
            </p:nvSpPr>
            <p:spPr>
              <a:xfrm>
                <a:off x="14778943" y="1226520"/>
                <a:ext cx="50120" cy="239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9">
                    <a:moveTo>
                      <a:pt x="0" y="0"/>
                    </a:moveTo>
                    <a:lnTo>
                      <a:pt x="2875" y="510"/>
                    </a:lnTo>
                    <a:lnTo>
                      <a:pt x="5262" y="2519"/>
                    </a:lnTo>
                    <a:lnTo>
                      <a:pt x="2387" y="1522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70" name="Surface mesh patch"/>
              <p:cNvSpPr/>
              <p:nvPr/>
            </p:nvSpPr>
            <p:spPr>
              <a:xfrm>
                <a:off x="14829063" y="1250512"/>
                <a:ext cx="50120" cy="226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79">
                    <a:moveTo>
                      <a:pt x="0" y="0"/>
                    </a:moveTo>
                    <a:lnTo>
                      <a:pt x="2875" y="829"/>
                    </a:lnTo>
                    <a:lnTo>
                      <a:pt x="5262" y="2379"/>
                    </a:lnTo>
                    <a:lnTo>
                      <a:pt x="2387" y="1305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71" name="Surface mesh patch"/>
              <p:cNvSpPr/>
              <p:nvPr/>
            </p:nvSpPr>
            <p:spPr>
              <a:xfrm>
                <a:off x="13603460" y="1376769"/>
                <a:ext cx="50120" cy="337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1">
                    <a:moveTo>
                      <a:pt x="0" y="1836"/>
                    </a:moveTo>
                    <a:lnTo>
                      <a:pt x="2875" y="3541"/>
                    </a:lnTo>
                    <a:lnTo>
                      <a:pt x="5262" y="15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72" name="Surface mesh patch"/>
              <p:cNvSpPr/>
              <p:nvPr/>
            </p:nvSpPr>
            <p:spPr>
              <a:xfrm>
                <a:off x="13653579" y="1372138"/>
                <a:ext cx="50120" cy="38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13">
                    <a:moveTo>
                      <a:pt x="0" y="2076"/>
                    </a:moveTo>
                    <a:lnTo>
                      <a:pt x="2875" y="4013"/>
                    </a:lnTo>
                    <a:lnTo>
                      <a:pt x="5262" y="1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73" name="Surface mesh patch"/>
              <p:cNvSpPr/>
              <p:nvPr/>
            </p:nvSpPr>
            <p:spPr>
              <a:xfrm>
                <a:off x="13703699" y="1367453"/>
                <a:ext cx="50120" cy="426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2">
                    <a:moveTo>
                      <a:pt x="0" y="2310"/>
                    </a:moveTo>
                    <a:lnTo>
                      <a:pt x="2875" y="4472"/>
                    </a:lnTo>
                    <a:lnTo>
                      <a:pt x="5262" y="20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74" name="Surface mesh patch"/>
              <p:cNvSpPr/>
              <p:nvPr/>
            </p:nvSpPr>
            <p:spPr>
              <a:xfrm>
                <a:off x="13753819" y="1362487"/>
                <a:ext cx="50120" cy="46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0">
                    <a:moveTo>
                      <a:pt x="0" y="2549"/>
                    </a:moveTo>
                    <a:lnTo>
                      <a:pt x="2875" y="4830"/>
                    </a:lnTo>
                    <a:lnTo>
                      <a:pt x="5262" y="21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75" name="Surface mesh patch"/>
              <p:cNvSpPr/>
              <p:nvPr/>
            </p:nvSpPr>
            <p:spPr>
              <a:xfrm>
                <a:off x="13803938" y="1355933"/>
                <a:ext cx="50120" cy="47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1">
                    <a:moveTo>
                      <a:pt x="0" y="2807"/>
                    </a:moveTo>
                    <a:lnTo>
                      <a:pt x="2875" y="5031"/>
                    </a:lnTo>
                    <a:lnTo>
                      <a:pt x="5262" y="20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76" name="Surface mesh patch"/>
              <p:cNvSpPr/>
              <p:nvPr/>
            </p:nvSpPr>
            <p:spPr>
              <a:xfrm>
                <a:off x="13854058" y="1345506"/>
                <a:ext cx="50120" cy="483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0">
                    <a:moveTo>
                      <a:pt x="0" y="3117"/>
                    </a:moveTo>
                    <a:lnTo>
                      <a:pt x="2875" y="5080"/>
                    </a:lnTo>
                    <a:lnTo>
                      <a:pt x="5262" y="17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77" name="Surface mesh patch"/>
              <p:cNvSpPr/>
              <p:nvPr/>
            </p:nvSpPr>
            <p:spPr>
              <a:xfrm>
                <a:off x="13904178" y="1328247"/>
                <a:ext cx="50120" cy="481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2">
                    <a:moveTo>
                      <a:pt x="0" y="3523"/>
                    </a:moveTo>
                    <a:lnTo>
                      <a:pt x="2875" y="5052"/>
                    </a:lnTo>
                    <a:lnTo>
                      <a:pt x="5262" y="12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78" name="Surface mesh patch"/>
              <p:cNvSpPr/>
              <p:nvPr/>
            </p:nvSpPr>
            <p:spPr>
              <a:xfrm>
                <a:off x="13954297" y="1301076"/>
                <a:ext cx="50120" cy="484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2">
                    <a:moveTo>
                      <a:pt x="0" y="4071"/>
                    </a:moveTo>
                    <a:lnTo>
                      <a:pt x="2875" y="5082"/>
                    </a:lnTo>
                    <a:lnTo>
                      <a:pt x="5262" y="6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79" name="Surface mesh patch"/>
              <p:cNvSpPr/>
              <p:nvPr/>
            </p:nvSpPr>
            <p:spPr>
              <a:xfrm>
                <a:off x="14004417" y="1261701"/>
                <a:ext cx="50120" cy="507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24">
                    <a:moveTo>
                      <a:pt x="0" y="4778"/>
                    </a:moveTo>
                    <a:lnTo>
                      <a:pt x="2875" y="5324"/>
                    </a:lnTo>
                    <a:lnTo>
                      <a:pt x="5262" y="1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80" name="Surface mesh patch"/>
              <p:cNvSpPr/>
              <p:nvPr/>
            </p:nvSpPr>
            <p:spPr>
              <a:xfrm>
                <a:off x="14054537" y="1209403"/>
                <a:ext cx="50120" cy="566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46">
                    <a:moveTo>
                      <a:pt x="0" y="5645"/>
                    </a:moveTo>
                    <a:lnTo>
                      <a:pt x="2875" y="5946"/>
                    </a:lnTo>
                    <a:lnTo>
                      <a:pt x="5262" y="0"/>
                    </a:lnTo>
                    <a:lnTo>
                      <a:pt x="2387" y="48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81" name="Surface mesh patch"/>
              <p:cNvSpPr/>
              <p:nvPr/>
            </p:nvSpPr>
            <p:spPr>
              <a:xfrm>
                <a:off x="14104656" y="1148492"/>
                <a:ext cx="50120" cy="65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39">
                    <a:moveTo>
                      <a:pt x="0" y="6395"/>
                    </a:moveTo>
                    <a:lnTo>
                      <a:pt x="2875" y="6839"/>
                    </a:lnTo>
                    <a:lnTo>
                      <a:pt x="5262" y="2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82" name="Surface mesh patch"/>
              <p:cNvSpPr/>
              <p:nvPr/>
            </p:nvSpPr>
            <p:spPr>
              <a:xfrm>
                <a:off x="14154776" y="1084215"/>
                <a:ext cx="50120" cy="76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52">
                    <a:moveTo>
                      <a:pt x="0" y="6976"/>
                    </a:moveTo>
                    <a:lnTo>
                      <a:pt x="2875" y="8052"/>
                    </a:lnTo>
                    <a:lnTo>
                      <a:pt x="5262" y="10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83" name="Surface mesh patch"/>
              <p:cNvSpPr/>
              <p:nvPr/>
            </p:nvSpPr>
            <p:spPr>
              <a:xfrm>
                <a:off x="14204895" y="1026369"/>
                <a:ext cx="50120" cy="88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5">
                    <a:moveTo>
                      <a:pt x="0" y="7147"/>
                    </a:moveTo>
                    <a:lnTo>
                      <a:pt x="2875" y="9315"/>
                    </a:lnTo>
                    <a:lnTo>
                      <a:pt x="5262" y="24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84" name="Surface mesh patch"/>
              <p:cNvSpPr/>
              <p:nvPr/>
            </p:nvSpPr>
            <p:spPr>
              <a:xfrm>
                <a:off x="14255015" y="984629"/>
                <a:ext cx="50120" cy="983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23">
                    <a:moveTo>
                      <a:pt x="0" y="6799"/>
                    </a:moveTo>
                    <a:lnTo>
                      <a:pt x="2875" y="10323"/>
                    </a:lnTo>
                    <a:lnTo>
                      <a:pt x="5262" y="39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85" name="Surface mesh patch"/>
              <p:cNvSpPr/>
              <p:nvPr/>
            </p:nvSpPr>
            <p:spPr>
              <a:xfrm>
                <a:off x="14305135" y="965917"/>
                <a:ext cx="50120" cy="1026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4">
                    <a:moveTo>
                      <a:pt x="0" y="5957"/>
                    </a:moveTo>
                    <a:lnTo>
                      <a:pt x="2875" y="10774"/>
                    </a:lnTo>
                    <a:lnTo>
                      <a:pt x="5262" y="54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0a3"/>
              </a:solidFill>
              <a:ln w="3334" cap="flat" cmpd="sng" algn="ctr">
                <a:solidFill>
                  <a:srgbClr val="fbc0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86" name="Surface mesh patch"/>
              <p:cNvSpPr/>
              <p:nvPr/>
            </p:nvSpPr>
            <p:spPr>
              <a:xfrm>
                <a:off x="14355254" y="971991"/>
                <a:ext cx="50120" cy="996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57">
                    <a:moveTo>
                      <a:pt x="0" y="4777"/>
                    </a:moveTo>
                    <a:lnTo>
                      <a:pt x="2875" y="10457"/>
                    </a:lnTo>
                    <a:lnTo>
                      <a:pt x="5262" y="62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5"/>
              </a:solidFill>
              <a:ln w="3334" cap="flat" cmpd="sng" algn="ctr">
                <a:solidFill>
                  <a:srgbClr val="fbc1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87" name="Surface mesh patch"/>
              <p:cNvSpPr/>
              <p:nvPr/>
            </p:nvSpPr>
            <p:spPr>
              <a:xfrm>
                <a:off x="14405374" y="998879"/>
                <a:ext cx="50120" cy="88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06">
                    <a:moveTo>
                      <a:pt x="0" y="3474"/>
                    </a:moveTo>
                    <a:lnTo>
                      <a:pt x="2875" y="9306"/>
                    </a:lnTo>
                    <a:lnTo>
                      <a:pt x="5262" y="6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88" name="Surface mesh patch"/>
              <p:cNvSpPr/>
              <p:nvPr/>
            </p:nvSpPr>
            <p:spPr>
              <a:xfrm>
                <a:off x="14455494" y="1038478"/>
                <a:ext cx="50120" cy="706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5">
                    <a:moveTo>
                      <a:pt x="0" y="2236"/>
                    </a:moveTo>
                    <a:lnTo>
                      <a:pt x="2875" y="7415"/>
                    </a:lnTo>
                    <a:lnTo>
                      <a:pt x="5262" y="56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89" name="Surface mesh patch"/>
              <p:cNvSpPr/>
              <p:nvPr/>
            </p:nvSpPr>
            <p:spPr>
              <a:xfrm>
                <a:off x="14505613" y="1081577"/>
                <a:ext cx="50120" cy="477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15">
                    <a:moveTo>
                      <a:pt x="0" y="1158"/>
                    </a:moveTo>
                    <a:lnTo>
                      <a:pt x="2875" y="5015"/>
                    </a:lnTo>
                    <a:lnTo>
                      <a:pt x="5262" y="43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90" name="Surface mesh patch"/>
              <p:cNvSpPr/>
              <p:nvPr/>
            </p:nvSpPr>
            <p:spPr>
              <a:xfrm>
                <a:off x="14555733" y="1120983"/>
                <a:ext cx="50120" cy="270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8">
                    <a:moveTo>
                      <a:pt x="0" y="237"/>
                    </a:moveTo>
                    <a:lnTo>
                      <a:pt x="2875" y="2452"/>
                    </a:lnTo>
                    <a:lnTo>
                      <a:pt x="5262" y="28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d7ca"/>
              </a:solidFill>
              <a:ln w="3334" cap="flat" cmpd="sng" algn="ctr">
                <a:solidFill>
                  <a:srgbClr val="f0d7c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91" name="Surface mesh patch"/>
              <p:cNvSpPr/>
              <p:nvPr/>
            </p:nvSpPr>
            <p:spPr>
              <a:xfrm>
                <a:off x="14605853" y="1148014"/>
                <a:ext cx="50120" cy="19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57">
                    <a:moveTo>
                      <a:pt x="0" y="0"/>
                    </a:moveTo>
                    <a:lnTo>
                      <a:pt x="2875" y="706"/>
                    </a:lnTo>
                    <a:lnTo>
                      <a:pt x="5262" y="2057"/>
                    </a:lnTo>
                    <a:lnTo>
                      <a:pt x="2387" y="572"/>
                    </a:lnTo>
                    <a:close/>
                  </a:path>
                </a:pathLst>
              </a:custGeom>
              <a:solidFill>
                <a:srgbClr val="ebdad3"/>
              </a:solidFill>
              <a:ln w="3334" cap="flat" cmpd="sng" algn="ctr">
                <a:solidFill>
                  <a:srgbClr val="eb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92" name="Surface mesh patch"/>
              <p:cNvSpPr/>
              <p:nvPr/>
            </p:nvSpPr>
            <p:spPr>
              <a:xfrm>
                <a:off x="14655972" y="1165038"/>
                <a:ext cx="50120" cy="20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6">
                    <a:moveTo>
                      <a:pt x="0" y="270"/>
                    </a:moveTo>
                    <a:lnTo>
                      <a:pt x="2875" y="0"/>
                    </a:lnTo>
                    <a:lnTo>
                      <a:pt x="5262" y="2176"/>
                    </a:lnTo>
                    <a:lnTo>
                      <a:pt x="2387" y="1552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93" name="Surface mesh patch"/>
              <p:cNvSpPr/>
              <p:nvPr/>
            </p:nvSpPr>
            <p:spPr>
              <a:xfrm>
                <a:off x="14706092" y="1180717"/>
                <a:ext cx="50120" cy="25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6">
                    <a:moveTo>
                      <a:pt x="0" y="530"/>
                    </a:moveTo>
                    <a:lnTo>
                      <a:pt x="2875" y="0"/>
                    </a:lnTo>
                    <a:lnTo>
                      <a:pt x="5262" y="2706"/>
                    </a:lnTo>
                    <a:lnTo>
                      <a:pt x="2387" y="2360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94" name="Surface mesh patch"/>
              <p:cNvSpPr/>
              <p:nvPr/>
            </p:nvSpPr>
            <p:spPr>
              <a:xfrm>
                <a:off x="14756212" y="1204738"/>
                <a:ext cx="50120" cy="266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97">
                    <a:moveTo>
                      <a:pt x="0" y="184"/>
                    </a:moveTo>
                    <a:lnTo>
                      <a:pt x="2875" y="0"/>
                    </a:lnTo>
                    <a:lnTo>
                      <a:pt x="5262" y="2797"/>
                    </a:lnTo>
                    <a:lnTo>
                      <a:pt x="2387" y="2287"/>
                    </a:lnTo>
                    <a:close/>
                  </a:path>
                </a:pathLst>
              </a:custGeom>
              <a:solidFill>
                <a:srgbClr val="dde2ee"/>
              </a:solidFill>
              <a:ln w="3334" cap="flat" cmpd="sng" algn="ctr">
                <a:solidFill>
                  <a:srgbClr val="dde2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95" name="Surface mesh patch"/>
              <p:cNvSpPr/>
              <p:nvPr/>
            </p:nvSpPr>
            <p:spPr>
              <a:xfrm>
                <a:off x="14806331" y="1231378"/>
                <a:ext cx="50120" cy="27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8">
                    <a:moveTo>
                      <a:pt x="0" y="0"/>
                    </a:moveTo>
                    <a:lnTo>
                      <a:pt x="2875" y="431"/>
                    </a:lnTo>
                    <a:lnTo>
                      <a:pt x="5262" y="2838"/>
                    </a:lnTo>
                    <a:lnTo>
                      <a:pt x="2387" y="2009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96" name="Surface mesh patch"/>
              <p:cNvSpPr/>
              <p:nvPr/>
            </p:nvSpPr>
            <p:spPr>
              <a:xfrm>
                <a:off x="14856451" y="1258406"/>
                <a:ext cx="50120" cy="24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0">
                    <a:moveTo>
                      <a:pt x="0" y="0"/>
                    </a:moveTo>
                    <a:lnTo>
                      <a:pt x="2875" y="941"/>
                    </a:lnTo>
                    <a:lnTo>
                      <a:pt x="5262" y="2580"/>
                    </a:lnTo>
                    <a:lnTo>
                      <a:pt x="2387" y="155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97" name="Surface mesh patch"/>
              <p:cNvSpPr/>
              <p:nvPr/>
            </p:nvSpPr>
            <p:spPr>
              <a:xfrm>
                <a:off x="13580728" y="1394254"/>
                <a:ext cx="50120" cy="334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08">
                    <a:moveTo>
                      <a:pt x="0" y="1709"/>
                    </a:moveTo>
                    <a:lnTo>
                      <a:pt x="2875" y="3508"/>
                    </a:lnTo>
                    <a:lnTo>
                      <a:pt x="5262" y="17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98" name="Surface mesh patch"/>
              <p:cNvSpPr/>
              <p:nvPr/>
            </p:nvSpPr>
            <p:spPr>
              <a:xfrm>
                <a:off x="13630848" y="1391910"/>
                <a:ext cx="50120" cy="379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1">
                    <a:moveTo>
                      <a:pt x="0" y="1951"/>
                    </a:moveTo>
                    <a:lnTo>
                      <a:pt x="2875" y="3981"/>
                    </a:lnTo>
                    <a:lnTo>
                      <a:pt x="5262" y="19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99" name="Surface mesh patch"/>
              <p:cNvSpPr/>
              <p:nvPr/>
            </p:nvSpPr>
            <p:spPr>
              <a:xfrm>
                <a:off x="13680967" y="1389459"/>
                <a:ext cx="50120" cy="42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60">
                    <a:moveTo>
                      <a:pt x="0" y="2195"/>
                    </a:moveTo>
                    <a:lnTo>
                      <a:pt x="2875" y="4460"/>
                    </a:lnTo>
                    <a:lnTo>
                      <a:pt x="5262" y="21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bfd"/>
              </a:solidFill>
              <a:ln w="3334" cap="flat" cmpd="sng" algn="ctr">
                <a:solidFill>
                  <a:srgbClr val="ae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00" name="Surface mesh patch"/>
              <p:cNvSpPr/>
              <p:nvPr/>
            </p:nvSpPr>
            <p:spPr>
              <a:xfrm>
                <a:off x="13731087" y="1386762"/>
                <a:ext cx="50120" cy="462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1">
                    <a:moveTo>
                      <a:pt x="0" y="2445"/>
                    </a:moveTo>
                    <a:lnTo>
                      <a:pt x="2875" y="4851"/>
                    </a:lnTo>
                    <a:lnTo>
                      <a:pt x="5262" y="22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01" name="Surface mesh patch"/>
              <p:cNvSpPr/>
              <p:nvPr/>
            </p:nvSpPr>
            <p:spPr>
              <a:xfrm>
                <a:off x="13781206" y="1382672"/>
                <a:ext cx="50120" cy="48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7">
                    <a:moveTo>
                      <a:pt x="0" y="2711"/>
                    </a:moveTo>
                    <a:lnTo>
                      <a:pt x="2875" y="5087"/>
                    </a:lnTo>
                    <a:lnTo>
                      <a:pt x="5262" y="22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02" name="Surface mesh patch"/>
              <p:cNvSpPr/>
              <p:nvPr/>
            </p:nvSpPr>
            <p:spPr>
              <a:xfrm>
                <a:off x="13831326" y="1375195"/>
                <a:ext cx="50120" cy="491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58">
                    <a:moveTo>
                      <a:pt x="0" y="3009"/>
                    </a:moveTo>
                    <a:lnTo>
                      <a:pt x="2875" y="5158"/>
                    </a:lnTo>
                    <a:lnTo>
                      <a:pt x="5262" y="19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03" name="Surface mesh patch"/>
              <p:cNvSpPr/>
              <p:nvPr/>
            </p:nvSpPr>
            <p:spPr>
              <a:xfrm>
                <a:off x="13881446" y="1361800"/>
                <a:ext cx="50120" cy="48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24">
                    <a:moveTo>
                      <a:pt x="0" y="3369"/>
                    </a:moveTo>
                    <a:lnTo>
                      <a:pt x="2875" y="5124"/>
                    </a:lnTo>
                    <a:lnTo>
                      <a:pt x="5262" y="15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04" name="Surface mesh patch"/>
              <p:cNvSpPr/>
              <p:nvPr/>
            </p:nvSpPr>
            <p:spPr>
              <a:xfrm>
                <a:off x="13931565" y="1339849"/>
                <a:ext cx="50120" cy="48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0">
                    <a:moveTo>
                      <a:pt x="0" y="3834"/>
                    </a:moveTo>
                    <a:lnTo>
                      <a:pt x="2875" y="5110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05" name="Surface mesh patch"/>
              <p:cNvSpPr/>
              <p:nvPr/>
            </p:nvSpPr>
            <p:spPr>
              <a:xfrm>
                <a:off x="13981685" y="1307215"/>
                <a:ext cx="50120" cy="501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67">
                    <a:moveTo>
                      <a:pt x="0" y="4438"/>
                    </a:moveTo>
                    <a:lnTo>
                      <a:pt x="2875" y="5267"/>
                    </a:lnTo>
                    <a:lnTo>
                      <a:pt x="5262" y="5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06" name="Surface mesh patch"/>
              <p:cNvSpPr/>
              <p:nvPr/>
            </p:nvSpPr>
            <p:spPr>
              <a:xfrm>
                <a:off x="14031805" y="1263172"/>
                <a:ext cx="50120" cy="54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7">
                    <a:moveTo>
                      <a:pt x="0" y="5169"/>
                    </a:moveTo>
                    <a:lnTo>
                      <a:pt x="2875" y="5727"/>
                    </a:lnTo>
                    <a:lnTo>
                      <a:pt x="5262" y="3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07" name="Surface mesh patch"/>
              <p:cNvSpPr/>
              <p:nvPr/>
            </p:nvSpPr>
            <p:spPr>
              <a:xfrm>
                <a:off x="14081924" y="1209403"/>
                <a:ext cx="50120" cy="62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46">
                    <a:moveTo>
                      <a:pt x="0" y="5946"/>
                    </a:moveTo>
                    <a:lnTo>
                      <a:pt x="2875" y="6546"/>
                    </a:lnTo>
                    <a:lnTo>
                      <a:pt x="5262" y="4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a"/>
              </a:solidFill>
              <a:ln w="3334" cap="flat" cmpd="sng" algn="ctr">
                <a:solidFill>
                  <a:srgbClr val="df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08" name="Surface mesh patch"/>
              <p:cNvSpPr/>
              <p:nvPr/>
            </p:nvSpPr>
            <p:spPr>
              <a:xfrm>
                <a:off x="14132044" y="1150660"/>
                <a:ext cx="50120" cy="72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63">
                    <a:moveTo>
                      <a:pt x="0" y="6611"/>
                    </a:moveTo>
                    <a:lnTo>
                      <a:pt x="2875" y="7663"/>
                    </a:lnTo>
                    <a:lnTo>
                      <a:pt x="5262" y="10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5"/>
              </a:solidFill>
              <a:ln w="3334" cap="flat" cmpd="sng" algn="ctr">
                <a:solidFill>
                  <a:srgbClr val="e9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09" name="Surface mesh patch"/>
              <p:cNvSpPr/>
              <p:nvPr/>
            </p:nvSpPr>
            <p:spPr>
              <a:xfrm>
                <a:off x="14182164" y="1094448"/>
                <a:ext cx="50120" cy="8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88">
                    <a:moveTo>
                      <a:pt x="0" y="6978"/>
                    </a:moveTo>
                    <a:lnTo>
                      <a:pt x="2875" y="8888"/>
                    </a:lnTo>
                    <a:lnTo>
                      <a:pt x="5262" y="2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10" name="Surface mesh patch"/>
              <p:cNvSpPr/>
              <p:nvPr/>
            </p:nvSpPr>
            <p:spPr>
              <a:xfrm>
                <a:off x="14232283" y="1049392"/>
                <a:ext cx="50120" cy="946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7">
                    <a:moveTo>
                      <a:pt x="0" y="6898"/>
                    </a:moveTo>
                    <a:lnTo>
                      <a:pt x="2875" y="9937"/>
                    </a:lnTo>
                    <a:lnTo>
                      <a:pt x="5262" y="35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11" name="Surface mesh patch"/>
              <p:cNvSpPr/>
              <p:nvPr/>
            </p:nvSpPr>
            <p:spPr>
              <a:xfrm>
                <a:off x="14282403" y="1022661"/>
                <a:ext cx="50120" cy="100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04">
                    <a:moveTo>
                      <a:pt x="0" y="6330"/>
                    </a:moveTo>
                    <a:lnTo>
                      <a:pt x="2875" y="10504"/>
                    </a:lnTo>
                    <a:lnTo>
                      <a:pt x="5262" y="48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12" name="Surface mesh patch"/>
              <p:cNvSpPr/>
              <p:nvPr/>
            </p:nvSpPr>
            <p:spPr>
              <a:xfrm>
                <a:off x="14332523" y="1017488"/>
                <a:ext cx="50120" cy="984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38">
                    <a:moveTo>
                      <a:pt x="0" y="5360"/>
                    </a:moveTo>
                    <a:lnTo>
                      <a:pt x="2875" y="10338"/>
                    </a:lnTo>
                    <a:lnTo>
                      <a:pt x="5262" y="56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13" name="Surface mesh patch"/>
              <p:cNvSpPr/>
              <p:nvPr/>
            </p:nvSpPr>
            <p:spPr>
              <a:xfrm>
                <a:off x="14382642" y="1031964"/>
                <a:ext cx="50120" cy="88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4">
                    <a:moveTo>
                      <a:pt x="0" y="4161"/>
                    </a:moveTo>
                    <a:lnTo>
                      <a:pt x="2875" y="9314"/>
                    </a:lnTo>
                    <a:lnTo>
                      <a:pt x="5262" y="58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b0"/>
              </a:solidFill>
              <a:ln w="3334" cap="flat" cmpd="sng" algn="ctr">
                <a:solidFill>
                  <a:srgbClr val="fbcc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14" name="Surface mesh patch"/>
              <p:cNvSpPr/>
              <p:nvPr/>
            </p:nvSpPr>
            <p:spPr>
              <a:xfrm>
                <a:off x="14432762" y="1059775"/>
                <a:ext cx="50120" cy="709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4">
                    <a:moveTo>
                      <a:pt x="0" y="2913"/>
                    </a:moveTo>
                    <a:lnTo>
                      <a:pt x="2875" y="7454"/>
                    </a:lnTo>
                    <a:lnTo>
                      <a:pt x="5262" y="51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1b5"/>
              </a:solidFill>
              <a:ln w="3334" cap="flat" cmpd="sng" algn="ctr">
                <a:solidFill>
                  <a:srgbClr val="fb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15" name="Surface mesh patch"/>
              <p:cNvSpPr/>
              <p:nvPr/>
            </p:nvSpPr>
            <p:spPr>
              <a:xfrm>
                <a:off x="14482881" y="1092607"/>
                <a:ext cx="50120" cy="47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6">
                    <a:moveTo>
                      <a:pt x="0" y="1732"/>
                    </a:moveTo>
                    <a:lnTo>
                      <a:pt x="2875" y="4936"/>
                    </a:lnTo>
                    <a:lnTo>
                      <a:pt x="5262" y="38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16" name="Surface mesh patch"/>
              <p:cNvSpPr/>
              <p:nvPr/>
            </p:nvSpPr>
            <p:spPr>
              <a:xfrm>
                <a:off x="14533001" y="1123240"/>
                <a:ext cx="50120" cy="211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5">
                    <a:moveTo>
                      <a:pt x="0" y="641"/>
                    </a:moveTo>
                    <a:lnTo>
                      <a:pt x="2875" y="2092"/>
                    </a:lnTo>
                    <a:lnTo>
                      <a:pt x="5262" y="22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17" name="Surface mesh patch"/>
              <p:cNvSpPr/>
              <p:nvPr/>
            </p:nvSpPr>
            <p:spPr>
              <a:xfrm>
                <a:off x="14583121" y="1142080"/>
                <a:ext cx="50120" cy="12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9">
                    <a:moveTo>
                      <a:pt x="0" y="237"/>
                    </a:moveTo>
                    <a:lnTo>
                      <a:pt x="2875" y="0"/>
                    </a:lnTo>
                    <a:lnTo>
                      <a:pt x="5262" y="1329"/>
                    </a:lnTo>
                    <a:lnTo>
                      <a:pt x="2387" y="623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18" name="Surface mesh patch"/>
              <p:cNvSpPr/>
              <p:nvPr/>
            </p:nvSpPr>
            <p:spPr>
              <a:xfrm>
                <a:off x="14633240" y="1141736"/>
                <a:ext cx="50120" cy="25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16">
                    <a:moveTo>
                      <a:pt x="0" y="1365"/>
                    </a:moveTo>
                    <a:lnTo>
                      <a:pt x="2875" y="0"/>
                    </a:lnTo>
                    <a:lnTo>
                      <a:pt x="5262" y="2447"/>
                    </a:lnTo>
                    <a:lnTo>
                      <a:pt x="2387" y="2716"/>
                    </a:lnTo>
                    <a:close/>
                  </a:path>
                </a:pathLst>
              </a:custGeom>
              <a:solidFill>
                <a:srgbClr val="ecd9d0"/>
              </a:solidFill>
              <a:ln w="3334" cap="flat" cmpd="sng" algn="ctr">
                <a:solidFill>
                  <a:srgbClr val="ec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19" name="Surface mesh patch"/>
              <p:cNvSpPr/>
              <p:nvPr/>
            </p:nvSpPr>
            <p:spPr>
              <a:xfrm>
                <a:off x="14683360" y="1149447"/>
                <a:ext cx="50120" cy="36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3">
                    <a:moveTo>
                      <a:pt x="0" y="1637"/>
                    </a:moveTo>
                    <a:lnTo>
                      <a:pt x="2875" y="0"/>
                    </a:lnTo>
                    <a:lnTo>
                      <a:pt x="5262" y="3283"/>
                    </a:lnTo>
                    <a:lnTo>
                      <a:pt x="2387" y="3813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20" name="Surface mesh patch"/>
              <p:cNvSpPr/>
              <p:nvPr/>
            </p:nvSpPr>
            <p:spPr>
              <a:xfrm>
                <a:off x="14733480" y="1170186"/>
                <a:ext cx="50120" cy="36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1">
                    <a:moveTo>
                      <a:pt x="0" y="1106"/>
                    </a:moveTo>
                    <a:lnTo>
                      <a:pt x="2875" y="0"/>
                    </a:lnTo>
                    <a:lnTo>
                      <a:pt x="5262" y="3628"/>
                    </a:lnTo>
                    <a:lnTo>
                      <a:pt x="2387" y="3811"/>
                    </a:lnTo>
                    <a:close/>
                  </a:path>
                </a:pathLst>
              </a:custGeom>
              <a:solidFill>
                <a:srgbClr val="e5dede"/>
              </a:solidFill>
              <a:ln w="3334" cap="flat" cmpd="sng" algn="ctr">
                <a:solidFill>
                  <a:srgbClr val="e5de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21" name="Surface mesh patch"/>
              <p:cNvSpPr/>
              <p:nvPr/>
            </p:nvSpPr>
            <p:spPr>
              <a:xfrm>
                <a:off x="14783599" y="1203355"/>
                <a:ext cx="50120" cy="321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3">
                    <a:moveTo>
                      <a:pt x="0" y="145"/>
                    </a:moveTo>
                    <a:lnTo>
                      <a:pt x="2875" y="0"/>
                    </a:lnTo>
                    <a:lnTo>
                      <a:pt x="5262" y="3373"/>
                    </a:lnTo>
                    <a:lnTo>
                      <a:pt x="2387" y="2942"/>
                    </a:lnTo>
                    <a:close/>
                  </a:path>
                </a:pathLst>
              </a:custGeom>
              <a:solidFill>
                <a:srgbClr val="dee1ea"/>
              </a:solidFill>
              <a:ln w="3334" cap="flat" cmpd="sng" algn="ctr">
                <a:solidFill>
                  <a:srgbClr val="de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22" name="Surface mesh patch"/>
              <p:cNvSpPr/>
              <p:nvPr/>
            </p:nvSpPr>
            <p:spPr>
              <a:xfrm>
                <a:off x="14833719" y="1235482"/>
                <a:ext cx="50120" cy="31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8">
                    <a:moveTo>
                      <a:pt x="0" y="0"/>
                    </a:moveTo>
                    <a:lnTo>
                      <a:pt x="2875" y="755"/>
                    </a:lnTo>
                    <a:lnTo>
                      <a:pt x="5262" y="3348"/>
                    </a:lnTo>
                    <a:lnTo>
                      <a:pt x="2387" y="240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23" name="Surface mesh patch"/>
              <p:cNvSpPr/>
              <p:nvPr/>
            </p:nvSpPr>
            <p:spPr>
              <a:xfrm>
                <a:off x="14883839" y="1267369"/>
                <a:ext cx="50120" cy="26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7">
                    <a:moveTo>
                      <a:pt x="0" y="0"/>
                    </a:moveTo>
                    <a:lnTo>
                      <a:pt x="2875" y="1243"/>
                    </a:lnTo>
                    <a:lnTo>
                      <a:pt x="5262" y="2757"/>
                    </a:lnTo>
                    <a:lnTo>
                      <a:pt x="2387" y="1639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24" name="Surface mesh patch"/>
              <p:cNvSpPr/>
              <p:nvPr/>
            </p:nvSpPr>
            <p:spPr>
              <a:xfrm>
                <a:off x="13557996" y="1410529"/>
                <a:ext cx="50120" cy="327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6">
                    <a:moveTo>
                      <a:pt x="0" y="1568"/>
                    </a:moveTo>
                    <a:lnTo>
                      <a:pt x="2875" y="3436"/>
                    </a:lnTo>
                    <a:lnTo>
                      <a:pt x="5262" y="17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25" name="Surface mesh patch"/>
              <p:cNvSpPr/>
              <p:nvPr/>
            </p:nvSpPr>
            <p:spPr>
              <a:xfrm>
                <a:off x="13608116" y="1410496"/>
                <a:ext cx="50120" cy="370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93">
                    <a:moveTo>
                      <a:pt x="0" y="1802"/>
                    </a:moveTo>
                    <a:lnTo>
                      <a:pt x="2875" y="3893"/>
                    </a:lnTo>
                    <a:lnTo>
                      <a:pt x="5262" y="2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26" name="Surface mesh patch"/>
              <p:cNvSpPr/>
              <p:nvPr/>
            </p:nvSpPr>
            <p:spPr>
              <a:xfrm>
                <a:off x="13658235" y="1410365"/>
                <a:ext cx="50120" cy="41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74">
                    <a:moveTo>
                      <a:pt x="0" y="2043"/>
                    </a:moveTo>
                    <a:lnTo>
                      <a:pt x="2875" y="4374"/>
                    </a:lnTo>
                    <a:lnTo>
                      <a:pt x="5262" y="22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27" name="Surface mesh patch"/>
              <p:cNvSpPr/>
              <p:nvPr/>
            </p:nvSpPr>
            <p:spPr>
              <a:xfrm>
                <a:off x="13708355" y="1410053"/>
                <a:ext cx="50120" cy="45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86">
                    <a:moveTo>
                      <a:pt x="0" y="2298"/>
                    </a:moveTo>
                    <a:lnTo>
                      <a:pt x="2875" y="4786"/>
                    </a:lnTo>
                    <a:lnTo>
                      <a:pt x="5262" y="2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28" name="Surface mesh patch"/>
              <p:cNvSpPr/>
              <p:nvPr/>
            </p:nvSpPr>
            <p:spPr>
              <a:xfrm>
                <a:off x="13758475" y="1408495"/>
                <a:ext cx="50120" cy="48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9">
                    <a:moveTo>
                      <a:pt x="0" y="2569"/>
                    </a:moveTo>
                    <a:lnTo>
                      <a:pt x="2875" y="5049"/>
                    </a:lnTo>
                    <a:lnTo>
                      <a:pt x="5262" y="23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29" name="Surface mesh patch"/>
              <p:cNvSpPr/>
              <p:nvPr/>
            </p:nvSpPr>
            <p:spPr>
              <a:xfrm>
                <a:off x="13808594" y="1403854"/>
                <a:ext cx="50120" cy="48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40">
                    <a:moveTo>
                      <a:pt x="0" y="2863"/>
                    </a:moveTo>
                    <a:lnTo>
                      <a:pt x="2875" y="5140"/>
                    </a:lnTo>
                    <a:lnTo>
                      <a:pt x="5262" y="21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30" name="Surface mesh patch"/>
              <p:cNvSpPr/>
              <p:nvPr/>
            </p:nvSpPr>
            <p:spPr>
              <a:xfrm>
                <a:off x="13858714" y="1393890"/>
                <a:ext cx="50120" cy="48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01">
                    <a:moveTo>
                      <a:pt x="0" y="3195"/>
                    </a:moveTo>
                    <a:lnTo>
                      <a:pt x="2875" y="5101"/>
                    </a:lnTo>
                    <a:lnTo>
                      <a:pt x="5262" y="1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31" name="Surface mesh patch"/>
              <p:cNvSpPr/>
              <p:nvPr/>
            </p:nvSpPr>
            <p:spPr>
              <a:xfrm>
                <a:off x="13908834" y="1376369"/>
                <a:ext cx="50120" cy="480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3">
                    <a:moveTo>
                      <a:pt x="0" y="3595"/>
                    </a:moveTo>
                    <a:lnTo>
                      <a:pt x="2875" y="5043"/>
                    </a:lnTo>
                    <a:lnTo>
                      <a:pt x="5262" y="1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32" name="Surface mesh patch"/>
              <p:cNvSpPr/>
              <p:nvPr/>
            </p:nvSpPr>
            <p:spPr>
              <a:xfrm>
                <a:off x="13958953" y="1349483"/>
                <a:ext cx="50120" cy="48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3">
                    <a:moveTo>
                      <a:pt x="0" y="4098"/>
                    </a:moveTo>
                    <a:lnTo>
                      <a:pt x="2875" y="5113"/>
                    </a:lnTo>
                    <a:lnTo>
                      <a:pt x="5262" y="8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33" name="Surface mesh patch"/>
              <p:cNvSpPr/>
              <p:nvPr/>
            </p:nvSpPr>
            <p:spPr>
              <a:xfrm>
                <a:off x="14009073" y="1312409"/>
                <a:ext cx="50120" cy="518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46">
                    <a:moveTo>
                      <a:pt x="0" y="4722"/>
                    </a:moveTo>
                    <a:lnTo>
                      <a:pt x="2875" y="5446"/>
                    </a:lnTo>
                    <a:lnTo>
                      <a:pt x="5262" y="5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34" name="Surface mesh patch"/>
              <p:cNvSpPr/>
              <p:nvPr/>
            </p:nvSpPr>
            <p:spPr>
              <a:xfrm>
                <a:off x="14059192" y="1266039"/>
                <a:ext cx="50120" cy="582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18">
                    <a:moveTo>
                      <a:pt x="0" y="5426"/>
                    </a:moveTo>
                    <a:lnTo>
                      <a:pt x="2875" y="6118"/>
                    </a:lnTo>
                    <a:lnTo>
                      <a:pt x="5262" y="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35" name="Surface mesh patch"/>
              <p:cNvSpPr/>
              <p:nvPr/>
            </p:nvSpPr>
            <p:spPr>
              <a:xfrm>
                <a:off x="14109312" y="1213635"/>
                <a:ext cx="50120" cy="67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00">
                    <a:moveTo>
                      <a:pt x="0" y="6102"/>
                    </a:moveTo>
                    <a:lnTo>
                      <a:pt x="2875" y="7100"/>
                    </a:lnTo>
                    <a:lnTo>
                      <a:pt x="5262" y="10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36" name="Surface mesh patch"/>
              <p:cNvSpPr/>
              <p:nvPr/>
            </p:nvSpPr>
            <p:spPr>
              <a:xfrm>
                <a:off x="14159432" y="1160912"/>
                <a:ext cx="50120" cy="784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39">
                    <a:moveTo>
                      <a:pt x="0" y="6587"/>
                    </a:moveTo>
                    <a:lnTo>
                      <a:pt x="2875" y="8239"/>
                    </a:lnTo>
                    <a:lnTo>
                      <a:pt x="5262" y="19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37" name="Surface mesh patch"/>
              <p:cNvSpPr/>
              <p:nvPr/>
            </p:nvSpPr>
            <p:spPr>
              <a:xfrm>
                <a:off x="14209551" y="1115092"/>
                <a:ext cx="50120" cy="88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85">
                    <a:moveTo>
                      <a:pt x="0" y="6720"/>
                    </a:moveTo>
                    <a:lnTo>
                      <a:pt x="2875" y="9285"/>
                    </a:lnTo>
                    <a:lnTo>
                      <a:pt x="5262" y="30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38" name="Surface mesh patch"/>
              <p:cNvSpPr/>
              <p:nvPr/>
            </p:nvSpPr>
            <p:spPr>
              <a:xfrm>
                <a:off x="14259671" y="1082953"/>
                <a:ext cx="50120" cy="94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7">
                    <a:moveTo>
                      <a:pt x="0" y="6414"/>
                    </a:moveTo>
                    <a:lnTo>
                      <a:pt x="2875" y="9937"/>
                    </a:lnTo>
                    <a:lnTo>
                      <a:pt x="5262" y="41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39" name="Surface mesh patch"/>
              <p:cNvSpPr/>
              <p:nvPr/>
            </p:nvSpPr>
            <p:spPr>
              <a:xfrm>
                <a:off x="14309791" y="1068542"/>
                <a:ext cx="50120" cy="945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23">
                    <a:moveTo>
                      <a:pt x="0" y="5687"/>
                    </a:moveTo>
                    <a:lnTo>
                      <a:pt x="2875" y="9923"/>
                    </a:lnTo>
                    <a:lnTo>
                      <a:pt x="5262" y="4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0" name="Surface mesh patch"/>
              <p:cNvSpPr/>
              <p:nvPr/>
            </p:nvSpPr>
            <p:spPr>
              <a:xfrm>
                <a:off x="14359910" y="1071597"/>
                <a:ext cx="50120" cy="86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58">
                    <a:moveTo>
                      <a:pt x="0" y="4657"/>
                    </a:moveTo>
                    <a:lnTo>
                      <a:pt x="2875" y="9058"/>
                    </a:lnTo>
                    <a:lnTo>
                      <a:pt x="5262" y="5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1" name="Surface mesh patch"/>
              <p:cNvSpPr/>
              <p:nvPr/>
            </p:nvSpPr>
            <p:spPr>
              <a:xfrm>
                <a:off x="14410030" y="1087523"/>
                <a:ext cx="50120" cy="69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2">
                    <a:moveTo>
                      <a:pt x="0" y="3481"/>
                    </a:moveTo>
                    <a:lnTo>
                      <a:pt x="2875" y="7292"/>
                    </a:lnTo>
                    <a:lnTo>
                      <a:pt x="5262" y="45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7d3bb"/>
              </a:solidFill>
              <a:ln w="3334" cap="flat" cmpd="sng" algn="ctr">
                <a:solidFill>
                  <a:srgbClr val="f7d3b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2" name="Surface mesh patch"/>
              <p:cNvSpPr/>
              <p:nvPr/>
            </p:nvSpPr>
            <p:spPr>
              <a:xfrm>
                <a:off x="14460150" y="1109103"/>
                <a:ext cx="50120" cy="45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9">
                    <a:moveTo>
                      <a:pt x="0" y="2275"/>
                    </a:moveTo>
                    <a:lnTo>
                      <a:pt x="2875" y="4729"/>
                    </a:lnTo>
                    <a:lnTo>
                      <a:pt x="5262" y="32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3" name="Surface mesh patch"/>
              <p:cNvSpPr/>
              <p:nvPr/>
            </p:nvSpPr>
            <p:spPr>
              <a:xfrm>
                <a:off x="14510269" y="1129348"/>
                <a:ext cx="50120" cy="15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2">
                    <a:moveTo>
                      <a:pt x="0" y="1079"/>
                    </a:moveTo>
                    <a:lnTo>
                      <a:pt x="2875" y="1662"/>
                    </a:lnTo>
                    <a:lnTo>
                      <a:pt x="5262" y="14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4" name="Surface mesh patch"/>
              <p:cNvSpPr/>
              <p:nvPr/>
            </p:nvSpPr>
            <p:spPr>
              <a:xfrm>
                <a:off x="14560389" y="1130710"/>
                <a:ext cx="50120" cy="13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1">
                    <a:moveTo>
                      <a:pt x="0" y="1308"/>
                    </a:moveTo>
                    <a:lnTo>
                      <a:pt x="2875" y="0"/>
                    </a:lnTo>
                    <a:lnTo>
                      <a:pt x="5262" y="1194"/>
                    </a:lnTo>
                    <a:lnTo>
                      <a:pt x="2387" y="1431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5" name="Surface mesh patch"/>
              <p:cNvSpPr/>
              <p:nvPr/>
            </p:nvSpPr>
            <p:spPr>
              <a:xfrm>
                <a:off x="14610509" y="1117008"/>
                <a:ext cx="50120" cy="37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1">
                    <a:moveTo>
                      <a:pt x="0" y="2632"/>
                    </a:moveTo>
                    <a:lnTo>
                      <a:pt x="2875" y="0"/>
                    </a:lnTo>
                    <a:lnTo>
                      <a:pt x="5262" y="2596"/>
                    </a:lnTo>
                    <a:lnTo>
                      <a:pt x="2387" y="3961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6" name="Surface mesh patch"/>
              <p:cNvSpPr/>
              <p:nvPr/>
            </p:nvSpPr>
            <p:spPr>
              <a:xfrm>
                <a:off x="14660628" y="1113525"/>
                <a:ext cx="50120" cy="51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8">
                    <a:moveTo>
                      <a:pt x="0" y="2962"/>
                    </a:moveTo>
                    <a:lnTo>
                      <a:pt x="2875" y="0"/>
                    </a:lnTo>
                    <a:lnTo>
                      <a:pt x="5262" y="3771"/>
                    </a:lnTo>
                    <a:lnTo>
                      <a:pt x="2387" y="5408"/>
                    </a:lnTo>
                    <a:close/>
                  </a:path>
                </a:pathLst>
              </a:custGeom>
              <a:solidFill>
                <a:srgbClr val="f2d6c6"/>
              </a:solidFill>
              <a:ln w="3334" cap="flat" cmpd="sng" algn="ctr">
                <a:solidFill>
                  <a:srgbClr val="f2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7" name="Surface mesh patch"/>
              <p:cNvSpPr/>
              <p:nvPr/>
            </p:nvSpPr>
            <p:spPr>
              <a:xfrm>
                <a:off x="14710748" y="1127925"/>
                <a:ext cx="50120" cy="527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2">
                    <a:moveTo>
                      <a:pt x="0" y="2260"/>
                    </a:moveTo>
                    <a:lnTo>
                      <a:pt x="2875" y="0"/>
                    </a:lnTo>
                    <a:lnTo>
                      <a:pt x="5262" y="4437"/>
                    </a:lnTo>
                    <a:lnTo>
                      <a:pt x="2387" y="5542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8" name="Surface mesh patch"/>
              <p:cNvSpPr/>
              <p:nvPr/>
            </p:nvSpPr>
            <p:spPr>
              <a:xfrm>
                <a:off x="14760867" y="1161453"/>
                <a:ext cx="50120" cy="432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4">
                    <a:moveTo>
                      <a:pt x="0" y="917"/>
                    </a:moveTo>
                    <a:lnTo>
                      <a:pt x="2875" y="0"/>
                    </a:lnTo>
                    <a:lnTo>
                      <a:pt x="5262" y="4399"/>
                    </a:lnTo>
                    <a:lnTo>
                      <a:pt x="2387" y="4544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49" name="Surface mesh patch"/>
              <p:cNvSpPr/>
              <p:nvPr/>
            </p:nvSpPr>
            <p:spPr>
              <a:xfrm>
                <a:off x="14810987" y="1203355"/>
                <a:ext cx="50120" cy="393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8">
                    <a:moveTo>
                      <a:pt x="0" y="0"/>
                    </a:moveTo>
                    <a:lnTo>
                      <a:pt x="2875" y="455"/>
                    </a:lnTo>
                    <a:lnTo>
                      <a:pt x="5262" y="4128"/>
                    </a:lnTo>
                    <a:lnTo>
                      <a:pt x="2387" y="3373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50" name="Surface mesh patch"/>
              <p:cNvSpPr/>
              <p:nvPr/>
            </p:nvSpPr>
            <p:spPr>
              <a:xfrm>
                <a:off x="14861107" y="1242675"/>
                <a:ext cx="50120" cy="365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6">
                    <a:moveTo>
                      <a:pt x="0" y="0"/>
                    </a:moveTo>
                    <a:lnTo>
                      <a:pt x="2875" y="1350"/>
                    </a:lnTo>
                    <a:lnTo>
                      <a:pt x="5262" y="3836"/>
                    </a:lnTo>
                    <a:lnTo>
                      <a:pt x="2387" y="2593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51" name="Surface mesh patch"/>
              <p:cNvSpPr/>
              <p:nvPr/>
            </p:nvSpPr>
            <p:spPr>
              <a:xfrm>
                <a:off x="14911226" y="1279212"/>
                <a:ext cx="50120" cy="262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4">
                    <a:moveTo>
                      <a:pt x="0" y="0"/>
                    </a:moveTo>
                    <a:lnTo>
                      <a:pt x="2875" y="1583"/>
                    </a:lnTo>
                    <a:lnTo>
                      <a:pt x="5262" y="2754"/>
                    </a:lnTo>
                    <a:lnTo>
                      <a:pt x="2387" y="1513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52" name="Surface mesh patch"/>
              <p:cNvSpPr/>
              <p:nvPr/>
            </p:nvSpPr>
            <p:spPr>
              <a:xfrm>
                <a:off x="13535264" y="1425463"/>
                <a:ext cx="50120" cy="317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33">
                    <a:moveTo>
                      <a:pt x="0" y="1421"/>
                    </a:moveTo>
                    <a:lnTo>
                      <a:pt x="2875" y="3333"/>
                    </a:lnTo>
                    <a:lnTo>
                      <a:pt x="5262" y="18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53" name="Surface mesh patch"/>
              <p:cNvSpPr/>
              <p:nvPr/>
            </p:nvSpPr>
            <p:spPr>
              <a:xfrm>
                <a:off x="13585384" y="1427664"/>
                <a:ext cx="50120" cy="35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56">
                    <a:moveTo>
                      <a:pt x="0" y="1637"/>
                    </a:moveTo>
                    <a:lnTo>
                      <a:pt x="2875" y="3756"/>
                    </a:lnTo>
                    <a:lnTo>
                      <a:pt x="5262" y="20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54" name="Surface mesh patch"/>
              <p:cNvSpPr/>
              <p:nvPr/>
            </p:nvSpPr>
            <p:spPr>
              <a:xfrm>
                <a:off x="13635503" y="1429828"/>
                <a:ext cx="50120" cy="40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1">
                    <a:moveTo>
                      <a:pt x="0" y="1864"/>
                    </a:moveTo>
                    <a:lnTo>
                      <a:pt x="2875" y="4221"/>
                    </a:lnTo>
                    <a:lnTo>
                      <a:pt x="5262" y="23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55" name="Surface mesh patch"/>
              <p:cNvSpPr/>
              <p:nvPr/>
            </p:nvSpPr>
            <p:spPr>
              <a:xfrm>
                <a:off x="13685623" y="1431937"/>
                <a:ext cx="50120" cy="441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36">
                    <a:moveTo>
                      <a:pt x="0" y="2110"/>
                    </a:moveTo>
                    <a:lnTo>
                      <a:pt x="2875" y="4636"/>
                    </a:lnTo>
                    <a:lnTo>
                      <a:pt x="5262" y="24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56" name="Surface mesh patch"/>
              <p:cNvSpPr/>
              <p:nvPr/>
            </p:nvSpPr>
            <p:spPr>
              <a:xfrm>
                <a:off x="13735743" y="1432967"/>
                <a:ext cx="50120" cy="468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6">
                    <a:moveTo>
                      <a:pt x="0" y="2380"/>
                    </a:moveTo>
                    <a:lnTo>
                      <a:pt x="2875" y="4916"/>
                    </a:lnTo>
                    <a:lnTo>
                      <a:pt x="5262" y="2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57" name="Surface mesh patch"/>
              <p:cNvSpPr/>
              <p:nvPr/>
            </p:nvSpPr>
            <p:spPr>
              <a:xfrm>
                <a:off x="13785862" y="1431128"/>
                <a:ext cx="50120" cy="47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3">
                    <a:moveTo>
                      <a:pt x="0" y="2673"/>
                    </a:moveTo>
                    <a:lnTo>
                      <a:pt x="2875" y="5023"/>
                    </a:lnTo>
                    <a:lnTo>
                      <a:pt x="5262" y="2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58" name="Surface mesh patch"/>
              <p:cNvSpPr/>
              <p:nvPr/>
            </p:nvSpPr>
            <p:spPr>
              <a:xfrm>
                <a:off x="13835982" y="1424324"/>
                <a:ext cx="50120" cy="47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2">
                    <a:moveTo>
                      <a:pt x="0" y="2991"/>
                    </a:moveTo>
                    <a:lnTo>
                      <a:pt x="2875" y="4982"/>
                    </a:lnTo>
                    <a:lnTo>
                      <a:pt x="5262" y="19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59" name="Surface mesh patch"/>
              <p:cNvSpPr/>
              <p:nvPr/>
            </p:nvSpPr>
            <p:spPr>
              <a:xfrm>
                <a:off x="13886102" y="1410608"/>
                <a:ext cx="50120" cy="4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90">
                    <a:moveTo>
                      <a:pt x="0" y="3346"/>
                    </a:moveTo>
                    <a:lnTo>
                      <a:pt x="2875" y="4890"/>
                    </a:lnTo>
                    <a:lnTo>
                      <a:pt x="5262" y="14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60" name="Surface mesh patch"/>
              <p:cNvSpPr/>
              <p:nvPr/>
            </p:nvSpPr>
            <p:spPr>
              <a:xfrm>
                <a:off x="13936221" y="1388519"/>
                <a:ext cx="50120" cy="464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0">
                    <a:moveTo>
                      <a:pt x="0" y="3767"/>
                    </a:moveTo>
                    <a:lnTo>
                      <a:pt x="2875" y="4880"/>
                    </a:lnTo>
                    <a:lnTo>
                      <a:pt x="5262" y="10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61" name="Surface mesh patch"/>
              <p:cNvSpPr/>
              <p:nvPr/>
            </p:nvSpPr>
            <p:spPr>
              <a:xfrm>
                <a:off x="13986341" y="1357383"/>
                <a:ext cx="50120" cy="484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0">
                    <a:moveTo>
                      <a:pt x="0" y="4283"/>
                    </a:moveTo>
                    <a:lnTo>
                      <a:pt x="2875" y="5090"/>
                    </a:lnTo>
                    <a:lnTo>
                      <a:pt x="5262" y="7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62" name="Surface mesh patch"/>
              <p:cNvSpPr/>
              <p:nvPr/>
            </p:nvSpPr>
            <p:spPr>
              <a:xfrm>
                <a:off x="14036461" y="1317725"/>
                <a:ext cx="50120" cy="53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08">
                    <a:moveTo>
                      <a:pt x="0" y="4888"/>
                    </a:moveTo>
                    <a:lnTo>
                      <a:pt x="2875" y="5608"/>
                    </a:lnTo>
                    <a:lnTo>
                      <a:pt x="5262" y="6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63" name="Surface mesh patch"/>
              <p:cNvSpPr/>
              <p:nvPr/>
            </p:nvSpPr>
            <p:spPr>
              <a:xfrm>
                <a:off x="14086580" y="1271758"/>
                <a:ext cx="50120" cy="61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2">
                    <a:moveTo>
                      <a:pt x="0" y="5518"/>
                    </a:moveTo>
                    <a:lnTo>
                      <a:pt x="2875" y="6432"/>
                    </a:lnTo>
                    <a:lnTo>
                      <a:pt x="5262" y="9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64" name="Surface mesh patch"/>
              <p:cNvSpPr/>
              <p:nvPr/>
            </p:nvSpPr>
            <p:spPr>
              <a:xfrm>
                <a:off x="14136700" y="1223649"/>
                <a:ext cx="50120" cy="709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0">
                    <a:moveTo>
                      <a:pt x="0" y="6048"/>
                    </a:moveTo>
                    <a:lnTo>
                      <a:pt x="2875" y="7450"/>
                    </a:lnTo>
                    <a:lnTo>
                      <a:pt x="5262" y="16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65" name="Surface mesh patch"/>
              <p:cNvSpPr/>
              <p:nvPr/>
            </p:nvSpPr>
            <p:spPr>
              <a:xfrm>
                <a:off x="14186820" y="1179102"/>
                <a:ext cx="50120" cy="8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47">
                    <a:moveTo>
                      <a:pt x="0" y="6330"/>
                    </a:moveTo>
                    <a:lnTo>
                      <a:pt x="2875" y="8447"/>
                    </a:lnTo>
                    <a:lnTo>
                      <a:pt x="5262" y="25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66" name="Surface mesh patch"/>
              <p:cNvSpPr/>
              <p:nvPr/>
            </p:nvSpPr>
            <p:spPr>
              <a:xfrm>
                <a:off x="14236939" y="1144042"/>
                <a:ext cx="50120" cy="871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45">
                    <a:moveTo>
                      <a:pt x="0" y="6245"/>
                    </a:moveTo>
                    <a:lnTo>
                      <a:pt x="2875" y="9145"/>
                    </a:lnTo>
                    <a:lnTo>
                      <a:pt x="5262" y="35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67" name="Surface mesh patch"/>
              <p:cNvSpPr/>
              <p:nvPr/>
            </p:nvSpPr>
            <p:spPr>
              <a:xfrm>
                <a:off x="14287059" y="1122707"/>
                <a:ext cx="50120" cy="882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62">
                    <a:moveTo>
                      <a:pt x="0" y="5763"/>
                    </a:moveTo>
                    <a:lnTo>
                      <a:pt x="2875" y="9262"/>
                    </a:lnTo>
                    <a:lnTo>
                      <a:pt x="5262" y="42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68" name="Surface mesh patch"/>
              <p:cNvSpPr/>
              <p:nvPr/>
            </p:nvSpPr>
            <p:spPr>
              <a:xfrm>
                <a:off x="14337178" y="1115960"/>
                <a:ext cx="50120" cy="816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1">
                    <a:moveTo>
                      <a:pt x="0" y="4944"/>
                    </a:moveTo>
                    <a:lnTo>
                      <a:pt x="2875" y="8571"/>
                    </a:lnTo>
                    <a:lnTo>
                      <a:pt x="5262" y="44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4"/>
              </a:solidFill>
              <a:ln w="3334" cap="flat" cmpd="sng" algn="ctr">
                <a:solidFill>
                  <a:srgbClr val="f2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69" name="Surface mesh patch"/>
              <p:cNvSpPr/>
              <p:nvPr/>
            </p:nvSpPr>
            <p:spPr>
              <a:xfrm>
                <a:off x="14387298" y="1120679"/>
                <a:ext cx="50120" cy="66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46">
                    <a:moveTo>
                      <a:pt x="0" y="3905"/>
                    </a:moveTo>
                    <a:lnTo>
                      <a:pt x="2875" y="6946"/>
                    </a:lnTo>
                    <a:lnTo>
                      <a:pt x="5262" y="38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70" name="Surface mesh patch"/>
              <p:cNvSpPr/>
              <p:nvPr/>
            </p:nvSpPr>
            <p:spPr>
              <a:xfrm>
                <a:off x="14437418" y="1130770"/>
                <a:ext cx="50120" cy="420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0">
                    <a:moveTo>
                      <a:pt x="0" y="2751"/>
                    </a:moveTo>
                    <a:lnTo>
                      <a:pt x="2875" y="4410"/>
                    </a:lnTo>
                    <a:lnTo>
                      <a:pt x="5262" y="24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71" name="Surface mesh patch"/>
              <p:cNvSpPr/>
              <p:nvPr/>
            </p:nvSpPr>
            <p:spPr>
              <a:xfrm>
                <a:off x="14487537" y="1139624"/>
                <a:ext cx="50120" cy="145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5">
                    <a:moveTo>
                      <a:pt x="0" y="1525"/>
                    </a:moveTo>
                    <a:lnTo>
                      <a:pt x="2875" y="1191"/>
                    </a:lnTo>
                    <a:lnTo>
                      <a:pt x="5262" y="5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72" name="Surface mesh patch"/>
              <p:cNvSpPr/>
              <p:nvPr/>
            </p:nvSpPr>
            <p:spPr>
              <a:xfrm>
                <a:off x="14537657" y="1121852"/>
                <a:ext cx="50120" cy="233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9">
                    <a:moveTo>
                      <a:pt x="0" y="2449"/>
                    </a:moveTo>
                    <a:lnTo>
                      <a:pt x="2875" y="0"/>
                    </a:lnTo>
                    <a:lnTo>
                      <a:pt x="5262" y="930"/>
                    </a:lnTo>
                    <a:lnTo>
                      <a:pt x="2387" y="2238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73" name="Surface mesh patch"/>
              <p:cNvSpPr/>
              <p:nvPr/>
            </p:nvSpPr>
            <p:spPr>
              <a:xfrm>
                <a:off x="14587777" y="1092444"/>
                <a:ext cx="50120" cy="496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11">
                    <a:moveTo>
                      <a:pt x="0" y="4017"/>
                    </a:moveTo>
                    <a:lnTo>
                      <a:pt x="2875" y="0"/>
                    </a:lnTo>
                    <a:lnTo>
                      <a:pt x="5262" y="2579"/>
                    </a:lnTo>
                    <a:lnTo>
                      <a:pt x="2387" y="5211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74" name="Surface mesh patch"/>
              <p:cNvSpPr/>
              <p:nvPr/>
            </p:nvSpPr>
            <p:spPr>
              <a:xfrm>
                <a:off x="14637896" y="1074486"/>
                <a:ext cx="50120" cy="672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60">
                    <a:moveTo>
                      <a:pt x="0" y="4464"/>
                    </a:moveTo>
                    <a:lnTo>
                      <a:pt x="2875" y="0"/>
                    </a:lnTo>
                    <a:lnTo>
                      <a:pt x="5262" y="4099"/>
                    </a:lnTo>
                    <a:lnTo>
                      <a:pt x="2387" y="7060"/>
                    </a:lnTo>
                    <a:close/>
                  </a:path>
                </a:pathLst>
              </a:custGeom>
              <a:solidFill>
                <a:srgbClr val="fad1b5"/>
              </a:solidFill>
              <a:ln w="3334" cap="flat" cmpd="sng" algn="ctr">
                <a:solidFill>
                  <a:srgbClr val="fa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75" name="Surface mesh patch"/>
              <p:cNvSpPr/>
              <p:nvPr/>
            </p:nvSpPr>
            <p:spPr>
              <a:xfrm>
                <a:off x="14688016" y="1078965"/>
                <a:ext cx="50120" cy="704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00">
                    <a:moveTo>
                      <a:pt x="0" y="3628"/>
                    </a:moveTo>
                    <a:lnTo>
                      <a:pt x="2875" y="0"/>
                    </a:lnTo>
                    <a:lnTo>
                      <a:pt x="5262" y="5140"/>
                    </a:lnTo>
                    <a:lnTo>
                      <a:pt x="2387" y="740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76" name="Surface mesh patch"/>
              <p:cNvSpPr/>
              <p:nvPr/>
            </p:nvSpPr>
            <p:spPr>
              <a:xfrm>
                <a:off x="14738136" y="1109952"/>
                <a:ext cx="50120" cy="60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24">
                    <a:moveTo>
                      <a:pt x="0" y="1887"/>
                    </a:moveTo>
                    <a:lnTo>
                      <a:pt x="2875" y="0"/>
                    </a:lnTo>
                    <a:lnTo>
                      <a:pt x="5262" y="5407"/>
                    </a:lnTo>
                    <a:lnTo>
                      <a:pt x="2387" y="6324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77" name="Surface mesh patch"/>
              <p:cNvSpPr/>
              <p:nvPr/>
            </p:nvSpPr>
            <p:spPr>
              <a:xfrm>
                <a:off x="14788255" y="1161453"/>
                <a:ext cx="50120" cy="462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4">
                    <a:moveTo>
                      <a:pt x="0" y="0"/>
                    </a:moveTo>
                    <a:lnTo>
                      <a:pt x="2875" y="30"/>
                    </a:lnTo>
                    <a:lnTo>
                      <a:pt x="5262" y="4854"/>
                    </a:lnTo>
                    <a:lnTo>
                      <a:pt x="2387" y="4399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78" name="Surface mesh patch"/>
              <p:cNvSpPr/>
              <p:nvPr/>
            </p:nvSpPr>
            <p:spPr>
              <a:xfrm>
                <a:off x="14838375" y="1207692"/>
                <a:ext cx="50120" cy="478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2">
                    <a:moveTo>
                      <a:pt x="0" y="0"/>
                    </a:moveTo>
                    <a:lnTo>
                      <a:pt x="2875" y="1431"/>
                    </a:lnTo>
                    <a:lnTo>
                      <a:pt x="5262" y="5022"/>
                    </a:lnTo>
                    <a:lnTo>
                      <a:pt x="2387" y="3673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79" name="Surface mesh patch"/>
              <p:cNvSpPr/>
              <p:nvPr/>
            </p:nvSpPr>
            <p:spPr>
              <a:xfrm>
                <a:off x="14888495" y="1255531"/>
                <a:ext cx="50120" cy="38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0">
                    <a:moveTo>
                      <a:pt x="0" y="0"/>
                    </a:moveTo>
                    <a:lnTo>
                      <a:pt x="2875" y="1989"/>
                    </a:lnTo>
                    <a:lnTo>
                      <a:pt x="5262" y="4070"/>
                    </a:lnTo>
                    <a:lnTo>
                      <a:pt x="2387" y="2486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0" name="Surface mesh patch"/>
              <p:cNvSpPr/>
              <p:nvPr/>
            </p:nvSpPr>
            <p:spPr>
              <a:xfrm>
                <a:off x="14938614" y="1294294"/>
                <a:ext cx="50120" cy="235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8">
                    <a:moveTo>
                      <a:pt x="0" y="0"/>
                    </a:moveTo>
                    <a:lnTo>
                      <a:pt x="2875" y="1804"/>
                    </a:lnTo>
                    <a:lnTo>
                      <a:pt x="5262" y="2468"/>
                    </a:lnTo>
                    <a:lnTo>
                      <a:pt x="2387" y="1171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1" name="Surface mesh patch"/>
              <p:cNvSpPr/>
              <p:nvPr/>
            </p:nvSpPr>
            <p:spPr>
              <a:xfrm>
                <a:off x="13512532" y="1438993"/>
                <a:ext cx="50120" cy="30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09">
                    <a:moveTo>
                      <a:pt x="0" y="1274"/>
                    </a:moveTo>
                    <a:lnTo>
                      <a:pt x="2875" y="3209"/>
                    </a:lnTo>
                    <a:lnTo>
                      <a:pt x="5262" y="1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2" name="Surface mesh patch"/>
              <p:cNvSpPr/>
              <p:nvPr/>
            </p:nvSpPr>
            <p:spPr>
              <a:xfrm>
                <a:off x="13562652" y="1443258"/>
                <a:ext cx="50120" cy="341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81">
                    <a:moveTo>
                      <a:pt x="0" y="1465"/>
                    </a:moveTo>
                    <a:lnTo>
                      <a:pt x="2875" y="3581"/>
                    </a:lnTo>
                    <a:lnTo>
                      <a:pt x="5262" y="21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3" name="Surface mesh patch"/>
              <p:cNvSpPr/>
              <p:nvPr/>
            </p:nvSpPr>
            <p:spPr>
              <a:xfrm>
                <a:off x="13612772" y="1447578"/>
                <a:ext cx="50120" cy="38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10">
                    <a:moveTo>
                      <a:pt x="0" y="1666"/>
                    </a:moveTo>
                    <a:lnTo>
                      <a:pt x="2875" y="4010"/>
                    </a:lnTo>
                    <a:lnTo>
                      <a:pt x="5262" y="23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4" name="Surface mesh patch"/>
              <p:cNvSpPr/>
              <p:nvPr/>
            </p:nvSpPr>
            <p:spPr>
              <a:xfrm>
                <a:off x="13662891" y="1452031"/>
                <a:ext cx="50120" cy="419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09">
                    <a:moveTo>
                      <a:pt x="0" y="1890"/>
                    </a:moveTo>
                    <a:lnTo>
                      <a:pt x="2875" y="4409"/>
                    </a:lnTo>
                    <a:lnTo>
                      <a:pt x="5262" y="25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5" name="Surface mesh patch"/>
              <p:cNvSpPr/>
              <p:nvPr/>
            </p:nvSpPr>
            <p:spPr>
              <a:xfrm>
                <a:off x="13713011" y="1455637"/>
                <a:ext cx="50120" cy="446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2">
                    <a:moveTo>
                      <a:pt x="0" y="2148"/>
                    </a:moveTo>
                    <a:lnTo>
                      <a:pt x="2875" y="4692"/>
                    </a:lnTo>
                    <a:lnTo>
                      <a:pt x="5262" y="25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6" name="Surface mesh patch"/>
              <p:cNvSpPr/>
              <p:nvPr/>
            </p:nvSpPr>
            <p:spPr>
              <a:xfrm>
                <a:off x="13763131" y="1456592"/>
                <a:ext cx="50120" cy="458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9">
                    <a:moveTo>
                      <a:pt x="0" y="2436"/>
                    </a:moveTo>
                    <a:lnTo>
                      <a:pt x="2875" y="4809"/>
                    </a:lnTo>
                    <a:lnTo>
                      <a:pt x="5262" y="23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7" name="Surface mesh patch"/>
              <p:cNvSpPr/>
              <p:nvPr/>
            </p:nvSpPr>
            <p:spPr>
              <a:xfrm>
                <a:off x="13813250" y="1452809"/>
                <a:ext cx="50120" cy="45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71">
                    <a:moveTo>
                      <a:pt x="0" y="2746"/>
                    </a:moveTo>
                    <a:lnTo>
                      <a:pt x="2875" y="4771"/>
                    </a:lnTo>
                    <a:lnTo>
                      <a:pt x="5262" y="19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8" name="Surface mesh patch"/>
              <p:cNvSpPr/>
              <p:nvPr/>
            </p:nvSpPr>
            <p:spPr>
              <a:xfrm>
                <a:off x="13863370" y="1442475"/>
                <a:ext cx="50120" cy="443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4">
                    <a:moveTo>
                      <a:pt x="0" y="3077"/>
                    </a:moveTo>
                    <a:lnTo>
                      <a:pt x="2875" y="4654"/>
                    </a:lnTo>
                    <a:lnTo>
                      <a:pt x="5262" y="15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89" name="Surface mesh patch"/>
              <p:cNvSpPr/>
              <p:nvPr/>
            </p:nvSpPr>
            <p:spPr>
              <a:xfrm>
                <a:off x="13913489" y="1424403"/>
                <a:ext cx="50120" cy="4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3">
                    <a:moveTo>
                      <a:pt x="0" y="3441"/>
                    </a:moveTo>
                    <a:lnTo>
                      <a:pt x="2875" y="4583"/>
                    </a:lnTo>
                    <a:lnTo>
                      <a:pt x="5262" y="11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90" name="Surface mesh patch"/>
              <p:cNvSpPr/>
              <p:nvPr/>
            </p:nvSpPr>
            <p:spPr>
              <a:xfrm>
                <a:off x="13963609" y="1398180"/>
                <a:ext cx="50120" cy="446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86">
                    <a:moveTo>
                      <a:pt x="0" y="3866"/>
                    </a:moveTo>
                    <a:lnTo>
                      <a:pt x="2875" y="4686"/>
                    </a:lnTo>
                    <a:lnTo>
                      <a:pt x="5262" y="8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91" name="Surface mesh patch"/>
              <p:cNvSpPr/>
              <p:nvPr/>
            </p:nvSpPr>
            <p:spPr>
              <a:xfrm>
                <a:off x="14013729" y="1364283"/>
                <a:ext cx="50120" cy="48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9">
                    <a:moveTo>
                      <a:pt x="0" y="4366"/>
                    </a:moveTo>
                    <a:lnTo>
                      <a:pt x="2875" y="5059"/>
                    </a:lnTo>
                    <a:lnTo>
                      <a:pt x="5262" y="7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92" name="Surface mesh patch"/>
              <p:cNvSpPr/>
              <p:nvPr/>
            </p:nvSpPr>
            <p:spPr>
              <a:xfrm>
                <a:off x="14063848" y="1324315"/>
                <a:ext cx="50120" cy="544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2">
                    <a:moveTo>
                      <a:pt x="0" y="4917"/>
                    </a:moveTo>
                    <a:lnTo>
                      <a:pt x="2875" y="5722"/>
                    </a:lnTo>
                    <a:lnTo>
                      <a:pt x="5262" y="9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93" name="Surface mesh patch"/>
              <p:cNvSpPr/>
              <p:nvPr/>
            </p:nvSpPr>
            <p:spPr>
              <a:xfrm>
                <a:off x="14113968" y="1281259"/>
                <a:ext cx="50120" cy="628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6">
                    <a:moveTo>
                      <a:pt x="0" y="5435"/>
                    </a:moveTo>
                    <a:lnTo>
                      <a:pt x="2875" y="6596"/>
                    </a:lnTo>
                    <a:lnTo>
                      <a:pt x="5262" y="14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94" name="Surface mesh patch"/>
              <p:cNvSpPr/>
              <p:nvPr/>
            </p:nvSpPr>
            <p:spPr>
              <a:xfrm>
                <a:off x="14164088" y="1239392"/>
                <a:ext cx="50120" cy="715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07">
                    <a:moveTo>
                      <a:pt x="0" y="5797"/>
                    </a:moveTo>
                    <a:lnTo>
                      <a:pt x="2875" y="7507"/>
                    </a:lnTo>
                    <a:lnTo>
                      <a:pt x="5262" y="2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95" name="Surface mesh patch"/>
              <p:cNvSpPr/>
              <p:nvPr/>
            </p:nvSpPr>
            <p:spPr>
              <a:xfrm>
                <a:off x="14214207" y="1203530"/>
                <a:ext cx="50120" cy="78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09">
                    <a:moveTo>
                      <a:pt x="0" y="5882"/>
                    </a:moveTo>
                    <a:lnTo>
                      <a:pt x="2875" y="8209"/>
                    </a:lnTo>
                    <a:lnTo>
                      <a:pt x="5262" y="28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3dee1"/>
              </a:solidFill>
              <a:ln w="3334" cap="flat" cmpd="sng" algn="ctr">
                <a:solidFill>
                  <a:srgbClr val="e3de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96" name="Surface mesh patch"/>
              <p:cNvSpPr/>
              <p:nvPr/>
            </p:nvSpPr>
            <p:spPr>
              <a:xfrm>
                <a:off x="14264327" y="1177602"/>
                <a:ext cx="50120" cy="80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26">
                    <a:moveTo>
                      <a:pt x="0" y="5621"/>
                    </a:moveTo>
                    <a:lnTo>
                      <a:pt x="2875" y="8426"/>
                    </a:lnTo>
                    <a:lnTo>
                      <a:pt x="5262" y="34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97" name="Surface mesh patch"/>
              <p:cNvSpPr/>
              <p:nvPr/>
            </p:nvSpPr>
            <p:spPr>
              <a:xfrm>
                <a:off x="14314447" y="1163054"/>
                <a:ext cx="50120" cy="752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03">
                    <a:moveTo>
                      <a:pt x="0" y="5026"/>
                    </a:moveTo>
                    <a:lnTo>
                      <a:pt x="2875" y="7903"/>
                    </a:lnTo>
                    <a:lnTo>
                      <a:pt x="5262" y="36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2"/>
              </a:solidFill>
              <a:ln w="3334" cap="flat" cmpd="sng" algn="ctr">
                <a:solidFill>
                  <a:srgbClr val="ecdad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98" name="Surface mesh patch"/>
              <p:cNvSpPr/>
              <p:nvPr/>
            </p:nvSpPr>
            <p:spPr>
              <a:xfrm>
                <a:off x="14364566" y="1157877"/>
                <a:ext cx="50120" cy="61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1">
                    <a:moveTo>
                      <a:pt x="0" y="4170"/>
                    </a:moveTo>
                    <a:lnTo>
                      <a:pt x="2875" y="6451"/>
                    </a:lnTo>
                    <a:lnTo>
                      <a:pt x="5262" y="30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99" name="Surface mesh patch"/>
              <p:cNvSpPr/>
              <p:nvPr/>
            </p:nvSpPr>
            <p:spPr>
              <a:xfrm>
                <a:off x="14414686" y="1156977"/>
                <a:ext cx="50120" cy="38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06">
                    <a:moveTo>
                      <a:pt x="0" y="3135"/>
                    </a:moveTo>
                    <a:lnTo>
                      <a:pt x="2875" y="4006"/>
                    </a:lnTo>
                    <a:lnTo>
                      <a:pt x="5262" y="16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d7c9"/>
              </a:solidFill>
              <a:ln w="3334" cap="flat" cmpd="sng" algn="ctr">
                <a:solidFill>
                  <a:srgbClr val="f0d7c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00" name="Surface mesh patch"/>
              <p:cNvSpPr/>
              <p:nvPr/>
            </p:nvSpPr>
            <p:spPr>
              <a:xfrm>
                <a:off x="14464806" y="1150972"/>
                <a:ext cx="50120" cy="21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9">
                    <a:moveTo>
                      <a:pt x="0" y="2289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334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01" name="Surface mesh patch"/>
              <p:cNvSpPr/>
              <p:nvPr/>
            </p:nvSpPr>
            <p:spPr>
              <a:xfrm>
                <a:off x="14514925" y="1116775"/>
                <a:ext cx="50120" cy="341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0">
                    <a:moveTo>
                      <a:pt x="0" y="3590"/>
                    </a:moveTo>
                    <a:lnTo>
                      <a:pt x="2875" y="0"/>
                    </a:lnTo>
                    <a:lnTo>
                      <a:pt x="5262" y="533"/>
                    </a:lnTo>
                    <a:lnTo>
                      <a:pt x="2387" y="2982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02" name="Surface mesh patch"/>
              <p:cNvSpPr/>
              <p:nvPr/>
            </p:nvSpPr>
            <p:spPr>
              <a:xfrm>
                <a:off x="14565045" y="1069987"/>
                <a:ext cx="50120" cy="60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75">
                    <a:moveTo>
                      <a:pt x="0" y="5445"/>
                    </a:moveTo>
                    <a:lnTo>
                      <a:pt x="2875" y="0"/>
                    </a:lnTo>
                    <a:lnTo>
                      <a:pt x="5262" y="2358"/>
                    </a:lnTo>
                    <a:lnTo>
                      <a:pt x="2387" y="6375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03" name="Surface mesh patch"/>
              <p:cNvSpPr/>
              <p:nvPr/>
            </p:nvSpPr>
            <p:spPr>
              <a:xfrm>
                <a:off x="14615164" y="1034550"/>
                <a:ext cx="50120" cy="82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57">
                    <a:moveTo>
                      <a:pt x="0" y="6078"/>
                    </a:moveTo>
                    <a:lnTo>
                      <a:pt x="2875" y="0"/>
                    </a:lnTo>
                    <a:lnTo>
                      <a:pt x="5262" y="4193"/>
                    </a:lnTo>
                    <a:lnTo>
                      <a:pt x="2387" y="8657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04" name="Surface mesh patch"/>
              <p:cNvSpPr/>
              <p:nvPr/>
            </p:nvSpPr>
            <p:spPr>
              <a:xfrm>
                <a:off x="14665284" y="1025251"/>
                <a:ext cx="50120" cy="882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68">
                    <a:moveTo>
                      <a:pt x="0" y="5169"/>
                    </a:moveTo>
                    <a:lnTo>
                      <a:pt x="2875" y="0"/>
                    </a:lnTo>
                    <a:lnTo>
                      <a:pt x="5262" y="5639"/>
                    </a:lnTo>
                    <a:lnTo>
                      <a:pt x="2387" y="9268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05" name="Surface mesh patch"/>
              <p:cNvSpPr/>
              <p:nvPr/>
            </p:nvSpPr>
            <p:spPr>
              <a:xfrm>
                <a:off x="14715404" y="1050008"/>
                <a:ext cx="50120" cy="77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80">
                    <a:moveTo>
                      <a:pt x="0" y="3040"/>
                    </a:moveTo>
                    <a:lnTo>
                      <a:pt x="2875" y="0"/>
                    </a:lnTo>
                    <a:lnTo>
                      <a:pt x="5262" y="6293"/>
                    </a:lnTo>
                    <a:lnTo>
                      <a:pt x="2387" y="8180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06" name="Surface mesh patch"/>
              <p:cNvSpPr/>
              <p:nvPr/>
            </p:nvSpPr>
            <p:spPr>
              <a:xfrm>
                <a:off x="14765523" y="1104966"/>
                <a:ext cx="50120" cy="567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1">
                    <a:moveTo>
                      <a:pt x="0" y="523"/>
                    </a:moveTo>
                    <a:lnTo>
                      <a:pt x="2875" y="0"/>
                    </a:lnTo>
                    <a:lnTo>
                      <a:pt x="5262" y="5961"/>
                    </a:lnTo>
                    <a:lnTo>
                      <a:pt x="2387" y="5930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07" name="Surface mesh patch"/>
              <p:cNvSpPr/>
              <p:nvPr/>
            </p:nvSpPr>
            <p:spPr>
              <a:xfrm>
                <a:off x="14815643" y="1161741"/>
                <a:ext cx="50120" cy="59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56">
                    <a:moveTo>
                      <a:pt x="0" y="0"/>
                    </a:moveTo>
                    <a:lnTo>
                      <a:pt x="2875" y="1483"/>
                    </a:lnTo>
                    <a:lnTo>
                      <a:pt x="5262" y="6256"/>
                    </a:lnTo>
                    <a:lnTo>
                      <a:pt x="2387" y="4824"/>
                    </a:lnTo>
                    <a:close/>
                  </a:path>
                </a:pathLst>
              </a:custGeom>
              <a:solidFill>
                <a:srgbClr val="eadad3"/>
              </a:solidFill>
              <a:ln w="3334" cap="flat" cmpd="sng" algn="ctr">
                <a:solidFill>
                  <a:srgbClr val="ea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08" name="Surface mesh patch"/>
              <p:cNvSpPr/>
              <p:nvPr/>
            </p:nvSpPr>
            <p:spPr>
              <a:xfrm>
                <a:off x="14865763" y="1221324"/>
                <a:ext cx="50120" cy="531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80">
                    <a:moveTo>
                      <a:pt x="0" y="0"/>
                    </a:moveTo>
                    <a:lnTo>
                      <a:pt x="2875" y="2463"/>
                    </a:lnTo>
                    <a:lnTo>
                      <a:pt x="5262" y="5580"/>
                    </a:lnTo>
                    <a:lnTo>
                      <a:pt x="2387" y="3591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09" name="Surface mesh patch"/>
              <p:cNvSpPr/>
              <p:nvPr/>
            </p:nvSpPr>
            <p:spPr>
              <a:xfrm>
                <a:off x="14915882" y="1274474"/>
                <a:ext cx="50120" cy="369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4">
                    <a:moveTo>
                      <a:pt x="0" y="0"/>
                    </a:moveTo>
                    <a:lnTo>
                      <a:pt x="2875" y="2439"/>
                    </a:lnTo>
                    <a:lnTo>
                      <a:pt x="5262" y="3884"/>
                    </a:lnTo>
                    <a:lnTo>
                      <a:pt x="2387" y="2081"/>
                    </a:lnTo>
                    <a:close/>
                  </a:path>
                </a:pathLst>
              </a:custGeom>
              <a:solidFill>
                <a:srgbClr val="d0def4"/>
              </a:solidFill>
              <a:ln w="3334" cap="flat" cmpd="sng" algn="ctr">
                <a:solidFill>
                  <a:srgbClr val="d0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0" name="Surface mesh patch"/>
              <p:cNvSpPr/>
              <p:nvPr/>
            </p:nvSpPr>
            <p:spPr>
              <a:xfrm>
                <a:off x="14966002" y="1311473"/>
                <a:ext cx="50120" cy="180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4">
                    <a:moveTo>
                      <a:pt x="0" y="0"/>
                    </a:moveTo>
                    <a:lnTo>
                      <a:pt x="2875" y="1807"/>
                    </a:lnTo>
                    <a:lnTo>
                      <a:pt x="5262" y="1894"/>
                    </a:lnTo>
                    <a:lnTo>
                      <a:pt x="2387" y="665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1" name="Surface mesh patch"/>
              <p:cNvSpPr/>
              <p:nvPr/>
            </p:nvSpPr>
            <p:spPr>
              <a:xfrm>
                <a:off x="13489800" y="1451127"/>
                <a:ext cx="50120" cy="29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73">
                    <a:moveTo>
                      <a:pt x="0" y="1135"/>
                    </a:moveTo>
                    <a:lnTo>
                      <a:pt x="2875" y="3073"/>
                    </a:lnTo>
                    <a:lnTo>
                      <a:pt x="5262" y="19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2" name="Surface mesh patch"/>
              <p:cNvSpPr/>
              <p:nvPr/>
            </p:nvSpPr>
            <p:spPr>
              <a:xfrm>
                <a:off x="13539920" y="1457213"/>
                <a:ext cx="50120" cy="322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1">
                    <a:moveTo>
                      <a:pt x="0" y="1296"/>
                    </a:moveTo>
                    <a:lnTo>
                      <a:pt x="2875" y="3381"/>
                    </a:lnTo>
                    <a:lnTo>
                      <a:pt x="5262" y="21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3" name="Surface mesh patch"/>
              <p:cNvSpPr/>
              <p:nvPr/>
            </p:nvSpPr>
            <p:spPr>
              <a:xfrm>
                <a:off x="13590040" y="1463444"/>
                <a:ext cx="50120" cy="357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55">
                    <a:moveTo>
                      <a:pt x="0" y="1462"/>
                    </a:moveTo>
                    <a:lnTo>
                      <a:pt x="2875" y="3755"/>
                    </a:lnTo>
                    <a:lnTo>
                      <a:pt x="5262" y="23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4" name="Surface mesh patch"/>
              <p:cNvSpPr/>
              <p:nvPr/>
            </p:nvSpPr>
            <p:spPr>
              <a:xfrm>
                <a:off x="13640159" y="1470036"/>
                <a:ext cx="50120" cy="39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18">
                    <a:moveTo>
                      <a:pt x="0" y="1652"/>
                    </a:moveTo>
                    <a:lnTo>
                      <a:pt x="2875" y="4118"/>
                    </a:lnTo>
                    <a:lnTo>
                      <a:pt x="5262" y="25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5" name="Surface mesh patch"/>
              <p:cNvSpPr/>
              <p:nvPr/>
            </p:nvSpPr>
            <p:spPr>
              <a:xfrm>
                <a:off x="13690279" y="1476094"/>
                <a:ext cx="50120" cy="417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7">
                    <a:moveTo>
                      <a:pt x="0" y="1883"/>
                    </a:moveTo>
                    <a:lnTo>
                      <a:pt x="2875" y="4387"/>
                    </a:lnTo>
                    <a:lnTo>
                      <a:pt x="5262" y="25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6" name="Surface mesh patch"/>
              <p:cNvSpPr/>
              <p:nvPr/>
            </p:nvSpPr>
            <p:spPr>
              <a:xfrm>
                <a:off x="13740399" y="1479794"/>
                <a:ext cx="50120" cy="429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05">
                    <a:moveTo>
                      <a:pt x="0" y="2156"/>
                    </a:moveTo>
                    <a:lnTo>
                      <a:pt x="2875" y="4505"/>
                    </a:lnTo>
                    <a:lnTo>
                      <a:pt x="5262" y="23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7" name="Surface mesh patch"/>
              <p:cNvSpPr/>
              <p:nvPr/>
            </p:nvSpPr>
            <p:spPr>
              <a:xfrm>
                <a:off x="13790518" y="1478970"/>
                <a:ext cx="50120" cy="42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0">
                    <a:moveTo>
                      <a:pt x="0" y="2459"/>
                    </a:moveTo>
                    <a:lnTo>
                      <a:pt x="2875" y="4470"/>
                    </a:lnTo>
                    <a:lnTo>
                      <a:pt x="5262" y="20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8" name="Surface mesh patch"/>
              <p:cNvSpPr/>
              <p:nvPr/>
            </p:nvSpPr>
            <p:spPr>
              <a:xfrm>
                <a:off x="13840638" y="1471782"/>
                <a:ext cx="50120" cy="41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41">
                    <a:moveTo>
                      <a:pt x="0" y="2779"/>
                    </a:moveTo>
                    <a:lnTo>
                      <a:pt x="2875" y="4341"/>
                    </a:lnTo>
                    <a:lnTo>
                      <a:pt x="5262" y="15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19" name="Surface mesh patch"/>
              <p:cNvSpPr/>
              <p:nvPr/>
            </p:nvSpPr>
            <p:spPr>
              <a:xfrm>
                <a:off x="13890758" y="1457181"/>
                <a:ext cx="50120" cy="402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8">
                    <a:moveTo>
                      <a:pt x="0" y="3110"/>
                    </a:moveTo>
                    <a:lnTo>
                      <a:pt x="2875" y="4228"/>
                    </a:lnTo>
                    <a:lnTo>
                      <a:pt x="5262" y="1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20" name="Surface mesh patch"/>
              <p:cNvSpPr/>
              <p:nvPr/>
            </p:nvSpPr>
            <p:spPr>
              <a:xfrm>
                <a:off x="13940877" y="1435002"/>
                <a:ext cx="50120" cy="40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49">
                    <a:moveTo>
                      <a:pt x="0" y="3470"/>
                    </a:moveTo>
                    <a:lnTo>
                      <a:pt x="2875" y="4249"/>
                    </a:lnTo>
                    <a:lnTo>
                      <a:pt x="5262" y="8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21" name="Surface mesh patch"/>
              <p:cNvSpPr/>
              <p:nvPr/>
            </p:nvSpPr>
            <p:spPr>
              <a:xfrm>
                <a:off x="13990997" y="1405870"/>
                <a:ext cx="50120" cy="42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00">
                    <a:moveTo>
                      <a:pt x="0" y="3879"/>
                    </a:moveTo>
                    <a:lnTo>
                      <a:pt x="2875" y="4500"/>
                    </a:lnTo>
                    <a:lnTo>
                      <a:pt x="5262" y="6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22" name="Surface mesh patch"/>
              <p:cNvSpPr/>
              <p:nvPr/>
            </p:nvSpPr>
            <p:spPr>
              <a:xfrm>
                <a:off x="14041117" y="1371145"/>
                <a:ext cx="50120" cy="47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13">
                    <a:moveTo>
                      <a:pt x="0" y="4339"/>
                    </a:moveTo>
                    <a:lnTo>
                      <a:pt x="2875" y="5013"/>
                    </a:lnTo>
                    <a:lnTo>
                      <a:pt x="5262" y="8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23" name="Surface mesh patch"/>
              <p:cNvSpPr/>
              <p:nvPr/>
            </p:nvSpPr>
            <p:spPr>
              <a:xfrm>
                <a:off x="14091236" y="1333027"/>
                <a:ext cx="50120" cy="546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39">
                    <a:moveTo>
                      <a:pt x="0" y="4807"/>
                    </a:moveTo>
                    <a:lnTo>
                      <a:pt x="2875" y="5739"/>
                    </a:lnTo>
                    <a:lnTo>
                      <a:pt x="5262" y="1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24" name="Surface mesh patch"/>
              <p:cNvSpPr/>
              <p:nvPr/>
            </p:nvSpPr>
            <p:spPr>
              <a:xfrm>
                <a:off x="14141356" y="1294612"/>
                <a:ext cx="50120" cy="62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42">
                    <a:moveTo>
                      <a:pt x="0" y="5194"/>
                    </a:moveTo>
                    <a:lnTo>
                      <a:pt x="2875" y="6542"/>
                    </a:lnTo>
                    <a:lnTo>
                      <a:pt x="5262" y="17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25" name="Surface mesh patch"/>
              <p:cNvSpPr/>
              <p:nvPr/>
            </p:nvSpPr>
            <p:spPr>
              <a:xfrm>
                <a:off x="14191475" y="1259559"/>
                <a:ext cx="50120" cy="686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11">
                    <a:moveTo>
                      <a:pt x="0" y="5390"/>
                    </a:moveTo>
                    <a:lnTo>
                      <a:pt x="2875" y="7211"/>
                    </a:lnTo>
                    <a:lnTo>
                      <a:pt x="5262" y="23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26" name="Surface mesh patch"/>
              <p:cNvSpPr/>
              <p:nvPr/>
            </p:nvSpPr>
            <p:spPr>
              <a:xfrm>
                <a:off x="14241595" y="1231145"/>
                <a:ext cx="50120" cy="71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1">
                    <a:moveTo>
                      <a:pt x="0" y="5309"/>
                    </a:moveTo>
                    <a:lnTo>
                      <a:pt x="2875" y="7491"/>
                    </a:lnTo>
                    <a:lnTo>
                      <a:pt x="5262" y="28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27" name="Surface mesh patch"/>
              <p:cNvSpPr/>
              <p:nvPr/>
            </p:nvSpPr>
            <p:spPr>
              <a:xfrm>
                <a:off x="14291715" y="1210927"/>
                <a:ext cx="50120" cy="677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17">
                    <a:moveTo>
                      <a:pt x="0" y="4927"/>
                    </a:moveTo>
                    <a:lnTo>
                      <a:pt x="2875" y="7117"/>
                    </a:lnTo>
                    <a:lnTo>
                      <a:pt x="5262" y="28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5dedf"/>
              </a:solidFill>
              <a:ln w="3334" cap="flat" cmpd="sng" algn="ctr">
                <a:solidFill>
                  <a:srgbClr val="e5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28" name="Surface mesh patch"/>
              <p:cNvSpPr/>
              <p:nvPr/>
            </p:nvSpPr>
            <p:spPr>
              <a:xfrm>
                <a:off x="14341834" y="1197597"/>
                <a:ext cx="50120" cy="557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3">
                    <a:moveTo>
                      <a:pt x="0" y="4276"/>
                    </a:moveTo>
                    <a:lnTo>
                      <a:pt x="2875" y="5853"/>
                    </a:lnTo>
                    <a:lnTo>
                      <a:pt x="5262" y="22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29" name="Surface mesh patch"/>
              <p:cNvSpPr/>
              <p:nvPr/>
            </p:nvSpPr>
            <p:spPr>
              <a:xfrm>
                <a:off x="14391954" y="1186839"/>
                <a:ext cx="50120" cy="33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55">
                    <a:moveTo>
                      <a:pt x="0" y="3410"/>
                    </a:moveTo>
                    <a:lnTo>
                      <a:pt x="2875" y="3555"/>
                    </a:lnTo>
                    <a:lnTo>
                      <a:pt x="5262" y="8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dd9d0"/>
              </a:solidFill>
              <a:ln w="3334" cap="flat" cmpd="sng" algn="ctr">
                <a:solidFill>
                  <a:srgbClr val="ed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30" name="Surface mesh patch"/>
              <p:cNvSpPr/>
              <p:nvPr/>
            </p:nvSpPr>
            <p:spPr>
              <a:xfrm>
                <a:off x="14442074" y="1160975"/>
                <a:ext cx="50120" cy="341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87">
                    <a:moveTo>
                      <a:pt x="0" y="3587"/>
                    </a:moveTo>
                    <a:lnTo>
                      <a:pt x="2875" y="1517"/>
                    </a:lnTo>
                    <a:lnTo>
                      <a:pt x="5262" y="0"/>
                    </a:lnTo>
                    <a:lnTo>
                      <a:pt x="2387" y="1239"/>
                    </a:lnTo>
                    <a:close/>
                  </a:path>
                </a:pathLst>
              </a:custGeom>
              <a:solidFill>
                <a:srgbClr val="f2d6c4"/>
              </a:solidFill>
              <a:ln w="3334" cap="flat" cmpd="sng" algn="ctr">
                <a:solidFill>
                  <a:srgbClr val="f2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31" name="Surface mesh patch"/>
              <p:cNvSpPr/>
              <p:nvPr/>
            </p:nvSpPr>
            <p:spPr>
              <a:xfrm>
                <a:off x="14492193" y="1116661"/>
                <a:ext cx="50120" cy="443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2">
                    <a:moveTo>
                      <a:pt x="0" y="4652"/>
                    </a:moveTo>
                    <a:lnTo>
                      <a:pt x="2875" y="0"/>
                    </a:lnTo>
                    <a:lnTo>
                      <a:pt x="5262" y="12"/>
                    </a:lnTo>
                    <a:lnTo>
                      <a:pt x="2387" y="3602"/>
                    </a:lnTo>
                    <a:close/>
                  </a:path>
                </a:pathLst>
              </a:custGeom>
              <a:solidFill>
                <a:srgbClr val="fad1b5"/>
              </a:solidFill>
              <a:ln w="3334" cap="flat" cmpd="sng" algn="ctr">
                <a:solidFill>
                  <a:srgbClr val="fa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32" name="Surface mesh patch"/>
              <p:cNvSpPr/>
              <p:nvPr/>
            </p:nvSpPr>
            <p:spPr>
              <a:xfrm>
                <a:off x="14542313" y="1051766"/>
                <a:ext cx="50120" cy="700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8">
                    <a:moveTo>
                      <a:pt x="0" y="6825"/>
                    </a:moveTo>
                    <a:lnTo>
                      <a:pt x="2875" y="0"/>
                    </a:lnTo>
                    <a:lnTo>
                      <a:pt x="5262" y="1913"/>
                    </a:lnTo>
                    <a:lnTo>
                      <a:pt x="2387" y="7358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33" name="Surface mesh patch"/>
              <p:cNvSpPr/>
              <p:nvPr/>
            </p:nvSpPr>
            <p:spPr>
              <a:xfrm>
                <a:off x="14592433" y="996510"/>
                <a:ext cx="50120" cy="95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72">
                    <a:moveTo>
                      <a:pt x="0" y="7714"/>
                    </a:moveTo>
                    <a:lnTo>
                      <a:pt x="2875" y="0"/>
                    </a:lnTo>
                    <a:lnTo>
                      <a:pt x="5262" y="3994"/>
                    </a:lnTo>
                    <a:lnTo>
                      <a:pt x="2387" y="10072"/>
                    </a:lnTo>
                    <a:close/>
                  </a:path>
                </a:pathLst>
              </a:custGeom>
              <a:solidFill>
                <a:srgbClr val="fbbda0"/>
              </a:solidFill>
              <a:ln w="3334" cap="flat" cmpd="sng" algn="ctr">
                <a:solidFill>
                  <a:srgbClr val="fbbd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34" name="Surface mesh patch"/>
              <p:cNvSpPr/>
              <p:nvPr/>
            </p:nvSpPr>
            <p:spPr>
              <a:xfrm>
                <a:off x="14642552" y="969664"/>
                <a:ext cx="50120" cy="104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05">
                    <a:moveTo>
                      <a:pt x="0" y="6812"/>
                    </a:moveTo>
                    <a:lnTo>
                      <a:pt x="2875" y="0"/>
                    </a:lnTo>
                    <a:lnTo>
                      <a:pt x="5262" y="5836"/>
                    </a:lnTo>
                    <a:lnTo>
                      <a:pt x="2387" y="11005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35" name="Surface mesh patch"/>
              <p:cNvSpPr/>
              <p:nvPr/>
            </p:nvSpPr>
            <p:spPr>
              <a:xfrm>
                <a:off x="14692672" y="983920"/>
                <a:ext cx="50120" cy="95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79">
                    <a:moveTo>
                      <a:pt x="0" y="4339"/>
                    </a:moveTo>
                    <a:lnTo>
                      <a:pt x="2875" y="0"/>
                    </a:lnTo>
                    <a:lnTo>
                      <a:pt x="5262" y="6938"/>
                    </a:lnTo>
                    <a:lnTo>
                      <a:pt x="2387" y="9979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36" name="Surface mesh patch"/>
              <p:cNvSpPr/>
              <p:nvPr/>
            </p:nvSpPr>
            <p:spPr>
              <a:xfrm>
                <a:off x="14742792" y="1038609"/>
                <a:ext cx="50120" cy="713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0">
                    <a:moveTo>
                      <a:pt x="0" y="1197"/>
                    </a:moveTo>
                    <a:lnTo>
                      <a:pt x="2875" y="0"/>
                    </a:lnTo>
                    <a:lnTo>
                      <a:pt x="5262" y="6967"/>
                    </a:lnTo>
                    <a:lnTo>
                      <a:pt x="2387" y="7490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37" name="Surface mesh patch"/>
              <p:cNvSpPr/>
              <p:nvPr/>
            </p:nvSpPr>
            <p:spPr>
              <a:xfrm>
                <a:off x="14792911" y="1104966"/>
                <a:ext cx="50120" cy="70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44">
                    <a:moveTo>
                      <a:pt x="0" y="0"/>
                    </a:moveTo>
                    <a:lnTo>
                      <a:pt x="2875" y="1502"/>
                    </a:lnTo>
                    <a:lnTo>
                      <a:pt x="5262" y="7444"/>
                    </a:lnTo>
                    <a:lnTo>
                      <a:pt x="2387" y="5961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38" name="Surface mesh patch"/>
              <p:cNvSpPr/>
              <p:nvPr/>
            </p:nvSpPr>
            <p:spPr>
              <a:xfrm>
                <a:off x="14843031" y="1175868"/>
                <a:ext cx="50120" cy="689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35">
                    <a:moveTo>
                      <a:pt x="0" y="0"/>
                    </a:moveTo>
                    <a:lnTo>
                      <a:pt x="2875" y="3008"/>
                    </a:lnTo>
                    <a:lnTo>
                      <a:pt x="5262" y="7235"/>
                    </a:lnTo>
                    <a:lnTo>
                      <a:pt x="2387" y="4772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39" name="Surface mesh patch"/>
              <p:cNvSpPr/>
              <p:nvPr/>
            </p:nvSpPr>
            <p:spPr>
              <a:xfrm>
                <a:off x="14893150" y="1244784"/>
                <a:ext cx="50120" cy="529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56">
                    <a:moveTo>
                      <a:pt x="0" y="0"/>
                    </a:moveTo>
                    <a:lnTo>
                      <a:pt x="2875" y="3219"/>
                    </a:lnTo>
                    <a:lnTo>
                      <a:pt x="5262" y="5556"/>
                    </a:lnTo>
                    <a:lnTo>
                      <a:pt x="2387" y="3117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40" name="Surface mesh patch"/>
              <p:cNvSpPr/>
              <p:nvPr/>
            </p:nvSpPr>
            <p:spPr>
              <a:xfrm>
                <a:off x="14943270" y="1297705"/>
                <a:ext cx="50120" cy="309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53">
                    <a:moveTo>
                      <a:pt x="0" y="0"/>
                    </a:moveTo>
                    <a:lnTo>
                      <a:pt x="2875" y="2552"/>
                    </a:lnTo>
                    <a:lnTo>
                      <a:pt x="5262" y="3253"/>
                    </a:lnTo>
                    <a:lnTo>
                      <a:pt x="2387" y="1446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41" name="Surface mesh patch"/>
              <p:cNvSpPr/>
              <p:nvPr/>
            </p:nvSpPr>
            <p:spPr>
              <a:xfrm>
                <a:off x="14993390" y="1328685"/>
                <a:ext cx="50120" cy="151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91">
                    <a:moveTo>
                      <a:pt x="0" y="0"/>
                    </a:moveTo>
                    <a:lnTo>
                      <a:pt x="2875" y="1591"/>
                    </a:lnTo>
                    <a:lnTo>
                      <a:pt x="5262" y="1125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42" name="Surface mesh patch"/>
              <p:cNvSpPr/>
              <p:nvPr/>
            </p:nvSpPr>
            <p:spPr>
              <a:xfrm>
                <a:off x="13467069" y="1461937"/>
                <a:ext cx="50120" cy="27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37">
                    <a:moveTo>
                      <a:pt x="0" y="1008"/>
                    </a:moveTo>
                    <a:lnTo>
                      <a:pt x="2875" y="2937"/>
                    </a:lnTo>
                    <a:lnTo>
                      <a:pt x="5262" y="19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43" name="Surface mesh patch"/>
              <p:cNvSpPr/>
              <p:nvPr/>
            </p:nvSpPr>
            <p:spPr>
              <a:xfrm>
                <a:off x="13517188" y="1469556"/>
                <a:ext cx="50120" cy="302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1">
                    <a:moveTo>
                      <a:pt x="0" y="1138"/>
                    </a:moveTo>
                    <a:lnTo>
                      <a:pt x="2875" y="3171"/>
                    </a:lnTo>
                    <a:lnTo>
                      <a:pt x="5262" y="20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44" name="Surface mesh patch"/>
              <p:cNvSpPr/>
              <p:nvPr/>
            </p:nvSpPr>
            <p:spPr>
              <a:xfrm>
                <a:off x="13567308" y="1477370"/>
                <a:ext cx="50120" cy="33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4">
                    <a:moveTo>
                      <a:pt x="0" y="1265"/>
                    </a:moveTo>
                    <a:lnTo>
                      <a:pt x="2875" y="3474"/>
                    </a:lnTo>
                    <a:lnTo>
                      <a:pt x="5262" y="22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45" name="Surface mesh patch"/>
              <p:cNvSpPr/>
              <p:nvPr/>
            </p:nvSpPr>
            <p:spPr>
              <a:xfrm>
                <a:off x="13617428" y="1485774"/>
                <a:ext cx="50120" cy="360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3">
                    <a:moveTo>
                      <a:pt x="0" y="1411"/>
                    </a:moveTo>
                    <a:lnTo>
                      <a:pt x="2875" y="3783"/>
                    </a:lnTo>
                    <a:lnTo>
                      <a:pt x="5262" y="2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46" name="Surface mesh patch"/>
              <p:cNvSpPr/>
              <p:nvPr/>
            </p:nvSpPr>
            <p:spPr>
              <a:xfrm>
                <a:off x="13667547" y="1494025"/>
                <a:ext cx="50120" cy="382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20">
                    <a:moveTo>
                      <a:pt x="0" y="1600"/>
                    </a:moveTo>
                    <a:lnTo>
                      <a:pt x="2875" y="4020"/>
                    </a:lnTo>
                    <a:lnTo>
                      <a:pt x="5262" y="25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47" name="Surface mesh patch"/>
              <p:cNvSpPr/>
              <p:nvPr/>
            </p:nvSpPr>
            <p:spPr>
              <a:xfrm>
                <a:off x="13717667" y="1500326"/>
                <a:ext cx="50120" cy="392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6">
                    <a:moveTo>
                      <a:pt x="0" y="1843"/>
                    </a:moveTo>
                    <a:lnTo>
                      <a:pt x="2875" y="4126"/>
                    </a:lnTo>
                    <a:lnTo>
                      <a:pt x="5262" y="23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48" name="Surface mesh patch"/>
              <p:cNvSpPr/>
              <p:nvPr/>
            </p:nvSpPr>
            <p:spPr>
              <a:xfrm>
                <a:off x="13767786" y="1502394"/>
                <a:ext cx="50120" cy="38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90">
                    <a:moveTo>
                      <a:pt x="0" y="2132"/>
                    </a:moveTo>
                    <a:lnTo>
                      <a:pt x="2875" y="4090"/>
                    </a:lnTo>
                    <a:lnTo>
                      <a:pt x="5262" y="20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49" name="Surface mesh patch"/>
              <p:cNvSpPr/>
              <p:nvPr/>
            </p:nvSpPr>
            <p:spPr>
              <a:xfrm>
                <a:off x="13817906" y="1498248"/>
                <a:ext cx="50120" cy="37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58">
                    <a:moveTo>
                      <a:pt x="0" y="2446"/>
                    </a:moveTo>
                    <a:lnTo>
                      <a:pt x="2875" y="3958"/>
                    </a:lnTo>
                    <a:lnTo>
                      <a:pt x="5262" y="1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0" name="Surface mesh patch"/>
              <p:cNvSpPr/>
              <p:nvPr/>
            </p:nvSpPr>
            <p:spPr>
              <a:xfrm>
                <a:off x="13868026" y="1486807"/>
                <a:ext cx="50120" cy="364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2">
                    <a:moveTo>
                      <a:pt x="0" y="2764"/>
                    </a:moveTo>
                    <a:lnTo>
                      <a:pt x="2875" y="3822"/>
                    </a:lnTo>
                    <a:lnTo>
                      <a:pt x="5262" y="1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dfd"/>
              </a:solidFill>
              <a:ln w="3334" cap="flat" cmpd="sng" algn="ctr">
                <a:solidFill>
                  <a:srgbClr val="a1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1" name="Surface mesh patch"/>
              <p:cNvSpPr/>
              <p:nvPr/>
            </p:nvSpPr>
            <p:spPr>
              <a:xfrm>
                <a:off x="13918145" y="1468052"/>
                <a:ext cx="50120" cy="36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9">
                    <a:moveTo>
                      <a:pt x="0" y="3086"/>
                    </a:moveTo>
                    <a:lnTo>
                      <a:pt x="2875" y="3789"/>
                    </a:lnTo>
                    <a:lnTo>
                      <a:pt x="5262" y="7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2" name="Surface mesh patch"/>
              <p:cNvSpPr/>
              <p:nvPr/>
            </p:nvSpPr>
            <p:spPr>
              <a:xfrm>
                <a:off x="13968265" y="1442814"/>
                <a:ext cx="50120" cy="376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48">
                    <a:moveTo>
                      <a:pt x="0" y="3429"/>
                    </a:moveTo>
                    <a:lnTo>
                      <a:pt x="2875" y="3948"/>
                    </a:lnTo>
                    <a:lnTo>
                      <a:pt x="5262" y="6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3" name="Surface mesh patch"/>
              <p:cNvSpPr/>
              <p:nvPr/>
            </p:nvSpPr>
            <p:spPr>
              <a:xfrm>
                <a:off x="14018385" y="1412470"/>
                <a:ext cx="50120" cy="413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8">
                    <a:moveTo>
                      <a:pt x="0" y="3807"/>
                    </a:moveTo>
                    <a:lnTo>
                      <a:pt x="2875" y="4338"/>
                    </a:lnTo>
                    <a:lnTo>
                      <a:pt x="5262" y="6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4" name="Surface mesh patch"/>
              <p:cNvSpPr/>
              <p:nvPr/>
            </p:nvSpPr>
            <p:spPr>
              <a:xfrm>
                <a:off x="14068504" y="1378813"/>
                <a:ext cx="50120" cy="469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9">
                    <a:moveTo>
                      <a:pt x="0" y="4208"/>
                    </a:moveTo>
                    <a:lnTo>
                      <a:pt x="2875" y="4929"/>
                    </a:lnTo>
                    <a:lnTo>
                      <a:pt x="5262" y="9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5" name="Surface mesh patch"/>
              <p:cNvSpPr/>
              <p:nvPr/>
            </p:nvSpPr>
            <p:spPr>
              <a:xfrm>
                <a:off x="14118624" y="1344084"/>
                <a:ext cx="50120" cy="534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6">
                    <a:moveTo>
                      <a:pt x="0" y="4579"/>
                    </a:moveTo>
                    <a:lnTo>
                      <a:pt x="2875" y="5616"/>
                    </a:lnTo>
                    <a:lnTo>
                      <a:pt x="5262" y="13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6" name="Surface mesh patch"/>
              <p:cNvSpPr/>
              <p:nvPr/>
            </p:nvSpPr>
            <p:spPr>
              <a:xfrm>
                <a:off x="14168744" y="1310896"/>
                <a:ext cx="50120" cy="59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6">
                    <a:moveTo>
                      <a:pt x="0" y="4833"/>
                    </a:moveTo>
                    <a:lnTo>
                      <a:pt x="2875" y="6226"/>
                    </a:lnTo>
                    <a:lnTo>
                      <a:pt x="5262" y="18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4"/>
              </a:solidFill>
              <a:ln w="3334" cap="flat" cmpd="sng" algn="ctr">
                <a:solidFill>
                  <a:srgbClr val="cf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7" name="Surface mesh patch"/>
              <p:cNvSpPr/>
              <p:nvPr/>
            </p:nvSpPr>
            <p:spPr>
              <a:xfrm>
                <a:off x="14218863" y="1281717"/>
                <a:ext cx="50120" cy="622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4">
                    <a:moveTo>
                      <a:pt x="0" y="4885"/>
                    </a:moveTo>
                    <a:lnTo>
                      <a:pt x="2875" y="6534"/>
                    </a:lnTo>
                    <a:lnTo>
                      <a:pt x="5262" y="21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8" name="Surface mesh patch"/>
              <p:cNvSpPr/>
              <p:nvPr/>
            </p:nvSpPr>
            <p:spPr>
              <a:xfrm>
                <a:off x="14268983" y="1257857"/>
                <a:ext cx="50120" cy="59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1">
                    <a:moveTo>
                      <a:pt x="0" y="4687"/>
                    </a:moveTo>
                    <a:lnTo>
                      <a:pt x="2875" y="6281"/>
                    </a:lnTo>
                    <a:lnTo>
                      <a:pt x="5262" y="21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ee1ec"/>
              </a:solidFill>
              <a:ln w="3334" cap="flat" cmpd="sng" algn="ctr">
                <a:solidFill>
                  <a:srgbClr val="dee1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59" name="Surface mesh patch"/>
              <p:cNvSpPr/>
              <p:nvPr/>
            </p:nvSpPr>
            <p:spPr>
              <a:xfrm>
                <a:off x="14319103" y="1238328"/>
                <a:ext cx="50120" cy="495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04">
                    <a:moveTo>
                      <a:pt x="0" y="4240"/>
                    </a:moveTo>
                    <a:lnTo>
                      <a:pt x="2875" y="5204"/>
                    </a:lnTo>
                    <a:lnTo>
                      <a:pt x="5262" y="15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3dfe2"/>
              </a:solidFill>
              <a:ln w="3334" cap="flat" cmpd="sng" algn="ctr">
                <a:solidFill>
                  <a:srgbClr val="e3df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0" name="Surface mesh patch"/>
              <p:cNvSpPr/>
              <p:nvPr/>
            </p:nvSpPr>
            <p:spPr>
              <a:xfrm>
                <a:off x="14369222" y="1219320"/>
                <a:ext cx="50120" cy="340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2">
                    <a:moveTo>
                      <a:pt x="0" y="3572"/>
                    </a:moveTo>
                    <a:lnTo>
                      <a:pt x="2875" y="3094"/>
                    </a:lnTo>
                    <a:lnTo>
                      <a:pt x="5262" y="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bd7"/>
              </a:solidFill>
              <a:ln w="3334" cap="flat" cmpd="sng" algn="ctr">
                <a:solidFill>
                  <a:srgbClr val="e8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1" name="Surface mesh patch"/>
              <p:cNvSpPr/>
              <p:nvPr/>
            </p:nvSpPr>
            <p:spPr>
              <a:xfrm>
                <a:off x="14419342" y="1175428"/>
                <a:ext cx="50120" cy="45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53">
                    <a:moveTo>
                      <a:pt x="0" y="4753"/>
                    </a:moveTo>
                    <a:lnTo>
                      <a:pt x="2875" y="1984"/>
                    </a:lnTo>
                    <a:lnTo>
                      <a:pt x="5262" y="0"/>
                    </a:lnTo>
                    <a:lnTo>
                      <a:pt x="2387" y="2069"/>
                    </a:lnTo>
                    <a:close/>
                  </a:path>
                </a:pathLst>
              </a:custGeom>
              <a:solidFill>
                <a:srgbClr val="f0d7c8"/>
              </a:solidFill>
              <a:ln w="3334" cap="flat" cmpd="sng" algn="ctr">
                <a:solidFill>
                  <a:srgbClr val="f0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2" name="Surface mesh patch"/>
              <p:cNvSpPr/>
              <p:nvPr/>
            </p:nvSpPr>
            <p:spPr>
              <a:xfrm>
                <a:off x="14469461" y="1116661"/>
                <a:ext cx="50120" cy="587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70">
                    <a:moveTo>
                      <a:pt x="0" y="6170"/>
                    </a:moveTo>
                    <a:lnTo>
                      <a:pt x="2875" y="610"/>
                    </a:lnTo>
                    <a:lnTo>
                      <a:pt x="5262" y="0"/>
                    </a:lnTo>
                    <a:lnTo>
                      <a:pt x="2387" y="4652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3" name="Surface mesh patch"/>
              <p:cNvSpPr/>
              <p:nvPr/>
            </p:nvSpPr>
            <p:spPr>
              <a:xfrm>
                <a:off x="14519581" y="1039882"/>
                <a:ext cx="50120" cy="76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73">
                    <a:moveTo>
                      <a:pt x="0" y="8061"/>
                    </a:moveTo>
                    <a:lnTo>
                      <a:pt x="2875" y="0"/>
                    </a:lnTo>
                    <a:lnTo>
                      <a:pt x="5262" y="1248"/>
                    </a:lnTo>
                    <a:lnTo>
                      <a:pt x="2387" y="8073"/>
                    </a:lnTo>
                    <a:close/>
                  </a:path>
                </a:pathLst>
              </a:custGeom>
              <a:solidFill>
                <a:srgbClr val="fbc2a5"/>
              </a:solidFill>
              <a:ln w="3334" cap="flat" cmpd="sng" algn="ctr">
                <a:solidFill>
                  <a:srgbClr val="fbc2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4" name="Surface mesh patch"/>
              <p:cNvSpPr/>
              <p:nvPr/>
            </p:nvSpPr>
            <p:spPr>
              <a:xfrm>
                <a:off x="14569701" y="963503"/>
                <a:ext cx="50120" cy="1064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79">
                    <a:moveTo>
                      <a:pt x="0" y="9266"/>
                    </a:moveTo>
                    <a:lnTo>
                      <a:pt x="2875" y="0"/>
                    </a:lnTo>
                    <a:lnTo>
                      <a:pt x="5262" y="3465"/>
                    </a:lnTo>
                    <a:lnTo>
                      <a:pt x="2387" y="11179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5" name="Surface mesh patch"/>
              <p:cNvSpPr/>
              <p:nvPr/>
            </p:nvSpPr>
            <p:spPr>
              <a:xfrm>
                <a:off x="14619820" y="915879"/>
                <a:ext cx="50120" cy="118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59">
                    <a:moveTo>
                      <a:pt x="0" y="8465"/>
                    </a:moveTo>
                    <a:lnTo>
                      <a:pt x="2875" y="0"/>
                    </a:lnTo>
                    <a:lnTo>
                      <a:pt x="5262" y="5647"/>
                    </a:lnTo>
                    <a:lnTo>
                      <a:pt x="2387" y="12459"/>
                    </a:lnTo>
                    <a:close/>
                  </a:path>
                </a:pathLst>
              </a:custGeom>
              <a:solidFill>
                <a:srgbClr val="faa98e"/>
              </a:solidFill>
              <a:ln w="3334" cap="flat" cmpd="sng" algn="ctr">
                <a:solidFill>
                  <a:srgbClr val="faa9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6" name="Surface mesh patch"/>
              <p:cNvSpPr/>
              <p:nvPr/>
            </p:nvSpPr>
            <p:spPr>
              <a:xfrm>
                <a:off x="14669940" y="915138"/>
                <a:ext cx="50120" cy="110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60">
                    <a:moveTo>
                      <a:pt x="0" y="5724"/>
                    </a:moveTo>
                    <a:lnTo>
                      <a:pt x="2875" y="0"/>
                    </a:lnTo>
                    <a:lnTo>
                      <a:pt x="5262" y="7221"/>
                    </a:lnTo>
                    <a:lnTo>
                      <a:pt x="2387" y="11560"/>
                    </a:lnTo>
                    <a:close/>
                  </a:path>
                </a:pathLst>
              </a:custGeom>
              <a:solidFill>
                <a:srgbClr val="faa88d"/>
              </a:solidFill>
              <a:ln w="3334" cap="flat" cmpd="sng" algn="ctr">
                <a:solidFill>
                  <a:srgbClr val="faa8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7" name="Surface mesh patch"/>
              <p:cNvSpPr/>
              <p:nvPr/>
            </p:nvSpPr>
            <p:spPr>
              <a:xfrm>
                <a:off x="14720060" y="965182"/>
                <a:ext cx="50120" cy="84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06">
                    <a:moveTo>
                      <a:pt x="0" y="1967"/>
                    </a:moveTo>
                    <a:lnTo>
                      <a:pt x="2875" y="0"/>
                    </a:lnTo>
                    <a:lnTo>
                      <a:pt x="5262" y="7709"/>
                    </a:lnTo>
                    <a:lnTo>
                      <a:pt x="2387" y="8906"/>
                    </a:lnTo>
                    <a:close/>
                  </a:path>
                </a:pathLst>
              </a:custGeom>
              <a:solidFill>
                <a:srgbClr val="fab196"/>
              </a:solidFill>
              <a:ln w="3334" cap="flat" cmpd="sng" algn="ctr">
                <a:solidFill>
                  <a:srgbClr val="fab1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8" name="Surface mesh patch"/>
              <p:cNvSpPr/>
              <p:nvPr/>
            </p:nvSpPr>
            <p:spPr>
              <a:xfrm>
                <a:off x="14770179" y="1038609"/>
                <a:ext cx="50120" cy="80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69">
                    <a:moveTo>
                      <a:pt x="0" y="0"/>
                    </a:moveTo>
                    <a:lnTo>
                      <a:pt x="2875" y="1488"/>
                    </a:lnTo>
                    <a:lnTo>
                      <a:pt x="5262" y="8469"/>
                    </a:lnTo>
                    <a:lnTo>
                      <a:pt x="2387" y="6967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69" name="Surface mesh patch"/>
              <p:cNvSpPr/>
              <p:nvPr/>
            </p:nvSpPr>
            <p:spPr>
              <a:xfrm>
                <a:off x="14820299" y="1119277"/>
                <a:ext cx="50120" cy="852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49">
                    <a:moveTo>
                      <a:pt x="0" y="0"/>
                    </a:moveTo>
                    <a:lnTo>
                      <a:pt x="2875" y="3620"/>
                    </a:lnTo>
                    <a:lnTo>
                      <a:pt x="5262" y="8949"/>
                    </a:lnTo>
                    <a:lnTo>
                      <a:pt x="2387" y="5941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0" name="Surface mesh patch"/>
              <p:cNvSpPr/>
              <p:nvPr/>
            </p:nvSpPr>
            <p:spPr>
              <a:xfrm>
                <a:off x="14870419" y="1204519"/>
                <a:ext cx="50120" cy="709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46">
                    <a:moveTo>
                      <a:pt x="0" y="0"/>
                    </a:moveTo>
                    <a:lnTo>
                      <a:pt x="2875" y="4151"/>
                    </a:lnTo>
                    <a:lnTo>
                      <a:pt x="5262" y="7446"/>
                    </a:lnTo>
                    <a:lnTo>
                      <a:pt x="2387" y="422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1" name="Surface mesh patch"/>
              <p:cNvSpPr/>
              <p:nvPr/>
            </p:nvSpPr>
            <p:spPr>
              <a:xfrm>
                <a:off x="14920538" y="1275443"/>
                <a:ext cx="50120" cy="4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90">
                    <a:moveTo>
                      <a:pt x="0" y="0"/>
                    </a:moveTo>
                    <a:lnTo>
                      <a:pt x="2875" y="3486"/>
                    </a:lnTo>
                    <a:lnTo>
                      <a:pt x="5262" y="4890"/>
                    </a:lnTo>
                    <a:lnTo>
                      <a:pt x="2387" y="233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2" name="Surface mesh patch"/>
              <p:cNvSpPr/>
              <p:nvPr/>
            </p:nvSpPr>
            <p:spPr>
              <a:xfrm>
                <a:off x="14970658" y="1322016"/>
                <a:ext cx="50120" cy="220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18">
                    <a:moveTo>
                      <a:pt x="0" y="0"/>
                    </a:moveTo>
                    <a:lnTo>
                      <a:pt x="2875" y="2318"/>
                    </a:lnTo>
                    <a:lnTo>
                      <a:pt x="5262" y="2291"/>
                    </a:lnTo>
                    <a:lnTo>
                      <a:pt x="2387" y="70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3" name="Surface mesh patch"/>
              <p:cNvSpPr/>
              <p:nvPr/>
            </p:nvSpPr>
            <p:spPr>
              <a:xfrm>
                <a:off x="15020778" y="1339401"/>
                <a:ext cx="50120" cy="161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">
                    <a:moveTo>
                      <a:pt x="0" y="466"/>
                    </a:moveTo>
                    <a:lnTo>
                      <a:pt x="2875" y="1700"/>
                    </a:lnTo>
                    <a:lnTo>
                      <a:pt x="5262" y="7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4" name="Surface mesh patch"/>
              <p:cNvSpPr/>
              <p:nvPr/>
            </p:nvSpPr>
            <p:spPr>
              <a:xfrm>
                <a:off x="13444337" y="1471542"/>
                <a:ext cx="50120" cy="267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10">
                    <a:moveTo>
                      <a:pt x="0" y="899"/>
                    </a:moveTo>
                    <a:lnTo>
                      <a:pt x="2875" y="2810"/>
                    </a:lnTo>
                    <a:lnTo>
                      <a:pt x="5262" y="19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5" name="Surface mesh patch"/>
              <p:cNvSpPr/>
              <p:nvPr/>
            </p:nvSpPr>
            <p:spPr>
              <a:xfrm>
                <a:off x="13494456" y="1480396"/>
                <a:ext cx="50120" cy="282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65">
                    <a:moveTo>
                      <a:pt x="0" y="999"/>
                    </a:moveTo>
                    <a:lnTo>
                      <a:pt x="2875" y="2965"/>
                    </a:lnTo>
                    <a:lnTo>
                      <a:pt x="5262" y="20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6" name="Surface mesh patch"/>
              <p:cNvSpPr/>
              <p:nvPr/>
            </p:nvSpPr>
            <p:spPr>
              <a:xfrm>
                <a:off x="13544576" y="1489418"/>
                <a:ext cx="50120" cy="303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6">
                    <a:moveTo>
                      <a:pt x="0" y="1085"/>
                    </a:moveTo>
                    <a:lnTo>
                      <a:pt x="2875" y="3186"/>
                    </a:lnTo>
                    <a:lnTo>
                      <a:pt x="5262" y="2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7" name="Surface mesh patch"/>
              <p:cNvSpPr/>
              <p:nvPr/>
            </p:nvSpPr>
            <p:spPr>
              <a:xfrm>
                <a:off x="13594696" y="1499211"/>
                <a:ext cx="50120" cy="326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4">
                    <a:moveTo>
                      <a:pt x="0" y="1181"/>
                    </a:moveTo>
                    <a:lnTo>
                      <a:pt x="2875" y="3424"/>
                    </a:lnTo>
                    <a:lnTo>
                      <a:pt x="5262" y="23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8" name="Surface mesh patch"/>
              <p:cNvSpPr/>
              <p:nvPr/>
            </p:nvSpPr>
            <p:spPr>
              <a:xfrm>
                <a:off x="13644815" y="1509262"/>
                <a:ext cx="50120" cy="34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11">
                    <a:moveTo>
                      <a:pt x="0" y="1317"/>
                    </a:moveTo>
                    <a:lnTo>
                      <a:pt x="2875" y="3611"/>
                    </a:lnTo>
                    <a:lnTo>
                      <a:pt x="5262" y="2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79" name="Surface mesh patch"/>
              <p:cNvSpPr/>
              <p:nvPr/>
            </p:nvSpPr>
            <p:spPr>
              <a:xfrm>
                <a:off x="13694935" y="1517881"/>
                <a:ext cx="50120" cy="35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1">
                    <a:moveTo>
                      <a:pt x="0" y="1515"/>
                    </a:moveTo>
                    <a:lnTo>
                      <a:pt x="2875" y="3691"/>
                    </a:lnTo>
                    <a:lnTo>
                      <a:pt x="5262" y="22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0" name="Surface mesh patch"/>
              <p:cNvSpPr/>
              <p:nvPr/>
            </p:nvSpPr>
            <p:spPr>
              <a:xfrm>
                <a:off x="13745055" y="1522705"/>
                <a:ext cx="50120" cy="34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48">
                    <a:moveTo>
                      <a:pt x="0" y="1776"/>
                    </a:moveTo>
                    <a:lnTo>
                      <a:pt x="2875" y="3648"/>
                    </a:lnTo>
                    <a:lnTo>
                      <a:pt x="5262" y="19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7fd"/>
              </a:solidFill>
              <a:ln w="3334" cap="flat" cmpd="sng" algn="ctr">
                <a:solidFill>
                  <a:srgbClr val="9b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1" name="Surface mesh patch"/>
              <p:cNvSpPr/>
              <p:nvPr/>
            </p:nvSpPr>
            <p:spPr>
              <a:xfrm>
                <a:off x="13795174" y="1521543"/>
                <a:ext cx="50120" cy="334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16">
                    <a:moveTo>
                      <a:pt x="0" y="2080"/>
                    </a:moveTo>
                    <a:lnTo>
                      <a:pt x="2875" y="3516"/>
                    </a:lnTo>
                    <a:lnTo>
                      <a:pt x="5262" y="15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2" name="Surface mesh patch"/>
              <p:cNvSpPr/>
              <p:nvPr/>
            </p:nvSpPr>
            <p:spPr>
              <a:xfrm>
                <a:off x="13845294" y="1513134"/>
                <a:ext cx="50120" cy="32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3">
                    <a:moveTo>
                      <a:pt x="0" y="2395"/>
                    </a:moveTo>
                    <a:lnTo>
                      <a:pt x="2875" y="3373"/>
                    </a:lnTo>
                    <a:lnTo>
                      <a:pt x="5262" y="10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3" name="Surface mesh patch"/>
              <p:cNvSpPr/>
              <p:nvPr/>
            </p:nvSpPr>
            <p:spPr>
              <a:xfrm>
                <a:off x="13895414" y="1497449"/>
                <a:ext cx="50120" cy="31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14">
                    <a:moveTo>
                      <a:pt x="0" y="2705"/>
                    </a:moveTo>
                    <a:lnTo>
                      <a:pt x="2875" y="3314"/>
                    </a:lnTo>
                    <a:lnTo>
                      <a:pt x="5262" y="7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4" name="Surface mesh patch"/>
              <p:cNvSpPr/>
              <p:nvPr/>
            </p:nvSpPr>
            <p:spPr>
              <a:xfrm>
                <a:off x="13945533" y="1475473"/>
                <a:ext cx="50120" cy="32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16">
                    <a:moveTo>
                      <a:pt x="0" y="3010"/>
                    </a:moveTo>
                    <a:lnTo>
                      <a:pt x="2875" y="3416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5" name="Surface mesh patch"/>
              <p:cNvSpPr/>
              <p:nvPr/>
            </p:nvSpPr>
            <p:spPr>
              <a:xfrm>
                <a:off x="13995653" y="1448729"/>
                <a:ext cx="50120" cy="35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7">
                    <a:moveTo>
                      <a:pt x="0" y="3327"/>
                    </a:moveTo>
                    <a:lnTo>
                      <a:pt x="2875" y="3717"/>
                    </a:lnTo>
                    <a:lnTo>
                      <a:pt x="5262" y="5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6" name="Surface mesh patch"/>
              <p:cNvSpPr/>
              <p:nvPr/>
            </p:nvSpPr>
            <p:spPr>
              <a:xfrm>
                <a:off x="14045772" y="1418893"/>
                <a:ext cx="50120" cy="399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6">
                    <a:moveTo>
                      <a:pt x="0" y="3664"/>
                    </a:moveTo>
                    <a:lnTo>
                      <a:pt x="2875" y="4196"/>
                    </a:lnTo>
                    <a:lnTo>
                      <a:pt x="5262" y="7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7" name="Surface mesh patch"/>
              <p:cNvSpPr/>
              <p:nvPr/>
            </p:nvSpPr>
            <p:spPr>
              <a:xfrm>
                <a:off x="14095892" y="1387695"/>
                <a:ext cx="50120" cy="45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74">
                    <a:moveTo>
                      <a:pt x="0" y="3996"/>
                    </a:moveTo>
                    <a:lnTo>
                      <a:pt x="2875" y="4774"/>
                    </a:lnTo>
                    <a:lnTo>
                      <a:pt x="5262" y="1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8" name="Surface mesh patch"/>
              <p:cNvSpPr/>
              <p:nvPr/>
            </p:nvSpPr>
            <p:spPr>
              <a:xfrm>
                <a:off x="14146012" y="1356926"/>
                <a:ext cx="50120" cy="506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13">
                    <a:moveTo>
                      <a:pt x="0" y="4267"/>
                    </a:moveTo>
                    <a:lnTo>
                      <a:pt x="2875" y="5313"/>
                    </a:lnTo>
                    <a:lnTo>
                      <a:pt x="5262" y="1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89" name="Surface mesh patch"/>
              <p:cNvSpPr/>
              <p:nvPr/>
            </p:nvSpPr>
            <p:spPr>
              <a:xfrm>
                <a:off x="14196131" y="1328245"/>
                <a:ext cx="50120" cy="53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20">
                    <a:moveTo>
                      <a:pt x="0" y="4404"/>
                    </a:moveTo>
                    <a:lnTo>
                      <a:pt x="2875" y="5620"/>
                    </a:lnTo>
                    <a:lnTo>
                      <a:pt x="5262" y="16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0" name="Surface mesh patch"/>
              <p:cNvSpPr/>
              <p:nvPr/>
            </p:nvSpPr>
            <p:spPr>
              <a:xfrm>
                <a:off x="14246251" y="1302500"/>
                <a:ext cx="50120" cy="519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9">
                    <a:moveTo>
                      <a:pt x="0" y="4352"/>
                    </a:moveTo>
                    <a:lnTo>
                      <a:pt x="2875" y="5459"/>
                    </a:lnTo>
                    <a:lnTo>
                      <a:pt x="5262" y="15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1" name="Surface mesh patch"/>
              <p:cNvSpPr/>
              <p:nvPr/>
            </p:nvSpPr>
            <p:spPr>
              <a:xfrm>
                <a:off x="14296371" y="1278718"/>
                <a:ext cx="50120" cy="434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58">
                    <a:moveTo>
                      <a:pt x="0" y="4091"/>
                    </a:moveTo>
                    <a:lnTo>
                      <a:pt x="2875" y="4558"/>
                    </a:lnTo>
                    <a:lnTo>
                      <a:pt x="5262" y="9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2" name="Surface mesh patch"/>
              <p:cNvSpPr/>
              <p:nvPr/>
            </p:nvSpPr>
            <p:spPr>
              <a:xfrm>
                <a:off x="14346490" y="1248792"/>
                <a:ext cx="50120" cy="391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6">
                    <a:moveTo>
                      <a:pt x="0" y="4106"/>
                    </a:moveTo>
                    <a:lnTo>
                      <a:pt x="2875" y="3141"/>
                    </a:lnTo>
                    <a:lnTo>
                      <a:pt x="5262" y="0"/>
                    </a:lnTo>
                    <a:lnTo>
                      <a:pt x="2387" y="478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3" name="Surface mesh patch"/>
              <p:cNvSpPr/>
              <p:nvPr/>
            </p:nvSpPr>
            <p:spPr>
              <a:xfrm>
                <a:off x="14396610" y="1194329"/>
                <a:ext cx="50120" cy="544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18">
                    <a:moveTo>
                      <a:pt x="0" y="5718"/>
                    </a:moveTo>
                    <a:lnTo>
                      <a:pt x="2875" y="2425"/>
                    </a:lnTo>
                    <a:lnTo>
                      <a:pt x="5262" y="0"/>
                    </a:lnTo>
                    <a:lnTo>
                      <a:pt x="2387" y="2768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4" name="Surface mesh patch"/>
              <p:cNvSpPr/>
              <p:nvPr/>
            </p:nvSpPr>
            <p:spPr>
              <a:xfrm>
                <a:off x="14446730" y="1122469"/>
                <a:ext cx="50120" cy="718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44">
                    <a:moveTo>
                      <a:pt x="0" y="7544"/>
                    </a:moveTo>
                    <a:lnTo>
                      <a:pt x="2875" y="1295"/>
                    </a:lnTo>
                    <a:lnTo>
                      <a:pt x="5262" y="0"/>
                    </a:lnTo>
                    <a:lnTo>
                      <a:pt x="2387" y="5560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5" name="Surface mesh patch"/>
              <p:cNvSpPr/>
              <p:nvPr/>
            </p:nvSpPr>
            <p:spPr>
              <a:xfrm>
                <a:off x="14496849" y="1036155"/>
                <a:ext cx="50120" cy="86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2">
                    <a:moveTo>
                      <a:pt x="0" y="9062"/>
                    </a:moveTo>
                    <a:lnTo>
                      <a:pt x="2875" y="0"/>
                    </a:lnTo>
                    <a:lnTo>
                      <a:pt x="5262" y="391"/>
                    </a:lnTo>
                    <a:lnTo>
                      <a:pt x="2387" y="8452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6" name="Surface mesh patch"/>
              <p:cNvSpPr/>
              <p:nvPr/>
            </p:nvSpPr>
            <p:spPr>
              <a:xfrm>
                <a:off x="14546969" y="938677"/>
                <a:ext cx="50120" cy="1130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73">
                    <a:moveTo>
                      <a:pt x="0" y="10625"/>
                    </a:moveTo>
                    <a:lnTo>
                      <a:pt x="2875" y="0"/>
                    </a:lnTo>
                    <a:lnTo>
                      <a:pt x="5262" y="2606"/>
                    </a:lnTo>
                    <a:lnTo>
                      <a:pt x="2387" y="11873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7" name="Surface mesh patch"/>
              <p:cNvSpPr/>
              <p:nvPr/>
            </p:nvSpPr>
            <p:spPr>
              <a:xfrm>
                <a:off x="14597089" y="868059"/>
                <a:ext cx="50120" cy="128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86">
                    <a:moveTo>
                      <a:pt x="0" y="10020"/>
                    </a:moveTo>
                    <a:lnTo>
                      <a:pt x="2875" y="0"/>
                    </a:lnTo>
                    <a:lnTo>
                      <a:pt x="5262" y="5020"/>
                    </a:lnTo>
                    <a:lnTo>
                      <a:pt x="2387" y="13486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8" name="Surface mesh patch"/>
              <p:cNvSpPr/>
              <p:nvPr/>
            </p:nvSpPr>
            <p:spPr>
              <a:xfrm>
                <a:off x="14647208" y="848091"/>
                <a:ext cx="50120" cy="121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4">
                    <a:moveTo>
                      <a:pt x="0" y="7117"/>
                    </a:moveTo>
                    <a:lnTo>
                      <a:pt x="2875" y="0"/>
                    </a:lnTo>
                    <a:lnTo>
                      <a:pt x="5262" y="7039"/>
                    </a:lnTo>
                    <a:lnTo>
                      <a:pt x="2387" y="12764"/>
                    </a:lnTo>
                    <a:close/>
                  </a:path>
                </a:pathLst>
              </a:custGeom>
              <a:solidFill>
                <a:srgbClr val="fa967b"/>
              </a:solidFill>
              <a:ln w="3334" cap="flat" cmpd="sng" algn="ctr">
                <a:solidFill>
                  <a:srgbClr val="fa967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99" name="Surface mesh patch"/>
              <p:cNvSpPr/>
              <p:nvPr/>
            </p:nvSpPr>
            <p:spPr>
              <a:xfrm>
                <a:off x="14697328" y="888481"/>
                <a:ext cx="50120" cy="95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20">
                    <a:moveTo>
                      <a:pt x="0" y="2799"/>
                    </a:moveTo>
                    <a:lnTo>
                      <a:pt x="2875" y="0"/>
                    </a:lnTo>
                    <a:lnTo>
                      <a:pt x="5262" y="8053"/>
                    </a:lnTo>
                    <a:lnTo>
                      <a:pt x="2387" y="10020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00" name="Surface mesh patch"/>
              <p:cNvSpPr/>
              <p:nvPr/>
            </p:nvSpPr>
            <p:spPr>
              <a:xfrm>
                <a:off x="14747447" y="965182"/>
                <a:ext cx="50120" cy="87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97">
                    <a:moveTo>
                      <a:pt x="0" y="0"/>
                    </a:moveTo>
                    <a:lnTo>
                      <a:pt x="2875" y="1440"/>
                    </a:lnTo>
                    <a:lnTo>
                      <a:pt x="5262" y="9197"/>
                    </a:lnTo>
                    <a:lnTo>
                      <a:pt x="2387" y="7709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01" name="Surface mesh patch"/>
              <p:cNvSpPr/>
              <p:nvPr/>
            </p:nvSpPr>
            <p:spPr>
              <a:xfrm>
                <a:off x="14797567" y="1052779"/>
                <a:ext cx="50120" cy="10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01">
                    <a:moveTo>
                      <a:pt x="0" y="0"/>
                    </a:moveTo>
                    <a:lnTo>
                      <a:pt x="2875" y="4288"/>
                    </a:lnTo>
                    <a:lnTo>
                      <a:pt x="5262" y="10601"/>
                    </a:lnTo>
                    <a:lnTo>
                      <a:pt x="2387" y="6981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02" name="Surface mesh patch"/>
              <p:cNvSpPr/>
              <p:nvPr/>
            </p:nvSpPr>
            <p:spPr>
              <a:xfrm>
                <a:off x="14847687" y="1153757"/>
                <a:ext cx="50120" cy="902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0">
                    <a:moveTo>
                      <a:pt x="0" y="0"/>
                    </a:moveTo>
                    <a:lnTo>
                      <a:pt x="2875" y="5231"/>
                    </a:lnTo>
                    <a:lnTo>
                      <a:pt x="5262" y="9480"/>
                    </a:lnTo>
                    <a:lnTo>
                      <a:pt x="2387" y="5329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03" name="Surface mesh patch"/>
              <p:cNvSpPr/>
              <p:nvPr/>
            </p:nvSpPr>
            <p:spPr>
              <a:xfrm>
                <a:off x="14897806" y="1244056"/>
                <a:ext cx="50120" cy="64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1">
                    <a:moveTo>
                      <a:pt x="0" y="0"/>
                    </a:moveTo>
                    <a:lnTo>
                      <a:pt x="2875" y="4618"/>
                    </a:lnTo>
                    <a:lnTo>
                      <a:pt x="5262" y="6781"/>
                    </a:lnTo>
                    <a:lnTo>
                      <a:pt x="2387" y="3295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04" name="Surface mesh patch"/>
              <p:cNvSpPr/>
              <p:nvPr/>
            </p:nvSpPr>
            <p:spPr>
              <a:xfrm>
                <a:off x="14947926" y="1308643"/>
                <a:ext cx="50120" cy="354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22">
                    <a:moveTo>
                      <a:pt x="0" y="0"/>
                    </a:moveTo>
                    <a:lnTo>
                      <a:pt x="2875" y="3241"/>
                    </a:lnTo>
                    <a:lnTo>
                      <a:pt x="5262" y="3722"/>
                    </a:lnTo>
                    <a:lnTo>
                      <a:pt x="2387" y="1404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05" name="Surface mesh patch"/>
              <p:cNvSpPr/>
              <p:nvPr/>
            </p:nvSpPr>
            <p:spPr>
              <a:xfrm>
                <a:off x="14998046" y="1343838"/>
                <a:ext cx="50120" cy="17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0">
                    <a:moveTo>
                      <a:pt x="0" y="27"/>
                    </a:moveTo>
                    <a:lnTo>
                      <a:pt x="2875" y="1870"/>
                    </a:lnTo>
                    <a:lnTo>
                      <a:pt x="5262" y="12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06" name="Surface mesh patch"/>
              <p:cNvSpPr/>
              <p:nvPr/>
            </p:nvSpPr>
            <p:spPr>
              <a:xfrm>
                <a:off x="15048165" y="1346847"/>
                <a:ext cx="50120" cy="168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1">
                    <a:moveTo>
                      <a:pt x="0" y="918"/>
                    </a:moveTo>
                    <a:lnTo>
                      <a:pt x="2875" y="1771"/>
                    </a:lnTo>
                    <a:lnTo>
                      <a:pt x="5262" y="5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07" name="Surface mesh patch"/>
              <p:cNvSpPr/>
              <p:nvPr/>
            </p:nvSpPr>
            <p:spPr>
              <a:xfrm>
                <a:off x="13421605" y="1480101"/>
                <a:ext cx="50120" cy="25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1">
                    <a:moveTo>
                      <a:pt x="0" y="807"/>
                    </a:moveTo>
                    <a:lnTo>
                      <a:pt x="2875" y="2701"/>
                    </a:lnTo>
                    <a:lnTo>
                      <a:pt x="5262" y="19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08" name="Surface mesh patch"/>
              <p:cNvSpPr/>
              <p:nvPr/>
            </p:nvSpPr>
            <p:spPr>
              <a:xfrm>
                <a:off x="13471725" y="1489908"/>
                <a:ext cx="50120" cy="264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6">
                    <a:moveTo>
                      <a:pt x="0" y="882"/>
                    </a:moveTo>
                    <a:lnTo>
                      <a:pt x="2875" y="2776"/>
                    </a:lnTo>
                    <a:lnTo>
                      <a:pt x="5262" y="19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09" name="Surface mesh patch"/>
              <p:cNvSpPr/>
              <p:nvPr/>
            </p:nvSpPr>
            <p:spPr>
              <a:xfrm>
                <a:off x="13521844" y="1499756"/>
                <a:ext cx="50120" cy="277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10">
                    <a:moveTo>
                      <a:pt x="0" y="932"/>
                    </a:moveTo>
                    <a:lnTo>
                      <a:pt x="2875" y="2910"/>
                    </a:lnTo>
                    <a:lnTo>
                      <a:pt x="5262" y="21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10" name="Surface mesh patch"/>
              <p:cNvSpPr/>
              <p:nvPr/>
            </p:nvSpPr>
            <p:spPr>
              <a:xfrm>
                <a:off x="13571964" y="1510461"/>
                <a:ext cx="50120" cy="292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66">
                    <a:moveTo>
                      <a:pt x="0" y="977"/>
                    </a:moveTo>
                    <a:lnTo>
                      <a:pt x="2875" y="3066"/>
                    </a:lnTo>
                    <a:lnTo>
                      <a:pt x="5262" y="22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11" name="Surface mesh patch"/>
              <p:cNvSpPr/>
              <p:nvPr/>
            </p:nvSpPr>
            <p:spPr>
              <a:xfrm>
                <a:off x="13622083" y="1521805"/>
                <a:ext cx="50120" cy="30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8">
                    <a:moveTo>
                      <a:pt x="0" y="1052"/>
                    </a:moveTo>
                    <a:lnTo>
                      <a:pt x="2875" y="3188"/>
                    </a:lnTo>
                    <a:lnTo>
                      <a:pt x="5262" y="22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12" name="Surface mesh patch"/>
              <p:cNvSpPr/>
              <p:nvPr/>
            </p:nvSpPr>
            <p:spPr>
              <a:xfrm>
                <a:off x="13672203" y="1532311"/>
                <a:ext cx="50120" cy="30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7">
                    <a:moveTo>
                      <a:pt x="0" y="1192"/>
                    </a:moveTo>
                    <a:lnTo>
                      <a:pt x="2875" y="3227"/>
                    </a:lnTo>
                    <a:lnTo>
                      <a:pt x="5262" y="21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13" name="Surface mesh patch"/>
              <p:cNvSpPr/>
              <p:nvPr/>
            </p:nvSpPr>
            <p:spPr>
              <a:xfrm>
                <a:off x="13722323" y="1539624"/>
                <a:ext cx="50120" cy="30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66">
                    <a:moveTo>
                      <a:pt x="0" y="1409"/>
                    </a:moveTo>
                    <a:lnTo>
                      <a:pt x="2875" y="3166"/>
                    </a:lnTo>
                    <a:lnTo>
                      <a:pt x="5262" y="18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14" name="Surface mesh patch"/>
              <p:cNvSpPr/>
              <p:nvPr/>
            </p:nvSpPr>
            <p:spPr>
              <a:xfrm>
                <a:off x="13772442" y="1541351"/>
                <a:ext cx="50120" cy="288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32">
                    <a:moveTo>
                      <a:pt x="0" y="1690"/>
                    </a:moveTo>
                    <a:lnTo>
                      <a:pt x="2875" y="3032"/>
                    </a:lnTo>
                    <a:lnTo>
                      <a:pt x="5262" y="1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15" name="Surface mesh patch"/>
              <p:cNvSpPr/>
              <p:nvPr/>
            </p:nvSpPr>
            <p:spPr>
              <a:xfrm>
                <a:off x="13822562" y="1535949"/>
                <a:ext cx="50120" cy="27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4">
                    <a:moveTo>
                      <a:pt x="0" y="2004"/>
                    </a:moveTo>
                    <a:lnTo>
                      <a:pt x="2875" y="2894"/>
                    </a:lnTo>
                    <a:lnTo>
                      <a:pt x="5262" y="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16" name="Surface mesh patch"/>
              <p:cNvSpPr/>
              <p:nvPr/>
            </p:nvSpPr>
            <p:spPr>
              <a:xfrm>
                <a:off x="13872682" y="1523210"/>
                <a:ext cx="50120" cy="26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0">
                    <a:moveTo>
                      <a:pt x="0" y="2315"/>
                    </a:moveTo>
                    <a:lnTo>
                      <a:pt x="2875" y="2830"/>
                    </a:lnTo>
                    <a:lnTo>
                      <a:pt x="5262" y="6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17" name="Surface mesh patch"/>
              <p:cNvSpPr/>
              <p:nvPr/>
            </p:nvSpPr>
            <p:spPr>
              <a:xfrm>
                <a:off x="13922801" y="1504143"/>
                <a:ext cx="50120" cy="27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09">
                    <a:moveTo>
                      <a:pt x="0" y="2611"/>
                    </a:moveTo>
                    <a:lnTo>
                      <a:pt x="2875" y="2909"/>
                    </a:lnTo>
                    <a:lnTo>
                      <a:pt x="5262" y="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18" name="Surface mesh patch"/>
              <p:cNvSpPr/>
              <p:nvPr/>
            </p:nvSpPr>
            <p:spPr>
              <a:xfrm>
                <a:off x="13972921" y="1480422"/>
                <a:ext cx="50120" cy="300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8">
                    <a:moveTo>
                      <a:pt x="0" y="2896"/>
                    </a:moveTo>
                    <a:lnTo>
                      <a:pt x="2875" y="3158"/>
                    </a:lnTo>
                    <a:lnTo>
                      <a:pt x="5262" y="3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19" name="Surface mesh patch"/>
              <p:cNvSpPr/>
              <p:nvPr/>
            </p:nvSpPr>
            <p:spPr>
              <a:xfrm>
                <a:off x="14023041" y="1453793"/>
                <a:ext cx="50120" cy="339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0">
                    <a:moveTo>
                      <a:pt x="0" y="3185"/>
                    </a:moveTo>
                    <a:lnTo>
                      <a:pt x="2875" y="3560"/>
                    </a:lnTo>
                    <a:lnTo>
                      <a:pt x="5262" y="5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20" name="Surface mesh patch"/>
              <p:cNvSpPr/>
              <p:nvPr/>
            </p:nvSpPr>
            <p:spPr>
              <a:xfrm>
                <a:off x="14073160" y="1425760"/>
                <a:ext cx="50120" cy="385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50">
                    <a:moveTo>
                      <a:pt x="0" y="3475"/>
                    </a:moveTo>
                    <a:lnTo>
                      <a:pt x="2875" y="4050"/>
                    </a:lnTo>
                    <a:lnTo>
                      <a:pt x="5262" y="7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21" name="Surface mesh patch"/>
              <p:cNvSpPr/>
              <p:nvPr/>
            </p:nvSpPr>
            <p:spPr>
              <a:xfrm>
                <a:off x="14123280" y="1397572"/>
                <a:ext cx="50120" cy="430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17">
                    <a:moveTo>
                      <a:pt x="0" y="3737"/>
                    </a:moveTo>
                    <a:lnTo>
                      <a:pt x="2875" y="4517"/>
                    </a:lnTo>
                    <a:lnTo>
                      <a:pt x="5262" y="10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22" name="Surface mesh patch"/>
              <p:cNvSpPr/>
              <p:nvPr/>
            </p:nvSpPr>
            <p:spPr>
              <a:xfrm>
                <a:off x="14173400" y="1370197"/>
                <a:ext cx="50120" cy="45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4">
                    <a:moveTo>
                      <a:pt x="0" y="3920"/>
                    </a:moveTo>
                    <a:lnTo>
                      <a:pt x="2875" y="4804"/>
                    </a:lnTo>
                    <a:lnTo>
                      <a:pt x="5262" y="12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23" name="Surface mesh patch"/>
              <p:cNvSpPr/>
              <p:nvPr/>
            </p:nvSpPr>
            <p:spPr>
              <a:xfrm>
                <a:off x="14223519" y="1343954"/>
                <a:ext cx="50120" cy="448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5">
                    <a:moveTo>
                      <a:pt x="0" y="3971"/>
                    </a:moveTo>
                    <a:lnTo>
                      <a:pt x="2875" y="4705"/>
                    </a:lnTo>
                    <a:lnTo>
                      <a:pt x="5262" y="1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24" name="Surface mesh patch"/>
              <p:cNvSpPr/>
              <p:nvPr/>
            </p:nvSpPr>
            <p:spPr>
              <a:xfrm>
                <a:off x="14273639" y="1317688"/>
                <a:ext cx="50120" cy="37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0">
                    <a:moveTo>
                      <a:pt x="0" y="3864"/>
                    </a:moveTo>
                    <a:lnTo>
                      <a:pt x="2875" y="3960"/>
                    </a:lnTo>
                    <a:lnTo>
                      <a:pt x="5262" y="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25" name="Surface mesh patch"/>
              <p:cNvSpPr/>
              <p:nvPr/>
            </p:nvSpPr>
            <p:spPr>
              <a:xfrm>
                <a:off x="14323758" y="1278708"/>
                <a:ext cx="50120" cy="434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59">
                    <a:moveTo>
                      <a:pt x="0" y="4559"/>
                    </a:moveTo>
                    <a:lnTo>
                      <a:pt x="2875" y="3258"/>
                    </a:lnTo>
                    <a:lnTo>
                      <a:pt x="5262" y="0"/>
                    </a:lnTo>
                    <a:lnTo>
                      <a:pt x="2387" y="965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26" name="Surface mesh patch"/>
              <p:cNvSpPr/>
              <p:nvPr/>
            </p:nvSpPr>
            <p:spPr>
              <a:xfrm>
                <a:off x="14373878" y="1217427"/>
                <a:ext cx="50120" cy="61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4">
                    <a:moveTo>
                      <a:pt x="0" y="6434"/>
                    </a:moveTo>
                    <a:lnTo>
                      <a:pt x="2875" y="2815"/>
                    </a:lnTo>
                    <a:lnTo>
                      <a:pt x="5262" y="0"/>
                    </a:lnTo>
                    <a:lnTo>
                      <a:pt x="2387" y="3293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27" name="Surface mesh patch"/>
              <p:cNvSpPr/>
              <p:nvPr/>
            </p:nvSpPr>
            <p:spPr>
              <a:xfrm>
                <a:off x="14423998" y="1134804"/>
                <a:ext cx="50120" cy="826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4">
                    <a:moveTo>
                      <a:pt x="0" y="8674"/>
                    </a:moveTo>
                    <a:lnTo>
                      <a:pt x="2875" y="1997"/>
                    </a:lnTo>
                    <a:lnTo>
                      <a:pt x="5262" y="0"/>
                    </a:lnTo>
                    <a:lnTo>
                      <a:pt x="2387" y="6249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28" name="Surface mesh patch"/>
              <p:cNvSpPr/>
              <p:nvPr/>
            </p:nvSpPr>
            <p:spPr>
              <a:xfrm>
                <a:off x="14474117" y="1036155"/>
                <a:ext cx="50120" cy="98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57">
                    <a:moveTo>
                      <a:pt x="0" y="10357"/>
                    </a:moveTo>
                    <a:lnTo>
                      <a:pt x="2875" y="601"/>
                    </a:lnTo>
                    <a:lnTo>
                      <a:pt x="5262" y="0"/>
                    </a:lnTo>
                    <a:lnTo>
                      <a:pt x="2387" y="9062"/>
                    </a:lnTo>
                    <a:close/>
                  </a:path>
                </a:pathLst>
              </a:custGeom>
              <a:solidFill>
                <a:srgbClr val="fbbda1"/>
              </a:solidFill>
              <a:ln w="3334" cap="flat" cmpd="sng" algn="ctr">
                <a:solidFill>
                  <a:srgbClr val="fbbd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29" name="Surface mesh patch"/>
              <p:cNvSpPr/>
              <p:nvPr/>
            </p:nvSpPr>
            <p:spPr>
              <a:xfrm>
                <a:off x="14524237" y="924818"/>
                <a:ext cx="50120" cy="1150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80">
                    <a:moveTo>
                      <a:pt x="0" y="11689"/>
                    </a:moveTo>
                    <a:lnTo>
                      <a:pt x="2875" y="0"/>
                    </a:lnTo>
                    <a:lnTo>
                      <a:pt x="5262" y="1455"/>
                    </a:lnTo>
                    <a:lnTo>
                      <a:pt x="2387" y="1208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30" name="Surface mesh patch"/>
              <p:cNvSpPr/>
              <p:nvPr/>
            </p:nvSpPr>
            <p:spPr>
              <a:xfrm>
                <a:off x="14574357" y="830417"/>
                <a:ext cx="50120" cy="133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72">
                    <a:moveTo>
                      <a:pt x="0" y="11366"/>
                    </a:moveTo>
                    <a:lnTo>
                      <a:pt x="2875" y="0"/>
                    </a:lnTo>
                    <a:lnTo>
                      <a:pt x="5262" y="3952"/>
                    </a:lnTo>
                    <a:lnTo>
                      <a:pt x="2387" y="13972"/>
                    </a:lnTo>
                    <a:close/>
                  </a:path>
                </a:pathLst>
              </a:custGeom>
              <a:solidFill>
                <a:srgbClr val="f68d75"/>
              </a:solidFill>
              <a:ln w="3334" cap="flat" cmpd="sng" algn="ctr">
                <a:solidFill>
                  <a:srgbClr val="f68d7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31" name="Surface mesh patch"/>
              <p:cNvSpPr/>
              <p:nvPr/>
            </p:nvSpPr>
            <p:spPr>
              <a:xfrm>
                <a:off x="14624476" y="787817"/>
                <a:ext cx="50120" cy="128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45">
                    <a:moveTo>
                      <a:pt x="0" y="8424"/>
                    </a:moveTo>
                    <a:lnTo>
                      <a:pt x="2875" y="0"/>
                    </a:lnTo>
                    <a:lnTo>
                      <a:pt x="5262" y="6328"/>
                    </a:lnTo>
                    <a:lnTo>
                      <a:pt x="2387" y="13445"/>
                    </a:lnTo>
                    <a:close/>
                  </a:path>
                </a:pathLst>
              </a:custGeom>
              <a:solidFill>
                <a:srgbClr val="ed7968"/>
              </a:solidFill>
              <a:ln w="3334" cap="flat" cmpd="sng" algn="ctr">
                <a:solidFill>
                  <a:srgbClr val="ed796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32" name="Surface mesh patch"/>
              <p:cNvSpPr/>
              <p:nvPr/>
            </p:nvSpPr>
            <p:spPr>
              <a:xfrm>
                <a:off x="14674596" y="813399"/>
                <a:ext cx="50120" cy="101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81">
                    <a:moveTo>
                      <a:pt x="0" y="3642"/>
                    </a:moveTo>
                    <a:lnTo>
                      <a:pt x="2875" y="0"/>
                    </a:lnTo>
                    <a:lnTo>
                      <a:pt x="5262" y="7883"/>
                    </a:lnTo>
                    <a:lnTo>
                      <a:pt x="2387" y="10681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33" name="Surface mesh patch"/>
              <p:cNvSpPr/>
              <p:nvPr/>
            </p:nvSpPr>
            <p:spPr>
              <a:xfrm>
                <a:off x="14724716" y="888481"/>
                <a:ext cx="50120" cy="904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3">
                    <a:moveTo>
                      <a:pt x="0" y="0"/>
                    </a:moveTo>
                    <a:lnTo>
                      <a:pt x="2875" y="1364"/>
                    </a:lnTo>
                    <a:lnTo>
                      <a:pt x="5262" y="9493"/>
                    </a:lnTo>
                    <a:lnTo>
                      <a:pt x="2387" y="8053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34" name="Surface mesh patch"/>
              <p:cNvSpPr/>
              <p:nvPr/>
            </p:nvSpPr>
            <p:spPr>
              <a:xfrm>
                <a:off x="14774835" y="978899"/>
                <a:ext cx="50120" cy="114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44">
                    <a:moveTo>
                      <a:pt x="0" y="0"/>
                    </a:moveTo>
                    <a:lnTo>
                      <a:pt x="2875" y="4990"/>
                    </a:lnTo>
                    <a:lnTo>
                      <a:pt x="5262" y="12044"/>
                    </a:lnTo>
                    <a:lnTo>
                      <a:pt x="2387" y="7756"/>
                    </a:lnTo>
                    <a:close/>
                  </a:path>
                </a:pathLst>
              </a:custGeom>
              <a:solidFill>
                <a:srgbClr val="fbb498"/>
              </a:solidFill>
              <a:ln w="3334" cap="flat" cmpd="sng" algn="ctr">
                <a:solidFill>
                  <a:srgbClr val="fbb49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35" name="Surface mesh patch"/>
              <p:cNvSpPr/>
              <p:nvPr/>
            </p:nvSpPr>
            <p:spPr>
              <a:xfrm>
                <a:off x="14824955" y="1093617"/>
                <a:ext cx="50120" cy="109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45">
                    <a:moveTo>
                      <a:pt x="0" y="0"/>
                    </a:moveTo>
                    <a:lnTo>
                      <a:pt x="2875" y="6440"/>
                    </a:lnTo>
                    <a:lnTo>
                      <a:pt x="5262" y="11545"/>
                    </a:lnTo>
                    <a:lnTo>
                      <a:pt x="2387" y="6314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36" name="Surface mesh patch"/>
              <p:cNvSpPr/>
              <p:nvPr/>
            </p:nvSpPr>
            <p:spPr>
              <a:xfrm>
                <a:off x="14875075" y="1203585"/>
                <a:ext cx="50120" cy="84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67">
                    <a:moveTo>
                      <a:pt x="0" y="0"/>
                    </a:moveTo>
                    <a:lnTo>
                      <a:pt x="2875" y="5945"/>
                    </a:lnTo>
                    <a:lnTo>
                      <a:pt x="5262" y="8867"/>
                    </a:lnTo>
                    <a:lnTo>
                      <a:pt x="2387" y="4249"/>
                    </a:lnTo>
                    <a:close/>
                  </a:path>
                </a:pathLst>
              </a:custGeom>
              <a:solidFill>
                <a:srgbClr val="e7dcdb"/>
              </a:solidFill>
              <a:ln w="3334" cap="flat" cmpd="sng" algn="ctr">
                <a:solidFill>
                  <a:srgbClr val="e7dc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37" name="Surface mesh patch"/>
              <p:cNvSpPr/>
              <p:nvPr/>
            </p:nvSpPr>
            <p:spPr>
              <a:xfrm>
                <a:off x="14925194" y="1288042"/>
                <a:ext cx="50120" cy="51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3">
                    <a:moveTo>
                      <a:pt x="0" y="0"/>
                    </a:moveTo>
                    <a:lnTo>
                      <a:pt x="2875" y="4371"/>
                    </a:lnTo>
                    <a:lnTo>
                      <a:pt x="5262" y="5403"/>
                    </a:lnTo>
                    <a:lnTo>
                      <a:pt x="2387" y="2163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38" name="Surface mesh patch"/>
              <p:cNvSpPr/>
              <p:nvPr/>
            </p:nvSpPr>
            <p:spPr>
              <a:xfrm>
                <a:off x="14975314" y="1339509"/>
                <a:ext cx="50120" cy="250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28">
                    <a:moveTo>
                      <a:pt x="0" y="0"/>
                    </a:moveTo>
                    <a:lnTo>
                      <a:pt x="2875" y="2628"/>
                    </a:lnTo>
                    <a:lnTo>
                      <a:pt x="5262" y="2324"/>
                    </a:lnTo>
                    <a:lnTo>
                      <a:pt x="2387" y="481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39" name="Surface mesh patch"/>
              <p:cNvSpPr/>
              <p:nvPr/>
            </p:nvSpPr>
            <p:spPr>
              <a:xfrm>
                <a:off x="15025433" y="1355594"/>
                <a:ext cx="50120" cy="183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9">
                    <a:moveTo>
                      <a:pt x="0" y="636"/>
                    </a:moveTo>
                    <a:lnTo>
                      <a:pt x="2875" y="1929"/>
                    </a:lnTo>
                    <a:lnTo>
                      <a:pt x="5262" y="8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40" name="Surface mesh patch"/>
              <p:cNvSpPr/>
              <p:nvPr/>
            </p:nvSpPr>
            <p:spPr>
              <a:xfrm>
                <a:off x="15075553" y="1351981"/>
                <a:ext cx="50120" cy="169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">
                    <a:moveTo>
                      <a:pt x="0" y="1232"/>
                    </a:moveTo>
                    <a:lnTo>
                      <a:pt x="2875" y="1783"/>
                    </a:lnTo>
                    <a:lnTo>
                      <a:pt x="5262" y="3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41" name="Surface mesh patch"/>
              <p:cNvSpPr/>
              <p:nvPr/>
            </p:nvSpPr>
            <p:spPr>
              <a:xfrm>
                <a:off x="13398873" y="1487785"/>
                <a:ext cx="50120" cy="248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4">
                    <a:moveTo>
                      <a:pt x="0" y="733"/>
                    </a:moveTo>
                    <a:lnTo>
                      <a:pt x="2875" y="2614"/>
                    </a:lnTo>
                    <a:lnTo>
                      <a:pt x="5262" y="1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42" name="Surface mesh patch"/>
              <p:cNvSpPr/>
              <p:nvPr/>
            </p:nvSpPr>
            <p:spPr>
              <a:xfrm>
                <a:off x="13448993" y="1498307"/>
                <a:ext cx="50120" cy="249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5">
                    <a:moveTo>
                      <a:pt x="0" y="789"/>
                    </a:moveTo>
                    <a:lnTo>
                      <a:pt x="2875" y="2615"/>
                    </a:lnTo>
                    <a:lnTo>
                      <a:pt x="5262" y="1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43" name="Surface mesh patch"/>
              <p:cNvSpPr/>
              <p:nvPr/>
            </p:nvSpPr>
            <p:spPr>
              <a:xfrm>
                <a:off x="13499112" y="1508634"/>
                <a:ext cx="50120" cy="25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1">
                    <a:moveTo>
                      <a:pt x="0" y="810"/>
                    </a:moveTo>
                    <a:lnTo>
                      <a:pt x="2875" y="2661"/>
                    </a:lnTo>
                    <a:lnTo>
                      <a:pt x="5262" y="1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44" name="Surface mesh patch"/>
              <p:cNvSpPr/>
              <p:nvPr/>
            </p:nvSpPr>
            <p:spPr>
              <a:xfrm>
                <a:off x="13549232" y="1519769"/>
                <a:ext cx="50120" cy="25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29">
                    <a:moveTo>
                      <a:pt x="0" y="809"/>
                    </a:moveTo>
                    <a:lnTo>
                      <a:pt x="2875" y="2729"/>
                    </a:lnTo>
                    <a:lnTo>
                      <a:pt x="5262" y="20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45" name="Surface mesh patch"/>
              <p:cNvSpPr/>
              <p:nvPr/>
            </p:nvSpPr>
            <p:spPr>
              <a:xfrm>
                <a:off x="13599352" y="1531829"/>
                <a:ext cx="50120" cy="26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5">
                    <a:moveTo>
                      <a:pt x="0" y="823"/>
                    </a:moveTo>
                    <a:lnTo>
                      <a:pt x="2875" y="2775"/>
                    </a:lnTo>
                    <a:lnTo>
                      <a:pt x="5262" y="21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46" name="Surface mesh patch"/>
              <p:cNvSpPr/>
              <p:nvPr/>
            </p:nvSpPr>
            <p:spPr>
              <a:xfrm>
                <a:off x="13649471" y="1543661"/>
                <a:ext cx="50120" cy="262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9">
                    <a:moveTo>
                      <a:pt x="0" y="893"/>
                    </a:moveTo>
                    <a:lnTo>
                      <a:pt x="2875" y="2759"/>
                    </a:lnTo>
                    <a:lnTo>
                      <a:pt x="5262" y="20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47" name="Surface mesh patch"/>
              <p:cNvSpPr/>
              <p:nvPr/>
            </p:nvSpPr>
            <p:spPr>
              <a:xfrm>
                <a:off x="13699591" y="1553041"/>
                <a:ext cx="50120" cy="25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9">
                    <a:moveTo>
                      <a:pt x="0" y="1050"/>
                    </a:moveTo>
                    <a:lnTo>
                      <a:pt x="2875" y="2669"/>
                    </a:lnTo>
                    <a:lnTo>
                      <a:pt x="5262" y="17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48" name="Surface mesh patch"/>
              <p:cNvSpPr/>
              <p:nvPr/>
            </p:nvSpPr>
            <p:spPr>
              <a:xfrm>
                <a:off x="13749711" y="1557451"/>
                <a:ext cx="50120" cy="24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9">
                    <a:moveTo>
                      <a:pt x="0" y="1294"/>
                    </a:moveTo>
                    <a:lnTo>
                      <a:pt x="2875" y="2529"/>
                    </a:lnTo>
                    <a:lnTo>
                      <a:pt x="5262" y="13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49" name="Surface mesh patch"/>
              <p:cNvSpPr/>
              <p:nvPr/>
            </p:nvSpPr>
            <p:spPr>
              <a:xfrm>
                <a:off x="13799830" y="1555033"/>
                <a:ext cx="50120" cy="22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1596"/>
                    </a:moveTo>
                    <a:lnTo>
                      <a:pt x="2875" y="2398"/>
                    </a:lnTo>
                    <a:lnTo>
                      <a:pt x="5262" y="8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50" name="Surface mesh patch"/>
              <p:cNvSpPr/>
              <p:nvPr/>
            </p:nvSpPr>
            <p:spPr>
              <a:xfrm>
                <a:off x="13849950" y="1545265"/>
                <a:ext cx="50120" cy="22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7">
                    <a:moveTo>
                      <a:pt x="0" y="1916"/>
                    </a:moveTo>
                    <a:lnTo>
                      <a:pt x="2875" y="2347"/>
                    </a:lnTo>
                    <a:lnTo>
                      <a:pt x="5262" y="5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51" name="Surface mesh patch"/>
              <p:cNvSpPr/>
              <p:nvPr/>
            </p:nvSpPr>
            <p:spPr>
              <a:xfrm>
                <a:off x="13900069" y="1529013"/>
                <a:ext cx="50120" cy="23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1">
                    <a:moveTo>
                      <a:pt x="0" y="2221"/>
                    </a:moveTo>
                    <a:lnTo>
                      <a:pt x="2875" y="2431"/>
                    </a:lnTo>
                    <a:lnTo>
                      <a:pt x="5262" y="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52" name="Surface mesh patch"/>
              <p:cNvSpPr/>
              <p:nvPr/>
            </p:nvSpPr>
            <p:spPr>
              <a:xfrm>
                <a:off x="13950189" y="1508010"/>
                <a:ext cx="50120" cy="25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6">
                    <a:moveTo>
                      <a:pt x="0" y="2503"/>
                    </a:moveTo>
                    <a:lnTo>
                      <a:pt x="2875" y="2666"/>
                    </a:lnTo>
                    <a:lnTo>
                      <a:pt x="5262" y="2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53" name="Surface mesh patch"/>
              <p:cNvSpPr/>
              <p:nvPr/>
            </p:nvSpPr>
            <p:spPr>
              <a:xfrm>
                <a:off x="14000309" y="1484129"/>
                <a:ext cx="50120" cy="28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9">
                    <a:moveTo>
                      <a:pt x="0" y="2769"/>
                    </a:moveTo>
                    <a:lnTo>
                      <a:pt x="2875" y="3029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54" name="Surface mesh patch"/>
              <p:cNvSpPr/>
              <p:nvPr/>
            </p:nvSpPr>
            <p:spPr>
              <a:xfrm>
                <a:off x="14050428" y="1458862"/>
                <a:ext cx="50120" cy="32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0">
                    <a:moveTo>
                      <a:pt x="0" y="3028"/>
                    </a:moveTo>
                    <a:lnTo>
                      <a:pt x="2875" y="3460"/>
                    </a:lnTo>
                    <a:lnTo>
                      <a:pt x="5262" y="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55" name="Surface mesh patch"/>
              <p:cNvSpPr/>
              <p:nvPr/>
            </p:nvSpPr>
            <p:spPr>
              <a:xfrm>
                <a:off x="14100548" y="1433171"/>
                <a:ext cx="50120" cy="36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7">
                    <a:moveTo>
                      <a:pt x="0" y="3272"/>
                    </a:moveTo>
                    <a:lnTo>
                      <a:pt x="2875" y="3867"/>
                    </a:lnTo>
                    <a:lnTo>
                      <a:pt x="5262" y="7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56" name="Surface mesh patch"/>
              <p:cNvSpPr/>
              <p:nvPr/>
            </p:nvSpPr>
            <p:spPr>
              <a:xfrm>
                <a:off x="14150668" y="1407530"/>
                <a:ext cx="50120" cy="39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5">
                    <a:moveTo>
                      <a:pt x="0" y="3471"/>
                    </a:moveTo>
                    <a:lnTo>
                      <a:pt x="2875" y="4125"/>
                    </a:lnTo>
                    <a:lnTo>
                      <a:pt x="5262" y="8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57" name="Surface mesh patch"/>
              <p:cNvSpPr/>
              <p:nvPr/>
            </p:nvSpPr>
            <p:spPr>
              <a:xfrm>
                <a:off x="14200787" y="1381778"/>
                <a:ext cx="50120" cy="38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3">
                    <a:moveTo>
                      <a:pt x="0" y="3588"/>
                    </a:moveTo>
                    <a:lnTo>
                      <a:pt x="2875" y="4063"/>
                    </a:lnTo>
                    <a:lnTo>
                      <a:pt x="5262" y="7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58" name="Surface mesh patch"/>
              <p:cNvSpPr/>
              <p:nvPr/>
            </p:nvSpPr>
            <p:spPr>
              <a:xfrm>
                <a:off x="14250907" y="1354495"/>
                <a:ext cx="50120" cy="342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8">
                    <a:moveTo>
                      <a:pt x="0" y="3598"/>
                    </a:moveTo>
                    <a:lnTo>
                      <a:pt x="2875" y="3450"/>
                    </a:lnTo>
                    <a:lnTo>
                      <a:pt x="5262" y="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59" name="Surface mesh patch"/>
              <p:cNvSpPr/>
              <p:nvPr/>
            </p:nvSpPr>
            <p:spPr>
              <a:xfrm>
                <a:off x="14301027" y="1309737"/>
                <a:ext cx="50120" cy="456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94">
                    <a:moveTo>
                      <a:pt x="0" y="4794"/>
                    </a:moveTo>
                    <a:lnTo>
                      <a:pt x="2875" y="3310"/>
                    </a:lnTo>
                    <a:lnTo>
                      <a:pt x="5262" y="0"/>
                    </a:lnTo>
                    <a:lnTo>
                      <a:pt x="2387" y="1301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60" name="Surface mesh patch"/>
              <p:cNvSpPr/>
              <p:nvPr/>
            </p:nvSpPr>
            <p:spPr>
              <a:xfrm>
                <a:off x="14351146" y="1244237"/>
                <a:ext cx="50120" cy="655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7">
                    <a:moveTo>
                      <a:pt x="0" y="6877"/>
                    </a:moveTo>
                    <a:lnTo>
                      <a:pt x="2875" y="3136"/>
                    </a:lnTo>
                    <a:lnTo>
                      <a:pt x="5262" y="0"/>
                    </a:lnTo>
                    <a:lnTo>
                      <a:pt x="2387" y="3619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61" name="Surface mesh patch"/>
              <p:cNvSpPr/>
              <p:nvPr/>
            </p:nvSpPr>
            <p:spPr>
              <a:xfrm>
                <a:off x="14401266" y="1153827"/>
                <a:ext cx="50120" cy="904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2">
                    <a:moveTo>
                      <a:pt x="0" y="9492"/>
                    </a:moveTo>
                    <a:lnTo>
                      <a:pt x="2875" y="2667"/>
                    </a:lnTo>
                    <a:lnTo>
                      <a:pt x="5262" y="0"/>
                    </a:lnTo>
                    <a:lnTo>
                      <a:pt x="2387" y="6677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62" name="Surface mesh patch"/>
              <p:cNvSpPr/>
              <p:nvPr/>
            </p:nvSpPr>
            <p:spPr>
              <a:xfrm>
                <a:off x="14451386" y="1041883"/>
                <a:ext cx="50120" cy="111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53">
                    <a:moveTo>
                      <a:pt x="0" y="11753"/>
                    </a:moveTo>
                    <a:lnTo>
                      <a:pt x="2875" y="1657"/>
                    </a:lnTo>
                    <a:lnTo>
                      <a:pt x="5262" y="0"/>
                    </a:lnTo>
                    <a:lnTo>
                      <a:pt x="2387" y="9756"/>
                    </a:lnTo>
                    <a:close/>
                  </a:path>
                </a:pathLst>
              </a:custGeom>
              <a:solidFill>
                <a:srgbClr val="fbbda1"/>
              </a:solidFill>
              <a:ln w="3334" cap="flat" cmpd="sng" algn="ctr">
                <a:solidFill>
                  <a:srgbClr val="fbbd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63" name="Surface mesh patch"/>
              <p:cNvSpPr/>
              <p:nvPr/>
            </p:nvSpPr>
            <p:spPr>
              <a:xfrm>
                <a:off x="14501505" y="923982"/>
                <a:ext cx="50120" cy="1179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78">
                    <a:moveTo>
                      <a:pt x="0" y="12378"/>
                    </a:moveTo>
                    <a:lnTo>
                      <a:pt x="2875" y="0"/>
                    </a:lnTo>
                    <a:lnTo>
                      <a:pt x="5262" y="88"/>
                    </a:lnTo>
                    <a:lnTo>
                      <a:pt x="2387" y="11777"/>
                    </a:lnTo>
                    <a:close/>
                  </a:path>
                </a:pathLst>
              </a:custGeom>
              <a:solidFill>
                <a:srgbClr val="faa186"/>
              </a:solidFill>
              <a:ln w="3334" cap="flat" cmpd="sng" algn="ctr">
                <a:solidFill>
                  <a:srgbClr val="faa1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64" name="Surface mesh patch"/>
              <p:cNvSpPr/>
              <p:nvPr/>
            </p:nvSpPr>
            <p:spPr>
              <a:xfrm>
                <a:off x="14551625" y="806710"/>
                <a:ext cx="50120" cy="131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55">
                    <a:moveTo>
                      <a:pt x="0" y="12400"/>
                    </a:moveTo>
                    <a:lnTo>
                      <a:pt x="2875" y="0"/>
                    </a:lnTo>
                    <a:lnTo>
                      <a:pt x="5262" y="2489"/>
                    </a:lnTo>
                    <a:lnTo>
                      <a:pt x="2387" y="13855"/>
                    </a:lnTo>
                    <a:close/>
                  </a:path>
                </a:pathLst>
              </a:custGeom>
              <a:solidFill>
                <a:srgbClr val="ef7c6a"/>
              </a:solidFill>
              <a:ln w="3334" cap="flat" cmpd="sng" algn="ctr">
                <a:solidFill>
                  <a:srgbClr val="ef7c6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65" name="Surface mesh patch"/>
              <p:cNvSpPr/>
              <p:nvPr/>
            </p:nvSpPr>
            <p:spPr>
              <a:xfrm>
                <a:off x="14601744" y="739432"/>
                <a:ext cx="50120" cy="1286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04">
                    <a:moveTo>
                      <a:pt x="0" y="9552"/>
                    </a:moveTo>
                    <a:lnTo>
                      <a:pt x="2875" y="0"/>
                    </a:lnTo>
                    <a:lnTo>
                      <a:pt x="5262" y="5080"/>
                    </a:lnTo>
                    <a:lnTo>
                      <a:pt x="2387" y="13504"/>
                    </a:lnTo>
                    <a:close/>
                  </a:path>
                </a:pathLst>
              </a:custGeom>
              <a:solidFill>
                <a:srgbClr val="e15e57"/>
              </a:solidFill>
              <a:ln w="3334" cap="flat" cmpd="sng" algn="ctr">
                <a:solidFill>
                  <a:srgbClr val="e15e5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66" name="Surface mesh patch"/>
              <p:cNvSpPr/>
              <p:nvPr/>
            </p:nvSpPr>
            <p:spPr>
              <a:xfrm>
                <a:off x="14651864" y="745513"/>
                <a:ext cx="50120" cy="1025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69">
                    <a:moveTo>
                      <a:pt x="0" y="4441"/>
                    </a:moveTo>
                    <a:lnTo>
                      <a:pt x="2875" y="0"/>
                    </a:lnTo>
                    <a:lnTo>
                      <a:pt x="5262" y="7127"/>
                    </a:lnTo>
                    <a:lnTo>
                      <a:pt x="2387" y="10769"/>
                    </a:lnTo>
                    <a:close/>
                  </a:path>
                </a:pathLst>
              </a:custGeom>
              <a:solidFill>
                <a:srgbClr val="e05b55"/>
              </a:solidFill>
              <a:ln w="3334" cap="flat" cmpd="sng" algn="ctr">
                <a:solidFill>
                  <a:srgbClr val="e05b5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67" name="Surface mesh patch"/>
              <p:cNvSpPr/>
              <p:nvPr/>
            </p:nvSpPr>
            <p:spPr>
              <a:xfrm>
                <a:off x="14701984" y="813399"/>
                <a:ext cx="50120" cy="88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47">
                    <a:moveTo>
                      <a:pt x="0" y="0"/>
                    </a:moveTo>
                    <a:lnTo>
                      <a:pt x="2875" y="1266"/>
                    </a:lnTo>
                    <a:lnTo>
                      <a:pt x="5262" y="9247"/>
                    </a:lnTo>
                    <a:lnTo>
                      <a:pt x="2387" y="7883"/>
                    </a:lnTo>
                    <a:close/>
                  </a:path>
                </a:pathLst>
              </a:custGeom>
              <a:solidFill>
                <a:srgbClr val="ec7666"/>
              </a:solidFill>
              <a:ln w="3334" cap="flat" cmpd="sng" algn="ctr">
                <a:solidFill>
                  <a:srgbClr val="ec766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68" name="Surface mesh patch"/>
              <p:cNvSpPr/>
              <p:nvPr/>
            </p:nvSpPr>
            <p:spPr>
              <a:xfrm>
                <a:off x="14752103" y="901474"/>
                <a:ext cx="50120" cy="1249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18">
                    <a:moveTo>
                      <a:pt x="0" y="0"/>
                    </a:moveTo>
                    <a:lnTo>
                      <a:pt x="2875" y="5697"/>
                    </a:lnTo>
                    <a:lnTo>
                      <a:pt x="5262" y="13118"/>
                    </a:lnTo>
                    <a:lnTo>
                      <a:pt x="2387" y="8129"/>
                    </a:lnTo>
                    <a:close/>
                  </a:path>
                </a:pathLst>
              </a:custGeom>
              <a:solidFill>
                <a:srgbClr val="fa9f84"/>
              </a:solidFill>
              <a:ln w="3334" cap="flat" cmpd="sng" algn="ctr">
                <a:solidFill>
                  <a:srgbClr val="fa9f8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69" name="Surface mesh patch"/>
              <p:cNvSpPr/>
              <p:nvPr/>
            </p:nvSpPr>
            <p:spPr>
              <a:xfrm>
                <a:off x="14802223" y="1026426"/>
                <a:ext cx="50120" cy="1285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94">
                    <a:moveTo>
                      <a:pt x="0" y="0"/>
                    </a:moveTo>
                    <a:lnTo>
                      <a:pt x="2875" y="7738"/>
                    </a:lnTo>
                    <a:lnTo>
                      <a:pt x="5262" y="13494"/>
                    </a:lnTo>
                    <a:lnTo>
                      <a:pt x="2387" y="7054"/>
                    </a:lnTo>
                    <a:close/>
                  </a:path>
                </a:pathLst>
              </a:custGeom>
              <a:solidFill>
                <a:srgbClr val="fbbfa3"/>
              </a:solidFill>
              <a:ln w="3334" cap="flat" cmpd="sng" algn="ctr">
                <a:solidFill>
                  <a:srgbClr val="fbbf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70" name="Surface mesh patch"/>
              <p:cNvSpPr/>
              <p:nvPr/>
            </p:nvSpPr>
            <p:spPr>
              <a:xfrm>
                <a:off x="14852343" y="1154956"/>
                <a:ext cx="50120" cy="1052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50">
                    <a:moveTo>
                      <a:pt x="0" y="0"/>
                    </a:moveTo>
                    <a:lnTo>
                      <a:pt x="2875" y="7442"/>
                    </a:lnTo>
                    <a:lnTo>
                      <a:pt x="5262" y="11050"/>
                    </a:lnTo>
                    <a:lnTo>
                      <a:pt x="2387" y="5105"/>
                    </a:lnTo>
                    <a:close/>
                  </a:path>
                </a:pathLst>
              </a:custGeom>
              <a:solidFill>
                <a:srgbClr val="f1d7c7"/>
              </a:solidFill>
              <a:ln w="3334" cap="flat" cmpd="sng" algn="ctr">
                <a:solidFill>
                  <a:srgbClr val="f1d7c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71" name="Surface mesh patch"/>
              <p:cNvSpPr/>
              <p:nvPr/>
            </p:nvSpPr>
            <p:spPr>
              <a:xfrm>
                <a:off x="14902462" y="1260209"/>
                <a:ext cx="50120" cy="69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3">
                    <a:moveTo>
                      <a:pt x="0" y="0"/>
                    </a:moveTo>
                    <a:lnTo>
                      <a:pt x="2875" y="5705"/>
                    </a:lnTo>
                    <a:lnTo>
                      <a:pt x="5262" y="7293"/>
                    </a:lnTo>
                    <a:lnTo>
                      <a:pt x="2387" y="2922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72" name="Surface mesh patch"/>
              <p:cNvSpPr/>
              <p:nvPr/>
            </p:nvSpPr>
            <p:spPr>
              <a:xfrm>
                <a:off x="14952582" y="1329673"/>
                <a:ext cx="50120" cy="34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1">
                    <a:moveTo>
                      <a:pt x="0" y="0"/>
                    </a:moveTo>
                    <a:lnTo>
                      <a:pt x="2875" y="3599"/>
                    </a:lnTo>
                    <a:lnTo>
                      <a:pt x="5262" y="3661"/>
                    </a:lnTo>
                    <a:lnTo>
                      <a:pt x="2387" y="1033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73" name="Surface mesh patch"/>
              <p:cNvSpPr/>
              <p:nvPr/>
            </p:nvSpPr>
            <p:spPr>
              <a:xfrm>
                <a:off x="15002702" y="1361650"/>
                <a:ext cx="50120" cy="207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7">
                    <a:moveTo>
                      <a:pt x="0" y="304"/>
                    </a:moveTo>
                    <a:lnTo>
                      <a:pt x="2875" y="2177"/>
                    </a:lnTo>
                    <a:lnTo>
                      <a:pt x="5262" y="12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74" name="Surface mesh patch"/>
              <p:cNvSpPr/>
              <p:nvPr/>
            </p:nvSpPr>
            <p:spPr>
              <a:xfrm>
                <a:off x="15052821" y="1363718"/>
                <a:ext cx="50120" cy="180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1">
                    <a:moveTo>
                      <a:pt x="0" y="1076"/>
                    </a:moveTo>
                    <a:lnTo>
                      <a:pt x="2875" y="1891"/>
                    </a:lnTo>
                    <a:lnTo>
                      <a:pt x="5262" y="5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75" name="Surface mesh patch"/>
              <p:cNvSpPr/>
              <p:nvPr/>
            </p:nvSpPr>
            <p:spPr>
              <a:xfrm>
                <a:off x="15102941" y="1355589"/>
                <a:ext cx="50120" cy="170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4">
                    <a:moveTo>
                      <a:pt x="0" y="1405"/>
                    </a:moveTo>
                    <a:lnTo>
                      <a:pt x="2875" y="1794"/>
                    </a:lnTo>
                    <a:lnTo>
                      <a:pt x="5262" y="3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76" name="Surface mesh patch"/>
              <p:cNvSpPr/>
              <p:nvPr/>
            </p:nvSpPr>
            <p:spPr>
              <a:xfrm>
                <a:off x="13376141" y="1494766"/>
                <a:ext cx="50120" cy="243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52">
                    <a:moveTo>
                      <a:pt x="0" y="676"/>
                    </a:moveTo>
                    <a:lnTo>
                      <a:pt x="2875" y="2552"/>
                    </a:lnTo>
                    <a:lnTo>
                      <a:pt x="5262" y="18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77" name="Surface mesh patch"/>
              <p:cNvSpPr/>
              <p:nvPr/>
            </p:nvSpPr>
            <p:spPr>
              <a:xfrm>
                <a:off x="13426261" y="1505824"/>
                <a:ext cx="50120" cy="236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8">
                    <a:moveTo>
                      <a:pt x="0" y="720"/>
                    </a:moveTo>
                    <a:lnTo>
                      <a:pt x="2875" y="2488"/>
                    </a:lnTo>
                    <a:lnTo>
                      <a:pt x="5262" y="18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78" name="Surface mesh patch"/>
              <p:cNvSpPr/>
              <p:nvPr/>
            </p:nvSpPr>
            <p:spPr>
              <a:xfrm>
                <a:off x="13476380" y="1516349"/>
                <a:ext cx="50120" cy="23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2">
                    <a:moveTo>
                      <a:pt x="0" y="721"/>
                    </a:moveTo>
                    <a:lnTo>
                      <a:pt x="2875" y="2452"/>
                    </a:lnTo>
                    <a:lnTo>
                      <a:pt x="5262" y="18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79" name="Surface mesh patch"/>
              <p:cNvSpPr/>
              <p:nvPr/>
            </p:nvSpPr>
            <p:spPr>
              <a:xfrm>
                <a:off x="13526500" y="1527475"/>
                <a:ext cx="50120" cy="231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1">
                    <a:moveTo>
                      <a:pt x="0" y="683"/>
                    </a:moveTo>
                    <a:lnTo>
                      <a:pt x="2875" y="2431"/>
                    </a:lnTo>
                    <a:lnTo>
                      <a:pt x="5262" y="1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0" name="Surface mesh patch"/>
              <p:cNvSpPr/>
              <p:nvPr/>
            </p:nvSpPr>
            <p:spPr>
              <a:xfrm>
                <a:off x="13576620" y="1539665"/>
                <a:ext cx="50120" cy="228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5">
                    <a:moveTo>
                      <a:pt x="0" y="640"/>
                    </a:moveTo>
                    <a:lnTo>
                      <a:pt x="2875" y="2395"/>
                    </a:lnTo>
                    <a:lnTo>
                      <a:pt x="5262" y="19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1" name="Surface mesh patch"/>
              <p:cNvSpPr/>
              <p:nvPr/>
            </p:nvSpPr>
            <p:spPr>
              <a:xfrm>
                <a:off x="13626739" y="1552170"/>
                <a:ext cx="50120" cy="22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16">
                    <a:moveTo>
                      <a:pt x="0" y="639"/>
                    </a:moveTo>
                    <a:lnTo>
                      <a:pt x="2875" y="2316"/>
                    </a:lnTo>
                    <a:lnTo>
                      <a:pt x="5262" y="1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2" name="Surface mesh patch"/>
              <p:cNvSpPr/>
              <p:nvPr/>
            </p:nvSpPr>
            <p:spPr>
              <a:xfrm>
                <a:off x="13676859" y="1563047"/>
                <a:ext cx="50120" cy="208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724"/>
                    </a:moveTo>
                    <a:lnTo>
                      <a:pt x="2875" y="2185"/>
                    </a:lnTo>
                    <a:lnTo>
                      <a:pt x="5262" y="16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3" name="Surface mesh patch"/>
              <p:cNvSpPr/>
              <p:nvPr/>
            </p:nvSpPr>
            <p:spPr>
              <a:xfrm>
                <a:off x="13726979" y="1569776"/>
                <a:ext cx="50120" cy="19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9">
                    <a:moveTo>
                      <a:pt x="0" y="912"/>
                    </a:moveTo>
                    <a:lnTo>
                      <a:pt x="2875" y="2029"/>
                    </a:lnTo>
                    <a:lnTo>
                      <a:pt x="5262" y="12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4" name="Surface mesh patch"/>
              <p:cNvSpPr/>
              <p:nvPr/>
            </p:nvSpPr>
            <p:spPr>
              <a:xfrm>
                <a:off x="13777098" y="1570234"/>
                <a:ext cx="50120" cy="181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5">
                    <a:moveTo>
                      <a:pt x="0" y="1187"/>
                    </a:moveTo>
                    <a:lnTo>
                      <a:pt x="2875" y="1905"/>
                    </a:lnTo>
                    <a:lnTo>
                      <a:pt x="5262" y="8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5" name="Surface mesh patch"/>
              <p:cNvSpPr/>
              <p:nvPr/>
            </p:nvSpPr>
            <p:spPr>
              <a:xfrm>
                <a:off x="13827218" y="1563510"/>
                <a:ext cx="50120" cy="178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7">
                    <a:moveTo>
                      <a:pt x="0" y="1508"/>
                    </a:moveTo>
                    <a:lnTo>
                      <a:pt x="2875" y="1877"/>
                    </a:lnTo>
                    <a:lnTo>
                      <a:pt x="5262" y="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6" name="Surface mesh patch"/>
              <p:cNvSpPr/>
              <p:nvPr/>
            </p:nvSpPr>
            <p:spPr>
              <a:xfrm>
                <a:off x="13877338" y="1550167"/>
                <a:ext cx="50120" cy="18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6">
                    <a:moveTo>
                      <a:pt x="0" y="1833"/>
                    </a:moveTo>
                    <a:lnTo>
                      <a:pt x="2875" y="1986"/>
                    </a:lnTo>
                    <a:lnTo>
                      <a:pt x="5262" y="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7" name="Surface mesh patch"/>
              <p:cNvSpPr/>
              <p:nvPr/>
            </p:nvSpPr>
            <p:spPr>
              <a:xfrm>
                <a:off x="13927457" y="1531847"/>
                <a:ext cx="50120" cy="213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41">
                    <a:moveTo>
                      <a:pt x="0" y="2133"/>
                    </a:moveTo>
                    <a:lnTo>
                      <a:pt x="2875" y="2241"/>
                    </a:lnTo>
                    <a:lnTo>
                      <a:pt x="5262" y="1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8" name="Surface mesh patch"/>
              <p:cNvSpPr/>
              <p:nvPr/>
            </p:nvSpPr>
            <p:spPr>
              <a:xfrm>
                <a:off x="13977577" y="1510500"/>
                <a:ext cx="50120" cy="24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04">
                    <a:moveTo>
                      <a:pt x="0" y="2404"/>
                    </a:moveTo>
                    <a:lnTo>
                      <a:pt x="2875" y="2604"/>
                    </a:lnTo>
                    <a:lnTo>
                      <a:pt x="5262" y="2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89" name="Surface mesh patch"/>
              <p:cNvSpPr/>
              <p:nvPr/>
            </p:nvSpPr>
            <p:spPr>
              <a:xfrm>
                <a:off x="14027697" y="1487703"/>
                <a:ext cx="50120" cy="286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1">
                    <a:moveTo>
                      <a:pt x="0" y="2654"/>
                    </a:moveTo>
                    <a:lnTo>
                      <a:pt x="2875" y="3011"/>
                    </a:lnTo>
                    <a:lnTo>
                      <a:pt x="5262" y="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90" name="Surface mesh patch"/>
              <p:cNvSpPr/>
              <p:nvPr/>
            </p:nvSpPr>
            <p:spPr>
              <a:xfrm>
                <a:off x="14077816" y="1464335"/>
                <a:ext cx="50120" cy="322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1">
                    <a:moveTo>
                      <a:pt x="0" y="2885"/>
                    </a:moveTo>
                    <a:lnTo>
                      <a:pt x="2875" y="3381"/>
                    </a:lnTo>
                    <a:lnTo>
                      <a:pt x="5262" y="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91" name="Surface mesh patch"/>
              <p:cNvSpPr/>
              <p:nvPr/>
            </p:nvSpPr>
            <p:spPr>
              <a:xfrm>
                <a:off x="14127936" y="1440592"/>
                <a:ext cx="50120" cy="34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12">
                    <a:moveTo>
                      <a:pt x="0" y="3088"/>
                    </a:moveTo>
                    <a:lnTo>
                      <a:pt x="2875" y="3612"/>
                    </a:lnTo>
                    <a:lnTo>
                      <a:pt x="5262" y="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92" name="Surface mesh patch"/>
              <p:cNvSpPr/>
              <p:nvPr/>
            </p:nvSpPr>
            <p:spPr>
              <a:xfrm>
                <a:off x="14178055" y="1415954"/>
                <a:ext cx="50120" cy="34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0">
                    <a:moveTo>
                      <a:pt x="0" y="3241"/>
                    </a:moveTo>
                    <a:lnTo>
                      <a:pt x="2875" y="3570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93" name="Surface mesh patch"/>
              <p:cNvSpPr/>
              <p:nvPr/>
            </p:nvSpPr>
            <p:spPr>
              <a:xfrm>
                <a:off x="14228175" y="1387352"/>
                <a:ext cx="50120" cy="33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8">
                    <a:moveTo>
                      <a:pt x="0" y="3478"/>
                    </a:moveTo>
                    <a:lnTo>
                      <a:pt x="2875" y="3208"/>
                    </a:lnTo>
                    <a:lnTo>
                      <a:pt x="5262" y="0"/>
                    </a:lnTo>
                    <a:lnTo>
                      <a:pt x="2387" y="148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94" name="Surface mesh patch"/>
              <p:cNvSpPr/>
              <p:nvPr/>
            </p:nvSpPr>
            <p:spPr>
              <a:xfrm>
                <a:off x="14278295" y="1341262"/>
                <a:ext cx="50120" cy="460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9">
                    <a:moveTo>
                      <a:pt x="0" y="4839"/>
                    </a:moveTo>
                    <a:lnTo>
                      <a:pt x="2875" y="3314"/>
                    </a:lnTo>
                    <a:lnTo>
                      <a:pt x="5262" y="0"/>
                    </a:lnTo>
                    <a:lnTo>
                      <a:pt x="2387" y="1485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95" name="Surface mesh patch"/>
              <p:cNvSpPr/>
              <p:nvPr/>
            </p:nvSpPr>
            <p:spPr>
              <a:xfrm>
                <a:off x="14328414" y="1274103"/>
                <a:ext cx="50120" cy="671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51">
                    <a:moveTo>
                      <a:pt x="0" y="7051"/>
                    </a:moveTo>
                    <a:lnTo>
                      <a:pt x="2875" y="3379"/>
                    </a:lnTo>
                    <a:lnTo>
                      <a:pt x="5262" y="0"/>
                    </a:lnTo>
                    <a:lnTo>
                      <a:pt x="2387" y="3741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96" name="Surface mesh patch"/>
              <p:cNvSpPr/>
              <p:nvPr/>
            </p:nvSpPr>
            <p:spPr>
              <a:xfrm>
                <a:off x="14378534" y="1179233"/>
                <a:ext cx="50120" cy="948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60">
                    <a:moveTo>
                      <a:pt x="0" y="9960"/>
                    </a:moveTo>
                    <a:lnTo>
                      <a:pt x="2875" y="3261"/>
                    </a:lnTo>
                    <a:lnTo>
                      <a:pt x="5262" y="0"/>
                    </a:lnTo>
                    <a:lnTo>
                      <a:pt x="2387" y="6824"/>
                    </a:lnTo>
                    <a:close/>
                  </a:path>
                </a:pathLst>
              </a:custGeom>
              <a:solidFill>
                <a:srgbClr val="f3d6c3"/>
              </a:solidFill>
              <a:ln w="3334" cap="flat" cmpd="sng" algn="ctr">
                <a:solidFill>
                  <a:srgbClr val="f3d6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97" name="Surface mesh patch"/>
              <p:cNvSpPr/>
              <p:nvPr/>
            </p:nvSpPr>
            <p:spPr>
              <a:xfrm>
                <a:off x="14428654" y="1057662"/>
                <a:ext cx="50120" cy="121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3">
                    <a:moveTo>
                      <a:pt x="0" y="12763"/>
                    </a:moveTo>
                    <a:lnTo>
                      <a:pt x="2875" y="2693"/>
                    </a:lnTo>
                    <a:lnTo>
                      <a:pt x="5262" y="0"/>
                    </a:lnTo>
                    <a:lnTo>
                      <a:pt x="2387" y="10096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98" name="Surface mesh patch"/>
              <p:cNvSpPr/>
              <p:nvPr/>
            </p:nvSpPr>
            <p:spPr>
              <a:xfrm>
                <a:off x="14478773" y="923982"/>
                <a:ext cx="50120" cy="1336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035">
                    <a:moveTo>
                      <a:pt x="0" y="14035"/>
                    </a:moveTo>
                    <a:lnTo>
                      <a:pt x="2875" y="1389"/>
                    </a:lnTo>
                    <a:lnTo>
                      <a:pt x="5262" y="0"/>
                    </a:lnTo>
                    <a:lnTo>
                      <a:pt x="2387" y="12378"/>
                    </a:lnTo>
                    <a:close/>
                  </a:path>
                </a:pathLst>
              </a:custGeom>
              <a:solidFill>
                <a:srgbClr val="faa185"/>
              </a:solidFill>
              <a:ln w="3334" cap="flat" cmpd="sng" algn="ctr">
                <a:solidFill>
                  <a:srgbClr val="faa18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99" name="Surface mesh patch"/>
              <p:cNvSpPr/>
              <p:nvPr/>
            </p:nvSpPr>
            <p:spPr>
              <a:xfrm>
                <a:off x="14528893" y="799745"/>
                <a:ext cx="50120" cy="1250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31">
                    <a:moveTo>
                      <a:pt x="0" y="13043"/>
                    </a:moveTo>
                    <a:lnTo>
                      <a:pt x="2875" y="0"/>
                    </a:lnTo>
                    <a:lnTo>
                      <a:pt x="5262" y="731"/>
                    </a:lnTo>
                    <a:lnTo>
                      <a:pt x="2387" y="13131"/>
                    </a:lnTo>
                    <a:close/>
                  </a:path>
                </a:pathLst>
              </a:custGeom>
              <a:solidFill>
                <a:srgbClr val="ea7264"/>
              </a:solidFill>
              <a:ln w="3334" cap="flat" cmpd="sng" algn="ctr">
                <a:solidFill>
                  <a:srgbClr val="ea72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00" name="Surface mesh patch"/>
              <p:cNvSpPr/>
              <p:nvPr/>
            </p:nvSpPr>
            <p:spPr>
              <a:xfrm>
                <a:off x="14579013" y="707514"/>
                <a:ext cx="50120" cy="1229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03">
                    <a:moveTo>
                      <a:pt x="0" y="10414"/>
                    </a:moveTo>
                    <a:lnTo>
                      <a:pt x="2875" y="0"/>
                    </a:lnTo>
                    <a:lnTo>
                      <a:pt x="5262" y="3351"/>
                    </a:lnTo>
                    <a:lnTo>
                      <a:pt x="2387" y="12903"/>
                    </a:lnTo>
                    <a:close/>
                  </a:path>
                </a:pathLst>
              </a:custGeom>
              <a:solidFill>
                <a:srgbClr val="d84949"/>
              </a:solidFill>
              <a:ln w="3334" cap="flat" cmpd="sng" algn="ctr">
                <a:solidFill>
                  <a:srgbClr val="d8494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01" name="Surface mesh patch"/>
              <p:cNvSpPr/>
              <p:nvPr/>
            </p:nvSpPr>
            <p:spPr>
              <a:xfrm>
                <a:off x="14629132" y="690499"/>
                <a:ext cx="50120" cy="97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17">
                    <a:moveTo>
                      <a:pt x="0" y="5137"/>
                    </a:moveTo>
                    <a:lnTo>
                      <a:pt x="2875" y="0"/>
                    </a:lnTo>
                    <a:lnTo>
                      <a:pt x="5262" y="5776"/>
                    </a:lnTo>
                    <a:lnTo>
                      <a:pt x="2387" y="10217"/>
                    </a:lnTo>
                    <a:close/>
                  </a:path>
                </a:pathLst>
              </a:custGeom>
              <a:solidFill>
                <a:srgbClr val="d23c41"/>
              </a:solidFill>
              <a:ln w="3334" cap="flat" cmpd="sng" algn="ctr">
                <a:solidFill>
                  <a:srgbClr val="d23c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02" name="Surface mesh patch"/>
              <p:cNvSpPr/>
              <p:nvPr/>
            </p:nvSpPr>
            <p:spPr>
              <a:xfrm>
                <a:off x="14679252" y="745513"/>
                <a:ext cx="50120" cy="799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93">
                    <a:moveTo>
                      <a:pt x="0" y="0"/>
                    </a:moveTo>
                    <a:lnTo>
                      <a:pt x="2875" y="1154"/>
                    </a:lnTo>
                    <a:lnTo>
                      <a:pt x="5262" y="8393"/>
                    </a:lnTo>
                    <a:lnTo>
                      <a:pt x="2387" y="7127"/>
                    </a:lnTo>
                    <a:close/>
                  </a:path>
                </a:pathLst>
              </a:custGeom>
              <a:solidFill>
                <a:srgbClr val="dc514e"/>
              </a:solidFill>
              <a:ln w="3334" cap="flat" cmpd="sng" algn="ctr">
                <a:solidFill>
                  <a:srgbClr val="dc514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03" name="Surface mesh patch"/>
              <p:cNvSpPr/>
              <p:nvPr/>
            </p:nvSpPr>
            <p:spPr>
              <a:xfrm>
                <a:off x="14729372" y="825457"/>
                <a:ext cx="50120" cy="130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78">
                    <a:moveTo>
                      <a:pt x="0" y="0"/>
                    </a:moveTo>
                    <a:lnTo>
                      <a:pt x="2875" y="6371"/>
                    </a:lnTo>
                    <a:lnTo>
                      <a:pt x="5262" y="13678"/>
                    </a:lnTo>
                    <a:lnTo>
                      <a:pt x="2387" y="7981"/>
                    </a:lnTo>
                    <a:close/>
                  </a:path>
                </a:pathLst>
              </a:custGeom>
              <a:solidFill>
                <a:srgbClr val="f1826e"/>
              </a:solidFill>
              <a:ln w="3334" cap="flat" cmpd="sng" algn="ctr">
                <a:solidFill>
                  <a:srgbClr val="f1826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04" name="Surface mesh patch"/>
              <p:cNvSpPr/>
              <p:nvPr/>
            </p:nvSpPr>
            <p:spPr>
              <a:xfrm>
                <a:off x="14779491" y="955737"/>
                <a:ext cx="50120" cy="1443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60">
                    <a:moveTo>
                      <a:pt x="0" y="0"/>
                    </a:moveTo>
                    <a:lnTo>
                      <a:pt x="2875" y="9070"/>
                    </a:lnTo>
                    <a:lnTo>
                      <a:pt x="5262" y="15160"/>
                    </a:lnTo>
                    <a:lnTo>
                      <a:pt x="2387" y="7421"/>
                    </a:lnTo>
                    <a:close/>
                  </a:path>
                </a:pathLst>
              </a:custGeom>
              <a:solidFill>
                <a:srgbClr val="faad91"/>
              </a:solidFill>
              <a:ln w="3334" cap="flat" cmpd="sng" algn="ctr">
                <a:solidFill>
                  <a:srgbClr val="faad9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05" name="Surface mesh patch"/>
              <p:cNvSpPr/>
              <p:nvPr/>
            </p:nvSpPr>
            <p:spPr>
              <a:xfrm>
                <a:off x="14829611" y="1100133"/>
                <a:ext cx="50120" cy="1257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98">
                    <a:moveTo>
                      <a:pt x="0" y="0"/>
                    </a:moveTo>
                    <a:lnTo>
                      <a:pt x="2875" y="9062"/>
                    </a:lnTo>
                    <a:lnTo>
                      <a:pt x="5262" y="13198"/>
                    </a:lnTo>
                    <a:lnTo>
                      <a:pt x="2387" y="5756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06" name="Surface mesh patch"/>
              <p:cNvSpPr/>
              <p:nvPr/>
            </p:nvSpPr>
            <p:spPr>
              <a:xfrm>
                <a:off x="14879730" y="1225844"/>
                <a:ext cx="50120" cy="88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3">
                    <a:moveTo>
                      <a:pt x="0" y="0"/>
                    </a:moveTo>
                    <a:lnTo>
                      <a:pt x="2875" y="7218"/>
                    </a:lnTo>
                    <a:lnTo>
                      <a:pt x="5262" y="9313"/>
                    </a:lnTo>
                    <a:lnTo>
                      <a:pt x="2387" y="3608"/>
                    </a:lnTo>
                    <a:close/>
                  </a:path>
                </a:pathLst>
              </a:custGeom>
              <a:solidFill>
                <a:srgbClr val="e6dddd"/>
              </a:solidFill>
              <a:ln w="3334" cap="flat" cmpd="sng" algn="ctr">
                <a:solidFill>
                  <a:srgbClr val="e6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07" name="Surface mesh patch"/>
              <p:cNvSpPr/>
              <p:nvPr/>
            </p:nvSpPr>
            <p:spPr>
              <a:xfrm>
                <a:off x="14929850" y="1314546"/>
                <a:ext cx="50120" cy="494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87">
                    <a:moveTo>
                      <a:pt x="0" y="0"/>
                    </a:moveTo>
                    <a:lnTo>
                      <a:pt x="2875" y="4753"/>
                    </a:lnTo>
                    <a:lnTo>
                      <a:pt x="5262" y="5187"/>
                    </a:lnTo>
                    <a:lnTo>
                      <a:pt x="2387" y="1588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08" name="Surface mesh patch"/>
              <p:cNvSpPr/>
              <p:nvPr/>
            </p:nvSpPr>
            <p:spPr>
              <a:xfrm>
                <a:off x="14979970" y="1363956"/>
                <a:ext cx="50120" cy="247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03">
                    <a:moveTo>
                      <a:pt x="0" y="0"/>
                    </a:moveTo>
                    <a:lnTo>
                      <a:pt x="2875" y="2603"/>
                    </a:lnTo>
                    <a:lnTo>
                      <a:pt x="5262" y="1935"/>
                    </a:lnTo>
                    <a:lnTo>
                      <a:pt x="2387" y="62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09" name="Surface mesh patch"/>
              <p:cNvSpPr/>
              <p:nvPr/>
            </p:nvSpPr>
            <p:spPr>
              <a:xfrm>
                <a:off x="15030089" y="1373964"/>
                <a:ext cx="50120" cy="196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7">
                    <a:moveTo>
                      <a:pt x="0" y="884"/>
                    </a:moveTo>
                    <a:lnTo>
                      <a:pt x="2875" y="2067"/>
                    </a:lnTo>
                    <a:lnTo>
                      <a:pt x="5262" y="8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10" name="Surface mesh patch"/>
              <p:cNvSpPr/>
              <p:nvPr/>
            </p:nvSpPr>
            <p:spPr>
              <a:xfrm>
                <a:off x="15080209" y="1368968"/>
                <a:ext cx="50120" cy="175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3">
                    <a:moveTo>
                      <a:pt x="0" y="1340"/>
                    </a:moveTo>
                    <a:lnTo>
                      <a:pt x="2875" y="1843"/>
                    </a:lnTo>
                    <a:lnTo>
                      <a:pt x="5262" y="3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11" name="Surface mesh patch"/>
              <p:cNvSpPr/>
              <p:nvPr/>
            </p:nvSpPr>
            <p:spPr>
              <a:xfrm>
                <a:off x="15130329" y="1358819"/>
                <a:ext cx="50120" cy="175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8">
                    <a:moveTo>
                      <a:pt x="0" y="1455"/>
                    </a:moveTo>
                    <a:lnTo>
                      <a:pt x="2875" y="1838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12" name="Surface mesh patch"/>
              <p:cNvSpPr/>
              <p:nvPr/>
            </p:nvSpPr>
            <p:spPr>
              <a:xfrm>
                <a:off x="13353409" y="1501204"/>
                <a:ext cx="50120" cy="23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5">
                    <a:moveTo>
                      <a:pt x="0" y="633"/>
                    </a:moveTo>
                    <a:lnTo>
                      <a:pt x="2875" y="2515"/>
                    </a:lnTo>
                    <a:lnTo>
                      <a:pt x="5262" y="18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13" name="Surface mesh patch"/>
              <p:cNvSpPr/>
              <p:nvPr/>
            </p:nvSpPr>
            <p:spPr>
              <a:xfrm>
                <a:off x="13403529" y="1512681"/>
                <a:ext cx="50120" cy="228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7">
                    <a:moveTo>
                      <a:pt x="0" y="671"/>
                    </a:moveTo>
                    <a:lnTo>
                      <a:pt x="2875" y="2397"/>
                    </a:lnTo>
                    <a:lnTo>
                      <a:pt x="5262" y="17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14" name="Surface mesh patch"/>
              <p:cNvSpPr/>
              <p:nvPr/>
            </p:nvSpPr>
            <p:spPr>
              <a:xfrm>
                <a:off x="13453649" y="1523213"/>
                <a:ext cx="50120" cy="218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9">
                    <a:moveTo>
                      <a:pt x="0" y="662"/>
                    </a:moveTo>
                    <a:lnTo>
                      <a:pt x="2875" y="2289"/>
                    </a:lnTo>
                    <a:lnTo>
                      <a:pt x="5262" y="17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15" name="Surface mesh patch"/>
              <p:cNvSpPr/>
              <p:nvPr/>
            </p:nvSpPr>
            <p:spPr>
              <a:xfrm>
                <a:off x="13503768" y="1533982"/>
                <a:ext cx="50120" cy="20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600"/>
                    </a:moveTo>
                    <a:lnTo>
                      <a:pt x="2875" y="2185"/>
                    </a:lnTo>
                    <a:lnTo>
                      <a:pt x="5262" y="17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16" name="Surface mesh patch"/>
              <p:cNvSpPr/>
              <p:nvPr/>
            </p:nvSpPr>
            <p:spPr>
              <a:xfrm>
                <a:off x="13553888" y="1545760"/>
                <a:ext cx="50120" cy="197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8">
                    <a:moveTo>
                      <a:pt x="0" y="511"/>
                    </a:moveTo>
                    <a:lnTo>
                      <a:pt x="2875" y="2068"/>
                    </a:lnTo>
                    <a:lnTo>
                      <a:pt x="5262" y="1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17" name="Surface mesh patch"/>
              <p:cNvSpPr/>
              <p:nvPr/>
            </p:nvSpPr>
            <p:spPr>
              <a:xfrm>
                <a:off x="13604008" y="1558259"/>
                <a:ext cx="50120" cy="18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0">
                    <a:moveTo>
                      <a:pt x="0" y="443"/>
                    </a:moveTo>
                    <a:lnTo>
                      <a:pt x="2875" y="1920"/>
                    </a:lnTo>
                    <a:lnTo>
                      <a:pt x="5262" y="16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18" name="Surface mesh patch"/>
              <p:cNvSpPr/>
              <p:nvPr/>
            </p:nvSpPr>
            <p:spPr>
              <a:xfrm>
                <a:off x="13654127" y="1569943"/>
                <a:ext cx="50120" cy="165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9">
                    <a:moveTo>
                      <a:pt x="0" y="450"/>
                    </a:moveTo>
                    <a:lnTo>
                      <a:pt x="2875" y="1739"/>
                    </a:lnTo>
                    <a:lnTo>
                      <a:pt x="5262" y="14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19" name="Surface mesh patch"/>
              <p:cNvSpPr/>
              <p:nvPr/>
            </p:nvSpPr>
            <p:spPr>
              <a:xfrm>
                <a:off x="13704247" y="1578462"/>
                <a:ext cx="50120" cy="14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">
                    <a:moveTo>
                      <a:pt x="0" y="566"/>
                    </a:moveTo>
                    <a:lnTo>
                      <a:pt x="2875" y="1559"/>
                    </a:lnTo>
                    <a:lnTo>
                      <a:pt x="5262" y="1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0" name="Surface mesh patch"/>
              <p:cNvSpPr/>
              <p:nvPr/>
            </p:nvSpPr>
            <p:spPr>
              <a:xfrm>
                <a:off x="13754366" y="1581537"/>
                <a:ext cx="50120" cy="13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5">
                    <a:moveTo>
                      <a:pt x="0" y="795"/>
                    </a:moveTo>
                    <a:lnTo>
                      <a:pt x="2875" y="1435"/>
                    </a:lnTo>
                    <a:lnTo>
                      <a:pt x="5262" y="7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1" name="Surface mesh patch"/>
              <p:cNvSpPr/>
              <p:nvPr/>
            </p:nvSpPr>
            <p:spPr>
              <a:xfrm>
                <a:off x="13804486" y="1577875"/>
                <a:ext cx="50120" cy="136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0">
                    <a:moveTo>
                      <a:pt x="0" y="1103"/>
                    </a:moveTo>
                    <a:lnTo>
                      <a:pt x="2875" y="1430"/>
                    </a:lnTo>
                    <a:lnTo>
                      <a:pt x="5262" y="3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2" name="Surface mesh patch"/>
              <p:cNvSpPr/>
              <p:nvPr/>
            </p:nvSpPr>
            <p:spPr>
              <a:xfrm>
                <a:off x="13854606" y="1567624"/>
                <a:ext cx="50120" cy="15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0">
                    <a:moveTo>
                      <a:pt x="0" y="1445"/>
                    </a:moveTo>
                    <a:lnTo>
                      <a:pt x="2875" y="1580"/>
                    </a:lnTo>
                    <a:lnTo>
                      <a:pt x="5262" y="1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3" name="Surface mesh patch"/>
              <p:cNvSpPr/>
              <p:nvPr/>
            </p:nvSpPr>
            <p:spPr>
              <a:xfrm>
                <a:off x="13904725" y="1552165"/>
                <a:ext cx="50120" cy="1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9">
                    <a:moveTo>
                      <a:pt x="0" y="1777"/>
                    </a:moveTo>
                    <a:lnTo>
                      <a:pt x="2875" y="1879"/>
                    </a:lnTo>
                    <a:lnTo>
                      <a:pt x="5262" y="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4" name="Surface mesh patch"/>
              <p:cNvSpPr/>
              <p:nvPr/>
            </p:nvSpPr>
            <p:spPr>
              <a:xfrm>
                <a:off x="13954845" y="1533402"/>
                <a:ext cx="50120" cy="21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79">
                    <a:moveTo>
                      <a:pt x="0" y="2077"/>
                    </a:moveTo>
                    <a:lnTo>
                      <a:pt x="2875" y="2279"/>
                    </a:lnTo>
                    <a:lnTo>
                      <a:pt x="5262" y="1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5" name="Surface mesh patch"/>
              <p:cNvSpPr/>
              <p:nvPr/>
            </p:nvSpPr>
            <p:spPr>
              <a:xfrm>
                <a:off x="14004965" y="1512981"/>
                <a:ext cx="50120" cy="257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2">
                    <a:moveTo>
                      <a:pt x="0" y="2343"/>
                    </a:moveTo>
                    <a:lnTo>
                      <a:pt x="2875" y="2702"/>
                    </a:lnTo>
                    <a:lnTo>
                      <a:pt x="5262" y="3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6" name="Surface mesh patch"/>
              <p:cNvSpPr/>
              <p:nvPr/>
            </p:nvSpPr>
            <p:spPr>
              <a:xfrm>
                <a:off x="14055084" y="1491818"/>
                <a:ext cx="50120" cy="29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65">
                    <a:moveTo>
                      <a:pt x="0" y="2579"/>
                    </a:moveTo>
                    <a:lnTo>
                      <a:pt x="2875" y="3065"/>
                    </a:lnTo>
                    <a:lnTo>
                      <a:pt x="5262" y="4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7" name="Surface mesh patch"/>
              <p:cNvSpPr/>
              <p:nvPr/>
            </p:nvSpPr>
            <p:spPr>
              <a:xfrm>
                <a:off x="14105204" y="1470003"/>
                <a:ext cx="50120" cy="312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1">
                    <a:moveTo>
                      <a:pt x="0" y="2786"/>
                    </a:moveTo>
                    <a:lnTo>
                      <a:pt x="2875" y="3281"/>
                    </a:lnTo>
                    <a:lnTo>
                      <a:pt x="5262" y="5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8" name="Surface mesh patch"/>
              <p:cNvSpPr/>
              <p:nvPr/>
            </p:nvSpPr>
            <p:spPr>
              <a:xfrm>
                <a:off x="14155324" y="1446823"/>
                <a:ext cx="50120" cy="309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49">
                    <a:moveTo>
                      <a:pt x="0" y="2958"/>
                    </a:moveTo>
                    <a:lnTo>
                      <a:pt x="2875" y="3249"/>
                    </a:lnTo>
                    <a:lnTo>
                      <a:pt x="5262" y="3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29" name="Surface mesh patch"/>
              <p:cNvSpPr/>
              <p:nvPr/>
            </p:nvSpPr>
            <p:spPr>
              <a:xfrm>
                <a:off x="14205443" y="1417910"/>
                <a:ext cx="50120" cy="32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4">
                    <a:moveTo>
                      <a:pt x="0" y="3364"/>
                    </a:moveTo>
                    <a:lnTo>
                      <a:pt x="2875" y="3086"/>
                    </a:lnTo>
                    <a:lnTo>
                      <a:pt x="5262" y="0"/>
                    </a:lnTo>
                    <a:lnTo>
                      <a:pt x="2387" y="27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0" name="Surface mesh patch"/>
              <p:cNvSpPr/>
              <p:nvPr/>
            </p:nvSpPr>
            <p:spPr>
              <a:xfrm>
                <a:off x="14255563" y="1372825"/>
                <a:ext cx="50120" cy="45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33">
                    <a:moveTo>
                      <a:pt x="0" y="4733"/>
                    </a:moveTo>
                    <a:lnTo>
                      <a:pt x="2875" y="3294"/>
                    </a:lnTo>
                    <a:lnTo>
                      <a:pt x="5262" y="0"/>
                    </a:lnTo>
                    <a:lnTo>
                      <a:pt x="2387" y="1525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1" name="Surface mesh patch"/>
              <p:cNvSpPr/>
              <p:nvPr/>
            </p:nvSpPr>
            <p:spPr>
              <a:xfrm>
                <a:off x="14305683" y="1306286"/>
                <a:ext cx="50120" cy="66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86">
                    <a:moveTo>
                      <a:pt x="0" y="6986"/>
                    </a:moveTo>
                    <a:lnTo>
                      <a:pt x="2875" y="3549"/>
                    </a:lnTo>
                    <a:lnTo>
                      <a:pt x="5262" y="0"/>
                    </a:lnTo>
                    <a:lnTo>
                      <a:pt x="2387" y="3672"/>
                    </a:lnTo>
                    <a:close/>
                  </a:path>
                </a:pathLst>
              </a:custGeom>
              <a:solidFill>
                <a:srgbClr val="dee2ec"/>
              </a:solidFill>
              <a:ln w="3334" cap="flat" cmpd="sng" algn="ctr">
                <a:solidFill>
                  <a:srgbClr val="dee2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2" name="Surface mesh patch"/>
              <p:cNvSpPr/>
              <p:nvPr/>
            </p:nvSpPr>
            <p:spPr>
              <a:xfrm>
                <a:off x="14355802" y="1210295"/>
                <a:ext cx="50120" cy="959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78">
                    <a:moveTo>
                      <a:pt x="0" y="10078"/>
                    </a:moveTo>
                    <a:lnTo>
                      <a:pt x="2875" y="3747"/>
                    </a:lnTo>
                    <a:lnTo>
                      <a:pt x="5262" y="0"/>
                    </a:lnTo>
                    <a:lnTo>
                      <a:pt x="2387" y="6699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3" name="Surface mesh patch"/>
              <p:cNvSpPr/>
              <p:nvPr/>
            </p:nvSpPr>
            <p:spPr>
              <a:xfrm>
                <a:off x="14405922" y="1083313"/>
                <a:ext cx="50120" cy="126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331">
                    <a:moveTo>
                      <a:pt x="0" y="13331"/>
                    </a:moveTo>
                    <a:lnTo>
                      <a:pt x="2875" y="3633"/>
                    </a:lnTo>
                    <a:lnTo>
                      <a:pt x="5262" y="0"/>
                    </a:lnTo>
                    <a:lnTo>
                      <a:pt x="2387" y="10070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4" name="Surface mesh patch"/>
              <p:cNvSpPr/>
              <p:nvPr/>
            </p:nvSpPr>
            <p:spPr>
              <a:xfrm>
                <a:off x="14456041" y="937216"/>
                <a:ext cx="50120" cy="1460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338">
                    <a:moveTo>
                      <a:pt x="0" y="15338"/>
                    </a:moveTo>
                    <a:lnTo>
                      <a:pt x="2875" y="2856"/>
                    </a:lnTo>
                    <a:lnTo>
                      <a:pt x="5262" y="0"/>
                    </a:lnTo>
                    <a:lnTo>
                      <a:pt x="2387" y="12645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5" name="Surface mesh patch"/>
              <p:cNvSpPr/>
              <p:nvPr/>
            </p:nvSpPr>
            <p:spPr>
              <a:xfrm>
                <a:off x="14506161" y="799745"/>
                <a:ext cx="50120" cy="137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433">
                    <a:moveTo>
                      <a:pt x="0" y="14433"/>
                    </a:moveTo>
                    <a:lnTo>
                      <a:pt x="2875" y="1181"/>
                    </a:lnTo>
                    <a:lnTo>
                      <a:pt x="5262" y="0"/>
                    </a:lnTo>
                    <a:lnTo>
                      <a:pt x="2387" y="13043"/>
                    </a:lnTo>
                    <a:close/>
                  </a:path>
                </a:pathLst>
              </a:custGeom>
              <a:solidFill>
                <a:srgbClr val="e96f62"/>
              </a:solidFill>
              <a:ln w="3334" cap="flat" cmpd="sng" algn="ctr">
                <a:solidFill>
                  <a:srgbClr val="e96f6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6" name="Surface mesh patch"/>
              <p:cNvSpPr/>
              <p:nvPr/>
            </p:nvSpPr>
            <p:spPr>
              <a:xfrm>
                <a:off x="14556281" y="695502"/>
                <a:ext cx="50120" cy="1112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75">
                    <a:moveTo>
                      <a:pt x="0" y="10944"/>
                    </a:moveTo>
                    <a:lnTo>
                      <a:pt x="2875" y="0"/>
                    </a:lnTo>
                    <a:lnTo>
                      <a:pt x="5262" y="1261"/>
                    </a:lnTo>
                    <a:lnTo>
                      <a:pt x="2387" y="11675"/>
                    </a:lnTo>
                    <a:close/>
                  </a:path>
                </a:pathLst>
              </a:custGeom>
              <a:solidFill>
                <a:srgbClr val="d23c41"/>
              </a:solidFill>
              <a:ln w="3334" cap="flat" cmpd="sng" algn="ctr">
                <a:solidFill>
                  <a:srgbClr val="d23c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7" name="Surface mesh patch"/>
              <p:cNvSpPr/>
              <p:nvPr/>
            </p:nvSpPr>
            <p:spPr>
              <a:xfrm>
                <a:off x="14606400" y="653443"/>
                <a:ext cx="50120" cy="85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28">
                    <a:moveTo>
                      <a:pt x="0" y="5677"/>
                    </a:moveTo>
                    <a:lnTo>
                      <a:pt x="2875" y="0"/>
                    </a:lnTo>
                    <a:lnTo>
                      <a:pt x="5262" y="3890"/>
                    </a:lnTo>
                    <a:lnTo>
                      <a:pt x="2387" y="9028"/>
                    </a:lnTo>
                    <a:close/>
                  </a:path>
                </a:pathLst>
              </a:custGeom>
              <a:solidFill>
                <a:srgbClr val="c72431"/>
              </a:solidFill>
              <a:ln w="3334" cap="flat" cmpd="sng" algn="ctr">
                <a:solidFill>
                  <a:srgbClr val="c7243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8" name="Surface mesh patch"/>
              <p:cNvSpPr/>
              <p:nvPr/>
            </p:nvSpPr>
            <p:spPr>
              <a:xfrm>
                <a:off x="14656520" y="690499"/>
                <a:ext cx="50120" cy="660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30">
                    <a:moveTo>
                      <a:pt x="0" y="0"/>
                    </a:moveTo>
                    <a:lnTo>
                      <a:pt x="2875" y="1037"/>
                    </a:lnTo>
                    <a:lnTo>
                      <a:pt x="5262" y="6930"/>
                    </a:lnTo>
                    <a:lnTo>
                      <a:pt x="2387" y="5776"/>
                    </a:lnTo>
                    <a:close/>
                  </a:path>
                </a:pathLst>
              </a:custGeom>
              <a:solidFill>
                <a:srgbClr val="cd3039"/>
              </a:solidFill>
              <a:ln w="3334" cap="flat" cmpd="sng" algn="ctr">
                <a:solidFill>
                  <a:srgbClr val="cd303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39" name="Surface mesh patch"/>
              <p:cNvSpPr/>
              <p:nvPr/>
            </p:nvSpPr>
            <p:spPr>
              <a:xfrm>
                <a:off x="14706640" y="756503"/>
                <a:ext cx="50120" cy="1296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11">
                    <a:moveTo>
                      <a:pt x="0" y="0"/>
                    </a:moveTo>
                    <a:lnTo>
                      <a:pt x="2875" y="6971"/>
                    </a:lnTo>
                    <a:lnTo>
                      <a:pt x="5262" y="13611"/>
                    </a:lnTo>
                    <a:lnTo>
                      <a:pt x="2387" y="7239"/>
                    </a:lnTo>
                    <a:close/>
                  </a:path>
                </a:pathLst>
              </a:custGeom>
              <a:solidFill>
                <a:srgbClr val="e15e56"/>
              </a:solidFill>
              <a:ln w="3334" cap="flat" cmpd="sng" algn="ctr">
                <a:solidFill>
                  <a:srgbClr val="e15e5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40" name="Surface mesh patch"/>
              <p:cNvSpPr/>
              <p:nvPr/>
            </p:nvSpPr>
            <p:spPr>
              <a:xfrm>
                <a:off x="14756759" y="886144"/>
                <a:ext cx="50120" cy="155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6">
                    <a:moveTo>
                      <a:pt x="0" y="0"/>
                    </a:moveTo>
                    <a:lnTo>
                      <a:pt x="2875" y="10362"/>
                    </a:lnTo>
                    <a:lnTo>
                      <a:pt x="5262" y="16376"/>
                    </a:lnTo>
                    <a:lnTo>
                      <a:pt x="2387" y="7306"/>
                    </a:lnTo>
                    <a:close/>
                  </a:path>
                </a:pathLst>
              </a:custGeom>
              <a:solidFill>
                <a:srgbClr val="fa9b80"/>
              </a:solidFill>
              <a:ln w="3334" cap="flat" cmpd="sng" algn="ctr">
                <a:solidFill>
                  <a:srgbClr val="fa9b8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41" name="Surface mesh patch"/>
              <p:cNvSpPr/>
              <p:nvPr/>
            </p:nvSpPr>
            <p:spPr>
              <a:xfrm>
                <a:off x="14806879" y="1042126"/>
                <a:ext cx="50120" cy="1443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52">
                    <a:moveTo>
                      <a:pt x="0" y="0"/>
                    </a:moveTo>
                    <a:lnTo>
                      <a:pt x="2875" y="10734"/>
                    </a:lnTo>
                    <a:lnTo>
                      <a:pt x="5262" y="15152"/>
                    </a:lnTo>
                    <a:lnTo>
                      <a:pt x="2387" y="6090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42" name="Surface mesh patch"/>
              <p:cNvSpPr/>
              <p:nvPr/>
            </p:nvSpPr>
            <p:spPr>
              <a:xfrm>
                <a:off x="14856999" y="1186452"/>
                <a:ext cx="50120" cy="108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53">
                    <a:moveTo>
                      <a:pt x="0" y="0"/>
                    </a:moveTo>
                    <a:lnTo>
                      <a:pt x="2875" y="8862"/>
                    </a:lnTo>
                    <a:lnTo>
                      <a:pt x="5262" y="11353"/>
                    </a:lnTo>
                    <a:lnTo>
                      <a:pt x="2387" y="4136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43" name="Surface mesh patch"/>
              <p:cNvSpPr/>
              <p:nvPr/>
            </p:nvSpPr>
            <p:spPr>
              <a:xfrm>
                <a:off x="14907118" y="1294593"/>
                <a:ext cx="50120" cy="65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8">
                    <a:moveTo>
                      <a:pt x="0" y="0"/>
                    </a:moveTo>
                    <a:lnTo>
                      <a:pt x="2875" y="6070"/>
                    </a:lnTo>
                    <a:lnTo>
                      <a:pt x="5262" y="6848"/>
                    </a:lnTo>
                    <a:lnTo>
                      <a:pt x="2387" y="2095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44" name="Surface mesh patch"/>
              <p:cNvSpPr/>
              <p:nvPr/>
            </p:nvSpPr>
            <p:spPr>
              <a:xfrm>
                <a:off x="14957238" y="1359822"/>
                <a:ext cx="50120" cy="331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9">
                    <a:moveTo>
                      <a:pt x="0" y="0"/>
                    </a:moveTo>
                    <a:lnTo>
                      <a:pt x="2875" y="3479"/>
                    </a:lnTo>
                    <a:lnTo>
                      <a:pt x="5262" y="3037"/>
                    </a:lnTo>
                    <a:lnTo>
                      <a:pt x="2387" y="434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45" name="Surface mesh patch"/>
              <p:cNvSpPr/>
              <p:nvPr/>
            </p:nvSpPr>
            <p:spPr>
              <a:xfrm>
                <a:off x="15007358" y="1382386"/>
                <a:ext cx="50120" cy="221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8">
                    <a:moveTo>
                      <a:pt x="0" y="668"/>
                    </a:moveTo>
                    <a:lnTo>
                      <a:pt x="2875" y="2328"/>
                    </a:lnTo>
                    <a:lnTo>
                      <a:pt x="5262" y="1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46" name="Surface mesh patch"/>
              <p:cNvSpPr/>
              <p:nvPr/>
            </p:nvSpPr>
            <p:spPr>
              <a:xfrm>
                <a:off x="15057477" y="1381732"/>
                <a:ext cx="50120" cy="184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8">
                    <a:moveTo>
                      <a:pt x="0" y="1252"/>
                    </a:moveTo>
                    <a:lnTo>
                      <a:pt x="2875" y="1938"/>
                    </a:lnTo>
                    <a:lnTo>
                      <a:pt x="5262" y="5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47" name="Surface mesh patch"/>
              <p:cNvSpPr/>
              <p:nvPr/>
            </p:nvSpPr>
            <p:spPr>
              <a:xfrm>
                <a:off x="15107597" y="1372679"/>
                <a:ext cx="50120" cy="17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5">
                    <a:moveTo>
                      <a:pt x="0" y="1453"/>
                    </a:moveTo>
                    <a:lnTo>
                      <a:pt x="2875" y="1835"/>
                    </a:lnTo>
                    <a:lnTo>
                      <a:pt x="5262" y="3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48" name="Surface mesh patch"/>
              <p:cNvSpPr/>
              <p:nvPr/>
            </p:nvSpPr>
            <p:spPr>
              <a:xfrm>
                <a:off x="15157716" y="1362851"/>
                <a:ext cx="50120" cy="183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14"/>
                    </a:moveTo>
                    <a:lnTo>
                      <a:pt x="2875" y="1923"/>
                    </a:lnTo>
                    <a:lnTo>
                      <a:pt x="5262" y="6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49" name="Surface mesh patch"/>
              <p:cNvSpPr/>
              <p:nvPr/>
            </p:nvSpPr>
            <p:spPr>
              <a:xfrm>
                <a:off x="13330677" y="1507234"/>
                <a:ext cx="50120" cy="23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1">
                    <a:moveTo>
                      <a:pt x="0" y="602"/>
                    </a:moveTo>
                    <a:lnTo>
                      <a:pt x="2875" y="2501"/>
                    </a:lnTo>
                    <a:lnTo>
                      <a:pt x="5262" y="18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50" name="Surface mesh patch"/>
              <p:cNvSpPr/>
              <p:nvPr/>
            </p:nvSpPr>
            <p:spPr>
              <a:xfrm>
                <a:off x="13380797" y="1519075"/>
                <a:ext cx="50120" cy="223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4">
                    <a:moveTo>
                      <a:pt x="0" y="639"/>
                    </a:moveTo>
                    <a:lnTo>
                      <a:pt x="2875" y="2344"/>
                    </a:lnTo>
                    <a:lnTo>
                      <a:pt x="5262" y="17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51" name="Surface mesh patch"/>
              <p:cNvSpPr/>
              <p:nvPr/>
            </p:nvSpPr>
            <p:spPr>
              <a:xfrm>
                <a:off x="13430917" y="1529519"/>
                <a:ext cx="50120" cy="20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5">
                    <a:moveTo>
                      <a:pt x="0" y="630"/>
                    </a:moveTo>
                    <a:lnTo>
                      <a:pt x="2875" y="2175"/>
                    </a:lnTo>
                    <a:lnTo>
                      <a:pt x="5262" y="16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52" name="Surface mesh patch"/>
              <p:cNvSpPr/>
              <p:nvPr/>
            </p:nvSpPr>
            <p:spPr>
              <a:xfrm>
                <a:off x="13481036" y="1539700"/>
                <a:ext cx="50120" cy="19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9">
                    <a:moveTo>
                      <a:pt x="0" y="558"/>
                    </a:moveTo>
                    <a:lnTo>
                      <a:pt x="2875" y="1999"/>
                    </a:lnTo>
                    <a:lnTo>
                      <a:pt x="5262" y="15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53" name="Surface mesh patch"/>
              <p:cNvSpPr/>
              <p:nvPr/>
            </p:nvSpPr>
            <p:spPr>
              <a:xfrm>
                <a:off x="13531156" y="1550629"/>
                <a:ext cx="50120" cy="17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">
                    <a:moveTo>
                      <a:pt x="0" y="437"/>
                    </a:moveTo>
                    <a:lnTo>
                      <a:pt x="2875" y="1807"/>
                    </a:lnTo>
                    <a:lnTo>
                      <a:pt x="5262" y="1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54" name="Surface mesh patch"/>
              <p:cNvSpPr/>
              <p:nvPr/>
            </p:nvSpPr>
            <p:spPr>
              <a:xfrm>
                <a:off x="13581276" y="1562480"/>
                <a:ext cx="50120" cy="151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9">
                    <a:moveTo>
                      <a:pt x="0" y="313"/>
                    </a:moveTo>
                    <a:lnTo>
                      <a:pt x="2875" y="1589"/>
                    </a:lnTo>
                    <a:lnTo>
                      <a:pt x="5262" y="14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55" name="Surface mesh patch"/>
              <p:cNvSpPr/>
              <p:nvPr/>
            </p:nvSpPr>
            <p:spPr>
              <a:xfrm>
                <a:off x="13631395" y="1574228"/>
                <a:ext cx="50120" cy="12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5">
                    <a:moveTo>
                      <a:pt x="0" y="243"/>
                    </a:moveTo>
                    <a:lnTo>
                      <a:pt x="2875" y="1355"/>
                    </a:lnTo>
                    <a:lnTo>
                      <a:pt x="5262" y="12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56" name="Surface mesh patch"/>
              <p:cNvSpPr/>
              <p:nvPr/>
            </p:nvSpPr>
            <p:spPr>
              <a:xfrm>
                <a:off x="13681515" y="1583857"/>
                <a:ext cx="50120" cy="108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0">
                    <a:moveTo>
                      <a:pt x="0" y="279"/>
                    </a:moveTo>
                    <a:lnTo>
                      <a:pt x="2875" y="1140"/>
                    </a:lnTo>
                    <a:lnTo>
                      <a:pt x="5262" y="9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57" name="Surface mesh patch"/>
              <p:cNvSpPr/>
              <p:nvPr/>
            </p:nvSpPr>
            <p:spPr>
              <a:xfrm>
                <a:off x="13731635" y="1589105"/>
                <a:ext cx="50120" cy="9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8">
                    <a:moveTo>
                      <a:pt x="0" y="441"/>
                    </a:moveTo>
                    <a:lnTo>
                      <a:pt x="2875" y="1008"/>
                    </a:lnTo>
                    <a:lnTo>
                      <a:pt x="5262" y="6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58" name="Surface mesh patch"/>
              <p:cNvSpPr/>
              <p:nvPr/>
            </p:nvSpPr>
            <p:spPr>
              <a:xfrm>
                <a:off x="13781754" y="1588383"/>
                <a:ext cx="50120" cy="9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0">
                    <a:moveTo>
                      <a:pt x="0" y="717"/>
                    </a:moveTo>
                    <a:lnTo>
                      <a:pt x="2875" y="1020"/>
                    </a:lnTo>
                    <a:lnTo>
                      <a:pt x="5262" y="3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59" name="Surface mesh patch"/>
              <p:cNvSpPr/>
              <p:nvPr/>
            </p:nvSpPr>
            <p:spPr>
              <a:xfrm>
                <a:off x="13831874" y="1581384"/>
                <a:ext cx="50120" cy="11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4">
                    <a:moveTo>
                      <a:pt x="0" y="1061"/>
                    </a:moveTo>
                    <a:lnTo>
                      <a:pt x="2875" y="1214"/>
                    </a:lnTo>
                    <a:lnTo>
                      <a:pt x="5262" y="1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0" name="Surface mesh patch"/>
              <p:cNvSpPr/>
              <p:nvPr/>
            </p:nvSpPr>
            <p:spPr>
              <a:xfrm>
                <a:off x="13881994" y="1569089"/>
                <a:ext cx="50120" cy="150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6">
                    <a:moveTo>
                      <a:pt x="0" y="1426"/>
                    </a:moveTo>
                    <a:lnTo>
                      <a:pt x="2875" y="1576"/>
                    </a:lnTo>
                    <a:lnTo>
                      <a:pt x="5262" y="1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1" name="Surface mesh patch"/>
              <p:cNvSpPr/>
              <p:nvPr/>
            </p:nvSpPr>
            <p:spPr>
              <a:xfrm>
                <a:off x="13932113" y="1553188"/>
                <a:ext cx="50120" cy="19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2">
                    <a:moveTo>
                      <a:pt x="0" y="1772"/>
                    </a:moveTo>
                    <a:lnTo>
                      <a:pt x="2875" y="2042"/>
                    </a:lnTo>
                    <a:lnTo>
                      <a:pt x="5262" y="2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2" name="Surface mesh patch"/>
              <p:cNvSpPr/>
              <p:nvPr/>
            </p:nvSpPr>
            <p:spPr>
              <a:xfrm>
                <a:off x="13982233" y="1535301"/>
                <a:ext cx="50120" cy="240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2079"/>
                    </a:moveTo>
                    <a:lnTo>
                      <a:pt x="2875" y="2520"/>
                    </a:lnTo>
                    <a:lnTo>
                      <a:pt x="5262" y="3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3" name="Surface mesh patch"/>
              <p:cNvSpPr/>
              <p:nvPr/>
            </p:nvSpPr>
            <p:spPr>
              <a:xfrm>
                <a:off x="14032352" y="1516386"/>
                <a:ext cx="50120" cy="27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13">
                    <a:moveTo>
                      <a:pt x="0" y="2344"/>
                    </a:moveTo>
                    <a:lnTo>
                      <a:pt x="2875" y="2913"/>
                    </a:lnTo>
                    <a:lnTo>
                      <a:pt x="5262" y="4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4" name="Surface mesh patch"/>
              <p:cNvSpPr/>
              <p:nvPr/>
            </p:nvSpPr>
            <p:spPr>
              <a:xfrm>
                <a:off x="14082472" y="1496539"/>
                <a:ext cx="50120" cy="298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39">
                    <a:moveTo>
                      <a:pt x="0" y="2569"/>
                    </a:moveTo>
                    <a:lnTo>
                      <a:pt x="2875" y="3139"/>
                    </a:lnTo>
                    <a:lnTo>
                      <a:pt x="5262" y="4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5" name="Surface mesh patch"/>
              <p:cNvSpPr/>
              <p:nvPr/>
            </p:nvSpPr>
            <p:spPr>
              <a:xfrm>
                <a:off x="14132592" y="1474997"/>
                <a:ext cx="50120" cy="296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7">
                    <a:moveTo>
                      <a:pt x="0" y="2757"/>
                    </a:moveTo>
                    <a:lnTo>
                      <a:pt x="2875" y="3117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6" name="Surface mesh patch"/>
              <p:cNvSpPr/>
              <p:nvPr/>
            </p:nvSpPr>
            <p:spPr>
              <a:xfrm>
                <a:off x="14182711" y="1447307"/>
                <a:ext cx="50120" cy="304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98">
                    <a:moveTo>
                      <a:pt x="0" y="3198"/>
                    </a:moveTo>
                    <a:lnTo>
                      <a:pt x="2875" y="3019"/>
                    </a:lnTo>
                    <a:lnTo>
                      <a:pt x="5262" y="0"/>
                    </a:lnTo>
                    <a:lnTo>
                      <a:pt x="2387" y="278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7" name="Surface mesh patch"/>
              <p:cNvSpPr/>
              <p:nvPr/>
            </p:nvSpPr>
            <p:spPr>
              <a:xfrm>
                <a:off x="14232831" y="1404205"/>
                <a:ext cx="50120" cy="43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25">
                    <a:moveTo>
                      <a:pt x="0" y="4525"/>
                    </a:moveTo>
                    <a:lnTo>
                      <a:pt x="2875" y="3282"/>
                    </a:lnTo>
                    <a:lnTo>
                      <a:pt x="5262" y="0"/>
                    </a:lnTo>
                    <a:lnTo>
                      <a:pt x="2387" y="1439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8" name="Surface mesh patch"/>
              <p:cNvSpPr/>
              <p:nvPr/>
            </p:nvSpPr>
            <p:spPr>
              <a:xfrm>
                <a:off x="14282951" y="1340088"/>
                <a:ext cx="50120" cy="641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31">
                    <a:moveTo>
                      <a:pt x="0" y="6731"/>
                    </a:moveTo>
                    <a:lnTo>
                      <a:pt x="2875" y="3663"/>
                    </a:lnTo>
                    <a:lnTo>
                      <a:pt x="5262" y="0"/>
                    </a:lnTo>
                    <a:lnTo>
                      <a:pt x="2387" y="3437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69" name="Surface mesh patch"/>
              <p:cNvSpPr/>
              <p:nvPr/>
            </p:nvSpPr>
            <p:spPr>
              <a:xfrm>
                <a:off x="14333070" y="1245987"/>
                <a:ext cx="50120" cy="94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9">
                    <a:moveTo>
                      <a:pt x="0" y="9879"/>
                    </a:moveTo>
                    <a:lnTo>
                      <a:pt x="2875" y="4114"/>
                    </a:lnTo>
                    <a:lnTo>
                      <a:pt x="5262" y="0"/>
                    </a:lnTo>
                    <a:lnTo>
                      <a:pt x="2387" y="6331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70" name="Surface mesh patch"/>
              <p:cNvSpPr/>
              <p:nvPr/>
            </p:nvSpPr>
            <p:spPr>
              <a:xfrm>
                <a:off x="14383190" y="1117916"/>
                <a:ext cx="50120" cy="1280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46">
                    <a:moveTo>
                      <a:pt x="0" y="13446"/>
                    </a:moveTo>
                    <a:lnTo>
                      <a:pt x="2875" y="4417"/>
                    </a:lnTo>
                    <a:lnTo>
                      <a:pt x="5262" y="0"/>
                    </a:lnTo>
                    <a:lnTo>
                      <a:pt x="2387" y="9699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71" name="Surface mesh patch"/>
              <p:cNvSpPr/>
              <p:nvPr/>
            </p:nvSpPr>
            <p:spPr>
              <a:xfrm>
                <a:off x="14433310" y="964420"/>
                <a:ext cx="50120" cy="1534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15">
                    <a:moveTo>
                      <a:pt x="0" y="16115"/>
                    </a:moveTo>
                    <a:lnTo>
                      <a:pt x="2875" y="4197"/>
                    </a:lnTo>
                    <a:lnTo>
                      <a:pt x="5262" y="0"/>
                    </a:lnTo>
                    <a:lnTo>
                      <a:pt x="2387" y="12482"/>
                    </a:lnTo>
                    <a:close/>
                  </a:path>
                </a:pathLst>
              </a:custGeom>
              <a:solidFill>
                <a:srgbClr val="faa88d"/>
              </a:solidFill>
              <a:ln w="3334" cap="flat" cmpd="sng" algn="ctr">
                <a:solidFill>
                  <a:srgbClr val="faa8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72" name="Surface mesh patch"/>
              <p:cNvSpPr/>
              <p:nvPr/>
            </p:nvSpPr>
            <p:spPr>
              <a:xfrm>
                <a:off x="14483429" y="810997"/>
                <a:ext cx="50120" cy="1534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07">
                    <a:moveTo>
                      <a:pt x="0" y="16107"/>
                    </a:moveTo>
                    <a:lnTo>
                      <a:pt x="2875" y="3089"/>
                    </a:lnTo>
                    <a:lnTo>
                      <a:pt x="5262" y="0"/>
                    </a:lnTo>
                    <a:lnTo>
                      <a:pt x="2387" y="13251"/>
                    </a:lnTo>
                    <a:close/>
                  </a:path>
                </a:pathLst>
              </a:custGeom>
              <a:solidFill>
                <a:srgbClr val="eb7464"/>
              </a:solidFill>
              <a:ln w="3334" cap="flat" cmpd="sng" algn="ctr">
                <a:solidFill>
                  <a:srgbClr val="eb74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73" name="Surface mesh patch"/>
              <p:cNvSpPr/>
              <p:nvPr/>
            </p:nvSpPr>
            <p:spPr>
              <a:xfrm>
                <a:off x="14533549" y="695502"/>
                <a:ext cx="50120" cy="1154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25">
                    <a:moveTo>
                      <a:pt x="0" y="12125"/>
                    </a:moveTo>
                    <a:lnTo>
                      <a:pt x="2875" y="1021"/>
                    </a:lnTo>
                    <a:lnTo>
                      <a:pt x="5262" y="0"/>
                    </a:lnTo>
                    <a:lnTo>
                      <a:pt x="2387" y="10944"/>
                    </a:lnTo>
                    <a:close/>
                  </a:path>
                </a:pathLst>
              </a:custGeom>
              <a:solidFill>
                <a:srgbClr val="d0373e"/>
              </a:solidFill>
              <a:ln w="3334" cap="flat" cmpd="sng" algn="ctr">
                <a:solidFill>
                  <a:srgbClr val="d0373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74" name="Surface mesh patch"/>
              <p:cNvSpPr/>
              <p:nvPr/>
            </p:nvSpPr>
            <p:spPr>
              <a:xfrm>
                <a:off x="14583669" y="638175"/>
                <a:ext cx="50120" cy="693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80">
                    <a:moveTo>
                      <a:pt x="0" y="6019"/>
                    </a:moveTo>
                    <a:lnTo>
                      <a:pt x="2875" y="0"/>
                    </a:lnTo>
                    <a:lnTo>
                      <a:pt x="5262" y="1603"/>
                    </a:lnTo>
                    <a:lnTo>
                      <a:pt x="2387" y="728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75" name="Surface mesh patch"/>
              <p:cNvSpPr/>
              <p:nvPr/>
            </p:nvSpPr>
            <p:spPr>
              <a:xfrm>
                <a:off x="14633788" y="653443"/>
                <a:ext cx="50120" cy="46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7">
                    <a:moveTo>
                      <a:pt x="0" y="0"/>
                    </a:moveTo>
                    <a:lnTo>
                      <a:pt x="2875" y="924"/>
                    </a:lnTo>
                    <a:lnTo>
                      <a:pt x="5262" y="4927"/>
                    </a:lnTo>
                    <a:lnTo>
                      <a:pt x="2387" y="389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76" name="Surface mesh patch"/>
              <p:cNvSpPr/>
              <p:nvPr/>
            </p:nvSpPr>
            <p:spPr>
              <a:xfrm>
                <a:off x="14683908" y="700376"/>
                <a:ext cx="50120" cy="1225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4">
                    <a:moveTo>
                      <a:pt x="0" y="0"/>
                    </a:moveTo>
                    <a:lnTo>
                      <a:pt x="2875" y="7454"/>
                    </a:lnTo>
                    <a:lnTo>
                      <a:pt x="5262" y="12864"/>
                    </a:lnTo>
                    <a:lnTo>
                      <a:pt x="2387" y="5893"/>
                    </a:lnTo>
                    <a:close/>
                  </a:path>
                </a:pathLst>
              </a:custGeom>
              <a:solidFill>
                <a:srgbClr val="d33e42"/>
              </a:solidFill>
              <a:ln w="3334" cap="flat" cmpd="sng" algn="ctr">
                <a:solidFill>
                  <a:srgbClr val="d33e4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77" name="Surface mesh patch"/>
              <p:cNvSpPr/>
              <p:nvPr/>
            </p:nvSpPr>
            <p:spPr>
              <a:xfrm>
                <a:off x="14734027" y="822903"/>
                <a:ext cx="50120" cy="1619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1">
                    <a:moveTo>
                      <a:pt x="0" y="0"/>
                    </a:moveTo>
                    <a:lnTo>
                      <a:pt x="2875" y="11532"/>
                    </a:lnTo>
                    <a:lnTo>
                      <a:pt x="5262" y="17001"/>
                    </a:lnTo>
                    <a:lnTo>
                      <a:pt x="2387" y="6639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78" name="Surface mesh patch"/>
              <p:cNvSpPr/>
              <p:nvPr/>
            </p:nvSpPr>
            <p:spPr>
              <a:xfrm>
                <a:off x="14784147" y="984840"/>
                <a:ext cx="50120" cy="1595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48">
                    <a:moveTo>
                      <a:pt x="0" y="0"/>
                    </a:moveTo>
                    <a:lnTo>
                      <a:pt x="2875" y="12365"/>
                    </a:lnTo>
                    <a:lnTo>
                      <a:pt x="5262" y="16748"/>
                    </a:lnTo>
                    <a:lnTo>
                      <a:pt x="2387" y="6014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79" name="Surface mesh patch"/>
              <p:cNvSpPr/>
              <p:nvPr/>
            </p:nvSpPr>
            <p:spPr>
              <a:xfrm>
                <a:off x="14834267" y="1144366"/>
                <a:ext cx="50120" cy="1264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80">
                    <a:moveTo>
                      <a:pt x="0" y="0"/>
                    </a:moveTo>
                    <a:lnTo>
                      <a:pt x="2875" y="10565"/>
                    </a:lnTo>
                    <a:lnTo>
                      <a:pt x="5262" y="13280"/>
                    </a:lnTo>
                    <a:lnTo>
                      <a:pt x="2387" y="4419"/>
                    </a:lnTo>
                    <a:close/>
                  </a:path>
                </a:pathLst>
              </a:custGeom>
              <a:solidFill>
                <a:srgbClr val="f7d3bb"/>
              </a:solidFill>
              <a:ln w="3334" cap="flat" cmpd="sng" algn="ctr">
                <a:solidFill>
                  <a:srgbClr val="f7d3b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80" name="Surface mesh patch"/>
              <p:cNvSpPr/>
              <p:nvPr/>
            </p:nvSpPr>
            <p:spPr>
              <a:xfrm>
                <a:off x="14884386" y="1270861"/>
                <a:ext cx="50120" cy="815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61">
                    <a:moveTo>
                      <a:pt x="0" y="0"/>
                    </a:moveTo>
                    <a:lnTo>
                      <a:pt x="2875" y="7506"/>
                    </a:lnTo>
                    <a:lnTo>
                      <a:pt x="5262" y="8561"/>
                    </a:lnTo>
                    <a:lnTo>
                      <a:pt x="2387" y="2491"/>
                    </a:lnTo>
                    <a:close/>
                  </a:path>
                </a:pathLst>
              </a:custGeom>
              <a:solidFill>
                <a:srgbClr val="e1dfe5"/>
              </a:solidFill>
              <a:ln w="3334" cap="flat" cmpd="sng" algn="ctr">
                <a:solidFill>
                  <a:srgbClr val="e1df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81" name="Surface mesh patch"/>
              <p:cNvSpPr/>
              <p:nvPr/>
            </p:nvSpPr>
            <p:spPr>
              <a:xfrm>
                <a:off x="14934506" y="1352405"/>
                <a:ext cx="50120" cy="42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7">
                    <a:moveTo>
                      <a:pt x="0" y="0"/>
                    </a:moveTo>
                    <a:lnTo>
                      <a:pt x="2875" y="4487"/>
                    </a:lnTo>
                    <a:lnTo>
                      <a:pt x="5262" y="4258"/>
                    </a:lnTo>
                    <a:lnTo>
                      <a:pt x="2387" y="779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82" name="Surface mesh patch"/>
              <p:cNvSpPr/>
              <p:nvPr/>
            </p:nvSpPr>
            <p:spPr>
              <a:xfrm>
                <a:off x="14984626" y="1388749"/>
                <a:ext cx="50120" cy="255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87">
                    <a:moveTo>
                      <a:pt x="0" y="442"/>
                    </a:moveTo>
                    <a:lnTo>
                      <a:pt x="2875" y="2687"/>
                    </a:lnTo>
                    <a:lnTo>
                      <a:pt x="5262" y="16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83" name="Surface mesh patch"/>
              <p:cNvSpPr/>
              <p:nvPr/>
            </p:nvSpPr>
            <p:spPr>
              <a:xfrm>
                <a:off x="15034745" y="1393655"/>
                <a:ext cx="50120" cy="199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0">
                    <a:moveTo>
                      <a:pt x="0" y="1145"/>
                    </a:moveTo>
                    <a:lnTo>
                      <a:pt x="2875" y="2090"/>
                    </a:lnTo>
                    <a:lnTo>
                      <a:pt x="5262" y="6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84" name="Surface mesh patch"/>
              <p:cNvSpPr/>
              <p:nvPr/>
            </p:nvSpPr>
            <p:spPr>
              <a:xfrm>
                <a:off x="15084865" y="1386522"/>
                <a:ext cx="50120" cy="17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2">
                    <a:moveTo>
                      <a:pt x="0" y="1435"/>
                    </a:moveTo>
                    <a:lnTo>
                      <a:pt x="2875" y="1862"/>
                    </a:lnTo>
                    <a:lnTo>
                      <a:pt x="5262" y="3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85" name="Surface mesh patch"/>
              <p:cNvSpPr/>
              <p:nvPr/>
            </p:nvSpPr>
            <p:spPr>
              <a:xfrm>
                <a:off x="15134985" y="1376321"/>
                <a:ext cx="50120" cy="179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3">
                    <a:moveTo>
                      <a:pt x="0" y="1453"/>
                    </a:moveTo>
                    <a:lnTo>
                      <a:pt x="2875" y="1883"/>
                    </a:lnTo>
                    <a:lnTo>
                      <a:pt x="5262" y="5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86" name="Surface mesh patch"/>
              <p:cNvSpPr/>
              <p:nvPr/>
            </p:nvSpPr>
            <p:spPr>
              <a:xfrm>
                <a:off x="15185104" y="1368667"/>
                <a:ext cx="50120" cy="19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4">
                    <a:moveTo>
                      <a:pt x="0" y="1313"/>
                    </a:moveTo>
                    <a:lnTo>
                      <a:pt x="2875" y="2044"/>
                    </a:lnTo>
                    <a:lnTo>
                      <a:pt x="5262" y="8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87" name="Surface mesh patch"/>
              <p:cNvSpPr/>
              <p:nvPr/>
            </p:nvSpPr>
            <p:spPr>
              <a:xfrm>
                <a:off x="13307946" y="1512968"/>
                <a:ext cx="50120" cy="23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6">
                    <a:moveTo>
                      <a:pt x="0" y="580"/>
                    </a:moveTo>
                    <a:lnTo>
                      <a:pt x="2875" y="2506"/>
                    </a:lnTo>
                    <a:lnTo>
                      <a:pt x="5262" y="18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88" name="Surface mesh patch"/>
              <p:cNvSpPr/>
              <p:nvPr/>
            </p:nvSpPr>
            <p:spPr>
              <a:xfrm>
                <a:off x="13358065" y="1525163"/>
                <a:ext cx="50120" cy="22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3">
                    <a:moveTo>
                      <a:pt x="0" y="619"/>
                    </a:moveTo>
                    <a:lnTo>
                      <a:pt x="2875" y="2323"/>
                    </a:lnTo>
                    <a:lnTo>
                      <a:pt x="5262" y="1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dfd"/>
              </a:solidFill>
              <a:ln w="3334" cap="flat" cmpd="sng" algn="ctr">
                <a:solidFill>
                  <a:srgbClr val="b0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89" name="Surface mesh patch"/>
              <p:cNvSpPr/>
              <p:nvPr/>
            </p:nvSpPr>
            <p:spPr>
              <a:xfrm>
                <a:off x="13408185" y="1535517"/>
                <a:ext cx="50120" cy="20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9">
                    <a:moveTo>
                      <a:pt x="0" y="617"/>
                    </a:moveTo>
                    <a:lnTo>
                      <a:pt x="2875" y="2109"/>
                    </a:lnTo>
                    <a:lnTo>
                      <a:pt x="5262" y="15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90" name="Surface mesh patch"/>
              <p:cNvSpPr/>
              <p:nvPr/>
            </p:nvSpPr>
            <p:spPr>
              <a:xfrm>
                <a:off x="13458305" y="1545013"/>
                <a:ext cx="50120" cy="17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4">
                    <a:moveTo>
                      <a:pt x="0" y="549"/>
                    </a:moveTo>
                    <a:lnTo>
                      <a:pt x="2875" y="1874"/>
                    </a:lnTo>
                    <a:lnTo>
                      <a:pt x="5262" y="1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91" name="Surface mesh patch"/>
              <p:cNvSpPr/>
              <p:nvPr/>
            </p:nvSpPr>
            <p:spPr>
              <a:xfrm>
                <a:off x="13508424" y="1554795"/>
                <a:ext cx="50120" cy="153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6">
                    <a:moveTo>
                      <a:pt x="0" y="414"/>
                    </a:moveTo>
                    <a:lnTo>
                      <a:pt x="2875" y="1616"/>
                    </a:lnTo>
                    <a:lnTo>
                      <a:pt x="5262" y="13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92" name="Surface mesh patch"/>
              <p:cNvSpPr/>
              <p:nvPr/>
            </p:nvSpPr>
            <p:spPr>
              <a:xfrm>
                <a:off x="13558544" y="1565460"/>
                <a:ext cx="50120" cy="127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35">
                    <a:moveTo>
                      <a:pt x="0" y="249"/>
                    </a:moveTo>
                    <a:lnTo>
                      <a:pt x="2875" y="1335"/>
                    </a:lnTo>
                    <a:lnTo>
                      <a:pt x="5262" y="1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93" name="Surface mesh patch"/>
              <p:cNvSpPr/>
              <p:nvPr/>
            </p:nvSpPr>
            <p:spPr>
              <a:xfrm>
                <a:off x="13608663" y="1576543"/>
                <a:ext cx="50120" cy="10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1">
                    <a:moveTo>
                      <a:pt x="0" y="113"/>
                    </a:moveTo>
                    <a:lnTo>
                      <a:pt x="2875" y="1046"/>
                    </a:lnTo>
                    <a:lnTo>
                      <a:pt x="5262" y="1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94" name="Surface mesh patch"/>
              <p:cNvSpPr/>
              <p:nvPr/>
            </p:nvSpPr>
            <p:spPr>
              <a:xfrm>
                <a:off x="13658783" y="1586511"/>
                <a:ext cx="50120" cy="8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2">
                    <a:moveTo>
                      <a:pt x="0" y="65"/>
                    </a:moveTo>
                    <a:lnTo>
                      <a:pt x="2875" y="792"/>
                    </a:lnTo>
                    <a:lnTo>
                      <a:pt x="5262" y="8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95" name="Surface mesh patch"/>
              <p:cNvSpPr/>
              <p:nvPr/>
            </p:nvSpPr>
            <p:spPr>
              <a:xfrm>
                <a:off x="13708903" y="1593310"/>
                <a:ext cx="50120" cy="6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9">
                    <a:moveTo>
                      <a:pt x="0" y="148"/>
                    </a:moveTo>
                    <a:lnTo>
                      <a:pt x="2875" y="639"/>
                    </a:lnTo>
                    <a:lnTo>
                      <a:pt x="5262" y="5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96" name="Surface mesh patch"/>
              <p:cNvSpPr/>
              <p:nvPr/>
            </p:nvSpPr>
            <p:spPr>
              <a:xfrm>
                <a:off x="13759022" y="1595207"/>
                <a:ext cx="50120" cy="62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">
                    <a:moveTo>
                      <a:pt x="0" y="367"/>
                    </a:moveTo>
                    <a:lnTo>
                      <a:pt x="2875" y="659"/>
                    </a:lnTo>
                    <a:lnTo>
                      <a:pt x="5262" y="3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97" name="Surface mesh patch"/>
              <p:cNvSpPr/>
              <p:nvPr/>
            </p:nvSpPr>
            <p:spPr>
              <a:xfrm>
                <a:off x="13809142" y="1591493"/>
                <a:ext cx="50120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1">
                    <a:moveTo>
                      <a:pt x="0" y="693"/>
                    </a:moveTo>
                    <a:lnTo>
                      <a:pt x="2875" y="891"/>
                    </a:lnTo>
                    <a:lnTo>
                      <a:pt x="5262" y="1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98" name="Surface mesh patch"/>
              <p:cNvSpPr/>
              <p:nvPr/>
            </p:nvSpPr>
            <p:spPr>
              <a:xfrm>
                <a:off x="13859262" y="1582671"/>
                <a:ext cx="50120" cy="12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1">
                    <a:moveTo>
                      <a:pt x="0" y="1079"/>
                    </a:moveTo>
                    <a:lnTo>
                      <a:pt x="2875" y="1321"/>
                    </a:lnTo>
                    <a:lnTo>
                      <a:pt x="5262" y="1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99" name="Surface mesh patch"/>
              <p:cNvSpPr/>
              <p:nvPr/>
            </p:nvSpPr>
            <p:spPr>
              <a:xfrm>
                <a:off x="13909381" y="1570063"/>
                <a:ext cx="50120" cy="17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1473"/>
                    </a:moveTo>
                    <a:lnTo>
                      <a:pt x="2875" y="1876"/>
                    </a:lnTo>
                    <a:lnTo>
                      <a:pt x="5262" y="2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00" name="Surface mesh patch"/>
              <p:cNvSpPr/>
              <p:nvPr/>
            </p:nvSpPr>
            <p:spPr>
              <a:xfrm>
                <a:off x="13959501" y="1555105"/>
                <a:ext cx="50120" cy="23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4">
                    <a:moveTo>
                      <a:pt x="0" y="1841"/>
                    </a:moveTo>
                    <a:lnTo>
                      <a:pt x="2875" y="2444"/>
                    </a:lnTo>
                    <a:lnTo>
                      <a:pt x="5262" y="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01" name="Surface mesh patch"/>
              <p:cNvSpPr/>
              <p:nvPr/>
            </p:nvSpPr>
            <p:spPr>
              <a:xfrm>
                <a:off x="14009621" y="1538716"/>
                <a:ext cx="50120" cy="277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09">
                    <a:moveTo>
                      <a:pt x="0" y="2161"/>
                    </a:moveTo>
                    <a:lnTo>
                      <a:pt x="2875" y="2909"/>
                    </a:lnTo>
                    <a:lnTo>
                      <a:pt x="5262" y="5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02" name="Surface mesh patch"/>
              <p:cNvSpPr/>
              <p:nvPr/>
            </p:nvSpPr>
            <p:spPr>
              <a:xfrm>
                <a:off x="14059740" y="1521009"/>
                <a:ext cx="50120" cy="302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8">
                    <a:moveTo>
                      <a:pt x="0" y="2428"/>
                    </a:moveTo>
                    <a:lnTo>
                      <a:pt x="2875" y="3178"/>
                    </a:lnTo>
                    <a:lnTo>
                      <a:pt x="5262" y="5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03" name="Surface mesh patch"/>
              <p:cNvSpPr/>
              <p:nvPr/>
            </p:nvSpPr>
            <p:spPr>
              <a:xfrm>
                <a:off x="14109860" y="1501257"/>
                <a:ext cx="50120" cy="303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2">
                    <a:moveTo>
                      <a:pt x="0" y="2643"/>
                    </a:moveTo>
                    <a:lnTo>
                      <a:pt x="2875" y="3182"/>
                    </a:lnTo>
                    <a:lnTo>
                      <a:pt x="5262" y="3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04" name="Surface mesh patch"/>
              <p:cNvSpPr/>
              <p:nvPr/>
            </p:nvSpPr>
            <p:spPr>
              <a:xfrm>
                <a:off x="14159980" y="1476061"/>
                <a:ext cx="50120" cy="28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9">
                    <a:moveTo>
                      <a:pt x="0" y="3006"/>
                    </a:moveTo>
                    <a:lnTo>
                      <a:pt x="2875" y="3029"/>
                    </a:lnTo>
                    <a:lnTo>
                      <a:pt x="5262" y="0"/>
                    </a:lnTo>
                    <a:lnTo>
                      <a:pt x="2387" y="17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05" name="Surface mesh patch"/>
              <p:cNvSpPr/>
              <p:nvPr/>
            </p:nvSpPr>
            <p:spPr>
              <a:xfrm>
                <a:off x="14210099" y="1435470"/>
                <a:ext cx="50120" cy="405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62">
                    <a:moveTo>
                      <a:pt x="0" y="4262"/>
                    </a:moveTo>
                    <a:lnTo>
                      <a:pt x="2875" y="3310"/>
                    </a:lnTo>
                    <a:lnTo>
                      <a:pt x="5262" y="0"/>
                    </a:lnTo>
                    <a:lnTo>
                      <a:pt x="2387" y="124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06" name="Surface mesh patch"/>
              <p:cNvSpPr/>
              <p:nvPr/>
            </p:nvSpPr>
            <p:spPr>
              <a:xfrm>
                <a:off x="14260219" y="1374981"/>
                <a:ext cx="50120" cy="604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51">
                    <a:moveTo>
                      <a:pt x="0" y="6351"/>
                    </a:moveTo>
                    <a:lnTo>
                      <a:pt x="2875" y="3753"/>
                    </a:lnTo>
                    <a:lnTo>
                      <a:pt x="5262" y="0"/>
                    </a:lnTo>
                    <a:lnTo>
                      <a:pt x="2387" y="3068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07" name="Surface mesh patch"/>
              <p:cNvSpPr/>
              <p:nvPr/>
            </p:nvSpPr>
            <p:spPr>
              <a:xfrm>
                <a:off x="14310338" y="1285173"/>
                <a:ext cx="50120" cy="89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29">
                    <a:moveTo>
                      <a:pt x="0" y="9429"/>
                    </a:moveTo>
                    <a:lnTo>
                      <a:pt x="2875" y="4372"/>
                    </a:lnTo>
                    <a:lnTo>
                      <a:pt x="5262" y="0"/>
                    </a:lnTo>
                    <a:lnTo>
                      <a:pt x="2387" y="5765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08" name="Surface mesh patch"/>
              <p:cNvSpPr/>
              <p:nvPr/>
            </p:nvSpPr>
            <p:spPr>
              <a:xfrm>
                <a:off x="14360458" y="1159990"/>
                <a:ext cx="50120" cy="125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43">
                    <a:moveTo>
                      <a:pt x="0" y="13143"/>
                    </a:moveTo>
                    <a:lnTo>
                      <a:pt x="2875" y="5014"/>
                    </a:lnTo>
                    <a:lnTo>
                      <a:pt x="5262" y="0"/>
                    </a:lnTo>
                    <a:lnTo>
                      <a:pt x="2387" y="9029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09" name="Surface mesh patch"/>
              <p:cNvSpPr/>
              <p:nvPr/>
            </p:nvSpPr>
            <p:spPr>
              <a:xfrm>
                <a:off x="14410578" y="1004393"/>
                <a:ext cx="50120" cy="155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36">
                    <a:moveTo>
                      <a:pt x="0" y="16336"/>
                    </a:moveTo>
                    <a:lnTo>
                      <a:pt x="2875" y="5319"/>
                    </a:lnTo>
                    <a:lnTo>
                      <a:pt x="5262" y="0"/>
                    </a:lnTo>
                    <a:lnTo>
                      <a:pt x="2387" y="11918"/>
                    </a:lnTo>
                    <a:close/>
                  </a:path>
                </a:pathLst>
              </a:custGeom>
              <a:solidFill>
                <a:srgbClr val="fab094"/>
              </a:solidFill>
              <a:ln w="3334" cap="flat" cmpd="sng" algn="ctr">
                <a:solidFill>
                  <a:srgbClr val="fab09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10" name="Surface mesh patch"/>
              <p:cNvSpPr/>
              <p:nvPr/>
            </p:nvSpPr>
            <p:spPr>
              <a:xfrm>
                <a:off x="14460697" y="840420"/>
                <a:ext cx="50120" cy="1639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15">
                    <a:moveTo>
                      <a:pt x="0" y="17215"/>
                    </a:moveTo>
                    <a:lnTo>
                      <a:pt x="2875" y="4837"/>
                    </a:lnTo>
                    <a:lnTo>
                      <a:pt x="5262" y="0"/>
                    </a:lnTo>
                    <a:lnTo>
                      <a:pt x="2387" y="13018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11" name="Surface mesh patch"/>
              <p:cNvSpPr/>
              <p:nvPr/>
            </p:nvSpPr>
            <p:spPr>
              <a:xfrm>
                <a:off x="14510817" y="705227"/>
                <a:ext cx="50120" cy="1351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94">
                    <a:moveTo>
                      <a:pt x="0" y="14194"/>
                    </a:moveTo>
                    <a:lnTo>
                      <a:pt x="2875" y="3302"/>
                    </a:lnTo>
                    <a:lnTo>
                      <a:pt x="5262" y="0"/>
                    </a:lnTo>
                    <a:lnTo>
                      <a:pt x="2387" y="11104"/>
                    </a:lnTo>
                    <a:close/>
                  </a:path>
                </a:pathLst>
              </a:custGeom>
              <a:solidFill>
                <a:srgbClr val="d23c40"/>
              </a:solidFill>
              <a:ln w="3334" cap="flat" cmpd="sng" algn="ctr">
                <a:solidFill>
                  <a:srgbClr val="d23c4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12" name="Surface mesh patch"/>
              <p:cNvSpPr/>
              <p:nvPr/>
            </p:nvSpPr>
            <p:spPr>
              <a:xfrm>
                <a:off x="14560937" y="638175"/>
                <a:ext cx="50120" cy="67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0">
                    <a:moveTo>
                      <a:pt x="0" y="7040"/>
                    </a:moveTo>
                    <a:lnTo>
                      <a:pt x="2875" y="900"/>
                    </a:lnTo>
                    <a:lnTo>
                      <a:pt x="5262" y="0"/>
                    </a:lnTo>
                    <a:lnTo>
                      <a:pt x="2387" y="6019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13" name="Surface mesh patch"/>
              <p:cNvSpPr/>
              <p:nvPr/>
            </p:nvSpPr>
            <p:spPr>
              <a:xfrm>
                <a:off x="14611056" y="638175"/>
                <a:ext cx="50120" cy="240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7">
                    <a:moveTo>
                      <a:pt x="0" y="0"/>
                    </a:moveTo>
                    <a:lnTo>
                      <a:pt x="2875" y="823"/>
                    </a:lnTo>
                    <a:lnTo>
                      <a:pt x="5262" y="2527"/>
                    </a:lnTo>
                    <a:lnTo>
                      <a:pt x="2387" y="1603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14" name="Surface mesh patch"/>
              <p:cNvSpPr/>
              <p:nvPr/>
            </p:nvSpPr>
            <p:spPr>
              <a:xfrm>
                <a:off x="14661176" y="662245"/>
                <a:ext cx="50120" cy="109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57">
                    <a:moveTo>
                      <a:pt x="0" y="0"/>
                    </a:moveTo>
                    <a:lnTo>
                      <a:pt x="2875" y="7782"/>
                    </a:lnTo>
                    <a:lnTo>
                      <a:pt x="5262" y="11457"/>
                    </a:lnTo>
                    <a:lnTo>
                      <a:pt x="2387" y="4003"/>
                    </a:lnTo>
                    <a:close/>
                  </a:path>
                </a:pathLst>
              </a:custGeom>
              <a:solidFill>
                <a:srgbClr val="c82531"/>
              </a:solidFill>
              <a:ln w="3334" cap="flat" cmpd="sng" algn="ctr">
                <a:solidFill>
                  <a:srgbClr val="c8253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15" name="Surface mesh patch"/>
              <p:cNvSpPr/>
              <p:nvPr/>
            </p:nvSpPr>
            <p:spPr>
              <a:xfrm>
                <a:off x="14711296" y="771374"/>
                <a:ext cx="50120" cy="1613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42">
                    <a:moveTo>
                      <a:pt x="0" y="0"/>
                    </a:moveTo>
                    <a:lnTo>
                      <a:pt x="2875" y="12498"/>
                    </a:lnTo>
                    <a:lnTo>
                      <a:pt x="5262" y="16942"/>
                    </a:lnTo>
                    <a:lnTo>
                      <a:pt x="2387" y="5410"/>
                    </a:lnTo>
                    <a:close/>
                  </a:path>
                </a:pathLst>
              </a:custGeom>
              <a:solidFill>
                <a:srgbClr val="e3635a"/>
              </a:solidFill>
              <a:ln w="3334" cap="flat" cmpd="sng" algn="ctr">
                <a:solidFill>
                  <a:srgbClr val="e3635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16" name="Surface mesh patch"/>
              <p:cNvSpPr/>
              <p:nvPr/>
            </p:nvSpPr>
            <p:spPr>
              <a:xfrm>
                <a:off x="14761415" y="932748"/>
                <a:ext cx="50120" cy="169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4">
                    <a:moveTo>
                      <a:pt x="0" y="0"/>
                    </a:moveTo>
                    <a:lnTo>
                      <a:pt x="2875" y="13852"/>
                    </a:lnTo>
                    <a:lnTo>
                      <a:pt x="5262" y="17834"/>
                    </a:lnTo>
                    <a:lnTo>
                      <a:pt x="2387" y="5469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17" name="Surface mesh patch"/>
              <p:cNvSpPr/>
              <p:nvPr/>
            </p:nvSpPr>
            <p:spPr>
              <a:xfrm>
                <a:off x="14811535" y="1102618"/>
                <a:ext cx="50120" cy="1423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47">
                    <a:moveTo>
                      <a:pt x="0" y="0"/>
                    </a:moveTo>
                    <a:lnTo>
                      <a:pt x="2875" y="12233"/>
                    </a:lnTo>
                    <a:lnTo>
                      <a:pt x="5262" y="14947"/>
                    </a:lnTo>
                    <a:lnTo>
                      <a:pt x="2387" y="4383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18" name="Surface mesh patch"/>
              <p:cNvSpPr/>
              <p:nvPr/>
            </p:nvSpPr>
            <p:spPr>
              <a:xfrm>
                <a:off x="14861655" y="1244993"/>
                <a:ext cx="50120" cy="973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22">
                    <a:moveTo>
                      <a:pt x="0" y="0"/>
                    </a:moveTo>
                    <a:lnTo>
                      <a:pt x="2875" y="8999"/>
                    </a:lnTo>
                    <a:lnTo>
                      <a:pt x="5262" y="10222"/>
                    </a:lnTo>
                    <a:lnTo>
                      <a:pt x="2387" y="2716"/>
                    </a:lnTo>
                    <a:close/>
                  </a:path>
                </a:pathLst>
              </a:custGeom>
              <a:solidFill>
                <a:srgbClr val="e7dcd9"/>
              </a:solidFill>
              <a:ln w="3334" cap="flat" cmpd="sng" algn="ctr">
                <a:solidFill>
                  <a:srgbClr val="e7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19" name="Surface mesh patch"/>
              <p:cNvSpPr/>
              <p:nvPr/>
            </p:nvSpPr>
            <p:spPr>
              <a:xfrm>
                <a:off x="14911774" y="1342353"/>
                <a:ext cx="50120" cy="532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3">
                    <a:moveTo>
                      <a:pt x="0" y="0"/>
                    </a:moveTo>
                    <a:lnTo>
                      <a:pt x="2875" y="5593"/>
                    </a:lnTo>
                    <a:lnTo>
                      <a:pt x="5262" y="5542"/>
                    </a:lnTo>
                    <a:lnTo>
                      <a:pt x="2387" y="1055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0" name="Surface mesh patch"/>
              <p:cNvSpPr/>
              <p:nvPr/>
            </p:nvSpPr>
            <p:spPr>
              <a:xfrm>
                <a:off x="14961894" y="1392964"/>
                <a:ext cx="50120" cy="300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5">
                    <a:moveTo>
                      <a:pt x="0" y="229"/>
                    </a:moveTo>
                    <a:lnTo>
                      <a:pt x="2875" y="3155"/>
                    </a:lnTo>
                    <a:lnTo>
                      <a:pt x="5262" y="22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1" name="Surface mesh patch"/>
              <p:cNvSpPr/>
              <p:nvPr/>
            </p:nvSpPr>
            <p:spPr>
              <a:xfrm>
                <a:off x="15012013" y="1404558"/>
                <a:ext cx="50120" cy="219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6">
                    <a:moveTo>
                      <a:pt x="0" y="1027"/>
                    </a:moveTo>
                    <a:lnTo>
                      <a:pt x="2875" y="2306"/>
                    </a:lnTo>
                    <a:lnTo>
                      <a:pt x="5262" y="9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2" name="Surface mesh patch"/>
              <p:cNvSpPr/>
              <p:nvPr/>
            </p:nvSpPr>
            <p:spPr>
              <a:xfrm>
                <a:off x="15062133" y="1400195"/>
                <a:ext cx="50120" cy="18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03"/>
                    </a:moveTo>
                    <a:lnTo>
                      <a:pt x="2875" y="1923"/>
                    </a:lnTo>
                    <a:lnTo>
                      <a:pt x="5262" y="4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3" name="Surface mesh patch"/>
              <p:cNvSpPr/>
              <p:nvPr/>
            </p:nvSpPr>
            <p:spPr>
              <a:xfrm>
                <a:off x="15112253" y="1390157"/>
                <a:ext cx="50120" cy="177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1480"/>
                    </a:moveTo>
                    <a:lnTo>
                      <a:pt x="2875" y="1861"/>
                    </a:lnTo>
                    <a:lnTo>
                      <a:pt x="5262" y="4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4" name="Surface mesh patch"/>
              <p:cNvSpPr/>
              <p:nvPr/>
            </p:nvSpPr>
            <p:spPr>
              <a:xfrm>
                <a:off x="15162372" y="1381170"/>
                <a:ext cx="50120" cy="188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2">
                    <a:moveTo>
                      <a:pt x="0" y="1374"/>
                    </a:moveTo>
                    <a:lnTo>
                      <a:pt x="2875" y="1982"/>
                    </a:lnTo>
                    <a:lnTo>
                      <a:pt x="5262" y="7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5" name="Surface mesh patch"/>
              <p:cNvSpPr/>
              <p:nvPr/>
            </p:nvSpPr>
            <p:spPr>
              <a:xfrm>
                <a:off x="15212492" y="1376926"/>
                <a:ext cx="50120" cy="208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1177"/>
                    </a:moveTo>
                    <a:lnTo>
                      <a:pt x="2875" y="2185"/>
                    </a:lnTo>
                    <a:lnTo>
                      <a:pt x="5262" y="11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6" name="Surface mesh patch"/>
              <p:cNvSpPr/>
              <p:nvPr/>
            </p:nvSpPr>
            <p:spPr>
              <a:xfrm>
                <a:off x="13285214" y="1518490"/>
                <a:ext cx="50120" cy="240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4">
                    <a:moveTo>
                      <a:pt x="0" y="564"/>
                    </a:moveTo>
                    <a:lnTo>
                      <a:pt x="2875" y="2524"/>
                    </a:lnTo>
                    <a:lnTo>
                      <a:pt x="5262" y="19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7" name="Surface mesh patch"/>
              <p:cNvSpPr/>
              <p:nvPr/>
            </p:nvSpPr>
            <p:spPr>
              <a:xfrm>
                <a:off x="13335333" y="1531059"/>
                <a:ext cx="50120" cy="22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9">
                    <a:moveTo>
                      <a:pt x="0" y="606"/>
                    </a:moveTo>
                    <a:lnTo>
                      <a:pt x="2875" y="2329"/>
                    </a:lnTo>
                    <a:lnTo>
                      <a:pt x="5262" y="1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8" name="Surface mesh patch"/>
              <p:cNvSpPr/>
              <p:nvPr/>
            </p:nvSpPr>
            <p:spPr>
              <a:xfrm>
                <a:off x="13385453" y="1541398"/>
                <a:ext cx="50120" cy="198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6">
                    <a:moveTo>
                      <a:pt x="0" y="618"/>
                    </a:moveTo>
                    <a:lnTo>
                      <a:pt x="2875" y="2086"/>
                    </a:lnTo>
                    <a:lnTo>
                      <a:pt x="5262" y="14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29" name="Surface mesh patch"/>
              <p:cNvSpPr/>
              <p:nvPr/>
            </p:nvSpPr>
            <p:spPr>
              <a:xfrm>
                <a:off x="13435573" y="1550237"/>
                <a:ext cx="50120" cy="172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8">
                    <a:moveTo>
                      <a:pt x="0" y="564"/>
                    </a:moveTo>
                    <a:lnTo>
                      <a:pt x="2875" y="1808"/>
                    </a:lnTo>
                    <a:lnTo>
                      <a:pt x="5262" y="13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30" name="Surface mesh patch"/>
              <p:cNvSpPr/>
              <p:nvPr/>
            </p:nvSpPr>
            <p:spPr>
              <a:xfrm>
                <a:off x="13485692" y="1558741"/>
                <a:ext cx="50120" cy="14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8">
                    <a:moveTo>
                      <a:pt x="0" y="433"/>
                    </a:moveTo>
                    <a:lnTo>
                      <a:pt x="2875" y="1498"/>
                    </a:lnTo>
                    <a:lnTo>
                      <a:pt x="5262" y="12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31" name="Surface mesh patch"/>
              <p:cNvSpPr/>
              <p:nvPr/>
            </p:nvSpPr>
            <p:spPr>
              <a:xfrm>
                <a:off x="13535812" y="1567837"/>
                <a:ext cx="50120" cy="110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3">
                    <a:moveTo>
                      <a:pt x="0" y="247"/>
                    </a:moveTo>
                    <a:lnTo>
                      <a:pt x="2875" y="1163"/>
                    </a:lnTo>
                    <a:lnTo>
                      <a:pt x="5262" y="10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32" name="Surface mesh patch"/>
              <p:cNvSpPr/>
              <p:nvPr/>
            </p:nvSpPr>
            <p:spPr>
              <a:xfrm>
                <a:off x="13585932" y="1577615"/>
                <a:ext cx="50120" cy="8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4">
                    <a:moveTo>
                      <a:pt x="0" y="59"/>
                    </a:moveTo>
                    <a:lnTo>
                      <a:pt x="2875" y="823"/>
                    </a:lnTo>
                    <a:lnTo>
                      <a:pt x="5262" y="9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33" name="Surface mesh patch"/>
              <p:cNvSpPr/>
              <p:nvPr/>
            </p:nvSpPr>
            <p:spPr>
              <a:xfrm>
                <a:off x="13636051" y="1586508"/>
                <a:ext cx="50120" cy="75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2">
                    <a:moveTo>
                      <a:pt x="0" y="0"/>
                    </a:moveTo>
                    <a:lnTo>
                      <a:pt x="2875" y="592"/>
                    </a:lnTo>
                    <a:lnTo>
                      <a:pt x="5262" y="792"/>
                    </a:lnTo>
                    <a:lnTo>
                      <a:pt x="2387" y="65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34" name="Surface mesh patch"/>
              <p:cNvSpPr/>
              <p:nvPr/>
            </p:nvSpPr>
            <p:spPr>
              <a:xfrm>
                <a:off x="13686171" y="1594054"/>
                <a:ext cx="50120" cy="5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">
                    <a:moveTo>
                      <a:pt x="0" y="0"/>
                    </a:moveTo>
                    <a:lnTo>
                      <a:pt x="2875" y="415"/>
                    </a:lnTo>
                    <a:lnTo>
                      <a:pt x="5262" y="561"/>
                    </a:lnTo>
                    <a:lnTo>
                      <a:pt x="2387" y="7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35" name="Surface mesh patch"/>
              <p:cNvSpPr/>
              <p:nvPr/>
            </p:nvSpPr>
            <p:spPr>
              <a:xfrm>
                <a:off x="13736291" y="1598702"/>
                <a:ext cx="50120" cy="3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">
                    <a:moveTo>
                      <a:pt x="0" y="73"/>
                    </a:moveTo>
                    <a:lnTo>
                      <a:pt x="2875" y="357"/>
                    </a:lnTo>
                    <a:lnTo>
                      <a:pt x="5262" y="2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36" name="Surface mesh patch"/>
              <p:cNvSpPr/>
              <p:nvPr/>
            </p:nvSpPr>
            <p:spPr>
              <a:xfrm>
                <a:off x="13786410" y="1598098"/>
                <a:ext cx="50120" cy="5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3">
                    <a:moveTo>
                      <a:pt x="0" y="355"/>
                    </a:moveTo>
                    <a:lnTo>
                      <a:pt x="2875" y="613"/>
                    </a:lnTo>
                    <a:lnTo>
                      <a:pt x="5262" y="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37" name="Surface mesh patch"/>
              <p:cNvSpPr/>
              <p:nvPr/>
            </p:nvSpPr>
            <p:spPr>
              <a:xfrm>
                <a:off x="13836530" y="1592944"/>
                <a:ext cx="50120" cy="10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6">
                    <a:moveTo>
                      <a:pt x="0" y="739"/>
                    </a:moveTo>
                    <a:lnTo>
                      <a:pt x="2875" y="1106"/>
                    </a:lnTo>
                    <a:lnTo>
                      <a:pt x="5262" y="2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38" name="Surface mesh patch"/>
              <p:cNvSpPr/>
              <p:nvPr/>
            </p:nvSpPr>
            <p:spPr>
              <a:xfrm>
                <a:off x="13886649" y="1584095"/>
                <a:ext cx="50120" cy="167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9">
                    <a:moveTo>
                      <a:pt x="0" y="1172"/>
                    </a:moveTo>
                    <a:lnTo>
                      <a:pt x="2875" y="1759"/>
                    </a:lnTo>
                    <a:lnTo>
                      <a:pt x="5262" y="4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39" name="Surface mesh patch"/>
              <p:cNvSpPr/>
              <p:nvPr/>
            </p:nvSpPr>
            <p:spPr>
              <a:xfrm>
                <a:off x="13936769" y="1572639"/>
                <a:ext cx="50120" cy="232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4">
                    <a:moveTo>
                      <a:pt x="0" y="1606"/>
                    </a:moveTo>
                    <a:lnTo>
                      <a:pt x="2875" y="2444"/>
                    </a:lnTo>
                    <a:lnTo>
                      <a:pt x="5262" y="6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40" name="Surface mesh patch"/>
              <p:cNvSpPr/>
              <p:nvPr/>
            </p:nvSpPr>
            <p:spPr>
              <a:xfrm>
                <a:off x="13986889" y="1559303"/>
                <a:ext cx="50120" cy="287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1">
                    <a:moveTo>
                      <a:pt x="0" y="2004"/>
                    </a:moveTo>
                    <a:lnTo>
                      <a:pt x="2875" y="3021"/>
                    </a:lnTo>
                    <a:lnTo>
                      <a:pt x="5262" y="7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41" name="Surface mesh patch"/>
              <p:cNvSpPr/>
              <p:nvPr/>
            </p:nvSpPr>
            <p:spPr>
              <a:xfrm>
                <a:off x="14037008" y="1544133"/>
                <a:ext cx="50120" cy="32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6">
                    <a:moveTo>
                      <a:pt x="0" y="2340"/>
                    </a:moveTo>
                    <a:lnTo>
                      <a:pt x="2875" y="3376"/>
                    </a:lnTo>
                    <a:lnTo>
                      <a:pt x="5262" y="7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42" name="Surface mesh patch"/>
              <p:cNvSpPr/>
              <p:nvPr/>
            </p:nvSpPr>
            <p:spPr>
              <a:xfrm>
                <a:off x="14087128" y="1526434"/>
                <a:ext cx="50120" cy="327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6">
                    <a:moveTo>
                      <a:pt x="0" y="2608"/>
                    </a:moveTo>
                    <a:lnTo>
                      <a:pt x="2875" y="3436"/>
                    </a:lnTo>
                    <a:lnTo>
                      <a:pt x="5262" y="5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43" name="Surface mesh patch"/>
              <p:cNvSpPr/>
              <p:nvPr/>
            </p:nvSpPr>
            <p:spPr>
              <a:xfrm>
                <a:off x="14137248" y="1504688"/>
                <a:ext cx="50120" cy="30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1">
                    <a:moveTo>
                      <a:pt x="0" y="2822"/>
                    </a:moveTo>
                    <a:lnTo>
                      <a:pt x="2875" y="3151"/>
                    </a:lnTo>
                    <a:lnTo>
                      <a:pt x="5262" y="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44" name="Surface mesh patch"/>
              <p:cNvSpPr/>
              <p:nvPr/>
            </p:nvSpPr>
            <p:spPr>
              <a:xfrm>
                <a:off x="14187367" y="1467002"/>
                <a:ext cx="50120" cy="37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0">
                    <a:moveTo>
                      <a:pt x="0" y="3980"/>
                    </a:moveTo>
                    <a:lnTo>
                      <a:pt x="2875" y="3408"/>
                    </a:lnTo>
                    <a:lnTo>
                      <a:pt x="5262" y="0"/>
                    </a:lnTo>
                    <a:lnTo>
                      <a:pt x="2387" y="951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45" name="Surface mesh patch"/>
              <p:cNvSpPr/>
              <p:nvPr/>
            </p:nvSpPr>
            <p:spPr>
              <a:xfrm>
                <a:off x="14237487" y="1410730"/>
                <a:ext cx="50120" cy="56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08">
                    <a:moveTo>
                      <a:pt x="0" y="5908"/>
                    </a:moveTo>
                    <a:lnTo>
                      <a:pt x="2875" y="3857"/>
                    </a:lnTo>
                    <a:lnTo>
                      <a:pt x="5262" y="0"/>
                    </a:lnTo>
                    <a:lnTo>
                      <a:pt x="2387" y="2597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46" name="Surface mesh patch"/>
              <p:cNvSpPr/>
              <p:nvPr/>
            </p:nvSpPr>
            <p:spPr>
              <a:xfrm>
                <a:off x="14287607" y="1326818"/>
                <a:ext cx="50120" cy="83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10">
                    <a:moveTo>
                      <a:pt x="0" y="8810"/>
                    </a:moveTo>
                    <a:lnTo>
                      <a:pt x="2875" y="4554"/>
                    </a:lnTo>
                    <a:lnTo>
                      <a:pt x="5262" y="0"/>
                    </a:lnTo>
                    <a:lnTo>
                      <a:pt x="2387" y="5057"/>
                    </a:lnTo>
                    <a:close/>
                  </a:path>
                </a:pathLst>
              </a:custGeom>
              <a:solidFill>
                <a:srgbClr val="dee1ec"/>
              </a:solidFill>
              <a:ln w="3334" cap="flat" cmpd="sng" algn="ctr">
                <a:solidFill>
                  <a:srgbClr val="dee1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47" name="Surface mesh patch"/>
              <p:cNvSpPr/>
              <p:nvPr/>
            </p:nvSpPr>
            <p:spPr>
              <a:xfrm>
                <a:off x="14337726" y="1207749"/>
                <a:ext cx="50120" cy="119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01">
                    <a:moveTo>
                      <a:pt x="0" y="12501"/>
                    </a:moveTo>
                    <a:lnTo>
                      <a:pt x="2875" y="5426"/>
                    </a:lnTo>
                    <a:lnTo>
                      <a:pt x="5262" y="0"/>
                    </a:lnTo>
                    <a:lnTo>
                      <a:pt x="2387" y="8129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48" name="Surface mesh patch"/>
              <p:cNvSpPr/>
              <p:nvPr/>
            </p:nvSpPr>
            <p:spPr>
              <a:xfrm>
                <a:off x="14387846" y="1055056"/>
                <a:ext cx="50120" cy="1526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31">
                    <a:moveTo>
                      <a:pt x="0" y="16031"/>
                    </a:moveTo>
                    <a:lnTo>
                      <a:pt x="2875" y="6169"/>
                    </a:lnTo>
                    <a:lnTo>
                      <a:pt x="5262" y="0"/>
                    </a:lnTo>
                    <a:lnTo>
                      <a:pt x="2387" y="11017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49" name="Surface mesh patch"/>
              <p:cNvSpPr/>
              <p:nvPr/>
            </p:nvSpPr>
            <p:spPr>
              <a:xfrm>
                <a:off x="14437966" y="886489"/>
                <a:ext cx="50120" cy="1685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97">
                    <a:moveTo>
                      <a:pt x="0" y="17697"/>
                    </a:moveTo>
                    <a:lnTo>
                      <a:pt x="2875" y="6298"/>
                    </a:lnTo>
                    <a:lnTo>
                      <a:pt x="5262" y="0"/>
                    </a:lnTo>
                    <a:lnTo>
                      <a:pt x="2387" y="12378"/>
                    </a:lnTo>
                    <a:close/>
                  </a:path>
                </a:pathLst>
              </a:custGeom>
              <a:solidFill>
                <a:srgbClr val="f89077"/>
              </a:solidFill>
              <a:ln w="3334" cap="flat" cmpd="sng" algn="ctr">
                <a:solidFill>
                  <a:srgbClr val="f8907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50" name="Surface mesh patch"/>
              <p:cNvSpPr/>
              <p:nvPr/>
            </p:nvSpPr>
            <p:spPr>
              <a:xfrm>
                <a:off x="14488085" y="736675"/>
                <a:ext cx="50120" cy="149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29">
                    <a:moveTo>
                      <a:pt x="0" y="15729"/>
                    </a:moveTo>
                    <a:lnTo>
                      <a:pt x="2875" y="5392"/>
                    </a:lnTo>
                    <a:lnTo>
                      <a:pt x="5262" y="0"/>
                    </a:lnTo>
                    <a:lnTo>
                      <a:pt x="2387" y="10892"/>
                    </a:lnTo>
                    <a:close/>
                  </a:path>
                </a:pathLst>
              </a:custGeom>
              <a:solidFill>
                <a:srgbClr val="d84849"/>
              </a:solidFill>
              <a:ln w="3334" cap="flat" cmpd="sng" algn="ctr">
                <a:solidFill>
                  <a:srgbClr val="d8484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51" name="Surface mesh patch"/>
              <p:cNvSpPr/>
              <p:nvPr/>
            </p:nvSpPr>
            <p:spPr>
              <a:xfrm>
                <a:off x="14538205" y="646749"/>
                <a:ext cx="50120" cy="89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1">
                    <a:moveTo>
                      <a:pt x="0" y="9441"/>
                    </a:moveTo>
                    <a:lnTo>
                      <a:pt x="2875" y="3404"/>
                    </a:lnTo>
                    <a:lnTo>
                      <a:pt x="5262" y="0"/>
                    </a:lnTo>
                    <a:lnTo>
                      <a:pt x="2387" y="6139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52" name="Surface mesh patch"/>
              <p:cNvSpPr/>
              <p:nvPr/>
            </p:nvSpPr>
            <p:spPr>
              <a:xfrm>
                <a:off x="14588324" y="638175"/>
                <a:ext cx="50120" cy="15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">
                    <a:moveTo>
                      <a:pt x="0" y="900"/>
                    </a:moveTo>
                    <a:lnTo>
                      <a:pt x="2875" y="1637"/>
                    </a:lnTo>
                    <a:lnTo>
                      <a:pt x="5262" y="8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53" name="Surface mesh patch"/>
              <p:cNvSpPr/>
              <p:nvPr/>
            </p:nvSpPr>
            <p:spPr>
              <a:xfrm>
                <a:off x="14638444" y="646011"/>
                <a:ext cx="50120" cy="90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6">
                    <a:moveTo>
                      <a:pt x="0" y="0"/>
                    </a:moveTo>
                    <a:lnTo>
                      <a:pt x="2875" y="7928"/>
                    </a:lnTo>
                    <a:lnTo>
                      <a:pt x="5262" y="9486"/>
                    </a:lnTo>
                    <a:lnTo>
                      <a:pt x="2387" y="1704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54" name="Surface mesh patch"/>
              <p:cNvSpPr/>
              <p:nvPr/>
            </p:nvSpPr>
            <p:spPr>
              <a:xfrm>
                <a:off x="14688564" y="736369"/>
                <a:ext cx="50120" cy="1540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73">
                    <a:moveTo>
                      <a:pt x="0" y="0"/>
                    </a:moveTo>
                    <a:lnTo>
                      <a:pt x="2875" y="13183"/>
                    </a:lnTo>
                    <a:lnTo>
                      <a:pt x="5262" y="16173"/>
                    </a:lnTo>
                    <a:lnTo>
                      <a:pt x="2387" y="3675"/>
                    </a:lnTo>
                    <a:close/>
                  </a:path>
                </a:pathLst>
              </a:custGeom>
              <a:solidFill>
                <a:srgbClr val="d94c4b"/>
              </a:solidFill>
              <a:ln w="3334" cap="flat" cmpd="sng" algn="ctr">
                <a:solidFill>
                  <a:srgbClr val="d94c4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55" name="Surface mesh patch"/>
              <p:cNvSpPr/>
              <p:nvPr/>
            </p:nvSpPr>
            <p:spPr>
              <a:xfrm>
                <a:off x="14738683" y="890413"/>
                <a:ext cx="50120" cy="174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97">
                    <a:moveTo>
                      <a:pt x="0" y="0"/>
                    </a:moveTo>
                    <a:lnTo>
                      <a:pt x="2875" y="15090"/>
                    </a:lnTo>
                    <a:lnTo>
                      <a:pt x="5262" y="18297"/>
                    </a:lnTo>
                    <a:lnTo>
                      <a:pt x="2387" y="4445"/>
                    </a:lnTo>
                    <a:close/>
                  </a:path>
                </a:pathLst>
              </a:custGeom>
              <a:solidFill>
                <a:srgbClr val="fa967b"/>
              </a:solidFill>
              <a:ln w="3334" cap="flat" cmpd="sng" algn="ctr">
                <a:solidFill>
                  <a:srgbClr val="fa967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56" name="Surface mesh patch"/>
              <p:cNvSpPr/>
              <p:nvPr/>
            </p:nvSpPr>
            <p:spPr>
              <a:xfrm>
                <a:off x="14788803" y="1064691"/>
                <a:ext cx="50120" cy="154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15">
                    <a:moveTo>
                      <a:pt x="0" y="0"/>
                    </a:moveTo>
                    <a:lnTo>
                      <a:pt x="2875" y="13761"/>
                    </a:lnTo>
                    <a:lnTo>
                      <a:pt x="5262" y="16215"/>
                    </a:lnTo>
                    <a:lnTo>
                      <a:pt x="2387" y="3982"/>
                    </a:lnTo>
                    <a:close/>
                  </a:path>
                </a:pathLst>
              </a:custGeom>
              <a:solidFill>
                <a:srgbClr val="fbbfa3"/>
              </a:solidFill>
              <a:ln w="3334" cap="flat" cmpd="sng" algn="ctr">
                <a:solidFill>
                  <a:srgbClr val="fbbf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57" name="Surface mesh patch"/>
              <p:cNvSpPr/>
              <p:nvPr/>
            </p:nvSpPr>
            <p:spPr>
              <a:xfrm>
                <a:off x="14838923" y="1219136"/>
                <a:ext cx="50120" cy="111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14">
                    <a:moveTo>
                      <a:pt x="0" y="0"/>
                    </a:moveTo>
                    <a:lnTo>
                      <a:pt x="2875" y="10468"/>
                    </a:lnTo>
                    <a:lnTo>
                      <a:pt x="5262" y="11714"/>
                    </a:lnTo>
                    <a:lnTo>
                      <a:pt x="2387" y="2715"/>
                    </a:lnTo>
                    <a:close/>
                  </a:path>
                </a:pathLst>
              </a:custGeom>
              <a:solidFill>
                <a:srgbClr val="eed9cd"/>
              </a:solidFill>
              <a:ln w="3334" cap="flat" cmpd="sng" algn="ctr">
                <a:solidFill>
                  <a:srgbClr val="eed9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58" name="Surface mesh patch"/>
              <p:cNvSpPr/>
              <p:nvPr/>
            </p:nvSpPr>
            <p:spPr>
              <a:xfrm>
                <a:off x="14889042" y="1330707"/>
                <a:ext cx="50120" cy="64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5">
                    <a:moveTo>
                      <a:pt x="0" y="0"/>
                    </a:moveTo>
                    <a:lnTo>
                      <a:pt x="2875" y="6749"/>
                    </a:lnTo>
                    <a:lnTo>
                      <a:pt x="5262" y="6815"/>
                    </a:lnTo>
                    <a:lnTo>
                      <a:pt x="2387" y="1223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59" name="Surface mesh patch"/>
              <p:cNvSpPr/>
              <p:nvPr/>
            </p:nvSpPr>
            <p:spPr>
              <a:xfrm>
                <a:off x="14939162" y="1395140"/>
                <a:ext cx="50120" cy="355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35">
                    <a:moveTo>
                      <a:pt x="0" y="51"/>
                    </a:moveTo>
                    <a:lnTo>
                      <a:pt x="2875" y="3735"/>
                    </a:lnTo>
                    <a:lnTo>
                      <a:pt x="5262" y="29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60" name="Surface mesh patch"/>
              <p:cNvSpPr/>
              <p:nvPr/>
            </p:nvSpPr>
            <p:spPr>
              <a:xfrm>
                <a:off x="14989282" y="1414341"/>
                <a:ext cx="50120" cy="246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91">
                    <a:moveTo>
                      <a:pt x="0" y="911"/>
                    </a:moveTo>
                    <a:lnTo>
                      <a:pt x="2875" y="2591"/>
                    </a:lnTo>
                    <a:lnTo>
                      <a:pt x="5262" y="12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61" name="Surface mesh patch"/>
              <p:cNvSpPr/>
              <p:nvPr/>
            </p:nvSpPr>
            <p:spPr>
              <a:xfrm>
                <a:off x="15039401" y="1413561"/>
                <a:ext cx="50120" cy="19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4">
                    <a:moveTo>
                      <a:pt x="0" y="1361"/>
                    </a:moveTo>
                    <a:lnTo>
                      <a:pt x="2875" y="2024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62" name="Surface mesh patch"/>
              <p:cNvSpPr/>
              <p:nvPr/>
            </p:nvSpPr>
            <p:spPr>
              <a:xfrm>
                <a:off x="15089521" y="1404254"/>
                <a:ext cx="50120" cy="17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">
                    <a:moveTo>
                      <a:pt x="0" y="1497"/>
                    </a:moveTo>
                    <a:lnTo>
                      <a:pt x="2875" y="1858"/>
                    </a:lnTo>
                    <a:lnTo>
                      <a:pt x="5262" y="3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63" name="Surface mesh patch"/>
              <p:cNvSpPr/>
              <p:nvPr/>
            </p:nvSpPr>
            <p:spPr>
              <a:xfrm>
                <a:off x="15139641" y="1394261"/>
                <a:ext cx="50120" cy="183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8">
                    <a:moveTo>
                      <a:pt x="0" y="1430"/>
                    </a:moveTo>
                    <a:lnTo>
                      <a:pt x="2875" y="1928"/>
                    </a:lnTo>
                    <a:lnTo>
                      <a:pt x="5262" y="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64" name="Surface mesh patch"/>
              <p:cNvSpPr/>
              <p:nvPr/>
            </p:nvSpPr>
            <p:spPr>
              <a:xfrm>
                <a:off x="15189760" y="1388138"/>
                <a:ext cx="50120" cy="20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3">
                    <a:moveTo>
                      <a:pt x="0" y="1250"/>
                    </a:moveTo>
                    <a:lnTo>
                      <a:pt x="2875" y="2113"/>
                    </a:lnTo>
                    <a:lnTo>
                      <a:pt x="5262" y="10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65" name="Surface mesh patch"/>
              <p:cNvSpPr/>
              <p:nvPr/>
            </p:nvSpPr>
            <p:spPr>
              <a:xfrm>
                <a:off x="15239880" y="1387936"/>
                <a:ext cx="50120" cy="22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0">
                    <a:moveTo>
                      <a:pt x="0" y="1030"/>
                    </a:moveTo>
                    <a:lnTo>
                      <a:pt x="2875" y="2330"/>
                    </a:lnTo>
                    <a:lnTo>
                      <a:pt x="5262" y="14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66" name="Surface mesh patch"/>
              <p:cNvSpPr/>
              <p:nvPr/>
            </p:nvSpPr>
            <p:spPr>
              <a:xfrm>
                <a:off x="13262482" y="1523865"/>
                <a:ext cx="50120" cy="243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51">
                    <a:moveTo>
                      <a:pt x="0" y="554"/>
                    </a:moveTo>
                    <a:lnTo>
                      <a:pt x="2875" y="2551"/>
                    </a:lnTo>
                    <a:lnTo>
                      <a:pt x="5262" y="19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67" name="Surface mesh patch"/>
              <p:cNvSpPr/>
              <p:nvPr/>
            </p:nvSpPr>
            <p:spPr>
              <a:xfrm>
                <a:off x="13312602" y="1536835"/>
                <a:ext cx="50120" cy="22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6">
                    <a:moveTo>
                      <a:pt x="0" y="598"/>
                    </a:moveTo>
                    <a:lnTo>
                      <a:pt x="2875" y="2356"/>
                    </a:lnTo>
                    <a:lnTo>
                      <a:pt x="5262" y="17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68" name="Surface mesh patch"/>
              <p:cNvSpPr/>
              <p:nvPr/>
            </p:nvSpPr>
            <p:spPr>
              <a:xfrm>
                <a:off x="13362721" y="1547285"/>
                <a:ext cx="50120" cy="199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9">
                    <a:moveTo>
                      <a:pt x="0" y="625"/>
                    </a:moveTo>
                    <a:lnTo>
                      <a:pt x="2875" y="2099"/>
                    </a:lnTo>
                    <a:lnTo>
                      <a:pt x="5262" y="14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69" name="Surface mesh patch"/>
              <p:cNvSpPr/>
              <p:nvPr/>
            </p:nvSpPr>
            <p:spPr>
              <a:xfrm>
                <a:off x="13412841" y="1555608"/>
                <a:ext cx="50120" cy="17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2">
                    <a:moveTo>
                      <a:pt x="0" y="594"/>
                    </a:moveTo>
                    <a:lnTo>
                      <a:pt x="2875" y="1792"/>
                    </a:lnTo>
                    <a:lnTo>
                      <a:pt x="5262" y="12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70" name="Surface mesh patch"/>
              <p:cNvSpPr/>
              <p:nvPr/>
            </p:nvSpPr>
            <p:spPr>
              <a:xfrm>
                <a:off x="13462960" y="1562865"/>
                <a:ext cx="50120" cy="137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45">
                    <a:moveTo>
                      <a:pt x="0" y="482"/>
                    </a:moveTo>
                    <a:lnTo>
                      <a:pt x="2875" y="1445"/>
                    </a:lnTo>
                    <a:lnTo>
                      <a:pt x="5262" y="10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71" name="Surface mesh patch"/>
              <p:cNvSpPr/>
              <p:nvPr/>
            </p:nvSpPr>
            <p:spPr>
              <a:xfrm>
                <a:off x="13513080" y="1570192"/>
                <a:ext cx="50120" cy="101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9">
                    <a:moveTo>
                      <a:pt x="0" y="296"/>
                    </a:moveTo>
                    <a:lnTo>
                      <a:pt x="2875" y="1069"/>
                    </a:lnTo>
                    <a:lnTo>
                      <a:pt x="5262" y="9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72" name="Surface mesh patch"/>
              <p:cNvSpPr/>
              <p:nvPr/>
            </p:nvSpPr>
            <p:spPr>
              <a:xfrm>
                <a:off x="13563200" y="1578179"/>
                <a:ext cx="50120" cy="7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">
                    <a:moveTo>
                      <a:pt x="0" y="77"/>
                    </a:moveTo>
                    <a:lnTo>
                      <a:pt x="2875" y="688"/>
                    </a:lnTo>
                    <a:lnTo>
                      <a:pt x="5262" y="7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73" name="Surface mesh patch"/>
              <p:cNvSpPr/>
              <p:nvPr/>
            </p:nvSpPr>
            <p:spPr>
              <a:xfrm>
                <a:off x="13613319" y="1585457"/>
                <a:ext cx="50120" cy="66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">
                    <a:moveTo>
                      <a:pt x="0" y="0"/>
                    </a:moveTo>
                    <a:lnTo>
                      <a:pt x="2875" y="460"/>
                    </a:lnTo>
                    <a:lnTo>
                      <a:pt x="5262" y="702"/>
                    </a:lnTo>
                    <a:lnTo>
                      <a:pt x="2387" y="11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74" name="Surface mesh patch"/>
              <p:cNvSpPr/>
              <p:nvPr/>
            </p:nvSpPr>
            <p:spPr>
              <a:xfrm>
                <a:off x="13663439" y="1592144"/>
                <a:ext cx="50120" cy="5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5">
                    <a:moveTo>
                      <a:pt x="0" y="0"/>
                    </a:moveTo>
                    <a:lnTo>
                      <a:pt x="2875" y="333"/>
                    </a:lnTo>
                    <a:lnTo>
                      <a:pt x="5262" y="615"/>
                    </a:lnTo>
                    <a:lnTo>
                      <a:pt x="2387" y="20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75" name="Surface mesh patch"/>
              <p:cNvSpPr/>
              <p:nvPr/>
            </p:nvSpPr>
            <p:spPr>
              <a:xfrm>
                <a:off x="13713559" y="1598003"/>
                <a:ext cx="50120" cy="4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0">
                    <a:moveTo>
                      <a:pt x="0" y="0"/>
                    </a:moveTo>
                    <a:lnTo>
                      <a:pt x="2875" y="269"/>
                    </a:lnTo>
                    <a:lnTo>
                      <a:pt x="5262" y="430"/>
                    </a:lnTo>
                    <a:lnTo>
                      <a:pt x="2387" y="147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76" name="Surface mesh patch"/>
              <p:cNvSpPr/>
              <p:nvPr/>
            </p:nvSpPr>
            <p:spPr>
              <a:xfrm>
                <a:off x="13763678" y="1601483"/>
                <a:ext cx="50120" cy="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">
                    <a:moveTo>
                      <a:pt x="0" y="65"/>
                    </a:moveTo>
                    <a:lnTo>
                      <a:pt x="2875" y="383"/>
                    </a:lnTo>
                    <a:lnTo>
                      <a:pt x="5262" y="2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77" name="Surface mesh patch"/>
              <p:cNvSpPr/>
              <p:nvPr/>
            </p:nvSpPr>
            <p:spPr>
              <a:xfrm>
                <a:off x="13813798" y="1599979"/>
                <a:ext cx="50120" cy="87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1">
                    <a:moveTo>
                      <a:pt x="0" y="416"/>
                    </a:moveTo>
                    <a:lnTo>
                      <a:pt x="2875" y="921"/>
                    </a:lnTo>
                    <a:lnTo>
                      <a:pt x="5262" y="3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78" name="Surface mesh patch"/>
              <p:cNvSpPr/>
              <p:nvPr/>
            </p:nvSpPr>
            <p:spPr>
              <a:xfrm>
                <a:off x="13863918" y="1595256"/>
                <a:ext cx="50120" cy="15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5">
                    <a:moveTo>
                      <a:pt x="0" y="864"/>
                    </a:moveTo>
                    <a:lnTo>
                      <a:pt x="2875" y="1665"/>
                    </a:lnTo>
                    <a:lnTo>
                      <a:pt x="5262" y="5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79" name="Surface mesh patch"/>
              <p:cNvSpPr/>
              <p:nvPr/>
            </p:nvSpPr>
            <p:spPr>
              <a:xfrm>
                <a:off x="13914037" y="1587936"/>
                <a:ext cx="50120" cy="23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1">
                    <a:moveTo>
                      <a:pt x="0" y="1356"/>
                    </a:moveTo>
                    <a:lnTo>
                      <a:pt x="2875" y="2481"/>
                    </a:lnTo>
                    <a:lnTo>
                      <a:pt x="5262" y="8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80" name="Surface mesh patch"/>
              <p:cNvSpPr/>
              <p:nvPr/>
            </p:nvSpPr>
            <p:spPr>
              <a:xfrm>
                <a:off x="13964157" y="1578387"/>
                <a:ext cx="50120" cy="305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05">
                    <a:moveTo>
                      <a:pt x="0" y="1841"/>
                    </a:moveTo>
                    <a:lnTo>
                      <a:pt x="2875" y="3205"/>
                    </a:lnTo>
                    <a:lnTo>
                      <a:pt x="5262" y="10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81" name="Surface mesh patch"/>
              <p:cNvSpPr/>
              <p:nvPr/>
            </p:nvSpPr>
            <p:spPr>
              <a:xfrm>
                <a:off x="14014277" y="1566424"/>
                <a:ext cx="50120" cy="351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4">
                    <a:moveTo>
                      <a:pt x="0" y="2274"/>
                    </a:moveTo>
                    <a:lnTo>
                      <a:pt x="2875" y="3694"/>
                    </a:lnTo>
                    <a:lnTo>
                      <a:pt x="5262" y="10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82" name="Surface mesh patch"/>
              <p:cNvSpPr/>
              <p:nvPr/>
            </p:nvSpPr>
            <p:spPr>
              <a:xfrm>
                <a:off x="14064396" y="1551277"/>
                <a:ext cx="50120" cy="36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53">
                    <a:moveTo>
                      <a:pt x="0" y="2626"/>
                    </a:moveTo>
                    <a:lnTo>
                      <a:pt x="2875" y="3853"/>
                    </a:lnTo>
                    <a:lnTo>
                      <a:pt x="5262" y="8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83" name="Surface mesh patch"/>
              <p:cNvSpPr/>
              <p:nvPr/>
            </p:nvSpPr>
            <p:spPr>
              <a:xfrm>
                <a:off x="14114516" y="1531566"/>
                <a:ext cx="50120" cy="3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897"/>
                    </a:moveTo>
                    <a:lnTo>
                      <a:pt x="2875" y="3638"/>
                    </a:lnTo>
                    <a:lnTo>
                      <a:pt x="5262" y="3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84" name="Surface mesh patch"/>
              <p:cNvSpPr/>
              <p:nvPr/>
            </p:nvSpPr>
            <p:spPr>
              <a:xfrm>
                <a:off x="14164635" y="1499462"/>
                <a:ext cx="50120" cy="352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00">
                    <a:moveTo>
                      <a:pt x="0" y="3700"/>
                    </a:moveTo>
                    <a:lnTo>
                      <a:pt x="2875" y="3593"/>
                    </a:lnTo>
                    <a:lnTo>
                      <a:pt x="5262" y="0"/>
                    </a:lnTo>
                    <a:lnTo>
                      <a:pt x="2387" y="572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85" name="Surface mesh patch"/>
              <p:cNvSpPr/>
              <p:nvPr/>
            </p:nvSpPr>
            <p:spPr>
              <a:xfrm>
                <a:off x="14214755" y="1447469"/>
                <a:ext cx="50120" cy="519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9">
                    <a:moveTo>
                      <a:pt x="0" y="5459"/>
                    </a:moveTo>
                    <a:lnTo>
                      <a:pt x="2875" y="4014"/>
                    </a:lnTo>
                    <a:lnTo>
                      <a:pt x="5262" y="0"/>
                    </a:lnTo>
                    <a:lnTo>
                      <a:pt x="2387" y="2051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86" name="Surface mesh patch"/>
              <p:cNvSpPr/>
              <p:nvPr/>
            </p:nvSpPr>
            <p:spPr>
              <a:xfrm>
                <a:off x="14264875" y="1370195"/>
                <a:ext cx="50120" cy="772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13">
                    <a:moveTo>
                      <a:pt x="0" y="8113"/>
                    </a:moveTo>
                    <a:lnTo>
                      <a:pt x="2875" y="4708"/>
                    </a:lnTo>
                    <a:lnTo>
                      <a:pt x="5262" y="0"/>
                    </a:lnTo>
                    <a:lnTo>
                      <a:pt x="2387" y="4256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87" name="Surface mesh patch"/>
              <p:cNvSpPr/>
              <p:nvPr/>
            </p:nvSpPr>
            <p:spPr>
              <a:xfrm>
                <a:off x="14314994" y="1259435"/>
                <a:ext cx="50120" cy="1107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28">
                    <a:moveTo>
                      <a:pt x="0" y="11628"/>
                    </a:moveTo>
                    <a:lnTo>
                      <a:pt x="2875" y="5689"/>
                    </a:lnTo>
                    <a:lnTo>
                      <a:pt x="5262" y="0"/>
                    </a:lnTo>
                    <a:lnTo>
                      <a:pt x="2387" y="7074"/>
                    </a:lnTo>
                    <a:close/>
                  </a:path>
                </a:pathLst>
              </a:custGeom>
              <a:solidFill>
                <a:srgbClr val="ebdad3"/>
              </a:solidFill>
              <a:ln w="3334" cap="flat" cmpd="sng" algn="ctr">
                <a:solidFill>
                  <a:srgbClr val="eb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88" name="Surface mesh patch"/>
              <p:cNvSpPr/>
              <p:nvPr/>
            </p:nvSpPr>
            <p:spPr>
              <a:xfrm>
                <a:off x="14365114" y="1113814"/>
                <a:ext cx="50120" cy="1456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88">
                    <a:moveTo>
                      <a:pt x="0" y="15288"/>
                    </a:moveTo>
                    <a:lnTo>
                      <a:pt x="2875" y="6740"/>
                    </a:lnTo>
                    <a:lnTo>
                      <a:pt x="5262" y="0"/>
                    </a:lnTo>
                    <a:lnTo>
                      <a:pt x="2387" y="9862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89" name="Surface mesh patch"/>
              <p:cNvSpPr/>
              <p:nvPr/>
            </p:nvSpPr>
            <p:spPr>
              <a:xfrm>
                <a:off x="14415234" y="946477"/>
                <a:ext cx="50120" cy="1673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68">
                    <a:moveTo>
                      <a:pt x="0" y="17568"/>
                    </a:moveTo>
                    <a:lnTo>
                      <a:pt x="2875" y="7397"/>
                    </a:lnTo>
                    <a:lnTo>
                      <a:pt x="5262" y="0"/>
                    </a:lnTo>
                    <a:lnTo>
                      <a:pt x="2387" y="11399"/>
                    </a:lnTo>
                    <a:close/>
                  </a:path>
                </a:pathLst>
              </a:custGeom>
              <a:solidFill>
                <a:srgbClr val="fa9e83"/>
              </a:solidFill>
              <a:ln w="3334" cap="flat" cmpd="sng" algn="ctr">
                <a:solidFill>
                  <a:srgbClr val="fa9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90" name="Surface mesh patch"/>
              <p:cNvSpPr/>
              <p:nvPr/>
            </p:nvSpPr>
            <p:spPr>
              <a:xfrm>
                <a:off x="14465353" y="788030"/>
                <a:ext cx="50120" cy="1584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35">
                    <a:moveTo>
                      <a:pt x="0" y="16635"/>
                    </a:moveTo>
                    <a:lnTo>
                      <a:pt x="2875" y="7136"/>
                    </a:lnTo>
                    <a:lnTo>
                      <a:pt x="5262" y="0"/>
                    </a:lnTo>
                    <a:lnTo>
                      <a:pt x="2387" y="10337"/>
                    </a:lnTo>
                    <a:close/>
                  </a:path>
                </a:pathLst>
              </a:custGeom>
              <a:solidFill>
                <a:srgbClr val="e15d56"/>
              </a:solidFill>
              <a:ln w="3334" cap="flat" cmpd="sng" algn="ctr">
                <a:solidFill>
                  <a:srgbClr val="e15d5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91" name="Surface mesh patch"/>
              <p:cNvSpPr/>
              <p:nvPr/>
            </p:nvSpPr>
            <p:spPr>
              <a:xfrm>
                <a:off x="14515473" y="679173"/>
                <a:ext cx="50120" cy="108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29">
                    <a:moveTo>
                      <a:pt x="0" y="11429"/>
                    </a:moveTo>
                    <a:lnTo>
                      <a:pt x="2875" y="5699"/>
                    </a:lnTo>
                    <a:lnTo>
                      <a:pt x="5262" y="0"/>
                    </a:lnTo>
                    <a:lnTo>
                      <a:pt x="2387" y="6037"/>
                    </a:lnTo>
                    <a:close/>
                  </a:path>
                </a:pathLst>
              </a:custGeom>
              <a:solidFill>
                <a:srgbClr val="c6212f"/>
              </a:solidFill>
              <a:ln w="3334" cap="flat" cmpd="sng" algn="ctr">
                <a:solidFill>
                  <a:srgbClr val="c6212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92" name="Surface mesh patch"/>
              <p:cNvSpPr/>
              <p:nvPr/>
            </p:nvSpPr>
            <p:spPr>
              <a:xfrm>
                <a:off x="14565593" y="646749"/>
                <a:ext cx="50120" cy="38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4">
                    <a:moveTo>
                      <a:pt x="0" y="3404"/>
                    </a:moveTo>
                    <a:lnTo>
                      <a:pt x="2875" y="4074"/>
                    </a:lnTo>
                    <a:lnTo>
                      <a:pt x="5262" y="7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93" name="Surface mesh patch"/>
              <p:cNvSpPr/>
              <p:nvPr/>
            </p:nvSpPr>
            <p:spPr>
              <a:xfrm>
                <a:off x="14615712" y="646011"/>
                <a:ext cx="50120" cy="827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3">
                    <a:moveTo>
                      <a:pt x="0" y="815"/>
                    </a:moveTo>
                    <a:lnTo>
                      <a:pt x="2875" y="8693"/>
                    </a:lnTo>
                    <a:lnTo>
                      <a:pt x="5262" y="79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94" name="Surface mesh patch"/>
              <p:cNvSpPr/>
              <p:nvPr/>
            </p:nvSpPr>
            <p:spPr>
              <a:xfrm>
                <a:off x="14665832" y="721525"/>
                <a:ext cx="50120" cy="1404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42">
                    <a:moveTo>
                      <a:pt x="0" y="0"/>
                    </a:moveTo>
                    <a:lnTo>
                      <a:pt x="2875" y="13534"/>
                    </a:lnTo>
                    <a:lnTo>
                      <a:pt x="5262" y="14742"/>
                    </a:lnTo>
                    <a:lnTo>
                      <a:pt x="2387" y="1558"/>
                    </a:lnTo>
                    <a:close/>
                  </a:path>
                </a:pathLst>
              </a:custGeom>
              <a:solidFill>
                <a:srgbClr val="d33d41"/>
              </a:solidFill>
              <a:ln w="3334" cap="flat" cmpd="sng" algn="ctr">
                <a:solidFill>
                  <a:srgbClr val="d33d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95" name="Surface mesh patch"/>
              <p:cNvSpPr/>
              <p:nvPr/>
            </p:nvSpPr>
            <p:spPr>
              <a:xfrm>
                <a:off x="14715952" y="861941"/>
                <a:ext cx="50120" cy="1722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9">
                    <a:moveTo>
                      <a:pt x="0" y="0"/>
                    </a:moveTo>
                    <a:lnTo>
                      <a:pt x="2875" y="15983"/>
                    </a:lnTo>
                    <a:lnTo>
                      <a:pt x="5262" y="18079"/>
                    </a:lnTo>
                    <a:lnTo>
                      <a:pt x="2387" y="2989"/>
                    </a:lnTo>
                    <a:close/>
                  </a:path>
                </a:pathLst>
              </a:custGeom>
              <a:solidFill>
                <a:srgbClr val="f38570"/>
              </a:solidFill>
              <a:ln w="3334" cap="flat" cmpd="sng" algn="ctr">
                <a:solidFill>
                  <a:srgbClr val="f3857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96" name="Surface mesh patch"/>
              <p:cNvSpPr/>
              <p:nvPr/>
            </p:nvSpPr>
            <p:spPr>
              <a:xfrm>
                <a:off x="14766071" y="1034144"/>
                <a:ext cx="50120" cy="1616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68">
                    <a:moveTo>
                      <a:pt x="0" y="0"/>
                    </a:moveTo>
                    <a:lnTo>
                      <a:pt x="2875" y="15042"/>
                    </a:lnTo>
                    <a:lnTo>
                      <a:pt x="5262" y="16968"/>
                    </a:lnTo>
                    <a:lnTo>
                      <a:pt x="2387" y="3207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97" name="Surface mesh patch"/>
              <p:cNvSpPr/>
              <p:nvPr/>
            </p:nvSpPr>
            <p:spPr>
              <a:xfrm>
                <a:off x="14816191" y="1195765"/>
                <a:ext cx="50120" cy="123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22">
                    <a:moveTo>
                      <a:pt x="0" y="0"/>
                    </a:moveTo>
                    <a:lnTo>
                      <a:pt x="2875" y="11822"/>
                    </a:lnTo>
                    <a:lnTo>
                      <a:pt x="5262" y="12922"/>
                    </a:lnTo>
                    <a:lnTo>
                      <a:pt x="2387" y="2454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98" name="Surface mesh patch"/>
              <p:cNvSpPr/>
              <p:nvPr/>
            </p:nvSpPr>
            <p:spPr>
              <a:xfrm>
                <a:off x="14866310" y="1318846"/>
                <a:ext cx="50120" cy="761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95">
                    <a:moveTo>
                      <a:pt x="0" y="0"/>
                    </a:moveTo>
                    <a:lnTo>
                      <a:pt x="2875" y="7895"/>
                    </a:lnTo>
                    <a:lnTo>
                      <a:pt x="5262" y="7995"/>
                    </a:lnTo>
                    <a:lnTo>
                      <a:pt x="2387" y="1245"/>
                    </a:lnTo>
                    <a:close/>
                  </a:path>
                </a:pathLst>
              </a:custGeom>
              <a:solidFill>
                <a:srgbClr val="dee1ea"/>
              </a:solidFill>
              <a:ln w="3334" cap="flat" cmpd="sng" algn="ctr">
                <a:solidFill>
                  <a:srgbClr val="de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99" name="Surface mesh patch"/>
              <p:cNvSpPr/>
              <p:nvPr/>
            </p:nvSpPr>
            <p:spPr>
              <a:xfrm>
                <a:off x="14916430" y="1394996"/>
                <a:ext cx="50120" cy="427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5">
                    <a:moveTo>
                      <a:pt x="0" y="0"/>
                    </a:moveTo>
                    <a:lnTo>
                      <a:pt x="2875" y="4485"/>
                    </a:lnTo>
                    <a:lnTo>
                      <a:pt x="5262" y="3750"/>
                    </a:lnTo>
                    <a:lnTo>
                      <a:pt x="2387" y="66"/>
                    </a:lnTo>
                    <a:close/>
                  </a:path>
                </a:pathLst>
              </a:custGeom>
              <a:solidFill>
                <a:srgbClr val="ceddf5"/>
              </a:solidFill>
              <a:ln w="3334" cap="flat" cmpd="sng" algn="ctr">
                <a:solidFill>
                  <a:srgbClr val="ce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00" name="Surface mesh patch"/>
              <p:cNvSpPr/>
              <p:nvPr/>
            </p:nvSpPr>
            <p:spPr>
              <a:xfrm>
                <a:off x="14966550" y="1423014"/>
                <a:ext cx="50120" cy="280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7">
                    <a:moveTo>
                      <a:pt x="0" y="808"/>
                    </a:moveTo>
                    <a:lnTo>
                      <a:pt x="2875" y="2947"/>
                    </a:lnTo>
                    <a:lnTo>
                      <a:pt x="5262" y="16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01" name="Surface mesh patch"/>
              <p:cNvSpPr/>
              <p:nvPr/>
            </p:nvSpPr>
            <p:spPr>
              <a:xfrm>
                <a:off x="15016669" y="1426520"/>
                <a:ext cx="50120" cy="206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68">
                    <a:moveTo>
                      <a:pt x="0" y="1313"/>
                    </a:moveTo>
                    <a:lnTo>
                      <a:pt x="2875" y="2168"/>
                    </a:lnTo>
                    <a:lnTo>
                      <a:pt x="5262" y="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02" name="Surface mesh patch"/>
              <p:cNvSpPr/>
              <p:nvPr/>
            </p:nvSpPr>
            <p:spPr>
              <a:xfrm>
                <a:off x="15066789" y="1418513"/>
                <a:ext cx="50120" cy="1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9">
                    <a:moveTo>
                      <a:pt x="0" y="1504"/>
                    </a:moveTo>
                    <a:lnTo>
                      <a:pt x="2875" y="1879"/>
                    </a:lnTo>
                    <a:lnTo>
                      <a:pt x="5262" y="3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03" name="Surface mesh patch"/>
              <p:cNvSpPr/>
              <p:nvPr/>
            </p:nvSpPr>
            <p:spPr>
              <a:xfrm>
                <a:off x="15116909" y="1407879"/>
                <a:ext cx="50120" cy="17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5">
                    <a:moveTo>
                      <a:pt x="0" y="1478"/>
                    </a:moveTo>
                    <a:lnTo>
                      <a:pt x="2875" y="1885"/>
                    </a:lnTo>
                    <a:lnTo>
                      <a:pt x="5262" y="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04" name="Surface mesh patch"/>
              <p:cNvSpPr/>
              <p:nvPr/>
            </p:nvSpPr>
            <p:spPr>
              <a:xfrm>
                <a:off x="15167028" y="1400047"/>
                <a:ext cx="50120" cy="194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4">
                    <a:moveTo>
                      <a:pt x="0" y="1321"/>
                    </a:moveTo>
                    <a:lnTo>
                      <a:pt x="2875" y="2044"/>
                    </a:lnTo>
                    <a:lnTo>
                      <a:pt x="5262" y="8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05" name="Surface mesh patch"/>
              <p:cNvSpPr/>
              <p:nvPr/>
            </p:nvSpPr>
            <p:spPr>
              <a:xfrm>
                <a:off x="15217148" y="1397743"/>
                <a:ext cx="50120" cy="215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8">
                    <a:moveTo>
                      <a:pt x="0" y="1105"/>
                    </a:moveTo>
                    <a:lnTo>
                      <a:pt x="2875" y="2258"/>
                    </a:lnTo>
                    <a:lnTo>
                      <a:pt x="5262" y="13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06" name="Surface mesh patch"/>
              <p:cNvSpPr/>
              <p:nvPr/>
            </p:nvSpPr>
            <p:spPr>
              <a:xfrm>
                <a:off x="15267268" y="1401677"/>
                <a:ext cx="50120" cy="234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3">
                    <a:moveTo>
                      <a:pt x="0" y="888"/>
                    </a:moveTo>
                    <a:lnTo>
                      <a:pt x="2875" y="2463"/>
                    </a:lnTo>
                    <a:lnTo>
                      <a:pt x="5262" y="1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07" name="Surface mesh patch"/>
              <p:cNvSpPr/>
              <p:nvPr/>
            </p:nvSpPr>
            <p:spPr>
              <a:xfrm>
                <a:off x="13239750" y="1529145"/>
                <a:ext cx="50120" cy="245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2">
                    <a:moveTo>
                      <a:pt x="0" y="549"/>
                    </a:moveTo>
                    <a:lnTo>
                      <a:pt x="2875" y="2582"/>
                    </a:lnTo>
                    <a:lnTo>
                      <a:pt x="5262" y="19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08" name="Surface mesh patch"/>
              <p:cNvSpPr/>
              <p:nvPr/>
            </p:nvSpPr>
            <p:spPr>
              <a:xfrm>
                <a:off x="13289870" y="1542533"/>
                <a:ext cx="50120" cy="228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592"/>
                    </a:moveTo>
                    <a:lnTo>
                      <a:pt x="2875" y="2398"/>
                    </a:lnTo>
                    <a:lnTo>
                      <a:pt x="5262" y="17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09" name="Surface mesh patch"/>
              <p:cNvSpPr/>
              <p:nvPr/>
            </p:nvSpPr>
            <p:spPr>
              <a:xfrm>
                <a:off x="13339989" y="1553243"/>
                <a:ext cx="50120" cy="203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38">
                    <a:moveTo>
                      <a:pt x="0" y="634"/>
                    </a:moveTo>
                    <a:lnTo>
                      <a:pt x="2875" y="2138"/>
                    </a:lnTo>
                    <a:lnTo>
                      <a:pt x="5262" y="14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0" name="Surface mesh patch"/>
              <p:cNvSpPr/>
              <p:nvPr/>
            </p:nvSpPr>
            <p:spPr>
              <a:xfrm>
                <a:off x="13390109" y="1561269"/>
                <a:ext cx="50120" cy="17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8">
                    <a:moveTo>
                      <a:pt x="0" y="631"/>
                    </a:moveTo>
                    <a:lnTo>
                      <a:pt x="2875" y="1818"/>
                    </a:lnTo>
                    <a:lnTo>
                      <a:pt x="5262" y="1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1" name="Surface mesh patch"/>
              <p:cNvSpPr/>
              <p:nvPr/>
            </p:nvSpPr>
            <p:spPr>
              <a:xfrm>
                <a:off x="13440229" y="1567453"/>
                <a:ext cx="50120" cy="13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0">
                    <a:moveTo>
                      <a:pt x="0" y="548"/>
                    </a:moveTo>
                    <a:lnTo>
                      <a:pt x="2875" y="1450"/>
                    </a:lnTo>
                    <a:lnTo>
                      <a:pt x="5262" y="9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2" name="Surface mesh patch"/>
              <p:cNvSpPr/>
              <p:nvPr/>
            </p:nvSpPr>
            <p:spPr>
              <a:xfrm>
                <a:off x="13490348" y="1573008"/>
                <a:ext cx="50120" cy="99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6">
                    <a:moveTo>
                      <a:pt x="0" y="380"/>
                    </a:moveTo>
                    <a:lnTo>
                      <a:pt x="2875" y="1046"/>
                    </a:lnTo>
                    <a:lnTo>
                      <a:pt x="5262" y="7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3" name="Surface mesh patch"/>
              <p:cNvSpPr/>
              <p:nvPr/>
            </p:nvSpPr>
            <p:spPr>
              <a:xfrm>
                <a:off x="13540468" y="1578913"/>
                <a:ext cx="50120" cy="6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">
                    <a:moveTo>
                      <a:pt x="0" y="154"/>
                    </a:moveTo>
                    <a:lnTo>
                      <a:pt x="2875" y="634"/>
                    </a:lnTo>
                    <a:lnTo>
                      <a:pt x="5262" y="6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4" name="Surface mesh patch"/>
              <p:cNvSpPr/>
              <p:nvPr/>
            </p:nvSpPr>
            <p:spPr>
              <a:xfrm>
                <a:off x="13590588" y="1584729"/>
                <a:ext cx="50120" cy="5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7">
                    <a:moveTo>
                      <a:pt x="0" y="0"/>
                    </a:moveTo>
                    <a:lnTo>
                      <a:pt x="2875" y="338"/>
                    </a:lnTo>
                    <a:lnTo>
                      <a:pt x="5262" y="537"/>
                    </a:lnTo>
                    <a:lnTo>
                      <a:pt x="2387" y="76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5" name="Surface mesh patch"/>
              <p:cNvSpPr/>
              <p:nvPr/>
            </p:nvSpPr>
            <p:spPr>
              <a:xfrm>
                <a:off x="13640707" y="1589842"/>
                <a:ext cx="50120" cy="54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5">
                    <a:moveTo>
                      <a:pt x="0" y="0"/>
                    </a:moveTo>
                    <a:lnTo>
                      <a:pt x="2875" y="248"/>
                    </a:lnTo>
                    <a:lnTo>
                      <a:pt x="5262" y="575"/>
                    </a:lnTo>
                    <a:lnTo>
                      <a:pt x="2387" y="242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6" name="Surface mesh patch"/>
              <p:cNvSpPr/>
              <p:nvPr/>
            </p:nvSpPr>
            <p:spPr>
              <a:xfrm>
                <a:off x="13690827" y="1595319"/>
                <a:ext cx="50120" cy="52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1">
                    <a:moveTo>
                      <a:pt x="0" y="0"/>
                    </a:moveTo>
                    <a:lnTo>
                      <a:pt x="2875" y="243"/>
                    </a:lnTo>
                    <a:lnTo>
                      <a:pt x="5262" y="551"/>
                    </a:lnTo>
                    <a:lnTo>
                      <a:pt x="2387" y="28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7" name="Surface mesh patch"/>
              <p:cNvSpPr/>
              <p:nvPr/>
            </p:nvSpPr>
            <p:spPr>
              <a:xfrm>
                <a:off x="13740946" y="1600569"/>
                <a:ext cx="50120" cy="45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9">
                    <a:moveTo>
                      <a:pt x="0" y="0"/>
                    </a:moveTo>
                    <a:lnTo>
                      <a:pt x="2875" y="364"/>
                    </a:lnTo>
                    <a:lnTo>
                      <a:pt x="5262" y="479"/>
                    </a:lnTo>
                    <a:lnTo>
                      <a:pt x="2387" y="161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8" name="Surface mesh patch"/>
              <p:cNvSpPr/>
              <p:nvPr/>
            </p:nvSpPr>
            <p:spPr>
              <a:xfrm>
                <a:off x="13791066" y="1603940"/>
                <a:ext cx="50120" cy="7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8">
                    <a:moveTo>
                      <a:pt x="0" y="125"/>
                    </a:moveTo>
                    <a:lnTo>
                      <a:pt x="2875" y="758"/>
                    </a:lnTo>
                    <a:lnTo>
                      <a:pt x="5262" y="5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19" name="Surface mesh patch"/>
              <p:cNvSpPr/>
              <p:nvPr/>
            </p:nvSpPr>
            <p:spPr>
              <a:xfrm>
                <a:off x="13841186" y="1603481"/>
                <a:ext cx="50120" cy="149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2">
                    <a:moveTo>
                      <a:pt x="0" y="553"/>
                    </a:moveTo>
                    <a:lnTo>
                      <a:pt x="2875" y="1572"/>
                    </a:lnTo>
                    <a:lnTo>
                      <a:pt x="5262" y="8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0" name="Surface mesh patch"/>
              <p:cNvSpPr/>
              <p:nvPr/>
            </p:nvSpPr>
            <p:spPr>
              <a:xfrm>
                <a:off x="13891305" y="1600850"/>
                <a:ext cx="50120" cy="23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4">
                    <a:moveTo>
                      <a:pt x="0" y="1078"/>
                    </a:moveTo>
                    <a:lnTo>
                      <a:pt x="2875" y="2514"/>
                    </a:lnTo>
                    <a:lnTo>
                      <a:pt x="5262" y="11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1" name="Surface mesh patch"/>
              <p:cNvSpPr/>
              <p:nvPr/>
            </p:nvSpPr>
            <p:spPr>
              <a:xfrm>
                <a:off x="13941425" y="1595918"/>
                <a:ext cx="50120" cy="32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05">
                    <a:moveTo>
                      <a:pt x="0" y="1643"/>
                    </a:moveTo>
                    <a:lnTo>
                      <a:pt x="2875" y="3405"/>
                    </a:lnTo>
                    <a:lnTo>
                      <a:pt x="5262" y="13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2" name="Surface mesh patch"/>
              <p:cNvSpPr/>
              <p:nvPr/>
            </p:nvSpPr>
            <p:spPr>
              <a:xfrm>
                <a:off x="13991545" y="1588080"/>
                <a:ext cx="50120" cy="387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0">
                    <a:moveTo>
                      <a:pt x="0" y="2187"/>
                    </a:moveTo>
                    <a:lnTo>
                      <a:pt x="2875" y="4070"/>
                    </a:lnTo>
                    <a:lnTo>
                      <a:pt x="5262" y="1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3" name="Surface mesh patch"/>
              <p:cNvSpPr/>
              <p:nvPr/>
            </p:nvSpPr>
            <p:spPr>
              <a:xfrm>
                <a:off x="14041664" y="1576293"/>
                <a:ext cx="50120" cy="41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3">
                    <a:moveTo>
                      <a:pt x="0" y="2658"/>
                    </a:moveTo>
                    <a:lnTo>
                      <a:pt x="2875" y="4383"/>
                    </a:lnTo>
                    <a:lnTo>
                      <a:pt x="5262" y="12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4" name="Surface mesh patch"/>
              <p:cNvSpPr/>
              <p:nvPr/>
            </p:nvSpPr>
            <p:spPr>
              <a:xfrm>
                <a:off x="14091784" y="1559164"/>
                <a:ext cx="50120" cy="407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2">
                    <a:moveTo>
                      <a:pt x="0" y="3025"/>
                    </a:moveTo>
                    <a:lnTo>
                      <a:pt x="2875" y="4282"/>
                    </a:lnTo>
                    <a:lnTo>
                      <a:pt x="5262" y="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5" name="Surface mesh patch"/>
              <p:cNvSpPr/>
              <p:nvPr/>
            </p:nvSpPr>
            <p:spPr>
              <a:xfrm>
                <a:off x="14141904" y="1533682"/>
                <a:ext cx="50120" cy="367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1">
                    <a:moveTo>
                      <a:pt x="0" y="3416"/>
                    </a:moveTo>
                    <a:lnTo>
                      <a:pt x="2875" y="3861"/>
                    </a:lnTo>
                    <a:lnTo>
                      <a:pt x="5262" y="0"/>
                    </a:lnTo>
                    <a:lnTo>
                      <a:pt x="2387" y="107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6" name="Surface mesh patch"/>
              <p:cNvSpPr/>
              <p:nvPr/>
            </p:nvSpPr>
            <p:spPr>
              <a:xfrm>
                <a:off x="14192023" y="1485705"/>
                <a:ext cx="50120" cy="479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7">
                    <a:moveTo>
                      <a:pt x="0" y="5037"/>
                    </a:moveTo>
                    <a:lnTo>
                      <a:pt x="2875" y="4252"/>
                    </a:lnTo>
                    <a:lnTo>
                      <a:pt x="5262" y="0"/>
                    </a:lnTo>
                    <a:lnTo>
                      <a:pt x="2387" y="1444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7" name="Surface mesh patch"/>
              <p:cNvSpPr/>
              <p:nvPr/>
            </p:nvSpPr>
            <p:spPr>
              <a:xfrm>
                <a:off x="14242143" y="1415038"/>
                <a:ext cx="50120" cy="70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9">
                    <a:moveTo>
                      <a:pt x="0" y="7419"/>
                    </a:moveTo>
                    <a:lnTo>
                      <a:pt x="2875" y="4887"/>
                    </a:lnTo>
                    <a:lnTo>
                      <a:pt x="5262" y="0"/>
                    </a:lnTo>
                    <a:lnTo>
                      <a:pt x="2387" y="3405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8" name="Surface mesh patch"/>
              <p:cNvSpPr/>
              <p:nvPr/>
            </p:nvSpPr>
            <p:spPr>
              <a:xfrm>
                <a:off x="14292262" y="1313624"/>
                <a:ext cx="50120" cy="1014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47">
                    <a:moveTo>
                      <a:pt x="0" y="10647"/>
                    </a:moveTo>
                    <a:lnTo>
                      <a:pt x="2875" y="5863"/>
                    </a:lnTo>
                    <a:lnTo>
                      <a:pt x="5262" y="0"/>
                    </a:lnTo>
                    <a:lnTo>
                      <a:pt x="2387" y="5939"/>
                    </a:lnTo>
                    <a:close/>
                  </a:path>
                </a:pathLst>
              </a:custGeom>
              <a:solidFill>
                <a:srgbClr val="e3dfe2"/>
              </a:solidFill>
              <a:ln w="3334" cap="flat" cmpd="sng" algn="ctr">
                <a:solidFill>
                  <a:srgbClr val="e3df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9" name="Surface mesh patch"/>
              <p:cNvSpPr/>
              <p:nvPr/>
            </p:nvSpPr>
            <p:spPr>
              <a:xfrm>
                <a:off x="14342382" y="1178009"/>
                <a:ext cx="50120" cy="1356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38">
                    <a:moveTo>
                      <a:pt x="0" y="14238"/>
                    </a:moveTo>
                    <a:lnTo>
                      <a:pt x="2875" y="7070"/>
                    </a:lnTo>
                    <a:lnTo>
                      <a:pt x="5262" y="0"/>
                    </a:lnTo>
                    <a:lnTo>
                      <a:pt x="2387" y="8549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0" name="Surface mesh patch"/>
              <p:cNvSpPr/>
              <p:nvPr/>
            </p:nvSpPr>
            <p:spPr>
              <a:xfrm>
                <a:off x="14392502" y="1016931"/>
                <a:ext cx="50120" cy="1610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11">
                    <a:moveTo>
                      <a:pt x="0" y="16911"/>
                    </a:moveTo>
                    <a:lnTo>
                      <a:pt x="2875" y="8116"/>
                    </a:lnTo>
                    <a:lnTo>
                      <a:pt x="5262" y="0"/>
                    </a:lnTo>
                    <a:lnTo>
                      <a:pt x="2387" y="10171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1" name="Surface mesh patch"/>
              <p:cNvSpPr/>
              <p:nvPr/>
            </p:nvSpPr>
            <p:spPr>
              <a:xfrm>
                <a:off x="14442621" y="856004"/>
                <a:ext cx="50120" cy="1609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95">
                    <a:moveTo>
                      <a:pt x="0" y="16895"/>
                    </a:moveTo>
                    <a:lnTo>
                      <a:pt x="2875" y="8440"/>
                    </a:lnTo>
                    <a:lnTo>
                      <a:pt x="5262" y="0"/>
                    </a:lnTo>
                    <a:lnTo>
                      <a:pt x="2387" y="9499"/>
                    </a:lnTo>
                    <a:close/>
                  </a:path>
                </a:pathLst>
              </a:custGeom>
              <a:solidFill>
                <a:srgbClr val="ed7767"/>
              </a:solidFill>
              <a:ln w="3334" cap="flat" cmpd="sng" algn="ctr">
                <a:solidFill>
                  <a:srgbClr val="ed77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2" name="Surface mesh patch"/>
              <p:cNvSpPr/>
              <p:nvPr/>
            </p:nvSpPr>
            <p:spPr>
              <a:xfrm>
                <a:off x="14492741" y="733452"/>
                <a:ext cx="50120" cy="122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6">
                    <a:moveTo>
                      <a:pt x="0" y="12866"/>
                    </a:moveTo>
                    <a:lnTo>
                      <a:pt x="2875" y="7611"/>
                    </a:lnTo>
                    <a:lnTo>
                      <a:pt x="5262" y="0"/>
                    </a:lnTo>
                    <a:lnTo>
                      <a:pt x="2387" y="5730"/>
                    </a:lnTo>
                    <a:close/>
                  </a:path>
                </a:pathLst>
              </a:custGeom>
              <a:solidFill>
                <a:srgbClr val="d0383e"/>
              </a:solidFill>
              <a:ln w="3334" cap="flat" cmpd="sng" algn="ctr">
                <a:solidFill>
                  <a:srgbClr val="d0383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3" name="Surface mesh patch"/>
              <p:cNvSpPr/>
              <p:nvPr/>
            </p:nvSpPr>
            <p:spPr>
              <a:xfrm>
                <a:off x="14542861" y="679173"/>
                <a:ext cx="50120" cy="601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18">
                    <a:moveTo>
                      <a:pt x="0" y="5699"/>
                    </a:moveTo>
                    <a:lnTo>
                      <a:pt x="2875" y="6318"/>
                    </a:lnTo>
                    <a:lnTo>
                      <a:pt x="5262" y="6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4" name="Surface mesh patch"/>
              <p:cNvSpPr/>
              <p:nvPr/>
            </p:nvSpPr>
            <p:spPr>
              <a:xfrm>
                <a:off x="14592980" y="653772"/>
                <a:ext cx="50120" cy="1044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69">
                    <a:moveTo>
                      <a:pt x="0" y="3337"/>
                    </a:moveTo>
                    <a:lnTo>
                      <a:pt x="2875" y="10969"/>
                    </a:lnTo>
                    <a:lnTo>
                      <a:pt x="5262" y="78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5" name="Surface mesh patch"/>
              <p:cNvSpPr/>
              <p:nvPr/>
            </p:nvSpPr>
            <p:spPr>
              <a:xfrm>
                <a:off x="14643100" y="721525"/>
                <a:ext cx="50120" cy="136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85">
                    <a:moveTo>
                      <a:pt x="0" y="765"/>
                    </a:moveTo>
                    <a:lnTo>
                      <a:pt x="2875" y="14285"/>
                    </a:lnTo>
                    <a:lnTo>
                      <a:pt x="5262" y="135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373d"/>
              </a:solidFill>
              <a:ln w="3334" cap="flat" cmpd="sng" algn="ctr">
                <a:solidFill>
                  <a:srgbClr val="d0373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6" name="Surface mesh patch"/>
              <p:cNvSpPr/>
              <p:nvPr/>
            </p:nvSpPr>
            <p:spPr>
              <a:xfrm>
                <a:off x="14693220" y="850439"/>
                <a:ext cx="50120" cy="1637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91">
                    <a:moveTo>
                      <a:pt x="0" y="0"/>
                    </a:moveTo>
                    <a:lnTo>
                      <a:pt x="2875" y="16462"/>
                    </a:lnTo>
                    <a:lnTo>
                      <a:pt x="5262" y="17191"/>
                    </a:lnTo>
                    <a:lnTo>
                      <a:pt x="2387" y="1208"/>
                    </a:lnTo>
                    <a:close/>
                  </a:path>
                </a:pathLst>
              </a:custGeom>
              <a:solidFill>
                <a:srgbClr val="ed7867"/>
              </a:solidFill>
              <a:ln w="3334" cap="flat" cmpd="sng" algn="ctr">
                <a:solidFill>
                  <a:srgbClr val="ed78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7" name="Surface mesh patch"/>
              <p:cNvSpPr/>
              <p:nvPr/>
            </p:nvSpPr>
            <p:spPr>
              <a:xfrm>
                <a:off x="14743339" y="1014182"/>
                <a:ext cx="50120" cy="1632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37">
                    <a:moveTo>
                      <a:pt x="0" y="0"/>
                    </a:moveTo>
                    <a:lnTo>
                      <a:pt x="2875" y="15978"/>
                    </a:lnTo>
                    <a:lnTo>
                      <a:pt x="5262" y="17137"/>
                    </a:lnTo>
                    <a:lnTo>
                      <a:pt x="2387" y="2096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8" name="Surface mesh patch"/>
              <p:cNvSpPr/>
              <p:nvPr/>
            </p:nvSpPr>
            <p:spPr>
              <a:xfrm>
                <a:off x="14793459" y="1177416"/>
                <a:ext cx="50120" cy="1309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748">
                    <a:moveTo>
                      <a:pt x="0" y="0"/>
                    </a:moveTo>
                    <a:lnTo>
                      <a:pt x="2875" y="12965"/>
                    </a:lnTo>
                    <a:lnTo>
                      <a:pt x="5262" y="13748"/>
                    </a:lnTo>
                    <a:lnTo>
                      <a:pt x="2387" y="1926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9" name="Surface mesh patch"/>
              <p:cNvSpPr/>
              <p:nvPr/>
            </p:nvSpPr>
            <p:spPr>
              <a:xfrm>
                <a:off x="14843579" y="1308366"/>
                <a:ext cx="50120" cy="856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95">
                    <a:moveTo>
                      <a:pt x="0" y="0"/>
                    </a:moveTo>
                    <a:lnTo>
                      <a:pt x="2875" y="8958"/>
                    </a:lnTo>
                    <a:lnTo>
                      <a:pt x="5262" y="8995"/>
                    </a:lnTo>
                    <a:lnTo>
                      <a:pt x="2387" y="1100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0" name="Surface mesh patch"/>
              <p:cNvSpPr/>
              <p:nvPr/>
            </p:nvSpPr>
            <p:spPr>
              <a:xfrm>
                <a:off x="14893698" y="1394044"/>
                <a:ext cx="50120" cy="50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6">
                    <a:moveTo>
                      <a:pt x="0" y="0"/>
                    </a:moveTo>
                    <a:lnTo>
                      <a:pt x="2875" y="5286"/>
                    </a:lnTo>
                    <a:lnTo>
                      <a:pt x="5262" y="4585"/>
                    </a:lnTo>
                    <a:lnTo>
                      <a:pt x="2387" y="10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1" name="Surface mesh patch"/>
              <p:cNvSpPr/>
              <p:nvPr/>
            </p:nvSpPr>
            <p:spPr>
              <a:xfrm>
                <a:off x="14943818" y="1430715"/>
                <a:ext cx="50120" cy="32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7">
                    <a:moveTo>
                      <a:pt x="0" y="735"/>
                    </a:moveTo>
                    <a:lnTo>
                      <a:pt x="2875" y="3367"/>
                    </a:lnTo>
                    <a:lnTo>
                      <a:pt x="5262" y="21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2" name="Surface mesh patch"/>
              <p:cNvSpPr/>
              <p:nvPr/>
            </p:nvSpPr>
            <p:spPr>
              <a:xfrm>
                <a:off x="14993938" y="1439024"/>
                <a:ext cx="50120" cy="22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4">
                    <a:moveTo>
                      <a:pt x="0" y="1266"/>
                    </a:moveTo>
                    <a:lnTo>
                      <a:pt x="2875" y="2354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3" name="Surface mesh patch"/>
              <p:cNvSpPr/>
              <p:nvPr/>
            </p:nvSpPr>
            <p:spPr>
              <a:xfrm>
                <a:off x="15044057" y="1432841"/>
                <a:ext cx="50120" cy="183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5">
                    <a:moveTo>
                      <a:pt x="0" y="1504"/>
                    </a:moveTo>
                    <a:lnTo>
                      <a:pt x="2875" y="1925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4" name="Surface mesh patch"/>
              <p:cNvSpPr/>
              <p:nvPr/>
            </p:nvSpPr>
            <p:spPr>
              <a:xfrm>
                <a:off x="15094177" y="1421954"/>
                <a:ext cx="50120" cy="17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6">
                    <a:moveTo>
                      <a:pt x="0" y="1518"/>
                    </a:moveTo>
                    <a:lnTo>
                      <a:pt x="2875" y="1856"/>
                    </a:lnTo>
                    <a:lnTo>
                      <a:pt x="5262" y="4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5" name="Surface mesh patch"/>
              <p:cNvSpPr/>
              <p:nvPr/>
            </p:nvSpPr>
            <p:spPr>
              <a:xfrm>
                <a:off x="15144296" y="1412627"/>
                <a:ext cx="50120" cy="18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9">
                    <a:moveTo>
                      <a:pt x="0" y="1387"/>
                    </a:moveTo>
                    <a:lnTo>
                      <a:pt x="2875" y="1979"/>
                    </a:lnTo>
                    <a:lnTo>
                      <a:pt x="5262" y="7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6" name="Surface mesh patch"/>
              <p:cNvSpPr/>
              <p:nvPr/>
            </p:nvSpPr>
            <p:spPr>
              <a:xfrm>
                <a:off x="15194416" y="1408267"/>
                <a:ext cx="50120" cy="20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4">
                    <a:moveTo>
                      <a:pt x="0" y="1181"/>
                    </a:moveTo>
                    <a:lnTo>
                      <a:pt x="2875" y="2184"/>
                    </a:lnTo>
                    <a:lnTo>
                      <a:pt x="5262" y="1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7" name="Surface mesh patch"/>
              <p:cNvSpPr/>
              <p:nvPr/>
            </p:nvSpPr>
            <p:spPr>
              <a:xfrm>
                <a:off x="15244536" y="1410131"/>
                <a:ext cx="50120" cy="228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9">
                    <a:moveTo>
                      <a:pt x="0" y="957"/>
                    </a:moveTo>
                    <a:lnTo>
                      <a:pt x="2875" y="2399"/>
                    </a:lnTo>
                    <a:lnTo>
                      <a:pt x="5262" y="1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8" name="Surface mesh patch"/>
              <p:cNvSpPr/>
              <p:nvPr/>
            </p:nvSpPr>
            <p:spPr>
              <a:xfrm>
                <a:off x="15294655" y="1417847"/>
                <a:ext cx="50120" cy="244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1">
                    <a:moveTo>
                      <a:pt x="0" y="765"/>
                    </a:moveTo>
                    <a:lnTo>
                      <a:pt x="2875" y="2571"/>
                    </a:lnTo>
                    <a:lnTo>
                      <a:pt x="5262" y="18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7"/>
              </a:solidFill>
              <a:ln w="3334" cap="flat" cmpd="sng" algn="ctr">
                <a:solidFill>
                  <a:srgbClr val="c9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9" name="Surface mesh patch"/>
              <p:cNvSpPr/>
              <p:nvPr/>
            </p:nvSpPr>
            <p:spPr>
              <a:xfrm>
                <a:off x="13267138" y="1548168"/>
                <a:ext cx="50120" cy="23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8">
                    <a:moveTo>
                      <a:pt x="0" y="585"/>
                    </a:moveTo>
                    <a:lnTo>
                      <a:pt x="2875" y="2448"/>
                    </a:lnTo>
                    <a:lnTo>
                      <a:pt x="5262" y="18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0" name="Surface mesh patch"/>
              <p:cNvSpPr/>
              <p:nvPr/>
            </p:nvSpPr>
            <p:spPr>
              <a:xfrm>
                <a:off x="13317257" y="1559281"/>
                <a:ext cx="50120" cy="209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97">
                    <a:moveTo>
                      <a:pt x="0" y="640"/>
                    </a:moveTo>
                    <a:lnTo>
                      <a:pt x="2875" y="2197"/>
                    </a:lnTo>
                    <a:lnTo>
                      <a:pt x="5262" y="15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1" name="Surface mesh patch"/>
              <p:cNvSpPr/>
              <p:nvPr/>
            </p:nvSpPr>
            <p:spPr>
              <a:xfrm>
                <a:off x="13367377" y="1567275"/>
                <a:ext cx="50120" cy="178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665"/>
                    </a:moveTo>
                    <a:lnTo>
                      <a:pt x="2875" y="1876"/>
                    </a:lnTo>
                    <a:lnTo>
                      <a:pt x="5262" y="11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2" name="Surface mesh patch"/>
              <p:cNvSpPr/>
              <p:nvPr/>
            </p:nvSpPr>
            <p:spPr>
              <a:xfrm>
                <a:off x="13417497" y="1572676"/>
                <a:ext cx="50120" cy="14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9">
                    <a:moveTo>
                      <a:pt x="0" y="620"/>
                    </a:moveTo>
                    <a:lnTo>
                      <a:pt x="2875" y="1499"/>
                    </a:lnTo>
                    <a:lnTo>
                      <a:pt x="5262" y="9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3" name="Surface mesh patch"/>
              <p:cNvSpPr/>
              <p:nvPr/>
            </p:nvSpPr>
            <p:spPr>
              <a:xfrm>
                <a:off x="13467616" y="1576631"/>
                <a:ext cx="50120" cy="10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3">
                    <a:moveTo>
                      <a:pt x="0" y="486"/>
                    </a:moveTo>
                    <a:lnTo>
                      <a:pt x="2875" y="1083"/>
                    </a:lnTo>
                    <a:lnTo>
                      <a:pt x="5262" y="6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4" name="Surface mesh patch"/>
              <p:cNvSpPr/>
              <p:nvPr/>
            </p:nvSpPr>
            <p:spPr>
              <a:xfrm>
                <a:off x="13517736" y="1580377"/>
                <a:ext cx="50120" cy="62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">
                    <a:moveTo>
                      <a:pt x="0" y="273"/>
                    </a:moveTo>
                    <a:lnTo>
                      <a:pt x="2875" y="652"/>
                    </a:lnTo>
                    <a:lnTo>
                      <a:pt x="5262" y="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5" name="Surface mesh patch"/>
              <p:cNvSpPr/>
              <p:nvPr/>
            </p:nvSpPr>
            <p:spPr>
              <a:xfrm>
                <a:off x="13567856" y="1584729"/>
                <a:ext cx="50120" cy="3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">
                    <a:moveTo>
                      <a:pt x="0" y="24"/>
                    </a:moveTo>
                    <a:lnTo>
                      <a:pt x="2875" y="255"/>
                    </a:lnTo>
                    <a:lnTo>
                      <a:pt x="5262" y="3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6" name="Surface mesh patch"/>
              <p:cNvSpPr/>
              <p:nvPr/>
            </p:nvSpPr>
            <p:spPr>
              <a:xfrm>
                <a:off x="13617975" y="1587951"/>
                <a:ext cx="50120" cy="42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">
                    <a:moveTo>
                      <a:pt x="0" y="0"/>
                    </a:moveTo>
                    <a:lnTo>
                      <a:pt x="2875" y="163"/>
                    </a:lnTo>
                    <a:lnTo>
                      <a:pt x="5262" y="447"/>
                    </a:lnTo>
                    <a:lnTo>
                      <a:pt x="2387" y="199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7" name="Surface mesh patch"/>
              <p:cNvSpPr/>
              <p:nvPr/>
            </p:nvSpPr>
            <p:spPr>
              <a:xfrm>
                <a:off x="13668095" y="1592208"/>
                <a:ext cx="50120" cy="5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">
                    <a:moveTo>
                      <a:pt x="0" y="0"/>
                    </a:moveTo>
                    <a:lnTo>
                      <a:pt x="2875" y="202"/>
                    </a:lnTo>
                    <a:lnTo>
                      <a:pt x="5262" y="570"/>
                    </a:lnTo>
                    <a:lnTo>
                      <a:pt x="2387" y="327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8" name="Surface mesh patch"/>
              <p:cNvSpPr/>
              <p:nvPr/>
            </p:nvSpPr>
            <p:spPr>
              <a:xfrm>
                <a:off x="13718215" y="1597635"/>
                <a:ext cx="50120" cy="64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2">
                    <a:moveTo>
                      <a:pt x="0" y="0"/>
                    </a:moveTo>
                    <a:lnTo>
                      <a:pt x="2875" y="385"/>
                    </a:lnTo>
                    <a:lnTo>
                      <a:pt x="5262" y="672"/>
                    </a:lnTo>
                    <a:lnTo>
                      <a:pt x="2387" y="308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9" name="Surface mesh patch"/>
              <p:cNvSpPr/>
              <p:nvPr/>
            </p:nvSpPr>
            <p:spPr>
              <a:xfrm>
                <a:off x="13768334" y="1604037"/>
                <a:ext cx="50120" cy="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8">
                    <a:moveTo>
                      <a:pt x="0" y="0"/>
                    </a:moveTo>
                    <a:lnTo>
                      <a:pt x="2875" y="731"/>
                    </a:lnTo>
                    <a:lnTo>
                      <a:pt x="5262" y="748"/>
                    </a:lnTo>
                    <a:lnTo>
                      <a:pt x="2387" y="115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0" name="Surface mesh patch"/>
              <p:cNvSpPr/>
              <p:nvPr/>
            </p:nvSpPr>
            <p:spPr>
              <a:xfrm>
                <a:off x="13818454" y="1608748"/>
                <a:ext cx="50120" cy="13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4">
                    <a:moveTo>
                      <a:pt x="0" y="253"/>
                    </a:moveTo>
                    <a:lnTo>
                      <a:pt x="2875" y="1464"/>
                    </a:lnTo>
                    <a:lnTo>
                      <a:pt x="5262" y="10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1" name="Surface mesh patch"/>
              <p:cNvSpPr/>
              <p:nvPr/>
            </p:nvSpPr>
            <p:spPr>
              <a:xfrm>
                <a:off x="13868573" y="1611115"/>
                <a:ext cx="50120" cy="238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6">
                    <a:moveTo>
                      <a:pt x="0" y="770"/>
                    </a:moveTo>
                    <a:lnTo>
                      <a:pt x="2875" y="2506"/>
                    </a:lnTo>
                    <a:lnTo>
                      <a:pt x="5262" y="1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2" name="Surface mesh patch"/>
              <p:cNvSpPr/>
              <p:nvPr/>
            </p:nvSpPr>
            <p:spPr>
              <a:xfrm>
                <a:off x="13918693" y="1611566"/>
                <a:ext cx="50120" cy="339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2">
                    <a:moveTo>
                      <a:pt x="0" y="1389"/>
                    </a:moveTo>
                    <a:lnTo>
                      <a:pt x="2875" y="3562"/>
                    </a:lnTo>
                    <a:lnTo>
                      <a:pt x="5262" y="17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3" name="Surface mesh patch"/>
              <p:cNvSpPr/>
              <p:nvPr/>
            </p:nvSpPr>
            <p:spPr>
              <a:xfrm>
                <a:off x="13968813" y="1608914"/>
                <a:ext cx="50120" cy="42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33">
                    <a:moveTo>
                      <a:pt x="0" y="2040"/>
                    </a:moveTo>
                    <a:lnTo>
                      <a:pt x="2875" y="4433"/>
                    </a:lnTo>
                    <a:lnTo>
                      <a:pt x="5262" y="18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4" name="Surface mesh patch"/>
              <p:cNvSpPr/>
              <p:nvPr/>
            </p:nvSpPr>
            <p:spPr>
              <a:xfrm>
                <a:off x="14018932" y="1601606"/>
                <a:ext cx="50120" cy="471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52">
                    <a:moveTo>
                      <a:pt x="0" y="2650"/>
                    </a:moveTo>
                    <a:lnTo>
                      <a:pt x="2875" y="4952"/>
                    </a:lnTo>
                    <a:lnTo>
                      <a:pt x="5262" y="17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5" name="Surface mesh patch"/>
              <p:cNvSpPr/>
              <p:nvPr/>
            </p:nvSpPr>
            <p:spPr>
              <a:xfrm>
                <a:off x="14069052" y="1587979"/>
                <a:ext cx="50120" cy="478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3">
                    <a:moveTo>
                      <a:pt x="0" y="3156"/>
                    </a:moveTo>
                    <a:lnTo>
                      <a:pt x="2875" y="5023"/>
                    </a:lnTo>
                    <a:lnTo>
                      <a:pt x="5262" y="12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6" name="Surface mesh patch"/>
              <p:cNvSpPr/>
              <p:nvPr/>
            </p:nvSpPr>
            <p:spPr>
              <a:xfrm>
                <a:off x="14119172" y="1566220"/>
                <a:ext cx="50120" cy="44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24">
                    <a:moveTo>
                      <a:pt x="0" y="3541"/>
                    </a:moveTo>
                    <a:lnTo>
                      <a:pt x="2875" y="4624"/>
                    </a:lnTo>
                    <a:lnTo>
                      <a:pt x="5262" y="4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7" name="Surface mesh patch"/>
              <p:cNvSpPr/>
              <p:nvPr/>
            </p:nvSpPr>
            <p:spPr>
              <a:xfrm>
                <a:off x="14169291" y="1526206"/>
                <a:ext cx="50120" cy="442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6">
                    <a:moveTo>
                      <a:pt x="0" y="4646"/>
                    </a:moveTo>
                    <a:lnTo>
                      <a:pt x="2875" y="4574"/>
                    </a:lnTo>
                    <a:lnTo>
                      <a:pt x="5262" y="0"/>
                    </a:lnTo>
                    <a:lnTo>
                      <a:pt x="2387" y="785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8" name="Surface mesh patch"/>
              <p:cNvSpPr/>
              <p:nvPr/>
            </p:nvSpPr>
            <p:spPr>
              <a:xfrm>
                <a:off x="14219411" y="1461582"/>
                <a:ext cx="50120" cy="64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5">
                    <a:moveTo>
                      <a:pt x="0" y="6785"/>
                    </a:moveTo>
                    <a:lnTo>
                      <a:pt x="2875" y="5132"/>
                    </a:lnTo>
                    <a:lnTo>
                      <a:pt x="5262" y="0"/>
                    </a:lnTo>
                    <a:lnTo>
                      <a:pt x="2387" y="2533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9" name="Surface mesh patch"/>
              <p:cNvSpPr/>
              <p:nvPr/>
            </p:nvSpPr>
            <p:spPr>
              <a:xfrm>
                <a:off x="14269531" y="1369471"/>
                <a:ext cx="50120" cy="921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70">
                    <a:moveTo>
                      <a:pt x="0" y="9670"/>
                    </a:moveTo>
                    <a:lnTo>
                      <a:pt x="2875" y="6020"/>
                    </a:lnTo>
                    <a:lnTo>
                      <a:pt x="5262" y="0"/>
                    </a:lnTo>
                    <a:lnTo>
                      <a:pt x="2387" y="4784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0" name="Surface mesh patch"/>
              <p:cNvSpPr/>
              <p:nvPr/>
            </p:nvSpPr>
            <p:spPr>
              <a:xfrm>
                <a:off x="14319650" y="1245356"/>
                <a:ext cx="50120" cy="1241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031">
                    <a:moveTo>
                      <a:pt x="0" y="13031"/>
                    </a:moveTo>
                    <a:lnTo>
                      <a:pt x="2875" y="7237"/>
                    </a:lnTo>
                    <a:lnTo>
                      <a:pt x="5262" y="0"/>
                    </a:lnTo>
                    <a:lnTo>
                      <a:pt x="2387" y="7167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1" name="Surface mesh patch"/>
              <p:cNvSpPr/>
              <p:nvPr/>
            </p:nvSpPr>
            <p:spPr>
              <a:xfrm>
                <a:off x="14369770" y="1094238"/>
                <a:ext cx="50120" cy="151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65">
                    <a:moveTo>
                      <a:pt x="0" y="15865"/>
                    </a:moveTo>
                    <a:lnTo>
                      <a:pt x="2875" y="8499"/>
                    </a:lnTo>
                    <a:lnTo>
                      <a:pt x="5262" y="0"/>
                    </a:lnTo>
                    <a:lnTo>
                      <a:pt x="2387" y="8795"/>
                    </a:lnTo>
                    <a:close/>
                  </a:path>
                </a:pathLst>
              </a:custGeom>
              <a:solidFill>
                <a:srgbClr val="fbbb9f"/>
              </a:solidFill>
              <a:ln w="3334" cap="flat" cmpd="sng" algn="ctr">
                <a:solidFill>
                  <a:srgbClr val="fbbb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2" name="Surface mesh patch"/>
              <p:cNvSpPr/>
              <p:nvPr/>
            </p:nvSpPr>
            <p:spPr>
              <a:xfrm>
                <a:off x="14419890" y="936392"/>
                <a:ext cx="50120" cy="1578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72">
                    <a:moveTo>
                      <a:pt x="0" y="16572"/>
                    </a:moveTo>
                    <a:lnTo>
                      <a:pt x="2875" y="9277"/>
                    </a:lnTo>
                    <a:lnTo>
                      <a:pt x="5262" y="0"/>
                    </a:lnTo>
                    <a:lnTo>
                      <a:pt x="2387" y="8456"/>
                    </a:lnTo>
                    <a:close/>
                  </a:path>
                </a:pathLst>
              </a:custGeom>
              <a:solidFill>
                <a:srgbClr val="fa967a"/>
              </a:solidFill>
              <a:ln w="3334" cap="flat" cmpd="sng" algn="ctr">
                <a:solidFill>
                  <a:srgbClr val="fa96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3" name="Surface mesh patch"/>
              <p:cNvSpPr/>
              <p:nvPr/>
            </p:nvSpPr>
            <p:spPr>
              <a:xfrm>
                <a:off x="14470009" y="805949"/>
                <a:ext cx="50120" cy="130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95">
                    <a:moveTo>
                      <a:pt x="0" y="13695"/>
                    </a:moveTo>
                    <a:lnTo>
                      <a:pt x="2875" y="9034"/>
                    </a:lnTo>
                    <a:lnTo>
                      <a:pt x="5262" y="0"/>
                    </a:lnTo>
                    <a:lnTo>
                      <a:pt x="2387" y="5255"/>
                    </a:lnTo>
                    <a:close/>
                  </a:path>
                </a:pathLst>
              </a:custGeom>
              <a:solidFill>
                <a:srgbClr val="dd5551"/>
              </a:solidFill>
              <a:ln w="3334" cap="flat" cmpd="sng" algn="ctr">
                <a:solidFill>
                  <a:srgbClr val="dd555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4" name="Surface mesh patch"/>
              <p:cNvSpPr/>
              <p:nvPr/>
            </p:nvSpPr>
            <p:spPr>
              <a:xfrm>
                <a:off x="14520129" y="733452"/>
                <a:ext cx="50120" cy="78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2">
                    <a:moveTo>
                      <a:pt x="0" y="7611"/>
                    </a:moveTo>
                    <a:lnTo>
                      <a:pt x="2875" y="8192"/>
                    </a:lnTo>
                    <a:lnTo>
                      <a:pt x="5262" y="6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2934"/>
              </a:solidFill>
              <a:ln w="3334" cap="flat" cmpd="sng" algn="ctr">
                <a:solidFill>
                  <a:srgbClr val="ca293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5" name="Surface mesh patch"/>
              <p:cNvSpPr/>
              <p:nvPr/>
            </p:nvSpPr>
            <p:spPr>
              <a:xfrm>
                <a:off x="14570248" y="685554"/>
                <a:ext cx="50120" cy="122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58">
                    <a:moveTo>
                      <a:pt x="0" y="5648"/>
                    </a:moveTo>
                    <a:lnTo>
                      <a:pt x="2875" y="12858"/>
                    </a:lnTo>
                    <a:lnTo>
                      <a:pt x="5262" y="76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1f2e"/>
              </a:solidFill>
              <a:ln w="3334" cap="flat" cmpd="sng" algn="ctr">
                <a:solidFill>
                  <a:srgbClr val="c51f2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6" name="Surface mesh patch"/>
              <p:cNvSpPr/>
              <p:nvPr/>
            </p:nvSpPr>
            <p:spPr>
              <a:xfrm>
                <a:off x="14620368" y="728807"/>
                <a:ext cx="50120" cy="1546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36">
                    <a:moveTo>
                      <a:pt x="0" y="3092"/>
                    </a:moveTo>
                    <a:lnTo>
                      <a:pt x="2875" y="16236"/>
                    </a:lnTo>
                    <a:lnTo>
                      <a:pt x="5262" y="135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3a3f"/>
              </a:solidFill>
              <a:ln w="3334" cap="flat" cmpd="sng" algn="ctr">
                <a:solidFill>
                  <a:srgbClr val="d13a3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7" name="Surface mesh patch"/>
              <p:cNvSpPr/>
              <p:nvPr/>
            </p:nvSpPr>
            <p:spPr>
              <a:xfrm>
                <a:off x="14670488" y="850439"/>
                <a:ext cx="50120" cy="164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38">
                    <a:moveTo>
                      <a:pt x="0" y="751"/>
                    </a:moveTo>
                    <a:lnTo>
                      <a:pt x="2875" y="17238"/>
                    </a:lnTo>
                    <a:lnTo>
                      <a:pt x="5262" y="164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364"/>
              </a:solidFill>
              <a:ln w="3334" cap="flat" cmpd="sng" algn="ctr">
                <a:solidFill>
                  <a:srgbClr val="eb73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8" name="Surface mesh patch"/>
              <p:cNvSpPr/>
              <p:nvPr/>
            </p:nvSpPr>
            <p:spPr>
              <a:xfrm>
                <a:off x="14720607" y="1007235"/>
                <a:ext cx="50120" cy="1591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08">
                    <a:moveTo>
                      <a:pt x="0" y="0"/>
                    </a:moveTo>
                    <a:lnTo>
                      <a:pt x="2875" y="16498"/>
                    </a:lnTo>
                    <a:lnTo>
                      <a:pt x="5262" y="16708"/>
                    </a:lnTo>
                    <a:lnTo>
                      <a:pt x="2387" y="729"/>
                    </a:lnTo>
                    <a:close/>
                  </a:path>
                </a:pathLst>
              </a:custGeom>
              <a:solidFill>
                <a:srgbClr val="faa98d"/>
              </a:solidFill>
              <a:ln w="3334" cap="flat" cmpd="sng" algn="ctr">
                <a:solidFill>
                  <a:srgbClr val="faa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9" name="Surface mesh patch"/>
              <p:cNvSpPr/>
              <p:nvPr/>
            </p:nvSpPr>
            <p:spPr>
              <a:xfrm>
                <a:off x="14770727" y="1166374"/>
                <a:ext cx="50120" cy="1345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24">
                    <a:moveTo>
                      <a:pt x="0" y="0"/>
                    </a:moveTo>
                    <a:lnTo>
                      <a:pt x="2875" y="13815"/>
                    </a:lnTo>
                    <a:lnTo>
                      <a:pt x="5262" y="14124"/>
                    </a:lnTo>
                    <a:lnTo>
                      <a:pt x="2387" y="1159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0" name="Surface mesh patch"/>
              <p:cNvSpPr/>
              <p:nvPr/>
            </p:nvSpPr>
            <p:spPr>
              <a:xfrm>
                <a:off x="14820847" y="1300909"/>
                <a:ext cx="50120" cy="93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67">
                    <a:moveTo>
                      <a:pt x="0" y="0"/>
                    </a:moveTo>
                    <a:lnTo>
                      <a:pt x="2875" y="9867"/>
                    </a:lnTo>
                    <a:lnTo>
                      <a:pt x="5262" y="9741"/>
                    </a:lnTo>
                    <a:lnTo>
                      <a:pt x="2387" y="783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1" name="Surface mesh patch"/>
              <p:cNvSpPr/>
              <p:nvPr/>
            </p:nvSpPr>
            <p:spPr>
              <a:xfrm>
                <a:off x="14870966" y="1393692"/>
                <a:ext cx="50120" cy="575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39">
                    <a:moveTo>
                      <a:pt x="0" y="0"/>
                    </a:moveTo>
                    <a:lnTo>
                      <a:pt x="2875" y="6039"/>
                    </a:lnTo>
                    <a:lnTo>
                      <a:pt x="5262" y="5323"/>
                    </a:lnTo>
                    <a:lnTo>
                      <a:pt x="2387" y="37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2" name="Surface mesh patch"/>
              <p:cNvSpPr/>
              <p:nvPr/>
            </p:nvSpPr>
            <p:spPr>
              <a:xfrm>
                <a:off x="14921086" y="1437712"/>
                <a:ext cx="50120" cy="365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8">
                    <a:moveTo>
                      <a:pt x="0" y="701"/>
                    </a:moveTo>
                    <a:lnTo>
                      <a:pt x="2875" y="3838"/>
                    </a:lnTo>
                    <a:lnTo>
                      <a:pt x="5262" y="26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3" name="Surface mesh patch"/>
              <p:cNvSpPr/>
              <p:nvPr/>
            </p:nvSpPr>
            <p:spPr>
              <a:xfrm>
                <a:off x="14971206" y="1451087"/>
                <a:ext cx="50120" cy="245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9">
                    <a:moveTo>
                      <a:pt x="0" y="1229"/>
                    </a:moveTo>
                    <a:lnTo>
                      <a:pt x="2875" y="2579"/>
                    </a:lnTo>
                    <a:lnTo>
                      <a:pt x="5262" y="10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4" name="Surface mesh patch"/>
              <p:cNvSpPr/>
              <p:nvPr/>
            </p:nvSpPr>
            <p:spPr>
              <a:xfrm>
                <a:off x="15021325" y="1447167"/>
                <a:ext cx="50120" cy="190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7">
                    <a:moveTo>
                      <a:pt x="0" y="1499"/>
                    </a:moveTo>
                    <a:lnTo>
                      <a:pt x="2875" y="1997"/>
                    </a:lnTo>
                    <a:lnTo>
                      <a:pt x="5262" y="4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5" name="Surface mesh patch"/>
              <p:cNvSpPr/>
              <p:nvPr/>
            </p:nvSpPr>
            <p:spPr>
              <a:xfrm>
                <a:off x="15071445" y="1436411"/>
                <a:ext cx="50120" cy="175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1">
                    <a:moveTo>
                      <a:pt x="0" y="1550"/>
                    </a:moveTo>
                    <a:lnTo>
                      <a:pt x="2875" y="1841"/>
                    </a:lnTo>
                    <a:lnTo>
                      <a:pt x="5262" y="3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6" name="Surface mesh patch"/>
              <p:cNvSpPr/>
              <p:nvPr/>
            </p:nvSpPr>
            <p:spPr>
              <a:xfrm>
                <a:off x="15121565" y="1425838"/>
                <a:ext cx="50120" cy="18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1">
                    <a:moveTo>
                      <a:pt x="0" y="1448"/>
                    </a:moveTo>
                    <a:lnTo>
                      <a:pt x="2875" y="1921"/>
                    </a:lnTo>
                    <a:lnTo>
                      <a:pt x="5262" y="5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7" name="Surface mesh patch"/>
              <p:cNvSpPr/>
              <p:nvPr/>
            </p:nvSpPr>
            <p:spPr>
              <a:xfrm>
                <a:off x="15171684" y="1419514"/>
                <a:ext cx="50120" cy="20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0">
                    <a:moveTo>
                      <a:pt x="0" y="1256"/>
                    </a:moveTo>
                    <a:lnTo>
                      <a:pt x="2875" y="2110"/>
                    </a:lnTo>
                    <a:lnTo>
                      <a:pt x="5262" y="10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8" name="Surface mesh patch"/>
              <p:cNvSpPr/>
              <p:nvPr/>
            </p:nvSpPr>
            <p:spPr>
              <a:xfrm>
                <a:off x="15221804" y="1419251"/>
                <a:ext cx="50120" cy="221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9">
                    <a:moveTo>
                      <a:pt x="0" y="1031"/>
                    </a:moveTo>
                    <a:lnTo>
                      <a:pt x="2875" y="2329"/>
                    </a:lnTo>
                    <a:lnTo>
                      <a:pt x="5262" y="1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9" name="Surface mesh patch"/>
              <p:cNvSpPr/>
              <p:nvPr/>
            </p:nvSpPr>
            <p:spPr>
              <a:xfrm>
                <a:off x="15271923" y="1425136"/>
                <a:ext cx="50120" cy="240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823"/>
                    </a:moveTo>
                    <a:lnTo>
                      <a:pt x="2875" y="2520"/>
                    </a:lnTo>
                    <a:lnTo>
                      <a:pt x="5262" y="18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0" name="Surface mesh patch"/>
              <p:cNvSpPr/>
              <p:nvPr/>
            </p:nvSpPr>
            <p:spPr>
              <a:xfrm>
                <a:off x="13294526" y="1565376"/>
                <a:ext cx="50120" cy="215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6">
                    <a:moveTo>
                      <a:pt x="0" y="641"/>
                    </a:moveTo>
                    <a:lnTo>
                      <a:pt x="2875" y="2266"/>
                    </a:lnTo>
                    <a:lnTo>
                      <a:pt x="5262" y="1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1" name="Surface mesh patch"/>
              <p:cNvSpPr/>
              <p:nvPr/>
            </p:nvSpPr>
            <p:spPr>
              <a:xfrm>
                <a:off x="13344645" y="1573611"/>
                <a:ext cx="50120" cy="186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5">
                    <a:moveTo>
                      <a:pt x="0" y="692"/>
                    </a:moveTo>
                    <a:lnTo>
                      <a:pt x="2875" y="1955"/>
                    </a:lnTo>
                    <a:lnTo>
                      <a:pt x="5262" y="12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2" name="Surface mesh patch"/>
              <p:cNvSpPr/>
              <p:nvPr/>
            </p:nvSpPr>
            <p:spPr>
              <a:xfrm>
                <a:off x="13394765" y="1578586"/>
                <a:ext cx="50120" cy="15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2">
                    <a:moveTo>
                      <a:pt x="0" y="688"/>
                    </a:moveTo>
                    <a:lnTo>
                      <a:pt x="2875" y="1582"/>
                    </a:lnTo>
                    <a:lnTo>
                      <a:pt x="5262" y="8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3" name="Surface mesh patch"/>
              <p:cNvSpPr/>
              <p:nvPr/>
            </p:nvSpPr>
            <p:spPr>
              <a:xfrm>
                <a:off x="13444884" y="1581261"/>
                <a:ext cx="50120" cy="110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5">
                    <a:moveTo>
                      <a:pt x="0" y="598"/>
                    </a:moveTo>
                    <a:lnTo>
                      <a:pt x="2875" y="1165"/>
                    </a:lnTo>
                    <a:lnTo>
                      <a:pt x="5262" y="5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4" name="Surface mesh patch"/>
              <p:cNvSpPr/>
              <p:nvPr/>
            </p:nvSpPr>
            <p:spPr>
              <a:xfrm>
                <a:off x="13495004" y="1582976"/>
                <a:ext cx="50120" cy="6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8">
                    <a:moveTo>
                      <a:pt x="0" y="417"/>
                    </a:moveTo>
                    <a:lnTo>
                      <a:pt x="2875" y="728"/>
                    </a:lnTo>
                    <a:lnTo>
                      <a:pt x="5262" y="3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5" name="Surface mesh patch"/>
              <p:cNvSpPr/>
              <p:nvPr/>
            </p:nvSpPr>
            <p:spPr>
              <a:xfrm>
                <a:off x="13545124" y="1584953"/>
                <a:ext cx="50120" cy="3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6">
                    <a:moveTo>
                      <a:pt x="0" y="172"/>
                    </a:moveTo>
                    <a:lnTo>
                      <a:pt x="2875" y="316"/>
                    </a:lnTo>
                    <a:lnTo>
                      <a:pt x="5262" y="2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6" name="Surface mesh patch"/>
              <p:cNvSpPr/>
              <p:nvPr/>
            </p:nvSpPr>
            <p:spPr>
              <a:xfrm>
                <a:off x="13595243" y="1587154"/>
                <a:ext cx="50120" cy="2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">
                    <a:moveTo>
                      <a:pt x="0" y="0"/>
                    </a:moveTo>
                    <a:lnTo>
                      <a:pt x="2875" y="81"/>
                    </a:lnTo>
                    <a:lnTo>
                      <a:pt x="5262" y="246"/>
                    </a:lnTo>
                    <a:lnTo>
                      <a:pt x="2387" y="84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7" name="Surface mesh patch"/>
              <p:cNvSpPr/>
              <p:nvPr/>
            </p:nvSpPr>
            <p:spPr>
              <a:xfrm>
                <a:off x="13645363" y="1589501"/>
                <a:ext cx="50120" cy="4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6">
                    <a:moveTo>
                      <a:pt x="0" y="0"/>
                    </a:moveTo>
                    <a:lnTo>
                      <a:pt x="2875" y="147"/>
                    </a:lnTo>
                    <a:lnTo>
                      <a:pt x="5262" y="486"/>
                    </a:lnTo>
                    <a:lnTo>
                      <a:pt x="2387" y="284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8" name="Surface mesh patch"/>
              <p:cNvSpPr/>
              <p:nvPr/>
            </p:nvSpPr>
            <p:spPr>
              <a:xfrm>
                <a:off x="13695483" y="1594131"/>
                <a:ext cx="50120" cy="7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3">
                    <a:moveTo>
                      <a:pt x="0" y="0"/>
                    </a:moveTo>
                    <a:lnTo>
                      <a:pt x="2875" y="376"/>
                    </a:lnTo>
                    <a:lnTo>
                      <a:pt x="5262" y="753"/>
                    </a:lnTo>
                    <a:lnTo>
                      <a:pt x="2387" y="368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9" name="Surface mesh patch"/>
              <p:cNvSpPr/>
              <p:nvPr/>
            </p:nvSpPr>
            <p:spPr>
              <a:xfrm>
                <a:off x="13745602" y="1601302"/>
                <a:ext cx="50120" cy="9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8">
                    <a:moveTo>
                      <a:pt x="0" y="0"/>
                    </a:moveTo>
                    <a:lnTo>
                      <a:pt x="2875" y="786"/>
                    </a:lnTo>
                    <a:lnTo>
                      <a:pt x="5262" y="1018"/>
                    </a:lnTo>
                    <a:lnTo>
                      <a:pt x="2387" y="287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0" name="Surface mesh patch"/>
              <p:cNvSpPr/>
              <p:nvPr/>
            </p:nvSpPr>
            <p:spPr>
              <a:xfrm>
                <a:off x="13795722" y="1610998"/>
                <a:ext cx="50120" cy="128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2">
                    <a:moveTo>
                      <a:pt x="0" y="0"/>
                    </a:moveTo>
                    <a:lnTo>
                      <a:pt x="2875" y="1352"/>
                    </a:lnTo>
                    <a:lnTo>
                      <a:pt x="5262" y="1227"/>
                    </a:lnTo>
                    <a:lnTo>
                      <a:pt x="2387" y="17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1" name="Surface mesh patch"/>
              <p:cNvSpPr/>
              <p:nvPr/>
            </p:nvSpPr>
            <p:spPr>
              <a:xfrm>
                <a:off x="13845842" y="1618452"/>
                <a:ext cx="50120" cy="23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4">
                    <a:moveTo>
                      <a:pt x="0" y="445"/>
                    </a:moveTo>
                    <a:lnTo>
                      <a:pt x="2875" y="2434"/>
                    </a:lnTo>
                    <a:lnTo>
                      <a:pt x="5262" y="17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2" name="Surface mesh patch"/>
              <p:cNvSpPr/>
              <p:nvPr/>
            </p:nvSpPr>
            <p:spPr>
              <a:xfrm>
                <a:off x="13895961" y="1624792"/>
                <a:ext cx="50120" cy="34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27">
                    <a:moveTo>
                      <a:pt x="0" y="1070"/>
                    </a:moveTo>
                    <a:lnTo>
                      <a:pt x="2875" y="3627"/>
                    </a:lnTo>
                    <a:lnTo>
                      <a:pt x="5262" y="21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3" name="Surface mesh patch"/>
              <p:cNvSpPr/>
              <p:nvPr/>
            </p:nvSpPr>
            <p:spPr>
              <a:xfrm>
                <a:off x="13946081" y="1628349"/>
                <a:ext cx="50120" cy="44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6">
                    <a:moveTo>
                      <a:pt x="0" y="1800"/>
                    </a:moveTo>
                    <a:lnTo>
                      <a:pt x="2875" y="4706"/>
                    </a:lnTo>
                    <a:lnTo>
                      <a:pt x="5262" y="2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4" name="Surface mesh patch"/>
              <p:cNvSpPr/>
              <p:nvPr/>
            </p:nvSpPr>
            <p:spPr>
              <a:xfrm>
                <a:off x="13996201" y="1626849"/>
                <a:ext cx="50120" cy="520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69">
                    <a:moveTo>
                      <a:pt x="0" y="2550"/>
                    </a:moveTo>
                    <a:lnTo>
                      <a:pt x="2875" y="5469"/>
                    </a:lnTo>
                    <a:lnTo>
                      <a:pt x="5262" y="23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5" name="Surface mesh patch"/>
              <p:cNvSpPr/>
              <p:nvPr/>
            </p:nvSpPr>
            <p:spPr>
              <a:xfrm>
                <a:off x="14046320" y="1618041"/>
                <a:ext cx="50120" cy="550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75">
                    <a:moveTo>
                      <a:pt x="0" y="3226"/>
                    </a:moveTo>
                    <a:lnTo>
                      <a:pt x="2875" y="5775"/>
                    </a:lnTo>
                    <a:lnTo>
                      <a:pt x="5262" y="18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6" name="Surface mesh patch"/>
              <p:cNvSpPr/>
              <p:nvPr/>
            </p:nvSpPr>
            <p:spPr>
              <a:xfrm>
                <a:off x="14096440" y="1599947"/>
                <a:ext cx="50120" cy="53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67">
                    <a:moveTo>
                      <a:pt x="0" y="3766"/>
                    </a:moveTo>
                    <a:lnTo>
                      <a:pt x="2875" y="5567"/>
                    </a:lnTo>
                    <a:lnTo>
                      <a:pt x="5262" y="10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7" name="Surface mesh patch"/>
              <p:cNvSpPr/>
              <p:nvPr/>
            </p:nvSpPr>
            <p:spPr>
              <a:xfrm>
                <a:off x="14146559" y="1569770"/>
                <a:ext cx="50120" cy="4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7">
                    <a:moveTo>
                      <a:pt x="0" y="4251"/>
                    </a:moveTo>
                    <a:lnTo>
                      <a:pt x="2875" y="4947"/>
                    </a:lnTo>
                    <a:lnTo>
                      <a:pt x="5262" y="0"/>
                    </a:lnTo>
                    <a:lnTo>
                      <a:pt x="2387" y="72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8" name="Surface mesh patch"/>
              <p:cNvSpPr/>
              <p:nvPr/>
            </p:nvSpPr>
            <p:spPr>
              <a:xfrm>
                <a:off x="14196679" y="1510465"/>
                <a:ext cx="50120" cy="59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6">
                    <a:moveTo>
                      <a:pt x="0" y="6226"/>
                    </a:moveTo>
                    <a:lnTo>
                      <a:pt x="2875" y="5459"/>
                    </a:lnTo>
                    <a:lnTo>
                      <a:pt x="5262" y="0"/>
                    </a:lnTo>
                    <a:lnTo>
                      <a:pt x="2387" y="1653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9" name="Surface mesh patch"/>
              <p:cNvSpPr/>
              <p:nvPr/>
            </p:nvSpPr>
            <p:spPr>
              <a:xfrm>
                <a:off x="14246799" y="1426810"/>
                <a:ext cx="50120" cy="83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83">
                    <a:moveTo>
                      <a:pt x="0" y="8783"/>
                    </a:moveTo>
                    <a:lnTo>
                      <a:pt x="2875" y="6221"/>
                    </a:lnTo>
                    <a:lnTo>
                      <a:pt x="5262" y="0"/>
                    </a:lnTo>
                    <a:lnTo>
                      <a:pt x="2387" y="3651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0" name="Surface mesh patch"/>
              <p:cNvSpPr/>
              <p:nvPr/>
            </p:nvSpPr>
            <p:spPr>
              <a:xfrm>
                <a:off x="14296918" y="1314286"/>
                <a:ext cx="50120" cy="1125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14">
                    <a:moveTo>
                      <a:pt x="0" y="11814"/>
                    </a:moveTo>
                    <a:lnTo>
                      <a:pt x="2875" y="7331"/>
                    </a:lnTo>
                    <a:lnTo>
                      <a:pt x="5262" y="0"/>
                    </a:lnTo>
                    <a:lnTo>
                      <a:pt x="2387" y="5794"/>
                    </a:lnTo>
                    <a:close/>
                  </a:path>
                </a:pathLst>
              </a:custGeom>
              <a:solidFill>
                <a:srgbClr val="e6dddd"/>
              </a:solidFill>
              <a:ln w="3334" cap="flat" cmpd="sng" algn="ctr">
                <a:solidFill>
                  <a:srgbClr val="e6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1" name="Surface mesh patch"/>
              <p:cNvSpPr/>
              <p:nvPr/>
            </p:nvSpPr>
            <p:spPr>
              <a:xfrm>
                <a:off x="14347038" y="1175195"/>
                <a:ext cx="50120" cy="139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03">
                    <a:moveTo>
                      <a:pt x="0" y="14603"/>
                    </a:moveTo>
                    <a:lnTo>
                      <a:pt x="2875" y="8637"/>
                    </a:lnTo>
                    <a:lnTo>
                      <a:pt x="5262" y="0"/>
                    </a:lnTo>
                    <a:lnTo>
                      <a:pt x="2387" y="7366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2" name="Surface mesh patch"/>
              <p:cNvSpPr/>
              <p:nvPr/>
            </p:nvSpPr>
            <p:spPr>
              <a:xfrm>
                <a:off x="14397158" y="1024752"/>
                <a:ext cx="50120" cy="150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95">
                    <a:moveTo>
                      <a:pt x="0" y="15795"/>
                    </a:moveTo>
                    <a:lnTo>
                      <a:pt x="2875" y="9693"/>
                    </a:lnTo>
                    <a:lnTo>
                      <a:pt x="5262" y="0"/>
                    </a:lnTo>
                    <a:lnTo>
                      <a:pt x="2387" y="7295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3" name="Surface mesh patch"/>
              <p:cNvSpPr/>
              <p:nvPr/>
            </p:nvSpPr>
            <p:spPr>
              <a:xfrm>
                <a:off x="14447277" y="891994"/>
                <a:ext cx="50120" cy="1327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38">
                    <a:moveTo>
                      <a:pt x="0" y="13938"/>
                    </a:moveTo>
                    <a:lnTo>
                      <a:pt x="2875" y="9935"/>
                    </a:lnTo>
                    <a:lnTo>
                      <a:pt x="5262" y="0"/>
                    </a:lnTo>
                    <a:lnTo>
                      <a:pt x="2387" y="4661"/>
                    </a:lnTo>
                    <a:close/>
                  </a:path>
                </a:pathLst>
              </a:custGeom>
              <a:solidFill>
                <a:srgbClr val="ed7867"/>
              </a:solidFill>
              <a:ln w="3334" cap="flat" cmpd="sng" algn="ctr">
                <a:solidFill>
                  <a:srgbClr val="ed78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4" name="Surface mesh patch"/>
              <p:cNvSpPr/>
              <p:nvPr/>
            </p:nvSpPr>
            <p:spPr>
              <a:xfrm>
                <a:off x="14497397" y="805949"/>
                <a:ext cx="50120" cy="91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81">
                    <a:moveTo>
                      <a:pt x="0" y="9034"/>
                    </a:moveTo>
                    <a:lnTo>
                      <a:pt x="2875" y="9581"/>
                    </a:lnTo>
                    <a:lnTo>
                      <a:pt x="5262" y="5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4848"/>
              </a:solidFill>
              <a:ln w="3334" cap="flat" cmpd="sng" algn="ctr">
                <a:solidFill>
                  <a:srgbClr val="d7484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5" name="Surface mesh patch"/>
              <p:cNvSpPr/>
              <p:nvPr/>
            </p:nvSpPr>
            <p:spPr>
              <a:xfrm>
                <a:off x="14547517" y="739348"/>
                <a:ext cx="50120" cy="135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11">
                    <a:moveTo>
                      <a:pt x="0" y="7573"/>
                    </a:moveTo>
                    <a:lnTo>
                      <a:pt x="2875" y="14211"/>
                    </a:lnTo>
                    <a:lnTo>
                      <a:pt x="5262" y="7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353c"/>
              </a:solidFill>
              <a:ln w="3334" cap="flat" cmpd="sng" algn="ctr">
                <a:solidFill>
                  <a:srgbClr val="cf353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6" name="Surface mesh patch"/>
              <p:cNvSpPr/>
              <p:nvPr/>
            </p:nvSpPr>
            <p:spPr>
              <a:xfrm>
                <a:off x="14597636" y="758255"/>
                <a:ext cx="50120" cy="1682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61">
                    <a:moveTo>
                      <a:pt x="0" y="5225"/>
                    </a:moveTo>
                    <a:lnTo>
                      <a:pt x="2875" y="17661"/>
                    </a:lnTo>
                    <a:lnTo>
                      <a:pt x="5262" y="13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4647"/>
              </a:solidFill>
              <a:ln w="3334" cap="flat" cmpd="sng" algn="ctr">
                <a:solidFill>
                  <a:srgbClr val="d6464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7" name="Surface mesh patch"/>
              <p:cNvSpPr/>
              <p:nvPr/>
            </p:nvSpPr>
            <p:spPr>
              <a:xfrm>
                <a:off x="14647756" y="857594"/>
                <a:ext cx="50120" cy="178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76">
                    <a:moveTo>
                      <a:pt x="0" y="2715"/>
                    </a:moveTo>
                    <a:lnTo>
                      <a:pt x="2875" y="18776"/>
                    </a:lnTo>
                    <a:lnTo>
                      <a:pt x="5262" y="16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7565"/>
              </a:solidFill>
              <a:ln w="3334" cap="flat" cmpd="sng" algn="ctr">
                <a:solidFill>
                  <a:srgbClr val="ec75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8" name="Surface mesh patch"/>
              <p:cNvSpPr/>
              <p:nvPr/>
            </p:nvSpPr>
            <p:spPr>
              <a:xfrm>
                <a:off x="14697876" y="1007235"/>
                <a:ext cx="50120" cy="16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39">
                    <a:moveTo>
                      <a:pt x="0" y="777"/>
                    </a:moveTo>
                    <a:lnTo>
                      <a:pt x="2875" y="17339"/>
                    </a:lnTo>
                    <a:lnTo>
                      <a:pt x="5262" y="16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78b"/>
              </a:solidFill>
              <a:ln w="3334" cap="flat" cmpd="sng" algn="ctr">
                <a:solidFill>
                  <a:srgbClr val="faa78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9" name="Surface mesh patch"/>
              <p:cNvSpPr/>
              <p:nvPr/>
            </p:nvSpPr>
            <p:spPr>
              <a:xfrm>
                <a:off x="14747995" y="1164381"/>
                <a:ext cx="50120" cy="136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06">
                    <a:moveTo>
                      <a:pt x="0" y="0"/>
                    </a:moveTo>
                    <a:lnTo>
                      <a:pt x="2875" y="14306"/>
                    </a:lnTo>
                    <a:lnTo>
                      <a:pt x="5262" y="14024"/>
                    </a:lnTo>
                    <a:lnTo>
                      <a:pt x="2387" y="209"/>
                    </a:lnTo>
                    <a:close/>
                  </a:path>
                </a:pathLst>
              </a:custGeom>
              <a:solidFill>
                <a:srgbClr val="fbcaae"/>
              </a:solidFill>
              <a:ln w="3334" cap="flat" cmpd="sng" algn="ctr">
                <a:solidFill>
                  <a:srgbClr val="fbca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20" name="Surface mesh patch"/>
              <p:cNvSpPr/>
              <p:nvPr/>
            </p:nvSpPr>
            <p:spPr>
              <a:xfrm>
                <a:off x="14798115" y="1297959"/>
                <a:ext cx="50120" cy="100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58">
                    <a:moveTo>
                      <a:pt x="0" y="0"/>
                    </a:moveTo>
                    <a:lnTo>
                      <a:pt x="2875" y="10558"/>
                    </a:lnTo>
                    <a:lnTo>
                      <a:pt x="5262" y="10177"/>
                    </a:lnTo>
                    <a:lnTo>
                      <a:pt x="2387" y="31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21" name="Surface mesh patch"/>
              <p:cNvSpPr/>
              <p:nvPr/>
            </p:nvSpPr>
            <p:spPr>
              <a:xfrm>
                <a:off x="14848234" y="1393692"/>
                <a:ext cx="50120" cy="649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21">
                    <a:moveTo>
                      <a:pt x="0" y="126"/>
                    </a:moveTo>
                    <a:lnTo>
                      <a:pt x="2875" y="6821"/>
                    </a:lnTo>
                    <a:lnTo>
                      <a:pt x="5262" y="60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22" name="Surface mesh patch"/>
              <p:cNvSpPr/>
              <p:nvPr/>
            </p:nvSpPr>
            <p:spPr>
              <a:xfrm>
                <a:off x="14898354" y="1444391"/>
                <a:ext cx="50120" cy="41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8">
                    <a:moveTo>
                      <a:pt x="0" y="716"/>
                    </a:moveTo>
                    <a:lnTo>
                      <a:pt x="2875" y="4338"/>
                    </a:lnTo>
                    <a:lnTo>
                      <a:pt x="5262" y="31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23" name="Surface mesh patch"/>
              <p:cNvSpPr/>
              <p:nvPr/>
            </p:nvSpPr>
            <p:spPr>
              <a:xfrm>
                <a:off x="14948474" y="1462790"/>
                <a:ext cx="50120" cy="270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5">
                    <a:moveTo>
                      <a:pt x="0" y="1205"/>
                    </a:moveTo>
                    <a:lnTo>
                      <a:pt x="2875" y="2835"/>
                    </a:lnTo>
                    <a:lnTo>
                      <a:pt x="5262" y="13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24" name="Surface mesh patch"/>
              <p:cNvSpPr/>
              <p:nvPr/>
            </p:nvSpPr>
            <p:spPr>
              <a:xfrm>
                <a:off x="14998593" y="1461444"/>
                <a:ext cx="50120" cy="199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2">
                    <a:moveTo>
                      <a:pt x="0" y="1492"/>
                    </a:moveTo>
                    <a:lnTo>
                      <a:pt x="2875" y="2092"/>
                    </a:lnTo>
                    <a:lnTo>
                      <a:pt x="5262" y="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25" name="Surface mesh patch"/>
              <p:cNvSpPr/>
              <p:nvPr/>
            </p:nvSpPr>
            <p:spPr>
              <a:xfrm>
                <a:off x="15048713" y="1451178"/>
                <a:ext cx="50120" cy="175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2">
                    <a:moveTo>
                      <a:pt x="0" y="1576"/>
                    </a:moveTo>
                    <a:lnTo>
                      <a:pt x="2875" y="1842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26" name="Surface mesh patch"/>
              <p:cNvSpPr/>
              <p:nvPr/>
            </p:nvSpPr>
            <p:spPr>
              <a:xfrm>
                <a:off x="15098833" y="1439631"/>
                <a:ext cx="50120" cy="17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0">
                    <a:moveTo>
                      <a:pt x="0" y="1503"/>
                    </a:moveTo>
                    <a:lnTo>
                      <a:pt x="2875" y="1870"/>
                    </a:lnTo>
                    <a:lnTo>
                      <a:pt x="5262" y="4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27" name="Surface mesh patch"/>
              <p:cNvSpPr/>
              <p:nvPr/>
            </p:nvSpPr>
            <p:spPr>
              <a:xfrm>
                <a:off x="15148952" y="1431476"/>
                <a:ext cx="50120" cy="194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9">
                    <a:moveTo>
                      <a:pt x="0" y="1329"/>
                    </a:moveTo>
                    <a:lnTo>
                      <a:pt x="2875" y="2039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28" name="Surface mesh patch"/>
              <p:cNvSpPr/>
              <p:nvPr/>
            </p:nvSpPr>
            <p:spPr>
              <a:xfrm>
                <a:off x="15199072" y="1429072"/>
                <a:ext cx="50120" cy="214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6">
                    <a:moveTo>
                      <a:pt x="0" y="1107"/>
                    </a:moveTo>
                    <a:lnTo>
                      <a:pt x="2875" y="2256"/>
                    </a:lnTo>
                    <a:lnTo>
                      <a:pt x="5262" y="1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29" name="Surface mesh patch"/>
              <p:cNvSpPr/>
              <p:nvPr/>
            </p:nvSpPr>
            <p:spPr>
              <a:xfrm>
                <a:off x="15249192" y="1432979"/>
                <a:ext cx="50120" cy="234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2">
                    <a:moveTo>
                      <a:pt x="0" y="888"/>
                    </a:moveTo>
                    <a:lnTo>
                      <a:pt x="2875" y="2462"/>
                    </a:lnTo>
                    <a:lnTo>
                      <a:pt x="5262" y="16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0" name="Surface mesh patch"/>
              <p:cNvSpPr/>
              <p:nvPr/>
            </p:nvSpPr>
            <p:spPr>
              <a:xfrm>
                <a:off x="13321913" y="1580207"/>
                <a:ext cx="50120" cy="19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7">
                    <a:moveTo>
                      <a:pt x="0" y="709"/>
                    </a:moveTo>
                    <a:lnTo>
                      <a:pt x="2875" y="2047"/>
                    </a:lnTo>
                    <a:lnTo>
                      <a:pt x="5262" y="1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1" name="Surface mesh patch"/>
              <p:cNvSpPr/>
              <p:nvPr/>
            </p:nvSpPr>
            <p:spPr>
              <a:xfrm>
                <a:off x="13372033" y="1585142"/>
                <a:ext cx="50120" cy="16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6">
                    <a:moveTo>
                      <a:pt x="0" y="744"/>
                    </a:moveTo>
                    <a:lnTo>
                      <a:pt x="2875" y="1686"/>
                    </a:lnTo>
                    <a:lnTo>
                      <a:pt x="5262" y="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2" name="Surface mesh patch"/>
              <p:cNvSpPr/>
              <p:nvPr/>
            </p:nvSpPr>
            <p:spPr>
              <a:xfrm>
                <a:off x="13422153" y="1586955"/>
                <a:ext cx="50120" cy="121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8">
                    <a:moveTo>
                      <a:pt x="0" y="703"/>
                    </a:moveTo>
                    <a:lnTo>
                      <a:pt x="2875" y="1278"/>
                    </a:lnTo>
                    <a:lnTo>
                      <a:pt x="5262" y="5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3" name="Surface mesh patch"/>
              <p:cNvSpPr/>
              <p:nvPr/>
            </p:nvSpPr>
            <p:spPr>
              <a:xfrm>
                <a:off x="13472272" y="1586945"/>
                <a:ext cx="50120" cy="80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7">
                    <a:moveTo>
                      <a:pt x="0" y="568"/>
                    </a:moveTo>
                    <a:lnTo>
                      <a:pt x="2875" y="847"/>
                    </a:lnTo>
                    <a:lnTo>
                      <a:pt x="5262" y="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4" name="Surface mesh patch"/>
              <p:cNvSpPr/>
              <p:nvPr/>
            </p:nvSpPr>
            <p:spPr>
              <a:xfrm>
                <a:off x="13522392" y="1586590"/>
                <a:ext cx="50120" cy="4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">
                    <a:moveTo>
                      <a:pt x="0" y="349"/>
                    </a:moveTo>
                    <a:lnTo>
                      <a:pt x="2875" y="432"/>
                    </a:lnTo>
                    <a:lnTo>
                      <a:pt x="5262" y="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5" name="Surface mesh patch"/>
              <p:cNvSpPr/>
              <p:nvPr/>
            </p:nvSpPr>
            <p:spPr>
              <a:xfrm>
                <a:off x="13572512" y="1587154"/>
                <a:ext cx="50120" cy="8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">
                    <a:moveTo>
                      <a:pt x="0" y="85"/>
                    </a:moveTo>
                    <a:lnTo>
                      <a:pt x="2875" y="94"/>
                    </a:lnTo>
                    <a:lnTo>
                      <a:pt x="5262" y="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6" name="Surface mesh patch"/>
              <p:cNvSpPr/>
              <p:nvPr/>
            </p:nvSpPr>
            <p:spPr>
              <a:xfrm>
                <a:off x="13622631" y="1587926"/>
                <a:ext cx="50120" cy="2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2">
                    <a:moveTo>
                      <a:pt x="0" y="0"/>
                    </a:moveTo>
                    <a:lnTo>
                      <a:pt x="2875" y="83"/>
                    </a:lnTo>
                    <a:lnTo>
                      <a:pt x="5262" y="312"/>
                    </a:lnTo>
                    <a:lnTo>
                      <a:pt x="2387" y="165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7" name="Surface mesh patch"/>
              <p:cNvSpPr/>
              <p:nvPr/>
            </p:nvSpPr>
            <p:spPr>
              <a:xfrm>
                <a:off x="13672751" y="1590901"/>
                <a:ext cx="50120" cy="6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">
                    <a:moveTo>
                      <a:pt x="0" y="0"/>
                    </a:moveTo>
                    <a:lnTo>
                      <a:pt x="2875" y="337"/>
                    </a:lnTo>
                    <a:lnTo>
                      <a:pt x="5262" y="715"/>
                    </a:lnTo>
                    <a:lnTo>
                      <a:pt x="2387" y="339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8" name="Surface mesh patch"/>
              <p:cNvSpPr/>
              <p:nvPr/>
            </p:nvSpPr>
            <p:spPr>
              <a:xfrm>
                <a:off x="13722870" y="1597709"/>
                <a:ext cx="50120" cy="11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3">
                    <a:moveTo>
                      <a:pt x="0" y="0"/>
                    </a:moveTo>
                    <a:lnTo>
                      <a:pt x="2875" y="790"/>
                    </a:lnTo>
                    <a:lnTo>
                      <a:pt x="5262" y="1163"/>
                    </a:lnTo>
                    <a:lnTo>
                      <a:pt x="2387" y="377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9" name="Surface mesh patch"/>
              <p:cNvSpPr/>
              <p:nvPr/>
            </p:nvSpPr>
            <p:spPr>
              <a:xfrm>
                <a:off x="13772990" y="1608784"/>
                <a:ext cx="50120" cy="150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5">
                    <a:moveTo>
                      <a:pt x="0" y="0"/>
                    </a:moveTo>
                    <a:lnTo>
                      <a:pt x="2875" y="1426"/>
                    </a:lnTo>
                    <a:lnTo>
                      <a:pt x="5262" y="1585"/>
                    </a:lnTo>
                    <a:lnTo>
                      <a:pt x="2387" y="232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40" name="Surface mesh patch"/>
              <p:cNvSpPr/>
              <p:nvPr/>
            </p:nvSpPr>
            <p:spPr>
              <a:xfrm>
                <a:off x="13823110" y="1622689"/>
                <a:ext cx="50120" cy="21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0">
                    <a:moveTo>
                      <a:pt x="0" y="125"/>
                    </a:moveTo>
                    <a:lnTo>
                      <a:pt x="2875" y="2290"/>
                    </a:lnTo>
                    <a:lnTo>
                      <a:pt x="5262" y="19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41" name="Surface mesh patch"/>
              <p:cNvSpPr/>
              <p:nvPr/>
            </p:nvSpPr>
            <p:spPr>
              <a:xfrm>
                <a:off x="13873229" y="1634984"/>
                <a:ext cx="50120" cy="33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7">
                    <a:moveTo>
                      <a:pt x="0" y="698"/>
                    </a:moveTo>
                    <a:lnTo>
                      <a:pt x="2875" y="3567"/>
                    </a:lnTo>
                    <a:lnTo>
                      <a:pt x="5262" y="2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42" name="Surface mesh patch"/>
              <p:cNvSpPr/>
              <p:nvPr/>
            </p:nvSpPr>
            <p:spPr>
              <a:xfrm>
                <a:off x="13923349" y="1645498"/>
                <a:ext cx="50120" cy="45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25">
                    <a:moveTo>
                      <a:pt x="0" y="1453"/>
                    </a:moveTo>
                    <a:lnTo>
                      <a:pt x="2875" y="4825"/>
                    </a:lnTo>
                    <a:lnTo>
                      <a:pt x="5262" y="29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43" name="Surface mesh patch"/>
              <p:cNvSpPr/>
              <p:nvPr/>
            </p:nvSpPr>
            <p:spPr>
              <a:xfrm>
                <a:off x="13973469" y="1651139"/>
                <a:ext cx="50120" cy="556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2313"/>
                    </a:moveTo>
                    <a:lnTo>
                      <a:pt x="2875" y="5841"/>
                    </a:lnTo>
                    <a:lnTo>
                      <a:pt x="5262" y="29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2fd"/>
              </a:solidFill>
              <a:ln w="3334" cap="flat" cmpd="sng" algn="ctr">
                <a:solidFill>
                  <a:srgbClr val="94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44" name="Surface mesh patch"/>
              <p:cNvSpPr/>
              <p:nvPr/>
            </p:nvSpPr>
            <p:spPr>
              <a:xfrm>
                <a:off x="14023588" y="1648773"/>
                <a:ext cx="50120" cy="612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29">
                    <a:moveTo>
                      <a:pt x="0" y="3167"/>
                    </a:moveTo>
                    <a:lnTo>
                      <a:pt x="2875" y="6429"/>
                    </a:lnTo>
                    <a:lnTo>
                      <a:pt x="5262" y="25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45" name="Surface mesh patch"/>
              <p:cNvSpPr/>
              <p:nvPr/>
            </p:nvSpPr>
            <p:spPr>
              <a:xfrm>
                <a:off x="14073708" y="1635821"/>
                <a:ext cx="50120" cy="617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82">
                    <a:moveTo>
                      <a:pt x="0" y="3908"/>
                    </a:moveTo>
                    <a:lnTo>
                      <a:pt x="2875" y="6482"/>
                    </a:lnTo>
                    <a:lnTo>
                      <a:pt x="5262" y="18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46" name="Surface mesh patch"/>
              <p:cNvSpPr/>
              <p:nvPr/>
            </p:nvSpPr>
            <p:spPr>
              <a:xfrm>
                <a:off x="14123828" y="1610265"/>
                <a:ext cx="50120" cy="571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7">
                    <a:moveTo>
                      <a:pt x="0" y="4484"/>
                    </a:moveTo>
                    <a:lnTo>
                      <a:pt x="2875" y="5997"/>
                    </a:lnTo>
                    <a:lnTo>
                      <a:pt x="5262" y="6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bfd"/>
              </a:solidFill>
              <a:ln w="3334" cap="flat" cmpd="sng" algn="ctr">
                <a:solidFill>
                  <a:srgbClr val="9f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47" name="Surface mesh patch"/>
              <p:cNvSpPr/>
              <p:nvPr/>
            </p:nvSpPr>
            <p:spPr>
              <a:xfrm>
                <a:off x="14173947" y="1562462"/>
                <a:ext cx="50120" cy="556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5714"/>
                    </a:moveTo>
                    <a:lnTo>
                      <a:pt x="2875" y="5841"/>
                    </a:lnTo>
                    <a:lnTo>
                      <a:pt x="5262" y="0"/>
                    </a:lnTo>
                    <a:lnTo>
                      <a:pt x="2387" y="767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48" name="Surface mesh patch"/>
              <p:cNvSpPr/>
              <p:nvPr/>
            </p:nvSpPr>
            <p:spPr>
              <a:xfrm>
                <a:off x="14224067" y="1486064"/>
                <a:ext cx="50120" cy="76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21">
                    <a:moveTo>
                      <a:pt x="0" y="8021"/>
                    </a:moveTo>
                    <a:lnTo>
                      <a:pt x="2875" y="6498"/>
                    </a:lnTo>
                    <a:lnTo>
                      <a:pt x="5262" y="0"/>
                    </a:lnTo>
                    <a:lnTo>
                      <a:pt x="2387" y="2562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49" name="Surface mesh patch"/>
              <p:cNvSpPr/>
              <p:nvPr/>
            </p:nvSpPr>
            <p:spPr>
              <a:xfrm>
                <a:off x="14274187" y="1384118"/>
                <a:ext cx="50120" cy="101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03">
                    <a:moveTo>
                      <a:pt x="0" y="10703"/>
                    </a:moveTo>
                    <a:lnTo>
                      <a:pt x="2875" y="7440"/>
                    </a:lnTo>
                    <a:lnTo>
                      <a:pt x="5262" y="0"/>
                    </a:lnTo>
                    <a:lnTo>
                      <a:pt x="2387" y="4482"/>
                    </a:lnTo>
                    <a:close/>
                  </a:path>
                </a:pathLst>
              </a:custGeom>
              <a:solidFill>
                <a:srgbClr val="dae3f1"/>
              </a:solidFill>
              <a:ln w="3334" cap="flat" cmpd="sng" algn="ctr">
                <a:solidFill>
                  <a:srgbClr val="da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50" name="Surface mesh patch"/>
              <p:cNvSpPr/>
              <p:nvPr/>
            </p:nvSpPr>
            <p:spPr>
              <a:xfrm>
                <a:off x="14324306" y="1257463"/>
                <a:ext cx="50120" cy="1266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97">
                    <a:moveTo>
                      <a:pt x="0" y="13297"/>
                    </a:moveTo>
                    <a:lnTo>
                      <a:pt x="2875" y="8644"/>
                    </a:lnTo>
                    <a:lnTo>
                      <a:pt x="5262" y="0"/>
                    </a:lnTo>
                    <a:lnTo>
                      <a:pt x="2387" y="5966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51" name="Surface mesh patch"/>
              <p:cNvSpPr/>
              <p:nvPr/>
            </p:nvSpPr>
            <p:spPr>
              <a:xfrm>
                <a:off x="14374426" y="1117082"/>
                <a:ext cx="50120" cy="1403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38">
                    <a:moveTo>
                      <a:pt x="0" y="14738"/>
                    </a:moveTo>
                    <a:lnTo>
                      <a:pt x="2875" y="9793"/>
                    </a:lnTo>
                    <a:lnTo>
                      <a:pt x="5262" y="0"/>
                    </a:lnTo>
                    <a:lnTo>
                      <a:pt x="2387" y="6101"/>
                    </a:lnTo>
                    <a:close/>
                  </a:path>
                </a:pathLst>
              </a:custGeom>
              <a:solidFill>
                <a:srgbClr val="fbbb9e"/>
              </a:solidFill>
              <a:ln w="3334" cap="flat" cmpd="sng" algn="ctr">
                <a:solidFill>
                  <a:srgbClr val="fbbb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52" name="Surface mesh patch"/>
              <p:cNvSpPr/>
              <p:nvPr/>
            </p:nvSpPr>
            <p:spPr>
              <a:xfrm>
                <a:off x="14424545" y="986625"/>
                <a:ext cx="50120" cy="13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96">
                    <a:moveTo>
                      <a:pt x="0" y="13696"/>
                    </a:moveTo>
                    <a:lnTo>
                      <a:pt x="2875" y="10363"/>
                    </a:lnTo>
                    <a:lnTo>
                      <a:pt x="5262" y="0"/>
                    </a:lnTo>
                    <a:lnTo>
                      <a:pt x="2387" y="4003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53" name="Surface mesh patch"/>
              <p:cNvSpPr/>
              <p:nvPr/>
            </p:nvSpPr>
            <p:spPr>
              <a:xfrm>
                <a:off x="14474665" y="891994"/>
                <a:ext cx="50120" cy="99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46">
                    <a:moveTo>
                      <a:pt x="0" y="9935"/>
                    </a:moveTo>
                    <a:lnTo>
                      <a:pt x="2875" y="10446"/>
                    </a:lnTo>
                    <a:lnTo>
                      <a:pt x="5262" y="5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6b5f"/>
              </a:solidFill>
              <a:ln w="3334" cap="flat" cmpd="sng" algn="ctr">
                <a:solidFill>
                  <a:srgbClr val="e76b5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54" name="Surface mesh patch"/>
              <p:cNvSpPr/>
              <p:nvPr/>
            </p:nvSpPr>
            <p:spPr>
              <a:xfrm>
                <a:off x="14524785" y="811477"/>
                <a:ext cx="50120" cy="142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56">
                    <a:moveTo>
                      <a:pt x="0" y="9000"/>
                    </a:moveTo>
                    <a:lnTo>
                      <a:pt x="2875" y="14956"/>
                    </a:lnTo>
                    <a:lnTo>
                      <a:pt x="5262" y="6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c524f"/>
              </a:solidFill>
              <a:ln w="3334" cap="flat" cmpd="sng" algn="ctr">
                <a:solidFill>
                  <a:srgbClr val="dc524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55" name="Surface mesh patch"/>
              <p:cNvSpPr/>
              <p:nvPr/>
            </p:nvSpPr>
            <p:spPr>
              <a:xfrm>
                <a:off x="14574904" y="808022"/>
                <a:ext cx="50120" cy="175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54">
                    <a:moveTo>
                      <a:pt x="0" y="7001"/>
                    </a:moveTo>
                    <a:lnTo>
                      <a:pt x="2875" y="18454"/>
                    </a:lnTo>
                    <a:lnTo>
                      <a:pt x="5262" y="12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5953"/>
              </a:solidFill>
              <a:ln w="3334" cap="flat" cmpd="sng" algn="ctr">
                <a:solidFill>
                  <a:srgbClr val="df595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56" name="Surface mesh patch"/>
              <p:cNvSpPr/>
              <p:nvPr/>
            </p:nvSpPr>
            <p:spPr>
              <a:xfrm>
                <a:off x="14625024" y="883457"/>
                <a:ext cx="50120" cy="1879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37">
                    <a:moveTo>
                      <a:pt x="0" y="4517"/>
                    </a:moveTo>
                    <a:lnTo>
                      <a:pt x="2875" y="19737"/>
                    </a:lnTo>
                    <a:lnTo>
                      <a:pt x="5262" y="160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7e6b"/>
              </a:solidFill>
              <a:ln w="3334" cap="flat" cmpd="sng" algn="ctr">
                <a:solidFill>
                  <a:srgbClr val="f07e6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57" name="Surface mesh patch"/>
              <p:cNvSpPr/>
              <p:nvPr/>
            </p:nvSpPr>
            <p:spPr>
              <a:xfrm>
                <a:off x="14675144" y="1014634"/>
                <a:ext cx="50120" cy="175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60">
                    <a:moveTo>
                      <a:pt x="0" y="2289"/>
                    </a:moveTo>
                    <a:lnTo>
                      <a:pt x="2875" y="18460"/>
                    </a:lnTo>
                    <a:lnTo>
                      <a:pt x="5262" y="16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78c"/>
              </a:solidFill>
              <a:ln w="3334" cap="flat" cmpd="sng" algn="ctr">
                <a:solidFill>
                  <a:srgbClr val="faa7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58" name="Surface mesh patch"/>
              <p:cNvSpPr/>
              <p:nvPr/>
            </p:nvSpPr>
            <p:spPr>
              <a:xfrm>
                <a:off x="14725263" y="1164381"/>
                <a:ext cx="50120" cy="1452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47">
                    <a:moveTo>
                      <a:pt x="0" y="841"/>
                    </a:moveTo>
                    <a:lnTo>
                      <a:pt x="2875" y="15247"/>
                    </a:lnTo>
                    <a:lnTo>
                      <a:pt x="5262" y="143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59" name="Surface mesh patch"/>
              <p:cNvSpPr/>
              <p:nvPr/>
            </p:nvSpPr>
            <p:spPr>
              <a:xfrm>
                <a:off x="14775383" y="1297959"/>
                <a:ext cx="50120" cy="1072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262">
                    <a:moveTo>
                      <a:pt x="0" y="283"/>
                    </a:moveTo>
                    <a:lnTo>
                      <a:pt x="2875" y="11262"/>
                    </a:lnTo>
                    <a:lnTo>
                      <a:pt x="5262" y="105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60" name="Surface mesh patch"/>
              <p:cNvSpPr/>
              <p:nvPr/>
            </p:nvSpPr>
            <p:spPr>
              <a:xfrm>
                <a:off x="14825503" y="1394895"/>
                <a:ext cx="50120" cy="722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90">
                    <a:moveTo>
                      <a:pt x="0" y="381"/>
                    </a:moveTo>
                    <a:lnTo>
                      <a:pt x="2875" y="7590"/>
                    </a:lnTo>
                    <a:lnTo>
                      <a:pt x="5262" y="66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61" name="Surface mesh patch"/>
              <p:cNvSpPr/>
              <p:nvPr/>
            </p:nvSpPr>
            <p:spPr>
              <a:xfrm>
                <a:off x="14875622" y="1451215"/>
                <a:ext cx="50120" cy="460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8">
                    <a:moveTo>
                      <a:pt x="0" y="782"/>
                    </a:moveTo>
                    <a:lnTo>
                      <a:pt x="2875" y="4838"/>
                    </a:lnTo>
                    <a:lnTo>
                      <a:pt x="5262" y="36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62" name="Surface mesh patch"/>
              <p:cNvSpPr/>
              <p:nvPr/>
            </p:nvSpPr>
            <p:spPr>
              <a:xfrm>
                <a:off x="14925742" y="1474271"/>
                <a:ext cx="50120" cy="296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0">
                    <a:moveTo>
                      <a:pt x="0" y="1201"/>
                    </a:moveTo>
                    <a:lnTo>
                      <a:pt x="2875" y="3110"/>
                    </a:lnTo>
                    <a:lnTo>
                      <a:pt x="5262" y="16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63" name="Surface mesh patch"/>
              <p:cNvSpPr/>
              <p:nvPr/>
            </p:nvSpPr>
            <p:spPr>
              <a:xfrm>
                <a:off x="14975862" y="1475651"/>
                <a:ext cx="50120" cy="210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8">
                    <a:moveTo>
                      <a:pt x="0" y="1485"/>
                    </a:moveTo>
                    <a:lnTo>
                      <a:pt x="2875" y="2208"/>
                    </a:lnTo>
                    <a:lnTo>
                      <a:pt x="5262" y="6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64" name="Surface mesh patch"/>
              <p:cNvSpPr/>
              <p:nvPr/>
            </p:nvSpPr>
            <p:spPr>
              <a:xfrm>
                <a:off x="15025981" y="1466187"/>
                <a:ext cx="50120" cy="17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">
                    <a:moveTo>
                      <a:pt x="0" y="1595"/>
                    </a:moveTo>
                    <a:lnTo>
                      <a:pt x="2875" y="1858"/>
                    </a:lnTo>
                    <a:lnTo>
                      <a:pt x="5262" y="2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65" name="Surface mesh patch"/>
              <p:cNvSpPr/>
              <p:nvPr/>
            </p:nvSpPr>
            <p:spPr>
              <a:xfrm>
                <a:off x="15076101" y="1453946"/>
                <a:ext cx="50120" cy="17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9">
                    <a:moveTo>
                      <a:pt x="0" y="1551"/>
                    </a:moveTo>
                    <a:lnTo>
                      <a:pt x="2875" y="1829"/>
                    </a:lnTo>
                    <a:lnTo>
                      <a:pt x="5262" y="3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66" name="Surface mesh patch"/>
              <p:cNvSpPr/>
              <p:nvPr/>
            </p:nvSpPr>
            <p:spPr>
              <a:xfrm>
                <a:off x="15126220" y="1444131"/>
                <a:ext cx="50120" cy="18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0">
                    <a:moveTo>
                      <a:pt x="0" y="1398"/>
                    </a:moveTo>
                    <a:lnTo>
                      <a:pt x="2875" y="1970"/>
                    </a:lnTo>
                    <a:lnTo>
                      <a:pt x="5262" y="7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67" name="Surface mesh patch"/>
              <p:cNvSpPr/>
              <p:nvPr/>
            </p:nvSpPr>
            <p:spPr>
              <a:xfrm>
                <a:off x="15176340" y="1439616"/>
                <a:ext cx="50120" cy="207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2">
                    <a:moveTo>
                      <a:pt x="0" y="1184"/>
                    </a:moveTo>
                    <a:lnTo>
                      <a:pt x="2875" y="2182"/>
                    </a:lnTo>
                    <a:lnTo>
                      <a:pt x="5262" y="11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68" name="Surface mesh patch"/>
              <p:cNvSpPr/>
              <p:nvPr/>
            </p:nvSpPr>
            <p:spPr>
              <a:xfrm>
                <a:off x="15226460" y="1441438"/>
                <a:ext cx="50120" cy="22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958"/>
                    </a:moveTo>
                    <a:lnTo>
                      <a:pt x="2875" y="2398"/>
                    </a:lnTo>
                    <a:lnTo>
                      <a:pt x="5262" y="15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69" name="Surface mesh patch"/>
              <p:cNvSpPr/>
              <p:nvPr/>
            </p:nvSpPr>
            <p:spPr>
              <a:xfrm>
                <a:off x="13349301" y="1592233"/>
                <a:ext cx="50120" cy="171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2">
                    <a:moveTo>
                      <a:pt x="0" y="784"/>
                    </a:moveTo>
                    <a:lnTo>
                      <a:pt x="2875" y="1802"/>
                    </a:lnTo>
                    <a:lnTo>
                      <a:pt x="5262" y="9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70" name="Surface mesh patch"/>
              <p:cNvSpPr/>
              <p:nvPr/>
            </p:nvSpPr>
            <p:spPr>
              <a:xfrm>
                <a:off x="13399421" y="1593653"/>
                <a:ext cx="50120" cy="134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0">
                    <a:moveTo>
                      <a:pt x="0" y="793"/>
                    </a:moveTo>
                    <a:lnTo>
                      <a:pt x="2875" y="1410"/>
                    </a:lnTo>
                    <a:lnTo>
                      <a:pt x="5262" y="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71" name="Surface mesh patch"/>
              <p:cNvSpPr/>
              <p:nvPr/>
            </p:nvSpPr>
            <p:spPr>
              <a:xfrm>
                <a:off x="13449540" y="1592353"/>
                <a:ext cx="50120" cy="94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">
                    <a:moveTo>
                      <a:pt x="0" y="711"/>
                    </a:moveTo>
                    <a:lnTo>
                      <a:pt x="2875" y="993"/>
                    </a:lnTo>
                    <a:lnTo>
                      <a:pt x="5262" y="2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72" name="Surface mesh patch"/>
              <p:cNvSpPr/>
              <p:nvPr/>
            </p:nvSpPr>
            <p:spPr>
              <a:xfrm>
                <a:off x="13499660" y="1589914"/>
                <a:ext cx="50120" cy="55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">
                    <a:moveTo>
                      <a:pt x="0" y="535"/>
                    </a:moveTo>
                    <a:lnTo>
                      <a:pt x="2875" y="585"/>
                    </a:lnTo>
                    <a:lnTo>
                      <a:pt x="5262" y="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73" name="Surface mesh patch"/>
              <p:cNvSpPr/>
              <p:nvPr/>
            </p:nvSpPr>
            <p:spPr>
              <a:xfrm>
                <a:off x="13549780" y="1587967"/>
                <a:ext cx="50120" cy="27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">
                    <a:moveTo>
                      <a:pt x="0" y="287"/>
                    </a:moveTo>
                    <a:lnTo>
                      <a:pt x="2875" y="239"/>
                    </a:lnTo>
                    <a:lnTo>
                      <a:pt x="5262" y="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74" name="Surface mesh patch"/>
              <p:cNvSpPr/>
              <p:nvPr/>
            </p:nvSpPr>
            <p:spPr>
              <a:xfrm>
                <a:off x="13599899" y="1587926"/>
                <a:ext cx="50120" cy="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">
                    <a:moveTo>
                      <a:pt x="0" y="13"/>
                    </a:moveTo>
                    <a:lnTo>
                      <a:pt x="2875" y="29"/>
                    </a:lnTo>
                    <a:lnTo>
                      <a:pt x="5262" y="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75" name="Surface mesh patch"/>
              <p:cNvSpPr/>
              <p:nvPr/>
            </p:nvSpPr>
            <p:spPr>
              <a:xfrm>
                <a:off x="13650019" y="1588715"/>
                <a:ext cx="50120" cy="5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">
                    <a:moveTo>
                      <a:pt x="0" y="0"/>
                    </a:moveTo>
                    <a:lnTo>
                      <a:pt x="2875" y="273"/>
                    </a:lnTo>
                    <a:lnTo>
                      <a:pt x="5262" y="566"/>
                    </a:lnTo>
                    <a:lnTo>
                      <a:pt x="2387" y="23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76" name="Surface mesh patch"/>
              <p:cNvSpPr/>
              <p:nvPr/>
            </p:nvSpPr>
            <p:spPr>
              <a:xfrm>
                <a:off x="13700139" y="1594106"/>
                <a:ext cx="50120" cy="111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8">
                    <a:moveTo>
                      <a:pt x="0" y="0"/>
                    </a:moveTo>
                    <a:lnTo>
                      <a:pt x="2875" y="747"/>
                    </a:lnTo>
                    <a:lnTo>
                      <a:pt x="5262" y="1168"/>
                    </a:lnTo>
                    <a:lnTo>
                      <a:pt x="2387" y="378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77" name="Surface mesh patch"/>
              <p:cNvSpPr/>
              <p:nvPr/>
            </p:nvSpPr>
            <p:spPr>
              <a:xfrm>
                <a:off x="13750258" y="1605236"/>
                <a:ext cx="50120" cy="17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9">
                    <a:moveTo>
                      <a:pt x="0" y="0"/>
                    </a:moveTo>
                    <a:lnTo>
                      <a:pt x="2875" y="1426"/>
                    </a:lnTo>
                    <a:lnTo>
                      <a:pt x="5262" y="1799"/>
                    </a:lnTo>
                    <a:lnTo>
                      <a:pt x="2387" y="37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78" name="Surface mesh patch"/>
              <p:cNvSpPr/>
              <p:nvPr/>
            </p:nvSpPr>
            <p:spPr>
              <a:xfrm>
                <a:off x="13800378" y="1622367"/>
                <a:ext cx="50120" cy="22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4">
                    <a:moveTo>
                      <a:pt x="0" y="0"/>
                    </a:moveTo>
                    <a:lnTo>
                      <a:pt x="2875" y="2246"/>
                    </a:lnTo>
                    <a:lnTo>
                      <a:pt x="5262" y="2324"/>
                    </a:lnTo>
                    <a:lnTo>
                      <a:pt x="2387" y="159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79" name="Surface mesh patch"/>
              <p:cNvSpPr/>
              <p:nvPr/>
            </p:nvSpPr>
            <p:spPr>
              <a:xfrm>
                <a:off x="13850498" y="1641632"/>
                <a:ext cx="50120" cy="321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7">
                    <a:moveTo>
                      <a:pt x="0" y="301"/>
                    </a:moveTo>
                    <a:lnTo>
                      <a:pt x="2875" y="3377"/>
                    </a:lnTo>
                    <a:lnTo>
                      <a:pt x="5262" y="28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80" name="Surface mesh patch"/>
              <p:cNvSpPr/>
              <p:nvPr/>
            </p:nvSpPr>
            <p:spPr>
              <a:xfrm>
                <a:off x="13900617" y="1659341"/>
                <a:ext cx="50120" cy="45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51">
                    <a:moveTo>
                      <a:pt x="0" y="1010"/>
                    </a:moveTo>
                    <a:lnTo>
                      <a:pt x="2875" y="4751"/>
                    </a:lnTo>
                    <a:lnTo>
                      <a:pt x="5262" y="33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81" name="Surface mesh patch"/>
              <p:cNvSpPr/>
              <p:nvPr/>
            </p:nvSpPr>
            <p:spPr>
              <a:xfrm>
                <a:off x="13950737" y="1673173"/>
                <a:ext cx="50120" cy="570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0">
                    <a:moveTo>
                      <a:pt x="0" y="1919"/>
                    </a:moveTo>
                    <a:lnTo>
                      <a:pt x="2875" y="5990"/>
                    </a:lnTo>
                    <a:lnTo>
                      <a:pt x="5262" y="35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82" name="Surface mesh patch"/>
              <p:cNvSpPr/>
              <p:nvPr/>
            </p:nvSpPr>
            <p:spPr>
              <a:xfrm>
                <a:off x="14000856" y="1678941"/>
                <a:ext cx="50120" cy="65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6">
                    <a:moveTo>
                      <a:pt x="0" y="2922"/>
                    </a:moveTo>
                    <a:lnTo>
                      <a:pt x="2875" y="6876"/>
                    </a:lnTo>
                    <a:lnTo>
                      <a:pt x="5262" y="3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eabfd"/>
              </a:solidFill>
              <a:ln w="3334" cap="flat" cmpd="sng" algn="ctr">
                <a:solidFill>
                  <a:srgbClr val="8e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83" name="Surface mesh patch"/>
              <p:cNvSpPr/>
              <p:nvPr/>
            </p:nvSpPr>
            <p:spPr>
              <a:xfrm>
                <a:off x="14050976" y="1673043"/>
                <a:ext cx="50120" cy="69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8">
                    <a:moveTo>
                      <a:pt x="0" y="3881"/>
                    </a:moveTo>
                    <a:lnTo>
                      <a:pt x="2875" y="7248"/>
                    </a:lnTo>
                    <a:lnTo>
                      <a:pt x="5262" y="2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84" name="Surface mesh patch"/>
              <p:cNvSpPr/>
              <p:nvPr/>
            </p:nvSpPr>
            <p:spPr>
              <a:xfrm>
                <a:off x="14101096" y="1652971"/>
                <a:ext cx="50120" cy="67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5">
                    <a:moveTo>
                      <a:pt x="0" y="4682"/>
                    </a:moveTo>
                    <a:lnTo>
                      <a:pt x="2875" y="7045"/>
                    </a:lnTo>
                    <a:lnTo>
                      <a:pt x="5262" y="15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85" name="Surface mesh patch"/>
              <p:cNvSpPr/>
              <p:nvPr/>
            </p:nvSpPr>
            <p:spPr>
              <a:xfrm>
                <a:off x="14151215" y="1616889"/>
                <a:ext cx="50120" cy="60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30">
                    <a:moveTo>
                      <a:pt x="0" y="5301"/>
                    </a:moveTo>
                    <a:lnTo>
                      <a:pt x="2875" y="6330"/>
                    </a:lnTo>
                    <a:lnTo>
                      <a:pt x="5262" y="1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86" name="Surface mesh patch"/>
              <p:cNvSpPr/>
              <p:nvPr/>
            </p:nvSpPr>
            <p:spPr>
              <a:xfrm>
                <a:off x="14201335" y="1547953"/>
                <a:ext cx="50120" cy="70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64">
                    <a:moveTo>
                      <a:pt x="0" y="7364"/>
                    </a:moveTo>
                    <a:lnTo>
                      <a:pt x="2875" y="6833"/>
                    </a:lnTo>
                    <a:lnTo>
                      <a:pt x="5262" y="0"/>
                    </a:lnTo>
                    <a:lnTo>
                      <a:pt x="2387" y="1523"/>
                    </a:lnTo>
                    <a:close/>
                  </a:path>
                </a:pathLst>
              </a:custGeom>
              <a:solidFill>
                <a:srgbClr val="afccfd"/>
              </a:solidFill>
              <a:ln w="3334" cap="flat" cmpd="sng" algn="ctr">
                <a:solidFill>
                  <a:srgbClr val="af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87" name="Surface mesh patch"/>
              <p:cNvSpPr/>
              <p:nvPr/>
            </p:nvSpPr>
            <p:spPr>
              <a:xfrm>
                <a:off x="14251455" y="1454983"/>
                <a:ext cx="50120" cy="92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61">
                    <a:moveTo>
                      <a:pt x="0" y="9761"/>
                    </a:moveTo>
                    <a:lnTo>
                      <a:pt x="2875" y="7615"/>
                    </a:lnTo>
                    <a:lnTo>
                      <a:pt x="5262" y="0"/>
                    </a:lnTo>
                    <a:lnTo>
                      <a:pt x="2387" y="3263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88" name="Surface mesh patch"/>
              <p:cNvSpPr/>
              <p:nvPr/>
            </p:nvSpPr>
            <p:spPr>
              <a:xfrm>
                <a:off x="14301574" y="1339794"/>
                <a:ext cx="50120" cy="115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93">
                    <a:moveTo>
                      <a:pt x="0" y="12093"/>
                    </a:moveTo>
                    <a:lnTo>
                      <a:pt x="2875" y="8630"/>
                    </a:lnTo>
                    <a:lnTo>
                      <a:pt x="5262" y="0"/>
                    </a:lnTo>
                    <a:lnTo>
                      <a:pt x="2387" y="4653"/>
                    </a:lnTo>
                    <a:close/>
                  </a:path>
                </a:pathLst>
              </a:custGeom>
              <a:solidFill>
                <a:srgbClr val="e4dedf"/>
              </a:solidFill>
              <a:ln w="3334" cap="flat" cmpd="sng" algn="ctr">
                <a:solidFill>
                  <a:srgbClr val="e4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89" name="Surface mesh patch"/>
              <p:cNvSpPr/>
              <p:nvPr/>
            </p:nvSpPr>
            <p:spPr>
              <a:xfrm>
                <a:off x="14351694" y="1210359"/>
                <a:ext cx="50120" cy="1294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89">
                    <a:moveTo>
                      <a:pt x="0" y="13589"/>
                    </a:moveTo>
                    <a:lnTo>
                      <a:pt x="2875" y="9709"/>
                    </a:lnTo>
                    <a:lnTo>
                      <a:pt x="5262" y="0"/>
                    </a:lnTo>
                    <a:lnTo>
                      <a:pt x="2387" y="4945"/>
                    </a:lnTo>
                    <a:close/>
                  </a:path>
                </a:pathLst>
              </a:custGeom>
              <a:solidFill>
                <a:srgbClr val="fbcdb1"/>
              </a:solidFill>
              <a:ln w="3334" cap="flat" cmpd="sng" algn="ctr">
                <a:solidFill>
                  <a:srgbClr val="fbcd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90" name="Surface mesh patch"/>
              <p:cNvSpPr/>
              <p:nvPr/>
            </p:nvSpPr>
            <p:spPr>
              <a:xfrm>
                <a:off x="14401814" y="1085335"/>
                <a:ext cx="50120" cy="125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26">
                    <a:moveTo>
                      <a:pt x="0" y="13126"/>
                    </a:moveTo>
                    <a:lnTo>
                      <a:pt x="2875" y="10428"/>
                    </a:lnTo>
                    <a:lnTo>
                      <a:pt x="5262" y="0"/>
                    </a:lnTo>
                    <a:lnTo>
                      <a:pt x="2387" y="3333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91" name="Surface mesh patch"/>
              <p:cNvSpPr/>
              <p:nvPr/>
            </p:nvSpPr>
            <p:spPr>
              <a:xfrm>
                <a:off x="14451933" y="986625"/>
                <a:ext cx="50120" cy="1031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26">
                    <a:moveTo>
                      <a:pt x="0" y="10363"/>
                    </a:moveTo>
                    <a:lnTo>
                      <a:pt x="2875" y="10826"/>
                    </a:lnTo>
                    <a:lnTo>
                      <a:pt x="5262" y="5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9278"/>
              </a:solidFill>
              <a:ln w="3334" cap="flat" cmpd="sng" algn="ctr">
                <a:solidFill>
                  <a:srgbClr val="f992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92" name="Surface mesh patch"/>
              <p:cNvSpPr/>
              <p:nvPr/>
            </p:nvSpPr>
            <p:spPr>
              <a:xfrm>
                <a:off x="14502053" y="897204"/>
                <a:ext cx="50120" cy="1438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01">
                    <a:moveTo>
                      <a:pt x="0" y="9899"/>
                    </a:moveTo>
                    <a:lnTo>
                      <a:pt x="2875" y="15101"/>
                    </a:lnTo>
                    <a:lnTo>
                      <a:pt x="5262" y="5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465"/>
              </a:solidFill>
              <a:ln w="3334" cap="flat" cmpd="sng" algn="ctr">
                <a:solidFill>
                  <a:srgbClr val="eb74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93" name="Surface mesh patch"/>
              <p:cNvSpPr/>
              <p:nvPr/>
            </p:nvSpPr>
            <p:spPr>
              <a:xfrm>
                <a:off x="14552173" y="874708"/>
                <a:ext cx="50120" cy="177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4">
                    <a:moveTo>
                      <a:pt x="0" y="8318"/>
                    </a:moveTo>
                    <a:lnTo>
                      <a:pt x="2875" y="18584"/>
                    </a:lnTo>
                    <a:lnTo>
                      <a:pt x="5262" y="114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364"/>
              </a:solidFill>
              <a:ln w="3334" cap="flat" cmpd="sng" algn="ctr">
                <a:solidFill>
                  <a:srgbClr val="eb73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94" name="Surface mesh patch"/>
              <p:cNvSpPr/>
              <p:nvPr/>
            </p:nvSpPr>
            <p:spPr>
              <a:xfrm>
                <a:off x="14602292" y="926479"/>
                <a:ext cx="50120" cy="191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54">
                    <a:moveTo>
                      <a:pt x="0" y="6017"/>
                    </a:moveTo>
                    <a:lnTo>
                      <a:pt x="2875" y="20054"/>
                    </a:lnTo>
                    <a:lnTo>
                      <a:pt x="5262" y="152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78e75"/>
              </a:solidFill>
              <a:ln w="3334" cap="flat" cmpd="sng" algn="ctr">
                <a:solidFill>
                  <a:srgbClr val="f78e7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95" name="Surface mesh patch"/>
              <p:cNvSpPr/>
              <p:nvPr/>
            </p:nvSpPr>
            <p:spPr>
              <a:xfrm>
                <a:off x="14652412" y="1036436"/>
                <a:ext cx="50120" cy="181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39">
                    <a:moveTo>
                      <a:pt x="0" y="3677"/>
                    </a:moveTo>
                    <a:lnTo>
                      <a:pt x="2875" y="19039"/>
                    </a:lnTo>
                    <a:lnTo>
                      <a:pt x="5262" y="161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96" name="Surface mesh patch"/>
              <p:cNvSpPr/>
              <p:nvPr/>
            </p:nvSpPr>
            <p:spPr>
              <a:xfrm>
                <a:off x="14702531" y="1172394"/>
                <a:ext cx="50120" cy="152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9">
                    <a:moveTo>
                      <a:pt x="0" y="1898"/>
                    </a:moveTo>
                    <a:lnTo>
                      <a:pt x="2875" y="16009"/>
                    </a:lnTo>
                    <a:lnTo>
                      <a:pt x="5262" y="14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97" name="Surface mesh patch"/>
              <p:cNvSpPr/>
              <p:nvPr/>
            </p:nvSpPr>
            <p:spPr>
              <a:xfrm>
                <a:off x="14752651" y="1300650"/>
                <a:ext cx="50120" cy="1147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46">
                    <a:moveTo>
                      <a:pt x="0" y="941"/>
                    </a:moveTo>
                    <a:lnTo>
                      <a:pt x="2875" y="12046"/>
                    </a:lnTo>
                    <a:lnTo>
                      <a:pt x="5262" y="109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98" name="Surface mesh patch"/>
              <p:cNvSpPr/>
              <p:nvPr/>
            </p:nvSpPr>
            <p:spPr>
              <a:xfrm>
                <a:off x="14802771" y="1398520"/>
                <a:ext cx="50120" cy="78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51">
                    <a:moveTo>
                      <a:pt x="0" y="704"/>
                    </a:moveTo>
                    <a:lnTo>
                      <a:pt x="2875" y="8251"/>
                    </a:lnTo>
                    <a:lnTo>
                      <a:pt x="5262" y="7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99" name="Surface mesh patch"/>
              <p:cNvSpPr/>
              <p:nvPr/>
            </p:nvSpPr>
            <p:spPr>
              <a:xfrm>
                <a:off x="14852890" y="1458666"/>
                <a:ext cx="50120" cy="50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6">
                    <a:moveTo>
                      <a:pt x="0" y="894"/>
                    </a:moveTo>
                    <a:lnTo>
                      <a:pt x="2875" y="5306"/>
                    </a:lnTo>
                    <a:lnTo>
                      <a:pt x="5262" y="40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00" name="Surface mesh patch"/>
              <p:cNvSpPr/>
              <p:nvPr/>
            </p:nvSpPr>
            <p:spPr>
              <a:xfrm>
                <a:off x="14903010" y="1485708"/>
                <a:ext cx="50120" cy="32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8">
                    <a:moveTo>
                      <a:pt x="0" y="1216"/>
                    </a:moveTo>
                    <a:lnTo>
                      <a:pt x="2875" y="3388"/>
                    </a:lnTo>
                    <a:lnTo>
                      <a:pt x="5262" y="19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01" name="Surface mesh patch"/>
              <p:cNvSpPr/>
              <p:nvPr/>
            </p:nvSpPr>
            <p:spPr>
              <a:xfrm>
                <a:off x="14953130" y="1489793"/>
                <a:ext cx="50120" cy="222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9">
                    <a:moveTo>
                      <a:pt x="0" y="1480"/>
                    </a:moveTo>
                    <a:lnTo>
                      <a:pt x="2875" y="2339"/>
                    </a:lnTo>
                    <a:lnTo>
                      <a:pt x="5262" y="7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02" name="Surface mesh patch"/>
              <p:cNvSpPr/>
              <p:nvPr/>
            </p:nvSpPr>
            <p:spPr>
              <a:xfrm>
                <a:off x="15003249" y="1481375"/>
                <a:ext cx="50120" cy="17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607"/>
                    </a:moveTo>
                    <a:lnTo>
                      <a:pt x="2875" y="1888"/>
                    </a:lnTo>
                    <a:lnTo>
                      <a:pt x="5262" y="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03" name="Surface mesh patch"/>
              <p:cNvSpPr/>
              <p:nvPr/>
            </p:nvSpPr>
            <p:spPr>
              <a:xfrm>
                <a:off x="15053369" y="1468720"/>
                <a:ext cx="50120" cy="17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8">
                    <a:moveTo>
                      <a:pt x="0" y="1592"/>
                    </a:moveTo>
                    <a:lnTo>
                      <a:pt x="2875" y="1798"/>
                    </a:lnTo>
                    <a:lnTo>
                      <a:pt x="5262" y="2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04" name="Surface mesh patch"/>
              <p:cNvSpPr/>
              <p:nvPr/>
            </p:nvSpPr>
            <p:spPr>
              <a:xfrm>
                <a:off x="15103489" y="1457445"/>
                <a:ext cx="50120" cy="181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6">
                    <a:moveTo>
                      <a:pt x="0" y="1462"/>
                    </a:moveTo>
                    <a:lnTo>
                      <a:pt x="2875" y="1906"/>
                    </a:lnTo>
                    <a:lnTo>
                      <a:pt x="5262" y="5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05" name="Surface mesh patch"/>
              <p:cNvSpPr/>
              <p:nvPr/>
            </p:nvSpPr>
            <p:spPr>
              <a:xfrm>
                <a:off x="15153608" y="1450893"/>
                <a:ext cx="50120" cy="20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6">
                    <a:moveTo>
                      <a:pt x="0" y="1260"/>
                    </a:moveTo>
                    <a:lnTo>
                      <a:pt x="2875" y="2106"/>
                    </a:lnTo>
                    <a:lnTo>
                      <a:pt x="5262" y="9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06" name="Surface mesh patch"/>
              <p:cNvSpPr/>
              <p:nvPr/>
            </p:nvSpPr>
            <p:spPr>
              <a:xfrm>
                <a:off x="15203728" y="1450565"/>
                <a:ext cx="50120" cy="221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8">
                    <a:moveTo>
                      <a:pt x="0" y="1032"/>
                    </a:moveTo>
                    <a:lnTo>
                      <a:pt x="2875" y="2328"/>
                    </a:lnTo>
                    <a:lnTo>
                      <a:pt x="5262" y="14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07" name="Surface mesh patch"/>
              <p:cNvSpPr/>
              <p:nvPr/>
            </p:nvSpPr>
            <p:spPr>
              <a:xfrm>
                <a:off x="13376689" y="1601203"/>
                <a:ext cx="50120" cy="14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1">
                    <a:moveTo>
                      <a:pt x="0" y="860"/>
                    </a:moveTo>
                    <a:lnTo>
                      <a:pt x="2875" y="1551"/>
                    </a:lnTo>
                    <a:lnTo>
                      <a:pt x="5262" y="6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08" name="Surface mesh patch"/>
              <p:cNvSpPr/>
              <p:nvPr/>
            </p:nvSpPr>
            <p:spPr>
              <a:xfrm>
                <a:off x="13426809" y="1599127"/>
                <a:ext cx="50120" cy="1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3">
                    <a:moveTo>
                      <a:pt x="0" y="835"/>
                    </a:moveTo>
                    <a:lnTo>
                      <a:pt x="2875" y="1153"/>
                    </a:lnTo>
                    <a:lnTo>
                      <a:pt x="5262" y="2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09" name="Surface mesh patch"/>
              <p:cNvSpPr/>
              <p:nvPr/>
            </p:nvSpPr>
            <p:spPr>
              <a:xfrm>
                <a:off x="13476928" y="1595011"/>
                <a:ext cx="50120" cy="7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9">
                    <a:moveTo>
                      <a:pt x="0" y="714"/>
                    </a:moveTo>
                    <a:lnTo>
                      <a:pt x="2875" y="759"/>
                    </a:lnTo>
                    <a:lnTo>
                      <a:pt x="5262" y="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0" name="Surface mesh patch"/>
              <p:cNvSpPr/>
              <p:nvPr/>
            </p:nvSpPr>
            <p:spPr>
              <a:xfrm>
                <a:off x="13527048" y="1590242"/>
                <a:ext cx="50120" cy="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0">
                    <a:moveTo>
                      <a:pt x="0" y="550"/>
                    </a:moveTo>
                    <a:lnTo>
                      <a:pt x="2875" y="464"/>
                    </a:lnTo>
                    <a:lnTo>
                      <a:pt x="5262" y="0"/>
                    </a:lnTo>
                    <a:lnTo>
                      <a:pt x="2387" y="4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1" name="Surface mesh patch"/>
              <p:cNvSpPr/>
              <p:nvPr/>
            </p:nvSpPr>
            <p:spPr>
              <a:xfrm>
                <a:off x="13577167" y="1588050"/>
                <a:ext cx="50120" cy="2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">
                    <a:moveTo>
                      <a:pt x="0" y="230"/>
                    </a:moveTo>
                    <a:lnTo>
                      <a:pt x="2875" y="183"/>
                    </a:lnTo>
                    <a:lnTo>
                      <a:pt x="5262" y="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2" name="Surface mesh patch"/>
              <p:cNvSpPr/>
              <p:nvPr/>
            </p:nvSpPr>
            <p:spPr>
              <a:xfrm>
                <a:off x="13627287" y="1588201"/>
                <a:ext cx="50120" cy="3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7">
                    <a:moveTo>
                      <a:pt x="0" y="0"/>
                    </a:moveTo>
                    <a:lnTo>
                      <a:pt x="2875" y="195"/>
                    </a:lnTo>
                    <a:lnTo>
                      <a:pt x="5262" y="327"/>
                    </a:lnTo>
                    <a:lnTo>
                      <a:pt x="2387" y="54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3" name="Surface mesh patch"/>
              <p:cNvSpPr/>
              <p:nvPr/>
            </p:nvSpPr>
            <p:spPr>
              <a:xfrm>
                <a:off x="13677407" y="1591319"/>
                <a:ext cx="50120" cy="98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9">
                    <a:moveTo>
                      <a:pt x="0" y="0"/>
                    </a:moveTo>
                    <a:lnTo>
                      <a:pt x="2875" y="663"/>
                    </a:lnTo>
                    <a:lnTo>
                      <a:pt x="5262" y="1039"/>
                    </a:lnTo>
                    <a:lnTo>
                      <a:pt x="2387" y="293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4" name="Surface mesh patch"/>
              <p:cNvSpPr/>
              <p:nvPr/>
            </p:nvSpPr>
            <p:spPr>
              <a:xfrm>
                <a:off x="13727526" y="1601219"/>
                <a:ext cx="50120" cy="176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">
                    <a:moveTo>
                      <a:pt x="0" y="0"/>
                    </a:moveTo>
                    <a:lnTo>
                      <a:pt x="2875" y="1357"/>
                    </a:lnTo>
                    <a:lnTo>
                      <a:pt x="5262" y="1848"/>
                    </a:lnTo>
                    <a:lnTo>
                      <a:pt x="2387" y="422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5" name="Surface mesh patch"/>
              <p:cNvSpPr/>
              <p:nvPr/>
            </p:nvSpPr>
            <p:spPr>
              <a:xfrm>
                <a:off x="13777646" y="1618821"/>
                <a:ext cx="50120" cy="24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9">
                    <a:moveTo>
                      <a:pt x="0" y="0"/>
                    </a:moveTo>
                    <a:lnTo>
                      <a:pt x="2875" y="2227"/>
                    </a:lnTo>
                    <a:lnTo>
                      <a:pt x="5262" y="2619"/>
                    </a:lnTo>
                    <a:lnTo>
                      <a:pt x="2387" y="372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6" name="Surface mesh patch"/>
              <p:cNvSpPr/>
              <p:nvPr/>
            </p:nvSpPr>
            <p:spPr>
              <a:xfrm>
                <a:off x="13827766" y="1643763"/>
                <a:ext cx="50120" cy="30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7">
                    <a:moveTo>
                      <a:pt x="0" y="0"/>
                    </a:moveTo>
                    <a:lnTo>
                      <a:pt x="2875" y="3157"/>
                    </a:lnTo>
                    <a:lnTo>
                      <a:pt x="5262" y="3154"/>
                    </a:lnTo>
                    <a:lnTo>
                      <a:pt x="2387" y="77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7" name="Surface mesh patch"/>
              <p:cNvSpPr/>
              <p:nvPr/>
            </p:nvSpPr>
            <p:spPr>
              <a:xfrm>
                <a:off x="13877885" y="1668963"/>
                <a:ext cx="50120" cy="427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4">
                    <a:moveTo>
                      <a:pt x="0" y="508"/>
                    </a:moveTo>
                    <a:lnTo>
                      <a:pt x="2875" y="4484"/>
                    </a:lnTo>
                    <a:lnTo>
                      <a:pt x="5262" y="3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8" name="Surface mesh patch"/>
              <p:cNvSpPr/>
              <p:nvPr/>
            </p:nvSpPr>
            <p:spPr>
              <a:xfrm>
                <a:off x="13928005" y="1691453"/>
                <a:ext cx="50120" cy="55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75">
                    <a:moveTo>
                      <a:pt x="0" y="1380"/>
                    </a:moveTo>
                    <a:lnTo>
                      <a:pt x="2875" y="5875"/>
                    </a:lnTo>
                    <a:lnTo>
                      <a:pt x="5262" y="40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dfd"/>
              </a:solidFill>
              <a:ln w="3334" cap="flat" cmpd="sng" algn="ctr">
                <a:solidFill>
                  <a:srgbClr val="8fa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9" name="Surface mesh patch"/>
              <p:cNvSpPr/>
              <p:nvPr/>
            </p:nvSpPr>
            <p:spPr>
              <a:xfrm>
                <a:off x="13978125" y="1706773"/>
                <a:ext cx="50120" cy="669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8">
                    <a:moveTo>
                      <a:pt x="0" y="2463"/>
                    </a:moveTo>
                    <a:lnTo>
                      <a:pt x="2875" y="7028"/>
                    </a:lnTo>
                    <a:lnTo>
                      <a:pt x="5262" y="3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0" name="Surface mesh patch"/>
              <p:cNvSpPr/>
              <p:nvPr/>
            </p:nvSpPr>
            <p:spPr>
              <a:xfrm>
                <a:off x="14028244" y="1710009"/>
                <a:ext cx="50120" cy="737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41">
                    <a:moveTo>
                      <a:pt x="0" y="3615"/>
                    </a:moveTo>
                    <a:lnTo>
                      <a:pt x="2875" y="7741"/>
                    </a:lnTo>
                    <a:lnTo>
                      <a:pt x="5262" y="33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7a4fd"/>
              </a:solidFill>
              <a:ln w="3334" cap="flat" cmpd="sng" algn="ctr">
                <a:solidFill>
                  <a:srgbClr val="87a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1" name="Surface mesh patch"/>
              <p:cNvSpPr/>
              <p:nvPr/>
            </p:nvSpPr>
            <p:spPr>
              <a:xfrm>
                <a:off x="14078364" y="1697567"/>
                <a:ext cx="50120" cy="751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85">
                    <a:moveTo>
                      <a:pt x="0" y="4674"/>
                    </a:moveTo>
                    <a:lnTo>
                      <a:pt x="2875" y="7885"/>
                    </a:lnTo>
                    <a:lnTo>
                      <a:pt x="5262" y="23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aa7fd"/>
              </a:solidFill>
              <a:ln w="3334" cap="flat" cmpd="sng" algn="ctr">
                <a:solidFill>
                  <a:srgbClr val="8a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2" name="Surface mesh patch"/>
              <p:cNvSpPr/>
              <p:nvPr/>
            </p:nvSpPr>
            <p:spPr>
              <a:xfrm>
                <a:off x="14128484" y="1667382"/>
                <a:ext cx="50120" cy="71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61">
                    <a:moveTo>
                      <a:pt x="0" y="5532"/>
                    </a:moveTo>
                    <a:lnTo>
                      <a:pt x="2875" y="7461"/>
                    </a:lnTo>
                    <a:lnTo>
                      <a:pt x="5262" y="10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2b0fd"/>
              </a:solidFill>
              <a:ln w="3334" cap="flat" cmpd="sng" algn="ctr">
                <a:solidFill>
                  <a:srgbClr val="92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3" name="Surface mesh patch"/>
              <p:cNvSpPr/>
              <p:nvPr/>
            </p:nvSpPr>
            <p:spPr>
              <a:xfrm>
                <a:off x="14178603" y="1613038"/>
                <a:ext cx="50120" cy="681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5">
                    <a:moveTo>
                      <a:pt x="0" y="6734"/>
                    </a:moveTo>
                    <a:lnTo>
                      <a:pt x="2875" y="7155"/>
                    </a:lnTo>
                    <a:lnTo>
                      <a:pt x="5262" y="0"/>
                    </a:lnTo>
                    <a:lnTo>
                      <a:pt x="2387" y="531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4" name="Surface mesh patch"/>
              <p:cNvSpPr/>
              <p:nvPr/>
            </p:nvSpPr>
            <p:spPr>
              <a:xfrm>
                <a:off x="14228723" y="1527511"/>
                <a:ext cx="50120" cy="855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79">
                    <a:moveTo>
                      <a:pt x="0" y="8979"/>
                    </a:moveTo>
                    <a:lnTo>
                      <a:pt x="2875" y="7853"/>
                    </a:lnTo>
                    <a:lnTo>
                      <a:pt x="5262" y="0"/>
                    </a:lnTo>
                    <a:lnTo>
                      <a:pt x="2387" y="2146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5" name="Surface mesh patch"/>
              <p:cNvSpPr/>
              <p:nvPr/>
            </p:nvSpPr>
            <p:spPr>
              <a:xfrm>
                <a:off x="14278842" y="1421993"/>
                <a:ext cx="50120" cy="1055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78">
                    <a:moveTo>
                      <a:pt x="0" y="11078"/>
                    </a:moveTo>
                    <a:lnTo>
                      <a:pt x="2875" y="8670"/>
                    </a:lnTo>
                    <a:lnTo>
                      <a:pt x="5262" y="0"/>
                    </a:lnTo>
                    <a:lnTo>
                      <a:pt x="2387" y="3463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6" name="Surface mesh patch"/>
              <p:cNvSpPr/>
              <p:nvPr/>
            </p:nvSpPr>
            <p:spPr>
              <a:xfrm>
                <a:off x="14328962" y="1302833"/>
                <a:ext cx="50120" cy="119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10">
                    <a:moveTo>
                      <a:pt x="0" y="12510"/>
                    </a:moveTo>
                    <a:lnTo>
                      <a:pt x="2875" y="9572"/>
                    </a:lnTo>
                    <a:lnTo>
                      <a:pt x="5262" y="0"/>
                    </a:lnTo>
                    <a:lnTo>
                      <a:pt x="2387" y="3880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7" name="Surface mesh patch"/>
              <p:cNvSpPr/>
              <p:nvPr/>
            </p:nvSpPr>
            <p:spPr>
              <a:xfrm>
                <a:off x="14379082" y="1184663"/>
                <a:ext cx="50120" cy="118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06">
                    <a:moveTo>
                      <a:pt x="0" y="12406"/>
                    </a:moveTo>
                    <a:lnTo>
                      <a:pt x="2875" y="10275"/>
                    </a:lnTo>
                    <a:lnTo>
                      <a:pt x="5262" y="0"/>
                    </a:lnTo>
                    <a:lnTo>
                      <a:pt x="2387" y="2698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8" name="Surface mesh patch"/>
              <p:cNvSpPr/>
              <p:nvPr/>
            </p:nvSpPr>
            <p:spPr>
              <a:xfrm>
                <a:off x="14429201" y="1085335"/>
                <a:ext cx="50120" cy="103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22">
                    <a:moveTo>
                      <a:pt x="0" y="10428"/>
                    </a:moveTo>
                    <a:lnTo>
                      <a:pt x="2875" y="10822"/>
                    </a:lnTo>
                    <a:lnTo>
                      <a:pt x="5262" y="4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98d"/>
              </a:solidFill>
              <a:ln w="3334" cap="flat" cmpd="sng" algn="ctr">
                <a:solidFill>
                  <a:srgbClr val="faa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9" name="Surface mesh patch"/>
              <p:cNvSpPr/>
              <p:nvPr/>
            </p:nvSpPr>
            <p:spPr>
              <a:xfrm>
                <a:off x="14479321" y="991490"/>
                <a:ext cx="50120" cy="1403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30">
                    <a:moveTo>
                      <a:pt x="0" y="10315"/>
                    </a:moveTo>
                    <a:lnTo>
                      <a:pt x="2875" y="14730"/>
                    </a:lnTo>
                    <a:lnTo>
                      <a:pt x="5262" y="52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77c"/>
              </a:solidFill>
              <a:ln w="3334" cap="flat" cmpd="sng" algn="ctr">
                <a:solidFill>
                  <a:srgbClr val="fa977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0" name="Surface mesh patch"/>
              <p:cNvSpPr/>
              <p:nvPr/>
            </p:nvSpPr>
            <p:spPr>
              <a:xfrm>
                <a:off x="14529441" y="953935"/>
                <a:ext cx="50120" cy="1723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99">
                    <a:moveTo>
                      <a:pt x="0" y="9145"/>
                    </a:moveTo>
                    <a:lnTo>
                      <a:pt x="2875" y="18099"/>
                    </a:lnTo>
                    <a:lnTo>
                      <a:pt x="5262" y="102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7"/>
              </a:solidFill>
              <a:ln w="3334" cap="flat" cmpd="sng" algn="ctr">
                <a:solidFill>
                  <a:srgbClr val="f8907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1" name="Surface mesh patch"/>
              <p:cNvSpPr/>
              <p:nvPr/>
            </p:nvSpPr>
            <p:spPr>
              <a:xfrm>
                <a:off x="14579560" y="983794"/>
                <a:ext cx="50120" cy="187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31">
                    <a:moveTo>
                      <a:pt x="0" y="7131"/>
                    </a:moveTo>
                    <a:lnTo>
                      <a:pt x="2875" y="19731"/>
                    </a:lnTo>
                    <a:lnTo>
                      <a:pt x="5262" y="14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2" name="Surface mesh patch"/>
              <p:cNvSpPr/>
              <p:nvPr/>
            </p:nvSpPr>
            <p:spPr>
              <a:xfrm>
                <a:off x="14629680" y="1071456"/>
                <a:ext cx="50120" cy="181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40">
                    <a:moveTo>
                      <a:pt x="0" y="4834"/>
                    </a:moveTo>
                    <a:lnTo>
                      <a:pt x="2875" y="19040"/>
                    </a:lnTo>
                    <a:lnTo>
                      <a:pt x="5262" y="153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3" name="Surface mesh patch"/>
              <p:cNvSpPr/>
              <p:nvPr/>
            </p:nvSpPr>
            <p:spPr>
              <a:xfrm>
                <a:off x="14679800" y="1190468"/>
                <a:ext cx="50120" cy="155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23">
                    <a:moveTo>
                      <a:pt x="0" y="2868"/>
                    </a:moveTo>
                    <a:lnTo>
                      <a:pt x="2875" y="16323"/>
                    </a:lnTo>
                    <a:lnTo>
                      <a:pt x="5262" y="14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4" name="Surface mesh patch"/>
              <p:cNvSpPr/>
              <p:nvPr/>
            </p:nvSpPr>
            <p:spPr>
              <a:xfrm>
                <a:off x="14729919" y="1309608"/>
                <a:ext cx="50120" cy="1194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37">
                    <a:moveTo>
                      <a:pt x="0" y="1603"/>
                    </a:moveTo>
                    <a:lnTo>
                      <a:pt x="2875" y="12537"/>
                    </a:lnTo>
                    <a:lnTo>
                      <a:pt x="5262" y="11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5" name="Surface mesh patch"/>
              <p:cNvSpPr/>
              <p:nvPr/>
            </p:nvSpPr>
            <p:spPr>
              <a:xfrm>
                <a:off x="14780039" y="1405229"/>
                <a:ext cx="50120" cy="833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54">
                    <a:moveTo>
                      <a:pt x="0" y="1066"/>
                    </a:moveTo>
                    <a:lnTo>
                      <a:pt x="2875" y="8754"/>
                    </a:lnTo>
                    <a:lnTo>
                      <a:pt x="5262" y="7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6" name="Surface mesh patch"/>
              <p:cNvSpPr/>
              <p:nvPr/>
            </p:nvSpPr>
            <p:spPr>
              <a:xfrm>
                <a:off x="14830159" y="1467186"/>
                <a:ext cx="50120" cy="543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9">
                    <a:moveTo>
                      <a:pt x="0" y="1042"/>
                    </a:moveTo>
                    <a:lnTo>
                      <a:pt x="2875" y="5709"/>
                    </a:lnTo>
                    <a:lnTo>
                      <a:pt x="5262" y="4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7" name="Surface mesh patch"/>
              <p:cNvSpPr/>
              <p:nvPr/>
            </p:nvSpPr>
            <p:spPr>
              <a:xfrm>
                <a:off x="14880278" y="1497295"/>
                <a:ext cx="50120" cy="34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2">
                    <a:moveTo>
                      <a:pt x="0" y="1250"/>
                    </a:moveTo>
                    <a:lnTo>
                      <a:pt x="2875" y="3652"/>
                    </a:lnTo>
                    <a:lnTo>
                      <a:pt x="5262" y="21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8" name="Surface mesh patch"/>
              <p:cNvSpPr/>
              <p:nvPr/>
            </p:nvSpPr>
            <p:spPr>
              <a:xfrm>
                <a:off x="14930398" y="1503893"/>
                <a:ext cx="50120" cy="235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75">
                    <a:moveTo>
                      <a:pt x="0" y="1479"/>
                    </a:moveTo>
                    <a:lnTo>
                      <a:pt x="2875" y="2475"/>
                    </a:lnTo>
                    <a:lnTo>
                      <a:pt x="5262" y="8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9" name="Surface mesh patch"/>
              <p:cNvSpPr/>
              <p:nvPr/>
            </p:nvSpPr>
            <p:spPr>
              <a:xfrm>
                <a:off x="14980517" y="1496686"/>
                <a:ext cx="50120" cy="183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0">
                    <a:moveTo>
                      <a:pt x="0" y="1615"/>
                    </a:moveTo>
                    <a:lnTo>
                      <a:pt x="2875" y="1930"/>
                    </a:lnTo>
                    <a:lnTo>
                      <a:pt x="5262" y="2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0" name="Surface mesh patch"/>
              <p:cNvSpPr/>
              <p:nvPr/>
            </p:nvSpPr>
            <p:spPr>
              <a:xfrm>
                <a:off x="15030637" y="1483881"/>
                <a:ext cx="50120" cy="16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8">
                    <a:moveTo>
                      <a:pt x="0" y="1625"/>
                    </a:moveTo>
                    <a:lnTo>
                      <a:pt x="2875" y="1778"/>
                    </a:lnTo>
                    <a:lnTo>
                      <a:pt x="5262" y="2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1" name="Surface mesh patch"/>
              <p:cNvSpPr/>
              <p:nvPr/>
            </p:nvSpPr>
            <p:spPr>
              <a:xfrm>
                <a:off x="15080757" y="1471370"/>
                <a:ext cx="50120" cy="176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">
                    <a:moveTo>
                      <a:pt x="0" y="1520"/>
                    </a:moveTo>
                    <a:lnTo>
                      <a:pt x="2875" y="1848"/>
                    </a:lnTo>
                    <a:lnTo>
                      <a:pt x="5262" y="4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2" name="Surface mesh patch"/>
              <p:cNvSpPr/>
              <p:nvPr/>
            </p:nvSpPr>
            <p:spPr>
              <a:xfrm>
                <a:off x="15130876" y="1462895"/>
                <a:ext cx="50120" cy="193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2">
                    <a:moveTo>
                      <a:pt x="0" y="1334"/>
                    </a:moveTo>
                    <a:lnTo>
                      <a:pt x="2875" y="2032"/>
                    </a:lnTo>
                    <a:lnTo>
                      <a:pt x="5262" y="8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3" name="Surface mesh patch"/>
              <p:cNvSpPr/>
              <p:nvPr/>
            </p:nvSpPr>
            <p:spPr>
              <a:xfrm>
                <a:off x="15180996" y="1460396"/>
                <a:ext cx="50120" cy="21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5">
                    <a:moveTo>
                      <a:pt x="0" y="1109"/>
                    </a:moveTo>
                    <a:lnTo>
                      <a:pt x="2875" y="2255"/>
                    </a:lnTo>
                    <a:lnTo>
                      <a:pt x="5262" y="12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4" name="Surface mesh patch"/>
              <p:cNvSpPr/>
              <p:nvPr/>
            </p:nvSpPr>
            <p:spPr>
              <a:xfrm>
                <a:off x="13404077" y="1607085"/>
                <a:ext cx="50120" cy="12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6">
                    <a:moveTo>
                      <a:pt x="0" y="933"/>
                    </a:moveTo>
                    <a:lnTo>
                      <a:pt x="2875" y="1316"/>
                    </a:lnTo>
                    <a:lnTo>
                      <a:pt x="5262" y="3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5" name="Surface mesh patch"/>
              <p:cNvSpPr/>
              <p:nvPr/>
            </p:nvSpPr>
            <p:spPr>
              <a:xfrm>
                <a:off x="13454196" y="1601808"/>
                <a:ext cx="50120" cy="8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1">
                    <a:moveTo>
                      <a:pt x="0" y="871"/>
                    </a:moveTo>
                    <a:lnTo>
                      <a:pt x="2875" y="941"/>
                    </a:lnTo>
                    <a:lnTo>
                      <a:pt x="5262" y="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6" name="Surface mesh patch"/>
              <p:cNvSpPr/>
              <p:nvPr/>
            </p:nvSpPr>
            <p:spPr>
              <a:xfrm>
                <a:off x="13504316" y="1594658"/>
                <a:ext cx="50120" cy="7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6">
                    <a:moveTo>
                      <a:pt x="0" y="796"/>
                    </a:moveTo>
                    <a:lnTo>
                      <a:pt x="2875" y="694"/>
                    </a:lnTo>
                    <a:lnTo>
                      <a:pt x="5262" y="0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7" name="Surface mesh patch"/>
              <p:cNvSpPr/>
              <p:nvPr/>
            </p:nvSpPr>
            <p:spPr>
              <a:xfrm>
                <a:off x="13554436" y="1589795"/>
                <a:ext cx="50120" cy="4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">
                    <a:moveTo>
                      <a:pt x="0" y="511"/>
                    </a:moveTo>
                    <a:lnTo>
                      <a:pt x="2875" y="412"/>
                    </a:lnTo>
                    <a:lnTo>
                      <a:pt x="5262" y="0"/>
                    </a:lnTo>
                    <a:lnTo>
                      <a:pt x="2387" y="47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8" name="Surface mesh patch"/>
              <p:cNvSpPr/>
              <p:nvPr/>
            </p:nvSpPr>
            <p:spPr>
              <a:xfrm>
                <a:off x="13604555" y="1588201"/>
                <a:ext cx="50120" cy="2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8">
                    <a:moveTo>
                      <a:pt x="0" y="167"/>
                    </a:moveTo>
                    <a:lnTo>
                      <a:pt x="2875" y="278"/>
                    </a:lnTo>
                    <a:lnTo>
                      <a:pt x="5262" y="1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49" name="Surface mesh patch"/>
              <p:cNvSpPr/>
              <p:nvPr/>
            </p:nvSpPr>
            <p:spPr>
              <a:xfrm>
                <a:off x="13654675" y="1590059"/>
                <a:ext cx="50120" cy="7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6">
                    <a:moveTo>
                      <a:pt x="0" y="0"/>
                    </a:moveTo>
                    <a:lnTo>
                      <a:pt x="2875" y="553"/>
                    </a:lnTo>
                    <a:lnTo>
                      <a:pt x="5262" y="796"/>
                    </a:lnTo>
                    <a:lnTo>
                      <a:pt x="2387" y="132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0" name="Surface mesh patch"/>
              <p:cNvSpPr/>
              <p:nvPr/>
            </p:nvSpPr>
            <p:spPr>
              <a:xfrm>
                <a:off x="13704795" y="1597637"/>
                <a:ext cx="50120" cy="165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3">
                    <a:moveTo>
                      <a:pt x="0" y="0"/>
                    </a:moveTo>
                    <a:lnTo>
                      <a:pt x="2875" y="1232"/>
                    </a:lnTo>
                    <a:lnTo>
                      <a:pt x="5262" y="1733"/>
                    </a:lnTo>
                    <a:lnTo>
                      <a:pt x="2387" y="376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1" name="Surface mesh patch"/>
              <p:cNvSpPr/>
              <p:nvPr/>
            </p:nvSpPr>
            <p:spPr>
              <a:xfrm>
                <a:off x="13754914" y="1614147"/>
                <a:ext cx="50120" cy="25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18">
                    <a:moveTo>
                      <a:pt x="0" y="0"/>
                    </a:moveTo>
                    <a:lnTo>
                      <a:pt x="2875" y="2116"/>
                    </a:lnTo>
                    <a:lnTo>
                      <a:pt x="5262" y="2718"/>
                    </a:lnTo>
                    <a:lnTo>
                      <a:pt x="2387" y="491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2" name="Surface mesh patch"/>
              <p:cNvSpPr/>
              <p:nvPr/>
            </p:nvSpPr>
            <p:spPr>
              <a:xfrm>
                <a:off x="13805034" y="1640033"/>
                <a:ext cx="50120" cy="338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9">
                    <a:moveTo>
                      <a:pt x="0" y="0"/>
                    </a:moveTo>
                    <a:lnTo>
                      <a:pt x="2875" y="3109"/>
                    </a:lnTo>
                    <a:lnTo>
                      <a:pt x="5262" y="3549"/>
                    </a:lnTo>
                    <a:lnTo>
                      <a:pt x="2387" y="39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3" name="Surface mesh patch"/>
              <p:cNvSpPr/>
              <p:nvPr/>
            </p:nvSpPr>
            <p:spPr>
              <a:xfrm>
                <a:off x="13855153" y="1673801"/>
                <a:ext cx="50120" cy="38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57">
                    <a:moveTo>
                      <a:pt x="0" y="3"/>
                    </a:moveTo>
                    <a:lnTo>
                      <a:pt x="2875" y="4057"/>
                    </a:lnTo>
                    <a:lnTo>
                      <a:pt x="5262" y="39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4" name="Surface mesh patch"/>
              <p:cNvSpPr/>
              <p:nvPr/>
            </p:nvSpPr>
            <p:spPr>
              <a:xfrm>
                <a:off x="13905273" y="1704596"/>
                <a:ext cx="50120" cy="523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99">
                    <a:moveTo>
                      <a:pt x="0" y="743"/>
                    </a:moveTo>
                    <a:lnTo>
                      <a:pt x="2875" y="5499"/>
                    </a:lnTo>
                    <a:lnTo>
                      <a:pt x="5262" y="44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5" name="Surface mesh patch"/>
              <p:cNvSpPr/>
              <p:nvPr/>
            </p:nvSpPr>
            <p:spPr>
              <a:xfrm>
                <a:off x="13955393" y="1730229"/>
                <a:ext cx="50120" cy="6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1">
                    <a:moveTo>
                      <a:pt x="0" y="1804"/>
                    </a:moveTo>
                    <a:lnTo>
                      <a:pt x="2875" y="6841"/>
                    </a:lnTo>
                    <a:lnTo>
                      <a:pt x="5262" y="45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6a3fd"/>
              </a:solidFill>
              <a:ln w="3334" cap="flat" cmpd="sng" algn="ctr">
                <a:solidFill>
                  <a:srgbClr val="86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6" name="Surface mesh patch"/>
              <p:cNvSpPr/>
              <p:nvPr/>
            </p:nvSpPr>
            <p:spPr>
              <a:xfrm>
                <a:off x="14005512" y="1744438"/>
                <a:ext cx="50120" cy="74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63">
                    <a:moveTo>
                      <a:pt x="0" y="3074"/>
                    </a:moveTo>
                    <a:lnTo>
                      <a:pt x="2875" y="7863"/>
                    </a:lnTo>
                    <a:lnTo>
                      <a:pt x="5262" y="41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7" name="Surface mesh patch"/>
              <p:cNvSpPr/>
              <p:nvPr/>
            </p:nvSpPr>
            <p:spPr>
              <a:xfrm>
                <a:off x="14055632" y="1742084"/>
                <a:ext cx="50120" cy="79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84">
                    <a:moveTo>
                      <a:pt x="0" y="4373"/>
                    </a:moveTo>
                    <a:lnTo>
                      <a:pt x="2875" y="8384"/>
                    </a:lnTo>
                    <a:lnTo>
                      <a:pt x="5262" y="32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f9dfd"/>
              </a:solidFill>
              <a:ln w="3334" cap="flat" cmpd="sng" algn="ctr">
                <a:solidFill>
                  <a:srgbClr val="7f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8" name="Surface mesh patch"/>
              <p:cNvSpPr/>
              <p:nvPr/>
            </p:nvSpPr>
            <p:spPr>
              <a:xfrm>
                <a:off x="14105752" y="1720073"/>
                <a:ext cx="50120" cy="792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25">
                    <a:moveTo>
                      <a:pt x="0" y="5523"/>
                    </a:moveTo>
                    <a:lnTo>
                      <a:pt x="2875" y="8325"/>
                    </a:lnTo>
                    <a:lnTo>
                      <a:pt x="5262" y="19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5a3fd"/>
              </a:solidFill>
              <a:ln w="3334" cap="flat" cmpd="sng" algn="ctr">
                <a:solidFill>
                  <a:srgbClr val="85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59" name="Surface mesh patch"/>
              <p:cNvSpPr/>
              <p:nvPr/>
            </p:nvSpPr>
            <p:spPr>
              <a:xfrm>
                <a:off x="14155871" y="1677182"/>
                <a:ext cx="50120" cy="73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2">
                    <a:moveTo>
                      <a:pt x="0" y="6432"/>
                    </a:moveTo>
                    <a:lnTo>
                      <a:pt x="2875" y="7762"/>
                    </a:lnTo>
                    <a:lnTo>
                      <a:pt x="5262" y="4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2affd"/>
              </a:solidFill>
              <a:ln w="3334" cap="flat" cmpd="sng" algn="ctr">
                <a:solidFill>
                  <a:srgbClr val="92a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0" name="Surface mesh patch"/>
              <p:cNvSpPr/>
              <p:nvPr/>
            </p:nvSpPr>
            <p:spPr>
              <a:xfrm>
                <a:off x="14205991" y="1602308"/>
                <a:ext cx="50120" cy="788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81">
                    <a:moveTo>
                      <a:pt x="0" y="8281"/>
                    </a:moveTo>
                    <a:lnTo>
                      <a:pt x="2875" y="8087"/>
                    </a:lnTo>
                    <a:lnTo>
                      <a:pt x="5262" y="0"/>
                    </a:lnTo>
                    <a:lnTo>
                      <a:pt x="2387" y="1127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1" name="Surface mesh patch"/>
              <p:cNvSpPr/>
              <p:nvPr/>
            </p:nvSpPr>
            <p:spPr>
              <a:xfrm>
                <a:off x="14256111" y="1504575"/>
                <a:ext cx="50120" cy="977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61">
                    <a:moveTo>
                      <a:pt x="0" y="10261"/>
                    </a:moveTo>
                    <a:lnTo>
                      <a:pt x="2875" y="8778"/>
                    </a:lnTo>
                    <a:lnTo>
                      <a:pt x="5262" y="0"/>
                    </a:lnTo>
                    <a:lnTo>
                      <a:pt x="2387" y="2408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2" name="Surface mesh patch"/>
              <p:cNvSpPr/>
              <p:nvPr/>
            </p:nvSpPr>
            <p:spPr>
              <a:xfrm>
                <a:off x="14306230" y="1394005"/>
                <a:ext cx="50120" cy="110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08">
                    <a:moveTo>
                      <a:pt x="0" y="11608"/>
                    </a:moveTo>
                    <a:lnTo>
                      <a:pt x="2875" y="9477"/>
                    </a:lnTo>
                    <a:lnTo>
                      <a:pt x="5262" y="0"/>
                    </a:lnTo>
                    <a:lnTo>
                      <a:pt x="2387" y="2938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3" name="Surface mesh patch"/>
              <p:cNvSpPr/>
              <p:nvPr/>
            </p:nvSpPr>
            <p:spPr>
              <a:xfrm>
                <a:off x="14356350" y="1282529"/>
                <a:ext cx="50120" cy="111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03">
                    <a:moveTo>
                      <a:pt x="0" y="11703"/>
                    </a:moveTo>
                    <a:lnTo>
                      <a:pt x="2875" y="10047"/>
                    </a:lnTo>
                    <a:lnTo>
                      <a:pt x="5262" y="0"/>
                    </a:lnTo>
                    <a:lnTo>
                      <a:pt x="2387" y="2132"/>
                    </a:lnTo>
                    <a:close/>
                  </a:path>
                </a:pathLst>
              </a:custGeom>
              <a:solidFill>
                <a:srgbClr val="f5d4bf"/>
              </a:solidFill>
              <a:ln w="3334" cap="flat" cmpd="sng" algn="ctr">
                <a:solidFill>
                  <a:srgbClr val="f5d4b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4" name="Surface mesh patch"/>
              <p:cNvSpPr/>
              <p:nvPr/>
            </p:nvSpPr>
            <p:spPr>
              <a:xfrm>
                <a:off x="14406470" y="1184663"/>
                <a:ext cx="50120" cy="100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70">
                    <a:moveTo>
                      <a:pt x="0" y="10275"/>
                    </a:moveTo>
                    <a:lnTo>
                      <a:pt x="2875" y="10570"/>
                    </a:lnTo>
                    <a:lnTo>
                      <a:pt x="5262" y="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5" name="Surface mesh patch"/>
              <p:cNvSpPr/>
              <p:nvPr/>
            </p:nvSpPr>
            <p:spPr>
              <a:xfrm>
                <a:off x="14456589" y="1089741"/>
                <a:ext cx="50120" cy="133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83">
                    <a:moveTo>
                      <a:pt x="0" y="10359"/>
                    </a:moveTo>
                    <a:lnTo>
                      <a:pt x="2875" y="13983"/>
                    </a:lnTo>
                    <a:lnTo>
                      <a:pt x="5262" y="44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6" name="Surface mesh patch"/>
              <p:cNvSpPr/>
              <p:nvPr/>
            </p:nvSpPr>
            <p:spPr>
              <a:xfrm>
                <a:off x="14506709" y="1041045"/>
                <a:ext cx="50120" cy="163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19">
                    <a:moveTo>
                      <a:pt x="0" y="9528"/>
                    </a:moveTo>
                    <a:lnTo>
                      <a:pt x="2875" y="17119"/>
                    </a:lnTo>
                    <a:lnTo>
                      <a:pt x="5262" y="8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489"/>
              </a:solidFill>
              <a:ln w="3334" cap="flat" cmpd="sng" algn="ctr">
                <a:solidFill>
                  <a:srgbClr val="faa4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7" name="Surface mesh patch"/>
              <p:cNvSpPr/>
              <p:nvPr/>
            </p:nvSpPr>
            <p:spPr>
              <a:xfrm>
                <a:off x="14556828" y="1051715"/>
                <a:ext cx="50120" cy="1794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43">
                    <a:moveTo>
                      <a:pt x="0" y="7834"/>
                    </a:moveTo>
                    <a:lnTo>
                      <a:pt x="2875" y="18843"/>
                    </a:lnTo>
                    <a:lnTo>
                      <a:pt x="5262" y="12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98e"/>
              </a:solidFill>
              <a:ln w="3334" cap="flat" cmpd="sng" algn="ctr">
                <a:solidFill>
                  <a:srgbClr val="faa9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8" name="Surface mesh patch"/>
              <p:cNvSpPr/>
              <p:nvPr/>
            </p:nvSpPr>
            <p:spPr>
              <a:xfrm>
                <a:off x="14606948" y="1117497"/>
                <a:ext cx="50120" cy="176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7">
                    <a:moveTo>
                      <a:pt x="0" y="5694"/>
                    </a:moveTo>
                    <a:lnTo>
                      <a:pt x="2875" y="18487"/>
                    </a:lnTo>
                    <a:lnTo>
                      <a:pt x="5262" y="142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9" name="Surface mesh patch"/>
              <p:cNvSpPr/>
              <p:nvPr/>
            </p:nvSpPr>
            <p:spPr>
              <a:xfrm>
                <a:off x="14657068" y="1217783"/>
                <a:ext cx="50120" cy="1540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74">
                    <a:moveTo>
                      <a:pt x="0" y="3677"/>
                    </a:moveTo>
                    <a:lnTo>
                      <a:pt x="2875" y="16174"/>
                    </a:lnTo>
                    <a:lnTo>
                      <a:pt x="5262" y="134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0" name="Surface mesh patch"/>
              <p:cNvSpPr/>
              <p:nvPr/>
            </p:nvSpPr>
            <p:spPr>
              <a:xfrm>
                <a:off x="14707187" y="1324880"/>
                <a:ext cx="50120" cy="1209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698">
                    <a:moveTo>
                      <a:pt x="0" y="2212"/>
                    </a:moveTo>
                    <a:lnTo>
                      <a:pt x="2875" y="12698"/>
                    </a:lnTo>
                    <a:lnTo>
                      <a:pt x="5262" y="109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1" name="Surface mesh patch"/>
              <p:cNvSpPr/>
              <p:nvPr/>
            </p:nvSpPr>
            <p:spPr>
              <a:xfrm>
                <a:off x="14757307" y="1415387"/>
                <a:ext cx="50120" cy="86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1">
                    <a:moveTo>
                      <a:pt x="0" y="1431"/>
                    </a:moveTo>
                    <a:lnTo>
                      <a:pt x="2875" y="9061"/>
                    </a:lnTo>
                    <a:lnTo>
                      <a:pt x="5262" y="76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2" name="Surface mesh patch"/>
              <p:cNvSpPr/>
              <p:nvPr/>
            </p:nvSpPr>
            <p:spPr>
              <a:xfrm>
                <a:off x="14807427" y="1477107"/>
                <a:ext cx="50120" cy="573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17">
                    <a:moveTo>
                      <a:pt x="0" y="1208"/>
                    </a:moveTo>
                    <a:lnTo>
                      <a:pt x="2875" y="6017"/>
                    </a:lnTo>
                    <a:lnTo>
                      <a:pt x="5262" y="46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3" name="Surface mesh patch"/>
              <p:cNvSpPr/>
              <p:nvPr/>
            </p:nvSpPr>
            <p:spPr>
              <a:xfrm>
                <a:off x="14857546" y="1509205"/>
                <a:ext cx="50120" cy="369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3">
                    <a:moveTo>
                      <a:pt x="0" y="1297"/>
                    </a:moveTo>
                    <a:lnTo>
                      <a:pt x="2875" y="3883"/>
                    </a:lnTo>
                    <a:lnTo>
                      <a:pt x="5262" y="24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4" name="Surface mesh patch"/>
              <p:cNvSpPr/>
              <p:nvPr/>
            </p:nvSpPr>
            <p:spPr>
              <a:xfrm>
                <a:off x="14907666" y="1517980"/>
                <a:ext cx="50120" cy="248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0">
                    <a:moveTo>
                      <a:pt x="0" y="1480"/>
                    </a:moveTo>
                    <a:lnTo>
                      <a:pt x="2875" y="2610"/>
                    </a:lnTo>
                    <a:lnTo>
                      <a:pt x="5262" y="9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5" name="Surface mesh patch"/>
              <p:cNvSpPr/>
              <p:nvPr/>
            </p:nvSpPr>
            <p:spPr>
              <a:xfrm>
                <a:off x="14957786" y="1512068"/>
                <a:ext cx="50120" cy="18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1">
                    <a:moveTo>
                      <a:pt x="0" y="1617"/>
                    </a:moveTo>
                    <a:lnTo>
                      <a:pt x="2875" y="1981"/>
                    </a:lnTo>
                    <a:lnTo>
                      <a:pt x="5262" y="3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6" name="Surface mesh patch"/>
              <p:cNvSpPr/>
              <p:nvPr/>
            </p:nvSpPr>
            <p:spPr>
              <a:xfrm>
                <a:off x="15007905" y="1499357"/>
                <a:ext cx="50120" cy="16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7">
                    <a:moveTo>
                      <a:pt x="0" y="1650"/>
                    </a:moveTo>
                    <a:lnTo>
                      <a:pt x="2875" y="1767"/>
                    </a:lnTo>
                    <a:lnTo>
                      <a:pt x="5262" y="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7" name="Surface mesh patch"/>
              <p:cNvSpPr/>
              <p:nvPr/>
            </p:nvSpPr>
            <p:spPr>
              <a:xfrm>
                <a:off x="15058025" y="1485849"/>
                <a:ext cx="50120" cy="17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8">
                    <a:moveTo>
                      <a:pt x="0" y="1571"/>
                    </a:moveTo>
                    <a:lnTo>
                      <a:pt x="2875" y="1798"/>
                    </a:lnTo>
                    <a:lnTo>
                      <a:pt x="5262" y="3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8" name="Surface mesh patch"/>
              <p:cNvSpPr/>
              <p:nvPr/>
            </p:nvSpPr>
            <p:spPr>
              <a:xfrm>
                <a:off x="15108145" y="1475600"/>
                <a:ext cx="50120" cy="18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0">
                    <a:moveTo>
                      <a:pt x="0" y="1404"/>
                    </a:moveTo>
                    <a:lnTo>
                      <a:pt x="2875" y="1960"/>
                    </a:lnTo>
                    <a:lnTo>
                      <a:pt x="5262" y="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9" name="Surface mesh patch"/>
              <p:cNvSpPr/>
              <p:nvPr/>
            </p:nvSpPr>
            <p:spPr>
              <a:xfrm>
                <a:off x="15158264" y="1470954"/>
                <a:ext cx="50120" cy="207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9">
                    <a:moveTo>
                      <a:pt x="0" y="1186"/>
                    </a:moveTo>
                    <a:lnTo>
                      <a:pt x="2875" y="2179"/>
                    </a:lnTo>
                    <a:lnTo>
                      <a:pt x="5262" y="11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80" name="Surface mesh patch"/>
              <p:cNvSpPr/>
              <p:nvPr/>
            </p:nvSpPr>
            <p:spPr>
              <a:xfrm>
                <a:off x="13431464" y="1610106"/>
                <a:ext cx="50120" cy="106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22">
                    <a:moveTo>
                      <a:pt x="0" y="999"/>
                    </a:moveTo>
                    <a:lnTo>
                      <a:pt x="2875" y="1122"/>
                    </a:lnTo>
                    <a:lnTo>
                      <a:pt x="5262" y="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81" name="Surface mesh patch"/>
              <p:cNvSpPr/>
              <p:nvPr/>
            </p:nvSpPr>
            <p:spPr>
              <a:xfrm>
                <a:off x="13481584" y="1601267"/>
                <a:ext cx="50120" cy="9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8">
                    <a:moveTo>
                      <a:pt x="0" y="998"/>
                    </a:moveTo>
                    <a:lnTo>
                      <a:pt x="2875" y="904"/>
                    </a:lnTo>
                    <a:lnTo>
                      <a:pt x="5262" y="0"/>
                    </a:lnTo>
                    <a:lnTo>
                      <a:pt x="2387" y="102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82" name="Surface mesh patch"/>
              <p:cNvSpPr/>
              <p:nvPr/>
            </p:nvSpPr>
            <p:spPr>
              <a:xfrm>
                <a:off x="13531704" y="1593715"/>
                <a:ext cx="50120" cy="7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3">
                    <a:moveTo>
                      <a:pt x="0" y="793"/>
                    </a:moveTo>
                    <a:lnTo>
                      <a:pt x="2875" y="657"/>
                    </a:lnTo>
                    <a:lnTo>
                      <a:pt x="5262" y="0"/>
                    </a:lnTo>
                    <a:lnTo>
                      <a:pt x="2387" y="99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83" name="Surface mesh patch"/>
              <p:cNvSpPr/>
              <p:nvPr/>
            </p:nvSpPr>
            <p:spPr>
              <a:xfrm>
                <a:off x="13581823" y="1589795"/>
                <a:ext cx="50120" cy="42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2">
                    <a:moveTo>
                      <a:pt x="0" y="412"/>
                    </a:moveTo>
                    <a:lnTo>
                      <a:pt x="2875" y="442"/>
                    </a:lnTo>
                    <a:lnTo>
                      <a:pt x="5262" y="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84" name="Surface mesh patch"/>
              <p:cNvSpPr/>
              <p:nvPr/>
            </p:nvSpPr>
            <p:spPr>
              <a:xfrm>
                <a:off x="13631943" y="1590059"/>
                <a:ext cx="50120" cy="52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">
                    <a:moveTo>
                      <a:pt x="0" y="83"/>
                    </a:moveTo>
                    <a:lnTo>
                      <a:pt x="2875" y="512"/>
                    </a:lnTo>
                    <a:lnTo>
                      <a:pt x="5262" y="5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85" name="Surface mesh patch"/>
              <p:cNvSpPr/>
              <p:nvPr/>
            </p:nvSpPr>
            <p:spPr>
              <a:xfrm>
                <a:off x="13682063" y="1595325"/>
                <a:ext cx="50120" cy="14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5">
                    <a:moveTo>
                      <a:pt x="0" y="0"/>
                    </a:moveTo>
                    <a:lnTo>
                      <a:pt x="2875" y="1070"/>
                    </a:lnTo>
                    <a:lnTo>
                      <a:pt x="5262" y="1475"/>
                    </a:lnTo>
                    <a:lnTo>
                      <a:pt x="2387" y="243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86" name="Surface mesh patch"/>
              <p:cNvSpPr/>
              <p:nvPr/>
            </p:nvSpPr>
            <p:spPr>
              <a:xfrm>
                <a:off x="13732182" y="1609376"/>
                <a:ext cx="50120" cy="24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7">
                    <a:moveTo>
                      <a:pt x="0" y="0"/>
                    </a:moveTo>
                    <a:lnTo>
                      <a:pt x="2875" y="1933"/>
                    </a:lnTo>
                    <a:lnTo>
                      <a:pt x="5262" y="2617"/>
                    </a:lnTo>
                    <a:lnTo>
                      <a:pt x="2387" y="501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87" name="Surface mesh patch"/>
              <p:cNvSpPr/>
              <p:nvPr/>
            </p:nvSpPr>
            <p:spPr>
              <a:xfrm>
                <a:off x="13782302" y="1634301"/>
                <a:ext cx="50120" cy="353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1">
                    <a:moveTo>
                      <a:pt x="0" y="0"/>
                    </a:moveTo>
                    <a:lnTo>
                      <a:pt x="2875" y="2946"/>
                    </a:lnTo>
                    <a:lnTo>
                      <a:pt x="5262" y="3711"/>
                    </a:lnTo>
                    <a:lnTo>
                      <a:pt x="2387" y="602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88" name="Surface mesh patch"/>
              <p:cNvSpPr/>
              <p:nvPr/>
            </p:nvSpPr>
            <p:spPr>
              <a:xfrm>
                <a:off x="13832422" y="1669645"/>
                <a:ext cx="50120" cy="42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3">
                    <a:moveTo>
                      <a:pt x="0" y="0"/>
                    </a:moveTo>
                    <a:lnTo>
                      <a:pt x="2875" y="3976"/>
                    </a:lnTo>
                    <a:lnTo>
                      <a:pt x="5262" y="4493"/>
                    </a:lnTo>
                    <a:lnTo>
                      <a:pt x="2387" y="44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89" name="Surface mesh patch"/>
              <p:cNvSpPr/>
              <p:nvPr/>
            </p:nvSpPr>
            <p:spPr>
              <a:xfrm>
                <a:off x="13882541" y="1711668"/>
                <a:ext cx="50120" cy="46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6">
                    <a:moveTo>
                      <a:pt x="0" y="82"/>
                    </a:moveTo>
                    <a:lnTo>
                      <a:pt x="2875" y="4916"/>
                    </a:lnTo>
                    <a:lnTo>
                      <a:pt x="5262" y="47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0" name="Surface mesh patch"/>
              <p:cNvSpPr/>
              <p:nvPr/>
            </p:nvSpPr>
            <p:spPr>
              <a:xfrm>
                <a:off x="13932661" y="1747408"/>
                <a:ext cx="50120" cy="602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29">
                    <a:moveTo>
                      <a:pt x="0" y="1004"/>
                    </a:moveTo>
                    <a:lnTo>
                      <a:pt x="2875" y="6329"/>
                    </a:lnTo>
                    <a:lnTo>
                      <a:pt x="5262" y="5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4a2fd"/>
              </a:solidFill>
              <a:ln w="3334" cap="flat" cmpd="sng" algn="ctr">
                <a:solidFill>
                  <a:srgbClr val="84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1" name="Surface mesh patch"/>
              <p:cNvSpPr/>
              <p:nvPr/>
            </p:nvSpPr>
            <p:spPr>
              <a:xfrm>
                <a:off x="13982781" y="1773716"/>
                <a:ext cx="50120" cy="72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73">
                    <a:moveTo>
                      <a:pt x="0" y="2275"/>
                    </a:moveTo>
                    <a:lnTo>
                      <a:pt x="2875" y="7573"/>
                    </a:lnTo>
                    <a:lnTo>
                      <a:pt x="5262" y="47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997fb"/>
              </a:solidFill>
              <a:ln w="3334" cap="flat" cmpd="sng" algn="ctr">
                <a:solidFill>
                  <a:srgbClr val="7997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2" name="Surface mesh patch"/>
              <p:cNvSpPr/>
              <p:nvPr/>
            </p:nvSpPr>
            <p:spPr>
              <a:xfrm>
                <a:off x="14032900" y="1783738"/>
                <a:ext cx="50120" cy="803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40">
                    <a:moveTo>
                      <a:pt x="0" y="3737"/>
                    </a:moveTo>
                    <a:lnTo>
                      <a:pt x="2875" y="8440"/>
                    </a:lnTo>
                    <a:lnTo>
                      <a:pt x="5262" y="4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3" name="Surface mesh patch"/>
              <p:cNvSpPr/>
              <p:nvPr/>
            </p:nvSpPr>
            <p:spPr>
              <a:xfrm>
                <a:off x="14083020" y="1772676"/>
                <a:ext cx="50120" cy="836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81">
                    <a:moveTo>
                      <a:pt x="0" y="5172"/>
                    </a:moveTo>
                    <a:lnTo>
                      <a:pt x="2875" y="8781"/>
                    </a:lnTo>
                    <a:lnTo>
                      <a:pt x="5262" y="28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793fa"/>
              </a:solidFill>
              <a:ln w="3334" cap="flat" cmpd="sng" algn="ctr">
                <a:solidFill>
                  <a:srgbClr val="779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4" name="Surface mesh patch"/>
              <p:cNvSpPr/>
              <p:nvPr/>
            </p:nvSpPr>
            <p:spPr>
              <a:xfrm>
                <a:off x="14133139" y="1738449"/>
                <a:ext cx="50120" cy="81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9">
                    <a:moveTo>
                      <a:pt x="0" y="6396"/>
                    </a:moveTo>
                    <a:lnTo>
                      <a:pt x="2875" y="8579"/>
                    </a:lnTo>
                    <a:lnTo>
                      <a:pt x="5262" y="13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5" name="Surface mesh patch"/>
              <p:cNvSpPr/>
              <p:nvPr/>
            </p:nvSpPr>
            <p:spPr>
              <a:xfrm>
                <a:off x="14183259" y="1679340"/>
                <a:ext cx="50120" cy="780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5">
                    <a:moveTo>
                      <a:pt x="0" y="7535"/>
                    </a:moveTo>
                    <a:lnTo>
                      <a:pt x="2875" y="8195"/>
                    </a:lnTo>
                    <a:lnTo>
                      <a:pt x="5262" y="0"/>
                    </a:lnTo>
                    <a:lnTo>
                      <a:pt x="2387" y="194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6" name="Surface mesh patch"/>
              <p:cNvSpPr/>
              <p:nvPr/>
            </p:nvSpPr>
            <p:spPr>
              <a:xfrm>
                <a:off x="14233379" y="1588189"/>
                <a:ext cx="50120" cy="91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70">
                    <a:moveTo>
                      <a:pt x="0" y="9570"/>
                    </a:moveTo>
                    <a:lnTo>
                      <a:pt x="2875" y="8897"/>
                    </a:lnTo>
                    <a:lnTo>
                      <a:pt x="5262" y="0"/>
                    </a:lnTo>
                    <a:lnTo>
                      <a:pt x="2387" y="1482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7" name="Surface mesh patch"/>
              <p:cNvSpPr/>
              <p:nvPr/>
            </p:nvSpPr>
            <p:spPr>
              <a:xfrm>
                <a:off x="14283498" y="1484274"/>
                <a:ext cx="50120" cy="1039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10">
                    <a:moveTo>
                      <a:pt x="0" y="10910"/>
                    </a:moveTo>
                    <a:lnTo>
                      <a:pt x="2875" y="9454"/>
                    </a:lnTo>
                    <a:lnTo>
                      <a:pt x="5262" y="0"/>
                    </a:lnTo>
                    <a:lnTo>
                      <a:pt x="2387" y="2131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8" name="Surface mesh patch"/>
              <p:cNvSpPr/>
              <p:nvPr/>
            </p:nvSpPr>
            <p:spPr>
              <a:xfrm>
                <a:off x="14333618" y="1378225"/>
                <a:ext cx="50120" cy="106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34">
                    <a:moveTo>
                      <a:pt x="0" y="11134"/>
                    </a:moveTo>
                    <a:lnTo>
                      <a:pt x="2875" y="9852"/>
                    </a:lnTo>
                    <a:lnTo>
                      <a:pt x="5262" y="0"/>
                    </a:lnTo>
                    <a:lnTo>
                      <a:pt x="2387" y="165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9" name="Surface mesh patch"/>
              <p:cNvSpPr/>
              <p:nvPr/>
            </p:nvSpPr>
            <p:spPr>
              <a:xfrm>
                <a:off x="14383738" y="1282529"/>
                <a:ext cx="50120" cy="97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08">
                    <a:moveTo>
                      <a:pt x="0" y="10047"/>
                    </a:moveTo>
                    <a:lnTo>
                      <a:pt x="2875" y="10208"/>
                    </a:lnTo>
                    <a:lnTo>
                      <a:pt x="5262" y="2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0" name="Surface mesh patch"/>
              <p:cNvSpPr/>
              <p:nvPr/>
            </p:nvSpPr>
            <p:spPr>
              <a:xfrm>
                <a:off x="14433857" y="1188410"/>
                <a:ext cx="50120" cy="124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025">
                    <a:moveTo>
                      <a:pt x="0" y="10176"/>
                    </a:moveTo>
                    <a:lnTo>
                      <a:pt x="2875" y="13025"/>
                    </a:lnTo>
                    <a:lnTo>
                      <a:pt x="5262" y="36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1" name="Surface mesh patch"/>
              <p:cNvSpPr/>
              <p:nvPr/>
            </p:nvSpPr>
            <p:spPr>
              <a:xfrm>
                <a:off x="14483977" y="1131797"/>
                <a:ext cx="50120" cy="150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04">
                    <a:moveTo>
                      <a:pt x="0" y="9568"/>
                    </a:moveTo>
                    <a:lnTo>
                      <a:pt x="2875" y="15804"/>
                    </a:lnTo>
                    <a:lnTo>
                      <a:pt x="5262" y="75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2" name="Surface mesh patch"/>
              <p:cNvSpPr/>
              <p:nvPr/>
            </p:nvSpPr>
            <p:spPr>
              <a:xfrm>
                <a:off x="14534097" y="1126330"/>
                <a:ext cx="50120" cy="1668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20">
                    <a:moveTo>
                      <a:pt x="0" y="8165"/>
                    </a:moveTo>
                    <a:lnTo>
                      <a:pt x="2875" y="17520"/>
                    </a:lnTo>
                    <a:lnTo>
                      <a:pt x="5262" y="110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3" name="Surface mesh patch"/>
              <p:cNvSpPr/>
              <p:nvPr/>
            </p:nvSpPr>
            <p:spPr>
              <a:xfrm>
                <a:off x="14584216" y="1171735"/>
                <a:ext cx="50120" cy="166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63">
                    <a:moveTo>
                      <a:pt x="0" y="6242"/>
                    </a:moveTo>
                    <a:lnTo>
                      <a:pt x="2875" y="17463"/>
                    </a:lnTo>
                    <a:lnTo>
                      <a:pt x="5262" y="127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4" name="Surface mesh patch"/>
              <p:cNvSpPr/>
              <p:nvPr/>
            </p:nvSpPr>
            <p:spPr>
              <a:xfrm>
                <a:off x="14634336" y="1252807"/>
                <a:ext cx="50120" cy="148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5">
                    <a:moveTo>
                      <a:pt x="0" y="4281"/>
                    </a:moveTo>
                    <a:lnTo>
                      <a:pt x="2875" y="15595"/>
                    </a:lnTo>
                    <a:lnTo>
                      <a:pt x="5262" y="124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5" name="Surface mesh patch"/>
              <p:cNvSpPr/>
              <p:nvPr/>
            </p:nvSpPr>
            <p:spPr>
              <a:xfrm>
                <a:off x="14684456" y="1345947"/>
                <a:ext cx="50120" cy="1193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27">
                    <a:moveTo>
                      <a:pt x="0" y="2719"/>
                    </a:moveTo>
                    <a:lnTo>
                      <a:pt x="2875" y="12527"/>
                    </a:lnTo>
                    <a:lnTo>
                      <a:pt x="5262" y="10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dcda"/>
              </a:solidFill>
              <a:ln w="3334" cap="flat" cmpd="sng" algn="ctr">
                <a:solidFill>
                  <a:srgbClr val="e7dcd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6" name="Surface mesh patch"/>
              <p:cNvSpPr/>
              <p:nvPr/>
            </p:nvSpPr>
            <p:spPr>
              <a:xfrm>
                <a:off x="14734575" y="1429021"/>
                <a:ext cx="50120" cy="871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52">
                    <a:moveTo>
                      <a:pt x="0" y="1765"/>
                    </a:moveTo>
                    <a:lnTo>
                      <a:pt x="2875" y="9152"/>
                    </a:lnTo>
                    <a:lnTo>
                      <a:pt x="5262" y="76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7" name="Surface mesh patch"/>
              <p:cNvSpPr/>
              <p:nvPr/>
            </p:nvSpPr>
            <p:spPr>
              <a:xfrm>
                <a:off x="14784695" y="1488609"/>
                <a:ext cx="50120" cy="591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0">
                    <a:moveTo>
                      <a:pt x="0" y="1374"/>
                    </a:moveTo>
                    <a:lnTo>
                      <a:pt x="2875" y="6210"/>
                    </a:lnTo>
                    <a:lnTo>
                      <a:pt x="5262" y="48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8" name="Surface mesh patch"/>
              <p:cNvSpPr/>
              <p:nvPr/>
            </p:nvSpPr>
            <p:spPr>
              <a:xfrm>
                <a:off x="14834814" y="1521563"/>
                <a:ext cx="50120" cy="387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6">
                    <a:moveTo>
                      <a:pt x="0" y="1350"/>
                    </a:moveTo>
                    <a:lnTo>
                      <a:pt x="2875" y="4066"/>
                    </a:lnTo>
                    <a:lnTo>
                      <a:pt x="5262" y="25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9" name="Surface mesh patch"/>
              <p:cNvSpPr/>
              <p:nvPr/>
            </p:nvSpPr>
            <p:spPr>
              <a:xfrm>
                <a:off x="14884934" y="1532079"/>
                <a:ext cx="50120" cy="260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4">
                    <a:moveTo>
                      <a:pt x="0" y="1482"/>
                    </a:moveTo>
                    <a:lnTo>
                      <a:pt x="2875" y="2734"/>
                    </a:lnTo>
                    <a:lnTo>
                      <a:pt x="5262" y="11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0" name="Surface mesh patch"/>
              <p:cNvSpPr/>
              <p:nvPr/>
            </p:nvSpPr>
            <p:spPr>
              <a:xfrm>
                <a:off x="14935054" y="1527471"/>
                <a:ext cx="50120" cy="194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7">
                    <a:moveTo>
                      <a:pt x="0" y="1614"/>
                    </a:moveTo>
                    <a:lnTo>
                      <a:pt x="2875" y="2037"/>
                    </a:lnTo>
                    <a:lnTo>
                      <a:pt x="5262" y="3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1" name="Surface mesh patch"/>
              <p:cNvSpPr/>
              <p:nvPr/>
            </p:nvSpPr>
            <p:spPr>
              <a:xfrm>
                <a:off x="14985173" y="1515069"/>
                <a:ext cx="50120" cy="168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6">
                    <a:moveTo>
                      <a:pt x="0" y="1666"/>
                    </a:moveTo>
                    <a:lnTo>
                      <a:pt x="2875" y="1766"/>
                    </a:lnTo>
                    <a:lnTo>
                      <a:pt x="5262" y="1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2" name="Surface mesh patch"/>
              <p:cNvSpPr/>
              <p:nvPr/>
            </p:nvSpPr>
            <p:spPr>
              <a:xfrm>
                <a:off x="15035293" y="1500814"/>
                <a:ext cx="50120" cy="167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5">
                    <a:moveTo>
                      <a:pt x="0" y="1614"/>
                    </a:moveTo>
                    <a:lnTo>
                      <a:pt x="2875" y="1755"/>
                    </a:lnTo>
                    <a:lnTo>
                      <a:pt x="5262" y="2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3" name="Surface mesh patch"/>
              <p:cNvSpPr/>
              <p:nvPr/>
            </p:nvSpPr>
            <p:spPr>
              <a:xfrm>
                <a:off x="15085413" y="1488976"/>
                <a:ext cx="50120" cy="18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2">
                    <a:moveTo>
                      <a:pt x="0" y="1469"/>
                    </a:moveTo>
                    <a:lnTo>
                      <a:pt x="2875" y="1892"/>
                    </a:lnTo>
                    <a:lnTo>
                      <a:pt x="5262" y="5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4" name="Surface mesh patch"/>
              <p:cNvSpPr/>
              <p:nvPr/>
            </p:nvSpPr>
            <p:spPr>
              <a:xfrm>
                <a:off x="15135532" y="1482248"/>
                <a:ext cx="50120" cy="20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2">
                    <a:moveTo>
                      <a:pt x="0" y="1262"/>
                    </a:moveTo>
                    <a:lnTo>
                      <a:pt x="2875" y="2102"/>
                    </a:lnTo>
                    <a:lnTo>
                      <a:pt x="5262" y="9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5" name="Surface mesh patch"/>
              <p:cNvSpPr/>
              <p:nvPr/>
            </p:nvSpPr>
            <p:spPr>
              <a:xfrm>
                <a:off x="13458852" y="1609878"/>
                <a:ext cx="50120" cy="109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6">
                    <a:moveTo>
                      <a:pt x="0" y="1146"/>
                    </a:moveTo>
                    <a:lnTo>
                      <a:pt x="2875" y="1083"/>
                    </a:lnTo>
                    <a:lnTo>
                      <a:pt x="5262" y="0"/>
                    </a:lnTo>
                    <a:lnTo>
                      <a:pt x="2387" y="94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6" name="Surface mesh patch"/>
              <p:cNvSpPr/>
              <p:nvPr/>
            </p:nvSpPr>
            <p:spPr>
              <a:xfrm>
                <a:off x="13508972" y="1599976"/>
                <a:ext cx="50120" cy="9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0">
                    <a:moveTo>
                      <a:pt x="0" y="1040"/>
                    </a:moveTo>
                    <a:lnTo>
                      <a:pt x="2875" y="886"/>
                    </a:lnTo>
                    <a:lnTo>
                      <a:pt x="5262" y="0"/>
                    </a:lnTo>
                    <a:lnTo>
                      <a:pt x="2387" y="136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7" name="Surface mesh patch"/>
              <p:cNvSpPr/>
              <p:nvPr/>
            </p:nvSpPr>
            <p:spPr>
              <a:xfrm>
                <a:off x="13559092" y="1593715"/>
                <a:ext cx="50120" cy="62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7">
                    <a:moveTo>
                      <a:pt x="0" y="657"/>
                    </a:moveTo>
                    <a:lnTo>
                      <a:pt x="2875" y="618"/>
                    </a:lnTo>
                    <a:lnTo>
                      <a:pt x="5262" y="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8" name="Surface mesh patch"/>
              <p:cNvSpPr/>
              <p:nvPr/>
            </p:nvSpPr>
            <p:spPr>
              <a:xfrm>
                <a:off x="13609211" y="1590853"/>
                <a:ext cx="50120" cy="60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5">
                    <a:moveTo>
                      <a:pt x="0" y="331"/>
                    </a:moveTo>
                    <a:lnTo>
                      <a:pt x="2875" y="635"/>
                    </a:lnTo>
                    <a:lnTo>
                      <a:pt x="5262" y="4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9" name="Surface mesh patch"/>
              <p:cNvSpPr/>
              <p:nvPr/>
            </p:nvSpPr>
            <p:spPr>
              <a:xfrm>
                <a:off x="13659331" y="1594939"/>
                <a:ext cx="50120" cy="105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0">
                    <a:moveTo>
                      <a:pt x="0" y="0"/>
                    </a:moveTo>
                    <a:lnTo>
                      <a:pt x="2875" y="888"/>
                    </a:lnTo>
                    <a:lnTo>
                      <a:pt x="5262" y="111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0" name="Surface mesh patch"/>
              <p:cNvSpPr/>
              <p:nvPr/>
            </p:nvSpPr>
            <p:spPr>
              <a:xfrm>
                <a:off x="13709450" y="1605514"/>
                <a:ext cx="50120" cy="22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8">
                    <a:moveTo>
                      <a:pt x="0" y="0"/>
                    </a:moveTo>
                    <a:lnTo>
                      <a:pt x="2875" y="1702"/>
                    </a:lnTo>
                    <a:lnTo>
                      <a:pt x="5262" y="2338"/>
                    </a:lnTo>
                    <a:lnTo>
                      <a:pt x="2387" y="406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1" name="Surface mesh patch"/>
              <p:cNvSpPr/>
              <p:nvPr/>
            </p:nvSpPr>
            <p:spPr>
              <a:xfrm>
                <a:off x="13759570" y="1627785"/>
                <a:ext cx="50120" cy="34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0">
                    <a:moveTo>
                      <a:pt x="0" y="0"/>
                    </a:moveTo>
                    <a:lnTo>
                      <a:pt x="2875" y="2696"/>
                    </a:lnTo>
                    <a:lnTo>
                      <a:pt x="5262" y="3630"/>
                    </a:lnTo>
                    <a:lnTo>
                      <a:pt x="2387" y="684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2" name="Surface mesh patch"/>
              <p:cNvSpPr/>
              <p:nvPr/>
            </p:nvSpPr>
            <p:spPr>
              <a:xfrm>
                <a:off x="13809690" y="1662365"/>
                <a:ext cx="50120" cy="451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40">
                    <a:moveTo>
                      <a:pt x="0" y="0"/>
                    </a:moveTo>
                    <a:lnTo>
                      <a:pt x="2875" y="3761"/>
                    </a:lnTo>
                    <a:lnTo>
                      <a:pt x="5262" y="4740"/>
                    </a:lnTo>
                    <a:lnTo>
                      <a:pt x="2387" y="764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3" name="Surface mesh patch"/>
              <p:cNvSpPr/>
              <p:nvPr/>
            </p:nvSpPr>
            <p:spPr>
              <a:xfrm>
                <a:off x="13859809" y="1707512"/>
                <a:ext cx="50120" cy="5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2">
                    <a:moveTo>
                      <a:pt x="0" y="0"/>
                    </a:moveTo>
                    <a:lnTo>
                      <a:pt x="2875" y="4730"/>
                    </a:lnTo>
                    <a:lnTo>
                      <a:pt x="5262" y="5352"/>
                    </a:lnTo>
                    <a:lnTo>
                      <a:pt x="2387" y="518"/>
                    </a:lnTo>
                    <a:close/>
                  </a:path>
                </a:pathLst>
              </a:custGeom>
              <a:solidFill>
                <a:srgbClr val="94b2fd"/>
              </a:solidFill>
              <a:ln w="3334" cap="flat" cmpd="sng" algn="ctr">
                <a:solidFill>
                  <a:srgbClr val="94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4" name="Surface mesh patch"/>
              <p:cNvSpPr/>
              <p:nvPr/>
            </p:nvSpPr>
            <p:spPr>
              <a:xfrm>
                <a:off x="13909929" y="1756973"/>
                <a:ext cx="50120" cy="530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65">
                    <a:moveTo>
                      <a:pt x="0" y="159"/>
                    </a:moveTo>
                    <a:lnTo>
                      <a:pt x="2875" y="5565"/>
                    </a:lnTo>
                    <a:lnTo>
                      <a:pt x="5262" y="5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6a3fd"/>
              </a:solidFill>
              <a:ln w="3334" cap="flat" cmpd="sng" algn="ctr">
                <a:solidFill>
                  <a:srgbClr val="86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5" name="Surface mesh patch"/>
              <p:cNvSpPr/>
              <p:nvPr/>
            </p:nvSpPr>
            <p:spPr>
              <a:xfrm>
                <a:off x="13960049" y="1795387"/>
                <a:ext cx="50120" cy="657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99">
                    <a:moveTo>
                      <a:pt x="0" y="1292"/>
                    </a:moveTo>
                    <a:lnTo>
                      <a:pt x="2875" y="6899"/>
                    </a:lnTo>
                    <a:lnTo>
                      <a:pt x="5262" y="5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693f9"/>
              </a:solidFill>
              <a:ln w="3334" cap="flat" cmpd="sng" algn="ctr">
                <a:solidFill>
                  <a:srgbClr val="7693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6" name="Surface mesh patch"/>
              <p:cNvSpPr/>
              <p:nvPr/>
            </p:nvSpPr>
            <p:spPr>
              <a:xfrm>
                <a:off x="14010168" y="1819330"/>
                <a:ext cx="50120" cy="76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16">
                    <a:moveTo>
                      <a:pt x="0" y="2784"/>
                    </a:moveTo>
                    <a:lnTo>
                      <a:pt x="2875" y="8016"/>
                    </a:lnTo>
                    <a:lnTo>
                      <a:pt x="5262" y="47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a85f5"/>
              </a:solidFill>
              <a:ln w="3334" cap="flat" cmpd="sng" algn="ctr">
                <a:solidFill>
                  <a:srgbClr val="6a85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7" name="Surface mesh patch"/>
              <p:cNvSpPr/>
              <p:nvPr/>
            </p:nvSpPr>
            <p:spPr>
              <a:xfrm>
                <a:off x="14060288" y="1821941"/>
                <a:ext cx="50120" cy="831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29">
                    <a:moveTo>
                      <a:pt x="0" y="4429"/>
                    </a:moveTo>
                    <a:lnTo>
                      <a:pt x="2875" y="8729"/>
                    </a:lnTo>
                    <a:lnTo>
                      <a:pt x="5262" y="36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782f4"/>
              </a:solidFill>
              <a:ln w="3334" cap="flat" cmpd="sng" algn="ctr">
                <a:solidFill>
                  <a:srgbClr val="6782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8" name="Surface mesh patch"/>
              <p:cNvSpPr/>
              <p:nvPr/>
            </p:nvSpPr>
            <p:spPr>
              <a:xfrm>
                <a:off x="14110408" y="1799369"/>
                <a:ext cx="50120" cy="850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33">
                    <a:moveTo>
                      <a:pt x="0" y="5979"/>
                    </a:moveTo>
                    <a:lnTo>
                      <a:pt x="2875" y="8933"/>
                    </a:lnTo>
                    <a:lnTo>
                      <a:pt x="5262" y="2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f8bf7"/>
              </a:solidFill>
              <a:ln w="3334" cap="flat" cmpd="sng" algn="ctr">
                <a:solidFill>
                  <a:srgbClr val="6f8b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9" name="Surface mesh patch"/>
              <p:cNvSpPr/>
              <p:nvPr/>
            </p:nvSpPr>
            <p:spPr>
              <a:xfrm>
                <a:off x="14160527" y="1751115"/>
                <a:ext cx="50120" cy="826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82">
                    <a:moveTo>
                      <a:pt x="0" y="7249"/>
                    </a:moveTo>
                    <a:lnTo>
                      <a:pt x="2875" y="8682"/>
                    </a:lnTo>
                    <a:lnTo>
                      <a:pt x="5262" y="6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0" name="Surface mesh patch"/>
              <p:cNvSpPr/>
              <p:nvPr/>
            </p:nvSpPr>
            <p:spPr>
              <a:xfrm>
                <a:off x="14210647" y="1672929"/>
                <a:ext cx="50120" cy="847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02">
                    <a:moveTo>
                      <a:pt x="0" y="8868"/>
                    </a:moveTo>
                    <a:lnTo>
                      <a:pt x="2875" y="8902"/>
                    </a:lnTo>
                    <a:lnTo>
                      <a:pt x="5262" y="0"/>
                    </a:lnTo>
                    <a:lnTo>
                      <a:pt x="2387" y="673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1" name="Surface mesh patch"/>
              <p:cNvSpPr/>
              <p:nvPr/>
            </p:nvSpPr>
            <p:spPr>
              <a:xfrm>
                <a:off x="14260767" y="1574326"/>
                <a:ext cx="50120" cy="986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52">
                    <a:moveTo>
                      <a:pt x="0" y="10352"/>
                    </a:moveTo>
                    <a:lnTo>
                      <a:pt x="2875" y="9455"/>
                    </a:lnTo>
                    <a:lnTo>
                      <a:pt x="5262" y="0"/>
                    </a:lnTo>
                    <a:lnTo>
                      <a:pt x="2387" y="1455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2" name="Surface mesh patch"/>
              <p:cNvSpPr/>
              <p:nvPr/>
            </p:nvSpPr>
            <p:spPr>
              <a:xfrm>
                <a:off x="14310886" y="1472066"/>
                <a:ext cx="50120" cy="1022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36">
                    <a:moveTo>
                      <a:pt x="0" y="10736"/>
                    </a:moveTo>
                    <a:lnTo>
                      <a:pt x="2875" y="9731"/>
                    </a:lnTo>
                    <a:lnTo>
                      <a:pt x="5262" y="0"/>
                    </a:lnTo>
                    <a:lnTo>
                      <a:pt x="2387" y="1282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3" name="Surface mesh patch"/>
              <p:cNvSpPr/>
              <p:nvPr/>
            </p:nvSpPr>
            <p:spPr>
              <a:xfrm>
                <a:off x="14361006" y="1378225"/>
                <a:ext cx="50120" cy="93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52">
                    <a:moveTo>
                      <a:pt x="0" y="9852"/>
                    </a:moveTo>
                    <a:lnTo>
                      <a:pt x="2875" y="9839"/>
                    </a:lnTo>
                    <a:lnTo>
                      <a:pt x="5262" y="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dcd9"/>
              </a:solidFill>
              <a:ln w="3334" cap="flat" cmpd="sng" algn="ctr">
                <a:solidFill>
                  <a:srgbClr val="e7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4" name="Surface mesh patch"/>
              <p:cNvSpPr/>
              <p:nvPr/>
            </p:nvSpPr>
            <p:spPr>
              <a:xfrm>
                <a:off x="14411125" y="1285339"/>
                <a:ext cx="50120" cy="1144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11">
                    <a:moveTo>
                      <a:pt x="0" y="9913"/>
                    </a:moveTo>
                    <a:lnTo>
                      <a:pt x="2875" y="12011"/>
                    </a:lnTo>
                    <a:lnTo>
                      <a:pt x="5262" y="28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9"/>
              </a:solidFill>
              <a:ln w="3334" cap="flat" cmpd="sng" algn="ctr">
                <a:solidFill>
                  <a:srgbClr val="f8d3b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5" name="Surface mesh patch"/>
              <p:cNvSpPr/>
              <p:nvPr/>
            </p:nvSpPr>
            <p:spPr>
              <a:xfrm>
                <a:off x="14461245" y="1222929"/>
                <a:ext cx="50120" cy="136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34">
                    <a:moveTo>
                      <a:pt x="0" y="9401"/>
                    </a:moveTo>
                    <a:lnTo>
                      <a:pt x="2875" y="14334"/>
                    </a:lnTo>
                    <a:lnTo>
                      <a:pt x="5262" y="62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8ac"/>
              </a:solidFill>
              <a:ln w="3334" cap="flat" cmpd="sng" algn="ctr">
                <a:solidFill>
                  <a:srgbClr val="fbc8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6" name="Surface mesh patch"/>
              <p:cNvSpPr/>
              <p:nvPr/>
            </p:nvSpPr>
            <p:spPr>
              <a:xfrm>
                <a:off x="14511365" y="1204098"/>
                <a:ext cx="50120" cy="1517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929">
                    <a:moveTo>
                      <a:pt x="0" y="8214"/>
                    </a:moveTo>
                    <a:lnTo>
                      <a:pt x="2875" y="15929"/>
                    </a:lnTo>
                    <a:lnTo>
                      <a:pt x="5262" y="93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7" name="Surface mesh patch"/>
              <p:cNvSpPr/>
              <p:nvPr/>
            </p:nvSpPr>
            <p:spPr>
              <a:xfrm>
                <a:off x="14561484" y="1231193"/>
                <a:ext cx="50120" cy="153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93">
                    <a:moveTo>
                      <a:pt x="0" y="6511"/>
                    </a:moveTo>
                    <a:lnTo>
                      <a:pt x="2875" y="16093"/>
                    </a:lnTo>
                    <a:lnTo>
                      <a:pt x="5262" y="112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8" name="Surface mesh patch"/>
              <p:cNvSpPr/>
              <p:nvPr/>
            </p:nvSpPr>
            <p:spPr>
              <a:xfrm>
                <a:off x="14611604" y="1293582"/>
                <a:ext cx="50120" cy="1396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59">
                    <a:moveTo>
                      <a:pt x="0" y="4670"/>
                    </a:moveTo>
                    <a:lnTo>
                      <a:pt x="2875" y="14659"/>
                    </a:lnTo>
                    <a:lnTo>
                      <a:pt x="5262" y="113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9" name="Surface mesh patch"/>
              <p:cNvSpPr/>
              <p:nvPr/>
            </p:nvSpPr>
            <p:spPr>
              <a:xfrm>
                <a:off x="14661724" y="1371843"/>
                <a:ext cx="50120" cy="1148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53">
                    <a:moveTo>
                      <a:pt x="0" y="3097"/>
                    </a:moveTo>
                    <a:lnTo>
                      <a:pt x="2875" y="12053"/>
                    </a:lnTo>
                    <a:lnTo>
                      <a:pt x="5262" y="98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0" name="Surface mesh patch"/>
              <p:cNvSpPr/>
              <p:nvPr/>
            </p:nvSpPr>
            <p:spPr>
              <a:xfrm>
                <a:off x="14711843" y="1445832"/>
                <a:ext cx="50120" cy="85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27">
                    <a:moveTo>
                      <a:pt x="0" y="2041"/>
                    </a:moveTo>
                    <a:lnTo>
                      <a:pt x="2875" y="9027"/>
                    </a:lnTo>
                    <a:lnTo>
                      <a:pt x="5262" y="73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1" name="Surface mesh patch"/>
              <p:cNvSpPr/>
              <p:nvPr/>
            </p:nvSpPr>
            <p:spPr>
              <a:xfrm>
                <a:off x="14761963" y="1501692"/>
                <a:ext cx="50120" cy="597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6">
                    <a:moveTo>
                      <a:pt x="0" y="1522"/>
                    </a:moveTo>
                    <a:lnTo>
                      <a:pt x="2875" y="6276"/>
                    </a:lnTo>
                    <a:lnTo>
                      <a:pt x="5262" y="48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2" name="Surface mesh patch"/>
              <p:cNvSpPr/>
              <p:nvPr/>
            </p:nvSpPr>
            <p:spPr>
              <a:xfrm>
                <a:off x="14812083" y="1534423"/>
                <a:ext cx="50120" cy="399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0">
                    <a:moveTo>
                      <a:pt x="0" y="1400"/>
                    </a:moveTo>
                    <a:lnTo>
                      <a:pt x="2875" y="4190"/>
                    </a:lnTo>
                    <a:lnTo>
                      <a:pt x="5262" y="27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3" name="Surface mesh patch"/>
              <p:cNvSpPr/>
              <p:nvPr/>
            </p:nvSpPr>
            <p:spPr>
              <a:xfrm>
                <a:off x="14862202" y="1546192"/>
                <a:ext cx="50120" cy="27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9">
                    <a:moveTo>
                      <a:pt x="0" y="1481"/>
                    </a:moveTo>
                    <a:lnTo>
                      <a:pt x="2875" y="2839"/>
                    </a:lnTo>
                    <a:lnTo>
                      <a:pt x="5262" y="12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4" name="Surface mesh patch"/>
              <p:cNvSpPr/>
              <p:nvPr/>
            </p:nvSpPr>
            <p:spPr>
              <a:xfrm>
                <a:off x="14912322" y="1542842"/>
                <a:ext cx="50120" cy="199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4">
                    <a:moveTo>
                      <a:pt x="0" y="1604"/>
                    </a:moveTo>
                    <a:lnTo>
                      <a:pt x="2875" y="2094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5" name="Surface mesh patch"/>
              <p:cNvSpPr/>
              <p:nvPr/>
            </p:nvSpPr>
            <p:spPr>
              <a:xfrm>
                <a:off x="14962442" y="1530936"/>
                <a:ext cx="50120" cy="16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3">
                    <a:moveTo>
                      <a:pt x="0" y="1673"/>
                    </a:moveTo>
                    <a:lnTo>
                      <a:pt x="2875" y="1773"/>
                    </a:lnTo>
                    <a:lnTo>
                      <a:pt x="5262" y="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6" name="Surface mesh patch"/>
              <p:cNvSpPr/>
              <p:nvPr/>
            </p:nvSpPr>
            <p:spPr>
              <a:xfrm>
                <a:off x="15012561" y="1516189"/>
                <a:ext cx="50120" cy="16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1">
                    <a:moveTo>
                      <a:pt x="0" y="1648"/>
                    </a:moveTo>
                    <a:lnTo>
                      <a:pt x="2875" y="1721"/>
                    </a:lnTo>
                    <a:lnTo>
                      <a:pt x="5262" y="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7" name="Surface mesh patch"/>
              <p:cNvSpPr/>
              <p:nvPr/>
            </p:nvSpPr>
            <p:spPr>
              <a:xfrm>
                <a:off x="15062681" y="1502972"/>
                <a:ext cx="50120" cy="17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0">
                    <a:moveTo>
                      <a:pt x="0" y="1528"/>
                    </a:moveTo>
                    <a:lnTo>
                      <a:pt x="2875" y="1830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8" name="Surface mesh patch"/>
              <p:cNvSpPr/>
              <p:nvPr/>
            </p:nvSpPr>
            <p:spPr>
              <a:xfrm>
                <a:off x="15112800" y="1494271"/>
                <a:ext cx="50120" cy="19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7">
                    <a:moveTo>
                      <a:pt x="0" y="1337"/>
                    </a:moveTo>
                    <a:lnTo>
                      <a:pt x="2875" y="2027"/>
                    </a:lnTo>
                    <a:lnTo>
                      <a:pt x="5262" y="8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9" name="Surface mesh patch"/>
              <p:cNvSpPr/>
              <p:nvPr/>
            </p:nvSpPr>
            <p:spPr>
              <a:xfrm>
                <a:off x="13486240" y="1608418"/>
                <a:ext cx="50120" cy="117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6">
                    <a:moveTo>
                      <a:pt x="0" y="1236"/>
                    </a:moveTo>
                    <a:lnTo>
                      <a:pt x="2875" y="1086"/>
                    </a:lnTo>
                    <a:lnTo>
                      <a:pt x="5262" y="0"/>
                    </a:lnTo>
                    <a:lnTo>
                      <a:pt x="2387" y="153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0" name="Surface mesh patch"/>
              <p:cNvSpPr/>
              <p:nvPr/>
            </p:nvSpPr>
            <p:spPr>
              <a:xfrm>
                <a:off x="13536360" y="1599604"/>
                <a:ext cx="50120" cy="8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5">
                    <a:moveTo>
                      <a:pt x="0" y="925"/>
                    </a:moveTo>
                    <a:lnTo>
                      <a:pt x="2875" y="832"/>
                    </a:lnTo>
                    <a:lnTo>
                      <a:pt x="5262" y="0"/>
                    </a:lnTo>
                    <a:lnTo>
                      <a:pt x="2387" y="39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1" name="Surface mesh patch"/>
              <p:cNvSpPr/>
              <p:nvPr/>
            </p:nvSpPr>
            <p:spPr>
              <a:xfrm>
                <a:off x="13586479" y="1594008"/>
                <a:ext cx="50120" cy="7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">
                    <a:moveTo>
                      <a:pt x="0" y="588"/>
                    </a:moveTo>
                    <a:lnTo>
                      <a:pt x="2875" y="776"/>
                    </a:lnTo>
                    <a:lnTo>
                      <a:pt x="5262" y="3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2" name="Surface mesh patch"/>
              <p:cNvSpPr/>
              <p:nvPr/>
            </p:nvSpPr>
            <p:spPr>
              <a:xfrm>
                <a:off x="13636599" y="1594939"/>
                <a:ext cx="50120" cy="8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1">
                    <a:moveTo>
                      <a:pt x="0" y="206"/>
                    </a:moveTo>
                    <a:lnTo>
                      <a:pt x="2875" y="911"/>
                    </a:lnTo>
                    <a:lnTo>
                      <a:pt x="5262" y="8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3" name="Surface mesh patch"/>
              <p:cNvSpPr/>
              <p:nvPr/>
            </p:nvSpPr>
            <p:spPr>
              <a:xfrm>
                <a:off x="13686719" y="1603399"/>
                <a:ext cx="50120" cy="183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4">
                    <a:moveTo>
                      <a:pt x="0" y="0"/>
                    </a:moveTo>
                    <a:lnTo>
                      <a:pt x="2875" y="1450"/>
                    </a:lnTo>
                    <a:lnTo>
                      <a:pt x="5262" y="1924"/>
                    </a:lnTo>
                    <a:lnTo>
                      <a:pt x="2387" y="222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4" name="Surface mesh patch"/>
              <p:cNvSpPr/>
              <p:nvPr/>
            </p:nvSpPr>
            <p:spPr>
              <a:xfrm>
                <a:off x="13736838" y="1621729"/>
                <a:ext cx="50120" cy="317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32">
                    <a:moveTo>
                      <a:pt x="0" y="0"/>
                    </a:moveTo>
                    <a:lnTo>
                      <a:pt x="2875" y="2390"/>
                    </a:lnTo>
                    <a:lnTo>
                      <a:pt x="5262" y="3332"/>
                    </a:lnTo>
                    <a:lnTo>
                      <a:pt x="2387" y="636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5" name="Surface mesh patch"/>
              <p:cNvSpPr/>
              <p:nvPr/>
            </p:nvSpPr>
            <p:spPr>
              <a:xfrm>
                <a:off x="13786958" y="1653463"/>
                <a:ext cx="50120" cy="447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5">
                    <a:moveTo>
                      <a:pt x="0" y="0"/>
                    </a:moveTo>
                    <a:lnTo>
                      <a:pt x="2875" y="3443"/>
                    </a:lnTo>
                    <a:lnTo>
                      <a:pt x="5262" y="4695"/>
                    </a:lnTo>
                    <a:lnTo>
                      <a:pt x="2387" y="935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6" name="Surface mesh patch"/>
              <p:cNvSpPr/>
              <p:nvPr/>
            </p:nvSpPr>
            <p:spPr>
              <a:xfrm>
                <a:off x="13837078" y="1698184"/>
                <a:ext cx="50120" cy="543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10">
                    <a:moveTo>
                      <a:pt x="0" y="0"/>
                    </a:moveTo>
                    <a:lnTo>
                      <a:pt x="2875" y="4470"/>
                    </a:lnTo>
                    <a:lnTo>
                      <a:pt x="5262" y="5710"/>
                    </a:lnTo>
                    <a:lnTo>
                      <a:pt x="2387" y="979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7" name="Surface mesh patch"/>
              <p:cNvSpPr/>
              <p:nvPr/>
            </p:nvSpPr>
            <p:spPr>
              <a:xfrm>
                <a:off x="13887197" y="1752569"/>
                <a:ext cx="50120" cy="574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28">
                    <a:moveTo>
                      <a:pt x="0" y="0"/>
                    </a:moveTo>
                    <a:lnTo>
                      <a:pt x="2875" y="5287"/>
                    </a:lnTo>
                    <a:lnTo>
                      <a:pt x="5262" y="6028"/>
                    </a:lnTo>
                    <a:lnTo>
                      <a:pt x="2387" y="622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8" name="Surface mesh patch"/>
              <p:cNvSpPr/>
              <p:nvPr/>
            </p:nvSpPr>
            <p:spPr>
              <a:xfrm>
                <a:off x="13937317" y="1807691"/>
                <a:ext cx="50120" cy="56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38">
                    <a:moveTo>
                      <a:pt x="0" y="241"/>
                    </a:moveTo>
                    <a:lnTo>
                      <a:pt x="2875" y="5938"/>
                    </a:lnTo>
                    <a:lnTo>
                      <a:pt x="5262" y="5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794fa"/>
              </a:solidFill>
              <a:ln w="3334" cap="flat" cmpd="sng" algn="ctr">
                <a:solidFill>
                  <a:srgbClr val="779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9" name="Surface mesh patch"/>
              <p:cNvSpPr/>
              <p:nvPr/>
            </p:nvSpPr>
            <p:spPr>
              <a:xfrm>
                <a:off x="13987436" y="1845847"/>
                <a:ext cx="50120" cy="68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9">
                    <a:moveTo>
                      <a:pt x="0" y="1602"/>
                    </a:moveTo>
                    <a:lnTo>
                      <a:pt x="2875" y="7159"/>
                    </a:lnTo>
                    <a:lnTo>
                      <a:pt x="5262" y="52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580f3"/>
              </a:solidFill>
              <a:ln w="3334" cap="flat" cmpd="sng" algn="ctr">
                <a:solidFill>
                  <a:srgbClr val="658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60" name="Surface mesh patch"/>
              <p:cNvSpPr/>
              <p:nvPr/>
            </p:nvSpPr>
            <p:spPr>
              <a:xfrm>
                <a:off x="14037556" y="1864125"/>
                <a:ext cx="50120" cy="77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42">
                    <a:moveTo>
                      <a:pt x="0" y="3313"/>
                    </a:moveTo>
                    <a:lnTo>
                      <a:pt x="2875" y="8142"/>
                    </a:lnTo>
                    <a:lnTo>
                      <a:pt x="5262" y="43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c75ef"/>
              </a:solidFill>
              <a:ln w="3334" cap="flat" cmpd="sng" algn="ctr">
                <a:solidFill>
                  <a:srgbClr val="5c75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61" name="Surface mesh patch"/>
              <p:cNvSpPr/>
              <p:nvPr/>
            </p:nvSpPr>
            <p:spPr>
              <a:xfrm>
                <a:off x="14087676" y="1856316"/>
                <a:ext cx="50120" cy="831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27">
                    <a:moveTo>
                      <a:pt x="0" y="5120"/>
                    </a:moveTo>
                    <a:lnTo>
                      <a:pt x="2875" y="8727"/>
                    </a:lnTo>
                    <a:lnTo>
                      <a:pt x="5262" y="2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d77f0"/>
              </a:solidFill>
              <a:ln w="3334" cap="flat" cmpd="sng" algn="ctr">
                <a:solidFill>
                  <a:srgbClr val="5d77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62" name="Surface mesh patch"/>
              <p:cNvSpPr/>
              <p:nvPr/>
            </p:nvSpPr>
            <p:spPr>
              <a:xfrm>
                <a:off x="14137795" y="1820164"/>
                <a:ext cx="50120" cy="844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63">
                    <a:moveTo>
                      <a:pt x="0" y="6750"/>
                    </a:moveTo>
                    <a:lnTo>
                      <a:pt x="2875" y="8863"/>
                    </a:lnTo>
                    <a:lnTo>
                      <a:pt x="5262" y="1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63" name="Surface mesh patch"/>
              <p:cNvSpPr/>
              <p:nvPr/>
            </p:nvSpPr>
            <p:spPr>
              <a:xfrm>
                <a:off x="14187915" y="1757396"/>
                <a:ext cx="50120" cy="826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3">
                    <a:moveTo>
                      <a:pt x="0" y="8022"/>
                    </a:moveTo>
                    <a:lnTo>
                      <a:pt x="2875" y="8673"/>
                    </a:lnTo>
                    <a:lnTo>
                      <a:pt x="5262" y="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64" name="Surface mesh patch"/>
              <p:cNvSpPr/>
              <p:nvPr/>
            </p:nvSpPr>
            <p:spPr>
              <a:xfrm>
                <a:off x="14238035" y="1664385"/>
                <a:ext cx="50120" cy="933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99">
                    <a:moveTo>
                      <a:pt x="0" y="9799"/>
                    </a:moveTo>
                    <a:lnTo>
                      <a:pt x="2875" y="9361"/>
                    </a:lnTo>
                    <a:lnTo>
                      <a:pt x="5262" y="0"/>
                    </a:lnTo>
                    <a:lnTo>
                      <a:pt x="2387" y="897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65" name="Surface mesh patch"/>
              <p:cNvSpPr/>
              <p:nvPr/>
            </p:nvSpPr>
            <p:spPr>
              <a:xfrm>
                <a:off x="14288154" y="1564755"/>
                <a:ext cx="50120" cy="99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60">
                    <a:moveTo>
                      <a:pt x="0" y="10460"/>
                    </a:moveTo>
                    <a:lnTo>
                      <a:pt x="2875" y="9645"/>
                    </a:lnTo>
                    <a:lnTo>
                      <a:pt x="5262" y="0"/>
                    </a:lnTo>
                    <a:lnTo>
                      <a:pt x="2387" y="1005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66" name="Surface mesh patch"/>
              <p:cNvSpPr/>
              <p:nvPr/>
            </p:nvSpPr>
            <p:spPr>
              <a:xfrm>
                <a:off x="14338274" y="1471945"/>
                <a:ext cx="50120" cy="928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44">
                    <a:moveTo>
                      <a:pt x="0" y="9744"/>
                    </a:moveTo>
                    <a:lnTo>
                      <a:pt x="2875" y="9518"/>
                    </a:lnTo>
                    <a:lnTo>
                      <a:pt x="5262" y="0"/>
                    </a:lnTo>
                    <a:lnTo>
                      <a:pt x="2387" y="13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67" name="Surface mesh patch"/>
              <p:cNvSpPr/>
              <p:nvPr/>
            </p:nvSpPr>
            <p:spPr>
              <a:xfrm>
                <a:off x="14388394" y="1379758"/>
                <a:ext cx="50120" cy="105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54">
                    <a:moveTo>
                      <a:pt x="0" y="9678"/>
                    </a:moveTo>
                    <a:lnTo>
                      <a:pt x="2875" y="11054"/>
                    </a:lnTo>
                    <a:lnTo>
                      <a:pt x="5262" y="20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68" name="Surface mesh patch"/>
              <p:cNvSpPr/>
              <p:nvPr/>
            </p:nvSpPr>
            <p:spPr>
              <a:xfrm>
                <a:off x="14438513" y="1312471"/>
                <a:ext cx="50120" cy="122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6">
                    <a:moveTo>
                      <a:pt x="0" y="9163"/>
                    </a:moveTo>
                    <a:lnTo>
                      <a:pt x="2875" y="12866"/>
                    </a:lnTo>
                    <a:lnTo>
                      <a:pt x="5262" y="49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69" name="Surface mesh patch"/>
              <p:cNvSpPr/>
              <p:nvPr/>
            </p:nvSpPr>
            <p:spPr>
              <a:xfrm>
                <a:off x="14488633" y="1282333"/>
                <a:ext cx="50120" cy="1356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40">
                    <a:moveTo>
                      <a:pt x="0" y="8098"/>
                    </a:moveTo>
                    <a:lnTo>
                      <a:pt x="2875" y="14240"/>
                    </a:lnTo>
                    <a:lnTo>
                      <a:pt x="5262" y="77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0" name="Surface mesh patch"/>
              <p:cNvSpPr/>
              <p:nvPr/>
            </p:nvSpPr>
            <p:spPr>
              <a:xfrm>
                <a:off x="14538753" y="1293211"/>
                <a:ext cx="50120" cy="1383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27">
                    <a:moveTo>
                      <a:pt x="0" y="6574"/>
                    </a:moveTo>
                    <a:lnTo>
                      <a:pt x="2875" y="14527"/>
                    </a:lnTo>
                    <a:lnTo>
                      <a:pt x="5262" y="95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1" name="Surface mesh patch"/>
              <p:cNvSpPr/>
              <p:nvPr/>
            </p:nvSpPr>
            <p:spPr>
              <a:xfrm>
                <a:off x="14588872" y="1338066"/>
                <a:ext cx="50120" cy="128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73">
                    <a:moveTo>
                      <a:pt x="0" y="4873"/>
                    </a:moveTo>
                    <a:lnTo>
                      <a:pt x="2875" y="13473"/>
                    </a:lnTo>
                    <a:lnTo>
                      <a:pt x="5262" y="99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9d0"/>
              </a:solidFill>
              <a:ln w="3334" cap="flat" cmpd="sng" algn="ctr">
                <a:solidFill>
                  <a:srgbClr val="ec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2" name="Surface mesh patch"/>
              <p:cNvSpPr/>
              <p:nvPr/>
            </p:nvSpPr>
            <p:spPr>
              <a:xfrm>
                <a:off x="14638992" y="1401347"/>
                <a:ext cx="50120" cy="107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35">
                    <a:moveTo>
                      <a:pt x="0" y="3345"/>
                    </a:moveTo>
                    <a:lnTo>
                      <a:pt x="2875" y="11335"/>
                    </a:lnTo>
                    <a:lnTo>
                      <a:pt x="5262" y="8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3" name="Surface mesh patch"/>
              <p:cNvSpPr/>
              <p:nvPr/>
            </p:nvSpPr>
            <p:spPr>
              <a:xfrm>
                <a:off x="14689111" y="1465270"/>
                <a:ext cx="50120" cy="82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11">
                    <a:moveTo>
                      <a:pt x="0" y="2245"/>
                    </a:moveTo>
                    <a:lnTo>
                      <a:pt x="2875" y="8711"/>
                    </a:lnTo>
                    <a:lnTo>
                      <a:pt x="5262" y="69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4" name="Surface mesh patch"/>
              <p:cNvSpPr/>
              <p:nvPr/>
            </p:nvSpPr>
            <p:spPr>
              <a:xfrm>
                <a:off x="14739231" y="1516190"/>
                <a:ext cx="50120" cy="59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8">
                    <a:moveTo>
                      <a:pt x="0" y="1641"/>
                    </a:moveTo>
                    <a:lnTo>
                      <a:pt x="2875" y="6218"/>
                    </a:lnTo>
                    <a:lnTo>
                      <a:pt x="5262" y="47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5" name="Surface mesh patch"/>
              <p:cNvSpPr/>
              <p:nvPr/>
            </p:nvSpPr>
            <p:spPr>
              <a:xfrm>
                <a:off x="14789351" y="1547758"/>
                <a:ext cx="50120" cy="40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50">
                    <a:moveTo>
                      <a:pt x="0" y="1440"/>
                    </a:moveTo>
                    <a:lnTo>
                      <a:pt x="2875" y="4250"/>
                    </a:lnTo>
                    <a:lnTo>
                      <a:pt x="5262" y="27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6" name="Surface mesh patch"/>
              <p:cNvSpPr/>
              <p:nvPr/>
            </p:nvSpPr>
            <p:spPr>
              <a:xfrm>
                <a:off x="14839470" y="1560296"/>
                <a:ext cx="50120" cy="278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1">
                    <a:moveTo>
                      <a:pt x="0" y="1474"/>
                    </a:moveTo>
                    <a:lnTo>
                      <a:pt x="2875" y="2921"/>
                    </a:lnTo>
                    <a:lnTo>
                      <a:pt x="5262" y="13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7" name="Surface mesh patch"/>
              <p:cNvSpPr/>
              <p:nvPr/>
            </p:nvSpPr>
            <p:spPr>
              <a:xfrm>
                <a:off x="14889590" y="1558120"/>
                <a:ext cx="50120" cy="204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0">
                    <a:moveTo>
                      <a:pt x="0" y="1587"/>
                    </a:moveTo>
                    <a:lnTo>
                      <a:pt x="2875" y="2150"/>
                    </a:lnTo>
                    <a:lnTo>
                      <a:pt x="5262" y="4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8" name="Surface mesh patch"/>
              <p:cNvSpPr/>
              <p:nvPr/>
            </p:nvSpPr>
            <p:spPr>
              <a:xfrm>
                <a:off x="14939710" y="1546873"/>
                <a:ext cx="50120" cy="170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7">
                    <a:moveTo>
                      <a:pt x="0" y="1671"/>
                    </a:moveTo>
                    <a:lnTo>
                      <a:pt x="2875" y="1787"/>
                    </a:lnTo>
                    <a:lnTo>
                      <a:pt x="5262" y="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9" name="Surface mesh patch"/>
              <p:cNvSpPr/>
              <p:nvPr/>
            </p:nvSpPr>
            <p:spPr>
              <a:xfrm>
                <a:off x="14989829" y="1531888"/>
                <a:ext cx="50120" cy="161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5">
                    <a:moveTo>
                      <a:pt x="0" y="1673"/>
                    </a:moveTo>
                    <a:lnTo>
                      <a:pt x="2875" y="1695"/>
                    </a:lnTo>
                    <a:lnTo>
                      <a:pt x="5262" y="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0" name="Surface mesh patch"/>
              <p:cNvSpPr/>
              <p:nvPr/>
            </p:nvSpPr>
            <p:spPr>
              <a:xfrm>
                <a:off x="15039949" y="1517530"/>
                <a:ext cx="50120" cy="16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4">
                    <a:moveTo>
                      <a:pt x="0" y="1580"/>
                    </a:moveTo>
                    <a:lnTo>
                      <a:pt x="2875" y="1774"/>
                    </a:lnTo>
                    <a:lnTo>
                      <a:pt x="5262" y="3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1" name="Surface mesh patch"/>
              <p:cNvSpPr/>
              <p:nvPr/>
            </p:nvSpPr>
            <p:spPr>
              <a:xfrm>
                <a:off x="15090069" y="1507001"/>
                <a:ext cx="50120" cy="186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3">
                    <a:moveTo>
                      <a:pt x="0" y="1407"/>
                    </a:moveTo>
                    <a:lnTo>
                      <a:pt x="2875" y="1953"/>
                    </a:lnTo>
                    <a:lnTo>
                      <a:pt x="5262" y="6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2" name="Surface mesh patch"/>
              <p:cNvSpPr/>
              <p:nvPr/>
            </p:nvSpPr>
            <p:spPr>
              <a:xfrm>
                <a:off x="13513628" y="1607531"/>
                <a:ext cx="50120" cy="11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9">
                    <a:moveTo>
                      <a:pt x="0" y="1179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9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3" name="Surface mesh patch"/>
              <p:cNvSpPr/>
              <p:nvPr/>
            </p:nvSpPr>
            <p:spPr>
              <a:xfrm>
                <a:off x="13563747" y="1599604"/>
                <a:ext cx="50120" cy="8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9">
                    <a:moveTo>
                      <a:pt x="0" y="832"/>
                    </a:moveTo>
                    <a:lnTo>
                      <a:pt x="2875" y="919"/>
                    </a:lnTo>
                    <a:lnTo>
                      <a:pt x="5262" y="1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4" name="Surface mesh patch"/>
              <p:cNvSpPr/>
              <p:nvPr/>
            </p:nvSpPr>
            <p:spPr>
              <a:xfrm>
                <a:off x="13613867" y="1596906"/>
                <a:ext cx="50120" cy="9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3">
                    <a:moveTo>
                      <a:pt x="0" y="472"/>
                    </a:moveTo>
                    <a:lnTo>
                      <a:pt x="2875" y="1003"/>
                    </a:lnTo>
                    <a:lnTo>
                      <a:pt x="5262" y="7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5" name="Surface mesh patch"/>
              <p:cNvSpPr/>
              <p:nvPr/>
            </p:nvSpPr>
            <p:spPr>
              <a:xfrm>
                <a:off x="13663987" y="1603399"/>
                <a:ext cx="50120" cy="13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0">
                    <a:moveTo>
                      <a:pt x="0" y="23"/>
                    </a:moveTo>
                    <a:lnTo>
                      <a:pt x="2875" y="1221"/>
                    </a:lnTo>
                    <a:lnTo>
                      <a:pt x="5262" y="14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6" name="Surface mesh patch"/>
              <p:cNvSpPr/>
              <p:nvPr/>
            </p:nvSpPr>
            <p:spPr>
              <a:xfrm>
                <a:off x="13714106" y="1617214"/>
                <a:ext cx="50120" cy="27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4">
                    <a:moveTo>
                      <a:pt x="0" y="0"/>
                    </a:moveTo>
                    <a:lnTo>
                      <a:pt x="2875" y="2062"/>
                    </a:lnTo>
                    <a:lnTo>
                      <a:pt x="5262" y="2864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7" name="Surface mesh patch"/>
              <p:cNvSpPr/>
              <p:nvPr/>
            </p:nvSpPr>
            <p:spPr>
              <a:xfrm>
                <a:off x="13764226" y="1644498"/>
                <a:ext cx="50120" cy="417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4">
                    <a:moveTo>
                      <a:pt x="0" y="0"/>
                    </a:moveTo>
                    <a:lnTo>
                      <a:pt x="2875" y="3065"/>
                    </a:lnTo>
                    <a:lnTo>
                      <a:pt x="5262" y="4384"/>
                    </a:lnTo>
                    <a:lnTo>
                      <a:pt x="2387" y="941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8" name="Surface mesh patch"/>
              <p:cNvSpPr/>
              <p:nvPr/>
            </p:nvSpPr>
            <p:spPr>
              <a:xfrm>
                <a:off x="13814346" y="1686260"/>
                <a:ext cx="50120" cy="545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2">
                    <a:moveTo>
                      <a:pt x="0" y="0"/>
                    </a:moveTo>
                    <a:lnTo>
                      <a:pt x="2875" y="4096"/>
                    </a:lnTo>
                    <a:lnTo>
                      <a:pt x="5262" y="5722"/>
                    </a:lnTo>
                    <a:lnTo>
                      <a:pt x="2387" y="1252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9" name="Surface mesh patch"/>
              <p:cNvSpPr/>
              <p:nvPr/>
            </p:nvSpPr>
            <p:spPr>
              <a:xfrm>
                <a:off x="13864465" y="1740765"/>
                <a:ext cx="50120" cy="62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6">
                    <a:moveTo>
                      <a:pt x="0" y="0"/>
                    </a:moveTo>
                    <a:lnTo>
                      <a:pt x="2875" y="4996"/>
                    </a:lnTo>
                    <a:lnTo>
                      <a:pt x="5262" y="6526"/>
                    </a:lnTo>
                    <a:lnTo>
                      <a:pt x="2387" y="1239"/>
                    </a:lnTo>
                    <a:close/>
                  </a:path>
                </a:pathLst>
              </a:custGeom>
              <a:solidFill>
                <a:srgbClr val="8fadfd"/>
              </a:solidFill>
              <a:ln w="3334" cap="flat" cmpd="sng" algn="ctr">
                <a:solidFill>
                  <a:srgbClr val="8fa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0" name="Surface mesh patch"/>
              <p:cNvSpPr/>
              <p:nvPr/>
            </p:nvSpPr>
            <p:spPr>
              <a:xfrm>
                <a:off x="13914585" y="1802924"/>
                <a:ext cx="50120" cy="613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9">
                    <a:moveTo>
                      <a:pt x="0" y="0"/>
                    </a:moveTo>
                    <a:lnTo>
                      <a:pt x="2875" y="5575"/>
                    </a:lnTo>
                    <a:lnTo>
                      <a:pt x="5262" y="6439"/>
                    </a:lnTo>
                    <a:lnTo>
                      <a:pt x="2387" y="741"/>
                    </a:lnTo>
                    <a:close/>
                  </a:path>
                </a:pathLst>
              </a:custGeom>
              <a:solidFill>
                <a:srgbClr val="7d9afc"/>
              </a:solidFill>
              <a:ln w="3334" cap="flat" cmpd="sng" algn="ctr">
                <a:solidFill>
                  <a:srgbClr val="7d9a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1" name="Surface mesh patch"/>
              <p:cNvSpPr/>
              <p:nvPr/>
            </p:nvSpPr>
            <p:spPr>
              <a:xfrm>
                <a:off x="13964705" y="1861101"/>
                <a:ext cx="50120" cy="57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0">
                    <a:moveTo>
                      <a:pt x="0" y="331"/>
                    </a:moveTo>
                    <a:lnTo>
                      <a:pt x="2875" y="5990"/>
                    </a:lnTo>
                    <a:lnTo>
                      <a:pt x="5262" y="5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680f3"/>
              </a:solidFill>
              <a:ln w="3334" cap="flat" cmpd="sng" algn="ctr">
                <a:solidFill>
                  <a:srgbClr val="668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2" name="Surface mesh patch"/>
              <p:cNvSpPr/>
              <p:nvPr/>
            </p:nvSpPr>
            <p:spPr>
              <a:xfrm>
                <a:off x="14014824" y="1895685"/>
                <a:ext cx="50120" cy="67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4">
                    <a:moveTo>
                      <a:pt x="0" y="1927"/>
                    </a:moveTo>
                    <a:lnTo>
                      <a:pt x="2875" y="7084"/>
                    </a:lnTo>
                    <a:lnTo>
                      <a:pt x="5262" y="48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66eed"/>
              </a:solidFill>
              <a:ln w="3334" cap="flat" cmpd="sng" algn="ctr">
                <a:solidFill>
                  <a:srgbClr val="566e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3" name="Surface mesh patch"/>
              <p:cNvSpPr/>
              <p:nvPr/>
            </p:nvSpPr>
            <p:spPr>
              <a:xfrm>
                <a:off x="14064944" y="1905085"/>
                <a:ext cx="50120" cy="756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47">
                    <a:moveTo>
                      <a:pt x="0" y="3841"/>
                    </a:moveTo>
                    <a:lnTo>
                      <a:pt x="2875" y="7947"/>
                    </a:lnTo>
                    <a:lnTo>
                      <a:pt x="5262" y="3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067ea"/>
              </a:solidFill>
              <a:ln w="3334" cap="flat" cmpd="sng" algn="ctr">
                <a:solidFill>
                  <a:srgbClr val="5067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4" name="Surface mesh patch"/>
              <p:cNvSpPr/>
              <p:nvPr/>
            </p:nvSpPr>
            <p:spPr>
              <a:xfrm>
                <a:off x="14115064" y="1884455"/>
                <a:ext cx="50120" cy="805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5">
                    <a:moveTo>
                      <a:pt x="0" y="5773"/>
                    </a:moveTo>
                    <a:lnTo>
                      <a:pt x="2875" y="8455"/>
                    </a:lnTo>
                    <a:lnTo>
                      <a:pt x="5262" y="21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66fed"/>
              </a:solidFill>
              <a:ln w="3334" cap="flat" cmpd="sng" algn="ctr">
                <a:solidFill>
                  <a:srgbClr val="566f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5" name="Surface mesh patch"/>
              <p:cNvSpPr/>
              <p:nvPr/>
            </p:nvSpPr>
            <p:spPr>
              <a:xfrm>
                <a:off x="14165183" y="1833807"/>
                <a:ext cx="50120" cy="819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08">
                    <a:moveTo>
                      <a:pt x="0" y="7431"/>
                    </a:moveTo>
                    <a:lnTo>
                      <a:pt x="2875" y="8608"/>
                    </a:lnTo>
                    <a:lnTo>
                      <a:pt x="5262" y="6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a85f4"/>
              </a:solidFill>
              <a:ln w="3334" cap="flat" cmpd="sng" algn="ctr">
                <a:solidFill>
                  <a:srgbClr val="6a85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6" name="Surface mesh patch"/>
              <p:cNvSpPr/>
              <p:nvPr/>
            </p:nvSpPr>
            <p:spPr>
              <a:xfrm>
                <a:off x="14215303" y="1753552"/>
                <a:ext cx="50120" cy="86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76">
                    <a:moveTo>
                      <a:pt x="0" y="9076"/>
                    </a:moveTo>
                    <a:lnTo>
                      <a:pt x="2875" y="9015"/>
                    </a:lnTo>
                    <a:lnTo>
                      <a:pt x="5262" y="0"/>
                    </a:lnTo>
                    <a:lnTo>
                      <a:pt x="2387" y="438"/>
                    </a:lnTo>
                    <a:close/>
                  </a:path>
                </a:pathLst>
              </a:custGeom>
              <a:solidFill>
                <a:srgbClr val="85a2fd"/>
              </a:solidFill>
              <a:ln w="3334" cap="flat" cmpd="sng" algn="ctr">
                <a:solidFill>
                  <a:srgbClr val="85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7" name="Surface mesh patch"/>
              <p:cNvSpPr/>
              <p:nvPr/>
            </p:nvSpPr>
            <p:spPr>
              <a:xfrm>
                <a:off x="14265422" y="1656623"/>
                <a:ext cx="50120" cy="969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76">
                    <a:moveTo>
                      <a:pt x="0" y="10176"/>
                    </a:moveTo>
                    <a:lnTo>
                      <a:pt x="2875" y="9481"/>
                    </a:lnTo>
                    <a:lnTo>
                      <a:pt x="5262" y="0"/>
                    </a:lnTo>
                    <a:lnTo>
                      <a:pt x="2387" y="815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8" name="Surface mesh patch"/>
              <p:cNvSpPr/>
              <p:nvPr/>
            </p:nvSpPr>
            <p:spPr>
              <a:xfrm>
                <a:off x="14315542" y="1562606"/>
                <a:ext cx="50120" cy="94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1">
                    <a:moveTo>
                      <a:pt x="0" y="9871"/>
                    </a:moveTo>
                    <a:lnTo>
                      <a:pt x="2875" y="9398"/>
                    </a:lnTo>
                    <a:lnTo>
                      <a:pt x="5262" y="0"/>
                    </a:lnTo>
                    <a:lnTo>
                      <a:pt x="2387" y="226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9" name="Surface mesh patch"/>
              <p:cNvSpPr/>
              <p:nvPr/>
            </p:nvSpPr>
            <p:spPr>
              <a:xfrm>
                <a:off x="14365662" y="1471945"/>
                <a:ext cx="50120" cy="971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97">
                    <a:moveTo>
                      <a:pt x="0" y="9518"/>
                    </a:moveTo>
                    <a:lnTo>
                      <a:pt x="2875" y="10197"/>
                    </a:lnTo>
                    <a:lnTo>
                      <a:pt x="5262" y="13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0" name="Surface mesh patch"/>
              <p:cNvSpPr/>
              <p:nvPr/>
            </p:nvSpPr>
            <p:spPr>
              <a:xfrm>
                <a:off x="14415781" y="1399746"/>
                <a:ext cx="50120" cy="109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09">
                    <a:moveTo>
                      <a:pt x="0" y="8956"/>
                    </a:moveTo>
                    <a:lnTo>
                      <a:pt x="2875" y="11509"/>
                    </a:lnTo>
                    <a:lnTo>
                      <a:pt x="5262" y="3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5dedf"/>
              </a:solidFill>
              <a:ln w="3334" cap="flat" cmpd="sng" algn="ctr">
                <a:solidFill>
                  <a:srgbClr val="e5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1" name="Surface mesh patch"/>
              <p:cNvSpPr/>
              <p:nvPr/>
            </p:nvSpPr>
            <p:spPr>
              <a:xfrm>
                <a:off x="14465901" y="1359462"/>
                <a:ext cx="50120" cy="119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97">
                    <a:moveTo>
                      <a:pt x="0" y="7933"/>
                    </a:moveTo>
                    <a:lnTo>
                      <a:pt x="2875" y="12597"/>
                    </a:lnTo>
                    <a:lnTo>
                      <a:pt x="5262" y="61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2" name="Surface mesh patch"/>
              <p:cNvSpPr/>
              <p:nvPr/>
            </p:nvSpPr>
            <p:spPr>
              <a:xfrm>
                <a:off x="14516021" y="1355827"/>
                <a:ext cx="50120" cy="122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10">
                    <a:moveTo>
                      <a:pt x="0" y="6524"/>
                    </a:moveTo>
                    <a:lnTo>
                      <a:pt x="2875" y="12910"/>
                    </a:lnTo>
                    <a:lnTo>
                      <a:pt x="5262" y="79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3" name="Surface mesh patch"/>
              <p:cNvSpPr/>
              <p:nvPr/>
            </p:nvSpPr>
            <p:spPr>
              <a:xfrm>
                <a:off x="14566140" y="1384482"/>
                <a:ext cx="50120" cy="1157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55">
                    <a:moveTo>
                      <a:pt x="0" y="4945"/>
                    </a:moveTo>
                    <a:lnTo>
                      <a:pt x="2875" y="12155"/>
                    </a:lnTo>
                    <a:lnTo>
                      <a:pt x="5262" y="8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6dddc"/>
              </a:solidFill>
              <a:ln w="3334" cap="flat" cmpd="sng" algn="ctr">
                <a:solidFill>
                  <a:srgbClr val="e6ddd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4" name="Surface mesh patch"/>
              <p:cNvSpPr/>
              <p:nvPr/>
            </p:nvSpPr>
            <p:spPr>
              <a:xfrm>
                <a:off x="14616260" y="1433210"/>
                <a:ext cx="50120" cy="99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52">
                    <a:moveTo>
                      <a:pt x="0" y="3484"/>
                    </a:moveTo>
                    <a:lnTo>
                      <a:pt x="2875" y="10452"/>
                    </a:lnTo>
                    <a:lnTo>
                      <a:pt x="5262" y="79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5" name="Surface mesh patch"/>
              <p:cNvSpPr/>
              <p:nvPr/>
            </p:nvSpPr>
            <p:spPr>
              <a:xfrm>
                <a:off x="14666380" y="1486653"/>
                <a:ext cx="50120" cy="78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43">
                    <a:moveTo>
                      <a:pt x="0" y="2379"/>
                    </a:moveTo>
                    <a:lnTo>
                      <a:pt x="2875" y="8243"/>
                    </a:lnTo>
                    <a:lnTo>
                      <a:pt x="5262" y="6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6" name="Surface mesh patch"/>
              <p:cNvSpPr/>
              <p:nvPr/>
            </p:nvSpPr>
            <p:spPr>
              <a:xfrm>
                <a:off x="14716499" y="1531819"/>
                <a:ext cx="50120" cy="576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50">
                    <a:moveTo>
                      <a:pt x="0" y="1724"/>
                    </a:moveTo>
                    <a:lnTo>
                      <a:pt x="2875" y="6050"/>
                    </a:lnTo>
                    <a:lnTo>
                      <a:pt x="5262" y="45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7" name="Surface mesh patch"/>
              <p:cNvSpPr/>
              <p:nvPr/>
            </p:nvSpPr>
            <p:spPr>
              <a:xfrm>
                <a:off x="14766619" y="1561469"/>
                <a:ext cx="50120" cy="40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46">
                    <a:moveTo>
                      <a:pt x="0" y="1464"/>
                    </a:moveTo>
                    <a:lnTo>
                      <a:pt x="2875" y="4246"/>
                    </a:lnTo>
                    <a:lnTo>
                      <a:pt x="5262" y="28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8" name="Surface mesh patch"/>
              <p:cNvSpPr/>
              <p:nvPr/>
            </p:nvSpPr>
            <p:spPr>
              <a:xfrm>
                <a:off x="14816739" y="1574337"/>
                <a:ext cx="50120" cy="283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75">
                    <a:moveTo>
                      <a:pt x="0" y="1459"/>
                    </a:moveTo>
                    <a:lnTo>
                      <a:pt x="2875" y="2975"/>
                    </a:lnTo>
                    <a:lnTo>
                      <a:pt x="5262" y="14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9" name="Surface mesh patch"/>
              <p:cNvSpPr/>
              <p:nvPr/>
            </p:nvSpPr>
            <p:spPr>
              <a:xfrm>
                <a:off x="14866858" y="1573237"/>
                <a:ext cx="50120" cy="20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0">
                    <a:moveTo>
                      <a:pt x="0" y="1562"/>
                    </a:moveTo>
                    <a:lnTo>
                      <a:pt x="2875" y="2200"/>
                    </a:lnTo>
                    <a:lnTo>
                      <a:pt x="5262" y="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0" name="Surface mesh patch"/>
              <p:cNvSpPr/>
              <p:nvPr/>
            </p:nvSpPr>
            <p:spPr>
              <a:xfrm>
                <a:off x="14916978" y="1562790"/>
                <a:ext cx="50120" cy="172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">
                    <a:moveTo>
                      <a:pt x="0" y="1659"/>
                    </a:moveTo>
                    <a:lnTo>
                      <a:pt x="2875" y="1807"/>
                    </a:lnTo>
                    <a:lnTo>
                      <a:pt x="5262" y="1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1" name="Surface mesh patch"/>
              <p:cNvSpPr/>
              <p:nvPr/>
            </p:nvSpPr>
            <p:spPr>
              <a:xfrm>
                <a:off x="14967097" y="1547821"/>
                <a:ext cx="50120" cy="160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7">
                    <a:moveTo>
                      <a:pt x="0" y="1687"/>
                    </a:moveTo>
                    <a:lnTo>
                      <a:pt x="2875" y="1678"/>
                    </a:lnTo>
                    <a:lnTo>
                      <a:pt x="5262" y="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2" name="Surface mesh patch"/>
              <p:cNvSpPr/>
              <p:nvPr/>
            </p:nvSpPr>
            <p:spPr>
              <a:xfrm>
                <a:off x="15017217" y="1532577"/>
                <a:ext cx="50120" cy="164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5">
                    <a:moveTo>
                      <a:pt x="0" y="1623"/>
                    </a:moveTo>
                    <a:lnTo>
                      <a:pt x="2875" y="1725"/>
                    </a:lnTo>
                    <a:lnTo>
                      <a:pt x="5262" y="1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3" name="Surface mesh patch"/>
              <p:cNvSpPr/>
              <p:nvPr/>
            </p:nvSpPr>
            <p:spPr>
              <a:xfrm>
                <a:off x="15067337" y="1520403"/>
                <a:ext cx="50120" cy="17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4">
                    <a:moveTo>
                      <a:pt x="0" y="1472"/>
                    </a:moveTo>
                    <a:lnTo>
                      <a:pt x="2875" y="1884"/>
                    </a:lnTo>
                    <a:lnTo>
                      <a:pt x="5262" y="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4" name="Surface mesh patch"/>
              <p:cNvSpPr/>
              <p:nvPr/>
            </p:nvSpPr>
            <p:spPr>
              <a:xfrm>
                <a:off x="13541016" y="1607531"/>
                <a:ext cx="50120" cy="10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5">
                    <a:moveTo>
                      <a:pt x="0" y="1050"/>
                    </a:moveTo>
                    <a:lnTo>
                      <a:pt x="2875" y="1055"/>
                    </a:lnTo>
                    <a:lnTo>
                      <a:pt x="5262" y="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5" name="Surface mesh patch"/>
              <p:cNvSpPr/>
              <p:nvPr/>
            </p:nvSpPr>
            <p:spPr>
              <a:xfrm>
                <a:off x="13591135" y="1601397"/>
                <a:ext cx="50120" cy="10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6">
                    <a:moveTo>
                      <a:pt x="0" y="731"/>
                    </a:moveTo>
                    <a:lnTo>
                      <a:pt x="2875" y="1106"/>
                    </a:lnTo>
                    <a:lnTo>
                      <a:pt x="5262" y="5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6" name="Surface mesh patch"/>
              <p:cNvSpPr/>
              <p:nvPr/>
            </p:nvSpPr>
            <p:spPr>
              <a:xfrm>
                <a:off x="13641255" y="1603616"/>
                <a:ext cx="50120" cy="11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8">
                    <a:moveTo>
                      <a:pt x="0" y="298"/>
                    </a:moveTo>
                    <a:lnTo>
                      <a:pt x="2875" y="1258"/>
                    </a:lnTo>
                    <a:lnTo>
                      <a:pt x="5262" y="1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7" name="Surface mesh patch"/>
              <p:cNvSpPr/>
              <p:nvPr/>
            </p:nvSpPr>
            <p:spPr>
              <a:xfrm>
                <a:off x="13691375" y="1615026"/>
                <a:ext cx="50120" cy="21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2">
                    <a:moveTo>
                      <a:pt x="0" y="0"/>
                    </a:moveTo>
                    <a:lnTo>
                      <a:pt x="2875" y="1739"/>
                    </a:lnTo>
                    <a:lnTo>
                      <a:pt x="5262" y="2292"/>
                    </a:lnTo>
                    <a:lnTo>
                      <a:pt x="2387" y="23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8" name="Surface mesh patch"/>
              <p:cNvSpPr/>
              <p:nvPr/>
            </p:nvSpPr>
            <p:spPr>
              <a:xfrm>
                <a:off x="13741494" y="1636858"/>
                <a:ext cx="50120" cy="36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7">
                    <a:moveTo>
                      <a:pt x="0" y="0"/>
                    </a:moveTo>
                    <a:lnTo>
                      <a:pt x="2875" y="2664"/>
                    </a:lnTo>
                    <a:lnTo>
                      <a:pt x="5262" y="3867"/>
                    </a:lnTo>
                    <a:lnTo>
                      <a:pt x="2387" y="802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9" name="Surface mesh patch"/>
              <p:cNvSpPr/>
              <p:nvPr/>
            </p:nvSpPr>
            <p:spPr>
              <a:xfrm>
                <a:off x="13791614" y="1673689"/>
                <a:ext cx="50120" cy="51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16">
                    <a:moveTo>
                      <a:pt x="0" y="0"/>
                    </a:moveTo>
                    <a:lnTo>
                      <a:pt x="2875" y="3656"/>
                    </a:lnTo>
                    <a:lnTo>
                      <a:pt x="5262" y="5416"/>
                    </a:lnTo>
                    <a:lnTo>
                      <a:pt x="2387" y="132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0" name="Surface mesh patch"/>
              <p:cNvSpPr/>
              <p:nvPr/>
            </p:nvSpPr>
            <p:spPr>
              <a:xfrm>
                <a:off x="13841733" y="1725274"/>
                <a:ext cx="50120" cy="630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23">
                    <a:moveTo>
                      <a:pt x="0" y="0"/>
                    </a:moveTo>
                    <a:lnTo>
                      <a:pt x="2875" y="4583"/>
                    </a:lnTo>
                    <a:lnTo>
                      <a:pt x="5262" y="6623"/>
                    </a:lnTo>
                    <a:lnTo>
                      <a:pt x="2387" y="1626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1" name="Surface mesh patch"/>
              <p:cNvSpPr/>
              <p:nvPr/>
            </p:nvSpPr>
            <p:spPr>
              <a:xfrm>
                <a:off x="13891853" y="1788353"/>
                <a:ext cx="50120" cy="676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05">
                    <a:moveTo>
                      <a:pt x="0" y="0"/>
                    </a:moveTo>
                    <a:lnTo>
                      <a:pt x="2875" y="5274"/>
                    </a:lnTo>
                    <a:lnTo>
                      <a:pt x="5262" y="7105"/>
                    </a:lnTo>
                    <a:lnTo>
                      <a:pt x="2387" y="1530"/>
                    </a:lnTo>
                    <a:close/>
                  </a:path>
                </a:pathLst>
              </a:custGeom>
              <a:solidFill>
                <a:srgbClr val="84a2fd"/>
              </a:solidFill>
              <a:ln w="3334" cap="flat" cmpd="sng" algn="ctr">
                <a:solidFill>
                  <a:srgbClr val="84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2" name="Surface mesh patch"/>
              <p:cNvSpPr/>
              <p:nvPr/>
            </p:nvSpPr>
            <p:spPr>
              <a:xfrm>
                <a:off x="13941973" y="1856026"/>
                <a:ext cx="50120" cy="62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3">
                    <a:moveTo>
                      <a:pt x="0" y="0"/>
                    </a:moveTo>
                    <a:lnTo>
                      <a:pt x="2875" y="5548"/>
                    </a:lnTo>
                    <a:lnTo>
                      <a:pt x="5262" y="6523"/>
                    </a:lnTo>
                    <a:lnTo>
                      <a:pt x="2387" y="864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3" name="Surface mesh patch"/>
              <p:cNvSpPr/>
              <p:nvPr/>
            </p:nvSpPr>
            <p:spPr>
              <a:xfrm>
                <a:off x="13992092" y="1914036"/>
                <a:ext cx="50120" cy="54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6">
                    <a:moveTo>
                      <a:pt x="0" y="433"/>
                    </a:moveTo>
                    <a:lnTo>
                      <a:pt x="2875" y="5706"/>
                    </a:lnTo>
                    <a:lnTo>
                      <a:pt x="5262" y="51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56dec"/>
              </a:solidFill>
              <a:ln w="3334" cap="flat" cmpd="sng" algn="ctr">
                <a:solidFill>
                  <a:srgbClr val="556d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4" name="Surface mesh patch"/>
              <p:cNvSpPr/>
              <p:nvPr/>
            </p:nvSpPr>
            <p:spPr>
              <a:xfrm>
                <a:off x="14042212" y="1941675"/>
                <a:ext cx="50120" cy="636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78">
                    <a:moveTo>
                      <a:pt x="0" y="2256"/>
                    </a:moveTo>
                    <a:lnTo>
                      <a:pt x="2875" y="6678"/>
                    </a:lnTo>
                    <a:lnTo>
                      <a:pt x="5262" y="41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85ee7"/>
              </a:solidFill>
              <a:ln w="3334" cap="flat" cmpd="sng" algn="ctr">
                <a:solidFill>
                  <a:srgbClr val="485e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5" name="Surface mesh patch"/>
              <p:cNvSpPr/>
              <p:nvPr/>
            </p:nvSpPr>
            <p:spPr>
              <a:xfrm>
                <a:off x="14092332" y="1939441"/>
                <a:ext cx="50120" cy="710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7">
                    <a:moveTo>
                      <a:pt x="0" y="4340"/>
                    </a:moveTo>
                    <a:lnTo>
                      <a:pt x="2875" y="7457"/>
                    </a:lnTo>
                    <a:lnTo>
                      <a:pt x="5262" y="26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75de7"/>
              </a:solidFill>
              <a:ln w="3334" cap="flat" cmpd="sng" algn="ctr">
                <a:solidFill>
                  <a:srgbClr val="475d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6" name="Surface mesh patch"/>
              <p:cNvSpPr/>
              <p:nvPr/>
            </p:nvSpPr>
            <p:spPr>
              <a:xfrm>
                <a:off x="14142451" y="1904583"/>
                <a:ext cx="50120" cy="757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54">
                    <a:moveTo>
                      <a:pt x="0" y="6342"/>
                    </a:moveTo>
                    <a:lnTo>
                      <a:pt x="2875" y="7954"/>
                    </a:lnTo>
                    <a:lnTo>
                      <a:pt x="5262" y="11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36bec"/>
              </a:solidFill>
              <a:ln w="3334" cap="flat" cmpd="sng" algn="ctr">
                <a:solidFill>
                  <a:srgbClr val="536b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7" name="Surface mesh patch"/>
              <p:cNvSpPr/>
              <p:nvPr/>
            </p:nvSpPr>
            <p:spPr>
              <a:xfrm>
                <a:off x="14192571" y="1839422"/>
                <a:ext cx="50120" cy="787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67">
                    <a:moveTo>
                      <a:pt x="0" y="8019"/>
                    </a:moveTo>
                    <a:lnTo>
                      <a:pt x="2875" y="8267"/>
                    </a:lnTo>
                    <a:lnTo>
                      <a:pt x="5262" y="0"/>
                    </a:lnTo>
                    <a:lnTo>
                      <a:pt x="2387" y="61"/>
                    </a:lnTo>
                    <a:close/>
                  </a:path>
                </a:pathLst>
              </a:custGeom>
              <a:solidFill>
                <a:srgbClr val="6b87f5"/>
              </a:solidFill>
              <a:ln w="3334" cap="flat" cmpd="sng" algn="ctr">
                <a:solidFill>
                  <a:srgbClr val="6b87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8" name="Surface mesh patch"/>
              <p:cNvSpPr/>
              <p:nvPr/>
            </p:nvSpPr>
            <p:spPr>
              <a:xfrm>
                <a:off x="14242691" y="1746928"/>
                <a:ext cx="50120" cy="924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11">
                    <a:moveTo>
                      <a:pt x="0" y="9711"/>
                    </a:moveTo>
                    <a:lnTo>
                      <a:pt x="2875" y="9084"/>
                    </a:lnTo>
                    <a:lnTo>
                      <a:pt x="5262" y="0"/>
                    </a:lnTo>
                    <a:lnTo>
                      <a:pt x="2387" y="695"/>
                    </a:lnTo>
                    <a:close/>
                  </a:path>
                </a:pathLst>
              </a:custGeom>
              <a:solidFill>
                <a:srgbClr val="89a6fd"/>
              </a:solidFill>
              <a:ln w="3334" cap="flat" cmpd="sng" algn="ctr">
                <a:solidFill>
                  <a:srgbClr val="89a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9" name="Surface mesh patch"/>
              <p:cNvSpPr/>
              <p:nvPr/>
            </p:nvSpPr>
            <p:spPr>
              <a:xfrm>
                <a:off x="14292810" y="1652124"/>
                <a:ext cx="50120" cy="948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53">
                    <a:moveTo>
                      <a:pt x="0" y="9953"/>
                    </a:moveTo>
                    <a:lnTo>
                      <a:pt x="2875" y="9212"/>
                    </a:lnTo>
                    <a:lnTo>
                      <a:pt x="5262" y="0"/>
                    </a:lnTo>
                    <a:lnTo>
                      <a:pt x="2387" y="472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0" name="Surface mesh patch"/>
              <p:cNvSpPr/>
              <p:nvPr/>
            </p:nvSpPr>
            <p:spPr>
              <a:xfrm>
                <a:off x="14342930" y="1562606"/>
                <a:ext cx="50120" cy="89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05">
                    <a:moveTo>
                      <a:pt x="0" y="9398"/>
                    </a:moveTo>
                    <a:lnTo>
                      <a:pt x="2875" y="9405"/>
                    </a:lnTo>
                    <a:lnTo>
                      <a:pt x="5262" y="6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1" name="Surface mesh patch"/>
              <p:cNvSpPr/>
              <p:nvPr/>
            </p:nvSpPr>
            <p:spPr>
              <a:xfrm>
                <a:off x="14393050" y="1485050"/>
                <a:ext cx="50120" cy="981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00">
                    <a:moveTo>
                      <a:pt x="0" y="8821"/>
                    </a:moveTo>
                    <a:lnTo>
                      <a:pt x="2875" y="10300"/>
                    </a:lnTo>
                    <a:lnTo>
                      <a:pt x="5262" y="25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2" name="Surface mesh patch"/>
              <p:cNvSpPr/>
              <p:nvPr/>
            </p:nvSpPr>
            <p:spPr>
              <a:xfrm>
                <a:off x="14443169" y="1435024"/>
                <a:ext cx="50120" cy="1056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94">
                    <a:moveTo>
                      <a:pt x="0" y="7805"/>
                    </a:moveTo>
                    <a:lnTo>
                      <a:pt x="2875" y="11094"/>
                    </a:lnTo>
                    <a:lnTo>
                      <a:pt x="5262" y="4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3" name="Surface mesh patch"/>
              <p:cNvSpPr/>
              <p:nvPr/>
            </p:nvSpPr>
            <p:spPr>
              <a:xfrm>
                <a:off x="14493289" y="1417971"/>
                <a:ext cx="50120" cy="1082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61">
                    <a:moveTo>
                      <a:pt x="0" y="6455"/>
                    </a:moveTo>
                    <a:lnTo>
                      <a:pt x="2875" y="11361"/>
                    </a:lnTo>
                    <a:lnTo>
                      <a:pt x="5262" y="63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4" name="Surface mesh patch"/>
              <p:cNvSpPr/>
              <p:nvPr/>
            </p:nvSpPr>
            <p:spPr>
              <a:xfrm>
                <a:off x="14543408" y="1431583"/>
                <a:ext cx="50120" cy="103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18">
                    <a:moveTo>
                      <a:pt x="0" y="4957"/>
                    </a:moveTo>
                    <a:lnTo>
                      <a:pt x="2875" y="10818"/>
                    </a:lnTo>
                    <a:lnTo>
                      <a:pt x="5262" y="7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5" name="Surface mesh patch"/>
              <p:cNvSpPr/>
              <p:nvPr/>
            </p:nvSpPr>
            <p:spPr>
              <a:xfrm>
                <a:off x="14593528" y="1466398"/>
                <a:ext cx="50120" cy="903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8">
                    <a:moveTo>
                      <a:pt x="0" y="3555"/>
                    </a:moveTo>
                    <a:lnTo>
                      <a:pt x="2875" y="9488"/>
                    </a:lnTo>
                    <a:lnTo>
                      <a:pt x="5262" y="69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6" name="Surface mesh patch"/>
              <p:cNvSpPr/>
              <p:nvPr/>
            </p:nvSpPr>
            <p:spPr>
              <a:xfrm>
                <a:off x="14643648" y="1509317"/>
                <a:ext cx="50120" cy="731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75">
                    <a:moveTo>
                      <a:pt x="0" y="2462"/>
                    </a:moveTo>
                    <a:lnTo>
                      <a:pt x="2875" y="7675"/>
                    </a:lnTo>
                    <a:lnTo>
                      <a:pt x="5262" y="58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7" name="Surface mesh patch"/>
              <p:cNvSpPr/>
              <p:nvPr/>
            </p:nvSpPr>
            <p:spPr>
              <a:xfrm>
                <a:off x="14693767" y="1548242"/>
                <a:ext cx="50120" cy="552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97">
                    <a:moveTo>
                      <a:pt x="0" y="1777"/>
                    </a:moveTo>
                    <a:lnTo>
                      <a:pt x="2875" y="5797"/>
                    </a:lnTo>
                    <a:lnTo>
                      <a:pt x="5262" y="4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8" name="Surface mesh patch"/>
              <p:cNvSpPr/>
              <p:nvPr/>
            </p:nvSpPr>
            <p:spPr>
              <a:xfrm>
                <a:off x="14743887" y="1575413"/>
                <a:ext cx="50120" cy="398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88">
                    <a:moveTo>
                      <a:pt x="0" y="1473"/>
                    </a:moveTo>
                    <a:lnTo>
                      <a:pt x="2875" y="4188"/>
                    </a:lnTo>
                    <a:lnTo>
                      <a:pt x="5262" y="27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9" name="Surface mesh patch"/>
              <p:cNvSpPr/>
              <p:nvPr/>
            </p:nvSpPr>
            <p:spPr>
              <a:xfrm>
                <a:off x="14794007" y="1588237"/>
                <a:ext cx="50120" cy="286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04">
                    <a:moveTo>
                      <a:pt x="0" y="1436"/>
                    </a:moveTo>
                    <a:lnTo>
                      <a:pt x="2875" y="3004"/>
                    </a:lnTo>
                    <a:lnTo>
                      <a:pt x="5262" y="15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0" name="Surface mesh patch"/>
              <p:cNvSpPr/>
              <p:nvPr/>
            </p:nvSpPr>
            <p:spPr>
              <a:xfrm>
                <a:off x="14844126" y="1588115"/>
                <a:ext cx="50120" cy="213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45">
                    <a:moveTo>
                      <a:pt x="0" y="1529"/>
                    </a:moveTo>
                    <a:lnTo>
                      <a:pt x="2875" y="2245"/>
                    </a:lnTo>
                    <a:lnTo>
                      <a:pt x="5262" y="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1" name="Surface mesh patch"/>
              <p:cNvSpPr/>
              <p:nvPr/>
            </p:nvSpPr>
            <p:spPr>
              <a:xfrm>
                <a:off x="14894246" y="1578595"/>
                <a:ext cx="50120" cy="174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2">
                    <a:moveTo>
                      <a:pt x="0" y="1638"/>
                    </a:moveTo>
                    <a:lnTo>
                      <a:pt x="2875" y="1832"/>
                    </a:lnTo>
                    <a:lnTo>
                      <a:pt x="5262" y="1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2" name="Surface mesh patch"/>
              <p:cNvSpPr/>
              <p:nvPr/>
            </p:nvSpPr>
            <p:spPr>
              <a:xfrm>
                <a:off x="14944366" y="1563806"/>
                <a:ext cx="50120" cy="161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">
                    <a:moveTo>
                      <a:pt x="0" y="1700"/>
                    </a:moveTo>
                    <a:lnTo>
                      <a:pt x="2875" y="1679"/>
                    </a:lnTo>
                    <a:lnTo>
                      <a:pt x="5262" y="0"/>
                    </a:lnTo>
                    <a:lnTo>
                      <a:pt x="2387" y="9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3" name="Surface mesh patch"/>
              <p:cNvSpPr/>
              <p:nvPr/>
            </p:nvSpPr>
            <p:spPr>
              <a:xfrm>
                <a:off x="14994485" y="1548033"/>
                <a:ext cx="50120" cy="16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5">
                    <a:moveTo>
                      <a:pt x="0" y="1656"/>
                    </a:moveTo>
                    <a:lnTo>
                      <a:pt x="2875" y="1685"/>
                    </a:lnTo>
                    <a:lnTo>
                      <a:pt x="5262" y="1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4" name="Surface mesh patch"/>
              <p:cNvSpPr/>
              <p:nvPr/>
            </p:nvSpPr>
            <p:spPr>
              <a:xfrm>
                <a:off x="15044605" y="1534428"/>
                <a:ext cx="50120" cy="173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9">
                    <a:moveTo>
                      <a:pt x="0" y="1531"/>
                    </a:moveTo>
                    <a:lnTo>
                      <a:pt x="2875" y="1819"/>
                    </a:lnTo>
                    <a:lnTo>
                      <a:pt x="5262" y="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5" name="Surface mesh patch"/>
              <p:cNvSpPr/>
              <p:nvPr/>
            </p:nvSpPr>
            <p:spPr>
              <a:xfrm>
                <a:off x="13568403" y="1608361"/>
                <a:ext cx="50120" cy="115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9">
                    <a:moveTo>
                      <a:pt x="0" y="968"/>
                    </a:moveTo>
                    <a:lnTo>
                      <a:pt x="2875" y="1209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6" name="Surface mesh patch"/>
              <p:cNvSpPr/>
              <p:nvPr/>
            </p:nvSpPr>
            <p:spPr>
              <a:xfrm>
                <a:off x="13618523" y="1606454"/>
                <a:ext cx="50120" cy="125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576"/>
                    </a:moveTo>
                    <a:lnTo>
                      <a:pt x="2875" y="1322"/>
                    </a:lnTo>
                    <a:lnTo>
                      <a:pt x="5262" y="9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7" name="Surface mesh patch"/>
              <p:cNvSpPr/>
              <p:nvPr/>
            </p:nvSpPr>
            <p:spPr>
              <a:xfrm>
                <a:off x="13668643" y="1615026"/>
                <a:ext cx="50120" cy="16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9">
                    <a:moveTo>
                      <a:pt x="0" y="60"/>
                    </a:moveTo>
                    <a:lnTo>
                      <a:pt x="2875" y="1497"/>
                    </a:lnTo>
                    <a:lnTo>
                      <a:pt x="5262" y="17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8" name="Surface mesh patch"/>
              <p:cNvSpPr/>
              <p:nvPr/>
            </p:nvSpPr>
            <p:spPr>
              <a:xfrm>
                <a:off x="13718762" y="1631586"/>
                <a:ext cx="50120" cy="30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18">
                    <a:moveTo>
                      <a:pt x="0" y="0"/>
                    </a:moveTo>
                    <a:lnTo>
                      <a:pt x="2875" y="2274"/>
                    </a:lnTo>
                    <a:lnTo>
                      <a:pt x="5262" y="3218"/>
                    </a:lnTo>
                    <a:lnTo>
                      <a:pt x="2387" y="554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9" name="Surface mesh patch"/>
              <p:cNvSpPr/>
              <p:nvPr/>
            </p:nvSpPr>
            <p:spPr>
              <a:xfrm>
                <a:off x="13768882" y="1662237"/>
                <a:ext cx="50120" cy="46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8">
                    <a:moveTo>
                      <a:pt x="0" y="0"/>
                    </a:moveTo>
                    <a:lnTo>
                      <a:pt x="2875" y="3196"/>
                    </a:lnTo>
                    <a:lnTo>
                      <a:pt x="5262" y="4858"/>
                    </a:lnTo>
                    <a:lnTo>
                      <a:pt x="2387" y="1202"/>
                    </a:lnTo>
                    <a:close/>
                  </a:path>
                </a:pathLst>
              </a:custGeom>
              <a:solidFill>
                <a:srgbClr val="aecbfd"/>
              </a:solidFill>
              <a:ln w="3334" cap="flat" cmpd="sng" algn="ctr">
                <a:solidFill>
                  <a:srgbClr val="ae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0" name="Surface mesh patch"/>
              <p:cNvSpPr/>
              <p:nvPr/>
            </p:nvSpPr>
            <p:spPr>
              <a:xfrm>
                <a:off x="13819002" y="1708510"/>
                <a:ext cx="50120" cy="604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3">
                    <a:moveTo>
                      <a:pt x="0" y="0"/>
                    </a:moveTo>
                    <a:lnTo>
                      <a:pt x="2875" y="4101"/>
                    </a:lnTo>
                    <a:lnTo>
                      <a:pt x="5262" y="6343"/>
                    </a:lnTo>
                    <a:lnTo>
                      <a:pt x="2387" y="176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1" name="Surface mesh patch"/>
              <p:cNvSpPr/>
              <p:nvPr/>
            </p:nvSpPr>
            <p:spPr>
              <a:xfrm>
                <a:off x="13869121" y="1768923"/>
                <a:ext cx="50120" cy="696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14">
                    <a:moveTo>
                      <a:pt x="0" y="0"/>
                    </a:moveTo>
                    <a:lnTo>
                      <a:pt x="2875" y="4845"/>
                    </a:lnTo>
                    <a:lnTo>
                      <a:pt x="5262" y="7314"/>
                    </a:lnTo>
                    <a:lnTo>
                      <a:pt x="2387" y="2040"/>
                    </a:lnTo>
                    <a:close/>
                  </a:path>
                </a:pathLst>
              </a:custGeom>
              <a:solidFill>
                <a:srgbClr val="8caafd"/>
              </a:solidFill>
              <a:ln w="3334" cap="flat" cmpd="sng" algn="ctr">
                <a:solidFill>
                  <a:srgbClr val="8c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2" name="Surface mesh patch"/>
              <p:cNvSpPr/>
              <p:nvPr/>
            </p:nvSpPr>
            <p:spPr>
              <a:xfrm>
                <a:off x="13919241" y="1838584"/>
                <a:ext cx="50120" cy="702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79">
                    <a:moveTo>
                      <a:pt x="0" y="0"/>
                    </a:moveTo>
                    <a:lnTo>
                      <a:pt x="2875" y="5258"/>
                    </a:lnTo>
                    <a:lnTo>
                      <a:pt x="5262" y="7379"/>
                    </a:lnTo>
                    <a:lnTo>
                      <a:pt x="2387" y="1831"/>
                    </a:lnTo>
                    <a:close/>
                  </a:path>
                </a:pathLst>
              </a:custGeom>
              <a:solidFill>
                <a:srgbClr val="7591f9"/>
              </a:solidFill>
              <a:ln w="3334" cap="flat" cmpd="sng" algn="ctr">
                <a:solidFill>
                  <a:srgbClr val="7591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3" name="Surface mesh patch"/>
              <p:cNvSpPr/>
              <p:nvPr/>
            </p:nvSpPr>
            <p:spPr>
              <a:xfrm>
                <a:off x="13969361" y="1908872"/>
                <a:ext cx="50120" cy="595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8">
                    <a:moveTo>
                      <a:pt x="0" y="0"/>
                    </a:moveTo>
                    <a:lnTo>
                      <a:pt x="2875" y="5186"/>
                    </a:lnTo>
                    <a:lnTo>
                      <a:pt x="5262" y="6248"/>
                    </a:lnTo>
                    <a:lnTo>
                      <a:pt x="2387" y="975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4" name="Surface mesh patch"/>
              <p:cNvSpPr/>
              <p:nvPr/>
            </p:nvSpPr>
            <p:spPr>
              <a:xfrm>
                <a:off x="14019480" y="1963161"/>
                <a:ext cx="50120" cy="485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8">
                    <a:moveTo>
                      <a:pt x="0" y="548"/>
                    </a:moveTo>
                    <a:lnTo>
                      <a:pt x="2875" y="5098"/>
                    </a:lnTo>
                    <a:lnTo>
                      <a:pt x="5262" y="4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65de7"/>
              </a:solidFill>
              <a:ln w="3334" cap="flat" cmpd="sng" algn="ctr">
                <a:solidFill>
                  <a:srgbClr val="465d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5" name="Surface mesh patch"/>
              <p:cNvSpPr/>
              <p:nvPr/>
            </p:nvSpPr>
            <p:spPr>
              <a:xfrm>
                <a:off x="14069600" y="1980780"/>
                <a:ext cx="50120" cy="56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76">
                    <a:moveTo>
                      <a:pt x="0" y="2573"/>
                    </a:moveTo>
                    <a:lnTo>
                      <a:pt x="2875" y="5976"/>
                    </a:lnTo>
                    <a:lnTo>
                      <a:pt x="5262" y="3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d52e3"/>
              </a:solidFill>
              <a:ln w="3334" cap="flat" cmpd="sng" algn="ctr">
                <a:solidFill>
                  <a:srgbClr val="3d52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6" name="Surface mesh patch"/>
              <p:cNvSpPr/>
              <p:nvPr/>
            </p:nvSpPr>
            <p:spPr>
              <a:xfrm>
                <a:off x="14119719" y="1964989"/>
                <a:ext cx="50120" cy="640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22">
                    <a:moveTo>
                      <a:pt x="0" y="4775"/>
                    </a:moveTo>
                    <a:lnTo>
                      <a:pt x="2875" y="6722"/>
                    </a:lnTo>
                    <a:lnTo>
                      <a:pt x="5262" y="16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257e5"/>
              </a:solidFill>
              <a:ln w="3334" cap="flat" cmpd="sng" algn="ctr">
                <a:solidFill>
                  <a:srgbClr val="4257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7" name="Surface mesh patch"/>
              <p:cNvSpPr/>
              <p:nvPr/>
            </p:nvSpPr>
            <p:spPr>
              <a:xfrm>
                <a:off x="14169839" y="1915800"/>
                <a:ext cx="50120" cy="692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75">
                    <a:moveTo>
                      <a:pt x="0" y="6776"/>
                    </a:moveTo>
                    <a:lnTo>
                      <a:pt x="2875" y="7275"/>
                    </a:lnTo>
                    <a:lnTo>
                      <a:pt x="5262" y="2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36bec"/>
              </a:solidFill>
              <a:ln w="3334" cap="flat" cmpd="sng" algn="ctr">
                <a:solidFill>
                  <a:srgbClr val="536b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8" name="Surface mesh patch"/>
              <p:cNvSpPr/>
              <p:nvPr/>
            </p:nvSpPr>
            <p:spPr>
              <a:xfrm>
                <a:off x="14219959" y="1833457"/>
                <a:ext cx="50120" cy="847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93">
                    <a:moveTo>
                      <a:pt x="0" y="8893"/>
                    </a:moveTo>
                    <a:lnTo>
                      <a:pt x="2875" y="8306"/>
                    </a:lnTo>
                    <a:lnTo>
                      <a:pt x="5262" y="0"/>
                    </a:lnTo>
                    <a:lnTo>
                      <a:pt x="2387" y="626"/>
                    </a:lnTo>
                    <a:close/>
                  </a:path>
                </a:pathLst>
              </a:custGeom>
              <a:solidFill>
                <a:srgbClr val="708cf7"/>
              </a:solidFill>
              <a:ln w="3334" cap="flat" cmpd="sng" algn="ctr">
                <a:solidFill>
                  <a:srgbClr val="708c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9" name="Surface mesh patch"/>
              <p:cNvSpPr/>
              <p:nvPr/>
            </p:nvSpPr>
            <p:spPr>
              <a:xfrm>
                <a:off x="14270078" y="1739872"/>
                <a:ext cx="50120" cy="93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25">
                    <a:moveTo>
                      <a:pt x="0" y="9825"/>
                    </a:moveTo>
                    <a:lnTo>
                      <a:pt x="2875" y="8813"/>
                    </a:lnTo>
                    <a:lnTo>
                      <a:pt x="5262" y="0"/>
                    </a:lnTo>
                    <a:lnTo>
                      <a:pt x="2387" y="741"/>
                    </a:lnTo>
                    <a:close/>
                  </a:path>
                </a:pathLst>
              </a:custGeom>
              <a:solidFill>
                <a:srgbClr val="8dabfd"/>
              </a:solidFill>
              <a:ln w="3334" cap="flat" cmpd="sng" algn="ctr">
                <a:solidFill>
                  <a:srgbClr val="8d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0" name="Surface mesh patch"/>
              <p:cNvSpPr/>
              <p:nvPr/>
            </p:nvSpPr>
            <p:spPr>
              <a:xfrm>
                <a:off x="14320198" y="1652124"/>
                <a:ext cx="50120" cy="87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12">
                    <a:moveTo>
                      <a:pt x="0" y="9212"/>
                    </a:moveTo>
                    <a:lnTo>
                      <a:pt x="2875" y="8578"/>
                    </a:lnTo>
                    <a:lnTo>
                      <a:pt x="5262" y="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1" name="Surface mesh patch"/>
              <p:cNvSpPr/>
              <p:nvPr/>
            </p:nvSpPr>
            <p:spPr>
              <a:xfrm>
                <a:off x="14370318" y="1569071"/>
                <a:ext cx="50120" cy="876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01">
                    <a:moveTo>
                      <a:pt x="0" y="8726"/>
                    </a:moveTo>
                    <a:lnTo>
                      <a:pt x="2875" y="9201"/>
                    </a:lnTo>
                    <a:lnTo>
                      <a:pt x="5262" y="14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2" name="Surface mesh patch"/>
              <p:cNvSpPr/>
              <p:nvPr/>
            </p:nvSpPr>
            <p:spPr>
              <a:xfrm>
                <a:off x="14420437" y="1509370"/>
                <a:ext cx="50120" cy="929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57">
                    <a:moveTo>
                      <a:pt x="0" y="7747"/>
                    </a:moveTo>
                    <a:lnTo>
                      <a:pt x="2875" y="9757"/>
                    </a:lnTo>
                    <a:lnTo>
                      <a:pt x="5262" y="32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4"/>
              </a:solidFill>
              <a:ln w="3334" cap="flat" cmpd="sng" algn="ctr">
                <a:solidFill>
                  <a:srgbClr val="cf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3" name="Surface mesh patch"/>
              <p:cNvSpPr/>
              <p:nvPr/>
            </p:nvSpPr>
            <p:spPr>
              <a:xfrm>
                <a:off x="14470557" y="1479451"/>
                <a:ext cx="50120" cy="947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51">
                    <a:moveTo>
                      <a:pt x="0" y="6430"/>
                    </a:moveTo>
                    <a:lnTo>
                      <a:pt x="2875" y="9951"/>
                    </a:lnTo>
                    <a:lnTo>
                      <a:pt x="5262" y="49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4" name="Surface mesh patch"/>
              <p:cNvSpPr/>
              <p:nvPr/>
            </p:nvSpPr>
            <p:spPr>
              <a:xfrm>
                <a:off x="14520677" y="1478796"/>
                <a:ext cx="50120" cy="909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50">
                    <a:moveTo>
                      <a:pt x="0" y="4975"/>
                    </a:moveTo>
                    <a:lnTo>
                      <a:pt x="2875" y="9550"/>
                    </a:lnTo>
                    <a:lnTo>
                      <a:pt x="5262" y="58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5" name="Surface mesh patch"/>
              <p:cNvSpPr/>
              <p:nvPr/>
            </p:nvSpPr>
            <p:spPr>
              <a:xfrm>
                <a:off x="14570796" y="1500261"/>
                <a:ext cx="50120" cy="81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21">
                    <a:moveTo>
                      <a:pt x="0" y="3608"/>
                    </a:moveTo>
                    <a:lnTo>
                      <a:pt x="2875" y="8521"/>
                    </a:lnTo>
                    <a:lnTo>
                      <a:pt x="5262" y="59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6" name="Surface mesh patch"/>
              <p:cNvSpPr/>
              <p:nvPr/>
            </p:nvSpPr>
            <p:spPr>
              <a:xfrm>
                <a:off x="14620916" y="1532763"/>
                <a:ext cx="50120" cy="67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62">
                    <a:moveTo>
                      <a:pt x="0" y="2520"/>
                    </a:moveTo>
                    <a:lnTo>
                      <a:pt x="2875" y="7062"/>
                    </a:lnTo>
                    <a:lnTo>
                      <a:pt x="5262" y="52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7" name="Surface mesh patch"/>
              <p:cNvSpPr/>
              <p:nvPr/>
            </p:nvSpPr>
            <p:spPr>
              <a:xfrm>
                <a:off x="14671036" y="1565165"/>
                <a:ext cx="50120" cy="522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90">
                    <a:moveTo>
                      <a:pt x="0" y="1812"/>
                    </a:moveTo>
                    <a:lnTo>
                      <a:pt x="2875" y="5490"/>
                    </a:lnTo>
                    <a:lnTo>
                      <a:pt x="5262" y="40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8" name="Surface mesh patch"/>
              <p:cNvSpPr/>
              <p:nvPr/>
            </p:nvSpPr>
            <p:spPr>
              <a:xfrm>
                <a:off x="14721155" y="1589442"/>
                <a:ext cx="50120" cy="38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88">
                    <a:moveTo>
                      <a:pt x="0" y="1472"/>
                    </a:moveTo>
                    <a:lnTo>
                      <a:pt x="2875" y="4088"/>
                    </a:lnTo>
                    <a:lnTo>
                      <a:pt x="5262" y="27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9" name="Surface mesh patch"/>
              <p:cNvSpPr/>
              <p:nvPr/>
            </p:nvSpPr>
            <p:spPr>
              <a:xfrm>
                <a:off x="14771275" y="1601914"/>
                <a:ext cx="50120" cy="28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1">
                    <a:moveTo>
                      <a:pt x="0" y="1405"/>
                    </a:moveTo>
                    <a:lnTo>
                      <a:pt x="2875" y="3011"/>
                    </a:lnTo>
                    <a:lnTo>
                      <a:pt x="5262" y="15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0" name="Surface mesh patch"/>
              <p:cNvSpPr/>
              <p:nvPr/>
            </p:nvSpPr>
            <p:spPr>
              <a:xfrm>
                <a:off x="14821394" y="1602676"/>
                <a:ext cx="50120" cy="21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5">
                    <a:moveTo>
                      <a:pt x="0" y="1488"/>
                    </a:moveTo>
                    <a:lnTo>
                      <a:pt x="2875" y="2285"/>
                    </a:lnTo>
                    <a:lnTo>
                      <a:pt x="5262" y="7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1" name="Surface mesh patch"/>
              <p:cNvSpPr/>
              <p:nvPr/>
            </p:nvSpPr>
            <p:spPr>
              <a:xfrm>
                <a:off x="14871514" y="1594196"/>
                <a:ext cx="50120" cy="177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1607"/>
                    </a:moveTo>
                    <a:lnTo>
                      <a:pt x="2875" y="1861"/>
                    </a:lnTo>
                    <a:lnTo>
                      <a:pt x="5262" y="1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2" name="Surface mesh patch"/>
              <p:cNvSpPr/>
              <p:nvPr/>
            </p:nvSpPr>
            <p:spPr>
              <a:xfrm>
                <a:off x="14921634" y="1579802"/>
                <a:ext cx="50120" cy="16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5">
                    <a:moveTo>
                      <a:pt x="0" y="1705"/>
                    </a:moveTo>
                    <a:lnTo>
                      <a:pt x="2875" y="1692"/>
                    </a:lnTo>
                    <a:lnTo>
                      <a:pt x="5262" y="0"/>
                    </a:lnTo>
                    <a:lnTo>
                      <a:pt x="2387" y="21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3" name="Surface mesh patch"/>
              <p:cNvSpPr/>
              <p:nvPr/>
            </p:nvSpPr>
            <p:spPr>
              <a:xfrm>
                <a:off x="14971753" y="1563806"/>
                <a:ext cx="50120" cy="159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9">
                    <a:moveTo>
                      <a:pt x="0" y="1679"/>
                    </a:moveTo>
                    <a:lnTo>
                      <a:pt x="2875" y="1654"/>
                    </a:lnTo>
                    <a:lnTo>
                      <a:pt x="5262" y="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4" name="Surface mesh patch"/>
              <p:cNvSpPr/>
              <p:nvPr/>
            </p:nvSpPr>
            <p:spPr>
              <a:xfrm>
                <a:off x="15021873" y="1549013"/>
                <a:ext cx="50120" cy="16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1">
                    <a:moveTo>
                      <a:pt x="0" y="1582"/>
                    </a:moveTo>
                    <a:lnTo>
                      <a:pt x="2875" y="1761"/>
                    </a:lnTo>
                    <a:lnTo>
                      <a:pt x="5262" y="2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5" name="Surface mesh patch"/>
              <p:cNvSpPr/>
              <p:nvPr/>
            </p:nvSpPr>
            <p:spPr>
              <a:xfrm>
                <a:off x="13595791" y="1611936"/>
                <a:ext cx="50120" cy="13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3">
                    <a:moveTo>
                      <a:pt x="0" y="833"/>
                    </a:moveTo>
                    <a:lnTo>
                      <a:pt x="2875" y="1393"/>
                    </a:lnTo>
                    <a:lnTo>
                      <a:pt x="5262" y="7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6" name="Surface mesh patch"/>
              <p:cNvSpPr/>
              <p:nvPr/>
            </p:nvSpPr>
            <p:spPr>
              <a:xfrm>
                <a:off x="13645911" y="1615602"/>
                <a:ext cx="50120" cy="14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9">
                    <a:moveTo>
                      <a:pt x="0" y="362"/>
                    </a:moveTo>
                    <a:lnTo>
                      <a:pt x="2875" y="1529"/>
                    </a:lnTo>
                    <a:lnTo>
                      <a:pt x="5262" y="14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7" name="Surface mesh patch"/>
              <p:cNvSpPr/>
              <p:nvPr/>
            </p:nvSpPr>
            <p:spPr>
              <a:xfrm>
                <a:off x="13696030" y="1629289"/>
                <a:ext cx="50120" cy="239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6">
                    <a:moveTo>
                      <a:pt x="0" y="0"/>
                    </a:moveTo>
                    <a:lnTo>
                      <a:pt x="2875" y="1916"/>
                    </a:lnTo>
                    <a:lnTo>
                      <a:pt x="5262" y="2516"/>
                    </a:lnTo>
                    <a:lnTo>
                      <a:pt x="2387" y="241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8" name="Surface mesh patch"/>
              <p:cNvSpPr/>
              <p:nvPr/>
            </p:nvSpPr>
            <p:spPr>
              <a:xfrm>
                <a:off x="13746150" y="1653250"/>
                <a:ext cx="50120" cy="39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40">
                    <a:moveTo>
                      <a:pt x="0" y="0"/>
                    </a:moveTo>
                    <a:lnTo>
                      <a:pt x="2875" y="2753"/>
                    </a:lnTo>
                    <a:lnTo>
                      <a:pt x="5262" y="4140"/>
                    </a:lnTo>
                    <a:lnTo>
                      <a:pt x="2387" y="944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9" name="Surface mesh patch"/>
              <p:cNvSpPr/>
              <p:nvPr/>
            </p:nvSpPr>
            <p:spPr>
              <a:xfrm>
                <a:off x="13796270" y="1692680"/>
                <a:ext cx="50120" cy="548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63">
                    <a:moveTo>
                      <a:pt x="0" y="0"/>
                    </a:moveTo>
                    <a:lnTo>
                      <a:pt x="2875" y="3603"/>
                    </a:lnTo>
                    <a:lnTo>
                      <a:pt x="5262" y="5763"/>
                    </a:lnTo>
                    <a:lnTo>
                      <a:pt x="2387" y="1662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0" name="Surface mesh patch"/>
              <p:cNvSpPr/>
              <p:nvPr/>
            </p:nvSpPr>
            <p:spPr>
              <a:xfrm>
                <a:off x="13846389" y="1747570"/>
                <a:ext cx="50120" cy="675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7">
                    <a:moveTo>
                      <a:pt x="0" y="0"/>
                    </a:moveTo>
                    <a:lnTo>
                      <a:pt x="2875" y="4349"/>
                    </a:lnTo>
                    <a:lnTo>
                      <a:pt x="5262" y="7087"/>
                    </a:lnTo>
                    <a:lnTo>
                      <a:pt x="2387" y="2242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1" name="Surface mesh patch"/>
              <p:cNvSpPr/>
              <p:nvPr/>
            </p:nvSpPr>
            <p:spPr>
              <a:xfrm>
                <a:off x="13896509" y="1815073"/>
                <a:ext cx="50120" cy="735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27">
                    <a:moveTo>
                      <a:pt x="0" y="0"/>
                    </a:moveTo>
                    <a:lnTo>
                      <a:pt x="2875" y="4844"/>
                    </a:lnTo>
                    <a:lnTo>
                      <a:pt x="5262" y="7727"/>
                    </a:lnTo>
                    <a:lnTo>
                      <a:pt x="2387" y="2468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2" name="Surface mesh patch"/>
              <p:cNvSpPr/>
              <p:nvPr/>
            </p:nvSpPr>
            <p:spPr>
              <a:xfrm>
                <a:off x="13946629" y="1888671"/>
                <a:ext cx="50120" cy="695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07">
                    <a:moveTo>
                      <a:pt x="0" y="0"/>
                    </a:moveTo>
                    <a:lnTo>
                      <a:pt x="2875" y="4931"/>
                    </a:lnTo>
                    <a:lnTo>
                      <a:pt x="5262" y="7307"/>
                    </a:lnTo>
                    <a:lnTo>
                      <a:pt x="2387" y="2121"/>
                    </a:lnTo>
                    <a:close/>
                  </a:path>
                </a:pathLst>
              </a:custGeom>
              <a:solidFill>
                <a:srgbClr val="657ff3"/>
              </a:solidFill>
              <a:ln w="3334" cap="flat" cmpd="sng" algn="ctr">
                <a:solidFill>
                  <a:srgbClr val="657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3" name="Surface mesh patch"/>
              <p:cNvSpPr/>
              <p:nvPr/>
            </p:nvSpPr>
            <p:spPr>
              <a:xfrm>
                <a:off x="13996748" y="1958266"/>
                <a:ext cx="50120" cy="534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2">
                    <a:moveTo>
                      <a:pt x="0" y="0"/>
                    </a:moveTo>
                    <a:lnTo>
                      <a:pt x="2875" y="4497"/>
                    </a:lnTo>
                    <a:lnTo>
                      <a:pt x="5262" y="5612"/>
                    </a:lnTo>
                    <a:lnTo>
                      <a:pt x="2387" y="1062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4" name="Surface mesh patch"/>
              <p:cNvSpPr/>
              <p:nvPr/>
            </p:nvSpPr>
            <p:spPr>
              <a:xfrm>
                <a:off x="14046868" y="2005288"/>
                <a:ext cx="50120" cy="40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09">
                    <a:moveTo>
                      <a:pt x="0" y="675"/>
                    </a:moveTo>
                    <a:lnTo>
                      <a:pt x="2875" y="4209"/>
                    </a:lnTo>
                    <a:lnTo>
                      <a:pt x="5262" y="34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b50e2"/>
              </a:solidFill>
              <a:ln w="3334" cap="flat" cmpd="sng" algn="ctr">
                <a:solidFill>
                  <a:srgbClr val="3b50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5" name="Surface mesh patch"/>
              <p:cNvSpPr/>
              <p:nvPr/>
            </p:nvSpPr>
            <p:spPr>
              <a:xfrm>
                <a:off x="14096988" y="2010473"/>
                <a:ext cx="50120" cy="47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5">
                    <a:moveTo>
                      <a:pt x="0" y="2858"/>
                    </a:moveTo>
                    <a:lnTo>
                      <a:pt x="2875" y="5035"/>
                    </a:lnTo>
                    <a:lnTo>
                      <a:pt x="5262" y="19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74be0"/>
              </a:solidFill>
              <a:ln w="3334" cap="flat" cmpd="sng" algn="ctr">
                <a:solidFill>
                  <a:srgbClr val="374b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6" name="Surface mesh patch"/>
              <p:cNvSpPr/>
              <p:nvPr/>
            </p:nvSpPr>
            <p:spPr>
              <a:xfrm>
                <a:off x="14147107" y="1980345"/>
                <a:ext cx="50120" cy="553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07">
                    <a:moveTo>
                      <a:pt x="0" y="5110"/>
                    </a:moveTo>
                    <a:lnTo>
                      <a:pt x="2875" y="5807"/>
                    </a:lnTo>
                    <a:lnTo>
                      <a:pt x="5262" y="4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156e4"/>
              </a:solidFill>
              <a:ln w="3334" cap="flat" cmpd="sng" algn="ctr">
                <a:solidFill>
                  <a:srgbClr val="4156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7" name="Surface mesh patch"/>
              <p:cNvSpPr/>
              <p:nvPr/>
            </p:nvSpPr>
            <p:spPr>
              <a:xfrm>
                <a:off x="14197227" y="1912575"/>
                <a:ext cx="50120" cy="725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14">
                    <a:moveTo>
                      <a:pt x="0" y="7614"/>
                    </a:moveTo>
                    <a:lnTo>
                      <a:pt x="2875" y="7057"/>
                    </a:lnTo>
                    <a:lnTo>
                      <a:pt x="5262" y="0"/>
                    </a:lnTo>
                    <a:lnTo>
                      <a:pt x="2387" y="587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8" name="Surface mesh patch"/>
              <p:cNvSpPr/>
              <p:nvPr/>
            </p:nvSpPr>
            <p:spPr>
              <a:xfrm>
                <a:off x="14247347" y="1823811"/>
                <a:ext cx="50120" cy="887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9">
                    <a:moveTo>
                      <a:pt x="0" y="9319"/>
                    </a:moveTo>
                    <a:lnTo>
                      <a:pt x="2875" y="8054"/>
                    </a:lnTo>
                    <a:lnTo>
                      <a:pt x="5262" y="0"/>
                    </a:lnTo>
                    <a:lnTo>
                      <a:pt x="2387" y="1013"/>
                    </a:lnTo>
                    <a:close/>
                  </a:path>
                </a:pathLst>
              </a:custGeom>
              <a:solidFill>
                <a:srgbClr val="7794fa"/>
              </a:solidFill>
              <a:ln w="3334" cap="flat" cmpd="sng" algn="ctr">
                <a:solidFill>
                  <a:srgbClr val="779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9" name="Surface mesh patch"/>
              <p:cNvSpPr/>
              <p:nvPr/>
            </p:nvSpPr>
            <p:spPr>
              <a:xfrm>
                <a:off x="14297466" y="1733833"/>
                <a:ext cx="50120" cy="899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6">
                    <a:moveTo>
                      <a:pt x="0" y="9446"/>
                    </a:moveTo>
                    <a:lnTo>
                      <a:pt x="2875" y="8217"/>
                    </a:lnTo>
                    <a:lnTo>
                      <a:pt x="5262" y="0"/>
                    </a:lnTo>
                    <a:lnTo>
                      <a:pt x="2387" y="634"/>
                    </a:lnTo>
                    <a:close/>
                  </a:path>
                </a:pathLst>
              </a:custGeom>
              <a:solidFill>
                <a:srgbClr val="92b0fd"/>
              </a:solidFill>
              <a:ln w="3334" cap="flat" cmpd="sng" algn="ctr">
                <a:solidFill>
                  <a:srgbClr val="92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0" name="Surface mesh patch"/>
              <p:cNvSpPr/>
              <p:nvPr/>
            </p:nvSpPr>
            <p:spPr>
              <a:xfrm>
                <a:off x="14347586" y="1652189"/>
                <a:ext cx="50120" cy="81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2">
                    <a:moveTo>
                      <a:pt x="0" y="8572"/>
                    </a:moveTo>
                    <a:lnTo>
                      <a:pt x="2875" y="8113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1" name="Surface mesh patch"/>
              <p:cNvSpPr/>
              <p:nvPr/>
            </p:nvSpPr>
            <p:spPr>
              <a:xfrm>
                <a:off x="14397705" y="1583157"/>
                <a:ext cx="50120" cy="813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43">
                    <a:moveTo>
                      <a:pt x="0" y="7722"/>
                    </a:moveTo>
                    <a:lnTo>
                      <a:pt x="2875" y="8543"/>
                    </a:lnTo>
                    <a:lnTo>
                      <a:pt x="5262" y="20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2" name="Surface mesh patch"/>
              <p:cNvSpPr/>
              <p:nvPr/>
            </p:nvSpPr>
            <p:spPr>
              <a:xfrm>
                <a:off x="14447825" y="1540693"/>
                <a:ext cx="50120" cy="828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4">
                    <a:moveTo>
                      <a:pt x="0" y="6468"/>
                    </a:moveTo>
                    <a:lnTo>
                      <a:pt x="2875" y="8694"/>
                    </a:lnTo>
                    <a:lnTo>
                      <a:pt x="5262" y="35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3" name="Surface mesh patch"/>
              <p:cNvSpPr/>
              <p:nvPr/>
            </p:nvSpPr>
            <p:spPr>
              <a:xfrm>
                <a:off x="14497945" y="1526186"/>
                <a:ext cx="50120" cy="79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96">
                    <a:moveTo>
                      <a:pt x="0" y="5045"/>
                    </a:moveTo>
                    <a:lnTo>
                      <a:pt x="2875" y="8396"/>
                    </a:lnTo>
                    <a:lnTo>
                      <a:pt x="5262" y="45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4" name="Surface mesh patch"/>
              <p:cNvSpPr/>
              <p:nvPr/>
            </p:nvSpPr>
            <p:spPr>
              <a:xfrm>
                <a:off x="14548064" y="1534628"/>
                <a:ext cx="50120" cy="72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08">
                    <a:moveTo>
                      <a:pt x="0" y="3688"/>
                    </a:moveTo>
                    <a:lnTo>
                      <a:pt x="2875" y="7608"/>
                    </a:lnTo>
                    <a:lnTo>
                      <a:pt x="5262" y="4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5" name="Surface mesh patch"/>
              <p:cNvSpPr/>
              <p:nvPr/>
            </p:nvSpPr>
            <p:spPr>
              <a:xfrm>
                <a:off x="14598184" y="1556766"/>
                <a:ext cx="50120" cy="61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2">
                    <a:moveTo>
                      <a:pt x="0" y="2588"/>
                    </a:moveTo>
                    <a:lnTo>
                      <a:pt x="2875" y="6452"/>
                    </a:lnTo>
                    <a:lnTo>
                      <a:pt x="5262" y="45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6" name="Surface mesh patch"/>
              <p:cNvSpPr/>
              <p:nvPr/>
            </p:nvSpPr>
            <p:spPr>
              <a:xfrm>
                <a:off x="14648304" y="1582421"/>
                <a:ext cx="50120" cy="49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61">
                    <a:moveTo>
                      <a:pt x="0" y="1849"/>
                    </a:moveTo>
                    <a:lnTo>
                      <a:pt x="2875" y="5161"/>
                    </a:lnTo>
                    <a:lnTo>
                      <a:pt x="5262" y="36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7" name="Surface mesh patch"/>
              <p:cNvSpPr/>
              <p:nvPr/>
            </p:nvSpPr>
            <p:spPr>
              <a:xfrm>
                <a:off x="14698423" y="1603459"/>
                <a:ext cx="50120" cy="37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3">
                    <a:moveTo>
                      <a:pt x="0" y="1470"/>
                    </a:moveTo>
                    <a:lnTo>
                      <a:pt x="2875" y="3963"/>
                    </a:lnTo>
                    <a:lnTo>
                      <a:pt x="5262" y="26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8" name="Surface mesh patch"/>
              <p:cNvSpPr/>
              <p:nvPr/>
            </p:nvSpPr>
            <p:spPr>
              <a:xfrm>
                <a:off x="14748543" y="1615302"/>
                <a:ext cx="50120" cy="28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01">
                    <a:moveTo>
                      <a:pt x="0" y="1373"/>
                    </a:moveTo>
                    <a:lnTo>
                      <a:pt x="2875" y="3001"/>
                    </a:lnTo>
                    <a:lnTo>
                      <a:pt x="5262" y="16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9" name="Surface mesh patch"/>
              <p:cNvSpPr/>
              <p:nvPr/>
            </p:nvSpPr>
            <p:spPr>
              <a:xfrm>
                <a:off x="14798663" y="1616851"/>
                <a:ext cx="50120" cy="22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0">
                    <a:moveTo>
                      <a:pt x="0" y="1443"/>
                    </a:moveTo>
                    <a:lnTo>
                      <a:pt x="2875" y="2320"/>
                    </a:lnTo>
                    <a:lnTo>
                      <a:pt x="5262" y="7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0" name="Surface mesh patch"/>
              <p:cNvSpPr/>
              <p:nvPr/>
            </p:nvSpPr>
            <p:spPr>
              <a:xfrm>
                <a:off x="14848782" y="1609503"/>
                <a:ext cx="50120" cy="180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6">
                    <a:moveTo>
                      <a:pt x="0" y="1568"/>
                    </a:moveTo>
                    <a:lnTo>
                      <a:pt x="2875" y="1896"/>
                    </a:lnTo>
                    <a:lnTo>
                      <a:pt x="5262" y="2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1" name="Surface mesh patch"/>
              <p:cNvSpPr/>
              <p:nvPr/>
            </p:nvSpPr>
            <p:spPr>
              <a:xfrm>
                <a:off x="14898902" y="1595920"/>
                <a:ext cx="50120" cy="16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4">
                    <a:moveTo>
                      <a:pt x="0" y="1680"/>
                    </a:moveTo>
                    <a:lnTo>
                      <a:pt x="2875" y="1694"/>
                    </a:lnTo>
                    <a:lnTo>
                      <a:pt x="5262" y="0"/>
                    </a:lnTo>
                    <a:lnTo>
                      <a:pt x="2387" y="13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2" name="Surface mesh patch"/>
              <p:cNvSpPr/>
              <p:nvPr/>
            </p:nvSpPr>
            <p:spPr>
              <a:xfrm>
                <a:off x="14949022" y="1579561"/>
                <a:ext cx="50120" cy="163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7">
                    <a:moveTo>
                      <a:pt x="0" y="1717"/>
                    </a:moveTo>
                    <a:lnTo>
                      <a:pt x="2875" y="1658"/>
                    </a:lnTo>
                    <a:lnTo>
                      <a:pt x="5262" y="0"/>
                    </a:lnTo>
                    <a:lnTo>
                      <a:pt x="2387" y="25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3" name="Surface mesh patch"/>
              <p:cNvSpPr/>
              <p:nvPr/>
            </p:nvSpPr>
            <p:spPr>
              <a:xfrm>
                <a:off x="14999141" y="1564085"/>
                <a:ext cx="50120" cy="162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1">
                    <a:moveTo>
                      <a:pt x="0" y="1625"/>
                    </a:moveTo>
                    <a:lnTo>
                      <a:pt x="2875" y="1711"/>
                    </a:lnTo>
                    <a:lnTo>
                      <a:pt x="5262" y="1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7"/>
              </a:solidFill>
              <a:ln w="3334" cap="flat" cmpd="sng" algn="ctr">
                <a:solidFill>
                  <a:srgbClr val="c9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4" name="Surface mesh patch"/>
              <p:cNvSpPr/>
              <p:nvPr/>
            </p:nvSpPr>
            <p:spPr>
              <a:xfrm>
                <a:off x="13623179" y="1619046"/>
                <a:ext cx="50120" cy="15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8">
                    <a:moveTo>
                      <a:pt x="0" y="647"/>
                    </a:moveTo>
                    <a:lnTo>
                      <a:pt x="2875" y="1578"/>
                    </a:lnTo>
                    <a:lnTo>
                      <a:pt x="5262" y="1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5" name="Surface mesh patch"/>
              <p:cNvSpPr/>
              <p:nvPr/>
            </p:nvSpPr>
            <p:spPr>
              <a:xfrm>
                <a:off x="13673299" y="1629289"/>
                <a:ext cx="50120" cy="182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6">
                    <a:moveTo>
                      <a:pt x="0" y="92"/>
                    </a:moveTo>
                    <a:lnTo>
                      <a:pt x="2875" y="1690"/>
                    </a:lnTo>
                    <a:lnTo>
                      <a:pt x="5262" y="19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6" name="Surface mesh patch"/>
              <p:cNvSpPr/>
              <p:nvPr/>
            </p:nvSpPr>
            <p:spPr>
              <a:xfrm>
                <a:off x="13723418" y="1647536"/>
                <a:ext cx="50120" cy="31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53">
                    <a:moveTo>
                      <a:pt x="0" y="0"/>
                    </a:moveTo>
                    <a:lnTo>
                      <a:pt x="2875" y="2351"/>
                    </a:lnTo>
                    <a:lnTo>
                      <a:pt x="5262" y="3353"/>
                    </a:lnTo>
                    <a:lnTo>
                      <a:pt x="2387" y="60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7" name="Surface mesh patch"/>
              <p:cNvSpPr/>
              <p:nvPr/>
            </p:nvSpPr>
            <p:spPr>
              <a:xfrm>
                <a:off x="13773538" y="1679477"/>
                <a:ext cx="50120" cy="47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9">
                    <a:moveTo>
                      <a:pt x="0" y="0"/>
                    </a:moveTo>
                    <a:lnTo>
                      <a:pt x="2875" y="3128"/>
                    </a:lnTo>
                    <a:lnTo>
                      <a:pt x="5262" y="4989"/>
                    </a:lnTo>
                    <a:lnTo>
                      <a:pt x="2387" y="1386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8" name="Surface mesh patch"/>
              <p:cNvSpPr/>
              <p:nvPr/>
            </p:nvSpPr>
            <p:spPr>
              <a:xfrm>
                <a:off x="13823658" y="1726994"/>
                <a:ext cx="50120" cy="61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9">
                    <a:moveTo>
                      <a:pt x="0" y="0"/>
                    </a:moveTo>
                    <a:lnTo>
                      <a:pt x="2875" y="3839"/>
                    </a:lnTo>
                    <a:lnTo>
                      <a:pt x="5262" y="6509"/>
                    </a:lnTo>
                    <a:lnTo>
                      <a:pt x="2387" y="216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9" name="Surface mesh patch"/>
              <p:cNvSpPr/>
              <p:nvPr/>
            </p:nvSpPr>
            <p:spPr>
              <a:xfrm>
                <a:off x="13873777" y="1788992"/>
                <a:ext cx="50120" cy="722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82">
                    <a:moveTo>
                      <a:pt x="0" y="0"/>
                    </a:moveTo>
                    <a:lnTo>
                      <a:pt x="2875" y="4364"/>
                    </a:lnTo>
                    <a:lnTo>
                      <a:pt x="5262" y="7582"/>
                    </a:lnTo>
                    <a:lnTo>
                      <a:pt x="2387" y="2738"/>
                    </a:lnTo>
                    <a:close/>
                  </a:path>
                </a:pathLst>
              </a:custGeom>
              <a:solidFill>
                <a:srgbClr val="8ca9fd"/>
              </a:solidFill>
              <a:ln w="3334" cap="flat" cmpd="sng" algn="ctr">
                <a:solidFill>
                  <a:srgbClr val="8c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10" name="Surface mesh patch"/>
              <p:cNvSpPr/>
              <p:nvPr/>
            </p:nvSpPr>
            <p:spPr>
              <a:xfrm>
                <a:off x="13923897" y="1861211"/>
                <a:ext cx="50120" cy="744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14">
                    <a:moveTo>
                      <a:pt x="0" y="0"/>
                    </a:moveTo>
                    <a:lnTo>
                      <a:pt x="2875" y="4561"/>
                    </a:lnTo>
                    <a:lnTo>
                      <a:pt x="5262" y="7814"/>
                    </a:lnTo>
                    <a:lnTo>
                      <a:pt x="2387" y="2883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11" name="Surface mesh patch"/>
              <p:cNvSpPr/>
              <p:nvPr/>
            </p:nvSpPr>
            <p:spPr>
              <a:xfrm>
                <a:off x="13974016" y="1935640"/>
                <a:ext cx="50120" cy="65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3">
                    <a:moveTo>
                      <a:pt x="0" y="0"/>
                    </a:moveTo>
                    <a:lnTo>
                      <a:pt x="2875" y="4300"/>
                    </a:lnTo>
                    <a:lnTo>
                      <a:pt x="5262" y="6873"/>
                    </a:lnTo>
                    <a:lnTo>
                      <a:pt x="2387" y="2375"/>
                    </a:lnTo>
                    <a:close/>
                  </a:path>
                </a:pathLst>
              </a:custGeom>
              <a:solidFill>
                <a:srgbClr val="576fed"/>
              </a:solidFill>
              <a:ln w="3334" cap="flat" cmpd="sng" algn="ctr">
                <a:solidFill>
                  <a:srgbClr val="576f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12" name="Surface mesh patch"/>
              <p:cNvSpPr/>
              <p:nvPr/>
            </p:nvSpPr>
            <p:spPr>
              <a:xfrm>
                <a:off x="14024136" y="2001104"/>
                <a:ext cx="50120" cy="442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8">
                    <a:moveTo>
                      <a:pt x="0" y="0"/>
                    </a:moveTo>
                    <a:lnTo>
                      <a:pt x="2875" y="3524"/>
                    </a:lnTo>
                    <a:lnTo>
                      <a:pt x="5262" y="4648"/>
                    </a:lnTo>
                    <a:lnTo>
                      <a:pt x="2387" y="1114"/>
                    </a:lnTo>
                    <a:close/>
                  </a:path>
                </a:pathLst>
              </a:custGeom>
              <a:solidFill>
                <a:srgbClr val="4055e4"/>
              </a:solidFill>
              <a:ln w="3334" cap="flat" cmpd="sng" algn="ctr">
                <a:solidFill>
                  <a:srgbClr val="4055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13" name="Surface mesh patch"/>
              <p:cNvSpPr/>
              <p:nvPr/>
            </p:nvSpPr>
            <p:spPr>
              <a:xfrm>
                <a:off x="14074256" y="2037697"/>
                <a:ext cx="50120" cy="29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0">
                    <a:moveTo>
                      <a:pt x="0" y="807"/>
                    </a:moveTo>
                    <a:lnTo>
                      <a:pt x="2875" y="3110"/>
                    </a:lnTo>
                    <a:lnTo>
                      <a:pt x="5262" y="21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448df"/>
              </a:solidFill>
              <a:ln w="3334" cap="flat" cmpd="sng" algn="ctr">
                <a:solidFill>
                  <a:srgbClr val="3448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14" name="Surface mesh patch"/>
              <p:cNvSpPr/>
              <p:nvPr/>
            </p:nvSpPr>
            <p:spPr>
              <a:xfrm>
                <a:off x="14124375" y="2029017"/>
                <a:ext cx="50120" cy="375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37">
                    <a:moveTo>
                      <a:pt x="0" y="3088"/>
                    </a:moveTo>
                    <a:lnTo>
                      <a:pt x="2875" y="3937"/>
                    </a:lnTo>
                    <a:lnTo>
                      <a:pt x="5262" y="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549e0"/>
              </a:solidFill>
              <a:ln w="3334" cap="flat" cmpd="sng" algn="ctr">
                <a:solidFill>
                  <a:srgbClr val="3549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15" name="Surface mesh patch"/>
              <p:cNvSpPr/>
              <p:nvPr/>
            </p:nvSpPr>
            <p:spPr>
              <a:xfrm>
                <a:off x="14174495" y="1979789"/>
                <a:ext cx="50120" cy="55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66">
                    <a:moveTo>
                      <a:pt x="0" y="5866"/>
                    </a:moveTo>
                    <a:lnTo>
                      <a:pt x="2875" y="5344"/>
                    </a:lnTo>
                    <a:lnTo>
                      <a:pt x="5262" y="0"/>
                    </a:lnTo>
                    <a:lnTo>
                      <a:pt x="2387" y="557"/>
                    </a:lnTo>
                    <a:close/>
                  </a:path>
                </a:pathLst>
              </a:custGeom>
              <a:solidFill>
                <a:srgbClr val="455ae6"/>
              </a:solidFill>
              <a:ln w="3334" cap="flat" cmpd="sng" algn="ctr">
                <a:solidFill>
                  <a:srgbClr val="45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16" name="Surface mesh patch"/>
              <p:cNvSpPr/>
              <p:nvPr/>
            </p:nvSpPr>
            <p:spPr>
              <a:xfrm>
                <a:off x="14224615" y="1900530"/>
                <a:ext cx="50120" cy="79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21">
                    <a:moveTo>
                      <a:pt x="0" y="8321"/>
                    </a:moveTo>
                    <a:lnTo>
                      <a:pt x="2875" y="6850"/>
                    </a:lnTo>
                    <a:lnTo>
                      <a:pt x="5262" y="0"/>
                    </a:lnTo>
                    <a:lnTo>
                      <a:pt x="2387" y="1265"/>
                    </a:lnTo>
                    <a:close/>
                  </a:path>
                </a:pathLst>
              </a:custGeom>
              <a:solidFill>
                <a:srgbClr val="5f78f0"/>
              </a:solidFill>
              <a:ln w="3334" cap="flat" cmpd="sng" algn="ctr">
                <a:solidFill>
                  <a:srgbClr val="5f78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17" name="Surface mesh patch"/>
              <p:cNvSpPr/>
              <p:nvPr/>
            </p:nvSpPr>
            <p:spPr>
              <a:xfrm>
                <a:off x="14274734" y="1812104"/>
                <a:ext cx="50120" cy="88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84">
                    <a:moveTo>
                      <a:pt x="0" y="9284"/>
                    </a:moveTo>
                    <a:lnTo>
                      <a:pt x="2875" y="7529"/>
                    </a:lnTo>
                    <a:lnTo>
                      <a:pt x="5262" y="0"/>
                    </a:lnTo>
                    <a:lnTo>
                      <a:pt x="2387" y="1229"/>
                    </a:lnTo>
                    <a:close/>
                  </a:path>
                </a:pathLst>
              </a:custGeom>
              <a:solidFill>
                <a:srgbClr val="809dfd"/>
              </a:solidFill>
              <a:ln w="3334" cap="flat" cmpd="sng" algn="ctr">
                <a:solidFill>
                  <a:srgbClr val="80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18" name="Surface mesh patch"/>
              <p:cNvSpPr/>
              <p:nvPr/>
            </p:nvSpPr>
            <p:spPr>
              <a:xfrm>
                <a:off x="14324854" y="1729468"/>
                <a:ext cx="50120" cy="826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6">
                    <a:moveTo>
                      <a:pt x="0" y="8676"/>
                    </a:moveTo>
                    <a:lnTo>
                      <a:pt x="2875" y="7367"/>
                    </a:lnTo>
                    <a:lnTo>
                      <a:pt x="5262" y="0"/>
                    </a:lnTo>
                    <a:lnTo>
                      <a:pt x="2387" y="458"/>
                    </a:lnTo>
                    <a:close/>
                  </a:path>
                </a:pathLst>
              </a:custGeom>
              <a:solidFill>
                <a:srgbClr val="97b5fd"/>
              </a:solidFill>
              <a:ln w="3334" cap="flat" cmpd="sng" algn="ctr">
                <a:solidFill>
                  <a:srgbClr val="97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19" name="Surface mesh patch"/>
              <p:cNvSpPr/>
              <p:nvPr/>
            </p:nvSpPr>
            <p:spPr>
              <a:xfrm>
                <a:off x="14374974" y="1656710"/>
                <a:ext cx="50120" cy="72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39">
                    <a:moveTo>
                      <a:pt x="0" y="7639"/>
                    </a:moveTo>
                    <a:lnTo>
                      <a:pt x="2875" y="7358"/>
                    </a:lnTo>
                    <a:lnTo>
                      <a:pt x="5262" y="8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20" name="Surface mesh patch"/>
              <p:cNvSpPr/>
              <p:nvPr/>
            </p:nvSpPr>
            <p:spPr>
              <a:xfrm>
                <a:off x="14425093" y="1602301"/>
                <a:ext cx="50120" cy="71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42">
                    <a:moveTo>
                      <a:pt x="0" y="6533"/>
                    </a:moveTo>
                    <a:lnTo>
                      <a:pt x="2875" y="7542"/>
                    </a:lnTo>
                    <a:lnTo>
                      <a:pt x="5262" y="2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21" name="Surface mesh patch"/>
              <p:cNvSpPr/>
              <p:nvPr/>
            </p:nvSpPr>
            <p:spPr>
              <a:xfrm>
                <a:off x="14475213" y="1574239"/>
                <a:ext cx="50120" cy="70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8">
                    <a:moveTo>
                      <a:pt x="0" y="5172"/>
                    </a:moveTo>
                    <a:lnTo>
                      <a:pt x="2875" y="7358"/>
                    </a:lnTo>
                    <a:lnTo>
                      <a:pt x="5262" y="33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22" name="Surface mesh patch"/>
              <p:cNvSpPr/>
              <p:nvPr/>
            </p:nvSpPr>
            <p:spPr>
              <a:xfrm>
                <a:off x="14525333" y="1569757"/>
                <a:ext cx="50120" cy="645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75">
                    <a:moveTo>
                      <a:pt x="0" y="3822"/>
                    </a:moveTo>
                    <a:lnTo>
                      <a:pt x="2875" y="6775"/>
                    </a:lnTo>
                    <a:lnTo>
                      <a:pt x="5262" y="3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23" name="Surface mesh patch"/>
              <p:cNvSpPr/>
              <p:nvPr/>
            </p:nvSpPr>
            <p:spPr>
              <a:xfrm>
                <a:off x="14575452" y="1581420"/>
                <a:ext cx="50120" cy="559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77">
                    <a:moveTo>
                      <a:pt x="0" y="2695"/>
                    </a:moveTo>
                    <a:lnTo>
                      <a:pt x="2875" y="5877"/>
                    </a:lnTo>
                    <a:lnTo>
                      <a:pt x="5262" y="3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24" name="Surface mesh patch"/>
              <p:cNvSpPr/>
              <p:nvPr/>
            </p:nvSpPr>
            <p:spPr>
              <a:xfrm>
                <a:off x="14625572" y="1600030"/>
                <a:ext cx="50120" cy="46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5">
                    <a:moveTo>
                      <a:pt x="0" y="1910"/>
                    </a:moveTo>
                    <a:lnTo>
                      <a:pt x="2875" y="4835"/>
                    </a:lnTo>
                    <a:lnTo>
                      <a:pt x="5262" y="3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25" name="Surface mesh patch"/>
              <p:cNvSpPr/>
              <p:nvPr/>
            </p:nvSpPr>
            <p:spPr>
              <a:xfrm>
                <a:off x="14675691" y="1617461"/>
                <a:ext cx="50120" cy="36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8">
                    <a:moveTo>
                      <a:pt x="0" y="1482"/>
                    </a:moveTo>
                    <a:lnTo>
                      <a:pt x="2875" y="3828"/>
                    </a:lnTo>
                    <a:lnTo>
                      <a:pt x="5262" y="24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26" name="Surface mesh patch"/>
              <p:cNvSpPr/>
              <p:nvPr/>
            </p:nvSpPr>
            <p:spPr>
              <a:xfrm>
                <a:off x="14725811" y="1628380"/>
                <a:ext cx="50120" cy="28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84">
                    <a:moveTo>
                      <a:pt x="0" y="1346"/>
                    </a:moveTo>
                    <a:lnTo>
                      <a:pt x="2875" y="2984"/>
                    </a:lnTo>
                    <a:lnTo>
                      <a:pt x="5262" y="16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27" name="Surface mesh patch"/>
              <p:cNvSpPr/>
              <p:nvPr/>
            </p:nvSpPr>
            <p:spPr>
              <a:xfrm>
                <a:off x="14775931" y="1630591"/>
                <a:ext cx="50120" cy="224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4">
                    <a:moveTo>
                      <a:pt x="0" y="1396"/>
                    </a:moveTo>
                    <a:lnTo>
                      <a:pt x="2875" y="2354"/>
                    </a:lnTo>
                    <a:lnTo>
                      <a:pt x="5262" y="8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28" name="Surface mesh patch"/>
              <p:cNvSpPr/>
              <p:nvPr/>
            </p:nvSpPr>
            <p:spPr>
              <a:xfrm>
                <a:off x="14826050" y="1624440"/>
                <a:ext cx="50120" cy="18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5">
                    <a:moveTo>
                      <a:pt x="0" y="1523"/>
                    </a:moveTo>
                    <a:lnTo>
                      <a:pt x="2875" y="1935"/>
                    </a:lnTo>
                    <a:lnTo>
                      <a:pt x="5262" y="3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29" name="Surface mesh patch"/>
              <p:cNvSpPr/>
              <p:nvPr/>
            </p:nvSpPr>
            <p:spPr>
              <a:xfrm>
                <a:off x="14876170" y="1611926"/>
                <a:ext cx="50120" cy="161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1">
                    <a:moveTo>
                      <a:pt x="0" y="1641"/>
                    </a:moveTo>
                    <a:lnTo>
                      <a:pt x="2875" y="1701"/>
                    </a:lnTo>
                    <a:lnTo>
                      <a:pt x="5262" y="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0" name="Surface mesh patch"/>
              <p:cNvSpPr/>
              <p:nvPr/>
            </p:nvSpPr>
            <p:spPr>
              <a:xfrm>
                <a:off x="14926290" y="1595352"/>
                <a:ext cx="50120" cy="167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4">
                    <a:moveTo>
                      <a:pt x="0" y="1754"/>
                    </a:moveTo>
                    <a:lnTo>
                      <a:pt x="2875" y="1681"/>
                    </a:lnTo>
                    <a:lnTo>
                      <a:pt x="5262" y="0"/>
                    </a:lnTo>
                    <a:lnTo>
                      <a:pt x="2387" y="6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1" name="Surface mesh patch"/>
              <p:cNvSpPr/>
              <p:nvPr/>
            </p:nvSpPr>
            <p:spPr>
              <a:xfrm>
                <a:off x="14976409" y="1579561"/>
                <a:ext cx="50120" cy="15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9">
                    <a:moveTo>
                      <a:pt x="0" y="1658"/>
                    </a:moveTo>
                    <a:lnTo>
                      <a:pt x="2875" y="1669"/>
                    </a:lnTo>
                    <a:lnTo>
                      <a:pt x="5262" y="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2" name="Surface mesh patch"/>
              <p:cNvSpPr/>
              <p:nvPr/>
            </p:nvSpPr>
            <p:spPr>
              <a:xfrm>
                <a:off x="13650567" y="1630162"/>
                <a:ext cx="50120" cy="165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4">
                    <a:moveTo>
                      <a:pt x="0" y="411"/>
                    </a:moveTo>
                    <a:lnTo>
                      <a:pt x="2875" y="1734"/>
                    </a:lnTo>
                    <a:lnTo>
                      <a:pt x="5262" y="15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3" name="Surface mesh patch"/>
              <p:cNvSpPr/>
              <p:nvPr/>
            </p:nvSpPr>
            <p:spPr>
              <a:xfrm>
                <a:off x="13700686" y="1645385"/>
                <a:ext cx="50120" cy="24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7">
                    <a:moveTo>
                      <a:pt x="0" y="0"/>
                    </a:moveTo>
                    <a:lnTo>
                      <a:pt x="2875" y="2000"/>
                    </a:lnTo>
                    <a:lnTo>
                      <a:pt x="5262" y="2577"/>
                    </a:lnTo>
                    <a:lnTo>
                      <a:pt x="2387" y="226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4" name="Surface mesh patch"/>
              <p:cNvSpPr/>
              <p:nvPr/>
            </p:nvSpPr>
            <p:spPr>
              <a:xfrm>
                <a:off x="13750806" y="1669933"/>
                <a:ext cx="50120" cy="393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30">
                    <a:moveTo>
                      <a:pt x="0" y="0"/>
                    </a:moveTo>
                    <a:lnTo>
                      <a:pt x="2875" y="2703"/>
                    </a:lnTo>
                    <a:lnTo>
                      <a:pt x="5262" y="4130"/>
                    </a:lnTo>
                    <a:lnTo>
                      <a:pt x="2387" y="1002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5" name="Surface mesh patch"/>
              <p:cNvSpPr/>
              <p:nvPr/>
            </p:nvSpPr>
            <p:spPr>
              <a:xfrm>
                <a:off x="13800926" y="1709272"/>
                <a:ext cx="50120" cy="542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0">
                    <a:moveTo>
                      <a:pt x="0" y="0"/>
                    </a:moveTo>
                    <a:lnTo>
                      <a:pt x="2875" y="3359"/>
                    </a:lnTo>
                    <a:lnTo>
                      <a:pt x="5262" y="5700"/>
                    </a:lnTo>
                    <a:lnTo>
                      <a:pt x="2387" y="1861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6" name="Surface mesh patch"/>
              <p:cNvSpPr/>
              <p:nvPr/>
            </p:nvSpPr>
            <p:spPr>
              <a:xfrm>
                <a:off x="13851045" y="1763563"/>
                <a:ext cx="50120" cy="670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34">
                    <a:moveTo>
                      <a:pt x="0" y="0"/>
                    </a:moveTo>
                    <a:lnTo>
                      <a:pt x="2875" y="3876"/>
                    </a:lnTo>
                    <a:lnTo>
                      <a:pt x="5262" y="7034"/>
                    </a:lnTo>
                    <a:lnTo>
                      <a:pt x="2387" y="267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7" name="Surface mesh patch"/>
              <p:cNvSpPr/>
              <p:nvPr/>
            </p:nvSpPr>
            <p:spPr>
              <a:xfrm>
                <a:off x="13901165" y="1830563"/>
                <a:ext cx="50120" cy="740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78">
                    <a:moveTo>
                      <a:pt x="0" y="0"/>
                    </a:moveTo>
                    <a:lnTo>
                      <a:pt x="2875" y="4132"/>
                    </a:lnTo>
                    <a:lnTo>
                      <a:pt x="5262" y="7778"/>
                    </a:lnTo>
                    <a:lnTo>
                      <a:pt x="2387" y="3218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8" name="Surface mesh patch"/>
              <p:cNvSpPr/>
              <p:nvPr/>
            </p:nvSpPr>
            <p:spPr>
              <a:xfrm>
                <a:off x="13951285" y="1904651"/>
                <a:ext cx="50120" cy="71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53">
                    <a:moveTo>
                      <a:pt x="0" y="0"/>
                    </a:moveTo>
                    <a:lnTo>
                      <a:pt x="2875" y="4002"/>
                    </a:lnTo>
                    <a:lnTo>
                      <a:pt x="5262" y="7553"/>
                    </a:lnTo>
                    <a:lnTo>
                      <a:pt x="2387" y="3253"/>
                    </a:lnTo>
                    <a:close/>
                  </a:path>
                </a:pathLst>
              </a:custGeom>
              <a:solidFill>
                <a:srgbClr val="6681f3"/>
              </a:solidFill>
              <a:ln w="3334" cap="flat" cmpd="sng" algn="ctr">
                <a:solidFill>
                  <a:srgbClr val="6681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9" name="Surface mesh patch"/>
              <p:cNvSpPr/>
              <p:nvPr/>
            </p:nvSpPr>
            <p:spPr>
              <a:xfrm>
                <a:off x="14001404" y="1976593"/>
                <a:ext cx="50120" cy="58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98">
                    <a:moveTo>
                      <a:pt x="0" y="0"/>
                    </a:moveTo>
                    <a:lnTo>
                      <a:pt x="2875" y="3401"/>
                    </a:lnTo>
                    <a:lnTo>
                      <a:pt x="5262" y="6098"/>
                    </a:lnTo>
                    <a:lnTo>
                      <a:pt x="2387" y="2573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40" name="Surface mesh patch"/>
              <p:cNvSpPr/>
              <p:nvPr/>
            </p:nvSpPr>
            <p:spPr>
              <a:xfrm>
                <a:off x="14051524" y="2034674"/>
                <a:ext cx="50120" cy="326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7">
                    <a:moveTo>
                      <a:pt x="0" y="0"/>
                    </a:moveTo>
                    <a:lnTo>
                      <a:pt x="2875" y="2338"/>
                    </a:lnTo>
                    <a:lnTo>
                      <a:pt x="5262" y="3427"/>
                    </a:lnTo>
                    <a:lnTo>
                      <a:pt x="2387" y="1124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41" name="Surface mesh patch"/>
              <p:cNvSpPr/>
              <p:nvPr/>
            </p:nvSpPr>
            <p:spPr>
              <a:xfrm>
                <a:off x="14101644" y="2058432"/>
                <a:ext cx="50120" cy="18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2">
                    <a:moveTo>
                      <a:pt x="0" y="933"/>
                    </a:moveTo>
                    <a:lnTo>
                      <a:pt x="2875" y="1892"/>
                    </a:lnTo>
                    <a:lnTo>
                      <a:pt x="5262" y="8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245de"/>
              </a:solidFill>
              <a:ln w="3334" cap="flat" cmpd="sng" algn="ctr">
                <a:solidFill>
                  <a:srgbClr val="3245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42" name="Surface mesh patch"/>
              <p:cNvSpPr/>
              <p:nvPr/>
            </p:nvSpPr>
            <p:spPr>
              <a:xfrm>
                <a:off x="14151763" y="2030693"/>
                <a:ext cx="50120" cy="35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1">
                    <a:moveTo>
                      <a:pt x="0" y="3761"/>
                    </a:moveTo>
                    <a:lnTo>
                      <a:pt x="2875" y="3294"/>
                    </a:lnTo>
                    <a:lnTo>
                      <a:pt x="5262" y="0"/>
                    </a:lnTo>
                    <a:lnTo>
                      <a:pt x="2387" y="522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43" name="Surface mesh patch"/>
              <p:cNvSpPr/>
              <p:nvPr/>
            </p:nvSpPr>
            <p:spPr>
              <a:xfrm>
                <a:off x="14201883" y="1965775"/>
                <a:ext cx="50120" cy="649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6">
                    <a:moveTo>
                      <a:pt x="0" y="6816"/>
                    </a:moveTo>
                    <a:lnTo>
                      <a:pt x="2875" y="5206"/>
                    </a:lnTo>
                    <a:lnTo>
                      <a:pt x="5262" y="0"/>
                    </a:lnTo>
                    <a:lnTo>
                      <a:pt x="2387" y="1471"/>
                    </a:lnTo>
                    <a:close/>
                  </a:path>
                </a:pathLst>
              </a:custGeom>
              <a:solidFill>
                <a:srgbClr val="4c63e9"/>
              </a:solidFill>
              <a:ln w="3334" cap="flat" cmpd="sng" algn="ctr">
                <a:solidFill>
                  <a:srgbClr val="4c63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44" name="Surface mesh patch"/>
              <p:cNvSpPr/>
              <p:nvPr/>
            </p:nvSpPr>
            <p:spPr>
              <a:xfrm>
                <a:off x="14252002" y="1883814"/>
                <a:ext cx="50120" cy="819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05">
                    <a:moveTo>
                      <a:pt x="0" y="8605"/>
                    </a:moveTo>
                    <a:lnTo>
                      <a:pt x="2875" y="6422"/>
                    </a:lnTo>
                    <a:lnTo>
                      <a:pt x="5262" y="0"/>
                    </a:lnTo>
                    <a:lnTo>
                      <a:pt x="2387" y="1755"/>
                    </a:lnTo>
                    <a:close/>
                  </a:path>
                </a:pathLst>
              </a:custGeom>
              <a:solidFill>
                <a:srgbClr val="6984f4"/>
              </a:solidFill>
              <a:ln w="3334" cap="flat" cmpd="sng" algn="ctr">
                <a:solidFill>
                  <a:srgbClr val="6984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45" name="Surface mesh patch"/>
              <p:cNvSpPr/>
              <p:nvPr/>
            </p:nvSpPr>
            <p:spPr>
              <a:xfrm>
                <a:off x="14302122" y="1799642"/>
                <a:ext cx="50120" cy="841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37">
                    <a:moveTo>
                      <a:pt x="0" y="8837"/>
                    </a:moveTo>
                    <a:lnTo>
                      <a:pt x="2875" y="6785"/>
                    </a:lnTo>
                    <a:lnTo>
                      <a:pt x="5262" y="0"/>
                    </a:lnTo>
                    <a:lnTo>
                      <a:pt x="2387" y="1308"/>
                    </a:lnTo>
                    <a:close/>
                  </a:path>
                </a:pathLst>
              </a:custGeom>
              <a:solidFill>
                <a:srgbClr val="86a4fd"/>
              </a:solidFill>
              <a:ln w="3334" cap="flat" cmpd="sng" algn="ctr">
                <a:solidFill>
                  <a:srgbClr val="86a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46" name="Surface mesh patch"/>
              <p:cNvSpPr/>
              <p:nvPr/>
            </p:nvSpPr>
            <p:spPr>
              <a:xfrm>
                <a:off x="14352242" y="1726793"/>
                <a:ext cx="50120" cy="72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8">
                    <a:moveTo>
                      <a:pt x="0" y="7648"/>
                    </a:moveTo>
                    <a:lnTo>
                      <a:pt x="2875" y="6365"/>
                    </a:lnTo>
                    <a:lnTo>
                      <a:pt x="5262" y="0"/>
                    </a:lnTo>
                    <a:lnTo>
                      <a:pt x="2387" y="281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47" name="Surface mesh patch"/>
              <p:cNvSpPr/>
              <p:nvPr/>
            </p:nvSpPr>
            <p:spPr>
              <a:xfrm>
                <a:off x="14402361" y="1664528"/>
                <a:ext cx="50120" cy="62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7">
                    <a:moveTo>
                      <a:pt x="0" y="6537"/>
                    </a:moveTo>
                    <a:lnTo>
                      <a:pt x="2875" y="6409"/>
                    </a:lnTo>
                    <a:lnTo>
                      <a:pt x="5262" y="10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48" name="Surface mesh patch"/>
              <p:cNvSpPr/>
              <p:nvPr/>
            </p:nvSpPr>
            <p:spPr>
              <a:xfrm>
                <a:off x="14452481" y="1623499"/>
                <a:ext cx="50120" cy="60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87">
                    <a:moveTo>
                      <a:pt x="0" y="5316"/>
                    </a:moveTo>
                    <a:lnTo>
                      <a:pt x="2875" y="6387"/>
                    </a:lnTo>
                    <a:lnTo>
                      <a:pt x="5262" y="21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49" name="Surface mesh patch"/>
              <p:cNvSpPr/>
              <p:nvPr/>
            </p:nvSpPr>
            <p:spPr>
              <a:xfrm>
                <a:off x="14502601" y="1606161"/>
                <a:ext cx="50120" cy="572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11">
                    <a:moveTo>
                      <a:pt x="0" y="4006"/>
                    </a:moveTo>
                    <a:lnTo>
                      <a:pt x="2875" y="6011"/>
                    </a:lnTo>
                    <a:lnTo>
                      <a:pt x="5262" y="29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0" name="Surface mesh patch"/>
              <p:cNvSpPr/>
              <p:nvPr/>
            </p:nvSpPr>
            <p:spPr>
              <a:xfrm>
                <a:off x="14552720" y="1607093"/>
                <a:ext cx="50120" cy="509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47">
                    <a:moveTo>
                      <a:pt x="0" y="2855"/>
                    </a:moveTo>
                    <a:lnTo>
                      <a:pt x="2875" y="5347"/>
                    </a:lnTo>
                    <a:lnTo>
                      <a:pt x="5262" y="31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1" name="Surface mesh patch"/>
              <p:cNvSpPr/>
              <p:nvPr/>
            </p:nvSpPr>
            <p:spPr>
              <a:xfrm>
                <a:off x="14602840" y="1618225"/>
                <a:ext cx="50120" cy="43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26">
                    <a:moveTo>
                      <a:pt x="0" y="2013"/>
                    </a:moveTo>
                    <a:lnTo>
                      <a:pt x="2875" y="4526"/>
                    </a:lnTo>
                    <a:lnTo>
                      <a:pt x="5262" y="29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2" name="Surface mesh patch"/>
              <p:cNvSpPr/>
              <p:nvPr/>
            </p:nvSpPr>
            <p:spPr>
              <a:xfrm>
                <a:off x="14652960" y="1631581"/>
                <a:ext cx="50120" cy="351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5">
                    <a:moveTo>
                      <a:pt x="0" y="1523"/>
                    </a:moveTo>
                    <a:lnTo>
                      <a:pt x="2875" y="3695"/>
                    </a:lnTo>
                    <a:lnTo>
                      <a:pt x="5262" y="23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3" name="Surface mesh patch"/>
              <p:cNvSpPr/>
              <p:nvPr/>
            </p:nvSpPr>
            <p:spPr>
              <a:xfrm>
                <a:off x="14703079" y="1641206"/>
                <a:ext cx="50120" cy="28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64">
                    <a:moveTo>
                      <a:pt x="0" y="1335"/>
                    </a:moveTo>
                    <a:lnTo>
                      <a:pt x="2875" y="2964"/>
                    </a:lnTo>
                    <a:lnTo>
                      <a:pt x="5262" y="16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4" name="Surface mesh patch"/>
              <p:cNvSpPr/>
              <p:nvPr/>
            </p:nvSpPr>
            <p:spPr>
              <a:xfrm>
                <a:off x="14753199" y="1643891"/>
                <a:ext cx="50120" cy="227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88">
                    <a:moveTo>
                      <a:pt x="0" y="1355"/>
                    </a:moveTo>
                    <a:lnTo>
                      <a:pt x="2875" y="2388"/>
                    </a:lnTo>
                    <a:lnTo>
                      <a:pt x="5262" y="9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5" name="Surface mesh patch"/>
              <p:cNvSpPr/>
              <p:nvPr/>
            </p:nvSpPr>
            <p:spPr>
              <a:xfrm>
                <a:off x="14803319" y="1638950"/>
                <a:ext cx="50120" cy="188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0">
                    <a:moveTo>
                      <a:pt x="0" y="1476"/>
                    </a:moveTo>
                    <a:lnTo>
                      <a:pt x="2875" y="1980"/>
                    </a:lnTo>
                    <a:lnTo>
                      <a:pt x="5262" y="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6" name="Surface mesh patch"/>
              <p:cNvSpPr/>
              <p:nvPr/>
            </p:nvSpPr>
            <p:spPr>
              <a:xfrm>
                <a:off x="14853438" y="1627559"/>
                <a:ext cx="50120" cy="16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9">
                    <a:moveTo>
                      <a:pt x="0" y="1607"/>
                    </a:moveTo>
                    <a:lnTo>
                      <a:pt x="2875" y="1729"/>
                    </a:lnTo>
                    <a:lnTo>
                      <a:pt x="5262" y="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7" name="Surface mesh patch"/>
              <p:cNvSpPr/>
              <p:nvPr/>
            </p:nvSpPr>
            <p:spPr>
              <a:xfrm>
                <a:off x="14903558" y="1611362"/>
                <a:ext cx="50120" cy="16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0">
                    <a:moveTo>
                      <a:pt x="0" y="1760"/>
                    </a:moveTo>
                    <a:lnTo>
                      <a:pt x="2875" y="1694"/>
                    </a:lnTo>
                    <a:lnTo>
                      <a:pt x="5262" y="0"/>
                    </a:lnTo>
                    <a:lnTo>
                      <a:pt x="2387" y="7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8" name="Surface mesh patch"/>
              <p:cNvSpPr/>
              <p:nvPr/>
            </p:nvSpPr>
            <p:spPr>
              <a:xfrm>
                <a:off x="14953677" y="1595352"/>
                <a:ext cx="50120" cy="160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1">
                    <a:moveTo>
                      <a:pt x="0" y="1681"/>
                    </a:moveTo>
                    <a:lnTo>
                      <a:pt x="2875" y="1637"/>
                    </a:lnTo>
                    <a:lnTo>
                      <a:pt x="5262" y="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9" name="Surface mesh patch"/>
              <p:cNvSpPr/>
              <p:nvPr/>
            </p:nvSpPr>
            <p:spPr>
              <a:xfrm>
                <a:off x="13677955" y="1645385"/>
                <a:ext cx="50120" cy="19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0">
                    <a:moveTo>
                      <a:pt x="0" y="136"/>
                    </a:moveTo>
                    <a:lnTo>
                      <a:pt x="2875" y="1835"/>
                    </a:lnTo>
                    <a:lnTo>
                      <a:pt x="5262" y="20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0" name="Surface mesh patch"/>
              <p:cNvSpPr/>
              <p:nvPr/>
            </p:nvSpPr>
            <p:spPr>
              <a:xfrm>
                <a:off x="13728074" y="1664437"/>
                <a:ext cx="50120" cy="312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0">
                    <a:moveTo>
                      <a:pt x="0" y="0"/>
                    </a:moveTo>
                    <a:lnTo>
                      <a:pt x="2875" y="2336"/>
                    </a:lnTo>
                    <a:lnTo>
                      <a:pt x="5262" y="3280"/>
                    </a:lnTo>
                    <a:lnTo>
                      <a:pt x="2387" y="577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1" name="Surface mesh patch"/>
              <p:cNvSpPr/>
              <p:nvPr/>
            </p:nvSpPr>
            <p:spPr>
              <a:xfrm>
                <a:off x="13778194" y="1695676"/>
                <a:ext cx="50120" cy="455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87">
                    <a:moveTo>
                      <a:pt x="0" y="0"/>
                    </a:moveTo>
                    <a:lnTo>
                      <a:pt x="2875" y="2935"/>
                    </a:lnTo>
                    <a:lnTo>
                      <a:pt x="5262" y="4787"/>
                    </a:lnTo>
                    <a:lnTo>
                      <a:pt x="2387" y="1427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2" name="Surface mesh patch"/>
              <p:cNvSpPr/>
              <p:nvPr/>
            </p:nvSpPr>
            <p:spPr>
              <a:xfrm>
                <a:off x="13828313" y="1741270"/>
                <a:ext cx="50120" cy="592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6">
                    <a:moveTo>
                      <a:pt x="0" y="0"/>
                    </a:moveTo>
                    <a:lnTo>
                      <a:pt x="2875" y="3420"/>
                    </a:lnTo>
                    <a:lnTo>
                      <a:pt x="5262" y="6216"/>
                    </a:lnTo>
                    <a:lnTo>
                      <a:pt x="2387" y="2341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3" name="Surface mesh patch"/>
              <p:cNvSpPr/>
              <p:nvPr/>
            </p:nvSpPr>
            <p:spPr>
              <a:xfrm>
                <a:off x="13878433" y="1800480"/>
                <a:ext cx="50120" cy="69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0">
                    <a:moveTo>
                      <a:pt x="0" y="0"/>
                    </a:moveTo>
                    <a:lnTo>
                      <a:pt x="2875" y="3697"/>
                    </a:lnTo>
                    <a:lnTo>
                      <a:pt x="5262" y="7290"/>
                    </a:lnTo>
                    <a:lnTo>
                      <a:pt x="2387" y="3158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4" name="Surface mesh patch"/>
              <p:cNvSpPr/>
              <p:nvPr/>
            </p:nvSpPr>
            <p:spPr>
              <a:xfrm>
                <a:off x="13928553" y="1869918"/>
                <a:ext cx="50120" cy="72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9">
                    <a:moveTo>
                      <a:pt x="0" y="0"/>
                    </a:moveTo>
                    <a:lnTo>
                      <a:pt x="2875" y="3656"/>
                    </a:lnTo>
                    <a:lnTo>
                      <a:pt x="5262" y="7649"/>
                    </a:lnTo>
                    <a:lnTo>
                      <a:pt x="2387" y="3647"/>
                    </a:lnTo>
                    <a:close/>
                  </a:path>
                </a:pathLst>
              </a:custGeom>
              <a:solidFill>
                <a:srgbClr val="7895fa"/>
              </a:solidFill>
              <a:ln w="3334" cap="flat" cmpd="sng" algn="ctr">
                <a:solidFill>
                  <a:srgbClr val="789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5" name="Surface mesh patch"/>
              <p:cNvSpPr/>
              <p:nvPr/>
            </p:nvSpPr>
            <p:spPr>
              <a:xfrm>
                <a:off x="13978672" y="1942770"/>
                <a:ext cx="50120" cy="662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52">
                    <a:moveTo>
                      <a:pt x="0" y="0"/>
                    </a:moveTo>
                    <a:lnTo>
                      <a:pt x="2875" y="3201"/>
                    </a:lnTo>
                    <a:lnTo>
                      <a:pt x="5262" y="6952"/>
                    </a:lnTo>
                    <a:lnTo>
                      <a:pt x="2387" y="3551"/>
                    </a:lnTo>
                    <a:close/>
                  </a:path>
                </a:pathLst>
              </a:custGeom>
              <a:solidFill>
                <a:srgbClr val="5c75ef"/>
              </a:solidFill>
              <a:ln w="3334" cap="flat" cmpd="sng" algn="ctr">
                <a:solidFill>
                  <a:srgbClr val="5c75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6" name="Surface mesh patch"/>
              <p:cNvSpPr/>
              <p:nvPr/>
            </p:nvSpPr>
            <p:spPr>
              <a:xfrm>
                <a:off x="14028792" y="2008985"/>
                <a:ext cx="50120" cy="479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5">
                    <a:moveTo>
                      <a:pt x="0" y="0"/>
                    </a:moveTo>
                    <a:lnTo>
                      <a:pt x="2875" y="2300"/>
                    </a:lnTo>
                    <a:lnTo>
                      <a:pt x="5262" y="5035"/>
                    </a:lnTo>
                    <a:lnTo>
                      <a:pt x="2387" y="2697"/>
                    </a:lnTo>
                    <a:close/>
                  </a:path>
                </a:pathLst>
              </a:custGeom>
              <a:solidFill>
                <a:srgbClr val="445ae6"/>
              </a:solidFill>
              <a:ln w="3334" cap="flat" cmpd="sng" algn="ctr">
                <a:solidFill>
                  <a:srgbClr val="44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7" name="Surface mesh patch"/>
              <p:cNvSpPr/>
              <p:nvPr/>
            </p:nvSpPr>
            <p:spPr>
              <a:xfrm>
                <a:off x="14078912" y="2056943"/>
                <a:ext cx="50120" cy="195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8">
                    <a:moveTo>
                      <a:pt x="0" y="0"/>
                    </a:moveTo>
                    <a:lnTo>
                      <a:pt x="2875" y="1034"/>
                    </a:lnTo>
                    <a:lnTo>
                      <a:pt x="5262" y="2048"/>
                    </a:lnTo>
                    <a:lnTo>
                      <a:pt x="2387" y="1089"/>
                    </a:lnTo>
                    <a:close/>
                  </a:path>
                </a:pathLst>
              </a:custGeom>
              <a:solidFill>
                <a:srgbClr val="364ae0"/>
              </a:solidFill>
              <a:ln w="3334" cap="flat" cmpd="sng" algn="ctr">
                <a:solidFill>
                  <a:srgbClr val="364a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8" name="Surface mesh patch"/>
              <p:cNvSpPr/>
              <p:nvPr/>
            </p:nvSpPr>
            <p:spPr>
              <a:xfrm>
                <a:off x="14129031" y="2062066"/>
                <a:ext cx="50120" cy="143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0">
                    <a:moveTo>
                      <a:pt x="0" y="1510"/>
                    </a:moveTo>
                    <a:lnTo>
                      <a:pt x="2875" y="1123"/>
                    </a:lnTo>
                    <a:lnTo>
                      <a:pt x="5262" y="0"/>
                    </a:lnTo>
                    <a:lnTo>
                      <a:pt x="2387" y="467"/>
                    </a:lnTo>
                    <a:close/>
                  </a:path>
                </a:pathLst>
              </a:custGeom>
              <a:solidFill>
                <a:srgbClr val="3548e0"/>
              </a:solidFill>
              <a:ln w="3334" cap="flat" cmpd="sng" algn="ctr">
                <a:solidFill>
                  <a:srgbClr val="3548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9" name="Surface mesh patch"/>
              <p:cNvSpPr/>
              <p:nvPr/>
            </p:nvSpPr>
            <p:spPr>
              <a:xfrm>
                <a:off x="14179151" y="2015366"/>
                <a:ext cx="50120" cy="467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3">
                    <a:moveTo>
                      <a:pt x="0" y="4903"/>
                    </a:moveTo>
                    <a:lnTo>
                      <a:pt x="2875" y="3242"/>
                    </a:lnTo>
                    <a:lnTo>
                      <a:pt x="5262" y="0"/>
                    </a:lnTo>
                    <a:lnTo>
                      <a:pt x="2387" y="1609"/>
                    </a:lnTo>
                    <a:close/>
                  </a:path>
                </a:pathLst>
              </a:custGeom>
              <a:solidFill>
                <a:srgbClr val="4056e4"/>
              </a:solidFill>
              <a:ln w="3334" cap="flat" cmpd="sng" algn="ctr">
                <a:solidFill>
                  <a:srgbClr val="4056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0" name="Surface mesh patch"/>
              <p:cNvSpPr/>
              <p:nvPr/>
            </p:nvSpPr>
            <p:spPr>
              <a:xfrm>
                <a:off x="14229271" y="1944985"/>
                <a:ext cx="50120" cy="70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89">
                    <a:moveTo>
                      <a:pt x="0" y="7389"/>
                    </a:moveTo>
                    <a:lnTo>
                      <a:pt x="2875" y="4905"/>
                    </a:lnTo>
                    <a:lnTo>
                      <a:pt x="5262" y="0"/>
                    </a:lnTo>
                    <a:lnTo>
                      <a:pt x="2387" y="2183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1" name="Surface mesh patch"/>
              <p:cNvSpPr/>
              <p:nvPr/>
            </p:nvSpPr>
            <p:spPr>
              <a:xfrm>
                <a:off x="14279390" y="1864272"/>
                <a:ext cx="50120" cy="807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74">
                    <a:moveTo>
                      <a:pt x="0" y="8474"/>
                    </a:moveTo>
                    <a:lnTo>
                      <a:pt x="2875" y="5817"/>
                    </a:lnTo>
                    <a:lnTo>
                      <a:pt x="5262" y="0"/>
                    </a:lnTo>
                    <a:lnTo>
                      <a:pt x="2387" y="2052"/>
                    </a:lnTo>
                    <a:close/>
                  </a:path>
                </a:pathLst>
              </a:custGeom>
              <a:solidFill>
                <a:srgbClr val="7591f9"/>
              </a:solidFill>
              <a:ln w="3334" cap="flat" cmpd="sng" algn="ctr">
                <a:solidFill>
                  <a:srgbClr val="7591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2" name="Surface mesh patch"/>
              <p:cNvSpPr/>
              <p:nvPr/>
            </p:nvSpPr>
            <p:spPr>
              <a:xfrm>
                <a:off x="14329510" y="1787418"/>
                <a:ext cx="50120" cy="76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69">
                    <a:moveTo>
                      <a:pt x="0" y="8069"/>
                    </a:moveTo>
                    <a:lnTo>
                      <a:pt x="2875" y="5907"/>
                    </a:lnTo>
                    <a:lnTo>
                      <a:pt x="5262" y="0"/>
                    </a:lnTo>
                    <a:lnTo>
                      <a:pt x="2387" y="1283"/>
                    </a:lnTo>
                    <a:close/>
                  </a:path>
                </a:pathLst>
              </a:custGeom>
              <a:solidFill>
                <a:srgbClr val="8eabfd"/>
              </a:solidFill>
              <a:ln w="3334" cap="flat" cmpd="sng" algn="ctr">
                <a:solidFill>
                  <a:srgbClr val="8e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3" name="Surface mesh patch"/>
              <p:cNvSpPr/>
              <p:nvPr/>
            </p:nvSpPr>
            <p:spPr>
              <a:xfrm>
                <a:off x="14379630" y="1725570"/>
                <a:ext cx="50120" cy="61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3">
                    <a:moveTo>
                      <a:pt x="0" y="6493"/>
                    </a:moveTo>
                    <a:lnTo>
                      <a:pt x="2875" y="5320"/>
                    </a:lnTo>
                    <a:lnTo>
                      <a:pt x="5262" y="0"/>
                    </a:lnTo>
                    <a:lnTo>
                      <a:pt x="2387" y="128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4" name="Surface mesh patch"/>
              <p:cNvSpPr/>
              <p:nvPr/>
            </p:nvSpPr>
            <p:spPr>
              <a:xfrm>
                <a:off x="14429749" y="1674138"/>
                <a:ext cx="50120" cy="51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9">
                    <a:moveTo>
                      <a:pt x="0" y="5400"/>
                    </a:moveTo>
                    <a:lnTo>
                      <a:pt x="2875" y="5409"/>
                    </a:lnTo>
                    <a:lnTo>
                      <a:pt x="5262" y="10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5" name="Surface mesh patch"/>
              <p:cNvSpPr/>
              <p:nvPr/>
            </p:nvSpPr>
            <p:spPr>
              <a:xfrm>
                <a:off x="14479869" y="1644320"/>
                <a:ext cx="50120" cy="502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72">
                    <a:moveTo>
                      <a:pt x="0" y="4202"/>
                    </a:moveTo>
                    <a:lnTo>
                      <a:pt x="2875" y="5272"/>
                    </a:lnTo>
                    <a:lnTo>
                      <a:pt x="5262" y="20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6" name="Surface mesh patch"/>
              <p:cNvSpPr/>
              <p:nvPr/>
            </p:nvSpPr>
            <p:spPr>
              <a:xfrm>
                <a:off x="14529988" y="1634287"/>
                <a:ext cx="50120" cy="461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43">
                    <a:moveTo>
                      <a:pt x="0" y="3058"/>
                    </a:moveTo>
                    <a:lnTo>
                      <a:pt x="2875" y="4843"/>
                    </a:lnTo>
                    <a:lnTo>
                      <a:pt x="5262" y="24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7" name="Surface mesh patch"/>
              <p:cNvSpPr/>
              <p:nvPr/>
            </p:nvSpPr>
            <p:spPr>
              <a:xfrm>
                <a:off x="14580108" y="1637403"/>
                <a:ext cx="50120" cy="403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34">
                    <a:moveTo>
                      <a:pt x="0" y="2164"/>
                    </a:moveTo>
                    <a:lnTo>
                      <a:pt x="2875" y="4234"/>
                    </a:lnTo>
                    <a:lnTo>
                      <a:pt x="5262" y="25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8" name="Surface mesh patch"/>
              <p:cNvSpPr/>
              <p:nvPr/>
            </p:nvSpPr>
            <p:spPr>
              <a:xfrm>
                <a:off x="14630228" y="1646084"/>
                <a:ext cx="50120" cy="33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8">
                    <a:moveTo>
                      <a:pt x="0" y="1602"/>
                    </a:moveTo>
                    <a:lnTo>
                      <a:pt x="2875" y="3568"/>
                    </a:lnTo>
                    <a:lnTo>
                      <a:pt x="5262" y="21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79" name="Surface mesh patch"/>
              <p:cNvSpPr/>
              <p:nvPr/>
            </p:nvSpPr>
            <p:spPr>
              <a:xfrm>
                <a:off x="14680347" y="1653925"/>
                <a:ext cx="50120" cy="28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5">
                    <a:moveTo>
                      <a:pt x="0" y="1349"/>
                    </a:moveTo>
                    <a:lnTo>
                      <a:pt x="2875" y="2945"/>
                    </a:lnTo>
                    <a:lnTo>
                      <a:pt x="5262" y="16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80" name="Surface mesh patch"/>
              <p:cNvSpPr/>
              <p:nvPr/>
            </p:nvSpPr>
            <p:spPr>
              <a:xfrm>
                <a:off x="14730467" y="1656800"/>
                <a:ext cx="50120" cy="23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24">
                    <a:moveTo>
                      <a:pt x="0" y="1326"/>
                    </a:moveTo>
                    <a:lnTo>
                      <a:pt x="2875" y="2424"/>
                    </a:lnTo>
                    <a:lnTo>
                      <a:pt x="5262" y="10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81" name="Surface mesh patch"/>
              <p:cNvSpPr/>
              <p:nvPr/>
            </p:nvSpPr>
            <p:spPr>
              <a:xfrm>
                <a:off x="14780587" y="1653009"/>
                <a:ext cx="50120" cy="193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0">
                    <a:moveTo>
                      <a:pt x="0" y="1431"/>
                    </a:moveTo>
                    <a:lnTo>
                      <a:pt x="2875" y="2030"/>
                    </a:lnTo>
                    <a:lnTo>
                      <a:pt x="5262" y="5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82" name="Surface mesh patch"/>
              <p:cNvSpPr/>
              <p:nvPr/>
            </p:nvSpPr>
            <p:spPr>
              <a:xfrm>
                <a:off x="14830706" y="1642869"/>
                <a:ext cx="50120" cy="16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7">
                    <a:moveTo>
                      <a:pt x="0" y="1568"/>
                    </a:moveTo>
                    <a:lnTo>
                      <a:pt x="2875" y="1767"/>
                    </a:lnTo>
                    <a:lnTo>
                      <a:pt x="5262" y="1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83" name="Surface mesh patch"/>
              <p:cNvSpPr/>
              <p:nvPr/>
            </p:nvSpPr>
            <p:spPr>
              <a:xfrm>
                <a:off x="14880826" y="1627495"/>
                <a:ext cx="50120" cy="16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6">
                    <a:moveTo>
                      <a:pt x="0" y="1736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66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84" name="Surface mesh patch"/>
              <p:cNvSpPr/>
              <p:nvPr/>
            </p:nvSpPr>
            <p:spPr>
              <a:xfrm>
                <a:off x="14930946" y="1610942"/>
                <a:ext cx="50120" cy="16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8">
                    <a:moveTo>
                      <a:pt x="0" y="1738"/>
                    </a:moveTo>
                    <a:lnTo>
                      <a:pt x="2875" y="1659"/>
                    </a:lnTo>
                    <a:lnTo>
                      <a:pt x="5262" y="0"/>
                    </a:lnTo>
                    <a:lnTo>
                      <a:pt x="2387" y="44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85" name="Surface mesh patch"/>
              <p:cNvSpPr/>
              <p:nvPr/>
            </p:nvSpPr>
            <p:spPr>
              <a:xfrm>
                <a:off x="13705342" y="1662866"/>
                <a:ext cx="50120" cy="238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1">
                    <a:moveTo>
                      <a:pt x="0" y="0"/>
                    </a:moveTo>
                    <a:lnTo>
                      <a:pt x="2875" y="2027"/>
                    </a:lnTo>
                    <a:lnTo>
                      <a:pt x="5262" y="2501"/>
                    </a:lnTo>
                    <a:lnTo>
                      <a:pt x="2387" y="165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86" name="Surface mesh patch"/>
              <p:cNvSpPr/>
              <p:nvPr/>
            </p:nvSpPr>
            <p:spPr>
              <a:xfrm>
                <a:off x="13755462" y="1686690"/>
                <a:ext cx="50120" cy="36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8">
                    <a:moveTo>
                      <a:pt x="0" y="0"/>
                    </a:moveTo>
                    <a:lnTo>
                      <a:pt x="2875" y="2575"/>
                    </a:lnTo>
                    <a:lnTo>
                      <a:pt x="5262" y="3878"/>
                    </a:lnTo>
                    <a:lnTo>
                      <a:pt x="2387" y="943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87" name="Surface mesh patch"/>
              <p:cNvSpPr/>
              <p:nvPr/>
            </p:nvSpPr>
            <p:spPr>
              <a:xfrm>
                <a:off x="13805582" y="1723629"/>
                <a:ext cx="50120" cy="50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72">
                    <a:moveTo>
                      <a:pt x="0" y="0"/>
                    </a:moveTo>
                    <a:lnTo>
                      <a:pt x="2875" y="3023"/>
                    </a:lnTo>
                    <a:lnTo>
                      <a:pt x="5262" y="5272"/>
                    </a:lnTo>
                    <a:lnTo>
                      <a:pt x="2387" y="1852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88" name="Surface mesh patch"/>
              <p:cNvSpPr/>
              <p:nvPr/>
            </p:nvSpPr>
            <p:spPr>
              <a:xfrm>
                <a:off x="13855701" y="1773847"/>
                <a:ext cx="50120" cy="61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3">
                    <a:moveTo>
                      <a:pt x="0" y="0"/>
                    </a:moveTo>
                    <a:lnTo>
                      <a:pt x="2875" y="3297"/>
                    </a:lnTo>
                    <a:lnTo>
                      <a:pt x="5262" y="6493"/>
                    </a:lnTo>
                    <a:lnTo>
                      <a:pt x="2387" y="2796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89" name="Surface mesh patch"/>
              <p:cNvSpPr/>
              <p:nvPr/>
            </p:nvSpPr>
            <p:spPr>
              <a:xfrm>
                <a:off x="13905821" y="1835696"/>
                <a:ext cx="50120" cy="69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9">
                    <a:moveTo>
                      <a:pt x="0" y="0"/>
                    </a:moveTo>
                    <a:lnTo>
                      <a:pt x="2875" y="3308"/>
                    </a:lnTo>
                    <a:lnTo>
                      <a:pt x="5262" y="7249"/>
                    </a:lnTo>
                    <a:lnTo>
                      <a:pt x="2387" y="3593"/>
                    </a:lnTo>
                    <a:close/>
                  </a:path>
                </a:pathLst>
              </a:custGeom>
              <a:solidFill>
                <a:srgbClr val="87a5fd"/>
              </a:solidFill>
              <a:ln w="3334" cap="flat" cmpd="sng" algn="ctr">
                <a:solidFill>
                  <a:srgbClr val="87a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90" name="Surface mesh patch"/>
              <p:cNvSpPr/>
              <p:nvPr/>
            </p:nvSpPr>
            <p:spPr>
              <a:xfrm>
                <a:off x="13955941" y="1904742"/>
                <a:ext cx="50120" cy="68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93">
                    <a:moveTo>
                      <a:pt x="0" y="0"/>
                    </a:moveTo>
                    <a:lnTo>
                      <a:pt x="2875" y="2966"/>
                    </a:lnTo>
                    <a:lnTo>
                      <a:pt x="5262" y="7193"/>
                    </a:lnTo>
                    <a:lnTo>
                      <a:pt x="2387" y="3992"/>
                    </a:lnTo>
                    <a:close/>
                  </a:path>
                </a:pathLst>
              </a:custGeom>
              <a:solidFill>
                <a:srgbClr val="6f8bf7"/>
              </a:solidFill>
              <a:ln w="3334" cap="flat" cmpd="sng" algn="ctr">
                <a:solidFill>
                  <a:srgbClr val="6f8b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91" name="Surface mesh patch"/>
              <p:cNvSpPr/>
              <p:nvPr/>
            </p:nvSpPr>
            <p:spPr>
              <a:xfrm>
                <a:off x="14006060" y="1973259"/>
                <a:ext cx="50120" cy="576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51">
                    <a:moveTo>
                      <a:pt x="0" y="0"/>
                    </a:moveTo>
                    <a:lnTo>
                      <a:pt x="2875" y="2215"/>
                    </a:lnTo>
                    <a:lnTo>
                      <a:pt x="5262" y="6051"/>
                    </a:lnTo>
                    <a:lnTo>
                      <a:pt x="2387" y="3751"/>
                    </a:lnTo>
                    <a:close/>
                  </a:path>
                </a:pathLst>
              </a:custGeom>
              <a:solidFill>
                <a:srgbClr val="556dec"/>
              </a:solidFill>
              <a:ln w="3334" cap="flat" cmpd="sng" algn="ctr">
                <a:solidFill>
                  <a:srgbClr val="556d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92" name="Surface mesh patch"/>
              <p:cNvSpPr/>
              <p:nvPr/>
            </p:nvSpPr>
            <p:spPr>
              <a:xfrm>
                <a:off x="14056180" y="2030891"/>
                <a:ext cx="50120" cy="358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9">
                    <a:moveTo>
                      <a:pt x="0" y="0"/>
                    </a:moveTo>
                    <a:lnTo>
                      <a:pt x="2875" y="1085"/>
                    </a:lnTo>
                    <a:lnTo>
                      <a:pt x="5262" y="3769"/>
                    </a:lnTo>
                    <a:lnTo>
                      <a:pt x="2387" y="2735"/>
                    </a:lnTo>
                    <a:close/>
                  </a:path>
                </a:pathLst>
              </a:custGeom>
              <a:solidFill>
                <a:srgbClr val="4257e5"/>
              </a:solidFill>
              <a:ln w="3334" cap="flat" cmpd="sng" algn="ctr">
                <a:solidFill>
                  <a:srgbClr val="4257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93" name="Surface mesh patch"/>
              <p:cNvSpPr/>
              <p:nvPr/>
            </p:nvSpPr>
            <p:spPr>
              <a:xfrm>
                <a:off x="14106299" y="2064135"/>
                <a:ext cx="50120" cy="12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3">
                    <a:moveTo>
                      <a:pt x="0" y="279"/>
                    </a:moveTo>
                    <a:lnTo>
                      <a:pt x="2875" y="0"/>
                    </a:lnTo>
                    <a:lnTo>
                      <a:pt x="5262" y="906"/>
                    </a:lnTo>
                    <a:lnTo>
                      <a:pt x="2387" y="1293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94" name="Surface mesh patch"/>
              <p:cNvSpPr/>
              <p:nvPr/>
            </p:nvSpPr>
            <p:spPr>
              <a:xfrm>
                <a:off x="14156419" y="2046243"/>
                <a:ext cx="50120" cy="265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84">
                    <a:moveTo>
                      <a:pt x="0" y="2784"/>
                    </a:moveTo>
                    <a:lnTo>
                      <a:pt x="2875" y="1164"/>
                    </a:lnTo>
                    <a:lnTo>
                      <a:pt x="5262" y="0"/>
                    </a:lnTo>
                    <a:lnTo>
                      <a:pt x="2387" y="1661"/>
                    </a:lnTo>
                    <a:close/>
                  </a:path>
                </a:pathLst>
              </a:custGeom>
              <a:solidFill>
                <a:srgbClr val="3c51e3"/>
              </a:solidFill>
              <a:ln w="3334" cap="flat" cmpd="sng" algn="ctr">
                <a:solidFill>
                  <a:srgbClr val="3c51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95" name="Surface mesh patch"/>
              <p:cNvSpPr/>
              <p:nvPr/>
            </p:nvSpPr>
            <p:spPr>
              <a:xfrm>
                <a:off x="14206539" y="1991704"/>
                <a:ext cx="50120" cy="54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6">
                    <a:moveTo>
                      <a:pt x="0" y="5726"/>
                    </a:moveTo>
                    <a:lnTo>
                      <a:pt x="2875" y="3087"/>
                    </a:lnTo>
                    <a:lnTo>
                      <a:pt x="5262" y="0"/>
                    </a:lnTo>
                    <a:lnTo>
                      <a:pt x="2387" y="2484"/>
                    </a:lnTo>
                    <a:close/>
                  </a:path>
                </a:pathLst>
              </a:custGeom>
              <a:solidFill>
                <a:srgbClr val="4c63e9"/>
              </a:solidFill>
              <a:ln w="3334" cap="flat" cmpd="sng" algn="ctr">
                <a:solidFill>
                  <a:srgbClr val="4c63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96" name="Surface mesh patch"/>
              <p:cNvSpPr/>
              <p:nvPr/>
            </p:nvSpPr>
            <p:spPr>
              <a:xfrm>
                <a:off x="14256658" y="1919680"/>
                <a:ext cx="50120" cy="72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62">
                    <a:moveTo>
                      <a:pt x="0" y="7562"/>
                    </a:moveTo>
                    <a:lnTo>
                      <a:pt x="2875" y="4470"/>
                    </a:lnTo>
                    <a:lnTo>
                      <a:pt x="5262" y="0"/>
                    </a:lnTo>
                    <a:lnTo>
                      <a:pt x="2387" y="2657"/>
                    </a:lnTo>
                    <a:close/>
                  </a:path>
                </a:pathLst>
              </a:custGeom>
              <a:solidFill>
                <a:srgbClr val="657ff3"/>
              </a:solidFill>
              <a:ln w="3334" cap="flat" cmpd="sng" algn="ctr">
                <a:solidFill>
                  <a:srgbClr val="657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97" name="Surface mesh patch"/>
              <p:cNvSpPr/>
              <p:nvPr/>
            </p:nvSpPr>
            <p:spPr>
              <a:xfrm>
                <a:off x="14306778" y="1843683"/>
                <a:ext cx="50120" cy="759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79">
                    <a:moveTo>
                      <a:pt x="0" y="7979"/>
                    </a:moveTo>
                    <a:lnTo>
                      <a:pt x="2875" y="5098"/>
                    </a:lnTo>
                    <a:lnTo>
                      <a:pt x="5262" y="0"/>
                    </a:lnTo>
                    <a:lnTo>
                      <a:pt x="2387" y="2162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98" name="Surface mesh patch"/>
              <p:cNvSpPr/>
              <p:nvPr/>
            </p:nvSpPr>
            <p:spPr>
              <a:xfrm>
                <a:off x="14356898" y="1776244"/>
                <a:ext cx="50120" cy="67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0">
                    <a:moveTo>
                      <a:pt x="0" y="7080"/>
                    </a:moveTo>
                    <a:lnTo>
                      <a:pt x="2875" y="4984"/>
                    </a:lnTo>
                    <a:lnTo>
                      <a:pt x="5262" y="0"/>
                    </a:lnTo>
                    <a:lnTo>
                      <a:pt x="2387" y="1173"/>
                    </a:lnTo>
                    <a:close/>
                  </a:path>
                </a:pathLst>
              </a:custGeom>
              <a:solidFill>
                <a:srgbClr val="95b2fd"/>
              </a:solidFill>
              <a:ln w="3334" cap="flat" cmpd="sng" algn="ctr">
                <a:solidFill>
                  <a:srgbClr val="95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99" name="Surface mesh patch"/>
              <p:cNvSpPr/>
              <p:nvPr/>
            </p:nvSpPr>
            <p:spPr>
              <a:xfrm>
                <a:off x="14407017" y="1725570"/>
                <a:ext cx="50120" cy="506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20">
                    <a:moveTo>
                      <a:pt x="0" y="5320"/>
                    </a:moveTo>
                    <a:lnTo>
                      <a:pt x="2875" y="4337"/>
                    </a:lnTo>
                    <a:lnTo>
                      <a:pt x="5262" y="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0" name="Surface mesh patch"/>
              <p:cNvSpPr/>
              <p:nvPr/>
            </p:nvSpPr>
            <p:spPr>
              <a:xfrm>
                <a:off x="14457137" y="1684339"/>
                <a:ext cx="50120" cy="427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3">
                    <a:moveTo>
                      <a:pt x="0" y="4338"/>
                    </a:moveTo>
                    <a:lnTo>
                      <a:pt x="2875" y="4493"/>
                    </a:lnTo>
                    <a:lnTo>
                      <a:pt x="5262" y="10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1" name="Surface mesh patch"/>
              <p:cNvSpPr/>
              <p:nvPr/>
            </p:nvSpPr>
            <p:spPr>
              <a:xfrm>
                <a:off x="14507257" y="1663412"/>
                <a:ext cx="50120" cy="412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7">
                    <a:moveTo>
                      <a:pt x="0" y="3267"/>
                    </a:moveTo>
                    <a:lnTo>
                      <a:pt x="2875" y="4327"/>
                    </a:lnTo>
                    <a:lnTo>
                      <a:pt x="5262" y="17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2" name="Surface mesh patch"/>
              <p:cNvSpPr/>
              <p:nvPr/>
            </p:nvSpPr>
            <p:spPr>
              <a:xfrm>
                <a:off x="14557376" y="1658019"/>
                <a:ext cx="50120" cy="37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38">
                    <a:moveTo>
                      <a:pt x="0" y="2351"/>
                    </a:moveTo>
                    <a:lnTo>
                      <a:pt x="2875" y="3938"/>
                    </a:lnTo>
                    <a:lnTo>
                      <a:pt x="5262" y="20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3" name="Surface mesh patch"/>
              <p:cNvSpPr/>
              <p:nvPr/>
            </p:nvSpPr>
            <p:spPr>
              <a:xfrm>
                <a:off x="14607496" y="1661339"/>
                <a:ext cx="50120" cy="327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8">
                    <a:moveTo>
                      <a:pt x="0" y="1721"/>
                    </a:moveTo>
                    <a:lnTo>
                      <a:pt x="2875" y="3438"/>
                    </a:lnTo>
                    <a:lnTo>
                      <a:pt x="5262" y="19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4" name="Surface mesh patch"/>
              <p:cNvSpPr/>
              <p:nvPr/>
            </p:nvSpPr>
            <p:spPr>
              <a:xfrm>
                <a:off x="14657616" y="1666778"/>
                <a:ext cx="50120" cy="27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5">
                    <a:moveTo>
                      <a:pt x="0" y="1395"/>
                    </a:moveTo>
                    <a:lnTo>
                      <a:pt x="2875" y="2925"/>
                    </a:lnTo>
                    <a:lnTo>
                      <a:pt x="5262" y="1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5" name="Surface mesh patch"/>
              <p:cNvSpPr/>
              <p:nvPr/>
            </p:nvSpPr>
            <p:spPr>
              <a:xfrm>
                <a:off x="14707735" y="1669435"/>
                <a:ext cx="50120" cy="23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2">
                    <a:moveTo>
                      <a:pt x="0" y="1316"/>
                    </a:moveTo>
                    <a:lnTo>
                      <a:pt x="2875" y="2462"/>
                    </a:lnTo>
                    <a:lnTo>
                      <a:pt x="5262" y="10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6" name="Surface mesh patch"/>
              <p:cNvSpPr/>
              <p:nvPr/>
            </p:nvSpPr>
            <p:spPr>
              <a:xfrm>
                <a:off x="14757855" y="1666635"/>
                <a:ext cx="50120" cy="19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6">
                    <a:moveTo>
                      <a:pt x="0" y="1392"/>
                    </a:moveTo>
                    <a:lnTo>
                      <a:pt x="2875" y="2086"/>
                    </a:lnTo>
                    <a:lnTo>
                      <a:pt x="5262" y="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7" name="Surface mesh patch"/>
              <p:cNvSpPr/>
              <p:nvPr/>
            </p:nvSpPr>
            <p:spPr>
              <a:xfrm>
                <a:off x="14807974" y="1657805"/>
                <a:ext cx="50120" cy="17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3">
                    <a:moveTo>
                      <a:pt x="0" y="1527"/>
                    </a:moveTo>
                    <a:lnTo>
                      <a:pt x="2875" y="1813"/>
                    </a:lnTo>
                    <a:lnTo>
                      <a:pt x="5262" y="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8" name="Surface mesh patch"/>
              <p:cNvSpPr/>
              <p:nvPr/>
            </p:nvSpPr>
            <p:spPr>
              <a:xfrm>
                <a:off x="14858094" y="1643656"/>
                <a:ext cx="50120" cy="16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0">
                    <a:moveTo>
                      <a:pt x="0" y="1684"/>
                    </a:moveTo>
                    <a:lnTo>
                      <a:pt x="2875" y="1690"/>
                    </a:lnTo>
                    <a:lnTo>
                      <a:pt x="5262" y="0"/>
                    </a:lnTo>
                    <a:lnTo>
                      <a:pt x="2387" y="3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09" name="Surface mesh patch"/>
              <p:cNvSpPr/>
              <p:nvPr/>
            </p:nvSpPr>
            <p:spPr>
              <a:xfrm>
                <a:off x="14908214" y="1626743"/>
                <a:ext cx="50120" cy="169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6">
                    <a:moveTo>
                      <a:pt x="0" y="1776"/>
                    </a:moveTo>
                    <a:lnTo>
                      <a:pt x="2875" y="1683"/>
                    </a:lnTo>
                    <a:lnTo>
                      <a:pt x="5262" y="0"/>
                    </a:lnTo>
                    <a:lnTo>
                      <a:pt x="2387" y="79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0" name="Surface mesh patch"/>
              <p:cNvSpPr/>
              <p:nvPr/>
            </p:nvSpPr>
            <p:spPr>
              <a:xfrm>
                <a:off x="13732730" y="1682178"/>
                <a:ext cx="50120" cy="29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49">
                    <a:moveTo>
                      <a:pt x="0" y="0"/>
                    </a:moveTo>
                    <a:lnTo>
                      <a:pt x="2875" y="2278"/>
                    </a:lnTo>
                    <a:lnTo>
                      <a:pt x="5262" y="3049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1" name="Surface mesh patch"/>
              <p:cNvSpPr/>
              <p:nvPr/>
            </p:nvSpPr>
            <p:spPr>
              <a:xfrm>
                <a:off x="13782850" y="1711218"/>
                <a:ext cx="50120" cy="41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6">
                    <a:moveTo>
                      <a:pt x="0" y="0"/>
                    </a:moveTo>
                    <a:lnTo>
                      <a:pt x="2875" y="2694"/>
                    </a:lnTo>
                    <a:lnTo>
                      <a:pt x="5262" y="4326"/>
                    </a:lnTo>
                    <a:lnTo>
                      <a:pt x="2387" y="1303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2" name="Surface mesh patch"/>
              <p:cNvSpPr/>
              <p:nvPr/>
            </p:nvSpPr>
            <p:spPr>
              <a:xfrm>
                <a:off x="13832969" y="1752425"/>
                <a:ext cx="50120" cy="528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6">
                    <a:moveTo>
                      <a:pt x="0" y="0"/>
                    </a:moveTo>
                    <a:lnTo>
                      <a:pt x="2875" y="2955"/>
                    </a:lnTo>
                    <a:lnTo>
                      <a:pt x="5262" y="5546"/>
                    </a:lnTo>
                    <a:lnTo>
                      <a:pt x="2387" y="2249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3" name="Surface mesh patch"/>
              <p:cNvSpPr/>
              <p:nvPr/>
            </p:nvSpPr>
            <p:spPr>
              <a:xfrm>
                <a:off x="13883089" y="1805254"/>
                <a:ext cx="50120" cy="619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4">
                    <a:moveTo>
                      <a:pt x="0" y="0"/>
                    </a:moveTo>
                    <a:lnTo>
                      <a:pt x="2875" y="2993"/>
                    </a:lnTo>
                    <a:lnTo>
                      <a:pt x="5262" y="6504"/>
                    </a:lnTo>
                    <a:lnTo>
                      <a:pt x="2387" y="3196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4" name="Surface mesh patch"/>
              <p:cNvSpPr/>
              <p:nvPr/>
            </p:nvSpPr>
            <p:spPr>
              <a:xfrm>
                <a:off x="13933209" y="1867208"/>
                <a:ext cx="50120" cy="65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6">
                    <a:moveTo>
                      <a:pt x="0" y="0"/>
                    </a:moveTo>
                    <a:lnTo>
                      <a:pt x="2875" y="2732"/>
                    </a:lnTo>
                    <a:lnTo>
                      <a:pt x="5262" y="6906"/>
                    </a:lnTo>
                    <a:lnTo>
                      <a:pt x="2387" y="3941"/>
                    </a:lnTo>
                    <a:close/>
                  </a:path>
                </a:pathLst>
              </a:custGeom>
              <a:solidFill>
                <a:srgbClr val="829ffd"/>
              </a:solidFill>
              <a:ln w="3334" cap="flat" cmpd="sng" algn="ctr">
                <a:solidFill>
                  <a:srgbClr val="82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5" name="Surface mesh patch"/>
              <p:cNvSpPr/>
              <p:nvPr/>
            </p:nvSpPr>
            <p:spPr>
              <a:xfrm>
                <a:off x="13983328" y="1932991"/>
                <a:ext cx="50120" cy="61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3">
                    <a:moveTo>
                      <a:pt x="0" y="0"/>
                    </a:moveTo>
                    <a:lnTo>
                      <a:pt x="2875" y="2111"/>
                    </a:lnTo>
                    <a:lnTo>
                      <a:pt x="5262" y="6443"/>
                    </a:lnTo>
                    <a:lnTo>
                      <a:pt x="2387" y="4228"/>
                    </a:lnTo>
                    <a:close/>
                  </a:path>
                </a:pathLst>
              </a:custGeom>
              <a:solidFill>
                <a:srgbClr val="6983f4"/>
              </a:solidFill>
              <a:ln w="3334" cap="flat" cmpd="sng" algn="ctr">
                <a:solidFill>
                  <a:srgbClr val="6983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6" name="Surface mesh patch"/>
              <p:cNvSpPr/>
              <p:nvPr/>
            </p:nvSpPr>
            <p:spPr>
              <a:xfrm>
                <a:off x="14033448" y="1994356"/>
                <a:ext cx="50120" cy="468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0">
                    <a:moveTo>
                      <a:pt x="0" y="0"/>
                    </a:moveTo>
                    <a:lnTo>
                      <a:pt x="2875" y="1123"/>
                    </a:lnTo>
                    <a:lnTo>
                      <a:pt x="5262" y="4920"/>
                    </a:lnTo>
                    <a:lnTo>
                      <a:pt x="2387" y="3836"/>
                    </a:lnTo>
                    <a:close/>
                  </a:path>
                </a:pathLst>
              </a:custGeom>
              <a:solidFill>
                <a:srgbClr val="526aeb"/>
              </a:solidFill>
              <a:ln w="3334" cap="flat" cmpd="sng" algn="ctr">
                <a:solidFill>
                  <a:srgbClr val="526a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7" name="Surface mesh patch"/>
              <p:cNvSpPr/>
              <p:nvPr/>
            </p:nvSpPr>
            <p:spPr>
              <a:xfrm>
                <a:off x="14083568" y="2039859"/>
                <a:ext cx="50120" cy="269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7">
                    <a:moveTo>
                      <a:pt x="0" y="143"/>
                    </a:moveTo>
                    <a:lnTo>
                      <a:pt x="2875" y="0"/>
                    </a:lnTo>
                    <a:lnTo>
                      <a:pt x="5262" y="2549"/>
                    </a:lnTo>
                    <a:lnTo>
                      <a:pt x="2387" y="2827"/>
                    </a:lnTo>
                    <a:close/>
                  </a:path>
                </a:pathLst>
              </a:custGeom>
              <a:solidFill>
                <a:srgbClr val="445ae6"/>
              </a:solidFill>
              <a:ln w="3334" cap="flat" cmpd="sng" algn="ctr">
                <a:solidFill>
                  <a:srgbClr val="44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8" name="Surface mesh patch"/>
              <p:cNvSpPr/>
              <p:nvPr/>
            </p:nvSpPr>
            <p:spPr>
              <a:xfrm>
                <a:off x="14133687" y="2049961"/>
                <a:ext cx="50120" cy="22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4">
                    <a:moveTo>
                      <a:pt x="0" y="1488"/>
                    </a:moveTo>
                    <a:lnTo>
                      <a:pt x="2875" y="0"/>
                    </a:lnTo>
                    <a:lnTo>
                      <a:pt x="5262" y="774"/>
                    </a:lnTo>
                    <a:lnTo>
                      <a:pt x="2387" y="2394"/>
                    </a:lnTo>
                    <a:close/>
                  </a:path>
                </a:pathLst>
              </a:custGeom>
              <a:solidFill>
                <a:srgbClr val="4055e4"/>
              </a:solidFill>
              <a:ln w="3334" cap="flat" cmpd="sng" algn="ctr">
                <a:solidFill>
                  <a:srgbClr val="4055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19" name="Surface mesh patch"/>
              <p:cNvSpPr/>
              <p:nvPr/>
            </p:nvSpPr>
            <p:spPr>
              <a:xfrm>
                <a:off x="14183807" y="2021107"/>
                <a:ext cx="50120" cy="36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03">
                    <a:moveTo>
                      <a:pt x="0" y="3803"/>
                    </a:moveTo>
                    <a:lnTo>
                      <a:pt x="2875" y="1163"/>
                    </a:lnTo>
                    <a:lnTo>
                      <a:pt x="5262" y="0"/>
                    </a:lnTo>
                    <a:lnTo>
                      <a:pt x="2387" y="2639"/>
                    </a:lnTo>
                    <a:close/>
                  </a:path>
                </a:pathLst>
              </a:custGeom>
              <a:solidFill>
                <a:srgbClr val="485ee7"/>
              </a:solidFill>
              <a:ln w="3334" cap="flat" cmpd="sng" algn="ctr">
                <a:solidFill>
                  <a:srgbClr val="485e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0" name="Surface mesh patch"/>
              <p:cNvSpPr/>
              <p:nvPr/>
            </p:nvSpPr>
            <p:spPr>
              <a:xfrm>
                <a:off x="14233927" y="1962259"/>
                <a:ext cx="50120" cy="58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78">
                    <a:moveTo>
                      <a:pt x="0" y="6178"/>
                    </a:moveTo>
                    <a:lnTo>
                      <a:pt x="2875" y="2846"/>
                    </a:lnTo>
                    <a:lnTo>
                      <a:pt x="5262" y="0"/>
                    </a:lnTo>
                    <a:lnTo>
                      <a:pt x="2387" y="3091"/>
                    </a:lnTo>
                    <a:close/>
                  </a:path>
                </a:pathLst>
              </a:custGeom>
              <a:solidFill>
                <a:srgbClr val="5b73ef"/>
              </a:solidFill>
              <a:ln w="3334" cap="flat" cmpd="sng" algn="ctr">
                <a:solidFill>
                  <a:srgbClr val="5b73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1" name="Surface mesh patch"/>
              <p:cNvSpPr/>
              <p:nvPr/>
            </p:nvSpPr>
            <p:spPr>
              <a:xfrm>
                <a:off x="14284046" y="1892246"/>
                <a:ext cx="50120" cy="700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0">
                    <a:moveTo>
                      <a:pt x="0" y="7350"/>
                    </a:moveTo>
                    <a:lnTo>
                      <a:pt x="2875" y="3947"/>
                    </a:lnTo>
                    <a:lnTo>
                      <a:pt x="5262" y="0"/>
                    </a:lnTo>
                    <a:lnTo>
                      <a:pt x="2387" y="2880"/>
                    </a:lnTo>
                    <a:close/>
                  </a:path>
                </a:pathLst>
              </a:custGeom>
              <a:solidFill>
                <a:srgbClr val="7490f9"/>
              </a:solidFill>
              <a:ln w="3334" cap="flat" cmpd="sng" algn="ctr">
                <a:solidFill>
                  <a:srgbClr val="7490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2" name="Surface mesh patch"/>
              <p:cNvSpPr/>
              <p:nvPr/>
            </p:nvSpPr>
            <p:spPr>
              <a:xfrm>
                <a:off x="14334166" y="1823715"/>
                <a:ext cx="50120" cy="685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95">
                    <a:moveTo>
                      <a:pt x="0" y="7195"/>
                    </a:moveTo>
                    <a:lnTo>
                      <a:pt x="2875" y="4336"/>
                    </a:lnTo>
                    <a:lnTo>
                      <a:pt x="5262" y="0"/>
                    </a:lnTo>
                    <a:lnTo>
                      <a:pt x="2387" y="209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3" name="Surface mesh patch"/>
              <p:cNvSpPr/>
              <p:nvPr/>
            </p:nvSpPr>
            <p:spPr>
              <a:xfrm>
                <a:off x="14384285" y="1766878"/>
                <a:ext cx="50120" cy="56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7">
                    <a:moveTo>
                      <a:pt x="0" y="5967"/>
                    </a:moveTo>
                    <a:lnTo>
                      <a:pt x="2875" y="4094"/>
                    </a:lnTo>
                    <a:lnTo>
                      <a:pt x="5262" y="0"/>
                    </a:lnTo>
                    <a:lnTo>
                      <a:pt x="2387" y="983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4" name="Surface mesh patch"/>
              <p:cNvSpPr/>
              <p:nvPr/>
            </p:nvSpPr>
            <p:spPr>
              <a:xfrm>
                <a:off x="14434405" y="1725654"/>
                <a:ext cx="50120" cy="412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8">
                    <a:moveTo>
                      <a:pt x="0" y="4328"/>
                    </a:moveTo>
                    <a:lnTo>
                      <a:pt x="2875" y="3608"/>
                    </a:lnTo>
                    <a:lnTo>
                      <a:pt x="5262" y="1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5" name="Surface mesh patch"/>
              <p:cNvSpPr/>
              <p:nvPr/>
            </p:nvSpPr>
            <p:spPr>
              <a:xfrm>
                <a:off x="14484525" y="1694531"/>
                <a:ext cx="50120" cy="35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47">
                    <a:moveTo>
                      <a:pt x="0" y="3423"/>
                    </a:moveTo>
                    <a:lnTo>
                      <a:pt x="2875" y="3747"/>
                    </a:lnTo>
                    <a:lnTo>
                      <a:pt x="5262" y="10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6" name="Surface mesh patch"/>
              <p:cNvSpPr/>
              <p:nvPr/>
            </p:nvSpPr>
            <p:spPr>
              <a:xfrm>
                <a:off x="14534644" y="1680415"/>
                <a:ext cx="50120" cy="34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06">
                    <a:moveTo>
                      <a:pt x="0" y="2542"/>
                    </a:moveTo>
                    <a:lnTo>
                      <a:pt x="2875" y="3606"/>
                    </a:lnTo>
                    <a:lnTo>
                      <a:pt x="5262" y="15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7" name="Surface mesh patch"/>
              <p:cNvSpPr/>
              <p:nvPr/>
            </p:nvSpPr>
            <p:spPr>
              <a:xfrm>
                <a:off x="14584764" y="1677729"/>
                <a:ext cx="50120" cy="313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9">
                    <a:moveTo>
                      <a:pt x="0" y="1869"/>
                    </a:moveTo>
                    <a:lnTo>
                      <a:pt x="2875" y="3289"/>
                    </a:lnTo>
                    <a:lnTo>
                      <a:pt x="5262" y="17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8" name="Surface mesh patch"/>
              <p:cNvSpPr/>
              <p:nvPr/>
            </p:nvSpPr>
            <p:spPr>
              <a:xfrm>
                <a:off x="14634884" y="1680066"/>
                <a:ext cx="50120" cy="27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5">
                    <a:moveTo>
                      <a:pt x="0" y="1472"/>
                    </a:moveTo>
                    <a:lnTo>
                      <a:pt x="2875" y="2895"/>
                    </a:lnTo>
                    <a:lnTo>
                      <a:pt x="5262" y="15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29" name="Surface mesh patch"/>
              <p:cNvSpPr/>
              <p:nvPr/>
            </p:nvSpPr>
            <p:spPr>
              <a:xfrm>
                <a:off x="14685003" y="1681974"/>
                <a:ext cx="50120" cy="23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98">
                    <a:moveTo>
                      <a:pt x="0" y="1329"/>
                    </a:moveTo>
                    <a:lnTo>
                      <a:pt x="2875" y="2498"/>
                    </a:lnTo>
                    <a:lnTo>
                      <a:pt x="5262" y="11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0" name="Surface mesh patch"/>
              <p:cNvSpPr/>
              <p:nvPr/>
            </p:nvSpPr>
            <p:spPr>
              <a:xfrm>
                <a:off x="14735123" y="1679891"/>
                <a:ext cx="50120" cy="20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45">
                    <a:moveTo>
                      <a:pt x="0" y="1364"/>
                    </a:moveTo>
                    <a:lnTo>
                      <a:pt x="2875" y="2145"/>
                    </a:lnTo>
                    <a:lnTo>
                      <a:pt x="5262" y="6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1" name="Surface mesh patch"/>
              <p:cNvSpPr/>
              <p:nvPr/>
            </p:nvSpPr>
            <p:spPr>
              <a:xfrm>
                <a:off x="14785243" y="1672345"/>
                <a:ext cx="50120" cy="17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7">
                    <a:moveTo>
                      <a:pt x="0" y="1486"/>
                    </a:moveTo>
                    <a:lnTo>
                      <a:pt x="2875" y="1867"/>
                    </a:lnTo>
                    <a:lnTo>
                      <a:pt x="5262" y="2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2" name="Surface mesh patch"/>
              <p:cNvSpPr/>
              <p:nvPr/>
            </p:nvSpPr>
            <p:spPr>
              <a:xfrm>
                <a:off x="14835362" y="1659695"/>
                <a:ext cx="50120" cy="16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2">
                    <a:moveTo>
                      <a:pt x="0" y="1614"/>
                    </a:moveTo>
                    <a:lnTo>
                      <a:pt x="2875" y="1682"/>
                    </a:lnTo>
                    <a:lnTo>
                      <a:pt x="5262" y="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3" name="Surface mesh patch"/>
              <p:cNvSpPr/>
              <p:nvPr/>
            </p:nvSpPr>
            <p:spPr>
              <a:xfrm>
                <a:off x="14885482" y="1642769"/>
                <a:ext cx="50120" cy="16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">
                    <a:moveTo>
                      <a:pt x="0" y="1783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9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4" name="Surface mesh patch"/>
              <p:cNvSpPr/>
              <p:nvPr/>
            </p:nvSpPr>
            <p:spPr>
              <a:xfrm>
                <a:off x="13760118" y="1703873"/>
                <a:ext cx="50120" cy="330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5">
                    <a:moveTo>
                      <a:pt x="0" y="0"/>
                    </a:moveTo>
                    <a:lnTo>
                      <a:pt x="2875" y="2428"/>
                    </a:lnTo>
                    <a:lnTo>
                      <a:pt x="5262" y="3465"/>
                    </a:lnTo>
                    <a:lnTo>
                      <a:pt x="2387" y="771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5" name="Surface mesh patch"/>
              <p:cNvSpPr/>
              <p:nvPr/>
            </p:nvSpPr>
            <p:spPr>
              <a:xfrm>
                <a:off x="13810238" y="1736877"/>
                <a:ext cx="50120" cy="43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8">
                    <a:moveTo>
                      <a:pt x="0" y="0"/>
                    </a:moveTo>
                    <a:lnTo>
                      <a:pt x="2875" y="2679"/>
                    </a:lnTo>
                    <a:lnTo>
                      <a:pt x="5262" y="4588"/>
                    </a:lnTo>
                    <a:lnTo>
                      <a:pt x="2387" y="1632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6" name="Surface mesh patch"/>
              <p:cNvSpPr/>
              <p:nvPr/>
            </p:nvSpPr>
            <p:spPr>
              <a:xfrm>
                <a:off x="13860357" y="1780576"/>
                <a:ext cx="50120" cy="53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84">
                    <a:moveTo>
                      <a:pt x="0" y="0"/>
                    </a:moveTo>
                    <a:lnTo>
                      <a:pt x="2875" y="2732"/>
                    </a:lnTo>
                    <a:lnTo>
                      <a:pt x="5262" y="5584"/>
                    </a:lnTo>
                    <a:lnTo>
                      <a:pt x="2387" y="2591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7" name="Surface mesh patch"/>
              <p:cNvSpPr/>
              <p:nvPr/>
            </p:nvSpPr>
            <p:spPr>
              <a:xfrm>
                <a:off x="13910477" y="1833767"/>
                <a:ext cx="50120" cy="59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3">
                    <a:moveTo>
                      <a:pt x="0" y="0"/>
                    </a:moveTo>
                    <a:lnTo>
                      <a:pt x="2875" y="2527"/>
                    </a:lnTo>
                    <a:lnTo>
                      <a:pt x="5262" y="6243"/>
                    </a:lnTo>
                    <a:lnTo>
                      <a:pt x="2387" y="3511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8" name="Surface mesh patch"/>
              <p:cNvSpPr/>
              <p:nvPr/>
            </p:nvSpPr>
            <p:spPr>
              <a:xfrm>
                <a:off x="13960596" y="1893232"/>
                <a:ext cx="50120" cy="59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5">
                    <a:moveTo>
                      <a:pt x="0" y="0"/>
                    </a:moveTo>
                    <a:lnTo>
                      <a:pt x="2875" y="2011"/>
                    </a:lnTo>
                    <a:lnTo>
                      <a:pt x="5262" y="6285"/>
                    </a:lnTo>
                    <a:lnTo>
                      <a:pt x="2387" y="4174"/>
                    </a:lnTo>
                    <a:close/>
                  </a:path>
                </a:pathLst>
              </a:custGeom>
              <a:solidFill>
                <a:srgbClr val="7d9bfc"/>
              </a:solidFill>
              <a:ln w="3334" cap="flat" cmpd="sng" algn="ctr">
                <a:solidFill>
                  <a:srgbClr val="7d9b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39" name="Surface mesh patch"/>
              <p:cNvSpPr/>
              <p:nvPr/>
            </p:nvSpPr>
            <p:spPr>
              <a:xfrm>
                <a:off x="14010716" y="1953096"/>
                <a:ext cx="50120" cy="519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4">
                    <a:moveTo>
                      <a:pt x="0" y="0"/>
                    </a:moveTo>
                    <a:lnTo>
                      <a:pt x="2875" y="1159"/>
                    </a:lnTo>
                    <a:lnTo>
                      <a:pt x="5262" y="5454"/>
                    </a:lnTo>
                    <a:lnTo>
                      <a:pt x="2387" y="4332"/>
                    </a:lnTo>
                    <a:close/>
                  </a:path>
                </a:pathLst>
              </a:custGeom>
              <a:solidFill>
                <a:srgbClr val="6681f3"/>
              </a:solidFill>
              <a:ln w="3334" cap="flat" cmpd="sng" algn="ctr">
                <a:solidFill>
                  <a:srgbClr val="6681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40" name="Surface mesh patch"/>
              <p:cNvSpPr/>
              <p:nvPr/>
            </p:nvSpPr>
            <p:spPr>
              <a:xfrm>
                <a:off x="14060836" y="2005050"/>
                <a:ext cx="50120" cy="361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98">
                    <a:moveTo>
                      <a:pt x="0" y="0"/>
                    </a:moveTo>
                    <a:lnTo>
                      <a:pt x="2875" y="15"/>
                    </a:lnTo>
                    <a:lnTo>
                      <a:pt x="5262" y="3655"/>
                    </a:lnTo>
                    <a:lnTo>
                      <a:pt x="2387" y="3798"/>
                    </a:lnTo>
                    <a:close/>
                  </a:path>
                </a:pathLst>
              </a:custGeom>
              <a:solidFill>
                <a:srgbClr val="546cec"/>
              </a:solidFill>
              <a:ln w="3334" cap="flat" cmpd="sng" algn="ctr">
                <a:solidFill>
                  <a:srgbClr val="546c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41" name="Surface mesh patch"/>
              <p:cNvSpPr/>
              <p:nvPr/>
            </p:nvSpPr>
            <p:spPr>
              <a:xfrm>
                <a:off x="14110955" y="2027670"/>
                <a:ext cx="50120" cy="36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8">
                    <a:moveTo>
                      <a:pt x="0" y="1280"/>
                    </a:moveTo>
                    <a:lnTo>
                      <a:pt x="2875" y="0"/>
                    </a:lnTo>
                    <a:lnTo>
                      <a:pt x="5262" y="2340"/>
                    </a:lnTo>
                    <a:lnTo>
                      <a:pt x="2387" y="3828"/>
                    </a:lnTo>
                    <a:close/>
                  </a:path>
                </a:pathLst>
              </a:custGeom>
              <a:solidFill>
                <a:srgbClr val="4b61e8"/>
              </a:solidFill>
              <a:ln w="3334" cap="flat" cmpd="sng" algn="ctr">
                <a:solidFill>
                  <a:srgbClr val="4b61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42" name="Surface mesh patch"/>
              <p:cNvSpPr/>
              <p:nvPr/>
            </p:nvSpPr>
            <p:spPr>
              <a:xfrm>
                <a:off x="14161075" y="2026187"/>
                <a:ext cx="50120" cy="311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70">
                    <a:moveTo>
                      <a:pt x="0" y="2496"/>
                    </a:moveTo>
                    <a:lnTo>
                      <a:pt x="2875" y="0"/>
                    </a:lnTo>
                    <a:lnTo>
                      <a:pt x="5262" y="630"/>
                    </a:lnTo>
                    <a:lnTo>
                      <a:pt x="2387" y="3270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43" name="Surface mesh patch"/>
              <p:cNvSpPr/>
              <p:nvPr/>
            </p:nvSpPr>
            <p:spPr>
              <a:xfrm>
                <a:off x="14211195" y="1989367"/>
                <a:ext cx="50120" cy="42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6">
                    <a:moveTo>
                      <a:pt x="0" y="4496"/>
                    </a:moveTo>
                    <a:lnTo>
                      <a:pt x="2875" y="1123"/>
                    </a:lnTo>
                    <a:lnTo>
                      <a:pt x="5262" y="0"/>
                    </a:lnTo>
                    <a:lnTo>
                      <a:pt x="2387" y="3332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44" name="Surface mesh patch"/>
              <p:cNvSpPr/>
              <p:nvPr/>
            </p:nvSpPr>
            <p:spPr>
              <a:xfrm>
                <a:off x="14261314" y="1929841"/>
                <a:ext cx="50120" cy="595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9">
                    <a:moveTo>
                      <a:pt x="0" y="6249"/>
                    </a:moveTo>
                    <a:lnTo>
                      <a:pt x="2875" y="2544"/>
                    </a:lnTo>
                    <a:lnTo>
                      <a:pt x="5262" y="0"/>
                    </a:lnTo>
                    <a:lnTo>
                      <a:pt x="2387" y="3403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45" name="Surface mesh patch"/>
              <p:cNvSpPr/>
              <p:nvPr/>
            </p:nvSpPr>
            <p:spPr>
              <a:xfrm>
                <a:off x="14311434" y="1865012"/>
                <a:ext cx="50120" cy="64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06">
                    <a:moveTo>
                      <a:pt x="0" y="6806"/>
                    </a:moveTo>
                    <a:lnTo>
                      <a:pt x="2875" y="3385"/>
                    </a:lnTo>
                    <a:lnTo>
                      <a:pt x="5262" y="0"/>
                    </a:lnTo>
                    <a:lnTo>
                      <a:pt x="2387" y="2859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46" name="Surface mesh patch"/>
              <p:cNvSpPr/>
              <p:nvPr/>
            </p:nvSpPr>
            <p:spPr>
              <a:xfrm>
                <a:off x="14361554" y="1805874"/>
                <a:ext cx="50120" cy="591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09">
                    <a:moveTo>
                      <a:pt x="0" y="6209"/>
                    </a:moveTo>
                    <a:lnTo>
                      <a:pt x="2875" y="3591"/>
                    </a:lnTo>
                    <a:lnTo>
                      <a:pt x="5262" y="0"/>
                    </a:lnTo>
                    <a:lnTo>
                      <a:pt x="2387" y="1873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47" name="Surface mesh patch"/>
              <p:cNvSpPr/>
              <p:nvPr/>
            </p:nvSpPr>
            <p:spPr>
              <a:xfrm>
                <a:off x="14411673" y="1760025"/>
                <a:ext cx="50120" cy="45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4">
                    <a:moveTo>
                      <a:pt x="0" y="4814"/>
                    </a:moveTo>
                    <a:lnTo>
                      <a:pt x="2875" y="3295"/>
                    </a:lnTo>
                    <a:lnTo>
                      <a:pt x="5262" y="0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48" name="Surface mesh patch"/>
              <p:cNvSpPr/>
              <p:nvPr/>
            </p:nvSpPr>
            <p:spPr>
              <a:xfrm>
                <a:off x="14461793" y="1727132"/>
                <a:ext cx="50120" cy="328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53">
                    <a:moveTo>
                      <a:pt x="0" y="3453"/>
                    </a:moveTo>
                    <a:lnTo>
                      <a:pt x="2875" y="3055"/>
                    </a:lnTo>
                    <a:lnTo>
                      <a:pt x="5262" y="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49" name="Surface mesh patch"/>
              <p:cNvSpPr/>
              <p:nvPr/>
            </p:nvSpPr>
            <p:spPr>
              <a:xfrm>
                <a:off x="14511913" y="1704628"/>
                <a:ext cx="50120" cy="3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98">
                    <a:moveTo>
                      <a:pt x="0" y="2687"/>
                    </a:moveTo>
                    <a:lnTo>
                      <a:pt x="2875" y="3198"/>
                    </a:lnTo>
                    <a:lnTo>
                      <a:pt x="5262" y="10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50" name="Surface mesh patch"/>
              <p:cNvSpPr/>
              <p:nvPr/>
            </p:nvSpPr>
            <p:spPr>
              <a:xfrm>
                <a:off x="14562032" y="1695528"/>
                <a:ext cx="50120" cy="294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93">
                    <a:moveTo>
                      <a:pt x="0" y="2019"/>
                    </a:moveTo>
                    <a:lnTo>
                      <a:pt x="2875" y="3093"/>
                    </a:lnTo>
                    <a:lnTo>
                      <a:pt x="5262" y="1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51" name="Surface mesh patch"/>
              <p:cNvSpPr/>
              <p:nvPr/>
            </p:nvSpPr>
            <p:spPr>
              <a:xfrm>
                <a:off x="14612152" y="1694089"/>
                <a:ext cx="50120" cy="27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9">
                    <a:moveTo>
                      <a:pt x="0" y="1571"/>
                    </a:moveTo>
                    <a:lnTo>
                      <a:pt x="2875" y="2839"/>
                    </a:lnTo>
                    <a:lnTo>
                      <a:pt x="5262" y="1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52" name="Surface mesh patch"/>
              <p:cNvSpPr/>
              <p:nvPr/>
            </p:nvSpPr>
            <p:spPr>
              <a:xfrm>
                <a:off x="14662271" y="1694637"/>
                <a:ext cx="50120" cy="24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2">
                    <a:moveTo>
                      <a:pt x="0" y="1365"/>
                    </a:moveTo>
                    <a:lnTo>
                      <a:pt x="2875" y="2522"/>
                    </a:lnTo>
                    <a:lnTo>
                      <a:pt x="5262" y="11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53" name="Surface mesh patch"/>
              <p:cNvSpPr/>
              <p:nvPr/>
            </p:nvSpPr>
            <p:spPr>
              <a:xfrm>
                <a:off x="14712391" y="1692888"/>
                <a:ext cx="50120" cy="209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3">
                    <a:moveTo>
                      <a:pt x="0" y="1352"/>
                    </a:moveTo>
                    <a:lnTo>
                      <a:pt x="2875" y="2203"/>
                    </a:lnTo>
                    <a:lnTo>
                      <a:pt x="5262" y="7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54" name="Surface mesh patch"/>
              <p:cNvSpPr/>
              <p:nvPr/>
            </p:nvSpPr>
            <p:spPr>
              <a:xfrm>
                <a:off x="14762511" y="1686503"/>
                <a:ext cx="50120" cy="18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6">
                    <a:moveTo>
                      <a:pt x="0" y="1451"/>
                    </a:moveTo>
                    <a:lnTo>
                      <a:pt x="2875" y="1926"/>
                    </a:lnTo>
                    <a:lnTo>
                      <a:pt x="5262" y="3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55" name="Surface mesh patch"/>
              <p:cNvSpPr/>
              <p:nvPr/>
            </p:nvSpPr>
            <p:spPr>
              <a:xfrm>
                <a:off x="14812630" y="1675072"/>
                <a:ext cx="50120" cy="164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3">
                    <a:moveTo>
                      <a:pt x="0" y="1581"/>
                    </a:moveTo>
                    <a:lnTo>
                      <a:pt x="2875" y="1723"/>
                    </a:lnTo>
                    <a:lnTo>
                      <a:pt x="5262" y="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56" name="Surface mesh patch"/>
              <p:cNvSpPr/>
              <p:nvPr/>
            </p:nvSpPr>
            <p:spPr>
              <a:xfrm>
                <a:off x="14862750" y="1658928"/>
                <a:ext cx="50120" cy="167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3">
                    <a:moveTo>
                      <a:pt x="0" y="1763"/>
                    </a:moveTo>
                    <a:lnTo>
                      <a:pt x="2875" y="1701"/>
                    </a:lnTo>
                    <a:lnTo>
                      <a:pt x="5262" y="0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57" name="Surface mesh patch"/>
              <p:cNvSpPr/>
              <p:nvPr/>
            </p:nvSpPr>
            <p:spPr>
              <a:xfrm>
                <a:off x="13787506" y="1726997"/>
                <a:ext cx="50120" cy="35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6">
                    <a:moveTo>
                      <a:pt x="0" y="0"/>
                    </a:moveTo>
                    <a:lnTo>
                      <a:pt x="2875" y="2463"/>
                    </a:lnTo>
                    <a:lnTo>
                      <a:pt x="5262" y="3716"/>
                    </a:lnTo>
                    <a:lnTo>
                      <a:pt x="2387" y="1037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58" name="Surface mesh patch"/>
              <p:cNvSpPr/>
              <p:nvPr/>
            </p:nvSpPr>
            <p:spPr>
              <a:xfrm>
                <a:off x="13837625" y="1762395"/>
                <a:ext cx="50120" cy="442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1">
                    <a:moveTo>
                      <a:pt x="0" y="0"/>
                    </a:moveTo>
                    <a:lnTo>
                      <a:pt x="2875" y="2529"/>
                    </a:lnTo>
                    <a:lnTo>
                      <a:pt x="5262" y="4641"/>
                    </a:lnTo>
                    <a:lnTo>
                      <a:pt x="2387" y="1909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59" name="Surface mesh patch"/>
              <p:cNvSpPr/>
              <p:nvPr/>
            </p:nvSpPr>
            <p:spPr>
              <a:xfrm>
                <a:off x="13887745" y="1806597"/>
                <a:ext cx="50120" cy="512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80">
                    <a:moveTo>
                      <a:pt x="0" y="0"/>
                    </a:moveTo>
                    <a:lnTo>
                      <a:pt x="2875" y="2367"/>
                    </a:lnTo>
                    <a:lnTo>
                      <a:pt x="5262" y="5380"/>
                    </a:lnTo>
                    <a:lnTo>
                      <a:pt x="2387" y="2853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0" name="Surface mesh patch"/>
              <p:cNvSpPr/>
              <p:nvPr/>
            </p:nvSpPr>
            <p:spPr>
              <a:xfrm>
                <a:off x="13937865" y="1857841"/>
                <a:ext cx="50120" cy="545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7">
                    <a:moveTo>
                      <a:pt x="0" y="0"/>
                    </a:moveTo>
                    <a:lnTo>
                      <a:pt x="2875" y="1934"/>
                    </a:lnTo>
                    <a:lnTo>
                      <a:pt x="5262" y="5727"/>
                    </a:lnTo>
                    <a:lnTo>
                      <a:pt x="2387" y="3716"/>
                    </a:lnTo>
                    <a:close/>
                  </a:path>
                </a:pathLst>
              </a:custGeom>
              <a:solidFill>
                <a:srgbClr val="8ba9fd"/>
              </a:solidFill>
              <a:ln w="3334" cap="flat" cmpd="sng" algn="ctr">
                <a:solidFill>
                  <a:srgbClr val="8b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1" name="Surface mesh patch"/>
              <p:cNvSpPr/>
              <p:nvPr/>
            </p:nvSpPr>
            <p:spPr>
              <a:xfrm>
                <a:off x="13987984" y="1912388"/>
                <a:ext cx="50120" cy="517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33">
                    <a:moveTo>
                      <a:pt x="0" y="0"/>
                    </a:moveTo>
                    <a:lnTo>
                      <a:pt x="2875" y="1202"/>
                    </a:lnTo>
                    <a:lnTo>
                      <a:pt x="5262" y="5433"/>
                    </a:lnTo>
                    <a:lnTo>
                      <a:pt x="2387" y="4274"/>
                    </a:lnTo>
                    <a:close/>
                  </a:path>
                </a:pathLst>
              </a:custGeom>
              <a:solidFill>
                <a:srgbClr val="7b98fb"/>
              </a:solidFill>
              <a:ln w="3334" cap="flat" cmpd="sng" algn="ctr">
                <a:solidFill>
                  <a:srgbClr val="7b98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2" name="Surface mesh patch"/>
              <p:cNvSpPr/>
              <p:nvPr/>
            </p:nvSpPr>
            <p:spPr>
              <a:xfrm>
                <a:off x="14038104" y="1964134"/>
                <a:ext cx="50120" cy="41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1">
                    <a:moveTo>
                      <a:pt x="0" y="0"/>
                    </a:moveTo>
                    <a:lnTo>
                      <a:pt x="2875" y="189"/>
                    </a:lnTo>
                    <a:lnTo>
                      <a:pt x="5262" y="4311"/>
                    </a:lnTo>
                    <a:lnTo>
                      <a:pt x="2387" y="4296"/>
                    </a:lnTo>
                    <a:close/>
                  </a:path>
                </a:pathLst>
              </a:custGeom>
              <a:solidFill>
                <a:srgbClr val="6882f4"/>
              </a:solidFill>
              <a:ln w="3334" cap="flat" cmpd="sng" algn="ctr">
                <a:solidFill>
                  <a:srgbClr val="6882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3" name="Surface mesh patch"/>
              <p:cNvSpPr/>
              <p:nvPr/>
            </p:nvSpPr>
            <p:spPr>
              <a:xfrm>
                <a:off x="14088224" y="1995526"/>
                <a:ext cx="50120" cy="443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4">
                    <a:moveTo>
                      <a:pt x="0" y="1015"/>
                    </a:moveTo>
                    <a:lnTo>
                      <a:pt x="2875" y="0"/>
                    </a:lnTo>
                    <a:lnTo>
                      <a:pt x="5262" y="3375"/>
                    </a:lnTo>
                    <a:lnTo>
                      <a:pt x="2387" y="4654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4" name="Surface mesh patch"/>
              <p:cNvSpPr/>
              <p:nvPr/>
            </p:nvSpPr>
            <p:spPr>
              <a:xfrm>
                <a:off x="14138343" y="2006414"/>
                <a:ext cx="50120" cy="435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72">
                    <a:moveTo>
                      <a:pt x="0" y="2232"/>
                    </a:moveTo>
                    <a:lnTo>
                      <a:pt x="2875" y="0"/>
                    </a:lnTo>
                    <a:lnTo>
                      <a:pt x="5262" y="2076"/>
                    </a:lnTo>
                    <a:lnTo>
                      <a:pt x="2387" y="4572"/>
                    </a:lnTo>
                    <a:close/>
                  </a:path>
                </a:pathLst>
              </a:custGeom>
              <a:solidFill>
                <a:srgbClr val="556eec"/>
              </a:solidFill>
              <a:ln w="3334" cap="flat" cmpd="sng" algn="ctr">
                <a:solidFill>
                  <a:srgbClr val="556e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5" name="Surface mesh patch"/>
              <p:cNvSpPr/>
              <p:nvPr/>
            </p:nvSpPr>
            <p:spPr>
              <a:xfrm>
                <a:off x="14188463" y="1995449"/>
                <a:ext cx="50120" cy="367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57">
                    <a:moveTo>
                      <a:pt x="0" y="3227"/>
                    </a:moveTo>
                    <a:lnTo>
                      <a:pt x="2875" y="0"/>
                    </a:lnTo>
                    <a:lnTo>
                      <a:pt x="5262" y="484"/>
                    </a:lnTo>
                    <a:lnTo>
                      <a:pt x="2387" y="3857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6" name="Surface mesh patch"/>
              <p:cNvSpPr/>
              <p:nvPr/>
            </p:nvSpPr>
            <p:spPr>
              <a:xfrm>
                <a:off x="14238582" y="1954076"/>
                <a:ext cx="50120" cy="459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28">
                    <a:moveTo>
                      <a:pt x="0" y="4828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3705"/>
                    </a:lnTo>
                    <a:close/>
                  </a:path>
                </a:pathLst>
              </a:custGeom>
              <a:solidFill>
                <a:srgbClr val="6883f4"/>
              </a:solidFill>
              <a:ln w="3334" cap="flat" cmpd="sng" algn="ctr">
                <a:solidFill>
                  <a:srgbClr val="6883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7" name="Surface mesh patch"/>
              <p:cNvSpPr/>
              <p:nvPr/>
            </p:nvSpPr>
            <p:spPr>
              <a:xfrm>
                <a:off x="14288702" y="1897251"/>
                <a:ext cx="50120" cy="568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6">
                    <a:moveTo>
                      <a:pt x="0" y="5966"/>
                    </a:moveTo>
                    <a:lnTo>
                      <a:pt x="2875" y="2212"/>
                    </a:lnTo>
                    <a:lnTo>
                      <a:pt x="5262" y="0"/>
                    </a:lnTo>
                    <a:lnTo>
                      <a:pt x="2387" y="3422"/>
                    </a:lnTo>
                    <a:close/>
                  </a:path>
                </a:pathLst>
              </a:custGeom>
              <a:solidFill>
                <a:srgbClr val="7c9afc"/>
              </a:solidFill>
              <a:ln w="3334" cap="flat" cmpd="sng" algn="ctr">
                <a:solidFill>
                  <a:srgbClr val="7c9a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8" name="Surface mesh patch"/>
              <p:cNvSpPr/>
              <p:nvPr/>
            </p:nvSpPr>
            <p:spPr>
              <a:xfrm>
                <a:off x="14338822" y="1840081"/>
                <a:ext cx="50120" cy="57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02">
                    <a:moveTo>
                      <a:pt x="0" y="6002"/>
                    </a:moveTo>
                    <a:lnTo>
                      <a:pt x="2875" y="2829"/>
                    </a:lnTo>
                    <a:lnTo>
                      <a:pt x="5262" y="0"/>
                    </a:lnTo>
                    <a:lnTo>
                      <a:pt x="2387" y="2617"/>
                    </a:lnTo>
                    <a:close/>
                  </a:path>
                </a:pathLst>
              </a:custGeom>
              <a:solidFill>
                <a:srgbClr val="8daafd"/>
              </a:solidFill>
              <a:ln w="3334" cap="flat" cmpd="sng" algn="ctr">
                <a:solidFill>
                  <a:srgbClr val="8d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69" name="Surface mesh patch"/>
              <p:cNvSpPr/>
              <p:nvPr/>
            </p:nvSpPr>
            <p:spPr>
              <a:xfrm>
                <a:off x="14388941" y="1791411"/>
                <a:ext cx="50120" cy="48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0">
                    <a:moveTo>
                      <a:pt x="0" y="5110"/>
                    </a:moveTo>
                    <a:lnTo>
                      <a:pt x="2875" y="2913"/>
                    </a:lnTo>
                    <a:lnTo>
                      <a:pt x="5262" y="0"/>
                    </a:lnTo>
                    <a:lnTo>
                      <a:pt x="2387" y="1518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70" name="Surface mesh patch"/>
              <p:cNvSpPr/>
              <p:nvPr/>
            </p:nvSpPr>
            <p:spPr>
              <a:xfrm>
                <a:off x="14439061" y="1756231"/>
                <a:ext cx="50120" cy="35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3">
                    <a:moveTo>
                      <a:pt x="0" y="3693"/>
                    </a:moveTo>
                    <a:lnTo>
                      <a:pt x="2875" y="2621"/>
                    </a:lnTo>
                    <a:lnTo>
                      <a:pt x="5262" y="0"/>
                    </a:lnTo>
                    <a:lnTo>
                      <a:pt x="2387" y="398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71" name="Surface mesh patch"/>
              <p:cNvSpPr/>
              <p:nvPr/>
            </p:nvSpPr>
            <p:spPr>
              <a:xfrm>
                <a:off x="14489181" y="1730225"/>
                <a:ext cx="50120" cy="260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0">
                    <a:moveTo>
                      <a:pt x="0" y="2730"/>
                    </a:moveTo>
                    <a:lnTo>
                      <a:pt x="2875" y="2678"/>
                    </a:lnTo>
                    <a:lnTo>
                      <a:pt x="5262" y="5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72" name="Surface mesh patch"/>
              <p:cNvSpPr/>
              <p:nvPr/>
            </p:nvSpPr>
            <p:spPr>
              <a:xfrm>
                <a:off x="14539300" y="1714761"/>
                <a:ext cx="50120" cy="268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19">
                    <a:moveTo>
                      <a:pt x="0" y="2134"/>
                    </a:moveTo>
                    <a:lnTo>
                      <a:pt x="2875" y="2819"/>
                    </a:lnTo>
                    <a:lnTo>
                      <a:pt x="5262" y="10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73" name="Surface mesh patch"/>
              <p:cNvSpPr/>
              <p:nvPr/>
            </p:nvSpPr>
            <p:spPr>
              <a:xfrm>
                <a:off x="14589420" y="1709056"/>
                <a:ext cx="50120" cy="26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6">
                    <a:moveTo>
                      <a:pt x="0" y="1672"/>
                    </a:moveTo>
                    <a:lnTo>
                      <a:pt x="2875" y="2736"/>
                    </a:lnTo>
                    <a:lnTo>
                      <a:pt x="5262" y="12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74" name="Surface mesh patch"/>
              <p:cNvSpPr/>
              <p:nvPr/>
            </p:nvSpPr>
            <p:spPr>
              <a:xfrm>
                <a:off x="14639540" y="1707640"/>
                <a:ext cx="50120" cy="24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1">
                    <a:moveTo>
                      <a:pt x="0" y="1416"/>
                    </a:moveTo>
                    <a:lnTo>
                      <a:pt x="2875" y="2521"/>
                    </a:lnTo>
                    <a:lnTo>
                      <a:pt x="5262" y="11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75" name="Surface mesh patch"/>
              <p:cNvSpPr/>
              <p:nvPr/>
            </p:nvSpPr>
            <p:spPr>
              <a:xfrm>
                <a:off x="14689659" y="1705764"/>
                <a:ext cx="50120" cy="214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2">
                    <a:moveTo>
                      <a:pt x="0" y="1353"/>
                    </a:moveTo>
                    <a:lnTo>
                      <a:pt x="2875" y="2252"/>
                    </a:lnTo>
                    <a:lnTo>
                      <a:pt x="5262" y="8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76" name="Surface mesh patch"/>
              <p:cNvSpPr/>
              <p:nvPr/>
            </p:nvSpPr>
            <p:spPr>
              <a:xfrm>
                <a:off x="14739779" y="1700322"/>
                <a:ext cx="50120" cy="18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7">
                    <a:moveTo>
                      <a:pt x="0" y="1422"/>
                    </a:moveTo>
                    <a:lnTo>
                      <a:pt x="2875" y="1987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77" name="Surface mesh patch"/>
              <p:cNvSpPr/>
              <p:nvPr/>
            </p:nvSpPr>
            <p:spPr>
              <a:xfrm>
                <a:off x="14789899" y="1690126"/>
                <a:ext cx="50120" cy="16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1">
                    <a:moveTo>
                      <a:pt x="0" y="1546"/>
                    </a:moveTo>
                    <a:lnTo>
                      <a:pt x="2875" y="1771"/>
                    </a:lnTo>
                    <a:lnTo>
                      <a:pt x="5262" y="1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78" name="Surface mesh patch"/>
              <p:cNvSpPr/>
              <p:nvPr/>
            </p:nvSpPr>
            <p:spPr>
              <a:xfrm>
                <a:off x="14840018" y="1675133"/>
                <a:ext cx="50120" cy="163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7">
                    <a:moveTo>
                      <a:pt x="0" y="1717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62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79" name="Surface mesh patch"/>
              <p:cNvSpPr/>
              <p:nvPr/>
            </p:nvSpPr>
            <p:spPr>
              <a:xfrm>
                <a:off x="13814893" y="1750460"/>
                <a:ext cx="50120" cy="36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2">
                    <a:moveTo>
                      <a:pt x="0" y="0"/>
                    </a:moveTo>
                    <a:lnTo>
                      <a:pt x="2875" y="2380"/>
                    </a:lnTo>
                    <a:lnTo>
                      <a:pt x="5262" y="3782"/>
                    </a:lnTo>
                    <a:lnTo>
                      <a:pt x="2387" y="1253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80" name="Surface mesh patch"/>
              <p:cNvSpPr/>
              <p:nvPr/>
            </p:nvSpPr>
            <p:spPr>
              <a:xfrm>
                <a:off x="13865013" y="1786484"/>
                <a:ext cx="50120" cy="426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8">
                    <a:moveTo>
                      <a:pt x="0" y="0"/>
                    </a:moveTo>
                    <a:lnTo>
                      <a:pt x="2875" y="2254"/>
                    </a:lnTo>
                    <a:lnTo>
                      <a:pt x="5262" y="4478"/>
                    </a:lnTo>
                    <a:lnTo>
                      <a:pt x="2387" y="211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81" name="Surface mesh patch"/>
              <p:cNvSpPr/>
              <p:nvPr/>
            </p:nvSpPr>
            <p:spPr>
              <a:xfrm>
                <a:off x="13915133" y="1829139"/>
                <a:ext cx="50120" cy="4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7">
                    <a:moveTo>
                      <a:pt x="0" y="0"/>
                    </a:moveTo>
                    <a:lnTo>
                      <a:pt x="2875" y="1887"/>
                    </a:lnTo>
                    <a:lnTo>
                      <a:pt x="5262" y="4947"/>
                    </a:lnTo>
                    <a:lnTo>
                      <a:pt x="2387" y="3013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82" name="Surface mesh patch"/>
              <p:cNvSpPr/>
              <p:nvPr/>
            </p:nvSpPr>
            <p:spPr>
              <a:xfrm>
                <a:off x="13965252" y="1876259"/>
                <a:ext cx="50120" cy="47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96">
                    <a:moveTo>
                      <a:pt x="0" y="0"/>
                    </a:moveTo>
                    <a:lnTo>
                      <a:pt x="2875" y="1260"/>
                    </a:lnTo>
                    <a:lnTo>
                      <a:pt x="5262" y="4996"/>
                    </a:lnTo>
                    <a:lnTo>
                      <a:pt x="2387" y="3793"/>
                    </a:lnTo>
                    <a:close/>
                  </a:path>
                </a:pathLst>
              </a:custGeom>
              <a:solidFill>
                <a:srgbClr val="8aa7fd"/>
              </a:solidFill>
              <a:ln w="3334" cap="flat" cmpd="sng" algn="ctr">
                <a:solidFill>
                  <a:srgbClr val="8a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83" name="Surface mesh patch"/>
              <p:cNvSpPr/>
              <p:nvPr/>
            </p:nvSpPr>
            <p:spPr>
              <a:xfrm>
                <a:off x="14015372" y="1923842"/>
                <a:ext cx="50120" cy="420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9">
                    <a:moveTo>
                      <a:pt x="0" y="0"/>
                    </a:moveTo>
                    <a:lnTo>
                      <a:pt x="2875" y="373"/>
                    </a:lnTo>
                    <a:lnTo>
                      <a:pt x="5262" y="4419"/>
                    </a:lnTo>
                    <a:lnTo>
                      <a:pt x="2387" y="4230"/>
                    </a:lnTo>
                    <a:close/>
                  </a:path>
                </a:pathLst>
              </a:custGeom>
              <a:solidFill>
                <a:srgbClr val="7c99fc"/>
              </a:solidFill>
              <a:ln w="3334" cap="flat" cmpd="sng" algn="ctr">
                <a:solidFill>
                  <a:srgbClr val="7c99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84" name="Surface mesh patch"/>
              <p:cNvSpPr/>
              <p:nvPr/>
            </p:nvSpPr>
            <p:spPr>
              <a:xfrm>
                <a:off x="14065492" y="1959110"/>
                <a:ext cx="50120" cy="46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8">
                    <a:moveTo>
                      <a:pt x="0" y="717"/>
                    </a:moveTo>
                    <a:lnTo>
                      <a:pt x="2875" y="0"/>
                    </a:lnTo>
                    <a:lnTo>
                      <a:pt x="5262" y="3823"/>
                    </a:lnTo>
                    <a:lnTo>
                      <a:pt x="2387" y="4838"/>
                    </a:lnTo>
                    <a:close/>
                  </a:path>
                </a:pathLst>
              </a:custGeom>
              <a:solidFill>
                <a:srgbClr val="6d88f6"/>
              </a:solidFill>
              <a:ln w="3334" cap="flat" cmpd="sng" algn="ctr">
                <a:solidFill>
                  <a:srgbClr val="6d88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85" name="Surface mesh patch"/>
              <p:cNvSpPr/>
              <p:nvPr/>
            </p:nvSpPr>
            <p:spPr>
              <a:xfrm>
                <a:off x="14115611" y="1977605"/>
                <a:ext cx="50120" cy="500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56">
                    <a:moveTo>
                      <a:pt x="0" y="1881"/>
                    </a:moveTo>
                    <a:lnTo>
                      <a:pt x="2875" y="0"/>
                    </a:lnTo>
                    <a:lnTo>
                      <a:pt x="5262" y="3025"/>
                    </a:lnTo>
                    <a:lnTo>
                      <a:pt x="2387" y="5256"/>
                    </a:lnTo>
                    <a:close/>
                  </a:path>
                </a:pathLst>
              </a:custGeom>
              <a:solidFill>
                <a:srgbClr val="647ef2"/>
              </a:solidFill>
              <a:ln w="3334" cap="flat" cmpd="sng" algn="ctr">
                <a:solidFill>
                  <a:srgbClr val="647e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86" name="Surface mesh patch"/>
              <p:cNvSpPr/>
              <p:nvPr/>
            </p:nvSpPr>
            <p:spPr>
              <a:xfrm>
                <a:off x="14165731" y="1978533"/>
                <a:ext cx="50120" cy="476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03">
                    <a:moveTo>
                      <a:pt x="0" y="2927"/>
                    </a:moveTo>
                    <a:lnTo>
                      <a:pt x="2875" y="0"/>
                    </a:lnTo>
                    <a:lnTo>
                      <a:pt x="5262" y="1776"/>
                    </a:lnTo>
                    <a:lnTo>
                      <a:pt x="2387" y="5003"/>
                    </a:lnTo>
                    <a:close/>
                  </a:path>
                </a:pathLst>
              </a:custGeom>
              <a:solidFill>
                <a:srgbClr val="637ef2"/>
              </a:solidFill>
              <a:ln w="3334" cap="flat" cmpd="sng" algn="ctr">
                <a:solidFill>
                  <a:srgbClr val="637e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87" name="Surface mesh patch"/>
              <p:cNvSpPr/>
              <p:nvPr/>
            </p:nvSpPr>
            <p:spPr>
              <a:xfrm>
                <a:off x="14215851" y="1960798"/>
                <a:ext cx="50120" cy="392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2">
                    <a:moveTo>
                      <a:pt x="0" y="3638"/>
                    </a:moveTo>
                    <a:lnTo>
                      <a:pt x="2875" y="0"/>
                    </a:lnTo>
                    <a:lnTo>
                      <a:pt x="5262" y="344"/>
                    </a:lnTo>
                    <a:lnTo>
                      <a:pt x="2387" y="4122"/>
                    </a:lnTo>
                    <a:close/>
                  </a:path>
                </a:pathLst>
              </a:custGeom>
              <a:solidFill>
                <a:srgbClr val="6b87f5"/>
              </a:solidFill>
              <a:ln w="3334" cap="flat" cmpd="sng" algn="ctr">
                <a:solidFill>
                  <a:srgbClr val="6b87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88" name="Surface mesh patch"/>
              <p:cNvSpPr/>
              <p:nvPr/>
            </p:nvSpPr>
            <p:spPr>
              <a:xfrm>
                <a:off x="14265970" y="1918317"/>
                <a:ext cx="50120" cy="457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4">
                    <a:moveTo>
                      <a:pt x="0" y="4804"/>
                    </a:moveTo>
                    <a:lnTo>
                      <a:pt x="2875" y="956"/>
                    </a:lnTo>
                    <a:lnTo>
                      <a:pt x="5262" y="0"/>
                    </a:lnTo>
                    <a:lnTo>
                      <a:pt x="2387" y="3754"/>
                    </a:lnTo>
                    <a:close/>
                  </a:path>
                </a:pathLst>
              </a:custGeom>
              <a:solidFill>
                <a:srgbClr val="7a98fb"/>
              </a:solidFill>
              <a:ln w="3334" cap="flat" cmpd="sng" algn="ctr">
                <a:solidFill>
                  <a:srgbClr val="7a98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89" name="Surface mesh patch"/>
              <p:cNvSpPr/>
              <p:nvPr/>
            </p:nvSpPr>
            <p:spPr>
              <a:xfrm>
                <a:off x="14316090" y="1867026"/>
                <a:ext cx="50120" cy="51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85">
                    <a:moveTo>
                      <a:pt x="0" y="5385"/>
                    </a:moveTo>
                    <a:lnTo>
                      <a:pt x="2875" y="1876"/>
                    </a:lnTo>
                    <a:lnTo>
                      <a:pt x="5262" y="0"/>
                    </a:lnTo>
                    <a:lnTo>
                      <a:pt x="2387" y="3173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0" name="Surface mesh patch"/>
              <p:cNvSpPr/>
              <p:nvPr/>
            </p:nvSpPr>
            <p:spPr>
              <a:xfrm>
                <a:off x="14366210" y="1819159"/>
                <a:ext cx="50120" cy="47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5">
                    <a:moveTo>
                      <a:pt x="0" y="5025"/>
                    </a:moveTo>
                    <a:lnTo>
                      <a:pt x="2875" y="2316"/>
                    </a:lnTo>
                    <a:lnTo>
                      <a:pt x="5262" y="0"/>
                    </a:lnTo>
                    <a:lnTo>
                      <a:pt x="2387" y="2197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1" name="Surface mesh patch"/>
              <p:cNvSpPr/>
              <p:nvPr/>
            </p:nvSpPr>
            <p:spPr>
              <a:xfrm>
                <a:off x="14416329" y="1781194"/>
                <a:ext cx="50120" cy="379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6">
                    <a:moveTo>
                      <a:pt x="0" y="3986"/>
                    </a:moveTo>
                    <a:lnTo>
                      <a:pt x="2875" y="2332"/>
                    </a:lnTo>
                    <a:lnTo>
                      <a:pt x="5262" y="0"/>
                    </a:lnTo>
                    <a:lnTo>
                      <a:pt x="2387" y="1073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2" name="Surface mesh patch"/>
              <p:cNvSpPr/>
              <p:nvPr/>
            </p:nvSpPr>
            <p:spPr>
              <a:xfrm>
                <a:off x="14466449" y="1755736"/>
                <a:ext cx="50120" cy="25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73">
                    <a:moveTo>
                      <a:pt x="0" y="2673"/>
                    </a:moveTo>
                    <a:lnTo>
                      <a:pt x="2875" y="2084"/>
                    </a:lnTo>
                    <a:lnTo>
                      <a:pt x="5262" y="0"/>
                    </a:lnTo>
                    <a:lnTo>
                      <a:pt x="2387" y="52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3" name="Surface mesh patch"/>
              <p:cNvSpPr/>
              <p:nvPr/>
            </p:nvSpPr>
            <p:spPr>
              <a:xfrm>
                <a:off x="14516568" y="1735085"/>
                <a:ext cx="50120" cy="23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5">
                    <a:moveTo>
                      <a:pt x="0" y="2168"/>
                    </a:moveTo>
                    <a:lnTo>
                      <a:pt x="2875" y="2445"/>
                    </a:lnTo>
                    <a:lnTo>
                      <a:pt x="5262" y="6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4" name="Surface mesh patch"/>
              <p:cNvSpPr/>
              <p:nvPr/>
            </p:nvSpPr>
            <p:spPr>
              <a:xfrm>
                <a:off x="14566688" y="1724984"/>
                <a:ext cx="50120" cy="24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64">
                    <a:moveTo>
                      <a:pt x="0" y="1746"/>
                    </a:moveTo>
                    <a:lnTo>
                      <a:pt x="2875" y="2564"/>
                    </a:lnTo>
                    <a:lnTo>
                      <a:pt x="5262" y="10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5" name="Surface mesh patch"/>
              <p:cNvSpPr/>
              <p:nvPr/>
            </p:nvSpPr>
            <p:spPr>
              <a:xfrm>
                <a:off x="14616808" y="1721130"/>
                <a:ext cx="50120" cy="23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0">
                    <a:moveTo>
                      <a:pt x="0" y="1468"/>
                    </a:moveTo>
                    <a:lnTo>
                      <a:pt x="2875" y="2480"/>
                    </a:lnTo>
                    <a:lnTo>
                      <a:pt x="5262" y="1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6" name="Surface mesh patch"/>
              <p:cNvSpPr/>
              <p:nvPr/>
            </p:nvSpPr>
            <p:spPr>
              <a:xfrm>
                <a:off x="14666927" y="1718655"/>
                <a:ext cx="50120" cy="21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2">
                    <a:moveTo>
                      <a:pt x="0" y="1365"/>
                    </a:moveTo>
                    <a:lnTo>
                      <a:pt x="2875" y="2282"/>
                    </a:lnTo>
                    <a:lnTo>
                      <a:pt x="5262" y="8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7" name="Surface mesh patch"/>
              <p:cNvSpPr/>
              <p:nvPr/>
            </p:nvSpPr>
            <p:spPr>
              <a:xfrm>
                <a:off x="14717047" y="1713868"/>
                <a:ext cx="50120" cy="194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3">
                    <a:moveTo>
                      <a:pt x="0" y="1401"/>
                    </a:moveTo>
                    <a:lnTo>
                      <a:pt x="2875" y="2043"/>
                    </a:lnTo>
                    <a:lnTo>
                      <a:pt x="5262" y="5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8" name="Surface mesh patch"/>
              <p:cNvSpPr/>
              <p:nvPr/>
            </p:nvSpPr>
            <p:spPr>
              <a:xfrm>
                <a:off x="14767167" y="1704849"/>
                <a:ext cx="50120" cy="173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4">
                    <a:moveTo>
                      <a:pt x="0" y="1512"/>
                    </a:moveTo>
                    <a:lnTo>
                      <a:pt x="2875" y="1824"/>
                    </a:lnTo>
                    <a:lnTo>
                      <a:pt x="5262" y="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99" name="Surface mesh patch"/>
              <p:cNvSpPr/>
              <p:nvPr/>
            </p:nvSpPr>
            <p:spPr>
              <a:xfrm>
                <a:off x="14817286" y="1691300"/>
                <a:ext cx="50120" cy="16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5">
                    <a:moveTo>
                      <a:pt x="0" y="1648"/>
                    </a:moveTo>
                    <a:lnTo>
                      <a:pt x="2875" y="1685"/>
                    </a:lnTo>
                    <a:lnTo>
                      <a:pt x="5262" y="0"/>
                    </a:lnTo>
                    <a:lnTo>
                      <a:pt x="2387" y="19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0" name="Surface mesh patch"/>
              <p:cNvSpPr/>
              <p:nvPr/>
            </p:nvSpPr>
            <p:spPr>
              <a:xfrm>
                <a:off x="13842281" y="1773129"/>
                <a:ext cx="50120" cy="348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6">
                    <a:moveTo>
                      <a:pt x="0" y="0"/>
                    </a:moveTo>
                    <a:lnTo>
                      <a:pt x="2875" y="2183"/>
                    </a:lnTo>
                    <a:lnTo>
                      <a:pt x="5262" y="3656"/>
                    </a:lnTo>
                    <a:lnTo>
                      <a:pt x="2387" y="1402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1" name="Surface mesh patch"/>
              <p:cNvSpPr/>
              <p:nvPr/>
            </p:nvSpPr>
            <p:spPr>
              <a:xfrm>
                <a:off x="13892401" y="1807950"/>
                <a:ext cx="50120" cy="391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12">
                    <a:moveTo>
                      <a:pt x="0" y="0"/>
                    </a:moveTo>
                    <a:lnTo>
                      <a:pt x="2875" y="1874"/>
                    </a:lnTo>
                    <a:lnTo>
                      <a:pt x="5262" y="4112"/>
                    </a:lnTo>
                    <a:lnTo>
                      <a:pt x="2387" y="2225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2" name="Surface mesh patch"/>
              <p:cNvSpPr/>
              <p:nvPr/>
            </p:nvSpPr>
            <p:spPr>
              <a:xfrm>
                <a:off x="13942521" y="1847116"/>
                <a:ext cx="50120" cy="41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9">
                    <a:moveTo>
                      <a:pt x="0" y="0"/>
                    </a:moveTo>
                    <a:lnTo>
                      <a:pt x="2875" y="1332"/>
                    </a:lnTo>
                    <a:lnTo>
                      <a:pt x="5262" y="4319"/>
                    </a:lnTo>
                    <a:lnTo>
                      <a:pt x="2387" y="3060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3" name="Surface mesh patch"/>
              <p:cNvSpPr/>
              <p:nvPr/>
            </p:nvSpPr>
            <p:spPr>
              <a:xfrm>
                <a:off x="13992640" y="1888256"/>
                <a:ext cx="50120" cy="39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9">
                    <a:moveTo>
                      <a:pt x="0" y="0"/>
                    </a:moveTo>
                    <a:lnTo>
                      <a:pt x="2875" y="561"/>
                    </a:lnTo>
                    <a:lnTo>
                      <a:pt x="5262" y="4109"/>
                    </a:lnTo>
                    <a:lnTo>
                      <a:pt x="2387" y="373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4" name="Surface mesh patch"/>
              <p:cNvSpPr/>
              <p:nvPr/>
            </p:nvSpPr>
            <p:spPr>
              <a:xfrm>
                <a:off x="14042760" y="1923518"/>
                <a:ext cx="50120" cy="424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53">
                    <a:moveTo>
                      <a:pt x="0" y="407"/>
                    </a:moveTo>
                    <a:lnTo>
                      <a:pt x="2875" y="0"/>
                    </a:lnTo>
                    <a:lnTo>
                      <a:pt x="5262" y="3737"/>
                    </a:lnTo>
                    <a:lnTo>
                      <a:pt x="2387" y="4453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5" name="Surface mesh patch"/>
              <p:cNvSpPr/>
              <p:nvPr/>
            </p:nvSpPr>
            <p:spPr>
              <a:xfrm>
                <a:off x="14092879" y="1944978"/>
                <a:ext cx="50120" cy="505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7">
                    <a:moveTo>
                      <a:pt x="0" y="1484"/>
                    </a:moveTo>
                    <a:lnTo>
                      <a:pt x="2875" y="0"/>
                    </a:lnTo>
                    <a:lnTo>
                      <a:pt x="5262" y="3425"/>
                    </a:lnTo>
                    <a:lnTo>
                      <a:pt x="2387" y="5307"/>
                    </a:lnTo>
                    <a:close/>
                  </a:path>
                </a:pathLst>
              </a:custGeom>
              <a:solidFill>
                <a:srgbClr val="7592f9"/>
              </a:solidFill>
              <a:ln w="3334" cap="flat" cmpd="sng" algn="ctr">
                <a:solidFill>
                  <a:srgbClr val="7592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6" name="Surface mesh patch"/>
              <p:cNvSpPr/>
              <p:nvPr/>
            </p:nvSpPr>
            <p:spPr>
              <a:xfrm>
                <a:off x="14142999" y="1953612"/>
                <a:ext cx="50120" cy="528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4">
                    <a:moveTo>
                      <a:pt x="0" y="2519"/>
                    </a:moveTo>
                    <a:lnTo>
                      <a:pt x="2875" y="0"/>
                    </a:lnTo>
                    <a:lnTo>
                      <a:pt x="5262" y="2616"/>
                    </a:lnTo>
                    <a:lnTo>
                      <a:pt x="2387" y="5544"/>
                    </a:lnTo>
                    <a:close/>
                  </a:path>
                </a:pathLst>
              </a:custGeom>
              <a:solidFill>
                <a:srgbClr val="718df7"/>
              </a:solidFill>
              <a:ln w="3334" cap="flat" cmpd="sng" algn="ctr">
                <a:solidFill>
                  <a:srgbClr val="718d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7" name="Surface mesh patch"/>
              <p:cNvSpPr/>
              <p:nvPr/>
            </p:nvSpPr>
            <p:spPr>
              <a:xfrm>
                <a:off x="14193119" y="1946878"/>
                <a:ext cx="50120" cy="48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9">
                    <a:moveTo>
                      <a:pt x="0" y="3323"/>
                    </a:moveTo>
                    <a:lnTo>
                      <a:pt x="2875" y="0"/>
                    </a:lnTo>
                    <a:lnTo>
                      <a:pt x="5262" y="1461"/>
                    </a:lnTo>
                    <a:lnTo>
                      <a:pt x="2387" y="5099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8" name="Surface mesh patch"/>
              <p:cNvSpPr/>
              <p:nvPr/>
            </p:nvSpPr>
            <p:spPr>
              <a:xfrm>
                <a:off x="14243238" y="1925359"/>
                <a:ext cx="50120" cy="38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5">
                    <a:moveTo>
                      <a:pt x="0" y="3721"/>
                    </a:moveTo>
                    <a:lnTo>
                      <a:pt x="2875" y="0"/>
                    </a:lnTo>
                    <a:lnTo>
                      <a:pt x="5262" y="216"/>
                    </a:lnTo>
                    <a:lnTo>
                      <a:pt x="2387" y="4065"/>
                    </a:lnTo>
                    <a:close/>
                  </a:path>
                </a:pathLst>
              </a:custGeom>
              <a:solidFill>
                <a:srgbClr val="7d9bfc"/>
              </a:solidFill>
              <a:ln w="3334" cap="flat" cmpd="sng" algn="ctr">
                <a:solidFill>
                  <a:srgbClr val="7d9b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09" name="Surface mesh patch"/>
              <p:cNvSpPr/>
              <p:nvPr/>
            </p:nvSpPr>
            <p:spPr>
              <a:xfrm>
                <a:off x="14293358" y="1884898"/>
                <a:ext cx="50120" cy="425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64">
                    <a:moveTo>
                      <a:pt x="0" y="4464"/>
                    </a:moveTo>
                    <a:lnTo>
                      <a:pt x="2875" y="852"/>
                    </a:lnTo>
                    <a:lnTo>
                      <a:pt x="5262" y="0"/>
                    </a:lnTo>
                    <a:lnTo>
                      <a:pt x="2387" y="3509"/>
                    </a:lnTo>
                    <a:close/>
                  </a:path>
                </a:pathLst>
              </a:custGeom>
              <a:solidFill>
                <a:srgbClr val="88a6fd"/>
              </a:solidFill>
              <a:ln w="3334" cap="flat" cmpd="sng" algn="ctr">
                <a:solidFill>
                  <a:srgbClr val="88a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10" name="Surface mesh patch"/>
              <p:cNvSpPr/>
              <p:nvPr/>
            </p:nvSpPr>
            <p:spPr>
              <a:xfrm>
                <a:off x="14343478" y="1841220"/>
                <a:ext cx="50120" cy="436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6">
                    <a:moveTo>
                      <a:pt x="0" y="4586"/>
                    </a:moveTo>
                    <a:lnTo>
                      <a:pt x="2875" y="1562"/>
                    </a:lnTo>
                    <a:lnTo>
                      <a:pt x="5262" y="0"/>
                    </a:lnTo>
                    <a:lnTo>
                      <a:pt x="2387" y="2709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11" name="Surface mesh patch"/>
              <p:cNvSpPr/>
              <p:nvPr/>
            </p:nvSpPr>
            <p:spPr>
              <a:xfrm>
                <a:off x="14393597" y="1803403"/>
                <a:ext cx="50120" cy="378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0">
                    <a:moveTo>
                      <a:pt x="0" y="3970"/>
                    </a:moveTo>
                    <a:lnTo>
                      <a:pt x="2875" y="1871"/>
                    </a:lnTo>
                    <a:lnTo>
                      <a:pt x="5262" y="0"/>
                    </a:lnTo>
                    <a:lnTo>
                      <a:pt x="2387" y="1654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12" name="Surface mesh patch"/>
              <p:cNvSpPr/>
              <p:nvPr/>
            </p:nvSpPr>
            <p:spPr>
              <a:xfrm>
                <a:off x="14443717" y="1775590"/>
                <a:ext cx="50120" cy="27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0">
                    <a:moveTo>
                      <a:pt x="0" y="2920"/>
                    </a:moveTo>
                    <a:lnTo>
                      <a:pt x="2875" y="1862"/>
                    </a:lnTo>
                    <a:lnTo>
                      <a:pt x="5262" y="0"/>
                    </a:lnTo>
                    <a:lnTo>
                      <a:pt x="2387" y="588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13" name="Surface mesh patch"/>
              <p:cNvSpPr/>
              <p:nvPr/>
            </p:nvSpPr>
            <p:spPr>
              <a:xfrm>
                <a:off x="14493837" y="1755736"/>
                <a:ext cx="50120" cy="19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4">
                    <a:moveTo>
                      <a:pt x="0" y="2084"/>
                    </a:moveTo>
                    <a:lnTo>
                      <a:pt x="2875" y="1963"/>
                    </a:lnTo>
                    <a:lnTo>
                      <a:pt x="5262" y="2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14" name="Surface mesh patch"/>
              <p:cNvSpPr/>
              <p:nvPr/>
            </p:nvSpPr>
            <p:spPr>
              <a:xfrm>
                <a:off x="14543956" y="1741615"/>
                <a:ext cx="50120" cy="21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8">
                    <a:moveTo>
                      <a:pt x="0" y="1760"/>
                    </a:moveTo>
                    <a:lnTo>
                      <a:pt x="2875" y="2308"/>
                    </a:lnTo>
                    <a:lnTo>
                      <a:pt x="5262" y="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15" name="Surface mesh patch"/>
              <p:cNvSpPr/>
              <p:nvPr/>
            </p:nvSpPr>
            <p:spPr>
              <a:xfrm>
                <a:off x="14594076" y="1735117"/>
                <a:ext cx="50120" cy="22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83">
                    <a:moveTo>
                      <a:pt x="0" y="1501"/>
                    </a:moveTo>
                    <a:lnTo>
                      <a:pt x="2875" y="2383"/>
                    </a:lnTo>
                    <a:lnTo>
                      <a:pt x="5262" y="10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16" name="Surface mesh patch"/>
              <p:cNvSpPr/>
              <p:nvPr/>
            </p:nvSpPr>
            <p:spPr>
              <a:xfrm>
                <a:off x="14644196" y="1731653"/>
                <a:ext cx="50120" cy="21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1">
                    <a:moveTo>
                      <a:pt x="0" y="1375"/>
                    </a:moveTo>
                    <a:lnTo>
                      <a:pt x="2875" y="2281"/>
                    </a:lnTo>
                    <a:lnTo>
                      <a:pt x="5262" y="9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17" name="Surface mesh patch"/>
              <p:cNvSpPr/>
              <p:nvPr/>
            </p:nvSpPr>
            <p:spPr>
              <a:xfrm>
                <a:off x="14694315" y="1727210"/>
                <a:ext cx="50120" cy="198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7">
                    <a:moveTo>
                      <a:pt x="0" y="1383"/>
                    </a:moveTo>
                    <a:lnTo>
                      <a:pt x="2875" y="2087"/>
                    </a:lnTo>
                    <a:lnTo>
                      <a:pt x="5262" y="6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18" name="Surface mesh patch"/>
              <p:cNvSpPr/>
              <p:nvPr/>
            </p:nvSpPr>
            <p:spPr>
              <a:xfrm>
                <a:off x="14744435" y="1719247"/>
                <a:ext cx="50120" cy="17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1478"/>
                    </a:moveTo>
                    <a:lnTo>
                      <a:pt x="2875" y="1876"/>
                    </a:lnTo>
                    <a:lnTo>
                      <a:pt x="5262" y="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19" name="Surface mesh patch"/>
              <p:cNvSpPr/>
              <p:nvPr/>
            </p:nvSpPr>
            <p:spPr>
              <a:xfrm>
                <a:off x="14794554" y="1706996"/>
                <a:ext cx="50120" cy="162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4">
                    <a:moveTo>
                      <a:pt x="0" y="1598"/>
                    </a:moveTo>
                    <a:lnTo>
                      <a:pt x="2875" y="1704"/>
                    </a:lnTo>
                    <a:lnTo>
                      <a:pt x="5262" y="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20" name="Surface mesh patch"/>
              <p:cNvSpPr/>
              <p:nvPr/>
            </p:nvSpPr>
            <p:spPr>
              <a:xfrm>
                <a:off x="13869669" y="1793921"/>
                <a:ext cx="50120" cy="31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6">
                    <a:moveTo>
                      <a:pt x="0" y="0"/>
                    </a:moveTo>
                    <a:lnTo>
                      <a:pt x="2875" y="1887"/>
                    </a:lnTo>
                    <a:lnTo>
                      <a:pt x="5262" y="3346"/>
                    </a:lnTo>
                    <a:lnTo>
                      <a:pt x="2387" y="1473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21" name="Surface mesh patch"/>
              <p:cNvSpPr/>
              <p:nvPr/>
            </p:nvSpPr>
            <p:spPr>
              <a:xfrm>
                <a:off x="13919789" y="1825796"/>
                <a:ext cx="50120" cy="340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1">
                    <a:moveTo>
                      <a:pt x="0" y="0"/>
                    </a:moveTo>
                    <a:lnTo>
                      <a:pt x="2875" y="1420"/>
                    </a:lnTo>
                    <a:lnTo>
                      <a:pt x="5262" y="3571"/>
                    </a:lnTo>
                    <a:lnTo>
                      <a:pt x="2387" y="2238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22" name="Surface mesh patch"/>
              <p:cNvSpPr/>
              <p:nvPr/>
            </p:nvSpPr>
            <p:spPr>
              <a:xfrm>
                <a:off x="13969908" y="1859807"/>
                <a:ext cx="50120" cy="337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8">
                    <a:moveTo>
                      <a:pt x="0" y="0"/>
                    </a:moveTo>
                    <a:lnTo>
                      <a:pt x="2875" y="747"/>
                    </a:lnTo>
                    <a:lnTo>
                      <a:pt x="5262" y="3548"/>
                    </a:lnTo>
                    <a:lnTo>
                      <a:pt x="2387" y="2987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23" name="Surface mesh patch"/>
              <p:cNvSpPr/>
              <p:nvPr/>
            </p:nvSpPr>
            <p:spPr>
              <a:xfrm>
                <a:off x="14020028" y="1892609"/>
                <a:ext cx="50120" cy="347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2">
                    <a:moveTo>
                      <a:pt x="0" y="104"/>
                    </a:moveTo>
                    <a:lnTo>
                      <a:pt x="2875" y="0"/>
                    </a:lnTo>
                    <a:lnTo>
                      <a:pt x="5262" y="3245"/>
                    </a:lnTo>
                    <a:lnTo>
                      <a:pt x="2387" y="3652"/>
                    </a:lnTo>
                    <a:close/>
                  </a:path>
                </a:pathLst>
              </a:custGeom>
              <a:solidFill>
                <a:srgbClr val="8caafd"/>
              </a:solidFill>
              <a:ln w="3334" cap="flat" cmpd="sng" algn="ctr">
                <a:solidFill>
                  <a:srgbClr val="8c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24" name="Surface mesh patch"/>
              <p:cNvSpPr/>
              <p:nvPr/>
            </p:nvSpPr>
            <p:spPr>
              <a:xfrm>
                <a:off x="14070148" y="1913288"/>
                <a:ext cx="50120" cy="45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1">
                    <a:moveTo>
                      <a:pt x="0" y="1074"/>
                    </a:moveTo>
                    <a:lnTo>
                      <a:pt x="2875" y="0"/>
                    </a:lnTo>
                    <a:lnTo>
                      <a:pt x="5262" y="3327"/>
                    </a:lnTo>
                    <a:lnTo>
                      <a:pt x="2387" y="4811"/>
                    </a:lnTo>
                    <a:close/>
                  </a:path>
                </a:pathLst>
              </a:custGeom>
              <a:solidFill>
                <a:srgbClr val="85a2fd"/>
              </a:solidFill>
              <a:ln w="3334" cap="flat" cmpd="sng" algn="ctr">
                <a:solidFill>
                  <a:srgbClr val="85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25" name="Surface mesh patch"/>
              <p:cNvSpPr/>
              <p:nvPr/>
            </p:nvSpPr>
            <p:spPr>
              <a:xfrm>
                <a:off x="14120267" y="1925421"/>
                <a:ext cx="50120" cy="52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79">
                    <a:moveTo>
                      <a:pt x="0" y="2053"/>
                    </a:moveTo>
                    <a:lnTo>
                      <a:pt x="2875" y="0"/>
                    </a:lnTo>
                    <a:lnTo>
                      <a:pt x="5262" y="2960"/>
                    </a:lnTo>
                    <a:lnTo>
                      <a:pt x="2387" y="5479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26" name="Surface mesh patch"/>
              <p:cNvSpPr/>
              <p:nvPr/>
            </p:nvSpPr>
            <p:spPr>
              <a:xfrm>
                <a:off x="14170387" y="1926110"/>
                <a:ext cx="50120" cy="52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04">
                    <a:moveTo>
                      <a:pt x="0" y="2887"/>
                    </a:moveTo>
                    <a:lnTo>
                      <a:pt x="2875" y="0"/>
                    </a:lnTo>
                    <a:lnTo>
                      <a:pt x="5262" y="2180"/>
                    </a:lnTo>
                    <a:lnTo>
                      <a:pt x="2387" y="5504"/>
                    </a:lnTo>
                    <a:close/>
                  </a:path>
                </a:pathLst>
              </a:custGeom>
              <a:solidFill>
                <a:srgbClr val="7f9dfd"/>
              </a:solidFill>
              <a:ln w="3334" cap="flat" cmpd="sng" algn="ctr">
                <a:solidFill>
                  <a:srgbClr val="7f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27" name="Surface mesh patch"/>
              <p:cNvSpPr/>
              <p:nvPr/>
            </p:nvSpPr>
            <p:spPr>
              <a:xfrm>
                <a:off x="14220507" y="1914389"/>
                <a:ext cx="50120" cy="464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72">
                    <a:moveTo>
                      <a:pt x="0" y="3411"/>
                    </a:moveTo>
                    <a:lnTo>
                      <a:pt x="2875" y="0"/>
                    </a:lnTo>
                    <a:lnTo>
                      <a:pt x="5262" y="1152"/>
                    </a:lnTo>
                    <a:lnTo>
                      <a:pt x="2387" y="4872"/>
                    </a:lnTo>
                    <a:close/>
                  </a:path>
                </a:pathLst>
              </a:custGeom>
              <a:solidFill>
                <a:srgbClr val="83a1fd"/>
              </a:solidFill>
              <a:ln w="3334" cap="flat" cmpd="sng" algn="ctr">
                <a:solidFill>
                  <a:srgbClr val="83a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28" name="Surface mesh patch"/>
              <p:cNvSpPr/>
              <p:nvPr/>
            </p:nvSpPr>
            <p:spPr>
              <a:xfrm>
                <a:off x="14270626" y="1892015"/>
                <a:ext cx="50120" cy="35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7">
                    <a:moveTo>
                      <a:pt x="0" y="3501"/>
                    </a:moveTo>
                    <a:lnTo>
                      <a:pt x="2875" y="0"/>
                    </a:lnTo>
                    <a:lnTo>
                      <a:pt x="5262" y="104"/>
                    </a:lnTo>
                    <a:lnTo>
                      <a:pt x="2387" y="3717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29" name="Surface mesh patch"/>
              <p:cNvSpPr/>
              <p:nvPr/>
            </p:nvSpPr>
            <p:spPr>
              <a:xfrm>
                <a:off x="14320746" y="1856098"/>
                <a:ext cx="50120" cy="36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5">
                    <a:moveTo>
                      <a:pt x="0" y="3875"/>
                    </a:moveTo>
                    <a:lnTo>
                      <a:pt x="2875" y="748"/>
                    </a:lnTo>
                    <a:lnTo>
                      <a:pt x="5262" y="0"/>
                    </a:lnTo>
                    <a:lnTo>
                      <a:pt x="2387" y="3024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0" name="Surface mesh patch"/>
              <p:cNvSpPr/>
              <p:nvPr/>
            </p:nvSpPr>
            <p:spPr>
              <a:xfrm>
                <a:off x="14370865" y="1821228"/>
                <a:ext cx="50120" cy="34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1">
                    <a:moveTo>
                      <a:pt x="0" y="3661"/>
                    </a:moveTo>
                    <a:lnTo>
                      <a:pt x="2875" y="1287"/>
                    </a:lnTo>
                    <a:lnTo>
                      <a:pt x="5262" y="0"/>
                    </a:lnTo>
                    <a:lnTo>
                      <a:pt x="2387" y="2099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1" name="Surface mesh patch"/>
              <p:cNvSpPr/>
              <p:nvPr/>
            </p:nvSpPr>
            <p:spPr>
              <a:xfrm>
                <a:off x="14420985" y="1793330"/>
                <a:ext cx="50120" cy="2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9">
                    <a:moveTo>
                      <a:pt x="0" y="2929"/>
                    </a:moveTo>
                    <a:lnTo>
                      <a:pt x="2875" y="1509"/>
                    </a:lnTo>
                    <a:lnTo>
                      <a:pt x="5262" y="0"/>
                    </a:lnTo>
                    <a:lnTo>
                      <a:pt x="2387" y="1058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2" name="Surface mesh patch"/>
              <p:cNvSpPr/>
              <p:nvPr/>
            </p:nvSpPr>
            <p:spPr>
              <a:xfrm>
                <a:off x="14471105" y="1774433"/>
                <a:ext cx="50120" cy="18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4">
                    <a:moveTo>
                      <a:pt x="0" y="1984"/>
                    </a:moveTo>
                    <a:lnTo>
                      <a:pt x="2875" y="1509"/>
                    </a:lnTo>
                    <a:lnTo>
                      <a:pt x="5262" y="0"/>
                    </a:lnTo>
                    <a:lnTo>
                      <a:pt x="2387" y="121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3" name="Surface mesh patch"/>
              <p:cNvSpPr/>
              <p:nvPr/>
            </p:nvSpPr>
            <p:spPr>
              <a:xfrm>
                <a:off x="14521224" y="1758377"/>
                <a:ext cx="50120" cy="18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3">
                    <a:moveTo>
                      <a:pt x="0" y="1686"/>
                    </a:moveTo>
                    <a:lnTo>
                      <a:pt x="2875" y="1963"/>
                    </a:lnTo>
                    <a:lnTo>
                      <a:pt x="5262" y="5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4" name="Surface mesh patch"/>
              <p:cNvSpPr/>
              <p:nvPr/>
            </p:nvSpPr>
            <p:spPr>
              <a:xfrm>
                <a:off x="14571344" y="1749410"/>
                <a:ext cx="50120" cy="211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20">
                    <a:moveTo>
                      <a:pt x="0" y="1489"/>
                    </a:moveTo>
                    <a:lnTo>
                      <a:pt x="2875" y="2220"/>
                    </a:lnTo>
                    <a:lnTo>
                      <a:pt x="5262" y="8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5" name="Surface mesh patch"/>
              <p:cNvSpPr/>
              <p:nvPr/>
            </p:nvSpPr>
            <p:spPr>
              <a:xfrm>
                <a:off x="14621464" y="1744754"/>
                <a:ext cx="50120" cy="21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38">
                    <a:moveTo>
                      <a:pt x="0" y="1371"/>
                    </a:moveTo>
                    <a:lnTo>
                      <a:pt x="2875" y="2238"/>
                    </a:lnTo>
                    <a:lnTo>
                      <a:pt x="5262" y="9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6" name="Surface mesh patch"/>
              <p:cNvSpPr/>
              <p:nvPr/>
            </p:nvSpPr>
            <p:spPr>
              <a:xfrm>
                <a:off x="14671583" y="1740387"/>
                <a:ext cx="50120" cy="201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1">
                    <a:moveTo>
                      <a:pt x="0" y="1364"/>
                    </a:moveTo>
                    <a:lnTo>
                      <a:pt x="2875" y="2111"/>
                    </a:lnTo>
                    <a:lnTo>
                      <a:pt x="5262" y="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7" name="Surface mesh patch"/>
              <p:cNvSpPr/>
              <p:nvPr/>
            </p:nvSpPr>
            <p:spPr>
              <a:xfrm>
                <a:off x="14721703" y="1733330"/>
                <a:ext cx="50120" cy="183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45"/>
                    </a:moveTo>
                    <a:lnTo>
                      <a:pt x="2875" y="1923"/>
                    </a:lnTo>
                    <a:lnTo>
                      <a:pt x="5262" y="3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8" name="Surface mesh patch"/>
              <p:cNvSpPr/>
              <p:nvPr/>
            </p:nvSpPr>
            <p:spPr>
              <a:xfrm>
                <a:off x="14771823" y="1722220"/>
                <a:ext cx="50120" cy="166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5">
                    <a:moveTo>
                      <a:pt x="0" y="1564"/>
                    </a:moveTo>
                    <a:lnTo>
                      <a:pt x="2875" y="1745"/>
                    </a:lnTo>
                    <a:lnTo>
                      <a:pt x="5262" y="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39" name="Surface mesh patch"/>
              <p:cNvSpPr/>
              <p:nvPr/>
            </p:nvSpPr>
            <p:spPr>
              <a:xfrm>
                <a:off x="13897057" y="1811899"/>
                <a:ext cx="50120" cy="274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9">
                    <a:moveTo>
                      <a:pt x="0" y="0"/>
                    </a:moveTo>
                    <a:lnTo>
                      <a:pt x="2875" y="1518"/>
                    </a:lnTo>
                    <a:lnTo>
                      <a:pt x="5262" y="2879"/>
                    </a:lnTo>
                    <a:lnTo>
                      <a:pt x="2387" y="1459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0" name="Surface mesh patch"/>
              <p:cNvSpPr/>
              <p:nvPr/>
            </p:nvSpPr>
            <p:spPr>
              <a:xfrm>
                <a:off x="13947176" y="1839318"/>
                <a:ext cx="50120" cy="27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9">
                    <a:moveTo>
                      <a:pt x="0" y="0"/>
                    </a:moveTo>
                    <a:lnTo>
                      <a:pt x="2875" y="929"/>
                    </a:lnTo>
                    <a:lnTo>
                      <a:pt x="5262" y="2899"/>
                    </a:lnTo>
                    <a:lnTo>
                      <a:pt x="2387" y="2151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1" name="Surface mesh patch"/>
              <p:cNvSpPr/>
              <p:nvPr/>
            </p:nvSpPr>
            <p:spPr>
              <a:xfrm>
                <a:off x="13997296" y="1866927"/>
                <a:ext cx="50120" cy="26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00">
                    <a:moveTo>
                      <a:pt x="0" y="0"/>
                    </a:moveTo>
                    <a:lnTo>
                      <a:pt x="2875" y="182"/>
                    </a:lnTo>
                    <a:lnTo>
                      <a:pt x="5262" y="2696"/>
                    </a:lnTo>
                    <a:lnTo>
                      <a:pt x="2387" y="280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2" name="Surface mesh patch"/>
              <p:cNvSpPr/>
              <p:nvPr/>
            </p:nvSpPr>
            <p:spPr>
              <a:xfrm>
                <a:off x="14047416" y="1886133"/>
                <a:ext cx="50120" cy="373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25">
                    <a:moveTo>
                      <a:pt x="0" y="680"/>
                    </a:moveTo>
                    <a:lnTo>
                      <a:pt x="2875" y="0"/>
                    </a:lnTo>
                    <a:lnTo>
                      <a:pt x="5262" y="2851"/>
                    </a:lnTo>
                    <a:lnTo>
                      <a:pt x="2387" y="3925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3" name="Surface mesh patch"/>
              <p:cNvSpPr/>
              <p:nvPr/>
            </p:nvSpPr>
            <p:spPr>
              <a:xfrm>
                <a:off x="14097535" y="1898278"/>
                <a:ext cx="50120" cy="46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3">
                    <a:moveTo>
                      <a:pt x="0" y="1576"/>
                    </a:moveTo>
                    <a:lnTo>
                      <a:pt x="2875" y="0"/>
                    </a:lnTo>
                    <a:lnTo>
                      <a:pt x="5262" y="2850"/>
                    </a:lnTo>
                    <a:lnTo>
                      <a:pt x="2387" y="4903"/>
                    </a:lnTo>
                    <a:close/>
                  </a:path>
                </a:pathLst>
              </a:custGeom>
              <a:solidFill>
                <a:srgbClr val="8ca9fd"/>
              </a:solidFill>
              <a:ln w="3334" cap="flat" cmpd="sng" algn="ctr">
                <a:solidFill>
                  <a:srgbClr val="8c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4" name="Surface mesh patch"/>
              <p:cNvSpPr/>
              <p:nvPr/>
            </p:nvSpPr>
            <p:spPr>
              <a:xfrm>
                <a:off x="14147655" y="1902674"/>
                <a:ext cx="50120" cy="50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48">
                    <a:moveTo>
                      <a:pt x="0" y="2388"/>
                    </a:moveTo>
                    <a:lnTo>
                      <a:pt x="2875" y="0"/>
                    </a:lnTo>
                    <a:lnTo>
                      <a:pt x="5262" y="2460"/>
                    </a:lnTo>
                    <a:lnTo>
                      <a:pt x="2387" y="5348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5" name="Surface mesh patch"/>
              <p:cNvSpPr/>
              <p:nvPr/>
            </p:nvSpPr>
            <p:spPr>
              <a:xfrm>
                <a:off x="14197775" y="1897766"/>
                <a:ext cx="50120" cy="49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56">
                    <a:moveTo>
                      <a:pt x="0" y="2976"/>
                    </a:moveTo>
                    <a:lnTo>
                      <a:pt x="2875" y="0"/>
                    </a:lnTo>
                    <a:lnTo>
                      <a:pt x="5262" y="1745"/>
                    </a:lnTo>
                    <a:lnTo>
                      <a:pt x="2387" y="515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6" name="Surface mesh patch"/>
              <p:cNvSpPr/>
              <p:nvPr/>
            </p:nvSpPr>
            <p:spPr>
              <a:xfrm>
                <a:off x="14247894" y="1883796"/>
                <a:ext cx="50120" cy="41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64">
                    <a:moveTo>
                      <a:pt x="0" y="3212"/>
                    </a:moveTo>
                    <a:lnTo>
                      <a:pt x="2875" y="0"/>
                    </a:lnTo>
                    <a:lnTo>
                      <a:pt x="5262" y="863"/>
                    </a:lnTo>
                    <a:lnTo>
                      <a:pt x="2387" y="4364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7" name="Surface mesh patch"/>
              <p:cNvSpPr/>
              <p:nvPr/>
            </p:nvSpPr>
            <p:spPr>
              <a:xfrm>
                <a:off x="14298014" y="1863135"/>
                <a:ext cx="50120" cy="298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37">
                    <a:moveTo>
                      <a:pt x="0" y="3032"/>
                    </a:moveTo>
                    <a:lnTo>
                      <a:pt x="2875" y="0"/>
                    </a:lnTo>
                    <a:lnTo>
                      <a:pt x="5262" y="10"/>
                    </a:lnTo>
                    <a:lnTo>
                      <a:pt x="2387" y="3137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8" name="Surface mesh patch"/>
              <p:cNvSpPr/>
              <p:nvPr/>
            </p:nvSpPr>
            <p:spPr>
              <a:xfrm>
                <a:off x="14348134" y="1833483"/>
                <a:ext cx="50120" cy="297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23">
                    <a:moveTo>
                      <a:pt x="0" y="3123"/>
                    </a:moveTo>
                    <a:lnTo>
                      <a:pt x="2875" y="655"/>
                    </a:lnTo>
                    <a:lnTo>
                      <a:pt x="5262" y="0"/>
                    </a:lnTo>
                    <a:lnTo>
                      <a:pt x="2387" y="2374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49" name="Surface mesh patch"/>
              <p:cNvSpPr/>
              <p:nvPr/>
            </p:nvSpPr>
            <p:spPr>
              <a:xfrm>
                <a:off x="14398253" y="1807708"/>
                <a:ext cx="50120" cy="25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6">
                    <a:moveTo>
                      <a:pt x="0" y="2706"/>
                    </a:moveTo>
                    <a:lnTo>
                      <a:pt x="2875" y="1062"/>
                    </a:lnTo>
                    <a:lnTo>
                      <a:pt x="5262" y="0"/>
                    </a:lnTo>
                    <a:lnTo>
                      <a:pt x="2387" y="1419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0" name="Surface mesh patch"/>
              <p:cNvSpPr/>
              <p:nvPr/>
            </p:nvSpPr>
            <p:spPr>
              <a:xfrm>
                <a:off x="14448373" y="1788810"/>
                <a:ext cx="50120" cy="18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4">
                    <a:moveTo>
                      <a:pt x="0" y="1984"/>
                    </a:moveTo>
                    <a:lnTo>
                      <a:pt x="2875" y="1237"/>
                    </a:lnTo>
                    <a:lnTo>
                      <a:pt x="5262" y="0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1" name="Surface mesh patch"/>
              <p:cNvSpPr/>
              <p:nvPr/>
            </p:nvSpPr>
            <p:spPr>
              <a:xfrm>
                <a:off x="14498493" y="1774433"/>
                <a:ext cx="50120" cy="147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46">
                    <a:moveTo>
                      <a:pt x="0" y="1509"/>
                    </a:moveTo>
                    <a:lnTo>
                      <a:pt x="2875" y="1546"/>
                    </a:lnTo>
                    <a:lnTo>
                      <a:pt x="5262" y="2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2" name="Surface mesh patch"/>
              <p:cNvSpPr/>
              <p:nvPr/>
            </p:nvSpPr>
            <p:spPr>
              <a:xfrm>
                <a:off x="14548612" y="1763597"/>
                <a:ext cx="50120" cy="18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8">
                    <a:moveTo>
                      <a:pt x="0" y="1415"/>
                    </a:moveTo>
                    <a:lnTo>
                      <a:pt x="2875" y="1988"/>
                    </a:lnTo>
                    <a:lnTo>
                      <a:pt x="5262" y="7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3" name="Surface mesh patch"/>
              <p:cNvSpPr/>
              <p:nvPr/>
            </p:nvSpPr>
            <p:spPr>
              <a:xfrm>
                <a:off x="14598732" y="1757817"/>
                <a:ext cx="50120" cy="20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46">
                    <a:moveTo>
                      <a:pt x="0" y="1337"/>
                    </a:moveTo>
                    <a:lnTo>
                      <a:pt x="2875" y="2146"/>
                    </a:lnTo>
                    <a:lnTo>
                      <a:pt x="5262" y="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4" name="Surface mesh patch"/>
              <p:cNvSpPr/>
              <p:nvPr/>
            </p:nvSpPr>
            <p:spPr>
              <a:xfrm>
                <a:off x="14648851" y="1753377"/>
                <a:ext cx="50120" cy="20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5">
                    <a:moveTo>
                      <a:pt x="0" y="1333"/>
                    </a:moveTo>
                    <a:lnTo>
                      <a:pt x="2875" y="2105"/>
                    </a:lnTo>
                    <a:lnTo>
                      <a:pt x="5262" y="7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5" name="Surface mesh patch"/>
              <p:cNvSpPr/>
              <p:nvPr/>
            </p:nvSpPr>
            <p:spPr>
              <a:xfrm>
                <a:off x="14698971" y="1747092"/>
                <a:ext cx="50120" cy="18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9">
                    <a:moveTo>
                      <a:pt x="0" y="1407"/>
                    </a:moveTo>
                    <a:lnTo>
                      <a:pt x="2875" y="1959"/>
                    </a:lnTo>
                    <a:lnTo>
                      <a:pt x="5262" y="4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6" name="Surface mesh patch"/>
              <p:cNvSpPr/>
              <p:nvPr/>
            </p:nvSpPr>
            <p:spPr>
              <a:xfrm>
                <a:off x="14749091" y="1737119"/>
                <a:ext cx="50120" cy="17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7">
                    <a:moveTo>
                      <a:pt x="0" y="1526"/>
                    </a:moveTo>
                    <a:lnTo>
                      <a:pt x="2875" y="1787"/>
                    </a:lnTo>
                    <a:lnTo>
                      <a:pt x="5262" y="1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7" name="Surface mesh patch"/>
              <p:cNvSpPr/>
              <p:nvPr/>
            </p:nvSpPr>
            <p:spPr>
              <a:xfrm>
                <a:off x="13924445" y="1826354"/>
                <a:ext cx="50120" cy="218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0">
                    <a:moveTo>
                      <a:pt x="0" y="0"/>
                    </a:moveTo>
                    <a:lnTo>
                      <a:pt x="2875" y="1104"/>
                    </a:lnTo>
                    <a:lnTo>
                      <a:pt x="5262" y="2290"/>
                    </a:lnTo>
                    <a:lnTo>
                      <a:pt x="2387" y="1361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8" name="Surface mesh patch"/>
              <p:cNvSpPr/>
              <p:nvPr/>
            </p:nvSpPr>
            <p:spPr>
              <a:xfrm>
                <a:off x="13974564" y="1848170"/>
                <a:ext cx="50120" cy="20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1">
                    <a:moveTo>
                      <a:pt x="0" y="0"/>
                    </a:moveTo>
                    <a:lnTo>
                      <a:pt x="2875" y="443"/>
                    </a:lnTo>
                    <a:lnTo>
                      <a:pt x="5262" y="2151"/>
                    </a:lnTo>
                    <a:lnTo>
                      <a:pt x="2387" y="1969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59" name="Surface mesh patch"/>
              <p:cNvSpPr/>
              <p:nvPr/>
            </p:nvSpPr>
            <p:spPr>
              <a:xfrm>
                <a:off x="14024684" y="1865617"/>
                <a:ext cx="50120" cy="269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4">
                    <a:moveTo>
                      <a:pt x="0" y="319"/>
                    </a:moveTo>
                    <a:lnTo>
                      <a:pt x="2875" y="0"/>
                    </a:lnTo>
                    <a:lnTo>
                      <a:pt x="5262" y="2154"/>
                    </a:lnTo>
                    <a:lnTo>
                      <a:pt x="2387" y="2834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60" name="Surface mesh patch"/>
              <p:cNvSpPr/>
              <p:nvPr/>
            </p:nvSpPr>
            <p:spPr>
              <a:xfrm>
                <a:off x="14074804" y="1875441"/>
                <a:ext cx="50120" cy="378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3">
                    <a:moveTo>
                      <a:pt x="0" y="1122"/>
                    </a:moveTo>
                    <a:lnTo>
                      <a:pt x="2875" y="0"/>
                    </a:lnTo>
                    <a:lnTo>
                      <a:pt x="5262" y="2398"/>
                    </a:lnTo>
                    <a:lnTo>
                      <a:pt x="2387" y="3973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61" name="Surface mesh patch"/>
              <p:cNvSpPr/>
              <p:nvPr/>
            </p:nvSpPr>
            <p:spPr>
              <a:xfrm>
                <a:off x="14124923" y="1880380"/>
                <a:ext cx="50120" cy="45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9">
                    <a:moveTo>
                      <a:pt x="0" y="1879"/>
                    </a:moveTo>
                    <a:lnTo>
                      <a:pt x="2875" y="0"/>
                    </a:lnTo>
                    <a:lnTo>
                      <a:pt x="5262" y="2341"/>
                    </a:lnTo>
                    <a:lnTo>
                      <a:pt x="2387" y="4729"/>
                    </a:lnTo>
                    <a:close/>
                  </a:path>
                </a:pathLst>
              </a:custGeom>
              <a:solidFill>
                <a:srgbClr val="93b1fd"/>
              </a:solidFill>
              <a:ln w="3334" cap="flat" cmpd="sng" algn="ctr">
                <a:solidFill>
                  <a:srgbClr val="93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62" name="Surface mesh patch"/>
              <p:cNvSpPr/>
              <p:nvPr/>
            </p:nvSpPr>
            <p:spPr>
              <a:xfrm>
                <a:off x="14175043" y="1879080"/>
                <a:ext cx="50120" cy="470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7">
                    <a:moveTo>
                      <a:pt x="0" y="2477"/>
                    </a:moveTo>
                    <a:lnTo>
                      <a:pt x="2875" y="0"/>
                    </a:lnTo>
                    <a:lnTo>
                      <a:pt x="5262" y="1962"/>
                    </a:lnTo>
                    <a:lnTo>
                      <a:pt x="2387" y="4937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63" name="Surface mesh patch"/>
              <p:cNvSpPr/>
              <p:nvPr/>
            </p:nvSpPr>
            <p:spPr>
              <a:xfrm>
                <a:off x="14225162" y="1871074"/>
                <a:ext cx="50120" cy="43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8">
                    <a:moveTo>
                      <a:pt x="0" y="2802"/>
                    </a:moveTo>
                    <a:lnTo>
                      <a:pt x="2875" y="0"/>
                    </a:lnTo>
                    <a:lnTo>
                      <a:pt x="5262" y="1336"/>
                    </a:lnTo>
                    <a:lnTo>
                      <a:pt x="2387" y="4548"/>
                    </a:lnTo>
                    <a:close/>
                  </a:path>
                </a:pathLst>
              </a:custGeom>
              <a:solidFill>
                <a:srgbClr val="95b3fd"/>
              </a:solidFill>
              <a:ln w="3334" cap="flat" cmpd="sng" algn="ctr">
                <a:solidFill>
                  <a:srgbClr val="95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64" name="Surface mesh patch"/>
              <p:cNvSpPr/>
              <p:nvPr/>
            </p:nvSpPr>
            <p:spPr>
              <a:xfrm>
                <a:off x="14275282" y="1857361"/>
                <a:ext cx="50120" cy="3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775"/>
                    </a:moveTo>
                    <a:lnTo>
                      <a:pt x="2875" y="0"/>
                    </a:lnTo>
                    <a:lnTo>
                      <a:pt x="5262" y="606"/>
                    </a:lnTo>
                    <a:lnTo>
                      <a:pt x="2387" y="3638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65" name="Surface mesh patch"/>
              <p:cNvSpPr/>
              <p:nvPr/>
            </p:nvSpPr>
            <p:spPr>
              <a:xfrm>
                <a:off x="14325402" y="1839726"/>
                <a:ext cx="50120" cy="235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7">
                    <a:moveTo>
                      <a:pt x="0" y="2458"/>
                    </a:moveTo>
                    <a:lnTo>
                      <a:pt x="2875" y="70"/>
                    </a:lnTo>
                    <a:lnTo>
                      <a:pt x="5262" y="0"/>
                    </a:lnTo>
                    <a:lnTo>
                      <a:pt x="2387" y="2467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66" name="Surface mesh patch"/>
              <p:cNvSpPr/>
              <p:nvPr/>
            </p:nvSpPr>
            <p:spPr>
              <a:xfrm>
                <a:off x="14375521" y="1817825"/>
                <a:ext cx="50120" cy="219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9">
                    <a:moveTo>
                      <a:pt x="0" y="2299"/>
                    </a:moveTo>
                    <a:lnTo>
                      <a:pt x="2875" y="581"/>
                    </a:lnTo>
                    <a:lnTo>
                      <a:pt x="5262" y="0"/>
                    </a:lnTo>
                    <a:lnTo>
                      <a:pt x="2387" y="1644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67" name="Surface mesh patch"/>
              <p:cNvSpPr/>
              <p:nvPr/>
            </p:nvSpPr>
            <p:spPr>
              <a:xfrm>
                <a:off x="14425641" y="1800592"/>
                <a:ext cx="50120" cy="172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9">
                    <a:moveTo>
                      <a:pt x="0" y="1809"/>
                    </a:moveTo>
                    <a:lnTo>
                      <a:pt x="2875" y="896"/>
                    </a:lnTo>
                    <a:lnTo>
                      <a:pt x="5262" y="0"/>
                    </a:lnTo>
                    <a:lnTo>
                      <a:pt x="2387" y="747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68" name="Surface mesh patch"/>
              <p:cNvSpPr/>
              <p:nvPr/>
            </p:nvSpPr>
            <p:spPr>
              <a:xfrm>
                <a:off x="14475761" y="1788810"/>
                <a:ext cx="50120" cy="11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7">
                    <a:moveTo>
                      <a:pt x="0" y="1237"/>
                    </a:moveTo>
                    <a:lnTo>
                      <a:pt x="2875" y="1090"/>
                    </a:lnTo>
                    <a:lnTo>
                      <a:pt x="5262" y="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69" name="Surface mesh patch"/>
              <p:cNvSpPr/>
              <p:nvPr/>
            </p:nvSpPr>
            <p:spPr>
              <a:xfrm>
                <a:off x="14525880" y="1777078"/>
                <a:ext cx="50120" cy="162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2">
                    <a:moveTo>
                      <a:pt x="0" y="1268"/>
                    </a:moveTo>
                    <a:lnTo>
                      <a:pt x="2875" y="1702"/>
                    </a:lnTo>
                    <a:lnTo>
                      <a:pt x="5262" y="5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70" name="Surface mesh patch"/>
              <p:cNvSpPr/>
              <p:nvPr/>
            </p:nvSpPr>
            <p:spPr>
              <a:xfrm>
                <a:off x="14576000" y="1770551"/>
                <a:ext cx="50120" cy="19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5">
                    <a:moveTo>
                      <a:pt x="0" y="1258"/>
                    </a:moveTo>
                    <a:lnTo>
                      <a:pt x="2875" y="2005"/>
                    </a:lnTo>
                    <a:lnTo>
                      <a:pt x="5262" y="8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71" name="Surface mesh patch"/>
              <p:cNvSpPr/>
              <p:nvPr/>
            </p:nvSpPr>
            <p:spPr>
              <a:xfrm>
                <a:off x="14626120" y="1766069"/>
                <a:ext cx="50120" cy="196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7">
                    <a:moveTo>
                      <a:pt x="0" y="1279"/>
                    </a:moveTo>
                    <a:lnTo>
                      <a:pt x="2875" y="2067"/>
                    </a:lnTo>
                    <a:lnTo>
                      <a:pt x="5262" y="7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72" name="Surface mesh patch"/>
              <p:cNvSpPr/>
              <p:nvPr/>
            </p:nvSpPr>
            <p:spPr>
              <a:xfrm>
                <a:off x="14676239" y="1760491"/>
                <a:ext cx="50120" cy="18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8">
                    <a:moveTo>
                      <a:pt x="0" y="1359"/>
                    </a:moveTo>
                    <a:lnTo>
                      <a:pt x="2875" y="1978"/>
                    </a:lnTo>
                    <a:lnTo>
                      <a:pt x="5262" y="5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73" name="Surface mesh patch"/>
              <p:cNvSpPr/>
              <p:nvPr/>
            </p:nvSpPr>
            <p:spPr>
              <a:xfrm>
                <a:off x="14726359" y="1751651"/>
                <a:ext cx="50120" cy="173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5">
                    <a:moveTo>
                      <a:pt x="0" y="1480"/>
                    </a:moveTo>
                    <a:lnTo>
                      <a:pt x="2875" y="1825"/>
                    </a:lnTo>
                    <a:lnTo>
                      <a:pt x="5262" y="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74" name="Surface mesh patch"/>
              <p:cNvSpPr/>
              <p:nvPr/>
            </p:nvSpPr>
            <p:spPr>
              <a:xfrm>
                <a:off x="13951832" y="1836866"/>
                <a:ext cx="50120" cy="155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0">
                    <a:moveTo>
                      <a:pt x="0" y="0"/>
                    </a:moveTo>
                    <a:lnTo>
                      <a:pt x="2875" y="680"/>
                    </a:lnTo>
                    <a:lnTo>
                      <a:pt x="5262" y="1630"/>
                    </a:lnTo>
                    <a:lnTo>
                      <a:pt x="2387" y="1187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75" name="Surface mesh patch"/>
              <p:cNvSpPr/>
              <p:nvPr/>
            </p:nvSpPr>
            <p:spPr>
              <a:xfrm>
                <a:off x="14001952" y="1852391"/>
                <a:ext cx="50120" cy="16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8">
                    <a:moveTo>
                      <a:pt x="0" y="0"/>
                    </a:moveTo>
                    <a:lnTo>
                      <a:pt x="2875" y="1"/>
                    </a:lnTo>
                    <a:lnTo>
                      <a:pt x="5262" y="1389"/>
                    </a:lnTo>
                    <a:lnTo>
                      <a:pt x="2387" y="1708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76" name="Surface mesh patch"/>
              <p:cNvSpPr/>
              <p:nvPr/>
            </p:nvSpPr>
            <p:spPr>
              <a:xfrm>
                <a:off x="14052072" y="1858807"/>
                <a:ext cx="50120" cy="273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9">
                    <a:moveTo>
                      <a:pt x="0" y="715"/>
                    </a:moveTo>
                    <a:lnTo>
                      <a:pt x="2875" y="0"/>
                    </a:lnTo>
                    <a:lnTo>
                      <a:pt x="5262" y="1746"/>
                    </a:lnTo>
                    <a:lnTo>
                      <a:pt x="2387" y="2869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77" name="Surface mesh patch"/>
              <p:cNvSpPr/>
              <p:nvPr/>
            </p:nvSpPr>
            <p:spPr>
              <a:xfrm>
                <a:off x="14102191" y="1862100"/>
                <a:ext cx="50120" cy="361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98">
                    <a:moveTo>
                      <a:pt x="0" y="1401"/>
                    </a:moveTo>
                    <a:lnTo>
                      <a:pt x="2875" y="0"/>
                    </a:lnTo>
                    <a:lnTo>
                      <a:pt x="5262" y="1919"/>
                    </a:lnTo>
                    <a:lnTo>
                      <a:pt x="2387" y="3798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78" name="Surface mesh patch"/>
              <p:cNvSpPr/>
              <p:nvPr/>
            </p:nvSpPr>
            <p:spPr>
              <a:xfrm>
                <a:off x="14152311" y="1861605"/>
                <a:ext cx="50120" cy="41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2">
                    <a:moveTo>
                      <a:pt x="0" y="1971"/>
                    </a:moveTo>
                    <a:lnTo>
                      <a:pt x="2875" y="0"/>
                    </a:lnTo>
                    <a:lnTo>
                      <a:pt x="5262" y="1835"/>
                    </a:lnTo>
                    <a:lnTo>
                      <a:pt x="2387" y="4312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79" name="Surface mesh patch"/>
              <p:cNvSpPr/>
              <p:nvPr/>
            </p:nvSpPr>
            <p:spPr>
              <a:xfrm>
                <a:off x="14202431" y="1856857"/>
                <a:ext cx="50120" cy="40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95">
                    <a:moveTo>
                      <a:pt x="0" y="2333"/>
                    </a:moveTo>
                    <a:lnTo>
                      <a:pt x="2875" y="0"/>
                    </a:lnTo>
                    <a:lnTo>
                      <a:pt x="5262" y="1493"/>
                    </a:lnTo>
                    <a:lnTo>
                      <a:pt x="2387" y="4295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80" name="Surface mesh patch"/>
              <p:cNvSpPr/>
              <p:nvPr/>
            </p:nvSpPr>
            <p:spPr>
              <a:xfrm>
                <a:off x="14252550" y="1848128"/>
                <a:ext cx="50120" cy="356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45">
                    <a:moveTo>
                      <a:pt x="0" y="2409"/>
                    </a:moveTo>
                    <a:lnTo>
                      <a:pt x="2875" y="0"/>
                    </a:lnTo>
                    <a:lnTo>
                      <a:pt x="5262" y="969"/>
                    </a:lnTo>
                    <a:lnTo>
                      <a:pt x="2387" y="3745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81" name="Surface mesh patch"/>
              <p:cNvSpPr/>
              <p:nvPr/>
            </p:nvSpPr>
            <p:spPr>
              <a:xfrm>
                <a:off x="14302670" y="1836707"/>
                <a:ext cx="50120" cy="264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5">
                    <a:moveTo>
                      <a:pt x="0" y="2168"/>
                    </a:moveTo>
                    <a:lnTo>
                      <a:pt x="2875" y="0"/>
                    </a:lnTo>
                    <a:lnTo>
                      <a:pt x="5262" y="387"/>
                    </a:lnTo>
                    <a:lnTo>
                      <a:pt x="2387" y="2775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82" name="Surface mesh patch"/>
              <p:cNvSpPr/>
              <p:nvPr/>
            </p:nvSpPr>
            <p:spPr>
              <a:xfrm>
                <a:off x="14352790" y="1823362"/>
                <a:ext cx="50120" cy="170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8">
                    <a:moveTo>
                      <a:pt x="0" y="1788"/>
                    </a:moveTo>
                    <a:lnTo>
                      <a:pt x="2875" y="138"/>
                    </a:lnTo>
                    <a:lnTo>
                      <a:pt x="5262" y="0"/>
                    </a:lnTo>
                    <a:lnTo>
                      <a:pt x="2387" y="1718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83" name="Surface mesh patch"/>
              <p:cNvSpPr/>
              <p:nvPr/>
            </p:nvSpPr>
            <p:spPr>
              <a:xfrm>
                <a:off x="14402909" y="1809128"/>
                <a:ext cx="50120" cy="14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4">
                    <a:moveTo>
                      <a:pt x="0" y="1494"/>
                    </a:moveTo>
                    <a:lnTo>
                      <a:pt x="2875" y="533"/>
                    </a:lnTo>
                    <a:lnTo>
                      <a:pt x="5262" y="0"/>
                    </a:lnTo>
                    <a:lnTo>
                      <a:pt x="2387" y="913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84" name="Surface mesh patch"/>
              <p:cNvSpPr/>
              <p:nvPr/>
            </p:nvSpPr>
            <p:spPr>
              <a:xfrm>
                <a:off x="14453029" y="1799194"/>
                <a:ext cx="50120" cy="9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3">
                    <a:moveTo>
                      <a:pt x="0" y="1043"/>
                    </a:moveTo>
                    <a:lnTo>
                      <a:pt x="2875" y="792"/>
                    </a:lnTo>
                    <a:lnTo>
                      <a:pt x="5262" y="0"/>
                    </a:lnTo>
                    <a:lnTo>
                      <a:pt x="2387" y="147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85" name="Surface mesh patch"/>
              <p:cNvSpPr/>
              <p:nvPr/>
            </p:nvSpPr>
            <p:spPr>
              <a:xfrm>
                <a:off x="14503148" y="1789159"/>
                <a:ext cx="50120" cy="13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8">
                    <a:moveTo>
                      <a:pt x="0" y="1053"/>
                    </a:moveTo>
                    <a:lnTo>
                      <a:pt x="2875" y="1388"/>
                    </a:lnTo>
                    <a:lnTo>
                      <a:pt x="5262" y="4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86" name="Surface mesh patch"/>
              <p:cNvSpPr/>
              <p:nvPr/>
            </p:nvSpPr>
            <p:spPr>
              <a:xfrm>
                <a:off x="14553268" y="1782536"/>
                <a:ext cx="50120" cy="17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5">
                    <a:moveTo>
                      <a:pt x="0" y="1129"/>
                    </a:moveTo>
                    <a:lnTo>
                      <a:pt x="2875" y="1825"/>
                    </a:lnTo>
                    <a:lnTo>
                      <a:pt x="5262" y="7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87" name="Surface mesh patch"/>
              <p:cNvSpPr/>
              <p:nvPr/>
            </p:nvSpPr>
            <p:spPr>
              <a:xfrm>
                <a:off x="14603388" y="1778256"/>
                <a:ext cx="50120" cy="19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5">
                    <a:moveTo>
                      <a:pt x="0" y="1196"/>
                    </a:moveTo>
                    <a:lnTo>
                      <a:pt x="2875" y="1995"/>
                    </a:lnTo>
                    <a:lnTo>
                      <a:pt x="5262" y="7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88" name="Surface mesh patch"/>
              <p:cNvSpPr/>
              <p:nvPr/>
            </p:nvSpPr>
            <p:spPr>
              <a:xfrm>
                <a:off x="14653507" y="1773431"/>
                <a:ext cx="50120" cy="188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6">
                    <a:moveTo>
                      <a:pt x="0" y="1294"/>
                    </a:moveTo>
                    <a:lnTo>
                      <a:pt x="2875" y="1976"/>
                    </a:lnTo>
                    <a:lnTo>
                      <a:pt x="5262" y="6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89" name="Surface mesh patch"/>
              <p:cNvSpPr/>
              <p:nvPr/>
            </p:nvSpPr>
            <p:spPr>
              <a:xfrm>
                <a:off x="14703627" y="1765752"/>
                <a:ext cx="50120" cy="176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5">
                    <a:moveTo>
                      <a:pt x="0" y="1425"/>
                    </a:moveTo>
                    <a:lnTo>
                      <a:pt x="2875" y="1855"/>
                    </a:lnTo>
                    <a:lnTo>
                      <a:pt x="5262" y="3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90" name="Surface mesh patch"/>
              <p:cNvSpPr/>
              <p:nvPr/>
            </p:nvSpPr>
            <p:spPr>
              <a:xfrm>
                <a:off x="13979220" y="1843343"/>
                <a:ext cx="50120" cy="90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1">
                    <a:moveTo>
                      <a:pt x="0" y="0"/>
                    </a:moveTo>
                    <a:lnTo>
                      <a:pt x="2875" y="281"/>
                    </a:lnTo>
                    <a:lnTo>
                      <a:pt x="5262" y="951"/>
                    </a:lnTo>
                    <a:lnTo>
                      <a:pt x="2387" y="95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91" name="Surface mesh patch"/>
              <p:cNvSpPr/>
              <p:nvPr/>
            </p:nvSpPr>
            <p:spPr>
              <a:xfrm>
                <a:off x="14029340" y="1848956"/>
                <a:ext cx="50120" cy="16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9">
                    <a:moveTo>
                      <a:pt x="0" y="362"/>
                    </a:moveTo>
                    <a:lnTo>
                      <a:pt x="2875" y="0"/>
                    </a:lnTo>
                    <a:lnTo>
                      <a:pt x="5262" y="1034"/>
                    </a:lnTo>
                    <a:lnTo>
                      <a:pt x="2387" y="1749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92" name="Surface mesh patch"/>
              <p:cNvSpPr/>
              <p:nvPr/>
            </p:nvSpPr>
            <p:spPr>
              <a:xfrm>
                <a:off x="14079459" y="1849497"/>
                <a:ext cx="50120" cy="25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24">
                    <a:moveTo>
                      <a:pt x="0" y="977"/>
                    </a:moveTo>
                    <a:lnTo>
                      <a:pt x="2875" y="0"/>
                    </a:lnTo>
                    <a:lnTo>
                      <a:pt x="5262" y="1323"/>
                    </a:lnTo>
                    <a:lnTo>
                      <a:pt x="2387" y="2724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93" name="Surface mesh patch"/>
              <p:cNvSpPr/>
              <p:nvPr/>
            </p:nvSpPr>
            <p:spPr>
              <a:xfrm>
                <a:off x="14129579" y="1847804"/>
                <a:ext cx="50120" cy="325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0">
                    <a:moveTo>
                      <a:pt x="0" y="1501"/>
                    </a:moveTo>
                    <a:lnTo>
                      <a:pt x="2875" y="0"/>
                    </a:lnTo>
                    <a:lnTo>
                      <a:pt x="5262" y="1449"/>
                    </a:lnTo>
                    <a:lnTo>
                      <a:pt x="2387" y="342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94" name="Surface mesh patch"/>
              <p:cNvSpPr/>
              <p:nvPr/>
            </p:nvSpPr>
            <p:spPr>
              <a:xfrm>
                <a:off x="14179699" y="1843884"/>
                <a:ext cx="50120" cy="351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5">
                    <a:moveTo>
                      <a:pt x="0" y="1861"/>
                    </a:moveTo>
                    <a:lnTo>
                      <a:pt x="2875" y="0"/>
                    </a:lnTo>
                    <a:lnTo>
                      <a:pt x="5262" y="1362"/>
                    </a:lnTo>
                    <a:lnTo>
                      <a:pt x="2387" y="3695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95" name="Surface mesh patch"/>
              <p:cNvSpPr/>
              <p:nvPr/>
            </p:nvSpPr>
            <p:spPr>
              <a:xfrm>
                <a:off x="14229818" y="1837892"/>
                <a:ext cx="50120" cy="331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84">
                    <a:moveTo>
                      <a:pt x="0" y="1991"/>
                    </a:moveTo>
                    <a:lnTo>
                      <a:pt x="2875" y="0"/>
                    </a:lnTo>
                    <a:lnTo>
                      <a:pt x="5262" y="1075"/>
                    </a:lnTo>
                    <a:lnTo>
                      <a:pt x="2387" y="3484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96" name="Surface mesh patch"/>
              <p:cNvSpPr/>
              <p:nvPr/>
            </p:nvSpPr>
            <p:spPr>
              <a:xfrm>
                <a:off x="14279938" y="1830456"/>
                <a:ext cx="50120" cy="269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5">
                    <a:moveTo>
                      <a:pt x="0" y="1855"/>
                    </a:moveTo>
                    <a:lnTo>
                      <a:pt x="2875" y="0"/>
                    </a:lnTo>
                    <a:lnTo>
                      <a:pt x="5262" y="656"/>
                    </a:lnTo>
                    <a:lnTo>
                      <a:pt x="2387" y="2825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97" name="Surface mesh patch"/>
              <p:cNvSpPr/>
              <p:nvPr/>
            </p:nvSpPr>
            <p:spPr>
              <a:xfrm>
                <a:off x="14330058" y="1822736"/>
                <a:ext cx="50120" cy="17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3">
                    <a:moveTo>
                      <a:pt x="0" y="1467"/>
                    </a:moveTo>
                    <a:lnTo>
                      <a:pt x="2875" y="0"/>
                    </a:lnTo>
                    <a:lnTo>
                      <a:pt x="5262" y="203"/>
                    </a:lnTo>
                    <a:lnTo>
                      <a:pt x="2387" y="185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98" name="Surface mesh patch"/>
              <p:cNvSpPr/>
              <p:nvPr/>
            </p:nvSpPr>
            <p:spPr>
              <a:xfrm>
                <a:off x="14380177" y="1814206"/>
                <a:ext cx="50120" cy="10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9">
                    <a:moveTo>
                      <a:pt x="0" y="1099"/>
                    </a:moveTo>
                    <a:lnTo>
                      <a:pt x="2875" y="201"/>
                    </a:lnTo>
                    <a:lnTo>
                      <a:pt x="5262" y="0"/>
                    </a:lnTo>
                    <a:lnTo>
                      <a:pt x="2387" y="961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99" name="Surface mesh patch"/>
              <p:cNvSpPr/>
              <p:nvPr/>
            </p:nvSpPr>
            <p:spPr>
              <a:xfrm>
                <a:off x="14430297" y="1806735"/>
                <a:ext cx="50120" cy="7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4">
                    <a:moveTo>
                      <a:pt x="0" y="784"/>
                    </a:moveTo>
                    <a:lnTo>
                      <a:pt x="2875" y="517"/>
                    </a:lnTo>
                    <a:lnTo>
                      <a:pt x="5262" y="0"/>
                    </a:lnTo>
                    <a:lnTo>
                      <a:pt x="2387" y="251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0" name="Surface mesh patch"/>
              <p:cNvSpPr/>
              <p:nvPr/>
            </p:nvSpPr>
            <p:spPr>
              <a:xfrm>
                <a:off x="14480417" y="1799194"/>
                <a:ext cx="50120" cy="10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3">
                    <a:moveTo>
                      <a:pt x="0" y="792"/>
                    </a:moveTo>
                    <a:lnTo>
                      <a:pt x="2875" y="1083"/>
                    </a:lnTo>
                    <a:lnTo>
                      <a:pt x="5262" y="3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1" name="Surface mesh patch"/>
              <p:cNvSpPr/>
              <p:nvPr/>
            </p:nvSpPr>
            <p:spPr>
              <a:xfrm>
                <a:off x="14530536" y="1793293"/>
                <a:ext cx="50120" cy="154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5">
                    <a:moveTo>
                      <a:pt x="0" y="954"/>
                    </a:moveTo>
                    <a:lnTo>
                      <a:pt x="2875" y="1625"/>
                    </a:lnTo>
                    <a:lnTo>
                      <a:pt x="5262" y="6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2" name="Surface mesh patch"/>
              <p:cNvSpPr/>
              <p:nvPr/>
            </p:nvSpPr>
            <p:spPr>
              <a:xfrm>
                <a:off x="14580656" y="1789646"/>
                <a:ext cx="50120" cy="18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7">
                    <a:moveTo>
                      <a:pt x="0" y="1078"/>
                    </a:moveTo>
                    <a:lnTo>
                      <a:pt x="2875" y="1897"/>
                    </a:lnTo>
                    <a:lnTo>
                      <a:pt x="5262" y="7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3" name="Surface mesh patch"/>
              <p:cNvSpPr/>
              <p:nvPr/>
            </p:nvSpPr>
            <p:spPr>
              <a:xfrm>
                <a:off x="14630775" y="1785754"/>
                <a:ext cx="50120" cy="186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3">
                    <a:moveTo>
                      <a:pt x="0" y="1208"/>
                    </a:moveTo>
                    <a:lnTo>
                      <a:pt x="2875" y="1953"/>
                    </a:lnTo>
                    <a:lnTo>
                      <a:pt x="5262" y="6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4" name="Surface mesh patch"/>
              <p:cNvSpPr/>
              <p:nvPr/>
            </p:nvSpPr>
            <p:spPr>
              <a:xfrm>
                <a:off x="14680895" y="1779328"/>
                <a:ext cx="50120" cy="17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5">
                    <a:moveTo>
                      <a:pt x="0" y="1357"/>
                    </a:moveTo>
                    <a:lnTo>
                      <a:pt x="2875" y="1875"/>
                    </a:lnTo>
                    <a:lnTo>
                      <a:pt x="5262" y="4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5" name="Surface mesh patch"/>
              <p:cNvSpPr/>
              <p:nvPr/>
            </p:nvSpPr>
            <p:spPr>
              <a:xfrm>
                <a:off x="14006608" y="1845437"/>
                <a:ext cx="50120" cy="69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1">
                    <a:moveTo>
                      <a:pt x="0" y="61"/>
                    </a:moveTo>
                    <a:lnTo>
                      <a:pt x="2875" y="0"/>
                    </a:lnTo>
                    <a:lnTo>
                      <a:pt x="5262" y="370"/>
                    </a:lnTo>
                    <a:lnTo>
                      <a:pt x="2387" y="731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6" name="Surface mesh patch"/>
              <p:cNvSpPr/>
              <p:nvPr/>
            </p:nvSpPr>
            <p:spPr>
              <a:xfrm>
                <a:off x="14056728" y="1843065"/>
                <a:ext cx="50120" cy="157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3">
                    <a:moveTo>
                      <a:pt x="0" y="618"/>
                    </a:moveTo>
                    <a:lnTo>
                      <a:pt x="2875" y="0"/>
                    </a:lnTo>
                    <a:lnTo>
                      <a:pt x="5262" y="675"/>
                    </a:lnTo>
                    <a:lnTo>
                      <a:pt x="2387" y="165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7" name="Surface mesh patch"/>
              <p:cNvSpPr/>
              <p:nvPr/>
            </p:nvSpPr>
            <p:spPr>
              <a:xfrm>
                <a:off x="14106847" y="1839097"/>
                <a:ext cx="50120" cy="230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15">
                    <a:moveTo>
                      <a:pt x="0" y="1092"/>
                    </a:moveTo>
                    <a:lnTo>
                      <a:pt x="2875" y="0"/>
                    </a:lnTo>
                    <a:lnTo>
                      <a:pt x="5262" y="914"/>
                    </a:lnTo>
                    <a:lnTo>
                      <a:pt x="2387" y="2415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8" name="Surface mesh patch"/>
              <p:cNvSpPr/>
              <p:nvPr/>
            </p:nvSpPr>
            <p:spPr>
              <a:xfrm>
                <a:off x="14156967" y="1834213"/>
                <a:ext cx="50120" cy="273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6">
                    <a:moveTo>
                      <a:pt x="0" y="1427"/>
                    </a:moveTo>
                    <a:lnTo>
                      <a:pt x="2875" y="0"/>
                    </a:lnTo>
                    <a:lnTo>
                      <a:pt x="5262" y="1015"/>
                    </a:lnTo>
                    <a:lnTo>
                      <a:pt x="2387" y="2876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09" name="Surface mesh patch"/>
              <p:cNvSpPr/>
              <p:nvPr/>
            </p:nvSpPr>
            <p:spPr>
              <a:xfrm>
                <a:off x="14207086" y="1828891"/>
                <a:ext cx="50120" cy="27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36">
                    <a:moveTo>
                      <a:pt x="0" y="1574"/>
                    </a:moveTo>
                    <a:lnTo>
                      <a:pt x="2875" y="0"/>
                    </a:lnTo>
                    <a:lnTo>
                      <a:pt x="5262" y="945"/>
                    </a:lnTo>
                    <a:lnTo>
                      <a:pt x="2387" y="2936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10" name="Surface mesh patch"/>
              <p:cNvSpPr/>
              <p:nvPr/>
            </p:nvSpPr>
            <p:spPr>
              <a:xfrm>
                <a:off x="14257206" y="1823596"/>
                <a:ext cx="50120" cy="245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6">
                    <a:moveTo>
                      <a:pt x="0" y="1501"/>
                    </a:moveTo>
                    <a:lnTo>
                      <a:pt x="2875" y="0"/>
                    </a:lnTo>
                    <a:lnTo>
                      <a:pt x="5262" y="720"/>
                    </a:lnTo>
                    <a:lnTo>
                      <a:pt x="2387" y="2576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11" name="Surface mesh patch"/>
              <p:cNvSpPr/>
              <p:nvPr/>
            </p:nvSpPr>
            <p:spPr>
              <a:xfrm>
                <a:off x="14307326" y="1818941"/>
                <a:ext cx="50120" cy="177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5">
                    <a:moveTo>
                      <a:pt x="0" y="1209"/>
                    </a:moveTo>
                    <a:lnTo>
                      <a:pt x="2875" y="0"/>
                    </a:lnTo>
                    <a:lnTo>
                      <a:pt x="5262" y="398"/>
                    </a:lnTo>
                    <a:lnTo>
                      <a:pt x="2387" y="1865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12" name="Surface mesh patch"/>
              <p:cNvSpPr/>
              <p:nvPr/>
            </p:nvSpPr>
            <p:spPr>
              <a:xfrm>
                <a:off x="14357445" y="1815637"/>
                <a:ext cx="50120" cy="90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">
                    <a:moveTo>
                      <a:pt x="0" y="745"/>
                    </a:moveTo>
                    <a:lnTo>
                      <a:pt x="2875" y="0"/>
                    </a:lnTo>
                    <a:lnTo>
                      <a:pt x="5262" y="51"/>
                    </a:lnTo>
                    <a:lnTo>
                      <a:pt x="2387" y="949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13" name="Surface mesh patch"/>
              <p:cNvSpPr/>
              <p:nvPr/>
            </p:nvSpPr>
            <p:spPr>
              <a:xfrm>
                <a:off x="14407565" y="1811656"/>
                <a:ext cx="50120" cy="44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">
                    <a:moveTo>
                      <a:pt x="0" y="469"/>
                    </a:moveTo>
                    <a:lnTo>
                      <a:pt x="2875" y="268"/>
                    </a:lnTo>
                    <a:lnTo>
                      <a:pt x="5262" y="0"/>
                    </a:lnTo>
                    <a:lnTo>
                      <a:pt x="2387" y="268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14" name="Surface mesh patch"/>
              <p:cNvSpPr/>
              <p:nvPr/>
            </p:nvSpPr>
            <p:spPr>
              <a:xfrm>
                <a:off x="14457685" y="1806735"/>
                <a:ext cx="50120" cy="78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7">
                    <a:moveTo>
                      <a:pt x="0" y="517"/>
                    </a:moveTo>
                    <a:lnTo>
                      <a:pt x="2875" y="827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15" name="Surface mesh patch"/>
              <p:cNvSpPr/>
              <p:nvPr/>
            </p:nvSpPr>
            <p:spPr>
              <a:xfrm>
                <a:off x="14507804" y="1802382"/>
                <a:ext cx="50120" cy="1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3">
                    <a:moveTo>
                      <a:pt x="0" y="748"/>
                    </a:moveTo>
                    <a:lnTo>
                      <a:pt x="2875" y="1433"/>
                    </a:lnTo>
                    <a:lnTo>
                      <a:pt x="5262" y="6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16" name="Surface mesh patch"/>
              <p:cNvSpPr/>
              <p:nvPr/>
            </p:nvSpPr>
            <p:spPr>
              <a:xfrm>
                <a:off x="14557924" y="1799916"/>
                <a:ext cx="50120" cy="170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6">
                    <a:moveTo>
                      <a:pt x="0" y="930"/>
                    </a:moveTo>
                    <a:lnTo>
                      <a:pt x="2875" y="1786"/>
                    </a:lnTo>
                    <a:lnTo>
                      <a:pt x="5262" y="8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17" name="Surface mesh patch"/>
              <p:cNvSpPr/>
              <p:nvPr/>
            </p:nvSpPr>
            <p:spPr>
              <a:xfrm>
                <a:off x="14608044" y="1797256"/>
                <a:ext cx="50120" cy="18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5">
                    <a:moveTo>
                      <a:pt x="0" y="1098"/>
                    </a:moveTo>
                    <a:lnTo>
                      <a:pt x="2875" y="1915"/>
                    </a:lnTo>
                    <a:lnTo>
                      <a:pt x="5262" y="7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18" name="Surface mesh patch"/>
              <p:cNvSpPr/>
              <p:nvPr/>
            </p:nvSpPr>
            <p:spPr>
              <a:xfrm>
                <a:off x="14658163" y="1792249"/>
                <a:ext cx="50120" cy="17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5">
                    <a:moveTo>
                      <a:pt x="0" y="1272"/>
                    </a:moveTo>
                    <a:lnTo>
                      <a:pt x="2875" y="1885"/>
                    </a:lnTo>
                    <a:lnTo>
                      <a:pt x="5262" y="5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19" name="Surface mesh patch"/>
              <p:cNvSpPr/>
              <p:nvPr/>
            </p:nvSpPr>
            <p:spPr>
              <a:xfrm>
                <a:off x="14033996" y="1842384"/>
                <a:ext cx="50120" cy="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">
                    <a:moveTo>
                      <a:pt x="0" y="321"/>
                    </a:moveTo>
                    <a:lnTo>
                      <a:pt x="2875" y="0"/>
                    </a:lnTo>
                    <a:lnTo>
                      <a:pt x="5262" y="72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20" name="Surface mesh patch"/>
              <p:cNvSpPr/>
              <p:nvPr/>
            </p:nvSpPr>
            <p:spPr>
              <a:xfrm>
                <a:off x="14084115" y="1835898"/>
                <a:ext cx="50120" cy="135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8">
                    <a:moveTo>
                      <a:pt x="0" y="753"/>
                    </a:moveTo>
                    <a:lnTo>
                      <a:pt x="2875" y="0"/>
                    </a:lnTo>
                    <a:lnTo>
                      <a:pt x="5262" y="336"/>
                    </a:lnTo>
                    <a:lnTo>
                      <a:pt x="2387" y="1428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21" name="Surface mesh patch"/>
              <p:cNvSpPr/>
              <p:nvPr/>
            </p:nvSpPr>
            <p:spPr>
              <a:xfrm>
                <a:off x="14134235" y="1829030"/>
                <a:ext cx="50120" cy="18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1">
                    <a:moveTo>
                      <a:pt x="0" y="1057"/>
                    </a:moveTo>
                    <a:lnTo>
                      <a:pt x="2875" y="0"/>
                    </a:lnTo>
                    <a:lnTo>
                      <a:pt x="5262" y="544"/>
                    </a:lnTo>
                    <a:lnTo>
                      <a:pt x="2387" y="1971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22" name="Surface mesh patch"/>
              <p:cNvSpPr/>
              <p:nvPr/>
            </p:nvSpPr>
            <p:spPr>
              <a:xfrm>
                <a:off x="14184355" y="1822804"/>
                <a:ext cx="50120" cy="210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3">
                    <a:moveTo>
                      <a:pt x="0" y="1198"/>
                    </a:moveTo>
                    <a:lnTo>
                      <a:pt x="2875" y="0"/>
                    </a:lnTo>
                    <a:lnTo>
                      <a:pt x="5262" y="639"/>
                    </a:lnTo>
                    <a:lnTo>
                      <a:pt x="2387" y="2213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23" name="Surface mesh patch"/>
              <p:cNvSpPr/>
              <p:nvPr/>
            </p:nvSpPr>
            <p:spPr>
              <a:xfrm>
                <a:off x="14234474" y="1817915"/>
                <a:ext cx="50120" cy="199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7">
                    <a:moveTo>
                      <a:pt x="0" y="1152"/>
                    </a:moveTo>
                    <a:lnTo>
                      <a:pt x="2875" y="0"/>
                    </a:lnTo>
                    <a:lnTo>
                      <a:pt x="5262" y="596"/>
                    </a:lnTo>
                    <a:lnTo>
                      <a:pt x="2387" y="2097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24" name="Surface mesh patch"/>
              <p:cNvSpPr/>
              <p:nvPr/>
            </p:nvSpPr>
            <p:spPr>
              <a:xfrm>
                <a:off x="14284594" y="1814824"/>
                <a:ext cx="50120" cy="156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41">
                    <a:moveTo>
                      <a:pt x="0" y="921"/>
                    </a:moveTo>
                    <a:lnTo>
                      <a:pt x="2875" y="0"/>
                    </a:lnTo>
                    <a:lnTo>
                      <a:pt x="5262" y="432"/>
                    </a:lnTo>
                    <a:lnTo>
                      <a:pt x="2387" y="1641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25" name="Surface mesh patch"/>
              <p:cNvSpPr/>
              <p:nvPr/>
            </p:nvSpPr>
            <p:spPr>
              <a:xfrm>
                <a:off x="14334714" y="1813825"/>
                <a:ext cx="50120" cy="8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6">
                    <a:moveTo>
                      <a:pt x="0" y="537"/>
                    </a:moveTo>
                    <a:lnTo>
                      <a:pt x="2875" y="0"/>
                    </a:lnTo>
                    <a:lnTo>
                      <a:pt x="5262" y="190"/>
                    </a:lnTo>
                    <a:lnTo>
                      <a:pt x="2387" y="936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26" name="Surface mesh patch"/>
              <p:cNvSpPr/>
              <p:nvPr/>
            </p:nvSpPr>
            <p:spPr>
              <a:xfrm>
                <a:off x="14384833" y="1814206"/>
                <a:ext cx="50120" cy="19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">
                    <a:moveTo>
                      <a:pt x="0" y="150"/>
                    </a:moveTo>
                    <a:lnTo>
                      <a:pt x="2875" y="80"/>
                    </a:lnTo>
                    <a:lnTo>
                      <a:pt x="5262" y="0"/>
                    </a:lnTo>
                    <a:lnTo>
                      <a:pt x="2387" y="201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27" name="Surface mesh patch"/>
              <p:cNvSpPr/>
              <p:nvPr/>
            </p:nvSpPr>
            <p:spPr>
              <a:xfrm>
                <a:off x="14434953" y="1811656"/>
                <a:ext cx="50120" cy="6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5">
                    <a:moveTo>
                      <a:pt x="0" y="268"/>
                    </a:moveTo>
                    <a:lnTo>
                      <a:pt x="2875" y="655"/>
                    </a:lnTo>
                    <a:lnTo>
                      <a:pt x="5262" y="3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28" name="Surface mesh patch"/>
              <p:cNvSpPr/>
              <p:nvPr/>
            </p:nvSpPr>
            <p:spPr>
              <a:xfrm>
                <a:off x="14485072" y="1809509"/>
                <a:ext cx="50120" cy="12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">
                    <a:moveTo>
                      <a:pt x="0" y="536"/>
                    </a:moveTo>
                    <a:lnTo>
                      <a:pt x="2875" y="1276"/>
                    </a:lnTo>
                    <a:lnTo>
                      <a:pt x="5262" y="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29" name="Surface mesh patch"/>
              <p:cNvSpPr/>
              <p:nvPr/>
            </p:nvSpPr>
            <p:spPr>
              <a:xfrm>
                <a:off x="14535192" y="1808773"/>
                <a:ext cx="50120" cy="160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2">
                    <a:moveTo>
                      <a:pt x="0" y="762"/>
                    </a:moveTo>
                    <a:lnTo>
                      <a:pt x="2875" y="1682"/>
                    </a:lnTo>
                    <a:lnTo>
                      <a:pt x="5262" y="8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0" name="Surface mesh patch"/>
              <p:cNvSpPr/>
              <p:nvPr/>
            </p:nvSpPr>
            <p:spPr>
              <a:xfrm>
                <a:off x="14585312" y="1807714"/>
                <a:ext cx="50120" cy="178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1">
                    <a:moveTo>
                      <a:pt x="0" y="968"/>
                    </a:moveTo>
                    <a:lnTo>
                      <a:pt x="2875" y="1871"/>
                    </a:lnTo>
                    <a:lnTo>
                      <a:pt x="5262" y="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1" name="Surface mesh patch"/>
              <p:cNvSpPr/>
              <p:nvPr/>
            </p:nvSpPr>
            <p:spPr>
              <a:xfrm>
                <a:off x="14635431" y="1804360"/>
                <a:ext cx="50120" cy="17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170"/>
                    </a:moveTo>
                    <a:lnTo>
                      <a:pt x="2875" y="1888"/>
                    </a:lnTo>
                    <a:lnTo>
                      <a:pt x="5262" y="6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2" name="Surface mesh patch"/>
              <p:cNvSpPr/>
              <p:nvPr/>
            </p:nvSpPr>
            <p:spPr>
              <a:xfrm>
                <a:off x="14061383" y="1835898"/>
                <a:ext cx="50120" cy="71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3">
                    <a:moveTo>
                      <a:pt x="0" y="681"/>
                    </a:moveTo>
                    <a:lnTo>
                      <a:pt x="2875" y="202"/>
                    </a:lnTo>
                    <a:lnTo>
                      <a:pt x="5262" y="0"/>
                    </a:lnTo>
                    <a:lnTo>
                      <a:pt x="2387" y="753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3" name="Surface mesh patch"/>
              <p:cNvSpPr/>
              <p:nvPr/>
            </p:nvSpPr>
            <p:spPr>
              <a:xfrm>
                <a:off x="14111503" y="1828673"/>
                <a:ext cx="50120" cy="10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4">
                    <a:moveTo>
                      <a:pt x="0" y="758"/>
                    </a:moveTo>
                    <a:lnTo>
                      <a:pt x="2875" y="0"/>
                    </a:lnTo>
                    <a:lnTo>
                      <a:pt x="5262" y="37"/>
                    </a:lnTo>
                    <a:lnTo>
                      <a:pt x="2387" y="1094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4" name="Surface mesh patch"/>
              <p:cNvSpPr/>
              <p:nvPr/>
            </p:nvSpPr>
            <p:spPr>
              <a:xfrm>
                <a:off x="14161623" y="1820602"/>
                <a:ext cx="50120" cy="136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9">
                    <a:moveTo>
                      <a:pt x="0" y="885"/>
                    </a:moveTo>
                    <a:lnTo>
                      <a:pt x="2875" y="0"/>
                    </a:lnTo>
                    <a:lnTo>
                      <a:pt x="5262" y="231"/>
                    </a:lnTo>
                    <a:lnTo>
                      <a:pt x="2387" y="142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5" name="Surface mesh patch"/>
              <p:cNvSpPr/>
              <p:nvPr/>
            </p:nvSpPr>
            <p:spPr>
              <a:xfrm>
                <a:off x="14211742" y="1814757"/>
                <a:ext cx="50120" cy="14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84">
                    <a:moveTo>
                      <a:pt x="0" y="845"/>
                    </a:moveTo>
                    <a:lnTo>
                      <a:pt x="2875" y="0"/>
                    </a:lnTo>
                    <a:lnTo>
                      <a:pt x="5262" y="332"/>
                    </a:lnTo>
                    <a:lnTo>
                      <a:pt x="2387" y="1484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6" name="Surface mesh patch"/>
              <p:cNvSpPr/>
              <p:nvPr/>
            </p:nvSpPr>
            <p:spPr>
              <a:xfrm>
                <a:off x="14261862" y="1811783"/>
                <a:ext cx="50120" cy="11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0">
                    <a:moveTo>
                      <a:pt x="0" y="644"/>
                    </a:moveTo>
                    <a:lnTo>
                      <a:pt x="2875" y="0"/>
                    </a:lnTo>
                    <a:lnTo>
                      <a:pt x="5262" y="319"/>
                    </a:lnTo>
                    <a:lnTo>
                      <a:pt x="2387" y="124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7" name="Surface mesh patch"/>
              <p:cNvSpPr/>
              <p:nvPr/>
            </p:nvSpPr>
            <p:spPr>
              <a:xfrm>
                <a:off x="14311982" y="1811866"/>
                <a:ext cx="50120" cy="7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3">
                    <a:moveTo>
                      <a:pt x="0" y="311"/>
                    </a:moveTo>
                    <a:lnTo>
                      <a:pt x="2875" y="0"/>
                    </a:lnTo>
                    <a:lnTo>
                      <a:pt x="5262" y="206"/>
                    </a:lnTo>
                    <a:lnTo>
                      <a:pt x="2387" y="743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8" name="Surface mesh patch"/>
              <p:cNvSpPr/>
              <p:nvPr/>
            </p:nvSpPr>
            <p:spPr>
              <a:xfrm>
                <a:off x="14362101" y="1813825"/>
                <a:ext cx="50120" cy="1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">
                    <a:moveTo>
                      <a:pt x="0" y="0"/>
                    </a:moveTo>
                    <a:lnTo>
                      <a:pt x="2875" y="99"/>
                    </a:lnTo>
                    <a:lnTo>
                      <a:pt x="5262" y="120"/>
                    </a:lnTo>
                    <a:lnTo>
                      <a:pt x="2387" y="19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39" name="Surface mesh patch"/>
              <p:cNvSpPr/>
              <p:nvPr/>
            </p:nvSpPr>
            <p:spPr>
              <a:xfrm>
                <a:off x="14412221" y="1814206"/>
                <a:ext cx="50120" cy="5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9">
                    <a:moveTo>
                      <a:pt x="0" y="80"/>
                    </a:moveTo>
                    <a:lnTo>
                      <a:pt x="2875" y="589"/>
                    </a:lnTo>
                    <a:lnTo>
                      <a:pt x="5262" y="3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40" name="Surface mesh patch"/>
              <p:cNvSpPr/>
              <p:nvPr/>
            </p:nvSpPr>
            <p:spPr>
              <a:xfrm>
                <a:off x="14462341" y="1814613"/>
                <a:ext cx="50120" cy="112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0">
                    <a:moveTo>
                      <a:pt x="0" y="345"/>
                    </a:moveTo>
                    <a:lnTo>
                      <a:pt x="2875" y="1180"/>
                    </a:lnTo>
                    <a:lnTo>
                      <a:pt x="5262" y="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41" name="Surface mesh patch"/>
              <p:cNvSpPr/>
              <p:nvPr/>
            </p:nvSpPr>
            <p:spPr>
              <a:xfrm>
                <a:off x="14512460" y="1816030"/>
                <a:ext cx="50120" cy="15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3">
                    <a:moveTo>
                      <a:pt x="0" y="592"/>
                    </a:moveTo>
                    <a:lnTo>
                      <a:pt x="2875" y="1603"/>
                    </a:lnTo>
                    <a:lnTo>
                      <a:pt x="5262" y="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42" name="Surface mesh patch"/>
              <p:cNvSpPr/>
              <p:nvPr/>
            </p:nvSpPr>
            <p:spPr>
              <a:xfrm>
                <a:off x="14562580" y="1816932"/>
                <a:ext cx="50120" cy="174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2">
                    <a:moveTo>
                      <a:pt x="0" y="825"/>
                    </a:moveTo>
                    <a:lnTo>
                      <a:pt x="2875" y="1832"/>
                    </a:lnTo>
                    <a:lnTo>
                      <a:pt x="5262" y="9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43" name="Surface mesh patch"/>
              <p:cNvSpPr/>
              <p:nvPr/>
            </p:nvSpPr>
            <p:spPr>
              <a:xfrm>
                <a:off x="14612700" y="1815501"/>
                <a:ext cx="50120" cy="179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053"/>
                    </a:moveTo>
                    <a:lnTo>
                      <a:pt x="2875" y="1888"/>
                    </a:lnTo>
                    <a:lnTo>
                      <a:pt x="5262" y="7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44" name="Surface mesh patch"/>
              <p:cNvSpPr/>
              <p:nvPr/>
            </p:nvSpPr>
            <p:spPr>
              <a:xfrm>
                <a:off x="14088771" y="1828673"/>
                <a:ext cx="50120" cy="9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1">
                    <a:moveTo>
                      <a:pt x="0" y="961"/>
                    </a:moveTo>
                    <a:lnTo>
                      <a:pt x="2875" y="435"/>
                    </a:lnTo>
                    <a:lnTo>
                      <a:pt x="5262" y="0"/>
                    </a:lnTo>
                    <a:lnTo>
                      <a:pt x="2387" y="758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45" name="Surface mesh patch"/>
              <p:cNvSpPr/>
              <p:nvPr/>
            </p:nvSpPr>
            <p:spPr>
              <a:xfrm>
                <a:off x="14138891" y="1820602"/>
                <a:ext cx="50120" cy="84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5">
                    <a:moveTo>
                      <a:pt x="0" y="847"/>
                    </a:moveTo>
                    <a:lnTo>
                      <a:pt x="2875" y="205"/>
                    </a:lnTo>
                    <a:lnTo>
                      <a:pt x="5262" y="0"/>
                    </a:lnTo>
                    <a:lnTo>
                      <a:pt x="2387" y="885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46" name="Surface mesh patch"/>
              <p:cNvSpPr/>
              <p:nvPr/>
            </p:nvSpPr>
            <p:spPr>
              <a:xfrm>
                <a:off x="14189011" y="1814757"/>
                <a:ext cx="50120" cy="80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">
                    <a:moveTo>
                      <a:pt x="0" y="614"/>
                    </a:moveTo>
                    <a:lnTo>
                      <a:pt x="2875" y="15"/>
                    </a:lnTo>
                    <a:lnTo>
                      <a:pt x="5262" y="0"/>
                    </a:lnTo>
                    <a:lnTo>
                      <a:pt x="2387" y="845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47" name="Surface mesh patch"/>
              <p:cNvSpPr/>
              <p:nvPr/>
            </p:nvSpPr>
            <p:spPr>
              <a:xfrm>
                <a:off x="14239130" y="1810875"/>
                <a:ext cx="50120" cy="7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9">
                    <a:moveTo>
                      <a:pt x="0" y="408"/>
                    </a:moveTo>
                    <a:lnTo>
                      <a:pt x="2875" y="0"/>
                    </a:lnTo>
                    <a:lnTo>
                      <a:pt x="5262" y="95"/>
                    </a:lnTo>
                    <a:lnTo>
                      <a:pt x="2387" y="73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48" name="Surface mesh patch"/>
              <p:cNvSpPr/>
              <p:nvPr/>
            </p:nvSpPr>
            <p:spPr>
              <a:xfrm>
                <a:off x="14289250" y="1810837"/>
                <a:ext cx="50120" cy="3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">
                    <a:moveTo>
                      <a:pt x="0" y="99"/>
                    </a:moveTo>
                    <a:lnTo>
                      <a:pt x="2875" y="0"/>
                    </a:lnTo>
                    <a:lnTo>
                      <a:pt x="5262" y="108"/>
                    </a:lnTo>
                    <a:lnTo>
                      <a:pt x="2387" y="41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49" name="Surface mesh patch"/>
              <p:cNvSpPr/>
              <p:nvPr/>
            </p:nvSpPr>
            <p:spPr>
              <a:xfrm>
                <a:off x="14339369" y="1811866"/>
                <a:ext cx="50120" cy="29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5">
                    <a:moveTo>
                      <a:pt x="0" y="0"/>
                    </a:moveTo>
                    <a:lnTo>
                      <a:pt x="2875" y="276"/>
                    </a:lnTo>
                    <a:lnTo>
                      <a:pt x="5262" y="305"/>
                    </a:lnTo>
                    <a:lnTo>
                      <a:pt x="2387" y="206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0" name="Surface mesh patch"/>
              <p:cNvSpPr/>
              <p:nvPr/>
            </p:nvSpPr>
            <p:spPr>
              <a:xfrm>
                <a:off x="14389489" y="1814769"/>
                <a:ext cx="50120" cy="6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">
                    <a:moveTo>
                      <a:pt x="0" y="0"/>
                    </a:moveTo>
                    <a:lnTo>
                      <a:pt x="2875" y="652"/>
                    </a:lnTo>
                    <a:lnTo>
                      <a:pt x="5262" y="530"/>
                    </a:lnTo>
                    <a:lnTo>
                      <a:pt x="2387" y="21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1" name="Surface mesh patch"/>
              <p:cNvSpPr/>
              <p:nvPr/>
            </p:nvSpPr>
            <p:spPr>
              <a:xfrm>
                <a:off x="14439609" y="1817898"/>
                <a:ext cx="50120" cy="11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7">
                    <a:moveTo>
                      <a:pt x="0" y="201"/>
                    </a:moveTo>
                    <a:lnTo>
                      <a:pt x="2875" y="1157"/>
                    </a:lnTo>
                    <a:lnTo>
                      <a:pt x="5262" y="8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2" name="Surface mesh patch"/>
              <p:cNvSpPr/>
              <p:nvPr/>
            </p:nvSpPr>
            <p:spPr>
              <a:xfrm>
                <a:off x="14489728" y="1821667"/>
                <a:ext cx="50120" cy="149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65">
                    <a:moveTo>
                      <a:pt x="0" y="439"/>
                    </a:moveTo>
                    <a:lnTo>
                      <a:pt x="2875" y="1565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3" name="Surface mesh patch"/>
              <p:cNvSpPr/>
              <p:nvPr/>
            </p:nvSpPr>
            <p:spPr>
              <a:xfrm>
                <a:off x="14539848" y="1824794"/>
                <a:ext cx="50120" cy="17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0">
                    <a:moveTo>
                      <a:pt x="0" y="683"/>
                    </a:moveTo>
                    <a:lnTo>
                      <a:pt x="2875" y="1810"/>
                    </a:lnTo>
                    <a:lnTo>
                      <a:pt x="5262" y="10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4" name="Surface mesh patch"/>
              <p:cNvSpPr/>
              <p:nvPr/>
            </p:nvSpPr>
            <p:spPr>
              <a:xfrm>
                <a:off x="14589968" y="1825534"/>
                <a:ext cx="50120" cy="18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4">
                    <a:moveTo>
                      <a:pt x="0" y="929"/>
                    </a:moveTo>
                    <a:lnTo>
                      <a:pt x="2875" y="1894"/>
                    </a:lnTo>
                    <a:lnTo>
                      <a:pt x="5262" y="8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5" name="Surface mesh patch"/>
              <p:cNvSpPr/>
              <p:nvPr/>
            </p:nvSpPr>
            <p:spPr>
              <a:xfrm>
                <a:off x="14116159" y="1822557"/>
                <a:ext cx="50120" cy="102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">
                    <a:moveTo>
                      <a:pt x="0" y="1077"/>
                    </a:moveTo>
                    <a:lnTo>
                      <a:pt x="2875" y="613"/>
                    </a:lnTo>
                    <a:lnTo>
                      <a:pt x="5262" y="0"/>
                    </a:lnTo>
                    <a:lnTo>
                      <a:pt x="2387" y="642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6" name="Surface mesh patch"/>
              <p:cNvSpPr/>
              <p:nvPr/>
            </p:nvSpPr>
            <p:spPr>
              <a:xfrm>
                <a:off x="14166279" y="1814899"/>
                <a:ext cx="50120" cy="76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4">
                    <a:moveTo>
                      <a:pt x="0" y="804"/>
                    </a:moveTo>
                    <a:lnTo>
                      <a:pt x="2875" y="385"/>
                    </a:lnTo>
                    <a:lnTo>
                      <a:pt x="5262" y="0"/>
                    </a:lnTo>
                    <a:lnTo>
                      <a:pt x="2387" y="599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7" name="Surface mesh patch"/>
              <p:cNvSpPr/>
              <p:nvPr/>
            </p:nvSpPr>
            <p:spPr>
              <a:xfrm>
                <a:off x="14216398" y="1810875"/>
                <a:ext cx="50120" cy="4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">
                    <a:moveTo>
                      <a:pt x="0" y="422"/>
                    </a:moveTo>
                    <a:lnTo>
                      <a:pt x="2875" y="193"/>
                    </a:lnTo>
                    <a:lnTo>
                      <a:pt x="5262" y="0"/>
                    </a:lnTo>
                    <a:lnTo>
                      <a:pt x="2387" y="408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8" name="Surface mesh patch"/>
              <p:cNvSpPr/>
              <p:nvPr/>
            </p:nvSpPr>
            <p:spPr>
              <a:xfrm>
                <a:off x="14266518" y="1810837"/>
                <a:ext cx="50120" cy="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">
                    <a:moveTo>
                      <a:pt x="0" y="4"/>
                    </a:moveTo>
                    <a:lnTo>
                      <a:pt x="2875" y="76"/>
                    </a:lnTo>
                    <a:lnTo>
                      <a:pt x="5262" y="0"/>
                    </a:lnTo>
                    <a:lnTo>
                      <a:pt x="2387" y="99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59" name="Surface mesh patch"/>
              <p:cNvSpPr/>
              <p:nvPr/>
            </p:nvSpPr>
            <p:spPr>
              <a:xfrm>
                <a:off x="14316638" y="1810837"/>
                <a:ext cx="50120" cy="41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">
                    <a:moveTo>
                      <a:pt x="0" y="0"/>
                    </a:moveTo>
                    <a:lnTo>
                      <a:pt x="2875" y="433"/>
                    </a:lnTo>
                    <a:lnTo>
                      <a:pt x="5262" y="384"/>
                    </a:lnTo>
                    <a:lnTo>
                      <a:pt x="2387" y="108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0" name="Surface mesh patch"/>
              <p:cNvSpPr/>
              <p:nvPr/>
            </p:nvSpPr>
            <p:spPr>
              <a:xfrm>
                <a:off x="14366757" y="1814494"/>
                <a:ext cx="50120" cy="75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3">
                    <a:moveTo>
                      <a:pt x="0" y="0"/>
                    </a:moveTo>
                    <a:lnTo>
                      <a:pt x="2875" y="793"/>
                    </a:lnTo>
                    <a:lnTo>
                      <a:pt x="5262" y="681"/>
                    </a:lnTo>
                    <a:lnTo>
                      <a:pt x="2387" y="29"/>
                    </a:lnTo>
                    <a:close/>
                  </a:path>
                </a:pathLst>
              </a:custGeom>
              <a:solidFill>
                <a:srgbClr val="bfd5fa"/>
              </a:solidFill>
              <a:ln w="3334" cap="flat" cmpd="sng" algn="ctr">
                <a:solidFill>
                  <a:srgbClr val="bf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1" name="Surface mesh patch"/>
              <p:cNvSpPr/>
              <p:nvPr/>
            </p:nvSpPr>
            <p:spPr>
              <a:xfrm>
                <a:off x="14416877" y="1819815"/>
                <a:ext cx="50120" cy="115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8">
                    <a:moveTo>
                      <a:pt x="0" y="122"/>
                    </a:moveTo>
                    <a:lnTo>
                      <a:pt x="2875" y="1208"/>
                    </a:lnTo>
                    <a:lnTo>
                      <a:pt x="5262" y="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2" name="Surface mesh patch"/>
              <p:cNvSpPr/>
              <p:nvPr/>
            </p:nvSpPr>
            <p:spPr>
              <a:xfrm>
                <a:off x="14466997" y="1825850"/>
                <a:ext cx="50120" cy="150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6">
                    <a:moveTo>
                      <a:pt x="0" y="322"/>
                    </a:moveTo>
                    <a:lnTo>
                      <a:pt x="2875" y="1576"/>
                    </a:lnTo>
                    <a:lnTo>
                      <a:pt x="5262" y="11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3" name="Surface mesh patch"/>
              <p:cNvSpPr/>
              <p:nvPr/>
            </p:nvSpPr>
            <p:spPr>
              <a:xfrm>
                <a:off x="14517116" y="1831297"/>
                <a:ext cx="50120" cy="17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6">
                    <a:moveTo>
                      <a:pt x="0" y="554"/>
                    </a:moveTo>
                    <a:lnTo>
                      <a:pt x="2875" y="1816"/>
                    </a:lnTo>
                    <a:lnTo>
                      <a:pt x="5262" y="11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4" name="Surface mesh patch"/>
              <p:cNvSpPr/>
              <p:nvPr/>
            </p:nvSpPr>
            <p:spPr>
              <a:xfrm>
                <a:off x="14567236" y="1834378"/>
                <a:ext cx="50120" cy="18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3">
                    <a:moveTo>
                      <a:pt x="0" y="804"/>
                    </a:moveTo>
                    <a:lnTo>
                      <a:pt x="2875" y="1913"/>
                    </a:lnTo>
                    <a:lnTo>
                      <a:pt x="5262" y="9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5" name="Surface mesh patch"/>
              <p:cNvSpPr/>
              <p:nvPr/>
            </p:nvSpPr>
            <p:spPr>
              <a:xfrm>
                <a:off x="14143547" y="1818567"/>
                <a:ext cx="50120" cy="9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2">
                    <a:moveTo>
                      <a:pt x="0" y="1032"/>
                    </a:moveTo>
                    <a:lnTo>
                      <a:pt x="2875" y="733"/>
                    </a:lnTo>
                    <a:lnTo>
                      <a:pt x="5262" y="0"/>
                    </a:lnTo>
                    <a:lnTo>
                      <a:pt x="2387" y="419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6" name="Surface mesh patch"/>
              <p:cNvSpPr/>
              <p:nvPr/>
            </p:nvSpPr>
            <p:spPr>
              <a:xfrm>
                <a:off x="14193666" y="1812718"/>
                <a:ext cx="50120" cy="5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4">
                    <a:moveTo>
                      <a:pt x="0" y="614"/>
                    </a:moveTo>
                    <a:lnTo>
                      <a:pt x="2875" y="502"/>
                    </a:lnTo>
                    <a:lnTo>
                      <a:pt x="5262" y="0"/>
                    </a:lnTo>
                    <a:lnTo>
                      <a:pt x="2387" y="229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7" name="Surface mesh patch"/>
              <p:cNvSpPr/>
              <p:nvPr/>
            </p:nvSpPr>
            <p:spPr>
              <a:xfrm>
                <a:off x="14243786" y="1810875"/>
                <a:ext cx="50120" cy="36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">
                    <a:moveTo>
                      <a:pt x="0" y="193"/>
                    </a:moveTo>
                    <a:lnTo>
                      <a:pt x="2875" y="383"/>
                    </a:lnTo>
                    <a:lnTo>
                      <a:pt x="5262" y="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8" name="Surface mesh patch"/>
              <p:cNvSpPr/>
              <p:nvPr/>
            </p:nvSpPr>
            <p:spPr>
              <a:xfrm>
                <a:off x="14293906" y="1810837"/>
                <a:ext cx="50120" cy="5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">
                    <a:moveTo>
                      <a:pt x="0" y="76"/>
                    </a:moveTo>
                    <a:lnTo>
                      <a:pt x="2875" y="627"/>
                    </a:lnTo>
                    <a:lnTo>
                      <a:pt x="5262" y="4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69" name="Surface mesh patch"/>
              <p:cNvSpPr/>
              <p:nvPr/>
            </p:nvSpPr>
            <p:spPr>
              <a:xfrm>
                <a:off x="14344025" y="1814494"/>
                <a:ext cx="50120" cy="91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2">
                    <a:moveTo>
                      <a:pt x="0" y="49"/>
                    </a:moveTo>
                    <a:lnTo>
                      <a:pt x="2875" y="962"/>
                    </a:lnTo>
                    <a:lnTo>
                      <a:pt x="5262" y="7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70" name="Surface mesh patch"/>
              <p:cNvSpPr/>
              <p:nvPr/>
            </p:nvSpPr>
            <p:spPr>
              <a:xfrm>
                <a:off x="14394145" y="1820976"/>
                <a:ext cx="50120" cy="12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113"/>
                    </a:moveTo>
                    <a:lnTo>
                      <a:pt x="2875" y="1322"/>
                    </a:lnTo>
                    <a:lnTo>
                      <a:pt x="5262" y="10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71" name="Surface mesh patch"/>
              <p:cNvSpPr/>
              <p:nvPr/>
            </p:nvSpPr>
            <p:spPr>
              <a:xfrm>
                <a:off x="14444265" y="1828917"/>
                <a:ext cx="50120" cy="155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">
                    <a:moveTo>
                      <a:pt x="0" y="253"/>
                    </a:moveTo>
                    <a:lnTo>
                      <a:pt x="2875" y="1637"/>
                    </a:lnTo>
                    <a:lnTo>
                      <a:pt x="5262" y="12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72" name="Surface mesh patch"/>
              <p:cNvSpPr/>
              <p:nvPr/>
            </p:nvSpPr>
            <p:spPr>
              <a:xfrm>
                <a:off x="14494384" y="1836571"/>
                <a:ext cx="50120" cy="17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5">
                    <a:moveTo>
                      <a:pt x="0" y="451"/>
                    </a:moveTo>
                    <a:lnTo>
                      <a:pt x="2875" y="1855"/>
                    </a:lnTo>
                    <a:lnTo>
                      <a:pt x="5262" y="1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73" name="Surface mesh patch"/>
              <p:cNvSpPr/>
              <p:nvPr/>
            </p:nvSpPr>
            <p:spPr>
              <a:xfrm>
                <a:off x="14544504" y="1842036"/>
                <a:ext cx="50120" cy="185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1">
                    <a:moveTo>
                      <a:pt x="0" y="689"/>
                    </a:moveTo>
                    <a:lnTo>
                      <a:pt x="2875" y="1951"/>
                    </a:lnTo>
                    <a:lnTo>
                      <a:pt x="5262" y="11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74" name="Surface mesh patch"/>
              <p:cNvSpPr/>
              <p:nvPr/>
            </p:nvSpPr>
            <p:spPr>
              <a:xfrm>
                <a:off x="14170935" y="1817500"/>
                <a:ext cx="50120" cy="8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">
                    <a:moveTo>
                      <a:pt x="0" y="845"/>
                    </a:moveTo>
                    <a:lnTo>
                      <a:pt x="2875" y="795"/>
                    </a:lnTo>
                    <a:lnTo>
                      <a:pt x="5262" y="0"/>
                    </a:lnTo>
                    <a:lnTo>
                      <a:pt x="2387" y="112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75" name="Surface mesh patch"/>
              <p:cNvSpPr/>
              <p:nvPr/>
            </p:nvSpPr>
            <p:spPr>
              <a:xfrm>
                <a:off x="14221054" y="1812718"/>
                <a:ext cx="50120" cy="71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2">
                    <a:moveTo>
                      <a:pt x="0" y="502"/>
                    </a:moveTo>
                    <a:lnTo>
                      <a:pt x="2875" y="752"/>
                    </a:lnTo>
                    <a:lnTo>
                      <a:pt x="5262" y="1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76" name="Surface mesh patch"/>
              <p:cNvSpPr/>
              <p:nvPr/>
            </p:nvSpPr>
            <p:spPr>
              <a:xfrm>
                <a:off x="14271174" y="1811559"/>
                <a:ext cx="50120" cy="88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">
                    <a:moveTo>
                      <a:pt x="0" y="311"/>
                    </a:moveTo>
                    <a:lnTo>
                      <a:pt x="2875" y="931"/>
                    </a:lnTo>
                    <a:lnTo>
                      <a:pt x="5262" y="5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77" name="Surface mesh patch"/>
              <p:cNvSpPr/>
              <p:nvPr/>
            </p:nvSpPr>
            <p:spPr>
              <a:xfrm>
                <a:off x="14321294" y="1814965"/>
                <a:ext cx="50120" cy="11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8">
                    <a:moveTo>
                      <a:pt x="0" y="194"/>
                    </a:moveTo>
                    <a:lnTo>
                      <a:pt x="2875" y="1188"/>
                    </a:lnTo>
                    <a:lnTo>
                      <a:pt x="5262" y="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78" name="Surface mesh patch"/>
              <p:cNvSpPr/>
              <p:nvPr/>
            </p:nvSpPr>
            <p:spPr>
              <a:xfrm>
                <a:off x="14371413" y="1822051"/>
                <a:ext cx="50120" cy="140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6">
                    <a:moveTo>
                      <a:pt x="0" y="169"/>
                    </a:moveTo>
                    <a:lnTo>
                      <a:pt x="2875" y="1476"/>
                    </a:lnTo>
                    <a:lnTo>
                      <a:pt x="5262" y="1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79" name="Surface mesh patch"/>
              <p:cNvSpPr/>
              <p:nvPr/>
            </p:nvSpPr>
            <p:spPr>
              <a:xfrm>
                <a:off x="14421533" y="1831323"/>
                <a:ext cx="50120" cy="16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8">
                    <a:moveTo>
                      <a:pt x="0" y="235"/>
                    </a:moveTo>
                    <a:lnTo>
                      <a:pt x="2875" y="1738"/>
                    </a:lnTo>
                    <a:lnTo>
                      <a:pt x="5262" y="13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80" name="Surface mesh patch"/>
              <p:cNvSpPr/>
              <p:nvPr/>
            </p:nvSpPr>
            <p:spPr>
              <a:xfrm>
                <a:off x="14471652" y="1840865"/>
                <a:ext cx="50120" cy="183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5">
                    <a:moveTo>
                      <a:pt x="0" y="383"/>
                    </a:moveTo>
                    <a:lnTo>
                      <a:pt x="2875" y="1925"/>
                    </a:lnTo>
                    <a:lnTo>
                      <a:pt x="5262" y="14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81" name="Surface mesh patch"/>
              <p:cNvSpPr/>
              <p:nvPr/>
            </p:nvSpPr>
            <p:spPr>
              <a:xfrm>
                <a:off x="14521772" y="1848598"/>
                <a:ext cx="50120" cy="19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9">
                    <a:moveTo>
                      <a:pt x="0" y="592"/>
                    </a:moveTo>
                    <a:lnTo>
                      <a:pt x="2875" y="2009"/>
                    </a:lnTo>
                    <a:lnTo>
                      <a:pt x="5262" y="1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82" name="Surface mesh patch"/>
              <p:cNvSpPr/>
              <p:nvPr/>
            </p:nvSpPr>
            <p:spPr>
              <a:xfrm>
                <a:off x="14198322" y="1817500"/>
                <a:ext cx="50120" cy="100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6">
                    <a:moveTo>
                      <a:pt x="0" y="795"/>
                    </a:moveTo>
                    <a:lnTo>
                      <a:pt x="2875" y="1056"/>
                    </a:lnTo>
                    <a:lnTo>
                      <a:pt x="5262" y="2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83" name="Surface mesh patch"/>
              <p:cNvSpPr/>
              <p:nvPr/>
            </p:nvSpPr>
            <p:spPr>
              <a:xfrm>
                <a:off x="14248442" y="1814520"/>
                <a:ext cx="50120" cy="114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1">
                    <a:moveTo>
                      <a:pt x="0" y="563"/>
                    </a:moveTo>
                    <a:lnTo>
                      <a:pt x="2875" y="1201"/>
                    </a:lnTo>
                    <a:lnTo>
                      <a:pt x="5262" y="6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84" name="Surface mesh patch"/>
              <p:cNvSpPr/>
              <p:nvPr/>
            </p:nvSpPr>
            <p:spPr>
              <a:xfrm>
                <a:off x="14298562" y="1816813"/>
                <a:ext cx="50120" cy="134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09">
                    <a:moveTo>
                      <a:pt x="0" y="379"/>
                    </a:moveTo>
                    <a:lnTo>
                      <a:pt x="2875" y="1409"/>
                    </a:lnTo>
                    <a:lnTo>
                      <a:pt x="5262" y="9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85" name="Surface mesh patch"/>
              <p:cNvSpPr/>
              <p:nvPr/>
            </p:nvSpPr>
            <p:spPr>
              <a:xfrm>
                <a:off x="14348681" y="1823658"/>
                <a:ext cx="50120" cy="156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44">
                    <a:moveTo>
                      <a:pt x="0" y="275"/>
                    </a:moveTo>
                    <a:lnTo>
                      <a:pt x="2875" y="1644"/>
                    </a:lnTo>
                    <a:lnTo>
                      <a:pt x="5262" y="13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86" name="Surface mesh patch"/>
              <p:cNvSpPr/>
              <p:nvPr/>
            </p:nvSpPr>
            <p:spPr>
              <a:xfrm>
                <a:off x="14398801" y="1833566"/>
                <a:ext cx="50120" cy="177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267"/>
                    </a:moveTo>
                    <a:lnTo>
                      <a:pt x="2875" y="1861"/>
                    </a:lnTo>
                    <a:lnTo>
                      <a:pt x="5262" y="15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87" name="Surface mesh patch"/>
              <p:cNvSpPr/>
              <p:nvPr/>
            </p:nvSpPr>
            <p:spPr>
              <a:xfrm>
                <a:off x="14448921" y="1844511"/>
                <a:ext cx="50120" cy="19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8">
                    <a:moveTo>
                      <a:pt x="0" y="353"/>
                    </a:moveTo>
                    <a:lnTo>
                      <a:pt x="2875" y="2018"/>
                    </a:lnTo>
                    <a:lnTo>
                      <a:pt x="5262" y="15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88" name="Surface mesh patch"/>
              <p:cNvSpPr/>
              <p:nvPr/>
            </p:nvSpPr>
            <p:spPr>
              <a:xfrm>
                <a:off x="14499040" y="1854241"/>
                <a:ext cx="50120" cy="198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7">
                    <a:moveTo>
                      <a:pt x="0" y="521"/>
                    </a:moveTo>
                    <a:lnTo>
                      <a:pt x="2875" y="2087"/>
                    </a:lnTo>
                    <a:lnTo>
                      <a:pt x="5262" y="14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89" name="Surface mesh patch"/>
              <p:cNvSpPr/>
              <p:nvPr/>
            </p:nvSpPr>
            <p:spPr>
              <a:xfrm>
                <a:off x="14225710" y="1819884"/>
                <a:ext cx="50120" cy="134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5">
                    <a:moveTo>
                      <a:pt x="0" y="806"/>
                    </a:moveTo>
                    <a:lnTo>
                      <a:pt x="2875" y="1415"/>
                    </a:lnTo>
                    <a:lnTo>
                      <a:pt x="5262" y="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0" name="Surface mesh patch"/>
              <p:cNvSpPr/>
              <p:nvPr/>
            </p:nvSpPr>
            <p:spPr>
              <a:xfrm>
                <a:off x="14275830" y="1820426"/>
                <a:ext cx="50120" cy="152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">
                    <a:moveTo>
                      <a:pt x="0" y="581"/>
                    </a:moveTo>
                    <a:lnTo>
                      <a:pt x="2875" y="1600"/>
                    </a:lnTo>
                    <a:lnTo>
                      <a:pt x="5262" y="1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1" name="Surface mesh patch"/>
              <p:cNvSpPr/>
              <p:nvPr/>
            </p:nvSpPr>
            <p:spPr>
              <a:xfrm>
                <a:off x="14325949" y="1826282"/>
                <a:ext cx="50120" cy="17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4">
                    <a:moveTo>
                      <a:pt x="0" y="415"/>
                    </a:moveTo>
                    <a:lnTo>
                      <a:pt x="2875" y="1804"/>
                    </a:lnTo>
                    <a:lnTo>
                      <a:pt x="5262" y="13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2" name="Surface mesh patch"/>
              <p:cNvSpPr/>
              <p:nvPr/>
            </p:nvSpPr>
            <p:spPr>
              <a:xfrm>
                <a:off x="14376069" y="1836107"/>
                <a:ext cx="50120" cy="18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0">
                    <a:moveTo>
                      <a:pt x="0" y="337"/>
                    </a:moveTo>
                    <a:lnTo>
                      <a:pt x="2875" y="1990"/>
                    </a:lnTo>
                    <a:lnTo>
                      <a:pt x="5262" y="1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3" name="Surface mesh patch"/>
              <p:cNvSpPr/>
              <p:nvPr/>
            </p:nvSpPr>
            <p:spPr>
              <a:xfrm>
                <a:off x="14426189" y="1847873"/>
                <a:ext cx="50120" cy="202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24">
                    <a:moveTo>
                      <a:pt x="0" y="359"/>
                    </a:moveTo>
                    <a:lnTo>
                      <a:pt x="2875" y="2124"/>
                    </a:lnTo>
                    <a:lnTo>
                      <a:pt x="5262" y="16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4" name="Surface mesh patch"/>
              <p:cNvSpPr/>
              <p:nvPr/>
            </p:nvSpPr>
            <p:spPr>
              <a:xfrm>
                <a:off x="14476308" y="1859200"/>
                <a:ext cx="50120" cy="207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9">
                    <a:moveTo>
                      <a:pt x="0" y="476"/>
                    </a:moveTo>
                    <a:lnTo>
                      <a:pt x="2875" y="2179"/>
                    </a:lnTo>
                    <a:lnTo>
                      <a:pt x="5262" y="15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5" name="Surface mesh patch"/>
              <p:cNvSpPr/>
              <p:nvPr/>
            </p:nvSpPr>
            <p:spPr>
              <a:xfrm>
                <a:off x="14253098" y="1825957"/>
                <a:ext cx="50120" cy="166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4">
                    <a:moveTo>
                      <a:pt x="0" y="778"/>
                    </a:moveTo>
                    <a:lnTo>
                      <a:pt x="2875" y="1744"/>
                    </a:lnTo>
                    <a:lnTo>
                      <a:pt x="5262" y="10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6" name="Surface mesh patch"/>
              <p:cNvSpPr/>
              <p:nvPr/>
            </p:nvSpPr>
            <p:spPr>
              <a:xfrm>
                <a:off x="14303218" y="1830235"/>
                <a:ext cx="50120" cy="184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6">
                    <a:moveTo>
                      <a:pt x="0" y="570"/>
                    </a:moveTo>
                    <a:lnTo>
                      <a:pt x="2875" y="1936"/>
                    </a:lnTo>
                    <a:lnTo>
                      <a:pt x="5262" y="13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7" name="Surface mesh patch"/>
              <p:cNvSpPr/>
              <p:nvPr/>
            </p:nvSpPr>
            <p:spPr>
              <a:xfrm>
                <a:off x="14353337" y="1839320"/>
                <a:ext cx="50120" cy="200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8">
                    <a:moveTo>
                      <a:pt x="0" y="435"/>
                    </a:moveTo>
                    <a:lnTo>
                      <a:pt x="2875" y="2108"/>
                    </a:lnTo>
                    <a:lnTo>
                      <a:pt x="5262" y="16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8" name="Surface mesh patch"/>
              <p:cNvSpPr/>
              <p:nvPr/>
            </p:nvSpPr>
            <p:spPr>
              <a:xfrm>
                <a:off x="14403457" y="1851295"/>
                <a:ext cx="50120" cy="21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29">
                    <a:moveTo>
                      <a:pt x="0" y="396"/>
                    </a:moveTo>
                    <a:lnTo>
                      <a:pt x="2875" y="2229"/>
                    </a:lnTo>
                    <a:lnTo>
                      <a:pt x="5262" y="17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99" name="Surface mesh patch"/>
              <p:cNvSpPr/>
              <p:nvPr/>
            </p:nvSpPr>
            <p:spPr>
              <a:xfrm>
                <a:off x="14453577" y="1863736"/>
                <a:ext cx="50120" cy="21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75">
                    <a:moveTo>
                      <a:pt x="0" y="459"/>
                    </a:moveTo>
                    <a:lnTo>
                      <a:pt x="2875" y="2275"/>
                    </a:lnTo>
                    <a:lnTo>
                      <a:pt x="5262" y="17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00" name="Surface mesh patch"/>
              <p:cNvSpPr/>
              <p:nvPr/>
            </p:nvSpPr>
            <p:spPr>
              <a:xfrm>
                <a:off x="14280486" y="1835662"/>
                <a:ext cx="50120" cy="19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9">
                    <a:moveTo>
                      <a:pt x="0" y="725"/>
                    </a:moveTo>
                    <a:lnTo>
                      <a:pt x="2875" y="2029"/>
                    </a:lnTo>
                    <a:lnTo>
                      <a:pt x="5262" y="13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01" name="Surface mesh patch"/>
              <p:cNvSpPr/>
              <p:nvPr/>
            </p:nvSpPr>
            <p:spPr>
              <a:xfrm>
                <a:off x="14330605" y="1843462"/>
                <a:ext cx="50120" cy="209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1">
                    <a:moveTo>
                      <a:pt x="0" y="547"/>
                    </a:moveTo>
                    <a:lnTo>
                      <a:pt x="2875" y="2201"/>
                    </a:lnTo>
                    <a:lnTo>
                      <a:pt x="5262" y="16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02" name="Surface mesh patch"/>
              <p:cNvSpPr/>
              <p:nvPr/>
            </p:nvSpPr>
            <p:spPr>
              <a:xfrm>
                <a:off x="14380725" y="1855066"/>
                <a:ext cx="50120" cy="221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1">
                    <a:moveTo>
                      <a:pt x="0" y="455"/>
                    </a:moveTo>
                    <a:lnTo>
                      <a:pt x="2875" y="2321"/>
                    </a:lnTo>
                    <a:lnTo>
                      <a:pt x="5262" y="18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03" name="Surface mesh patch"/>
              <p:cNvSpPr/>
              <p:nvPr/>
            </p:nvSpPr>
            <p:spPr>
              <a:xfrm>
                <a:off x="14430845" y="1868104"/>
                <a:ext cx="50120" cy="22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67">
                    <a:moveTo>
                      <a:pt x="0" y="464"/>
                    </a:moveTo>
                    <a:lnTo>
                      <a:pt x="2875" y="2367"/>
                    </a:lnTo>
                    <a:lnTo>
                      <a:pt x="5262" y="18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04" name="Surface mesh patch"/>
              <p:cNvSpPr/>
              <p:nvPr/>
            </p:nvSpPr>
            <p:spPr>
              <a:xfrm>
                <a:off x="14307874" y="1848672"/>
                <a:ext cx="50120" cy="21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2">
                    <a:moveTo>
                      <a:pt x="0" y="664"/>
                    </a:moveTo>
                    <a:lnTo>
                      <a:pt x="2875" y="2262"/>
                    </a:lnTo>
                    <a:lnTo>
                      <a:pt x="5262" y="1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05" name="Surface mesh patch"/>
              <p:cNvSpPr/>
              <p:nvPr/>
            </p:nvSpPr>
            <p:spPr>
              <a:xfrm>
                <a:off x="14357993" y="1859398"/>
                <a:ext cx="50120" cy="227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2">
                    <a:moveTo>
                      <a:pt x="0" y="528"/>
                    </a:moveTo>
                    <a:lnTo>
                      <a:pt x="2875" y="2392"/>
                    </a:lnTo>
                    <a:lnTo>
                      <a:pt x="5262" y="1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06" name="Surface mesh patch"/>
              <p:cNvSpPr/>
              <p:nvPr/>
            </p:nvSpPr>
            <p:spPr>
              <a:xfrm>
                <a:off x="14408113" y="1872525"/>
                <a:ext cx="50120" cy="233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8">
                    <a:moveTo>
                      <a:pt x="0" y="488"/>
                    </a:moveTo>
                    <a:lnTo>
                      <a:pt x="2875" y="2448"/>
                    </a:lnTo>
                    <a:lnTo>
                      <a:pt x="5262" y="19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07" name="Surface mesh patch"/>
              <p:cNvSpPr/>
              <p:nvPr/>
            </p:nvSpPr>
            <p:spPr>
              <a:xfrm>
                <a:off x="14335261" y="1864425"/>
                <a:ext cx="50120" cy="23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7">
                    <a:moveTo>
                      <a:pt x="0" y="608"/>
                    </a:moveTo>
                    <a:lnTo>
                      <a:pt x="2875" y="2437"/>
                    </a:lnTo>
                    <a:lnTo>
                      <a:pt x="5262" y="1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08" name="Surface mesh patch"/>
              <p:cNvSpPr/>
              <p:nvPr/>
            </p:nvSpPr>
            <p:spPr>
              <a:xfrm>
                <a:off x="14385381" y="1877174"/>
                <a:ext cx="50120" cy="23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9">
                    <a:moveTo>
                      <a:pt x="0" y="526"/>
                    </a:moveTo>
                    <a:lnTo>
                      <a:pt x="2875" y="2509"/>
                    </a:lnTo>
                    <a:lnTo>
                      <a:pt x="5262" y="19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09" name="Surface mesh patch"/>
              <p:cNvSpPr/>
              <p:nvPr/>
            </p:nvSpPr>
            <p:spPr>
              <a:xfrm>
                <a:off x="14362649" y="1882180"/>
                <a:ext cx="50120" cy="24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49">
                    <a:moveTo>
                      <a:pt x="0" y="573"/>
                    </a:moveTo>
                    <a:lnTo>
                      <a:pt x="2875" y="2549"/>
                    </a:lnTo>
                    <a:lnTo>
                      <a:pt x="5262" y="19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0" name="Surface grid line"/>
              <p:cNvSpPr/>
              <p:nvPr/>
            </p:nvSpPr>
            <p:spPr>
              <a:xfrm>
                <a:off x="13239750" y="1534371"/>
                <a:ext cx="1150287" cy="372092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65">
                    <a:moveTo>
                      <a:pt x="0" y="0"/>
                    </a:moveTo>
                    <a:lnTo>
                      <a:pt x="2875" y="2034"/>
                    </a:lnTo>
                    <a:lnTo>
                      <a:pt x="5751" y="3896"/>
                    </a:lnTo>
                    <a:lnTo>
                      <a:pt x="8626" y="5522"/>
                    </a:lnTo>
                    <a:lnTo>
                      <a:pt x="11501" y="6859"/>
                    </a:lnTo>
                    <a:lnTo>
                      <a:pt x="14377" y="7877"/>
                    </a:lnTo>
                    <a:lnTo>
                      <a:pt x="17252" y="8567"/>
                    </a:lnTo>
                    <a:lnTo>
                      <a:pt x="20128" y="8950"/>
                    </a:lnTo>
                    <a:lnTo>
                      <a:pt x="23003" y="9073"/>
                    </a:lnTo>
                    <a:lnTo>
                      <a:pt x="25878" y="9010"/>
                    </a:lnTo>
                    <a:lnTo>
                      <a:pt x="28754" y="8860"/>
                    </a:lnTo>
                    <a:lnTo>
                      <a:pt x="31629" y="8731"/>
                    </a:lnTo>
                    <a:lnTo>
                      <a:pt x="34504" y="8736"/>
                    </a:lnTo>
                    <a:lnTo>
                      <a:pt x="37380" y="8977"/>
                    </a:lnTo>
                    <a:lnTo>
                      <a:pt x="40255" y="9536"/>
                    </a:lnTo>
                    <a:lnTo>
                      <a:pt x="43130" y="10468"/>
                    </a:lnTo>
                    <a:lnTo>
                      <a:pt x="46006" y="11791"/>
                    </a:lnTo>
                    <a:lnTo>
                      <a:pt x="48881" y="13490"/>
                    </a:lnTo>
                    <a:lnTo>
                      <a:pt x="51756" y="15518"/>
                    </a:lnTo>
                    <a:lnTo>
                      <a:pt x="54632" y="17795"/>
                    </a:lnTo>
                    <a:lnTo>
                      <a:pt x="57507" y="20223"/>
                    </a:lnTo>
                    <a:lnTo>
                      <a:pt x="60383" y="22686"/>
                    </a:lnTo>
                    <a:lnTo>
                      <a:pt x="63258" y="25066"/>
                    </a:lnTo>
                    <a:lnTo>
                      <a:pt x="66133" y="27249"/>
                    </a:lnTo>
                    <a:lnTo>
                      <a:pt x="69009" y="29137"/>
                    </a:lnTo>
                    <a:lnTo>
                      <a:pt x="71884" y="30654"/>
                    </a:lnTo>
                    <a:lnTo>
                      <a:pt x="74759" y="31758"/>
                    </a:lnTo>
                    <a:lnTo>
                      <a:pt x="77635" y="32438"/>
                    </a:lnTo>
                    <a:lnTo>
                      <a:pt x="80510" y="32719"/>
                    </a:lnTo>
                    <a:lnTo>
                      <a:pt x="83385" y="32658"/>
                    </a:lnTo>
                    <a:lnTo>
                      <a:pt x="86261" y="32337"/>
                    </a:lnTo>
                    <a:lnTo>
                      <a:pt x="89136" y="31859"/>
                    </a:lnTo>
                    <a:lnTo>
                      <a:pt x="92011" y="31332"/>
                    </a:lnTo>
                    <a:lnTo>
                      <a:pt x="94887" y="30869"/>
                    </a:lnTo>
                    <a:lnTo>
                      <a:pt x="97762" y="30570"/>
                    </a:lnTo>
                    <a:lnTo>
                      <a:pt x="100638" y="30520"/>
                    </a:lnTo>
                    <a:lnTo>
                      <a:pt x="103513" y="30781"/>
                    </a:lnTo>
                    <a:lnTo>
                      <a:pt x="106388" y="31390"/>
                    </a:lnTo>
                    <a:lnTo>
                      <a:pt x="109264" y="32357"/>
                    </a:lnTo>
                    <a:lnTo>
                      <a:pt x="112139" y="33661"/>
                    </a:lnTo>
                    <a:lnTo>
                      <a:pt x="115014" y="35260"/>
                    </a:lnTo>
                    <a:lnTo>
                      <a:pt x="117890" y="37088"/>
                    </a:lnTo>
                    <a:lnTo>
                      <a:pt x="120765" y="3906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1" name="Surface grid line"/>
              <p:cNvSpPr/>
              <p:nvPr/>
            </p:nvSpPr>
            <p:spPr>
              <a:xfrm>
                <a:off x="13262482" y="1529145"/>
                <a:ext cx="1150287" cy="3719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48">
                    <a:moveTo>
                      <a:pt x="0" y="0"/>
                    </a:moveTo>
                    <a:lnTo>
                      <a:pt x="2875" y="1997"/>
                    </a:lnTo>
                    <a:lnTo>
                      <a:pt x="5751" y="3804"/>
                    </a:lnTo>
                    <a:lnTo>
                      <a:pt x="8626" y="5361"/>
                    </a:lnTo>
                    <a:lnTo>
                      <a:pt x="11501" y="6623"/>
                    </a:lnTo>
                    <a:lnTo>
                      <a:pt x="14377" y="7565"/>
                    </a:lnTo>
                    <a:lnTo>
                      <a:pt x="17252" y="8183"/>
                    </a:lnTo>
                    <a:lnTo>
                      <a:pt x="20128" y="8500"/>
                    </a:lnTo>
                    <a:lnTo>
                      <a:pt x="23003" y="8570"/>
                    </a:lnTo>
                    <a:lnTo>
                      <a:pt x="25878" y="8476"/>
                    </a:lnTo>
                    <a:lnTo>
                      <a:pt x="28754" y="8323"/>
                    </a:lnTo>
                    <a:lnTo>
                      <a:pt x="31629" y="8230"/>
                    </a:lnTo>
                    <a:lnTo>
                      <a:pt x="34504" y="8317"/>
                    </a:lnTo>
                    <a:lnTo>
                      <a:pt x="37380" y="8692"/>
                    </a:lnTo>
                    <a:lnTo>
                      <a:pt x="40255" y="9439"/>
                    </a:lnTo>
                    <a:lnTo>
                      <a:pt x="43130" y="10606"/>
                    </a:lnTo>
                    <a:lnTo>
                      <a:pt x="46006" y="12204"/>
                    </a:lnTo>
                    <a:lnTo>
                      <a:pt x="48881" y="14204"/>
                    </a:lnTo>
                    <a:lnTo>
                      <a:pt x="51756" y="16540"/>
                    </a:lnTo>
                    <a:lnTo>
                      <a:pt x="54632" y="19115"/>
                    </a:lnTo>
                    <a:lnTo>
                      <a:pt x="57507" y="21809"/>
                    </a:lnTo>
                    <a:lnTo>
                      <a:pt x="60383" y="24488"/>
                    </a:lnTo>
                    <a:lnTo>
                      <a:pt x="63258" y="27017"/>
                    </a:lnTo>
                    <a:lnTo>
                      <a:pt x="66133" y="29271"/>
                    </a:lnTo>
                    <a:lnTo>
                      <a:pt x="69009" y="31144"/>
                    </a:lnTo>
                    <a:lnTo>
                      <a:pt x="71884" y="32564"/>
                    </a:lnTo>
                    <a:lnTo>
                      <a:pt x="74759" y="33493"/>
                    </a:lnTo>
                    <a:lnTo>
                      <a:pt x="77635" y="33937"/>
                    </a:lnTo>
                    <a:lnTo>
                      <a:pt x="80510" y="33938"/>
                    </a:lnTo>
                    <a:lnTo>
                      <a:pt x="83385" y="33576"/>
                    </a:lnTo>
                    <a:lnTo>
                      <a:pt x="86261" y="32958"/>
                    </a:lnTo>
                    <a:lnTo>
                      <a:pt x="89136" y="32205"/>
                    </a:lnTo>
                    <a:lnTo>
                      <a:pt x="92011" y="31447"/>
                    </a:lnTo>
                    <a:lnTo>
                      <a:pt x="94887" y="30804"/>
                    </a:lnTo>
                    <a:lnTo>
                      <a:pt x="97762" y="30386"/>
                    </a:lnTo>
                    <a:lnTo>
                      <a:pt x="100638" y="30274"/>
                    </a:lnTo>
                    <a:lnTo>
                      <a:pt x="103513" y="30524"/>
                    </a:lnTo>
                    <a:lnTo>
                      <a:pt x="106388" y="31161"/>
                    </a:lnTo>
                    <a:lnTo>
                      <a:pt x="109264" y="32180"/>
                    </a:lnTo>
                    <a:lnTo>
                      <a:pt x="112139" y="33546"/>
                    </a:lnTo>
                    <a:lnTo>
                      <a:pt x="115014" y="35200"/>
                    </a:lnTo>
                    <a:lnTo>
                      <a:pt x="117890" y="37064"/>
                    </a:lnTo>
                    <a:lnTo>
                      <a:pt x="120765" y="390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2" name="Surface grid line"/>
              <p:cNvSpPr/>
              <p:nvPr/>
            </p:nvSpPr>
            <p:spPr>
              <a:xfrm>
                <a:off x="13285214" y="1523865"/>
                <a:ext cx="1150287" cy="37197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52">
                    <a:moveTo>
                      <a:pt x="0" y="0"/>
                    </a:moveTo>
                    <a:lnTo>
                      <a:pt x="2875" y="1960"/>
                    </a:lnTo>
                    <a:lnTo>
                      <a:pt x="5751" y="3718"/>
                    </a:lnTo>
                    <a:lnTo>
                      <a:pt x="8626" y="5223"/>
                    </a:lnTo>
                    <a:lnTo>
                      <a:pt x="11501" y="6433"/>
                    </a:lnTo>
                    <a:lnTo>
                      <a:pt x="14377" y="7327"/>
                    </a:lnTo>
                    <a:lnTo>
                      <a:pt x="17252" y="7901"/>
                    </a:lnTo>
                    <a:lnTo>
                      <a:pt x="20128" y="8183"/>
                    </a:lnTo>
                    <a:lnTo>
                      <a:pt x="23003" y="8228"/>
                    </a:lnTo>
                    <a:lnTo>
                      <a:pt x="25878" y="8126"/>
                    </a:lnTo>
                    <a:lnTo>
                      <a:pt x="28754" y="7991"/>
                    </a:lnTo>
                    <a:lnTo>
                      <a:pt x="31629" y="7952"/>
                    </a:lnTo>
                    <a:lnTo>
                      <a:pt x="34504" y="8140"/>
                    </a:lnTo>
                    <a:lnTo>
                      <a:pt x="37380" y="8671"/>
                    </a:lnTo>
                    <a:lnTo>
                      <a:pt x="40255" y="9631"/>
                    </a:lnTo>
                    <a:lnTo>
                      <a:pt x="43130" y="11068"/>
                    </a:lnTo>
                    <a:lnTo>
                      <a:pt x="46006" y="12984"/>
                    </a:lnTo>
                    <a:lnTo>
                      <a:pt x="48881" y="15335"/>
                    </a:lnTo>
                    <a:lnTo>
                      <a:pt x="51756" y="18038"/>
                    </a:lnTo>
                    <a:lnTo>
                      <a:pt x="54632" y="20973"/>
                    </a:lnTo>
                    <a:lnTo>
                      <a:pt x="57507" y="23996"/>
                    </a:lnTo>
                    <a:lnTo>
                      <a:pt x="60383" y="26951"/>
                    </a:lnTo>
                    <a:lnTo>
                      <a:pt x="63258" y="29683"/>
                    </a:lnTo>
                    <a:lnTo>
                      <a:pt x="66133" y="32050"/>
                    </a:lnTo>
                    <a:lnTo>
                      <a:pt x="69009" y="33937"/>
                    </a:lnTo>
                    <a:lnTo>
                      <a:pt x="71884" y="35270"/>
                    </a:lnTo>
                    <a:lnTo>
                      <a:pt x="74759" y="36017"/>
                    </a:lnTo>
                    <a:lnTo>
                      <a:pt x="77635" y="36199"/>
                    </a:lnTo>
                    <a:lnTo>
                      <a:pt x="80510" y="35879"/>
                    </a:lnTo>
                    <a:lnTo>
                      <a:pt x="83385" y="35165"/>
                    </a:lnTo>
                    <a:lnTo>
                      <a:pt x="86261" y="34187"/>
                    </a:lnTo>
                    <a:lnTo>
                      <a:pt x="89136" y="33095"/>
                    </a:lnTo>
                    <a:lnTo>
                      <a:pt x="92011" y="32038"/>
                    </a:lnTo>
                    <a:lnTo>
                      <a:pt x="94887" y="31153"/>
                    </a:lnTo>
                    <a:lnTo>
                      <a:pt x="97762" y="30555"/>
                    </a:lnTo>
                    <a:lnTo>
                      <a:pt x="100638" y="30326"/>
                    </a:lnTo>
                    <a:lnTo>
                      <a:pt x="103513" y="30515"/>
                    </a:lnTo>
                    <a:lnTo>
                      <a:pt x="106388" y="31135"/>
                    </a:lnTo>
                    <a:lnTo>
                      <a:pt x="109264" y="32165"/>
                    </a:lnTo>
                    <a:lnTo>
                      <a:pt x="112139" y="33554"/>
                    </a:lnTo>
                    <a:lnTo>
                      <a:pt x="115014" y="35227"/>
                    </a:lnTo>
                    <a:lnTo>
                      <a:pt x="117890" y="37093"/>
                    </a:lnTo>
                    <a:lnTo>
                      <a:pt x="120765" y="3905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3" name="Surface grid line"/>
              <p:cNvSpPr/>
              <p:nvPr/>
            </p:nvSpPr>
            <p:spPr>
              <a:xfrm>
                <a:off x="13307946" y="1518490"/>
                <a:ext cx="1150287" cy="37510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382">
                    <a:moveTo>
                      <a:pt x="0" y="0"/>
                    </a:moveTo>
                    <a:lnTo>
                      <a:pt x="2875" y="1926"/>
                    </a:lnTo>
                    <a:lnTo>
                      <a:pt x="5751" y="3649"/>
                    </a:lnTo>
                    <a:lnTo>
                      <a:pt x="8626" y="5122"/>
                    </a:lnTo>
                    <a:lnTo>
                      <a:pt x="11501" y="6309"/>
                    </a:lnTo>
                    <a:lnTo>
                      <a:pt x="14377" y="7188"/>
                    </a:lnTo>
                    <a:lnTo>
                      <a:pt x="17252" y="7755"/>
                    </a:lnTo>
                    <a:lnTo>
                      <a:pt x="20128" y="8034"/>
                    </a:lnTo>
                    <a:lnTo>
                      <a:pt x="23003" y="8083"/>
                    </a:lnTo>
                    <a:lnTo>
                      <a:pt x="25878" y="7997"/>
                    </a:lnTo>
                    <a:lnTo>
                      <a:pt x="28754" y="7898"/>
                    </a:lnTo>
                    <a:lnTo>
                      <a:pt x="31629" y="7928"/>
                    </a:lnTo>
                    <a:lnTo>
                      <a:pt x="34504" y="8233"/>
                    </a:lnTo>
                    <a:lnTo>
                      <a:pt x="37380" y="8937"/>
                    </a:lnTo>
                    <a:lnTo>
                      <a:pt x="40255" y="10135"/>
                    </a:lnTo>
                    <a:lnTo>
                      <a:pt x="43130" y="11874"/>
                    </a:lnTo>
                    <a:lnTo>
                      <a:pt x="46006" y="14148"/>
                    </a:lnTo>
                    <a:lnTo>
                      <a:pt x="48881" y="16902"/>
                    </a:lnTo>
                    <a:lnTo>
                      <a:pt x="51756" y="20030"/>
                    </a:lnTo>
                    <a:lnTo>
                      <a:pt x="54632" y="23389"/>
                    </a:lnTo>
                    <a:lnTo>
                      <a:pt x="57507" y="26809"/>
                    </a:lnTo>
                    <a:lnTo>
                      <a:pt x="60383" y="30107"/>
                    </a:lnTo>
                    <a:lnTo>
                      <a:pt x="63258" y="33100"/>
                    </a:lnTo>
                    <a:lnTo>
                      <a:pt x="66133" y="35627"/>
                    </a:lnTo>
                    <a:lnTo>
                      <a:pt x="69009" y="37561"/>
                    </a:lnTo>
                    <a:lnTo>
                      <a:pt x="71884" y="38821"/>
                    </a:lnTo>
                    <a:lnTo>
                      <a:pt x="74759" y="39382"/>
                    </a:lnTo>
                    <a:lnTo>
                      <a:pt x="77635" y="39278"/>
                    </a:lnTo>
                    <a:lnTo>
                      <a:pt x="80510" y="38598"/>
                    </a:lnTo>
                    <a:lnTo>
                      <a:pt x="83385" y="37475"/>
                    </a:lnTo>
                    <a:lnTo>
                      <a:pt x="86261" y="36075"/>
                    </a:lnTo>
                    <a:lnTo>
                      <a:pt x="89136" y="34574"/>
                    </a:lnTo>
                    <a:lnTo>
                      <a:pt x="92011" y="33147"/>
                    </a:lnTo>
                    <a:lnTo>
                      <a:pt x="94887" y="31949"/>
                    </a:lnTo>
                    <a:lnTo>
                      <a:pt x="97762" y="31104"/>
                    </a:lnTo>
                    <a:lnTo>
                      <a:pt x="100638" y="30697"/>
                    </a:lnTo>
                    <a:lnTo>
                      <a:pt x="103513" y="30768"/>
                    </a:lnTo>
                    <a:lnTo>
                      <a:pt x="106388" y="31320"/>
                    </a:lnTo>
                    <a:lnTo>
                      <a:pt x="109264" y="32314"/>
                    </a:lnTo>
                    <a:lnTo>
                      <a:pt x="112139" y="33683"/>
                    </a:lnTo>
                    <a:lnTo>
                      <a:pt x="115014" y="35336"/>
                    </a:lnTo>
                    <a:lnTo>
                      <a:pt x="117890" y="37169"/>
                    </a:lnTo>
                    <a:lnTo>
                      <a:pt x="120765" y="390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4" name="Surface grid line"/>
              <p:cNvSpPr/>
              <p:nvPr/>
            </p:nvSpPr>
            <p:spPr>
              <a:xfrm>
                <a:off x="13330677" y="1512968"/>
                <a:ext cx="1150287" cy="41442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3510">
                    <a:moveTo>
                      <a:pt x="0" y="0"/>
                    </a:moveTo>
                    <a:lnTo>
                      <a:pt x="2875" y="1899"/>
                    </a:lnTo>
                    <a:lnTo>
                      <a:pt x="5751" y="3603"/>
                    </a:lnTo>
                    <a:lnTo>
                      <a:pt x="8626" y="5071"/>
                    </a:lnTo>
                    <a:lnTo>
                      <a:pt x="11501" y="6269"/>
                    </a:lnTo>
                    <a:lnTo>
                      <a:pt x="14377" y="7170"/>
                    </a:lnTo>
                    <a:lnTo>
                      <a:pt x="17252" y="7767"/>
                    </a:lnTo>
                    <a:lnTo>
                      <a:pt x="20128" y="8078"/>
                    </a:lnTo>
                    <a:lnTo>
                      <a:pt x="23003" y="8161"/>
                    </a:lnTo>
                    <a:lnTo>
                      <a:pt x="25878" y="8113"/>
                    </a:lnTo>
                    <a:lnTo>
                      <a:pt x="28754" y="8066"/>
                    </a:lnTo>
                    <a:lnTo>
                      <a:pt x="31629" y="8177"/>
                    </a:lnTo>
                    <a:lnTo>
                      <a:pt x="34504" y="8606"/>
                    </a:lnTo>
                    <a:lnTo>
                      <a:pt x="37380" y="9494"/>
                    </a:lnTo>
                    <a:lnTo>
                      <a:pt x="40255" y="10944"/>
                    </a:lnTo>
                    <a:lnTo>
                      <a:pt x="43130" y="13007"/>
                    </a:lnTo>
                    <a:lnTo>
                      <a:pt x="46006" y="15671"/>
                    </a:lnTo>
                    <a:lnTo>
                      <a:pt x="48881" y="18867"/>
                    </a:lnTo>
                    <a:lnTo>
                      <a:pt x="51756" y="22470"/>
                    </a:lnTo>
                    <a:lnTo>
                      <a:pt x="54632" y="26309"/>
                    </a:lnTo>
                    <a:lnTo>
                      <a:pt x="57507" y="30185"/>
                    </a:lnTo>
                    <a:lnTo>
                      <a:pt x="60383" y="33882"/>
                    </a:lnTo>
                    <a:lnTo>
                      <a:pt x="63258" y="37191"/>
                    </a:lnTo>
                    <a:lnTo>
                      <a:pt x="66133" y="39923"/>
                    </a:lnTo>
                    <a:lnTo>
                      <a:pt x="69009" y="41934"/>
                    </a:lnTo>
                    <a:lnTo>
                      <a:pt x="71884" y="43136"/>
                    </a:lnTo>
                    <a:lnTo>
                      <a:pt x="74759" y="43510"/>
                    </a:lnTo>
                    <a:lnTo>
                      <a:pt x="77635" y="43102"/>
                    </a:lnTo>
                    <a:lnTo>
                      <a:pt x="80510" y="42028"/>
                    </a:lnTo>
                    <a:lnTo>
                      <a:pt x="83385" y="40453"/>
                    </a:lnTo>
                    <a:lnTo>
                      <a:pt x="86261" y="38574"/>
                    </a:lnTo>
                    <a:lnTo>
                      <a:pt x="89136" y="36602"/>
                    </a:lnTo>
                    <a:lnTo>
                      <a:pt x="92011" y="34742"/>
                    </a:lnTo>
                    <a:lnTo>
                      <a:pt x="94887" y="33168"/>
                    </a:lnTo>
                    <a:lnTo>
                      <a:pt x="97762" y="32015"/>
                    </a:lnTo>
                    <a:lnTo>
                      <a:pt x="100638" y="31372"/>
                    </a:lnTo>
                    <a:lnTo>
                      <a:pt x="103513" y="31272"/>
                    </a:lnTo>
                    <a:lnTo>
                      <a:pt x="106388" y="31706"/>
                    </a:lnTo>
                    <a:lnTo>
                      <a:pt x="109264" y="32618"/>
                    </a:lnTo>
                    <a:lnTo>
                      <a:pt x="112139" y="33925"/>
                    </a:lnTo>
                    <a:lnTo>
                      <a:pt x="115014" y="35520"/>
                    </a:lnTo>
                    <a:lnTo>
                      <a:pt x="117890" y="37285"/>
                    </a:lnTo>
                    <a:lnTo>
                      <a:pt x="120765" y="391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5" name="Surface grid line"/>
              <p:cNvSpPr/>
              <p:nvPr/>
            </p:nvSpPr>
            <p:spPr>
              <a:xfrm>
                <a:off x="13353409" y="1507234"/>
                <a:ext cx="1150287" cy="45870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8158">
                    <a:moveTo>
                      <a:pt x="0" y="0"/>
                    </a:moveTo>
                    <a:lnTo>
                      <a:pt x="2875" y="1882"/>
                    </a:lnTo>
                    <a:lnTo>
                      <a:pt x="5751" y="3587"/>
                    </a:lnTo>
                    <a:lnTo>
                      <a:pt x="8626" y="5079"/>
                    </a:lnTo>
                    <a:lnTo>
                      <a:pt x="11501" y="6322"/>
                    </a:lnTo>
                    <a:lnTo>
                      <a:pt x="14377" y="7286"/>
                    </a:lnTo>
                    <a:lnTo>
                      <a:pt x="17252" y="7952"/>
                    </a:lnTo>
                    <a:lnTo>
                      <a:pt x="20128" y="8331"/>
                    </a:lnTo>
                    <a:lnTo>
                      <a:pt x="23003" y="8476"/>
                    </a:lnTo>
                    <a:lnTo>
                      <a:pt x="25878" y="8485"/>
                    </a:lnTo>
                    <a:lnTo>
                      <a:pt x="28754" y="8500"/>
                    </a:lnTo>
                    <a:lnTo>
                      <a:pt x="31629" y="8695"/>
                    </a:lnTo>
                    <a:lnTo>
                      <a:pt x="34504" y="9248"/>
                    </a:lnTo>
                    <a:lnTo>
                      <a:pt x="37380" y="10318"/>
                    </a:lnTo>
                    <a:lnTo>
                      <a:pt x="40255" y="12020"/>
                    </a:lnTo>
                    <a:lnTo>
                      <a:pt x="43130" y="14411"/>
                    </a:lnTo>
                    <a:lnTo>
                      <a:pt x="46006" y="17476"/>
                    </a:lnTo>
                    <a:lnTo>
                      <a:pt x="48881" y="21131"/>
                    </a:lnTo>
                    <a:lnTo>
                      <a:pt x="51756" y="25232"/>
                    </a:lnTo>
                    <a:lnTo>
                      <a:pt x="54632" y="29581"/>
                    </a:lnTo>
                    <a:lnTo>
                      <a:pt x="57507" y="33945"/>
                    </a:lnTo>
                    <a:lnTo>
                      <a:pt x="60383" y="38077"/>
                    </a:lnTo>
                    <a:lnTo>
                      <a:pt x="63258" y="41733"/>
                    </a:lnTo>
                    <a:lnTo>
                      <a:pt x="66133" y="44699"/>
                    </a:lnTo>
                    <a:lnTo>
                      <a:pt x="69009" y="46810"/>
                    </a:lnTo>
                    <a:lnTo>
                      <a:pt x="71884" y="47968"/>
                    </a:lnTo>
                    <a:lnTo>
                      <a:pt x="74759" y="48158"/>
                    </a:lnTo>
                    <a:lnTo>
                      <a:pt x="77635" y="47441"/>
                    </a:lnTo>
                    <a:lnTo>
                      <a:pt x="80510" y="45957"/>
                    </a:lnTo>
                    <a:lnTo>
                      <a:pt x="83385" y="43904"/>
                    </a:lnTo>
                    <a:lnTo>
                      <a:pt x="86261" y="41516"/>
                    </a:lnTo>
                    <a:lnTo>
                      <a:pt x="89136" y="39039"/>
                    </a:lnTo>
                    <a:lnTo>
                      <a:pt x="92011" y="36706"/>
                    </a:lnTo>
                    <a:lnTo>
                      <a:pt x="94887" y="34715"/>
                    </a:lnTo>
                    <a:lnTo>
                      <a:pt x="97762" y="33214"/>
                    </a:lnTo>
                    <a:lnTo>
                      <a:pt x="100638" y="32293"/>
                    </a:lnTo>
                    <a:lnTo>
                      <a:pt x="103513" y="31982"/>
                    </a:lnTo>
                    <a:lnTo>
                      <a:pt x="106388" y="32258"/>
                    </a:lnTo>
                    <a:lnTo>
                      <a:pt x="109264" y="33052"/>
                    </a:lnTo>
                    <a:lnTo>
                      <a:pt x="112139" y="34261"/>
                    </a:lnTo>
                    <a:lnTo>
                      <a:pt x="115014" y="35763"/>
                    </a:lnTo>
                    <a:lnTo>
                      <a:pt x="117890" y="37428"/>
                    </a:lnTo>
                    <a:lnTo>
                      <a:pt x="120765" y="391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6" name="Surface grid line"/>
              <p:cNvSpPr/>
              <p:nvPr/>
            </p:nvSpPr>
            <p:spPr>
              <a:xfrm>
                <a:off x="13376141" y="1501204"/>
                <a:ext cx="1150287" cy="50398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2912">
                    <a:moveTo>
                      <a:pt x="0" y="0"/>
                    </a:moveTo>
                    <a:lnTo>
                      <a:pt x="2875" y="1876"/>
                    </a:lnTo>
                    <a:lnTo>
                      <a:pt x="5751" y="3602"/>
                    </a:lnTo>
                    <a:lnTo>
                      <a:pt x="8626" y="5148"/>
                    </a:lnTo>
                    <a:lnTo>
                      <a:pt x="11501" y="6474"/>
                    </a:lnTo>
                    <a:lnTo>
                      <a:pt x="14377" y="7538"/>
                    </a:lnTo>
                    <a:lnTo>
                      <a:pt x="17252" y="8312"/>
                    </a:lnTo>
                    <a:lnTo>
                      <a:pt x="20128" y="8793"/>
                    </a:lnTo>
                    <a:lnTo>
                      <a:pt x="23003" y="9024"/>
                    </a:lnTo>
                    <a:lnTo>
                      <a:pt x="25878" y="9105"/>
                    </a:lnTo>
                    <a:lnTo>
                      <a:pt x="28754" y="9187"/>
                    </a:lnTo>
                    <a:lnTo>
                      <a:pt x="31629" y="9461"/>
                    </a:lnTo>
                    <a:lnTo>
                      <a:pt x="34504" y="10124"/>
                    </a:lnTo>
                    <a:lnTo>
                      <a:pt x="37380" y="11357"/>
                    </a:lnTo>
                    <a:lnTo>
                      <a:pt x="40255" y="13289"/>
                    </a:lnTo>
                    <a:lnTo>
                      <a:pt x="43130" y="15985"/>
                    </a:lnTo>
                    <a:lnTo>
                      <a:pt x="46006" y="19428"/>
                    </a:lnTo>
                    <a:lnTo>
                      <a:pt x="48881" y="23524"/>
                    </a:lnTo>
                    <a:lnTo>
                      <a:pt x="51756" y="28107"/>
                    </a:lnTo>
                    <a:lnTo>
                      <a:pt x="54632" y="32952"/>
                    </a:lnTo>
                    <a:lnTo>
                      <a:pt x="57507" y="37796"/>
                    </a:lnTo>
                    <a:lnTo>
                      <a:pt x="60383" y="42357"/>
                    </a:lnTo>
                    <a:lnTo>
                      <a:pt x="63258" y="46359"/>
                    </a:lnTo>
                    <a:lnTo>
                      <a:pt x="66133" y="49560"/>
                    </a:lnTo>
                    <a:lnTo>
                      <a:pt x="69009" y="51775"/>
                    </a:lnTo>
                    <a:lnTo>
                      <a:pt x="71884" y="52897"/>
                    </a:lnTo>
                    <a:lnTo>
                      <a:pt x="74759" y="52912"/>
                    </a:lnTo>
                    <a:lnTo>
                      <a:pt x="77635" y="51897"/>
                    </a:lnTo>
                    <a:lnTo>
                      <a:pt x="80510" y="50016"/>
                    </a:lnTo>
                    <a:lnTo>
                      <a:pt x="83385" y="47497"/>
                    </a:lnTo>
                    <a:lnTo>
                      <a:pt x="86261" y="44610"/>
                    </a:lnTo>
                    <a:lnTo>
                      <a:pt x="89136" y="41634"/>
                    </a:lnTo>
                    <a:lnTo>
                      <a:pt x="92011" y="38832"/>
                    </a:lnTo>
                    <a:lnTo>
                      <a:pt x="94887" y="36422"/>
                    </a:lnTo>
                    <a:lnTo>
                      <a:pt x="97762" y="34567"/>
                    </a:lnTo>
                    <a:lnTo>
                      <a:pt x="100638" y="33358"/>
                    </a:lnTo>
                    <a:lnTo>
                      <a:pt x="103513" y="32821"/>
                    </a:lnTo>
                    <a:lnTo>
                      <a:pt x="106388" y="32920"/>
                    </a:lnTo>
                    <a:lnTo>
                      <a:pt x="109264" y="33572"/>
                    </a:lnTo>
                    <a:lnTo>
                      <a:pt x="112139" y="34658"/>
                    </a:lnTo>
                    <a:lnTo>
                      <a:pt x="115014" y="36043"/>
                    </a:lnTo>
                    <a:lnTo>
                      <a:pt x="117890" y="37585"/>
                    </a:lnTo>
                    <a:lnTo>
                      <a:pt x="120765" y="3915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7" name="Surface grid line"/>
              <p:cNvSpPr/>
              <p:nvPr/>
            </p:nvSpPr>
            <p:spPr>
              <a:xfrm>
                <a:off x="13398873" y="1494766"/>
                <a:ext cx="1150287" cy="54645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7371">
                    <a:moveTo>
                      <a:pt x="0" y="0"/>
                    </a:moveTo>
                    <a:lnTo>
                      <a:pt x="2875" y="1881"/>
                    </a:lnTo>
                    <a:lnTo>
                      <a:pt x="5751" y="3649"/>
                    </a:lnTo>
                    <a:lnTo>
                      <a:pt x="8626" y="5275"/>
                    </a:lnTo>
                    <a:lnTo>
                      <a:pt x="11501" y="6717"/>
                    </a:lnTo>
                    <a:lnTo>
                      <a:pt x="14377" y="7919"/>
                    </a:lnTo>
                    <a:lnTo>
                      <a:pt x="17252" y="8834"/>
                    </a:lnTo>
                    <a:lnTo>
                      <a:pt x="20128" y="9445"/>
                    </a:lnTo>
                    <a:lnTo>
                      <a:pt x="23003" y="9783"/>
                    </a:lnTo>
                    <a:lnTo>
                      <a:pt x="25878" y="9946"/>
                    </a:lnTo>
                    <a:lnTo>
                      <a:pt x="28754" y="10093"/>
                    </a:lnTo>
                    <a:lnTo>
                      <a:pt x="31629" y="10429"/>
                    </a:lnTo>
                    <a:lnTo>
                      <a:pt x="34504" y="11176"/>
                    </a:lnTo>
                    <a:lnTo>
                      <a:pt x="37380" y="12533"/>
                    </a:lnTo>
                    <a:lnTo>
                      <a:pt x="40255" y="14649"/>
                    </a:lnTo>
                    <a:lnTo>
                      <a:pt x="43130" y="17596"/>
                    </a:lnTo>
                    <a:lnTo>
                      <a:pt x="46006" y="21356"/>
                    </a:lnTo>
                    <a:lnTo>
                      <a:pt x="48881" y="25827"/>
                    </a:lnTo>
                    <a:lnTo>
                      <a:pt x="51756" y="30823"/>
                    </a:lnTo>
                    <a:lnTo>
                      <a:pt x="54632" y="36096"/>
                    </a:lnTo>
                    <a:lnTo>
                      <a:pt x="57507" y="41355"/>
                    </a:lnTo>
                    <a:lnTo>
                      <a:pt x="60383" y="46286"/>
                    </a:lnTo>
                    <a:lnTo>
                      <a:pt x="63258" y="50585"/>
                    </a:lnTo>
                    <a:lnTo>
                      <a:pt x="66133" y="53986"/>
                    </a:lnTo>
                    <a:lnTo>
                      <a:pt x="69009" y="56286"/>
                    </a:lnTo>
                    <a:lnTo>
                      <a:pt x="71884" y="57371"/>
                    </a:lnTo>
                    <a:lnTo>
                      <a:pt x="74759" y="57228"/>
                    </a:lnTo>
                    <a:lnTo>
                      <a:pt x="77635" y="55948"/>
                    </a:lnTo>
                    <a:lnTo>
                      <a:pt x="80510" y="53716"/>
                    </a:lnTo>
                    <a:lnTo>
                      <a:pt x="83385" y="50789"/>
                    </a:lnTo>
                    <a:lnTo>
                      <a:pt x="86261" y="47466"/>
                    </a:lnTo>
                    <a:lnTo>
                      <a:pt x="89136" y="44055"/>
                    </a:lnTo>
                    <a:lnTo>
                      <a:pt x="92011" y="40843"/>
                    </a:lnTo>
                    <a:lnTo>
                      <a:pt x="94887" y="38068"/>
                    </a:lnTo>
                    <a:lnTo>
                      <a:pt x="97762" y="35899"/>
                    </a:lnTo>
                    <a:lnTo>
                      <a:pt x="100638" y="34433"/>
                    </a:lnTo>
                    <a:lnTo>
                      <a:pt x="103513" y="33687"/>
                    </a:lnTo>
                    <a:lnTo>
                      <a:pt x="106388" y="33617"/>
                    </a:lnTo>
                    <a:lnTo>
                      <a:pt x="109264" y="34126"/>
                    </a:lnTo>
                    <a:lnTo>
                      <a:pt x="112139" y="35081"/>
                    </a:lnTo>
                    <a:lnTo>
                      <a:pt x="115014" y="36336"/>
                    </a:lnTo>
                    <a:lnTo>
                      <a:pt x="117890" y="37740"/>
                    </a:lnTo>
                    <a:lnTo>
                      <a:pt x="120765" y="3915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8" name="Surface grid line"/>
              <p:cNvSpPr/>
              <p:nvPr/>
            </p:nvSpPr>
            <p:spPr>
              <a:xfrm>
                <a:off x="13421605" y="1487785"/>
                <a:ext cx="1150287" cy="57900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0788">
                    <a:moveTo>
                      <a:pt x="0" y="0"/>
                    </a:moveTo>
                    <a:lnTo>
                      <a:pt x="2875" y="1894"/>
                    </a:lnTo>
                    <a:lnTo>
                      <a:pt x="5751" y="3719"/>
                    </a:lnTo>
                    <a:lnTo>
                      <a:pt x="8626" y="5450"/>
                    </a:lnTo>
                    <a:lnTo>
                      <a:pt x="11501" y="7035"/>
                    </a:lnTo>
                    <a:lnTo>
                      <a:pt x="14377" y="8404"/>
                    </a:lnTo>
                    <a:lnTo>
                      <a:pt x="17252" y="9490"/>
                    </a:lnTo>
                    <a:lnTo>
                      <a:pt x="20128" y="10254"/>
                    </a:lnTo>
                    <a:lnTo>
                      <a:pt x="23003" y="10715"/>
                    </a:lnTo>
                    <a:lnTo>
                      <a:pt x="25878" y="10963"/>
                    </a:lnTo>
                    <a:lnTo>
                      <a:pt x="28754" y="11165"/>
                    </a:lnTo>
                    <a:lnTo>
                      <a:pt x="31629" y="11541"/>
                    </a:lnTo>
                    <a:lnTo>
                      <a:pt x="34504" y="12331"/>
                    </a:lnTo>
                    <a:lnTo>
                      <a:pt x="37380" y="13757"/>
                    </a:lnTo>
                    <a:lnTo>
                      <a:pt x="40255" y="15984"/>
                    </a:lnTo>
                    <a:lnTo>
                      <a:pt x="43130" y="19093"/>
                    </a:lnTo>
                    <a:lnTo>
                      <a:pt x="46006" y="23068"/>
                    </a:lnTo>
                    <a:lnTo>
                      <a:pt x="48881" y="27799"/>
                    </a:lnTo>
                    <a:lnTo>
                      <a:pt x="51756" y="33086"/>
                    </a:lnTo>
                    <a:lnTo>
                      <a:pt x="54632" y="38660"/>
                    </a:lnTo>
                    <a:lnTo>
                      <a:pt x="57507" y="44209"/>
                    </a:lnTo>
                    <a:lnTo>
                      <a:pt x="60383" y="49394"/>
                    </a:lnTo>
                    <a:lnTo>
                      <a:pt x="63258" y="53892"/>
                    </a:lnTo>
                    <a:lnTo>
                      <a:pt x="66133" y="57416"/>
                    </a:lnTo>
                    <a:lnTo>
                      <a:pt x="69009" y="59754"/>
                    </a:lnTo>
                    <a:lnTo>
                      <a:pt x="71884" y="60788"/>
                    </a:lnTo>
                    <a:lnTo>
                      <a:pt x="74759" y="60509"/>
                    </a:lnTo>
                    <a:lnTo>
                      <a:pt x="77635" y="59021"/>
                    </a:lnTo>
                    <a:lnTo>
                      <a:pt x="80510" y="56525"/>
                    </a:lnTo>
                    <a:lnTo>
                      <a:pt x="83385" y="53298"/>
                    </a:lnTo>
                    <a:lnTo>
                      <a:pt x="86261" y="49660"/>
                    </a:lnTo>
                    <a:lnTo>
                      <a:pt x="89136" y="45940"/>
                    </a:lnTo>
                    <a:lnTo>
                      <a:pt x="92011" y="42439"/>
                    </a:lnTo>
                    <a:lnTo>
                      <a:pt x="94887" y="39407"/>
                    </a:lnTo>
                    <a:lnTo>
                      <a:pt x="97762" y="37019"/>
                    </a:lnTo>
                    <a:lnTo>
                      <a:pt x="100638" y="35369"/>
                    </a:lnTo>
                    <a:lnTo>
                      <a:pt x="103513" y="34471"/>
                    </a:lnTo>
                    <a:lnTo>
                      <a:pt x="106388" y="34270"/>
                    </a:lnTo>
                    <a:lnTo>
                      <a:pt x="109264" y="34658"/>
                    </a:lnTo>
                    <a:lnTo>
                      <a:pt x="112139" y="35492"/>
                    </a:lnTo>
                    <a:lnTo>
                      <a:pt x="115014" y="36618"/>
                    </a:lnTo>
                    <a:lnTo>
                      <a:pt x="117890" y="37881"/>
                    </a:lnTo>
                    <a:lnTo>
                      <a:pt x="120765" y="3914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19" name="Surface grid line"/>
              <p:cNvSpPr/>
              <p:nvPr/>
            </p:nvSpPr>
            <p:spPr>
              <a:xfrm>
                <a:off x="13444337" y="1480101"/>
                <a:ext cx="1150287" cy="59634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2609">
                    <a:moveTo>
                      <a:pt x="0" y="0"/>
                    </a:moveTo>
                    <a:lnTo>
                      <a:pt x="2875" y="1911"/>
                    </a:lnTo>
                    <a:lnTo>
                      <a:pt x="5751" y="3806"/>
                    </a:lnTo>
                    <a:lnTo>
                      <a:pt x="8626" y="5657"/>
                    </a:lnTo>
                    <a:lnTo>
                      <a:pt x="11501" y="7405"/>
                    </a:lnTo>
                    <a:lnTo>
                      <a:pt x="14377" y="8962"/>
                    </a:lnTo>
                    <a:lnTo>
                      <a:pt x="17252" y="10238"/>
                    </a:lnTo>
                    <a:lnTo>
                      <a:pt x="20128" y="11171"/>
                    </a:lnTo>
                    <a:lnTo>
                      <a:pt x="23003" y="11763"/>
                    </a:lnTo>
                    <a:lnTo>
                      <a:pt x="25878" y="12096"/>
                    </a:lnTo>
                    <a:lnTo>
                      <a:pt x="28754" y="12339"/>
                    </a:lnTo>
                    <a:lnTo>
                      <a:pt x="31629" y="12724"/>
                    </a:lnTo>
                    <a:lnTo>
                      <a:pt x="34504" y="13510"/>
                    </a:lnTo>
                    <a:lnTo>
                      <a:pt x="37380" y="14936"/>
                    </a:lnTo>
                    <a:lnTo>
                      <a:pt x="40255" y="17182"/>
                    </a:lnTo>
                    <a:lnTo>
                      <a:pt x="43130" y="20339"/>
                    </a:lnTo>
                    <a:lnTo>
                      <a:pt x="46006" y="24393"/>
                    </a:lnTo>
                    <a:lnTo>
                      <a:pt x="48881" y="29227"/>
                    </a:lnTo>
                    <a:lnTo>
                      <a:pt x="51756" y="34633"/>
                    </a:lnTo>
                    <a:lnTo>
                      <a:pt x="54632" y="40331"/>
                    </a:lnTo>
                    <a:lnTo>
                      <a:pt x="57507" y="45990"/>
                    </a:lnTo>
                    <a:lnTo>
                      <a:pt x="60383" y="51263"/>
                    </a:lnTo>
                    <a:lnTo>
                      <a:pt x="63258" y="55813"/>
                    </a:lnTo>
                    <a:lnTo>
                      <a:pt x="66133" y="59347"/>
                    </a:lnTo>
                    <a:lnTo>
                      <a:pt x="69009" y="61650"/>
                    </a:lnTo>
                    <a:lnTo>
                      <a:pt x="71884" y="62609"/>
                    </a:lnTo>
                    <a:lnTo>
                      <a:pt x="74759" y="62222"/>
                    </a:lnTo>
                    <a:lnTo>
                      <a:pt x="77635" y="60602"/>
                    </a:lnTo>
                    <a:lnTo>
                      <a:pt x="80510" y="57962"/>
                    </a:lnTo>
                    <a:lnTo>
                      <a:pt x="83385" y="54589"/>
                    </a:lnTo>
                    <a:lnTo>
                      <a:pt x="86261" y="50811"/>
                    </a:lnTo>
                    <a:lnTo>
                      <a:pt x="89136" y="46963"/>
                    </a:lnTo>
                    <a:lnTo>
                      <a:pt x="92011" y="43350"/>
                    </a:lnTo>
                    <a:lnTo>
                      <a:pt x="94887" y="40223"/>
                    </a:lnTo>
                    <a:lnTo>
                      <a:pt x="97762" y="37756"/>
                    </a:lnTo>
                    <a:lnTo>
                      <a:pt x="100638" y="36038"/>
                    </a:lnTo>
                    <a:lnTo>
                      <a:pt x="103513" y="35077"/>
                    </a:lnTo>
                    <a:lnTo>
                      <a:pt x="106388" y="34809"/>
                    </a:lnTo>
                    <a:lnTo>
                      <a:pt x="109264" y="35119"/>
                    </a:lnTo>
                    <a:lnTo>
                      <a:pt x="112139" y="35860"/>
                    </a:lnTo>
                    <a:lnTo>
                      <a:pt x="115014" y="36871"/>
                    </a:lnTo>
                    <a:lnTo>
                      <a:pt x="117890" y="37998"/>
                    </a:lnTo>
                    <a:lnTo>
                      <a:pt x="120765" y="3910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20" name="Surface grid line"/>
              <p:cNvSpPr/>
              <p:nvPr/>
            </p:nvSpPr>
            <p:spPr>
              <a:xfrm>
                <a:off x="13467069" y="1471542"/>
                <a:ext cx="1150287" cy="59497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2465">
                    <a:moveTo>
                      <a:pt x="0" y="0"/>
                    </a:moveTo>
                    <a:lnTo>
                      <a:pt x="2875" y="1928"/>
                    </a:lnTo>
                    <a:lnTo>
                      <a:pt x="5751" y="3894"/>
                    </a:lnTo>
                    <a:lnTo>
                      <a:pt x="8626" y="5872"/>
                    </a:lnTo>
                    <a:lnTo>
                      <a:pt x="11501" y="7792"/>
                    </a:lnTo>
                    <a:lnTo>
                      <a:pt x="14377" y="9547"/>
                    </a:lnTo>
                    <a:lnTo>
                      <a:pt x="17252" y="11024"/>
                    </a:lnTo>
                    <a:lnTo>
                      <a:pt x="20128" y="12135"/>
                    </a:lnTo>
                    <a:lnTo>
                      <a:pt x="23003" y="12862"/>
                    </a:lnTo>
                    <a:lnTo>
                      <a:pt x="25878" y="13277"/>
                    </a:lnTo>
                    <a:lnTo>
                      <a:pt x="28754" y="13546"/>
                    </a:lnTo>
                    <a:lnTo>
                      <a:pt x="31629" y="13910"/>
                    </a:lnTo>
                    <a:lnTo>
                      <a:pt x="34504" y="14641"/>
                    </a:lnTo>
                    <a:lnTo>
                      <a:pt x="37380" y="15993"/>
                    </a:lnTo>
                    <a:lnTo>
                      <a:pt x="40255" y="18158"/>
                    </a:lnTo>
                    <a:lnTo>
                      <a:pt x="43130" y="21234"/>
                    </a:lnTo>
                    <a:lnTo>
                      <a:pt x="46006" y="25210"/>
                    </a:lnTo>
                    <a:lnTo>
                      <a:pt x="48881" y="29967"/>
                    </a:lnTo>
                    <a:lnTo>
                      <a:pt x="51756" y="35291"/>
                    </a:lnTo>
                    <a:lnTo>
                      <a:pt x="54632" y="40899"/>
                    </a:lnTo>
                    <a:lnTo>
                      <a:pt x="57507" y="46456"/>
                    </a:lnTo>
                    <a:lnTo>
                      <a:pt x="60383" y="51613"/>
                    </a:lnTo>
                    <a:lnTo>
                      <a:pt x="63258" y="56036"/>
                    </a:lnTo>
                    <a:lnTo>
                      <a:pt x="66133" y="59439"/>
                    </a:lnTo>
                    <a:lnTo>
                      <a:pt x="69009" y="61616"/>
                    </a:lnTo>
                    <a:lnTo>
                      <a:pt x="71884" y="62465"/>
                    </a:lnTo>
                    <a:lnTo>
                      <a:pt x="74759" y="61997"/>
                    </a:lnTo>
                    <a:lnTo>
                      <a:pt x="77635" y="60336"/>
                    </a:lnTo>
                    <a:lnTo>
                      <a:pt x="80510" y="57697"/>
                    </a:lnTo>
                    <a:lnTo>
                      <a:pt x="83385" y="54365"/>
                    </a:lnTo>
                    <a:lnTo>
                      <a:pt x="86261" y="50660"/>
                    </a:lnTo>
                    <a:lnTo>
                      <a:pt x="89136" y="46905"/>
                    </a:lnTo>
                    <a:lnTo>
                      <a:pt x="92011" y="43397"/>
                    </a:lnTo>
                    <a:lnTo>
                      <a:pt x="94887" y="40373"/>
                    </a:lnTo>
                    <a:lnTo>
                      <a:pt x="97762" y="37999"/>
                    </a:lnTo>
                    <a:lnTo>
                      <a:pt x="100638" y="36355"/>
                    </a:lnTo>
                    <a:lnTo>
                      <a:pt x="103513" y="35442"/>
                    </a:lnTo>
                    <a:lnTo>
                      <a:pt x="106388" y="35191"/>
                    </a:lnTo>
                    <a:lnTo>
                      <a:pt x="109264" y="35482"/>
                    </a:lnTo>
                    <a:lnTo>
                      <a:pt x="112139" y="36167"/>
                    </a:lnTo>
                    <a:lnTo>
                      <a:pt x="115014" y="37087"/>
                    </a:lnTo>
                    <a:lnTo>
                      <a:pt x="117890" y="38093"/>
                    </a:lnTo>
                    <a:lnTo>
                      <a:pt x="120765" y="3905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21" name="Surface grid line"/>
              <p:cNvSpPr/>
              <p:nvPr/>
            </p:nvSpPr>
            <p:spPr>
              <a:xfrm>
                <a:off x="13489800" y="1461937"/>
                <a:ext cx="1150287" cy="57372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0234">
                    <a:moveTo>
                      <a:pt x="0" y="0"/>
                    </a:moveTo>
                    <a:lnTo>
                      <a:pt x="2875" y="1938"/>
                    </a:lnTo>
                    <a:lnTo>
                      <a:pt x="5751" y="3971"/>
                    </a:lnTo>
                    <a:lnTo>
                      <a:pt x="8626" y="6072"/>
                    </a:lnTo>
                    <a:lnTo>
                      <a:pt x="11501" y="8160"/>
                    </a:lnTo>
                    <a:lnTo>
                      <a:pt x="14377" y="10113"/>
                    </a:lnTo>
                    <a:lnTo>
                      <a:pt x="17252" y="11789"/>
                    </a:lnTo>
                    <a:lnTo>
                      <a:pt x="20128" y="13079"/>
                    </a:lnTo>
                    <a:lnTo>
                      <a:pt x="23003" y="13940"/>
                    </a:lnTo>
                    <a:lnTo>
                      <a:pt x="25878" y="14432"/>
                    </a:lnTo>
                    <a:lnTo>
                      <a:pt x="28754" y="14716"/>
                    </a:lnTo>
                    <a:lnTo>
                      <a:pt x="31629" y="15034"/>
                    </a:lnTo>
                    <a:lnTo>
                      <a:pt x="34504" y="15666"/>
                    </a:lnTo>
                    <a:lnTo>
                      <a:pt x="37380" y="16877"/>
                    </a:lnTo>
                    <a:lnTo>
                      <a:pt x="40255" y="18866"/>
                    </a:lnTo>
                    <a:lnTo>
                      <a:pt x="43130" y="21735"/>
                    </a:lnTo>
                    <a:lnTo>
                      <a:pt x="46006" y="25476"/>
                    </a:lnTo>
                    <a:lnTo>
                      <a:pt x="48881" y="29971"/>
                    </a:lnTo>
                    <a:lnTo>
                      <a:pt x="51756" y="35008"/>
                    </a:lnTo>
                    <a:lnTo>
                      <a:pt x="54632" y="40306"/>
                    </a:lnTo>
                    <a:lnTo>
                      <a:pt x="57507" y="45538"/>
                    </a:lnTo>
                    <a:lnTo>
                      <a:pt x="60383" y="50366"/>
                    </a:lnTo>
                    <a:lnTo>
                      <a:pt x="63258" y="54472"/>
                    </a:lnTo>
                    <a:lnTo>
                      <a:pt x="66133" y="57589"/>
                    </a:lnTo>
                    <a:lnTo>
                      <a:pt x="69009" y="59536"/>
                    </a:lnTo>
                    <a:lnTo>
                      <a:pt x="71884" y="60234"/>
                    </a:lnTo>
                    <a:lnTo>
                      <a:pt x="74759" y="59712"/>
                    </a:lnTo>
                    <a:lnTo>
                      <a:pt x="77635" y="58103"/>
                    </a:lnTo>
                    <a:lnTo>
                      <a:pt x="80510" y="55619"/>
                    </a:lnTo>
                    <a:lnTo>
                      <a:pt x="83385" y="52527"/>
                    </a:lnTo>
                    <a:lnTo>
                      <a:pt x="86261" y="49124"/>
                    </a:lnTo>
                    <a:lnTo>
                      <a:pt x="89136" y="45702"/>
                    </a:lnTo>
                    <a:lnTo>
                      <a:pt x="92011" y="42529"/>
                    </a:lnTo>
                    <a:lnTo>
                      <a:pt x="94887" y="39820"/>
                    </a:lnTo>
                    <a:lnTo>
                      <a:pt x="97762" y="37721"/>
                    </a:lnTo>
                    <a:lnTo>
                      <a:pt x="100638" y="36301"/>
                    </a:lnTo>
                    <a:lnTo>
                      <a:pt x="103513" y="35554"/>
                    </a:lnTo>
                    <a:lnTo>
                      <a:pt x="106388" y="35408"/>
                    </a:lnTo>
                    <a:lnTo>
                      <a:pt x="109264" y="35742"/>
                    </a:lnTo>
                    <a:lnTo>
                      <a:pt x="112139" y="36413"/>
                    </a:lnTo>
                    <a:lnTo>
                      <a:pt x="115014" y="37270"/>
                    </a:lnTo>
                    <a:lnTo>
                      <a:pt x="117890" y="38173"/>
                    </a:lnTo>
                    <a:lnTo>
                      <a:pt x="120765" y="3900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22" name="Surface grid line"/>
              <p:cNvSpPr/>
              <p:nvPr/>
            </p:nvSpPr>
            <p:spPr>
              <a:xfrm>
                <a:off x="13512532" y="1451127"/>
                <a:ext cx="1150287" cy="53396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6060">
                    <a:moveTo>
                      <a:pt x="0" y="0"/>
                    </a:moveTo>
                    <a:lnTo>
                      <a:pt x="2875" y="1935"/>
                    </a:lnTo>
                    <a:lnTo>
                      <a:pt x="5751" y="4020"/>
                    </a:lnTo>
                    <a:lnTo>
                      <a:pt x="8626" y="6229"/>
                    </a:lnTo>
                    <a:lnTo>
                      <a:pt x="11501" y="8473"/>
                    </a:lnTo>
                    <a:lnTo>
                      <a:pt x="14377" y="10608"/>
                    </a:lnTo>
                    <a:lnTo>
                      <a:pt x="17252" y="12474"/>
                    </a:lnTo>
                    <a:lnTo>
                      <a:pt x="20128" y="13935"/>
                    </a:lnTo>
                    <a:lnTo>
                      <a:pt x="23003" y="14927"/>
                    </a:lnTo>
                    <a:lnTo>
                      <a:pt x="25878" y="15493"/>
                    </a:lnTo>
                    <a:lnTo>
                      <a:pt x="28754" y="15785"/>
                    </a:lnTo>
                    <a:lnTo>
                      <a:pt x="31629" y="16043"/>
                    </a:lnTo>
                    <a:lnTo>
                      <a:pt x="34504" y="16548"/>
                    </a:lnTo>
                    <a:lnTo>
                      <a:pt x="37380" y="17567"/>
                    </a:lnTo>
                    <a:lnTo>
                      <a:pt x="40255" y="19303"/>
                    </a:lnTo>
                    <a:lnTo>
                      <a:pt x="43130" y="21860"/>
                    </a:lnTo>
                    <a:lnTo>
                      <a:pt x="46006" y="25231"/>
                    </a:lnTo>
                    <a:lnTo>
                      <a:pt x="48881" y="29302"/>
                    </a:lnTo>
                    <a:lnTo>
                      <a:pt x="51756" y="33868"/>
                    </a:lnTo>
                    <a:lnTo>
                      <a:pt x="54632" y="38656"/>
                    </a:lnTo>
                    <a:lnTo>
                      <a:pt x="57507" y="43359"/>
                    </a:lnTo>
                    <a:lnTo>
                      <a:pt x="60383" y="47660"/>
                    </a:lnTo>
                    <a:lnTo>
                      <a:pt x="63258" y="51267"/>
                    </a:lnTo>
                    <a:lnTo>
                      <a:pt x="66133" y="53949"/>
                    </a:lnTo>
                    <a:lnTo>
                      <a:pt x="69009" y="55561"/>
                    </a:lnTo>
                    <a:lnTo>
                      <a:pt x="71884" y="56060"/>
                    </a:lnTo>
                    <a:lnTo>
                      <a:pt x="74759" y="55502"/>
                    </a:lnTo>
                    <a:lnTo>
                      <a:pt x="77635" y="54031"/>
                    </a:lnTo>
                    <a:lnTo>
                      <a:pt x="80510" y="51849"/>
                    </a:lnTo>
                    <a:lnTo>
                      <a:pt x="83385" y="49192"/>
                    </a:lnTo>
                    <a:lnTo>
                      <a:pt x="86261" y="46312"/>
                    </a:lnTo>
                    <a:lnTo>
                      <a:pt x="89136" y="43452"/>
                    </a:lnTo>
                    <a:lnTo>
                      <a:pt x="92011" y="40835"/>
                    </a:lnTo>
                    <a:lnTo>
                      <a:pt x="94887" y="38638"/>
                    </a:lnTo>
                    <a:lnTo>
                      <a:pt x="97762" y="36984"/>
                    </a:lnTo>
                    <a:lnTo>
                      <a:pt x="100638" y="35927"/>
                    </a:lnTo>
                    <a:lnTo>
                      <a:pt x="103513" y="35452"/>
                    </a:lnTo>
                    <a:lnTo>
                      <a:pt x="106388" y="35489"/>
                    </a:lnTo>
                    <a:lnTo>
                      <a:pt x="109264" y="35923"/>
                    </a:lnTo>
                    <a:lnTo>
                      <a:pt x="112139" y="36618"/>
                    </a:lnTo>
                    <a:lnTo>
                      <a:pt x="115014" y="37437"/>
                    </a:lnTo>
                    <a:lnTo>
                      <a:pt x="117890" y="38254"/>
                    </a:lnTo>
                    <a:lnTo>
                      <a:pt x="120765" y="389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23" name="Surface grid line"/>
              <p:cNvSpPr/>
              <p:nvPr/>
            </p:nvSpPr>
            <p:spPr>
              <a:xfrm>
                <a:off x="13535264" y="1438993"/>
                <a:ext cx="1150287" cy="479170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0307">
                    <a:moveTo>
                      <a:pt x="0" y="0"/>
                    </a:moveTo>
                    <a:lnTo>
                      <a:pt x="2875" y="1913"/>
                    </a:lnTo>
                    <a:lnTo>
                      <a:pt x="5751" y="4029"/>
                    </a:lnTo>
                    <a:lnTo>
                      <a:pt x="8626" y="6322"/>
                    </a:lnTo>
                    <a:lnTo>
                      <a:pt x="11501" y="8694"/>
                    </a:lnTo>
                    <a:lnTo>
                      <a:pt x="14377" y="10989"/>
                    </a:lnTo>
                    <a:lnTo>
                      <a:pt x="17252" y="13024"/>
                    </a:lnTo>
                    <a:lnTo>
                      <a:pt x="20128" y="14642"/>
                    </a:lnTo>
                    <a:lnTo>
                      <a:pt x="23003" y="15760"/>
                    </a:lnTo>
                    <a:lnTo>
                      <a:pt x="25878" y="16400"/>
                    </a:lnTo>
                    <a:lnTo>
                      <a:pt x="28754" y="16704"/>
                    </a:lnTo>
                    <a:lnTo>
                      <a:pt x="31629" y="16901"/>
                    </a:lnTo>
                    <a:lnTo>
                      <a:pt x="34504" y="17269"/>
                    </a:lnTo>
                    <a:lnTo>
                      <a:pt x="37380" y="18071"/>
                    </a:lnTo>
                    <a:lnTo>
                      <a:pt x="40255" y="19506"/>
                    </a:lnTo>
                    <a:lnTo>
                      <a:pt x="43130" y="21680"/>
                    </a:lnTo>
                    <a:lnTo>
                      <a:pt x="46006" y="24586"/>
                    </a:lnTo>
                    <a:lnTo>
                      <a:pt x="48881" y="28113"/>
                    </a:lnTo>
                    <a:lnTo>
                      <a:pt x="51756" y="32068"/>
                    </a:lnTo>
                    <a:lnTo>
                      <a:pt x="54632" y="36194"/>
                    </a:lnTo>
                    <a:lnTo>
                      <a:pt x="57507" y="40205"/>
                    </a:lnTo>
                    <a:lnTo>
                      <a:pt x="60383" y="43813"/>
                    </a:lnTo>
                    <a:lnTo>
                      <a:pt x="63258" y="46768"/>
                    </a:lnTo>
                    <a:lnTo>
                      <a:pt x="66133" y="48881"/>
                    </a:lnTo>
                    <a:lnTo>
                      <a:pt x="69009" y="50058"/>
                    </a:lnTo>
                    <a:lnTo>
                      <a:pt x="71884" y="50307"/>
                    </a:lnTo>
                    <a:lnTo>
                      <a:pt x="74759" y="49720"/>
                    </a:lnTo>
                    <a:lnTo>
                      <a:pt x="77635" y="48455"/>
                    </a:lnTo>
                    <a:lnTo>
                      <a:pt x="80510" y="46700"/>
                    </a:lnTo>
                    <a:lnTo>
                      <a:pt x="83385" y="44649"/>
                    </a:lnTo>
                    <a:lnTo>
                      <a:pt x="86261" y="42487"/>
                    </a:lnTo>
                    <a:lnTo>
                      <a:pt x="89136" y="40391"/>
                    </a:lnTo>
                    <a:lnTo>
                      <a:pt x="92011" y="38518"/>
                    </a:lnTo>
                    <a:lnTo>
                      <a:pt x="94887" y="36999"/>
                    </a:lnTo>
                    <a:lnTo>
                      <a:pt x="97762" y="35927"/>
                    </a:lnTo>
                    <a:lnTo>
                      <a:pt x="100638" y="35338"/>
                    </a:lnTo>
                    <a:lnTo>
                      <a:pt x="103513" y="35217"/>
                    </a:lnTo>
                    <a:lnTo>
                      <a:pt x="106388" y="35494"/>
                    </a:lnTo>
                    <a:lnTo>
                      <a:pt x="109264" y="36067"/>
                    </a:lnTo>
                    <a:lnTo>
                      <a:pt x="112139" y="36814"/>
                    </a:lnTo>
                    <a:lnTo>
                      <a:pt x="115014" y="37613"/>
                    </a:lnTo>
                    <a:lnTo>
                      <a:pt x="117890" y="38359"/>
                    </a:lnTo>
                    <a:lnTo>
                      <a:pt x="120765" y="389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24" name="Surface grid line"/>
              <p:cNvSpPr/>
              <p:nvPr/>
            </p:nvSpPr>
            <p:spPr>
              <a:xfrm>
                <a:off x="13557996" y="1425463"/>
                <a:ext cx="1150287" cy="414540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3521">
                    <a:moveTo>
                      <a:pt x="0" y="0"/>
                    </a:moveTo>
                    <a:lnTo>
                      <a:pt x="2875" y="1868"/>
                    </a:lnTo>
                    <a:lnTo>
                      <a:pt x="5751" y="3988"/>
                    </a:lnTo>
                    <a:lnTo>
                      <a:pt x="8626" y="6332"/>
                    </a:lnTo>
                    <a:lnTo>
                      <a:pt x="11501" y="8798"/>
                    </a:lnTo>
                    <a:lnTo>
                      <a:pt x="14377" y="11218"/>
                    </a:lnTo>
                    <a:lnTo>
                      <a:pt x="17252" y="13394"/>
                    </a:lnTo>
                    <a:lnTo>
                      <a:pt x="20128" y="15151"/>
                    </a:lnTo>
                    <a:lnTo>
                      <a:pt x="23003" y="16386"/>
                    </a:lnTo>
                    <a:lnTo>
                      <a:pt x="25878" y="17104"/>
                    </a:lnTo>
                    <a:lnTo>
                      <a:pt x="28754" y="17431"/>
                    </a:lnTo>
                    <a:lnTo>
                      <a:pt x="31629" y="17583"/>
                    </a:lnTo>
                    <a:lnTo>
                      <a:pt x="34504" y="17826"/>
                    </a:lnTo>
                    <a:lnTo>
                      <a:pt x="37380" y="18413"/>
                    </a:lnTo>
                    <a:lnTo>
                      <a:pt x="40255" y="19538"/>
                    </a:lnTo>
                    <a:lnTo>
                      <a:pt x="43130" y="21300"/>
                    </a:lnTo>
                    <a:lnTo>
                      <a:pt x="46006" y="23693"/>
                    </a:lnTo>
                    <a:lnTo>
                      <a:pt x="48881" y="26612"/>
                    </a:lnTo>
                    <a:lnTo>
                      <a:pt x="51756" y="29874"/>
                    </a:lnTo>
                    <a:lnTo>
                      <a:pt x="54632" y="33241"/>
                    </a:lnTo>
                    <a:lnTo>
                      <a:pt x="57507" y="36453"/>
                    </a:lnTo>
                    <a:lnTo>
                      <a:pt x="60383" y="39255"/>
                    </a:lnTo>
                    <a:lnTo>
                      <a:pt x="63258" y="41438"/>
                    </a:lnTo>
                    <a:lnTo>
                      <a:pt x="66133" y="42871"/>
                    </a:lnTo>
                    <a:lnTo>
                      <a:pt x="69009" y="43521"/>
                    </a:lnTo>
                    <a:lnTo>
                      <a:pt x="71884" y="43460"/>
                    </a:lnTo>
                    <a:lnTo>
                      <a:pt x="74759" y="42834"/>
                    </a:lnTo>
                    <a:lnTo>
                      <a:pt x="77635" y="41821"/>
                    </a:lnTo>
                    <a:lnTo>
                      <a:pt x="80510" y="40592"/>
                    </a:lnTo>
                    <a:lnTo>
                      <a:pt x="83385" y="39284"/>
                    </a:lnTo>
                    <a:lnTo>
                      <a:pt x="86261" y="38001"/>
                    </a:lnTo>
                    <a:lnTo>
                      <a:pt x="89136" y="36827"/>
                    </a:lnTo>
                    <a:lnTo>
                      <a:pt x="92011" y="35844"/>
                    </a:lnTo>
                    <a:lnTo>
                      <a:pt x="94887" y="35125"/>
                    </a:lnTo>
                    <a:lnTo>
                      <a:pt x="97762" y="34726"/>
                    </a:lnTo>
                    <a:lnTo>
                      <a:pt x="100638" y="34674"/>
                    </a:lnTo>
                    <a:lnTo>
                      <a:pt x="103513" y="34952"/>
                    </a:lnTo>
                    <a:lnTo>
                      <a:pt x="106388" y="35500"/>
                    </a:lnTo>
                    <a:lnTo>
                      <a:pt x="109264" y="36230"/>
                    </a:lnTo>
                    <a:lnTo>
                      <a:pt x="112139" y="37039"/>
                    </a:lnTo>
                    <a:lnTo>
                      <a:pt x="115014" y="37826"/>
                    </a:lnTo>
                    <a:lnTo>
                      <a:pt x="117890" y="38508"/>
                    </a:lnTo>
                    <a:lnTo>
                      <a:pt x="120765" y="3902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25" name="Surface grid line"/>
              <p:cNvSpPr/>
              <p:nvPr/>
            </p:nvSpPr>
            <p:spPr>
              <a:xfrm>
                <a:off x="13580728" y="1410529"/>
                <a:ext cx="1150287" cy="37289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149">
                    <a:moveTo>
                      <a:pt x="0" y="0"/>
                    </a:moveTo>
                    <a:lnTo>
                      <a:pt x="2875" y="1799"/>
                    </a:lnTo>
                    <a:lnTo>
                      <a:pt x="5751" y="3890"/>
                    </a:lnTo>
                    <a:lnTo>
                      <a:pt x="8626" y="6247"/>
                    </a:lnTo>
                    <a:lnTo>
                      <a:pt x="11501" y="8766"/>
                    </a:lnTo>
                    <a:lnTo>
                      <a:pt x="14377" y="11271"/>
                    </a:lnTo>
                    <a:lnTo>
                      <a:pt x="17252" y="13553"/>
                    </a:lnTo>
                    <a:lnTo>
                      <a:pt x="20128" y="15425"/>
                    </a:lnTo>
                    <a:lnTo>
                      <a:pt x="23003" y="16767"/>
                    </a:lnTo>
                    <a:lnTo>
                      <a:pt x="25878" y="17569"/>
                    </a:lnTo>
                    <a:lnTo>
                      <a:pt x="28754" y="17938"/>
                    </a:lnTo>
                    <a:lnTo>
                      <a:pt x="31629" y="18073"/>
                    </a:lnTo>
                    <a:lnTo>
                      <a:pt x="34504" y="18222"/>
                    </a:lnTo>
                    <a:lnTo>
                      <a:pt x="37380" y="18625"/>
                    </a:lnTo>
                    <a:lnTo>
                      <a:pt x="40255" y="19463"/>
                    </a:lnTo>
                    <a:lnTo>
                      <a:pt x="43130" y="20828"/>
                    </a:lnTo>
                    <a:lnTo>
                      <a:pt x="46006" y="22711"/>
                    </a:lnTo>
                    <a:lnTo>
                      <a:pt x="48881" y="25012"/>
                    </a:lnTo>
                    <a:lnTo>
                      <a:pt x="51756" y="27561"/>
                    </a:lnTo>
                    <a:lnTo>
                      <a:pt x="54632" y="30135"/>
                    </a:lnTo>
                    <a:lnTo>
                      <a:pt x="57507" y="32498"/>
                    </a:lnTo>
                    <a:lnTo>
                      <a:pt x="60383" y="34427"/>
                    </a:lnTo>
                    <a:lnTo>
                      <a:pt x="63258" y="35757"/>
                    </a:lnTo>
                    <a:lnTo>
                      <a:pt x="66133" y="36416"/>
                    </a:lnTo>
                    <a:lnTo>
                      <a:pt x="69009" y="36451"/>
                    </a:lnTo>
                    <a:lnTo>
                      <a:pt x="71884" y="36013"/>
                    </a:lnTo>
                    <a:lnTo>
                      <a:pt x="74759" y="35317"/>
                    </a:lnTo>
                    <a:lnTo>
                      <a:pt x="77635" y="34577"/>
                    </a:lnTo>
                    <a:lnTo>
                      <a:pt x="80510" y="33943"/>
                    </a:lnTo>
                    <a:lnTo>
                      <a:pt x="83385" y="33484"/>
                    </a:lnTo>
                    <a:lnTo>
                      <a:pt x="86261" y="33204"/>
                    </a:lnTo>
                    <a:lnTo>
                      <a:pt x="89136" y="33075"/>
                    </a:lnTo>
                    <a:lnTo>
                      <a:pt x="92011" y="33084"/>
                    </a:lnTo>
                    <a:lnTo>
                      <a:pt x="94887" y="33239"/>
                    </a:lnTo>
                    <a:lnTo>
                      <a:pt x="97762" y="33564"/>
                    </a:lnTo>
                    <a:lnTo>
                      <a:pt x="100638" y="34074"/>
                    </a:lnTo>
                    <a:lnTo>
                      <a:pt x="103513" y="34760"/>
                    </a:lnTo>
                    <a:lnTo>
                      <a:pt x="106388" y="35578"/>
                    </a:lnTo>
                    <a:lnTo>
                      <a:pt x="109264" y="36461"/>
                    </a:lnTo>
                    <a:lnTo>
                      <a:pt x="112139" y="37327"/>
                    </a:lnTo>
                    <a:lnTo>
                      <a:pt x="115014" y="38100"/>
                    </a:lnTo>
                    <a:lnTo>
                      <a:pt x="117890" y="38719"/>
                    </a:lnTo>
                    <a:lnTo>
                      <a:pt x="120765" y="3914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26" name="Surface grid line"/>
              <p:cNvSpPr/>
              <p:nvPr/>
            </p:nvSpPr>
            <p:spPr>
              <a:xfrm>
                <a:off x="13603460" y="1394254"/>
                <a:ext cx="1150287" cy="374782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347">
                    <a:moveTo>
                      <a:pt x="0" y="0"/>
                    </a:moveTo>
                    <a:lnTo>
                      <a:pt x="2875" y="1705"/>
                    </a:lnTo>
                    <a:lnTo>
                      <a:pt x="5751" y="3735"/>
                    </a:lnTo>
                    <a:lnTo>
                      <a:pt x="8626" y="6066"/>
                    </a:lnTo>
                    <a:lnTo>
                      <a:pt x="11501" y="8592"/>
                    </a:lnTo>
                    <a:lnTo>
                      <a:pt x="14377" y="11136"/>
                    </a:lnTo>
                    <a:lnTo>
                      <a:pt x="17252" y="13486"/>
                    </a:lnTo>
                    <a:lnTo>
                      <a:pt x="20128" y="15443"/>
                    </a:lnTo>
                    <a:lnTo>
                      <a:pt x="23003" y="16880"/>
                    </a:lnTo>
                    <a:lnTo>
                      <a:pt x="25878" y="17770"/>
                    </a:lnTo>
                    <a:lnTo>
                      <a:pt x="28754" y="18202"/>
                    </a:lnTo>
                    <a:lnTo>
                      <a:pt x="31629" y="18355"/>
                    </a:lnTo>
                    <a:lnTo>
                      <a:pt x="34504" y="18458"/>
                    </a:lnTo>
                    <a:lnTo>
                      <a:pt x="37380" y="18728"/>
                    </a:lnTo>
                    <a:lnTo>
                      <a:pt x="40255" y="19332"/>
                    </a:lnTo>
                    <a:lnTo>
                      <a:pt x="43130" y="20349"/>
                    </a:lnTo>
                    <a:lnTo>
                      <a:pt x="46006" y="21769"/>
                    </a:lnTo>
                    <a:lnTo>
                      <a:pt x="48881" y="23495"/>
                    </a:lnTo>
                    <a:lnTo>
                      <a:pt x="51756" y="25361"/>
                    </a:lnTo>
                    <a:lnTo>
                      <a:pt x="54632" y="27162"/>
                    </a:lnTo>
                    <a:lnTo>
                      <a:pt x="57507" y="28675"/>
                    </a:lnTo>
                    <a:lnTo>
                      <a:pt x="60383" y="29704"/>
                    </a:lnTo>
                    <a:lnTo>
                      <a:pt x="63258" y="30124"/>
                    </a:lnTo>
                    <a:lnTo>
                      <a:pt x="66133" y="29930"/>
                    </a:lnTo>
                    <a:lnTo>
                      <a:pt x="69009" y="29257"/>
                    </a:lnTo>
                    <a:lnTo>
                      <a:pt x="71884" y="28360"/>
                    </a:lnTo>
                    <a:lnTo>
                      <a:pt x="74759" y="27545"/>
                    </a:lnTo>
                    <a:lnTo>
                      <a:pt x="77635" y="27073"/>
                    </a:lnTo>
                    <a:lnTo>
                      <a:pt x="80510" y="27080"/>
                    </a:lnTo>
                    <a:lnTo>
                      <a:pt x="83385" y="27554"/>
                    </a:lnTo>
                    <a:lnTo>
                      <a:pt x="86261" y="28375"/>
                    </a:lnTo>
                    <a:lnTo>
                      <a:pt x="89136" y="29384"/>
                    </a:lnTo>
                    <a:lnTo>
                      <a:pt x="92011" y="30455"/>
                    </a:lnTo>
                    <a:lnTo>
                      <a:pt x="94887" y="31525"/>
                    </a:lnTo>
                    <a:lnTo>
                      <a:pt x="97762" y="32585"/>
                    </a:lnTo>
                    <a:lnTo>
                      <a:pt x="100638" y="33649"/>
                    </a:lnTo>
                    <a:lnTo>
                      <a:pt x="103513" y="34722"/>
                    </a:lnTo>
                    <a:lnTo>
                      <a:pt x="106388" y="35786"/>
                    </a:lnTo>
                    <a:lnTo>
                      <a:pt x="109264" y="36798"/>
                    </a:lnTo>
                    <a:lnTo>
                      <a:pt x="112139" y="37703"/>
                    </a:lnTo>
                    <a:lnTo>
                      <a:pt x="115014" y="38450"/>
                    </a:lnTo>
                    <a:lnTo>
                      <a:pt x="117890" y="39002"/>
                    </a:lnTo>
                    <a:lnTo>
                      <a:pt x="120765" y="3934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27" name="Surface grid line"/>
              <p:cNvSpPr/>
              <p:nvPr/>
            </p:nvSpPr>
            <p:spPr>
              <a:xfrm>
                <a:off x="13626192" y="1376769"/>
                <a:ext cx="1150287" cy="37737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619">
                    <a:moveTo>
                      <a:pt x="0" y="0"/>
                    </a:moveTo>
                    <a:lnTo>
                      <a:pt x="2875" y="1590"/>
                    </a:lnTo>
                    <a:lnTo>
                      <a:pt x="5751" y="3527"/>
                    </a:lnTo>
                    <a:lnTo>
                      <a:pt x="8626" y="5792"/>
                    </a:lnTo>
                    <a:lnTo>
                      <a:pt x="11501" y="8280"/>
                    </a:lnTo>
                    <a:lnTo>
                      <a:pt x="14377" y="10816"/>
                    </a:lnTo>
                    <a:lnTo>
                      <a:pt x="17252" y="13189"/>
                    </a:lnTo>
                    <a:lnTo>
                      <a:pt x="20128" y="15199"/>
                    </a:lnTo>
                    <a:lnTo>
                      <a:pt x="23003" y="16712"/>
                    </a:lnTo>
                    <a:lnTo>
                      <a:pt x="25878" y="17690"/>
                    </a:lnTo>
                    <a:lnTo>
                      <a:pt x="28754" y="18205"/>
                    </a:lnTo>
                    <a:lnTo>
                      <a:pt x="31629" y="18414"/>
                    </a:lnTo>
                    <a:lnTo>
                      <a:pt x="34504" y="18522"/>
                    </a:lnTo>
                    <a:lnTo>
                      <a:pt x="37380" y="18723"/>
                    </a:lnTo>
                    <a:lnTo>
                      <a:pt x="40255" y="19164"/>
                    </a:lnTo>
                    <a:lnTo>
                      <a:pt x="43130" y="19911"/>
                    </a:lnTo>
                    <a:lnTo>
                      <a:pt x="46006" y="20947"/>
                    </a:lnTo>
                    <a:lnTo>
                      <a:pt x="48881" y="22174"/>
                    </a:lnTo>
                    <a:lnTo>
                      <a:pt x="51756" y="23431"/>
                    </a:lnTo>
                    <a:lnTo>
                      <a:pt x="54632" y="24514"/>
                    </a:lnTo>
                    <a:lnTo>
                      <a:pt x="57507" y="25209"/>
                    </a:lnTo>
                    <a:lnTo>
                      <a:pt x="60383" y="25336"/>
                    </a:lnTo>
                    <a:lnTo>
                      <a:pt x="63258" y="24805"/>
                    </a:lnTo>
                    <a:lnTo>
                      <a:pt x="66133" y="23679"/>
                    </a:lnTo>
                    <a:lnTo>
                      <a:pt x="69009" y="22196"/>
                    </a:lnTo>
                    <a:lnTo>
                      <a:pt x="71884" y="20741"/>
                    </a:lnTo>
                    <a:lnTo>
                      <a:pt x="74759" y="19736"/>
                    </a:lnTo>
                    <a:lnTo>
                      <a:pt x="77635" y="19510"/>
                    </a:lnTo>
                    <a:lnTo>
                      <a:pt x="80510" y="20189"/>
                    </a:lnTo>
                    <a:lnTo>
                      <a:pt x="83385" y="21668"/>
                    </a:lnTo>
                    <a:lnTo>
                      <a:pt x="86261" y="23678"/>
                    </a:lnTo>
                    <a:lnTo>
                      <a:pt x="89136" y="25903"/>
                    </a:lnTo>
                    <a:lnTo>
                      <a:pt x="92011" y="28089"/>
                    </a:lnTo>
                    <a:lnTo>
                      <a:pt x="94887" y="30094"/>
                    </a:lnTo>
                    <a:lnTo>
                      <a:pt x="97762" y="31879"/>
                    </a:lnTo>
                    <a:lnTo>
                      <a:pt x="100638" y="33465"/>
                    </a:lnTo>
                    <a:lnTo>
                      <a:pt x="103513" y="34886"/>
                    </a:lnTo>
                    <a:lnTo>
                      <a:pt x="106388" y="36153"/>
                    </a:lnTo>
                    <a:lnTo>
                      <a:pt x="109264" y="37258"/>
                    </a:lnTo>
                    <a:lnTo>
                      <a:pt x="112139" y="38175"/>
                    </a:lnTo>
                    <a:lnTo>
                      <a:pt x="115014" y="38879"/>
                    </a:lnTo>
                    <a:lnTo>
                      <a:pt x="117890" y="39358"/>
                    </a:lnTo>
                    <a:lnTo>
                      <a:pt x="120765" y="3961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28" name="Surface grid line"/>
              <p:cNvSpPr/>
              <p:nvPr/>
            </p:nvSpPr>
            <p:spPr>
              <a:xfrm>
                <a:off x="13648923" y="1358265"/>
                <a:ext cx="1150287" cy="38057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956">
                    <a:moveTo>
                      <a:pt x="0" y="0"/>
                    </a:moveTo>
                    <a:lnTo>
                      <a:pt x="2875" y="1456"/>
                    </a:lnTo>
                    <a:lnTo>
                      <a:pt x="5751" y="3275"/>
                    </a:lnTo>
                    <a:lnTo>
                      <a:pt x="8626" y="5437"/>
                    </a:lnTo>
                    <a:lnTo>
                      <a:pt x="11501" y="7843"/>
                    </a:lnTo>
                    <a:lnTo>
                      <a:pt x="14377" y="10323"/>
                    </a:lnTo>
                    <a:lnTo>
                      <a:pt x="17252" y="12672"/>
                    </a:lnTo>
                    <a:lnTo>
                      <a:pt x="20128" y="14696"/>
                    </a:lnTo>
                    <a:lnTo>
                      <a:pt x="23003" y="16259"/>
                    </a:lnTo>
                    <a:lnTo>
                      <a:pt x="25878" y="17317"/>
                    </a:lnTo>
                    <a:lnTo>
                      <a:pt x="28754" y="17926"/>
                    </a:lnTo>
                    <a:lnTo>
                      <a:pt x="31629" y="18224"/>
                    </a:lnTo>
                    <a:lnTo>
                      <a:pt x="34504" y="18387"/>
                    </a:lnTo>
                    <a:lnTo>
                      <a:pt x="37380" y="18586"/>
                    </a:lnTo>
                    <a:lnTo>
                      <a:pt x="40255" y="18945"/>
                    </a:lnTo>
                    <a:lnTo>
                      <a:pt x="43130" y="19514"/>
                    </a:lnTo>
                    <a:lnTo>
                      <a:pt x="46006" y="20264"/>
                    </a:lnTo>
                    <a:lnTo>
                      <a:pt x="48881" y="21092"/>
                    </a:lnTo>
                    <a:lnTo>
                      <a:pt x="51756" y="21833"/>
                    </a:lnTo>
                    <a:lnTo>
                      <a:pt x="54632" y="22277"/>
                    </a:lnTo>
                    <a:lnTo>
                      <a:pt x="57507" y="22205"/>
                    </a:lnTo>
                    <a:lnTo>
                      <a:pt x="60383" y="21438"/>
                    </a:lnTo>
                    <a:lnTo>
                      <a:pt x="63258" y="19915"/>
                    </a:lnTo>
                    <a:lnTo>
                      <a:pt x="66133" y="17769"/>
                    </a:lnTo>
                    <a:lnTo>
                      <a:pt x="69009" y="15361"/>
                    </a:lnTo>
                    <a:lnTo>
                      <a:pt x="71884" y="13229"/>
                    </a:lnTo>
                    <a:lnTo>
                      <a:pt x="74759" y="11948"/>
                    </a:lnTo>
                    <a:lnTo>
                      <a:pt x="77635" y="11935"/>
                    </a:lnTo>
                    <a:lnTo>
                      <a:pt x="80510" y="13311"/>
                    </a:lnTo>
                    <a:lnTo>
                      <a:pt x="83385" y="15864"/>
                    </a:lnTo>
                    <a:lnTo>
                      <a:pt x="86261" y="19153"/>
                    </a:lnTo>
                    <a:lnTo>
                      <a:pt x="89136" y="22674"/>
                    </a:lnTo>
                    <a:lnTo>
                      <a:pt x="92011" y="26026"/>
                    </a:lnTo>
                    <a:lnTo>
                      <a:pt x="94887" y="28979"/>
                    </a:lnTo>
                    <a:lnTo>
                      <a:pt x="97762" y="31470"/>
                    </a:lnTo>
                    <a:lnTo>
                      <a:pt x="100638" y="33539"/>
                    </a:lnTo>
                    <a:lnTo>
                      <a:pt x="103513" y="35257"/>
                    </a:lnTo>
                    <a:lnTo>
                      <a:pt x="106388" y="36680"/>
                    </a:lnTo>
                    <a:lnTo>
                      <a:pt x="109264" y="37836"/>
                    </a:lnTo>
                    <a:lnTo>
                      <a:pt x="112139" y="38734"/>
                    </a:lnTo>
                    <a:lnTo>
                      <a:pt x="115014" y="39377"/>
                    </a:lnTo>
                    <a:lnTo>
                      <a:pt x="117890" y="39775"/>
                    </a:lnTo>
                    <a:lnTo>
                      <a:pt x="120765" y="3995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29" name="Surface grid line"/>
              <p:cNvSpPr/>
              <p:nvPr/>
            </p:nvSpPr>
            <p:spPr>
              <a:xfrm>
                <a:off x="13671655" y="1338978"/>
                <a:ext cx="1150287" cy="38424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0341">
                    <a:moveTo>
                      <a:pt x="0" y="0"/>
                    </a:moveTo>
                    <a:lnTo>
                      <a:pt x="2875" y="1312"/>
                    </a:lnTo>
                    <a:lnTo>
                      <a:pt x="5751" y="2990"/>
                    </a:lnTo>
                    <a:lnTo>
                      <a:pt x="8626" y="5017"/>
                    </a:lnTo>
                    <a:lnTo>
                      <a:pt x="11501" y="7298"/>
                    </a:lnTo>
                    <a:lnTo>
                      <a:pt x="14377" y="9675"/>
                    </a:lnTo>
                    <a:lnTo>
                      <a:pt x="17252" y="11951"/>
                    </a:lnTo>
                    <a:lnTo>
                      <a:pt x="20128" y="13943"/>
                    </a:lnTo>
                    <a:lnTo>
                      <a:pt x="23003" y="15520"/>
                    </a:lnTo>
                    <a:lnTo>
                      <a:pt x="25878" y="16637"/>
                    </a:lnTo>
                    <a:lnTo>
                      <a:pt x="28754" y="17340"/>
                    </a:lnTo>
                    <a:lnTo>
                      <a:pt x="31629" y="17746"/>
                    </a:lnTo>
                    <a:lnTo>
                      <a:pt x="34504" y="18008"/>
                    </a:lnTo>
                    <a:lnTo>
                      <a:pt x="37380" y="18268"/>
                    </a:lnTo>
                    <a:lnTo>
                      <a:pt x="40255" y="18626"/>
                    </a:lnTo>
                    <a:lnTo>
                      <a:pt x="43130" y="19111"/>
                    </a:lnTo>
                    <a:lnTo>
                      <a:pt x="46006" y="19681"/>
                    </a:lnTo>
                    <a:lnTo>
                      <a:pt x="48881" y="20219"/>
                    </a:lnTo>
                    <a:lnTo>
                      <a:pt x="51756" y="20548"/>
                    </a:lnTo>
                    <a:lnTo>
                      <a:pt x="54632" y="20441"/>
                    </a:lnTo>
                    <a:lnTo>
                      <a:pt x="57507" y="19657"/>
                    </a:lnTo>
                    <a:lnTo>
                      <a:pt x="60383" y="18004"/>
                    </a:lnTo>
                    <a:lnTo>
                      <a:pt x="63258" y="15442"/>
                    </a:lnTo>
                    <a:lnTo>
                      <a:pt x="66133" y="12179"/>
                    </a:lnTo>
                    <a:lnTo>
                      <a:pt x="69009" y="8716"/>
                    </a:lnTo>
                    <a:lnTo>
                      <a:pt x="71884" y="5777"/>
                    </a:lnTo>
                    <a:lnTo>
                      <a:pt x="74759" y="4120"/>
                    </a:lnTo>
                    <a:lnTo>
                      <a:pt x="77635" y="4281"/>
                    </a:lnTo>
                    <a:lnTo>
                      <a:pt x="80510" y="6380"/>
                    </a:lnTo>
                    <a:lnTo>
                      <a:pt x="83385" y="10084"/>
                    </a:lnTo>
                    <a:lnTo>
                      <a:pt x="86261" y="14748"/>
                    </a:lnTo>
                    <a:lnTo>
                      <a:pt x="89136" y="19654"/>
                    </a:lnTo>
                    <a:lnTo>
                      <a:pt x="92011" y="24229"/>
                    </a:lnTo>
                    <a:lnTo>
                      <a:pt x="94887" y="28149"/>
                    </a:lnTo>
                    <a:lnTo>
                      <a:pt x="97762" y="31331"/>
                    </a:lnTo>
                    <a:lnTo>
                      <a:pt x="100638" y="33844"/>
                    </a:lnTo>
                    <a:lnTo>
                      <a:pt x="103513" y="35810"/>
                    </a:lnTo>
                    <a:lnTo>
                      <a:pt x="106388" y="37340"/>
                    </a:lnTo>
                    <a:lnTo>
                      <a:pt x="109264" y="38508"/>
                    </a:lnTo>
                    <a:lnTo>
                      <a:pt x="112139" y="39359"/>
                    </a:lnTo>
                    <a:lnTo>
                      <a:pt x="115014" y="39923"/>
                    </a:lnTo>
                    <a:lnTo>
                      <a:pt x="117890" y="40235"/>
                    </a:lnTo>
                    <a:lnTo>
                      <a:pt x="120765" y="4034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30" name="Surface grid line"/>
              <p:cNvSpPr/>
              <p:nvPr/>
            </p:nvSpPr>
            <p:spPr>
              <a:xfrm>
                <a:off x="13694387" y="1282529"/>
                <a:ext cx="1150287" cy="42482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4601">
                    <a:moveTo>
                      <a:pt x="0" y="3847"/>
                    </a:moveTo>
                    <a:lnTo>
                      <a:pt x="2875" y="5008"/>
                    </a:lnTo>
                    <a:lnTo>
                      <a:pt x="5751" y="6530"/>
                    </a:lnTo>
                    <a:lnTo>
                      <a:pt x="8626" y="8395"/>
                    </a:lnTo>
                    <a:lnTo>
                      <a:pt x="11501" y="10514"/>
                    </a:lnTo>
                    <a:lnTo>
                      <a:pt x="14377" y="12738"/>
                    </a:lnTo>
                    <a:lnTo>
                      <a:pt x="17252" y="14887"/>
                    </a:lnTo>
                    <a:lnTo>
                      <a:pt x="20128" y="16792"/>
                    </a:lnTo>
                    <a:lnTo>
                      <a:pt x="23003" y="18336"/>
                    </a:lnTo>
                    <a:lnTo>
                      <a:pt x="25878" y="19478"/>
                    </a:lnTo>
                    <a:lnTo>
                      <a:pt x="28754" y="20257"/>
                    </a:lnTo>
                    <a:lnTo>
                      <a:pt x="31629" y="20776"/>
                    </a:lnTo>
                    <a:lnTo>
                      <a:pt x="34504" y="21165"/>
                    </a:lnTo>
                    <a:lnTo>
                      <a:pt x="37380" y="21541"/>
                    </a:lnTo>
                    <a:lnTo>
                      <a:pt x="40255" y="21973"/>
                    </a:lnTo>
                    <a:lnTo>
                      <a:pt x="43130" y="22468"/>
                    </a:lnTo>
                    <a:lnTo>
                      <a:pt x="46006" y="22964"/>
                    </a:lnTo>
                    <a:lnTo>
                      <a:pt x="48881" y="23324"/>
                    </a:lnTo>
                    <a:lnTo>
                      <a:pt x="51756" y="23347"/>
                    </a:lnTo>
                    <a:lnTo>
                      <a:pt x="54632" y="22775"/>
                    </a:lnTo>
                    <a:lnTo>
                      <a:pt x="57507" y="21331"/>
                    </a:lnTo>
                    <a:lnTo>
                      <a:pt x="60383" y="18798"/>
                    </a:lnTo>
                    <a:lnTo>
                      <a:pt x="63258" y="15148"/>
                    </a:lnTo>
                    <a:lnTo>
                      <a:pt x="66133" y="10666"/>
                    </a:lnTo>
                    <a:lnTo>
                      <a:pt x="69009" y="6012"/>
                    </a:lnTo>
                    <a:lnTo>
                      <a:pt x="71884" y="2132"/>
                    </a:lnTo>
                    <a:lnTo>
                      <a:pt x="74759" y="0"/>
                    </a:lnTo>
                    <a:lnTo>
                      <a:pt x="77635" y="295"/>
                    </a:lnTo>
                    <a:lnTo>
                      <a:pt x="80510" y="3144"/>
                    </a:lnTo>
                    <a:lnTo>
                      <a:pt x="83385" y="8077"/>
                    </a:lnTo>
                    <a:lnTo>
                      <a:pt x="86261" y="14220"/>
                    </a:lnTo>
                    <a:lnTo>
                      <a:pt x="89136" y="20606"/>
                    </a:lnTo>
                    <a:lnTo>
                      <a:pt x="92011" y="26467"/>
                    </a:lnTo>
                    <a:lnTo>
                      <a:pt x="94887" y="31380"/>
                    </a:lnTo>
                    <a:lnTo>
                      <a:pt x="97762" y="35244"/>
                    </a:lnTo>
                    <a:lnTo>
                      <a:pt x="100638" y="38169"/>
                    </a:lnTo>
                    <a:lnTo>
                      <a:pt x="103513" y="40341"/>
                    </a:lnTo>
                    <a:lnTo>
                      <a:pt x="106388" y="41937"/>
                    </a:lnTo>
                    <a:lnTo>
                      <a:pt x="109264" y="43082"/>
                    </a:lnTo>
                    <a:lnTo>
                      <a:pt x="112139" y="43863"/>
                    </a:lnTo>
                    <a:lnTo>
                      <a:pt x="115014" y="44338"/>
                    </a:lnTo>
                    <a:lnTo>
                      <a:pt x="117890" y="44564"/>
                    </a:lnTo>
                    <a:lnTo>
                      <a:pt x="120765" y="446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31" name="Surface grid line"/>
              <p:cNvSpPr/>
              <p:nvPr/>
            </p:nvSpPr>
            <p:spPr>
              <a:xfrm>
                <a:off x="13717119" y="1184663"/>
                <a:ext cx="1150287" cy="50682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3210">
                    <a:moveTo>
                      <a:pt x="0" y="12014"/>
                    </a:moveTo>
                    <a:lnTo>
                      <a:pt x="2875" y="13026"/>
                    </a:lnTo>
                    <a:lnTo>
                      <a:pt x="5751" y="14381"/>
                    </a:lnTo>
                    <a:lnTo>
                      <a:pt x="8626" y="16061"/>
                    </a:lnTo>
                    <a:lnTo>
                      <a:pt x="11501" y="17981"/>
                    </a:lnTo>
                    <a:lnTo>
                      <a:pt x="14377" y="20003"/>
                    </a:lnTo>
                    <a:lnTo>
                      <a:pt x="17252" y="21966"/>
                    </a:lnTo>
                    <a:lnTo>
                      <a:pt x="20128" y="23721"/>
                    </a:lnTo>
                    <a:lnTo>
                      <a:pt x="23003" y="25170"/>
                    </a:lnTo>
                    <a:lnTo>
                      <a:pt x="25878" y="26282"/>
                    </a:lnTo>
                    <a:lnTo>
                      <a:pt x="28754" y="27102"/>
                    </a:lnTo>
                    <a:lnTo>
                      <a:pt x="31629" y="27723"/>
                    </a:lnTo>
                    <a:lnTo>
                      <a:pt x="34504" y="28255"/>
                    </a:lnTo>
                    <a:lnTo>
                      <a:pt x="37380" y="28787"/>
                    </a:lnTo>
                    <a:lnTo>
                      <a:pt x="40255" y="29362"/>
                    </a:lnTo>
                    <a:lnTo>
                      <a:pt x="43130" y="29957"/>
                    </a:lnTo>
                    <a:lnTo>
                      <a:pt x="46006" y="30481"/>
                    </a:lnTo>
                    <a:lnTo>
                      <a:pt x="48881" y="30772"/>
                    </a:lnTo>
                    <a:lnTo>
                      <a:pt x="51756" y="30593"/>
                    </a:lnTo>
                    <a:lnTo>
                      <a:pt x="54632" y="29642"/>
                    </a:lnTo>
                    <a:lnTo>
                      <a:pt x="57507" y="27591"/>
                    </a:lnTo>
                    <a:lnTo>
                      <a:pt x="60383" y="24186"/>
                    </a:lnTo>
                    <a:lnTo>
                      <a:pt x="63258" y="19402"/>
                    </a:lnTo>
                    <a:lnTo>
                      <a:pt x="66133" y="13609"/>
                    </a:lnTo>
                    <a:lnTo>
                      <a:pt x="69009" y="7643"/>
                    </a:lnTo>
                    <a:lnTo>
                      <a:pt x="71884" y="2698"/>
                    </a:lnTo>
                    <a:lnTo>
                      <a:pt x="74759" y="0"/>
                    </a:lnTo>
                    <a:lnTo>
                      <a:pt x="77635" y="393"/>
                    </a:lnTo>
                    <a:lnTo>
                      <a:pt x="80510" y="4017"/>
                    </a:lnTo>
                    <a:lnTo>
                      <a:pt x="83385" y="10254"/>
                    </a:lnTo>
                    <a:lnTo>
                      <a:pt x="86261" y="17970"/>
                    </a:lnTo>
                    <a:lnTo>
                      <a:pt x="89136" y="25923"/>
                    </a:lnTo>
                    <a:lnTo>
                      <a:pt x="92011" y="33134"/>
                    </a:lnTo>
                    <a:lnTo>
                      <a:pt x="94887" y="39066"/>
                    </a:lnTo>
                    <a:lnTo>
                      <a:pt x="97762" y="43608"/>
                    </a:lnTo>
                    <a:lnTo>
                      <a:pt x="100638" y="46920"/>
                    </a:lnTo>
                    <a:lnTo>
                      <a:pt x="103513" y="49266"/>
                    </a:lnTo>
                    <a:lnTo>
                      <a:pt x="106388" y="50895"/>
                    </a:lnTo>
                    <a:lnTo>
                      <a:pt x="109264" y="51992"/>
                    </a:lnTo>
                    <a:lnTo>
                      <a:pt x="112139" y="52687"/>
                    </a:lnTo>
                    <a:lnTo>
                      <a:pt x="115014" y="53067"/>
                    </a:lnTo>
                    <a:lnTo>
                      <a:pt x="117890" y="53210"/>
                    </a:lnTo>
                    <a:lnTo>
                      <a:pt x="120765" y="5319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32" name="Surface grid line"/>
              <p:cNvSpPr/>
              <p:nvPr/>
            </p:nvSpPr>
            <p:spPr>
              <a:xfrm>
                <a:off x="13739851" y="1085335"/>
                <a:ext cx="1150287" cy="59038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1983">
                    <a:moveTo>
                      <a:pt x="0" y="20335"/>
                    </a:moveTo>
                    <a:lnTo>
                      <a:pt x="2875" y="21201"/>
                    </a:lnTo>
                    <a:lnTo>
                      <a:pt x="5751" y="22385"/>
                    </a:lnTo>
                    <a:lnTo>
                      <a:pt x="8626" y="23860"/>
                    </a:lnTo>
                    <a:lnTo>
                      <a:pt x="11501" y="25546"/>
                    </a:lnTo>
                    <a:lnTo>
                      <a:pt x="14377" y="27315"/>
                    </a:lnTo>
                    <a:lnTo>
                      <a:pt x="17252" y="29025"/>
                    </a:lnTo>
                    <a:lnTo>
                      <a:pt x="20128" y="30555"/>
                    </a:lnTo>
                    <a:lnTo>
                      <a:pt x="23003" y="31830"/>
                    </a:lnTo>
                    <a:lnTo>
                      <a:pt x="25878" y="32845"/>
                    </a:lnTo>
                    <a:lnTo>
                      <a:pt x="28754" y="33652"/>
                    </a:lnTo>
                    <a:lnTo>
                      <a:pt x="31629" y="34345"/>
                    </a:lnTo>
                    <a:lnTo>
                      <a:pt x="34504" y="35019"/>
                    </a:lnTo>
                    <a:lnTo>
                      <a:pt x="37380" y="35740"/>
                    </a:lnTo>
                    <a:lnTo>
                      <a:pt x="40255" y="36518"/>
                    </a:lnTo>
                    <a:lnTo>
                      <a:pt x="43130" y="37297"/>
                    </a:lnTo>
                    <a:lnTo>
                      <a:pt x="46006" y="37951"/>
                    </a:lnTo>
                    <a:lnTo>
                      <a:pt x="48881" y="38280"/>
                    </a:lnTo>
                    <a:lnTo>
                      <a:pt x="51756" y="38002"/>
                    </a:lnTo>
                    <a:lnTo>
                      <a:pt x="54632" y="36760"/>
                    </a:lnTo>
                    <a:lnTo>
                      <a:pt x="57507" y="34162"/>
                    </a:lnTo>
                    <a:lnTo>
                      <a:pt x="60383" y="29907"/>
                    </a:lnTo>
                    <a:lnTo>
                      <a:pt x="63258" y="23967"/>
                    </a:lnTo>
                    <a:lnTo>
                      <a:pt x="66133" y="16800"/>
                    </a:lnTo>
                    <a:lnTo>
                      <a:pt x="69009" y="9434"/>
                    </a:lnTo>
                    <a:lnTo>
                      <a:pt x="71884" y="3333"/>
                    </a:lnTo>
                    <a:lnTo>
                      <a:pt x="74759" y="0"/>
                    </a:lnTo>
                    <a:lnTo>
                      <a:pt x="77635" y="463"/>
                    </a:lnTo>
                    <a:lnTo>
                      <a:pt x="80510" y="4878"/>
                    </a:lnTo>
                    <a:lnTo>
                      <a:pt x="83385" y="12469"/>
                    </a:lnTo>
                    <a:lnTo>
                      <a:pt x="86261" y="21824"/>
                    </a:lnTo>
                    <a:lnTo>
                      <a:pt x="89136" y="31406"/>
                    </a:lnTo>
                    <a:lnTo>
                      <a:pt x="92011" y="40007"/>
                    </a:lnTo>
                    <a:lnTo>
                      <a:pt x="94887" y="46974"/>
                    </a:lnTo>
                    <a:lnTo>
                      <a:pt x="97762" y="52187"/>
                    </a:lnTo>
                    <a:lnTo>
                      <a:pt x="100638" y="55866"/>
                    </a:lnTo>
                    <a:lnTo>
                      <a:pt x="103513" y="58359"/>
                    </a:lnTo>
                    <a:lnTo>
                      <a:pt x="106388" y="59996"/>
                    </a:lnTo>
                    <a:lnTo>
                      <a:pt x="109264" y="61029"/>
                    </a:lnTo>
                    <a:lnTo>
                      <a:pt x="112139" y="61628"/>
                    </a:lnTo>
                    <a:lnTo>
                      <a:pt x="115014" y="61915"/>
                    </a:lnTo>
                    <a:lnTo>
                      <a:pt x="117890" y="61983"/>
                    </a:lnTo>
                    <a:lnTo>
                      <a:pt x="120765" y="6192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33" name="Surface grid line"/>
              <p:cNvSpPr/>
              <p:nvPr/>
            </p:nvSpPr>
            <p:spPr>
              <a:xfrm>
                <a:off x="13762583" y="986625"/>
                <a:ext cx="1150287" cy="6731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0670">
                    <a:moveTo>
                      <a:pt x="0" y="28615"/>
                    </a:moveTo>
                    <a:lnTo>
                      <a:pt x="2875" y="29344"/>
                    </a:lnTo>
                    <a:lnTo>
                      <a:pt x="5751" y="30352"/>
                    </a:lnTo>
                    <a:lnTo>
                      <a:pt x="8626" y="31605"/>
                    </a:lnTo>
                    <a:lnTo>
                      <a:pt x="11501" y="33020"/>
                    </a:lnTo>
                    <a:lnTo>
                      <a:pt x="14377" y="34480"/>
                    </a:lnTo>
                    <a:lnTo>
                      <a:pt x="17252" y="35866"/>
                    </a:lnTo>
                    <a:lnTo>
                      <a:pt x="20128" y="37084"/>
                    </a:lnTo>
                    <a:lnTo>
                      <a:pt x="23003" y="38095"/>
                    </a:lnTo>
                    <a:lnTo>
                      <a:pt x="25878" y="38925"/>
                    </a:lnTo>
                    <a:lnTo>
                      <a:pt x="28754" y="39649"/>
                    </a:lnTo>
                    <a:lnTo>
                      <a:pt x="31629" y="40370"/>
                    </a:lnTo>
                    <a:lnTo>
                      <a:pt x="34504" y="41175"/>
                    </a:lnTo>
                    <a:lnTo>
                      <a:pt x="37380" y="42107"/>
                    </a:lnTo>
                    <a:lnTo>
                      <a:pt x="40255" y="43144"/>
                    </a:lnTo>
                    <a:lnTo>
                      <a:pt x="43130" y="44189"/>
                    </a:lnTo>
                    <a:lnTo>
                      <a:pt x="46006" y="45074"/>
                    </a:lnTo>
                    <a:lnTo>
                      <a:pt x="48881" y="45549"/>
                    </a:lnTo>
                    <a:lnTo>
                      <a:pt x="51756" y="45279"/>
                    </a:lnTo>
                    <a:lnTo>
                      <a:pt x="54632" y="43840"/>
                    </a:lnTo>
                    <a:lnTo>
                      <a:pt x="57507" y="40772"/>
                    </a:lnTo>
                    <a:lnTo>
                      <a:pt x="60383" y="35716"/>
                    </a:lnTo>
                    <a:lnTo>
                      <a:pt x="63258" y="28641"/>
                    </a:lnTo>
                    <a:lnTo>
                      <a:pt x="66133" y="20093"/>
                    </a:lnTo>
                    <a:lnTo>
                      <a:pt x="69009" y="11298"/>
                    </a:lnTo>
                    <a:lnTo>
                      <a:pt x="71884" y="4003"/>
                    </a:lnTo>
                    <a:lnTo>
                      <a:pt x="74759" y="0"/>
                    </a:lnTo>
                    <a:lnTo>
                      <a:pt x="77635" y="511"/>
                    </a:lnTo>
                    <a:lnTo>
                      <a:pt x="80510" y="5713"/>
                    </a:lnTo>
                    <a:lnTo>
                      <a:pt x="83385" y="14667"/>
                    </a:lnTo>
                    <a:lnTo>
                      <a:pt x="86261" y="25676"/>
                    </a:lnTo>
                    <a:lnTo>
                      <a:pt x="89136" y="36897"/>
                    </a:lnTo>
                    <a:lnTo>
                      <a:pt x="92011" y="46886"/>
                    </a:lnTo>
                    <a:lnTo>
                      <a:pt x="94887" y="54876"/>
                    </a:lnTo>
                    <a:lnTo>
                      <a:pt x="97762" y="60739"/>
                    </a:lnTo>
                    <a:lnTo>
                      <a:pt x="100638" y="64759"/>
                    </a:lnTo>
                    <a:lnTo>
                      <a:pt x="103513" y="67376"/>
                    </a:lnTo>
                    <a:lnTo>
                      <a:pt x="106388" y="69004"/>
                    </a:lnTo>
                    <a:lnTo>
                      <a:pt x="109264" y="69962"/>
                    </a:lnTo>
                    <a:lnTo>
                      <a:pt x="112139" y="70465"/>
                    </a:lnTo>
                    <a:lnTo>
                      <a:pt x="115014" y="70663"/>
                    </a:lnTo>
                    <a:lnTo>
                      <a:pt x="117890" y="70670"/>
                    </a:lnTo>
                    <a:lnTo>
                      <a:pt x="120765" y="7058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34" name="Surface grid line"/>
              <p:cNvSpPr/>
              <p:nvPr/>
            </p:nvSpPr>
            <p:spPr>
              <a:xfrm>
                <a:off x="13785315" y="891994"/>
                <a:ext cx="1150287" cy="75203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954">
                    <a:moveTo>
                      <a:pt x="0" y="36509"/>
                    </a:moveTo>
                    <a:lnTo>
                      <a:pt x="2875" y="37112"/>
                    </a:lnTo>
                    <a:lnTo>
                      <a:pt x="5751" y="37944"/>
                    </a:lnTo>
                    <a:lnTo>
                      <a:pt x="8626" y="38957"/>
                    </a:lnTo>
                    <a:lnTo>
                      <a:pt x="11501" y="40063"/>
                    </a:lnTo>
                    <a:lnTo>
                      <a:pt x="14377" y="41156"/>
                    </a:lnTo>
                    <a:lnTo>
                      <a:pt x="17252" y="42137"/>
                    </a:lnTo>
                    <a:lnTo>
                      <a:pt x="20128" y="42948"/>
                    </a:lnTo>
                    <a:lnTo>
                      <a:pt x="23003" y="43593"/>
                    </a:lnTo>
                    <a:lnTo>
                      <a:pt x="25878" y="44138"/>
                    </a:lnTo>
                    <a:lnTo>
                      <a:pt x="28754" y="44696"/>
                    </a:lnTo>
                    <a:lnTo>
                      <a:pt x="31629" y="45388"/>
                    </a:lnTo>
                    <a:lnTo>
                      <a:pt x="34504" y="46303"/>
                    </a:lnTo>
                    <a:lnTo>
                      <a:pt x="37380" y="47463"/>
                    </a:lnTo>
                    <a:lnTo>
                      <a:pt x="40255" y="48812"/>
                    </a:lnTo>
                    <a:lnTo>
                      <a:pt x="43130" y="50205"/>
                    </a:lnTo>
                    <a:lnTo>
                      <a:pt x="46006" y="51421"/>
                    </a:lnTo>
                    <a:lnTo>
                      <a:pt x="48881" y="52154"/>
                    </a:lnTo>
                    <a:lnTo>
                      <a:pt x="51756" y="52006"/>
                    </a:lnTo>
                    <a:lnTo>
                      <a:pt x="54632" y="50481"/>
                    </a:lnTo>
                    <a:lnTo>
                      <a:pt x="57507" y="47044"/>
                    </a:lnTo>
                    <a:lnTo>
                      <a:pt x="60383" y="41279"/>
                    </a:lnTo>
                    <a:lnTo>
                      <a:pt x="63258" y="33150"/>
                    </a:lnTo>
                    <a:lnTo>
                      <a:pt x="66133" y="23288"/>
                    </a:lnTo>
                    <a:lnTo>
                      <a:pt x="69009" y="13117"/>
                    </a:lnTo>
                    <a:lnTo>
                      <a:pt x="71884" y="4661"/>
                    </a:lnTo>
                    <a:lnTo>
                      <a:pt x="74759" y="0"/>
                    </a:lnTo>
                    <a:lnTo>
                      <a:pt x="77635" y="547"/>
                    </a:lnTo>
                    <a:lnTo>
                      <a:pt x="80510" y="6503"/>
                    </a:lnTo>
                    <a:lnTo>
                      <a:pt x="83385" y="16769"/>
                    </a:lnTo>
                    <a:lnTo>
                      <a:pt x="86261" y="29369"/>
                    </a:lnTo>
                    <a:lnTo>
                      <a:pt x="89136" y="42161"/>
                    </a:lnTo>
                    <a:lnTo>
                      <a:pt x="92011" y="53475"/>
                    </a:lnTo>
                    <a:lnTo>
                      <a:pt x="94887" y="62431"/>
                    </a:lnTo>
                    <a:lnTo>
                      <a:pt x="97762" y="68897"/>
                    </a:lnTo>
                    <a:lnTo>
                      <a:pt x="100638" y="73223"/>
                    </a:lnTo>
                    <a:lnTo>
                      <a:pt x="103513" y="75938"/>
                    </a:lnTo>
                    <a:lnTo>
                      <a:pt x="106388" y="77543"/>
                    </a:lnTo>
                    <a:lnTo>
                      <a:pt x="109264" y="78421"/>
                    </a:lnTo>
                    <a:lnTo>
                      <a:pt x="112139" y="78832"/>
                    </a:lnTo>
                    <a:lnTo>
                      <a:pt x="115014" y="78954"/>
                    </a:lnTo>
                    <a:lnTo>
                      <a:pt x="117890" y="78915"/>
                    </a:lnTo>
                    <a:lnTo>
                      <a:pt x="120765" y="7882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35" name="Surface grid line"/>
              <p:cNvSpPr/>
              <p:nvPr/>
            </p:nvSpPr>
            <p:spPr>
              <a:xfrm>
                <a:off x="13808046" y="805949"/>
                <a:ext cx="1150287" cy="82217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6318">
                    <a:moveTo>
                      <a:pt x="0" y="43562"/>
                    </a:moveTo>
                    <a:lnTo>
                      <a:pt x="2875" y="44050"/>
                    </a:lnTo>
                    <a:lnTo>
                      <a:pt x="5751" y="44704"/>
                    </a:lnTo>
                    <a:lnTo>
                      <a:pt x="8626" y="45459"/>
                    </a:lnTo>
                    <a:lnTo>
                      <a:pt x="11501" y="46219"/>
                    </a:lnTo>
                    <a:lnTo>
                      <a:pt x="14377" y="46883"/>
                    </a:lnTo>
                    <a:lnTo>
                      <a:pt x="17252" y="47377"/>
                    </a:lnTo>
                    <a:lnTo>
                      <a:pt x="20128" y="47680"/>
                    </a:lnTo>
                    <a:lnTo>
                      <a:pt x="23003" y="47848"/>
                    </a:lnTo>
                    <a:lnTo>
                      <a:pt x="25878" y="48002"/>
                    </a:lnTo>
                    <a:lnTo>
                      <a:pt x="28754" y="48303"/>
                    </a:lnTo>
                    <a:lnTo>
                      <a:pt x="31629" y="48904"/>
                    </a:lnTo>
                    <a:lnTo>
                      <a:pt x="34504" y="49901"/>
                    </a:lnTo>
                    <a:lnTo>
                      <a:pt x="37380" y="51303"/>
                    </a:lnTo>
                    <a:lnTo>
                      <a:pt x="40255" y="53013"/>
                    </a:lnTo>
                    <a:lnTo>
                      <a:pt x="43130" y="54834"/>
                    </a:lnTo>
                    <a:lnTo>
                      <a:pt x="46006" y="56483"/>
                    </a:lnTo>
                    <a:lnTo>
                      <a:pt x="48881" y="57590"/>
                    </a:lnTo>
                    <a:lnTo>
                      <a:pt x="51756" y="57685"/>
                    </a:lnTo>
                    <a:lnTo>
                      <a:pt x="54632" y="56201"/>
                    </a:lnTo>
                    <a:lnTo>
                      <a:pt x="57507" y="52529"/>
                    </a:lnTo>
                    <a:lnTo>
                      <a:pt x="60383" y="46198"/>
                    </a:lnTo>
                    <a:lnTo>
                      <a:pt x="63258" y="37170"/>
                    </a:lnTo>
                    <a:lnTo>
                      <a:pt x="66133" y="26153"/>
                    </a:lnTo>
                    <a:lnTo>
                      <a:pt x="69009" y="14754"/>
                    </a:lnTo>
                    <a:lnTo>
                      <a:pt x="71884" y="5255"/>
                    </a:lnTo>
                    <a:lnTo>
                      <a:pt x="74759" y="0"/>
                    </a:lnTo>
                    <a:lnTo>
                      <a:pt x="77635" y="580"/>
                    </a:lnTo>
                    <a:lnTo>
                      <a:pt x="80510" y="7219"/>
                    </a:lnTo>
                    <a:lnTo>
                      <a:pt x="83385" y="18671"/>
                    </a:lnTo>
                    <a:lnTo>
                      <a:pt x="86261" y="32708"/>
                    </a:lnTo>
                    <a:lnTo>
                      <a:pt x="89136" y="46914"/>
                    </a:lnTo>
                    <a:lnTo>
                      <a:pt x="92011" y="59411"/>
                    </a:lnTo>
                    <a:lnTo>
                      <a:pt x="94887" y="69220"/>
                    </a:lnTo>
                    <a:lnTo>
                      <a:pt x="97762" y="76207"/>
                    </a:lnTo>
                    <a:lnTo>
                      <a:pt x="100638" y="80784"/>
                    </a:lnTo>
                    <a:lnTo>
                      <a:pt x="103513" y="83566"/>
                    </a:lnTo>
                    <a:lnTo>
                      <a:pt x="106388" y="85134"/>
                    </a:lnTo>
                    <a:lnTo>
                      <a:pt x="109264" y="85931"/>
                    </a:lnTo>
                    <a:lnTo>
                      <a:pt x="112139" y="86258"/>
                    </a:lnTo>
                    <a:lnTo>
                      <a:pt x="115014" y="86318"/>
                    </a:lnTo>
                    <a:lnTo>
                      <a:pt x="117890" y="86252"/>
                    </a:lnTo>
                    <a:lnTo>
                      <a:pt x="120765" y="8617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36" name="Surface grid line"/>
              <p:cNvSpPr/>
              <p:nvPr/>
            </p:nvSpPr>
            <p:spPr>
              <a:xfrm>
                <a:off x="13830778" y="733452"/>
                <a:ext cx="1150287" cy="87860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2242">
                    <a:moveTo>
                      <a:pt x="0" y="49266"/>
                    </a:moveTo>
                    <a:lnTo>
                      <a:pt x="2875" y="49649"/>
                    </a:lnTo>
                    <a:lnTo>
                      <a:pt x="5751" y="50125"/>
                    </a:lnTo>
                    <a:lnTo>
                      <a:pt x="8626" y="50604"/>
                    </a:lnTo>
                    <a:lnTo>
                      <a:pt x="11501" y="50981"/>
                    </a:lnTo>
                    <a:lnTo>
                      <a:pt x="14377" y="51157"/>
                    </a:lnTo>
                    <a:lnTo>
                      <a:pt x="17252" y="51081"/>
                    </a:lnTo>
                    <a:lnTo>
                      <a:pt x="20128" y="50777"/>
                    </a:lnTo>
                    <a:lnTo>
                      <a:pt x="23003" y="50360"/>
                    </a:lnTo>
                    <a:lnTo>
                      <a:pt x="25878" y="50016"/>
                    </a:lnTo>
                    <a:lnTo>
                      <a:pt x="28754" y="49969"/>
                    </a:lnTo>
                    <a:lnTo>
                      <a:pt x="31629" y="50413"/>
                    </a:lnTo>
                    <a:lnTo>
                      <a:pt x="34504" y="51464"/>
                    </a:lnTo>
                    <a:lnTo>
                      <a:pt x="37380" y="53117"/>
                    </a:lnTo>
                    <a:lnTo>
                      <a:pt x="40255" y="55234"/>
                    </a:lnTo>
                    <a:lnTo>
                      <a:pt x="43130" y="57561"/>
                    </a:lnTo>
                    <a:lnTo>
                      <a:pt x="46006" y="59743"/>
                    </a:lnTo>
                    <a:lnTo>
                      <a:pt x="48881" y="61337"/>
                    </a:lnTo>
                    <a:lnTo>
                      <a:pt x="51756" y="61803"/>
                    </a:lnTo>
                    <a:lnTo>
                      <a:pt x="54632" y="60502"/>
                    </a:lnTo>
                    <a:lnTo>
                      <a:pt x="57507" y="56761"/>
                    </a:lnTo>
                    <a:lnTo>
                      <a:pt x="60383" y="50062"/>
                    </a:lnTo>
                    <a:lnTo>
                      <a:pt x="63258" y="40364"/>
                    </a:lnTo>
                    <a:lnTo>
                      <a:pt x="66133" y="28445"/>
                    </a:lnTo>
                    <a:lnTo>
                      <a:pt x="69009" y="16067"/>
                    </a:lnTo>
                    <a:lnTo>
                      <a:pt x="71884" y="5730"/>
                    </a:lnTo>
                    <a:lnTo>
                      <a:pt x="74759" y="0"/>
                    </a:lnTo>
                    <a:lnTo>
                      <a:pt x="77635" y="619"/>
                    </a:lnTo>
                    <a:lnTo>
                      <a:pt x="80510" y="7829"/>
                    </a:lnTo>
                    <a:lnTo>
                      <a:pt x="83385" y="20265"/>
                    </a:lnTo>
                    <a:lnTo>
                      <a:pt x="86261" y="35486"/>
                    </a:lnTo>
                    <a:lnTo>
                      <a:pt x="89136" y="50848"/>
                    </a:lnTo>
                    <a:lnTo>
                      <a:pt x="92011" y="64304"/>
                    </a:lnTo>
                    <a:lnTo>
                      <a:pt x="94887" y="74791"/>
                    </a:lnTo>
                    <a:lnTo>
                      <a:pt x="97762" y="82177"/>
                    </a:lnTo>
                    <a:lnTo>
                      <a:pt x="100638" y="86931"/>
                    </a:lnTo>
                    <a:lnTo>
                      <a:pt x="103513" y="89741"/>
                    </a:lnTo>
                    <a:lnTo>
                      <a:pt x="106388" y="91257"/>
                    </a:lnTo>
                    <a:lnTo>
                      <a:pt x="109264" y="91974"/>
                    </a:lnTo>
                    <a:lnTo>
                      <a:pt x="112139" y="92228"/>
                    </a:lnTo>
                    <a:lnTo>
                      <a:pt x="115014" y="92242"/>
                    </a:lnTo>
                    <a:lnTo>
                      <a:pt x="117890" y="92169"/>
                    </a:lnTo>
                    <a:lnTo>
                      <a:pt x="120765" y="9212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37" name="Surface grid line"/>
              <p:cNvSpPr/>
              <p:nvPr/>
            </p:nvSpPr>
            <p:spPr>
              <a:xfrm>
                <a:off x="13853510" y="679173"/>
                <a:ext cx="1150287" cy="91687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6259">
                    <a:moveTo>
                      <a:pt x="0" y="53142"/>
                    </a:moveTo>
                    <a:lnTo>
                      <a:pt x="2875" y="53432"/>
                    </a:lnTo>
                    <a:lnTo>
                      <a:pt x="5751" y="53729"/>
                    </a:lnTo>
                    <a:lnTo>
                      <a:pt x="8626" y="53919"/>
                    </a:lnTo>
                    <a:lnTo>
                      <a:pt x="11501" y="53879"/>
                    </a:lnTo>
                    <a:lnTo>
                      <a:pt x="14377" y="53514"/>
                    </a:lnTo>
                    <a:lnTo>
                      <a:pt x="17252" y="52794"/>
                    </a:lnTo>
                    <a:lnTo>
                      <a:pt x="20128" y="51794"/>
                    </a:lnTo>
                    <a:lnTo>
                      <a:pt x="23003" y="50692"/>
                    </a:lnTo>
                    <a:lnTo>
                      <a:pt x="25878" y="49754"/>
                    </a:lnTo>
                    <a:lnTo>
                      <a:pt x="28754" y="49272"/>
                    </a:lnTo>
                    <a:lnTo>
                      <a:pt x="31629" y="49500"/>
                    </a:lnTo>
                    <a:lnTo>
                      <a:pt x="34504" y="50576"/>
                    </a:lnTo>
                    <a:lnTo>
                      <a:pt x="37380" y="52486"/>
                    </a:lnTo>
                    <a:lnTo>
                      <a:pt x="40255" y="55051"/>
                    </a:lnTo>
                    <a:lnTo>
                      <a:pt x="43130" y="57950"/>
                    </a:lnTo>
                    <a:lnTo>
                      <a:pt x="46006" y="60754"/>
                    </a:lnTo>
                    <a:lnTo>
                      <a:pt x="48881" y="62944"/>
                    </a:lnTo>
                    <a:lnTo>
                      <a:pt x="51756" y="63908"/>
                    </a:lnTo>
                    <a:lnTo>
                      <a:pt x="54632" y="62943"/>
                    </a:lnTo>
                    <a:lnTo>
                      <a:pt x="57507" y="59324"/>
                    </a:lnTo>
                    <a:lnTo>
                      <a:pt x="60383" y="52500"/>
                    </a:lnTo>
                    <a:lnTo>
                      <a:pt x="63258" y="42429"/>
                    </a:lnTo>
                    <a:lnTo>
                      <a:pt x="66133" y="29947"/>
                    </a:lnTo>
                    <a:lnTo>
                      <a:pt x="69009" y="16929"/>
                    </a:lnTo>
                    <a:lnTo>
                      <a:pt x="71884" y="6037"/>
                    </a:lnTo>
                    <a:lnTo>
                      <a:pt x="74759" y="0"/>
                    </a:lnTo>
                    <a:lnTo>
                      <a:pt x="77635" y="670"/>
                    </a:lnTo>
                    <a:lnTo>
                      <a:pt x="80510" y="8303"/>
                    </a:lnTo>
                    <a:lnTo>
                      <a:pt x="83385" y="21447"/>
                    </a:lnTo>
                    <a:lnTo>
                      <a:pt x="86261" y="37508"/>
                    </a:lnTo>
                    <a:lnTo>
                      <a:pt x="89136" y="53679"/>
                    </a:lnTo>
                    <a:lnTo>
                      <a:pt x="92011" y="67791"/>
                    </a:lnTo>
                    <a:lnTo>
                      <a:pt x="94887" y="78724"/>
                    </a:lnTo>
                    <a:lnTo>
                      <a:pt x="97762" y="86354"/>
                    </a:lnTo>
                    <a:lnTo>
                      <a:pt x="100638" y="91190"/>
                    </a:lnTo>
                    <a:lnTo>
                      <a:pt x="103513" y="93980"/>
                    </a:lnTo>
                    <a:lnTo>
                      <a:pt x="106388" y="95427"/>
                    </a:lnTo>
                    <a:lnTo>
                      <a:pt x="109264" y="96065"/>
                    </a:lnTo>
                    <a:lnTo>
                      <a:pt x="112139" y="96259"/>
                    </a:lnTo>
                    <a:lnTo>
                      <a:pt x="115014" y="96246"/>
                    </a:lnTo>
                    <a:lnTo>
                      <a:pt x="117890" y="96187"/>
                    </a:lnTo>
                    <a:lnTo>
                      <a:pt x="120765" y="9619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38" name="Surface grid line"/>
              <p:cNvSpPr/>
              <p:nvPr/>
            </p:nvSpPr>
            <p:spPr>
              <a:xfrm>
                <a:off x="13876242" y="646749"/>
                <a:ext cx="1150287" cy="9336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8019">
                    <a:moveTo>
                      <a:pt x="0" y="54818"/>
                    </a:moveTo>
                    <a:lnTo>
                      <a:pt x="2875" y="55027"/>
                    </a:lnTo>
                    <a:lnTo>
                      <a:pt x="5751" y="55148"/>
                    </a:lnTo>
                    <a:lnTo>
                      <a:pt x="8626" y="55040"/>
                    </a:lnTo>
                    <a:lnTo>
                      <a:pt x="11501" y="54560"/>
                    </a:lnTo>
                    <a:lnTo>
                      <a:pt x="14377" y="53613"/>
                    </a:lnTo>
                    <a:lnTo>
                      <a:pt x="17252" y="52195"/>
                    </a:lnTo>
                    <a:lnTo>
                      <a:pt x="20128" y="50428"/>
                    </a:lnTo>
                    <a:lnTo>
                      <a:pt x="23003" y="48564"/>
                    </a:lnTo>
                    <a:lnTo>
                      <a:pt x="25878" y="46952"/>
                    </a:lnTo>
                    <a:lnTo>
                      <a:pt x="28754" y="45969"/>
                    </a:lnTo>
                    <a:lnTo>
                      <a:pt x="31629" y="45928"/>
                    </a:lnTo>
                    <a:lnTo>
                      <a:pt x="34504" y="47003"/>
                    </a:lnTo>
                    <a:lnTo>
                      <a:pt x="37380" y="49170"/>
                    </a:lnTo>
                    <a:lnTo>
                      <a:pt x="40255" y="52209"/>
                    </a:lnTo>
                    <a:lnTo>
                      <a:pt x="43130" y="55733"/>
                    </a:lnTo>
                    <a:lnTo>
                      <a:pt x="46006" y="59231"/>
                    </a:lnTo>
                    <a:lnTo>
                      <a:pt x="48881" y="62108"/>
                    </a:lnTo>
                    <a:lnTo>
                      <a:pt x="51756" y="63684"/>
                    </a:lnTo>
                    <a:lnTo>
                      <a:pt x="54632" y="63207"/>
                    </a:lnTo>
                    <a:lnTo>
                      <a:pt x="57507" y="59914"/>
                    </a:lnTo>
                    <a:lnTo>
                      <a:pt x="60383" y="53237"/>
                    </a:lnTo>
                    <a:lnTo>
                      <a:pt x="63258" y="43140"/>
                    </a:lnTo>
                    <a:lnTo>
                      <a:pt x="66133" y="30495"/>
                    </a:lnTo>
                    <a:lnTo>
                      <a:pt x="69009" y="17244"/>
                    </a:lnTo>
                    <a:lnTo>
                      <a:pt x="71884" y="6139"/>
                    </a:lnTo>
                    <a:lnTo>
                      <a:pt x="74759" y="0"/>
                    </a:lnTo>
                    <a:lnTo>
                      <a:pt x="77635" y="737"/>
                    </a:lnTo>
                    <a:lnTo>
                      <a:pt x="80510" y="8615"/>
                    </a:lnTo>
                    <a:lnTo>
                      <a:pt x="83385" y="22136"/>
                    </a:lnTo>
                    <a:lnTo>
                      <a:pt x="86261" y="38623"/>
                    </a:lnTo>
                    <a:lnTo>
                      <a:pt x="89136" y="55186"/>
                    </a:lnTo>
                    <a:lnTo>
                      <a:pt x="92011" y="69592"/>
                    </a:lnTo>
                    <a:lnTo>
                      <a:pt x="94887" y="80697"/>
                    </a:lnTo>
                    <a:lnTo>
                      <a:pt x="97762" y="88384"/>
                    </a:lnTo>
                    <a:lnTo>
                      <a:pt x="100638" y="93194"/>
                    </a:lnTo>
                    <a:lnTo>
                      <a:pt x="103513" y="95910"/>
                    </a:lnTo>
                    <a:lnTo>
                      <a:pt x="106388" y="97269"/>
                    </a:lnTo>
                    <a:lnTo>
                      <a:pt x="109264" y="97832"/>
                    </a:lnTo>
                    <a:lnTo>
                      <a:pt x="112139" y="97979"/>
                    </a:lnTo>
                    <a:lnTo>
                      <a:pt x="115014" y="97958"/>
                    </a:lnTo>
                    <a:lnTo>
                      <a:pt x="117890" y="97933"/>
                    </a:lnTo>
                    <a:lnTo>
                      <a:pt x="120765" y="9801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39" name="Surface grid line"/>
              <p:cNvSpPr/>
              <p:nvPr/>
            </p:nvSpPr>
            <p:spPr>
              <a:xfrm>
                <a:off x="13898974" y="638175"/>
                <a:ext cx="1150287" cy="92761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7387">
                    <a:moveTo>
                      <a:pt x="0" y="54094"/>
                    </a:moveTo>
                    <a:lnTo>
                      <a:pt x="2875" y="54235"/>
                    </a:lnTo>
                    <a:lnTo>
                      <a:pt x="5751" y="54189"/>
                    </a:lnTo>
                    <a:lnTo>
                      <a:pt x="8626" y="53783"/>
                    </a:lnTo>
                    <a:lnTo>
                      <a:pt x="11501" y="52856"/>
                    </a:lnTo>
                    <a:lnTo>
                      <a:pt x="14377" y="51309"/>
                    </a:lnTo>
                    <a:lnTo>
                      <a:pt x="17252" y="49162"/>
                    </a:lnTo>
                    <a:lnTo>
                      <a:pt x="20128" y="46590"/>
                    </a:lnTo>
                    <a:lnTo>
                      <a:pt x="23003" y="43917"/>
                    </a:lnTo>
                    <a:lnTo>
                      <a:pt x="25878" y="41583"/>
                    </a:lnTo>
                    <a:lnTo>
                      <a:pt x="28754" y="40052"/>
                    </a:lnTo>
                    <a:lnTo>
                      <a:pt x="31629" y="39707"/>
                    </a:lnTo>
                    <a:lnTo>
                      <a:pt x="34504" y="40755"/>
                    </a:lnTo>
                    <a:lnTo>
                      <a:pt x="37380" y="43172"/>
                    </a:lnTo>
                    <a:lnTo>
                      <a:pt x="40255" y="46696"/>
                    </a:lnTo>
                    <a:lnTo>
                      <a:pt x="43130" y="50870"/>
                    </a:lnTo>
                    <a:lnTo>
                      <a:pt x="46006" y="55105"/>
                    </a:lnTo>
                    <a:lnTo>
                      <a:pt x="48881" y="58732"/>
                    </a:lnTo>
                    <a:lnTo>
                      <a:pt x="51756" y="61013"/>
                    </a:lnTo>
                    <a:lnTo>
                      <a:pt x="54632" y="61157"/>
                    </a:lnTo>
                    <a:lnTo>
                      <a:pt x="57507" y="58389"/>
                    </a:lnTo>
                    <a:lnTo>
                      <a:pt x="60383" y="52140"/>
                    </a:lnTo>
                    <a:lnTo>
                      <a:pt x="63258" y="42384"/>
                    </a:lnTo>
                    <a:lnTo>
                      <a:pt x="66133" y="30006"/>
                    </a:lnTo>
                    <a:lnTo>
                      <a:pt x="69009" y="16963"/>
                    </a:lnTo>
                    <a:lnTo>
                      <a:pt x="71884" y="6019"/>
                    </a:lnTo>
                    <a:lnTo>
                      <a:pt x="74759" y="0"/>
                    </a:lnTo>
                    <a:lnTo>
                      <a:pt x="77635" y="823"/>
                    </a:lnTo>
                    <a:lnTo>
                      <a:pt x="80510" y="8751"/>
                    </a:lnTo>
                    <a:lnTo>
                      <a:pt x="83385" y="22285"/>
                    </a:lnTo>
                    <a:lnTo>
                      <a:pt x="86261" y="38746"/>
                    </a:lnTo>
                    <a:lnTo>
                      <a:pt x="89136" y="55245"/>
                    </a:lnTo>
                    <a:lnTo>
                      <a:pt x="92011" y="69551"/>
                    </a:lnTo>
                    <a:lnTo>
                      <a:pt x="94887" y="80531"/>
                    </a:lnTo>
                    <a:lnTo>
                      <a:pt x="97762" y="88077"/>
                    </a:lnTo>
                    <a:lnTo>
                      <a:pt x="100638" y="92744"/>
                    </a:lnTo>
                    <a:lnTo>
                      <a:pt x="103513" y="95330"/>
                    </a:lnTo>
                    <a:lnTo>
                      <a:pt x="106388" y="96582"/>
                    </a:lnTo>
                    <a:lnTo>
                      <a:pt x="109264" y="97072"/>
                    </a:lnTo>
                    <a:lnTo>
                      <a:pt x="112139" y="97188"/>
                    </a:lnTo>
                    <a:lnTo>
                      <a:pt x="115014" y="97179"/>
                    </a:lnTo>
                    <a:lnTo>
                      <a:pt x="117890" y="97208"/>
                    </a:lnTo>
                    <a:lnTo>
                      <a:pt x="120765" y="9738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40" name="Surface grid line"/>
              <p:cNvSpPr/>
              <p:nvPr/>
            </p:nvSpPr>
            <p:spPr>
              <a:xfrm>
                <a:off x="13921706" y="653443"/>
                <a:ext cx="1150287" cy="89831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4311">
                    <a:moveTo>
                      <a:pt x="0" y="50980"/>
                    </a:moveTo>
                    <a:lnTo>
                      <a:pt x="2875" y="51071"/>
                    </a:lnTo>
                    <a:lnTo>
                      <a:pt x="5751" y="50874"/>
                    </a:lnTo>
                    <a:lnTo>
                      <a:pt x="8626" y="50184"/>
                    </a:lnTo>
                    <a:lnTo>
                      <a:pt x="11501" y="48820"/>
                    </a:lnTo>
                    <a:lnTo>
                      <a:pt x="14377" y="46683"/>
                    </a:lnTo>
                    <a:lnTo>
                      <a:pt x="17252" y="43814"/>
                    </a:lnTo>
                    <a:lnTo>
                      <a:pt x="20128" y="40436"/>
                    </a:lnTo>
                    <a:lnTo>
                      <a:pt x="23003" y="36950"/>
                    </a:lnTo>
                    <a:lnTo>
                      <a:pt x="25878" y="33884"/>
                    </a:lnTo>
                    <a:lnTo>
                      <a:pt x="28754" y="31789"/>
                    </a:lnTo>
                    <a:lnTo>
                      <a:pt x="31629" y="31120"/>
                    </a:lnTo>
                    <a:lnTo>
                      <a:pt x="34504" y="32122"/>
                    </a:lnTo>
                    <a:lnTo>
                      <a:pt x="37380" y="34770"/>
                    </a:lnTo>
                    <a:lnTo>
                      <a:pt x="40255" y="38763"/>
                    </a:lnTo>
                    <a:lnTo>
                      <a:pt x="43130" y="43580"/>
                    </a:lnTo>
                    <a:lnTo>
                      <a:pt x="46006" y="48558"/>
                    </a:lnTo>
                    <a:lnTo>
                      <a:pt x="48881" y="52959"/>
                    </a:lnTo>
                    <a:lnTo>
                      <a:pt x="51756" y="56000"/>
                    </a:lnTo>
                    <a:lnTo>
                      <a:pt x="54632" y="56871"/>
                    </a:lnTo>
                    <a:lnTo>
                      <a:pt x="57507" y="54802"/>
                    </a:lnTo>
                    <a:lnTo>
                      <a:pt x="60383" y="49242"/>
                    </a:lnTo>
                    <a:lnTo>
                      <a:pt x="63258" y="40180"/>
                    </a:lnTo>
                    <a:lnTo>
                      <a:pt x="66133" y="28491"/>
                    </a:lnTo>
                    <a:lnTo>
                      <a:pt x="69009" y="16091"/>
                    </a:lnTo>
                    <a:lnTo>
                      <a:pt x="71884" y="5677"/>
                    </a:lnTo>
                    <a:lnTo>
                      <a:pt x="74759" y="0"/>
                    </a:lnTo>
                    <a:lnTo>
                      <a:pt x="77635" y="924"/>
                    </a:lnTo>
                    <a:lnTo>
                      <a:pt x="80510" y="8706"/>
                    </a:lnTo>
                    <a:lnTo>
                      <a:pt x="83385" y="21890"/>
                    </a:lnTo>
                    <a:lnTo>
                      <a:pt x="86261" y="37873"/>
                    </a:lnTo>
                    <a:lnTo>
                      <a:pt x="89136" y="53851"/>
                    </a:lnTo>
                    <a:lnTo>
                      <a:pt x="92011" y="67666"/>
                    </a:lnTo>
                    <a:lnTo>
                      <a:pt x="94887" y="78223"/>
                    </a:lnTo>
                    <a:lnTo>
                      <a:pt x="97762" y="85432"/>
                    </a:lnTo>
                    <a:lnTo>
                      <a:pt x="100638" y="89844"/>
                    </a:lnTo>
                    <a:lnTo>
                      <a:pt x="103513" y="92245"/>
                    </a:lnTo>
                    <a:lnTo>
                      <a:pt x="106388" y="93375"/>
                    </a:lnTo>
                    <a:lnTo>
                      <a:pt x="109264" y="93798"/>
                    </a:lnTo>
                    <a:lnTo>
                      <a:pt x="112139" y="93898"/>
                    </a:lnTo>
                    <a:lnTo>
                      <a:pt x="115014" y="93920"/>
                    </a:lnTo>
                    <a:lnTo>
                      <a:pt x="117890" y="94023"/>
                    </a:lnTo>
                    <a:lnTo>
                      <a:pt x="120765" y="9431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41" name="Surface grid line"/>
              <p:cNvSpPr/>
              <p:nvPr/>
            </p:nvSpPr>
            <p:spPr>
              <a:xfrm>
                <a:off x="13944438" y="690499"/>
                <a:ext cx="1150287" cy="84784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9013">
                    <a:moveTo>
                      <a:pt x="0" y="45700"/>
                    </a:moveTo>
                    <a:lnTo>
                      <a:pt x="2875" y="45764"/>
                    </a:lnTo>
                    <a:lnTo>
                      <a:pt x="5751" y="45440"/>
                    </a:lnTo>
                    <a:lnTo>
                      <a:pt x="8626" y="44496"/>
                    </a:lnTo>
                    <a:lnTo>
                      <a:pt x="11501" y="42732"/>
                    </a:lnTo>
                    <a:lnTo>
                      <a:pt x="14377" y="40046"/>
                    </a:lnTo>
                    <a:lnTo>
                      <a:pt x="17252" y="36500"/>
                    </a:lnTo>
                    <a:lnTo>
                      <a:pt x="20128" y="32363"/>
                    </a:lnTo>
                    <a:lnTo>
                      <a:pt x="23003" y="28107"/>
                    </a:lnTo>
                    <a:lnTo>
                      <a:pt x="25878" y="24341"/>
                    </a:lnTo>
                    <a:lnTo>
                      <a:pt x="28754" y="21701"/>
                    </a:lnTo>
                    <a:lnTo>
                      <a:pt x="31629" y="20709"/>
                    </a:lnTo>
                    <a:lnTo>
                      <a:pt x="34504" y="21649"/>
                    </a:lnTo>
                    <a:lnTo>
                      <a:pt x="37380" y="24496"/>
                    </a:lnTo>
                    <a:lnTo>
                      <a:pt x="40255" y="28915"/>
                    </a:lnTo>
                    <a:lnTo>
                      <a:pt x="43130" y="34330"/>
                    </a:lnTo>
                    <a:lnTo>
                      <a:pt x="46006" y="40010"/>
                    </a:lnTo>
                    <a:lnTo>
                      <a:pt x="48881" y="45163"/>
                    </a:lnTo>
                    <a:lnTo>
                      <a:pt x="51756" y="48974"/>
                    </a:lnTo>
                    <a:lnTo>
                      <a:pt x="54632" y="50633"/>
                    </a:lnTo>
                    <a:lnTo>
                      <a:pt x="57507" y="49394"/>
                    </a:lnTo>
                    <a:lnTo>
                      <a:pt x="60383" y="44741"/>
                    </a:lnTo>
                    <a:lnTo>
                      <a:pt x="63258" y="36681"/>
                    </a:lnTo>
                    <a:lnTo>
                      <a:pt x="66133" y="26055"/>
                    </a:lnTo>
                    <a:lnTo>
                      <a:pt x="69009" y="14690"/>
                    </a:lnTo>
                    <a:lnTo>
                      <a:pt x="71884" y="5137"/>
                    </a:lnTo>
                    <a:lnTo>
                      <a:pt x="74759" y="0"/>
                    </a:lnTo>
                    <a:lnTo>
                      <a:pt x="77635" y="1037"/>
                    </a:lnTo>
                    <a:lnTo>
                      <a:pt x="80510" y="8491"/>
                    </a:lnTo>
                    <a:lnTo>
                      <a:pt x="83385" y="20988"/>
                    </a:lnTo>
                    <a:lnTo>
                      <a:pt x="86261" y="36078"/>
                    </a:lnTo>
                    <a:lnTo>
                      <a:pt x="89136" y="51120"/>
                    </a:lnTo>
                    <a:lnTo>
                      <a:pt x="92011" y="64085"/>
                    </a:lnTo>
                    <a:lnTo>
                      <a:pt x="94887" y="73952"/>
                    </a:lnTo>
                    <a:lnTo>
                      <a:pt x="97762" y="80647"/>
                    </a:lnTo>
                    <a:lnTo>
                      <a:pt x="100638" y="84703"/>
                    </a:lnTo>
                    <a:lnTo>
                      <a:pt x="103513" y="86875"/>
                    </a:lnTo>
                    <a:lnTo>
                      <a:pt x="106388" y="87871"/>
                    </a:lnTo>
                    <a:lnTo>
                      <a:pt x="109264" y="88235"/>
                    </a:lnTo>
                    <a:lnTo>
                      <a:pt x="112139" y="88335"/>
                    </a:lnTo>
                    <a:lnTo>
                      <a:pt x="115014" y="88407"/>
                    </a:lnTo>
                    <a:lnTo>
                      <a:pt x="117890" y="88601"/>
                    </a:lnTo>
                    <a:lnTo>
                      <a:pt x="120765" y="8901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42" name="Surface grid line"/>
              <p:cNvSpPr/>
              <p:nvPr/>
            </p:nvSpPr>
            <p:spPr>
              <a:xfrm>
                <a:off x="13967170" y="745513"/>
                <a:ext cx="1150287" cy="78009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1900">
                    <a:moveTo>
                      <a:pt x="0" y="38665"/>
                    </a:moveTo>
                    <a:lnTo>
                      <a:pt x="2875" y="38727"/>
                    </a:lnTo>
                    <a:lnTo>
                      <a:pt x="5751" y="38311"/>
                    </a:lnTo>
                    <a:lnTo>
                      <a:pt x="8626" y="37160"/>
                    </a:lnTo>
                    <a:lnTo>
                      <a:pt x="11501" y="35057"/>
                    </a:lnTo>
                    <a:lnTo>
                      <a:pt x="14377" y="31897"/>
                    </a:lnTo>
                    <a:lnTo>
                      <a:pt x="17252" y="27762"/>
                    </a:lnTo>
                    <a:lnTo>
                      <a:pt x="20128" y="22962"/>
                    </a:lnTo>
                    <a:lnTo>
                      <a:pt x="23003" y="18026"/>
                    </a:lnTo>
                    <a:lnTo>
                      <a:pt x="25878" y="13639"/>
                    </a:lnTo>
                    <a:lnTo>
                      <a:pt x="28754" y="10508"/>
                    </a:lnTo>
                    <a:lnTo>
                      <a:pt x="31629" y="9215"/>
                    </a:lnTo>
                    <a:lnTo>
                      <a:pt x="34504" y="10079"/>
                    </a:lnTo>
                    <a:lnTo>
                      <a:pt x="37380" y="13078"/>
                    </a:lnTo>
                    <a:lnTo>
                      <a:pt x="40255" y="17852"/>
                    </a:lnTo>
                    <a:lnTo>
                      <a:pt x="43130" y="23777"/>
                    </a:lnTo>
                    <a:lnTo>
                      <a:pt x="46006" y="30074"/>
                    </a:lnTo>
                    <a:lnTo>
                      <a:pt x="48881" y="35907"/>
                    </a:lnTo>
                    <a:lnTo>
                      <a:pt x="51756" y="40447"/>
                    </a:lnTo>
                    <a:lnTo>
                      <a:pt x="54632" y="42902"/>
                    </a:lnTo>
                    <a:lnTo>
                      <a:pt x="57507" y="42568"/>
                    </a:lnTo>
                    <a:lnTo>
                      <a:pt x="60383" y="38978"/>
                    </a:lnTo>
                    <a:lnTo>
                      <a:pt x="63258" y="32153"/>
                    </a:lnTo>
                    <a:lnTo>
                      <a:pt x="66133" y="22886"/>
                    </a:lnTo>
                    <a:lnTo>
                      <a:pt x="69009" y="12866"/>
                    </a:lnTo>
                    <a:lnTo>
                      <a:pt x="71884" y="4441"/>
                    </a:lnTo>
                    <a:lnTo>
                      <a:pt x="74759" y="0"/>
                    </a:lnTo>
                    <a:lnTo>
                      <a:pt x="77635" y="1154"/>
                    </a:lnTo>
                    <a:lnTo>
                      <a:pt x="80510" y="8125"/>
                    </a:lnTo>
                    <a:lnTo>
                      <a:pt x="83385" y="19657"/>
                    </a:lnTo>
                    <a:lnTo>
                      <a:pt x="86261" y="33510"/>
                    </a:lnTo>
                    <a:lnTo>
                      <a:pt x="89136" y="47271"/>
                    </a:lnTo>
                    <a:lnTo>
                      <a:pt x="92011" y="59092"/>
                    </a:lnTo>
                    <a:lnTo>
                      <a:pt x="94887" y="68050"/>
                    </a:lnTo>
                    <a:lnTo>
                      <a:pt x="97762" y="74089"/>
                    </a:lnTo>
                    <a:lnTo>
                      <a:pt x="100638" y="77711"/>
                    </a:lnTo>
                    <a:lnTo>
                      <a:pt x="103513" y="79620"/>
                    </a:lnTo>
                    <a:lnTo>
                      <a:pt x="106388" y="80478"/>
                    </a:lnTo>
                    <a:lnTo>
                      <a:pt x="109264" y="80793"/>
                    </a:lnTo>
                    <a:lnTo>
                      <a:pt x="112139" y="80911"/>
                    </a:lnTo>
                    <a:lnTo>
                      <a:pt x="115014" y="81052"/>
                    </a:lnTo>
                    <a:lnTo>
                      <a:pt x="117890" y="81353"/>
                    </a:lnTo>
                    <a:lnTo>
                      <a:pt x="120765" y="8190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43" name="Surface grid line"/>
              <p:cNvSpPr/>
              <p:nvPr/>
            </p:nvSpPr>
            <p:spPr>
              <a:xfrm>
                <a:off x="13989901" y="789386"/>
                <a:ext cx="1150287" cy="72418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6030">
                    <a:moveTo>
                      <a:pt x="0" y="32935"/>
                    </a:moveTo>
                    <a:lnTo>
                      <a:pt x="2875" y="33025"/>
                    </a:lnTo>
                    <a:lnTo>
                      <a:pt x="5751" y="32561"/>
                    </a:lnTo>
                    <a:lnTo>
                      <a:pt x="8626" y="31265"/>
                    </a:lnTo>
                    <a:lnTo>
                      <a:pt x="11501" y="28906"/>
                    </a:lnTo>
                    <a:lnTo>
                      <a:pt x="14377" y="25381"/>
                    </a:lnTo>
                    <a:lnTo>
                      <a:pt x="17252" y="20784"/>
                    </a:lnTo>
                    <a:lnTo>
                      <a:pt x="20128" y="15457"/>
                    </a:lnTo>
                    <a:lnTo>
                      <a:pt x="23003" y="9979"/>
                    </a:lnTo>
                    <a:lnTo>
                      <a:pt x="25878" y="5089"/>
                    </a:lnTo>
                    <a:lnTo>
                      <a:pt x="28754" y="1553"/>
                    </a:lnTo>
                    <a:lnTo>
                      <a:pt x="31629" y="0"/>
                    </a:lnTo>
                    <a:lnTo>
                      <a:pt x="34504" y="778"/>
                    </a:lnTo>
                    <a:lnTo>
                      <a:pt x="37380" y="3871"/>
                    </a:lnTo>
                    <a:lnTo>
                      <a:pt x="40255" y="8901"/>
                    </a:lnTo>
                    <a:lnTo>
                      <a:pt x="43130" y="15213"/>
                    </a:lnTo>
                    <a:lnTo>
                      <a:pt x="46006" y="21994"/>
                    </a:lnTo>
                    <a:lnTo>
                      <a:pt x="48881" y="28387"/>
                    </a:lnTo>
                    <a:lnTo>
                      <a:pt x="51756" y="33566"/>
                    </a:lnTo>
                    <a:lnTo>
                      <a:pt x="54632" y="36770"/>
                    </a:lnTo>
                    <a:lnTo>
                      <a:pt x="57507" y="37354"/>
                    </a:lnTo>
                    <a:lnTo>
                      <a:pt x="60383" y="34905"/>
                    </a:lnTo>
                    <a:lnTo>
                      <a:pt x="63258" y="29459"/>
                    </a:lnTo>
                    <a:lnTo>
                      <a:pt x="66133" y="21745"/>
                    </a:lnTo>
                    <a:lnTo>
                      <a:pt x="69009" y="13280"/>
                    </a:lnTo>
                    <a:lnTo>
                      <a:pt x="71884" y="6163"/>
                    </a:lnTo>
                    <a:lnTo>
                      <a:pt x="74759" y="2521"/>
                    </a:lnTo>
                    <a:lnTo>
                      <a:pt x="77635" y="3787"/>
                    </a:lnTo>
                    <a:lnTo>
                      <a:pt x="80510" y="10158"/>
                    </a:lnTo>
                    <a:lnTo>
                      <a:pt x="83385" y="20520"/>
                    </a:lnTo>
                    <a:lnTo>
                      <a:pt x="86261" y="32885"/>
                    </a:lnTo>
                    <a:lnTo>
                      <a:pt x="89136" y="45118"/>
                    </a:lnTo>
                    <a:lnTo>
                      <a:pt x="92011" y="55586"/>
                    </a:lnTo>
                    <a:lnTo>
                      <a:pt x="94887" y="63481"/>
                    </a:lnTo>
                    <a:lnTo>
                      <a:pt x="97762" y="68767"/>
                    </a:lnTo>
                    <a:lnTo>
                      <a:pt x="100638" y="71904"/>
                    </a:lnTo>
                    <a:lnTo>
                      <a:pt x="103513" y="73533"/>
                    </a:lnTo>
                    <a:lnTo>
                      <a:pt x="106388" y="74257"/>
                    </a:lnTo>
                    <a:lnTo>
                      <a:pt x="109264" y="74538"/>
                    </a:lnTo>
                    <a:lnTo>
                      <a:pt x="112139" y="74691"/>
                    </a:lnTo>
                    <a:lnTo>
                      <a:pt x="115014" y="74917"/>
                    </a:lnTo>
                    <a:lnTo>
                      <a:pt x="117890" y="75340"/>
                    </a:lnTo>
                    <a:lnTo>
                      <a:pt x="120765" y="760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44" name="Surface grid line"/>
              <p:cNvSpPr/>
              <p:nvPr/>
            </p:nvSpPr>
            <p:spPr>
              <a:xfrm>
                <a:off x="14012633" y="758348"/>
                <a:ext cx="1150287" cy="74392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103">
                    <a:moveTo>
                      <a:pt x="0" y="35207"/>
                    </a:moveTo>
                    <a:lnTo>
                      <a:pt x="2875" y="35358"/>
                    </a:lnTo>
                    <a:lnTo>
                      <a:pt x="5751" y="34896"/>
                    </a:lnTo>
                    <a:lnTo>
                      <a:pt x="8626" y="33528"/>
                    </a:lnTo>
                    <a:lnTo>
                      <a:pt x="11501" y="31016"/>
                    </a:lnTo>
                    <a:lnTo>
                      <a:pt x="14377" y="27256"/>
                    </a:lnTo>
                    <a:lnTo>
                      <a:pt x="17252" y="22355"/>
                    </a:lnTo>
                    <a:lnTo>
                      <a:pt x="20128" y="16674"/>
                    </a:lnTo>
                    <a:lnTo>
                      <a:pt x="23003" y="10825"/>
                    </a:lnTo>
                    <a:lnTo>
                      <a:pt x="25878" y="5584"/>
                    </a:lnTo>
                    <a:lnTo>
                      <a:pt x="28754" y="1756"/>
                    </a:lnTo>
                    <a:lnTo>
                      <a:pt x="31629" y="0"/>
                    </a:lnTo>
                    <a:lnTo>
                      <a:pt x="34504" y="686"/>
                    </a:lnTo>
                    <a:lnTo>
                      <a:pt x="37380" y="3803"/>
                    </a:lnTo>
                    <a:lnTo>
                      <a:pt x="40255" y="8969"/>
                    </a:lnTo>
                    <a:lnTo>
                      <a:pt x="43130" y="15516"/>
                    </a:lnTo>
                    <a:lnTo>
                      <a:pt x="46006" y="22615"/>
                    </a:lnTo>
                    <a:lnTo>
                      <a:pt x="48881" y="29410"/>
                    </a:lnTo>
                    <a:lnTo>
                      <a:pt x="51756" y="35093"/>
                    </a:lnTo>
                    <a:lnTo>
                      <a:pt x="54632" y="38950"/>
                    </a:lnTo>
                    <a:lnTo>
                      <a:pt x="57507" y="40401"/>
                    </a:lnTo>
                    <a:lnTo>
                      <a:pt x="60383" y="39093"/>
                    </a:lnTo>
                    <a:lnTo>
                      <a:pt x="63258" y="35076"/>
                    </a:lnTo>
                    <a:lnTo>
                      <a:pt x="66133" y="28998"/>
                    </a:lnTo>
                    <a:lnTo>
                      <a:pt x="69009" y="22185"/>
                    </a:lnTo>
                    <a:lnTo>
                      <a:pt x="71884" y="16461"/>
                    </a:lnTo>
                    <a:lnTo>
                      <a:pt x="74759" y="13662"/>
                    </a:lnTo>
                    <a:lnTo>
                      <a:pt x="77635" y="15026"/>
                    </a:lnTo>
                    <a:lnTo>
                      <a:pt x="80510" y="20723"/>
                    </a:lnTo>
                    <a:lnTo>
                      <a:pt x="83385" y="29793"/>
                    </a:lnTo>
                    <a:lnTo>
                      <a:pt x="86261" y="40527"/>
                    </a:lnTo>
                    <a:lnTo>
                      <a:pt x="89136" y="51091"/>
                    </a:lnTo>
                    <a:lnTo>
                      <a:pt x="92011" y="60090"/>
                    </a:lnTo>
                    <a:lnTo>
                      <a:pt x="94887" y="66840"/>
                    </a:lnTo>
                    <a:lnTo>
                      <a:pt x="97762" y="71324"/>
                    </a:lnTo>
                    <a:lnTo>
                      <a:pt x="100638" y="73957"/>
                    </a:lnTo>
                    <a:lnTo>
                      <a:pt x="103513" y="75307"/>
                    </a:lnTo>
                    <a:lnTo>
                      <a:pt x="106388" y="75908"/>
                    </a:lnTo>
                    <a:lnTo>
                      <a:pt x="109264" y="76171"/>
                    </a:lnTo>
                    <a:lnTo>
                      <a:pt x="112139" y="76378"/>
                    </a:lnTo>
                    <a:lnTo>
                      <a:pt x="115014" y="76706"/>
                    </a:lnTo>
                    <a:lnTo>
                      <a:pt x="117890" y="77262"/>
                    </a:lnTo>
                    <a:lnTo>
                      <a:pt x="120765" y="7810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45" name="Surface grid line"/>
              <p:cNvSpPr/>
              <p:nvPr/>
            </p:nvSpPr>
            <p:spPr>
              <a:xfrm>
                <a:off x="14035365" y="741484"/>
                <a:ext cx="1150287" cy="75022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764">
                    <a:moveTo>
                      <a:pt x="0" y="36124"/>
                    </a:moveTo>
                    <a:lnTo>
                      <a:pt x="2875" y="36370"/>
                    </a:lnTo>
                    <a:lnTo>
                      <a:pt x="5751" y="35962"/>
                    </a:lnTo>
                    <a:lnTo>
                      <a:pt x="8626" y="34602"/>
                    </a:lnTo>
                    <a:lnTo>
                      <a:pt x="11501" y="32048"/>
                    </a:lnTo>
                    <a:lnTo>
                      <a:pt x="14377" y="28200"/>
                    </a:lnTo>
                    <a:lnTo>
                      <a:pt x="17252" y="23168"/>
                    </a:lnTo>
                    <a:lnTo>
                      <a:pt x="20128" y="17328"/>
                    </a:lnTo>
                    <a:lnTo>
                      <a:pt x="23003" y="11303"/>
                    </a:lnTo>
                    <a:lnTo>
                      <a:pt x="25878" y="5884"/>
                    </a:lnTo>
                    <a:lnTo>
                      <a:pt x="28754" y="1891"/>
                    </a:lnTo>
                    <a:lnTo>
                      <a:pt x="31629" y="0"/>
                    </a:lnTo>
                    <a:lnTo>
                      <a:pt x="34504" y="590"/>
                    </a:lnTo>
                    <a:lnTo>
                      <a:pt x="37380" y="3659"/>
                    </a:lnTo>
                    <a:lnTo>
                      <a:pt x="40255" y="8831"/>
                    </a:lnTo>
                    <a:lnTo>
                      <a:pt x="43130" y="15441"/>
                    </a:lnTo>
                    <a:lnTo>
                      <a:pt x="46006" y="22672"/>
                    </a:lnTo>
                    <a:lnTo>
                      <a:pt x="48881" y="29684"/>
                    </a:lnTo>
                    <a:lnTo>
                      <a:pt x="51756" y="35705"/>
                    </a:lnTo>
                    <a:lnTo>
                      <a:pt x="54632" y="40079"/>
                    </a:lnTo>
                    <a:lnTo>
                      <a:pt x="57507" y="42295"/>
                    </a:lnTo>
                    <a:lnTo>
                      <a:pt x="60383" y="42057"/>
                    </a:lnTo>
                    <a:lnTo>
                      <a:pt x="63258" y="39425"/>
                    </a:lnTo>
                    <a:lnTo>
                      <a:pt x="66133" y="34961"/>
                    </a:lnTo>
                    <a:lnTo>
                      <a:pt x="69009" y="29792"/>
                    </a:lnTo>
                    <a:lnTo>
                      <a:pt x="71884" y="25453"/>
                    </a:lnTo>
                    <a:lnTo>
                      <a:pt x="74759" y="23485"/>
                    </a:lnTo>
                    <a:lnTo>
                      <a:pt x="77635" y="24925"/>
                    </a:lnTo>
                    <a:lnTo>
                      <a:pt x="80510" y="29915"/>
                    </a:lnTo>
                    <a:lnTo>
                      <a:pt x="83385" y="37653"/>
                    </a:lnTo>
                    <a:lnTo>
                      <a:pt x="86261" y="46716"/>
                    </a:lnTo>
                    <a:lnTo>
                      <a:pt x="89136" y="55578"/>
                    </a:lnTo>
                    <a:lnTo>
                      <a:pt x="92011" y="63083"/>
                    </a:lnTo>
                    <a:lnTo>
                      <a:pt x="94887" y="68676"/>
                    </a:lnTo>
                    <a:lnTo>
                      <a:pt x="97762" y="72360"/>
                    </a:lnTo>
                    <a:lnTo>
                      <a:pt x="100638" y="74499"/>
                    </a:lnTo>
                    <a:lnTo>
                      <a:pt x="103513" y="75586"/>
                    </a:lnTo>
                    <a:lnTo>
                      <a:pt x="106388" y="76084"/>
                    </a:lnTo>
                    <a:lnTo>
                      <a:pt x="109264" y="76350"/>
                    </a:lnTo>
                    <a:lnTo>
                      <a:pt x="112139" y="76628"/>
                    </a:lnTo>
                    <a:lnTo>
                      <a:pt x="115014" y="77073"/>
                    </a:lnTo>
                    <a:lnTo>
                      <a:pt x="117890" y="77771"/>
                    </a:lnTo>
                    <a:lnTo>
                      <a:pt x="120765" y="7876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46" name="Surface grid line"/>
              <p:cNvSpPr/>
              <p:nvPr/>
            </p:nvSpPr>
            <p:spPr>
              <a:xfrm>
                <a:off x="14058097" y="738953"/>
                <a:ext cx="1150287" cy="74291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7997">
                    <a:moveTo>
                      <a:pt x="0" y="35662"/>
                    </a:moveTo>
                    <a:lnTo>
                      <a:pt x="2875" y="36033"/>
                    </a:lnTo>
                    <a:lnTo>
                      <a:pt x="5751" y="35730"/>
                    </a:lnTo>
                    <a:lnTo>
                      <a:pt x="8626" y="34455"/>
                    </a:lnTo>
                    <a:lnTo>
                      <a:pt x="11501" y="31972"/>
                    </a:lnTo>
                    <a:lnTo>
                      <a:pt x="14377" y="28182"/>
                    </a:lnTo>
                    <a:lnTo>
                      <a:pt x="17252" y="23199"/>
                    </a:lnTo>
                    <a:lnTo>
                      <a:pt x="20128" y="17397"/>
                    </a:lnTo>
                    <a:lnTo>
                      <a:pt x="23003" y="11394"/>
                    </a:lnTo>
                    <a:lnTo>
                      <a:pt x="25878" y="5976"/>
                    </a:lnTo>
                    <a:lnTo>
                      <a:pt x="28754" y="1954"/>
                    </a:lnTo>
                    <a:lnTo>
                      <a:pt x="31629" y="0"/>
                    </a:lnTo>
                    <a:lnTo>
                      <a:pt x="34504" y="494"/>
                    </a:lnTo>
                    <a:lnTo>
                      <a:pt x="37380" y="3445"/>
                    </a:lnTo>
                    <a:lnTo>
                      <a:pt x="40255" y="8492"/>
                    </a:lnTo>
                    <a:lnTo>
                      <a:pt x="43130" y="14994"/>
                    </a:lnTo>
                    <a:lnTo>
                      <a:pt x="46006" y="22163"/>
                    </a:lnTo>
                    <a:lnTo>
                      <a:pt x="48881" y="29198"/>
                    </a:lnTo>
                    <a:lnTo>
                      <a:pt x="51756" y="35378"/>
                    </a:lnTo>
                    <a:lnTo>
                      <a:pt x="54632" y="40108"/>
                    </a:lnTo>
                    <a:lnTo>
                      <a:pt x="57507" y="42946"/>
                    </a:lnTo>
                    <a:lnTo>
                      <a:pt x="60383" y="43652"/>
                    </a:lnTo>
                    <a:lnTo>
                      <a:pt x="63258" y="42287"/>
                    </a:lnTo>
                    <a:lnTo>
                      <a:pt x="66133" y="39325"/>
                    </a:lnTo>
                    <a:lnTo>
                      <a:pt x="69009" y="35697"/>
                    </a:lnTo>
                    <a:lnTo>
                      <a:pt x="71884" y="32657"/>
                    </a:lnTo>
                    <a:lnTo>
                      <a:pt x="74759" y="31460"/>
                    </a:lnTo>
                    <a:lnTo>
                      <a:pt x="77635" y="32948"/>
                    </a:lnTo>
                    <a:lnTo>
                      <a:pt x="80510" y="37235"/>
                    </a:lnTo>
                    <a:lnTo>
                      <a:pt x="83385" y="43675"/>
                    </a:lnTo>
                    <a:lnTo>
                      <a:pt x="86261" y="51117"/>
                    </a:lnTo>
                    <a:lnTo>
                      <a:pt x="89136" y="58335"/>
                    </a:lnTo>
                    <a:lnTo>
                      <a:pt x="92011" y="64404"/>
                    </a:lnTo>
                    <a:lnTo>
                      <a:pt x="94887" y="68891"/>
                    </a:lnTo>
                    <a:lnTo>
                      <a:pt x="97762" y="71817"/>
                    </a:lnTo>
                    <a:lnTo>
                      <a:pt x="100638" y="73498"/>
                    </a:lnTo>
                    <a:lnTo>
                      <a:pt x="103513" y="74353"/>
                    </a:lnTo>
                    <a:lnTo>
                      <a:pt x="106388" y="74774"/>
                    </a:lnTo>
                    <a:lnTo>
                      <a:pt x="109264" y="75065"/>
                    </a:lnTo>
                    <a:lnTo>
                      <a:pt x="112139" y="75432"/>
                    </a:lnTo>
                    <a:lnTo>
                      <a:pt x="115014" y="76004"/>
                    </a:lnTo>
                    <a:lnTo>
                      <a:pt x="117890" y="76851"/>
                    </a:lnTo>
                    <a:lnTo>
                      <a:pt x="120765" y="7799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47" name="Surface grid line"/>
              <p:cNvSpPr/>
              <p:nvPr/>
            </p:nvSpPr>
            <p:spPr>
              <a:xfrm>
                <a:off x="14080829" y="749723"/>
                <a:ext cx="1150287" cy="72301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5907">
                    <a:moveTo>
                      <a:pt x="0" y="33915"/>
                    </a:moveTo>
                    <a:lnTo>
                      <a:pt x="2875" y="34435"/>
                    </a:lnTo>
                    <a:lnTo>
                      <a:pt x="5751" y="34280"/>
                    </a:lnTo>
                    <a:lnTo>
                      <a:pt x="8626" y="33161"/>
                    </a:lnTo>
                    <a:lnTo>
                      <a:pt x="11501" y="30851"/>
                    </a:lnTo>
                    <a:lnTo>
                      <a:pt x="14377" y="27255"/>
                    </a:lnTo>
                    <a:lnTo>
                      <a:pt x="17252" y="22487"/>
                    </a:lnTo>
                    <a:lnTo>
                      <a:pt x="20128" y="16909"/>
                    </a:lnTo>
                    <a:lnTo>
                      <a:pt x="23003" y="11116"/>
                    </a:lnTo>
                    <a:lnTo>
                      <a:pt x="25878" y="5868"/>
                    </a:lnTo>
                    <a:lnTo>
                      <a:pt x="28754" y="1946"/>
                    </a:lnTo>
                    <a:lnTo>
                      <a:pt x="31629" y="0"/>
                    </a:lnTo>
                    <a:lnTo>
                      <a:pt x="34504" y="403"/>
                    </a:lnTo>
                    <a:lnTo>
                      <a:pt x="37380" y="3173"/>
                    </a:lnTo>
                    <a:lnTo>
                      <a:pt x="40255" y="7976"/>
                    </a:lnTo>
                    <a:lnTo>
                      <a:pt x="43130" y="14210"/>
                    </a:lnTo>
                    <a:lnTo>
                      <a:pt x="46006" y="21138"/>
                    </a:lnTo>
                    <a:lnTo>
                      <a:pt x="48881" y="28012"/>
                    </a:lnTo>
                    <a:lnTo>
                      <a:pt x="51756" y="34172"/>
                    </a:lnTo>
                    <a:lnTo>
                      <a:pt x="54632" y="39090"/>
                    </a:lnTo>
                    <a:lnTo>
                      <a:pt x="57507" y="42388"/>
                    </a:lnTo>
                    <a:lnTo>
                      <a:pt x="60383" y="43873"/>
                    </a:lnTo>
                    <a:lnTo>
                      <a:pt x="63258" y="43603"/>
                    </a:lnTo>
                    <a:lnTo>
                      <a:pt x="66133" y="41966"/>
                    </a:lnTo>
                    <a:lnTo>
                      <a:pt x="69009" y="39706"/>
                    </a:lnTo>
                    <a:lnTo>
                      <a:pt x="71884" y="37819"/>
                    </a:lnTo>
                    <a:lnTo>
                      <a:pt x="74759" y="37296"/>
                    </a:lnTo>
                    <a:lnTo>
                      <a:pt x="77635" y="38798"/>
                    </a:lnTo>
                    <a:lnTo>
                      <a:pt x="80510" y="42418"/>
                    </a:lnTo>
                    <a:lnTo>
                      <a:pt x="83385" y="47650"/>
                    </a:lnTo>
                    <a:lnTo>
                      <a:pt x="86261" y="53594"/>
                    </a:lnTo>
                    <a:lnTo>
                      <a:pt x="89136" y="59299"/>
                    </a:lnTo>
                    <a:lnTo>
                      <a:pt x="92011" y="64052"/>
                    </a:lnTo>
                    <a:lnTo>
                      <a:pt x="94887" y="67532"/>
                    </a:lnTo>
                    <a:lnTo>
                      <a:pt x="97762" y="69776"/>
                    </a:lnTo>
                    <a:lnTo>
                      <a:pt x="100638" y="71055"/>
                    </a:lnTo>
                    <a:lnTo>
                      <a:pt x="103513" y="71718"/>
                    </a:lnTo>
                    <a:lnTo>
                      <a:pt x="106388" y="72093"/>
                    </a:lnTo>
                    <a:lnTo>
                      <a:pt x="109264" y="72431"/>
                    </a:lnTo>
                    <a:lnTo>
                      <a:pt x="112139" y="72904"/>
                    </a:lnTo>
                    <a:lnTo>
                      <a:pt x="115014" y="73614"/>
                    </a:lnTo>
                    <a:lnTo>
                      <a:pt x="117890" y="74611"/>
                    </a:lnTo>
                    <a:lnTo>
                      <a:pt x="120765" y="7590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48" name="Surface grid line"/>
              <p:cNvSpPr/>
              <p:nvPr/>
            </p:nvSpPr>
            <p:spPr>
              <a:xfrm>
                <a:off x="14103561" y="771711"/>
                <a:ext cx="1150287" cy="69256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2711">
                    <a:moveTo>
                      <a:pt x="0" y="31082"/>
                    </a:moveTo>
                    <a:lnTo>
                      <a:pt x="2875" y="31767"/>
                    </a:lnTo>
                    <a:lnTo>
                      <a:pt x="5751" y="31793"/>
                    </a:lnTo>
                    <a:lnTo>
                      <a:pt x="8626" y="30886"/>
                    </a:lnTo>
                    <a:lnTo>
                      <a:pt x="11501" y="28831"/>
                    </a:lnTo>
                    <a:lnTo>
                      <a:pt x="14377" y="25543"/>
                    </a:lnTo>
                    <a:lnTo>
                      <a:pt x="17252" y="21130"/>
                    </a:lnTo>
                    <a:lnTo>
                      <a:pt x="20128" y="15933"/>
                    </a:lnTo>
                    <a:lnTo>
                      <a:pt x="23003" y="10513"/>
                    </a:lnTo>
                    <a:lnTo>
                      <a:pt x="25878" y="5581"/>
                    </a:lnTo>
                    <a:lnTo>
                      <a:pt x="28754" y="1872"/>
                    </a:lnTo>
                    <a:lnTo>
                      <a:pt x="31629" y="0"/>
                    </a:lnTo>
                    <a:lnTo>
                      <a:pt x="34504" y="321"/>
                    </a:lnTo>
                    <a:lnTo>
                      <a:pt x="37380" y="2861"/>
                    </a:lnTo>
                    <a:lnTo>
                      <a:pt x="40255" y="7322"/>
                    </a:lnTo>
                    <a:lnTo>
                      <a:pt x="43130" y="13157"/>
                    </a:lnTo>
                    <a:lnTo>
                      <a:pt x="46006" y="19690"/>
                    </a:lnTo>
                    <a:lnTo>
                      <a:pt x="48881" y="26244"/>
                    </a:lnTo>
                    <a:lnTo>
                      <a:pt x="51756" y="32226"/>
                    </a:lnTo>
                    <a:lnTo>
                      <a:pt x="54632" y="37172"/>
                    </a:lnTo>
                    <a:lnTo>
                      <a:pt x="57507" y="40763"/>
                    </a:lnTo>
                    <a:lnTo>
                      <a:pt x="60383" y="42846"/>
                    </a:lnTo>
                    <a:lnTo>
                      <a:pt x="63258" y="43470"/>
                    </a:lnTo>
                    <a:lnTo>
                      <a:pt x="66133" y="42940"/>
                    </a:lnTo>
                    <a:lnTo>
                      <a:pt x="69009" y="41835"/>
                    </a:lnTo>
                    <a:lnTo>
                      <a:pt x="71884" y="40918"/>
                    </a:lnTo>
                    <a:lnTo>
                      <a:pt x="74759" y="40948"/>
                    </a:lnTo>
                    <a:lnTo>
                      <a:pt x="77635" y="42431"/>
                    </a:lnTo>
                    <a:lnTo>
                      <a:pt x="80510" y="45439"/>
                    </a:lnTo>
                    <a:lnTo>
                      <a:pt x="83385" y="49590"/>
                    </a:lnTo>
                    <a:lnTo>
                      <a:pt x="86261" y="54208"/>
                    </a:lnTo>
                    <a:lnTo>
                      <a:pt x="89136" y="58579"/>
                    </a:lnTo>
                    <a:lnTo>
                      <a:pt x="92011" y="62178"/>
                    </a:lnTo>
                    <a:lnTo>
                      <a:pt x="94887" y="64781"/>
                    </a:lnTo>
                    <a:lnTo>
                      <a:pt x="97762" y="66441"/>
                    </a:lnTo>
                    <a:lnTo>
                      <a:pt x="100638" y="67386"/>
                    </a:lnTo>
                    <a:lnTo>
                      <a:pt x="103513" y="67906"/>
                    </a:lnTo>
                    <a:lnTo>
                      <a:pt x="106388" y="68267"/>
                    </a:lnTo>
                    <a:lnTo>
                      <a:pt x="109264" y="68675"/>
                    </a:lnTo>
                    <a:lnTo>
                      <a:pt x="112139" y="69267"/>
                    </a:lnTo>
                    <a:lnTo>
                      <a:pt x="115014" y="70121"/>
                    </a:lnTo>
                    <a:lnTo>
                      <a:pt x="117890" y="71271"/>
                    </a:lnTo>
                    <a:lnTo>
                      <a:pt x="120765" y="7271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49" name="Surface grid line"/>
              <p:cNvSpPr/>
              <p:nvPr/>
            </p:nvSpPr>
            <p:spPr>
              <a:xfrm>
                <a:off x="14126293" y="802060"/>
                <a:ext cx="1150287" cy="65437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8701">
                    <a:moveTo>
                      <a:pt x="0" y="27441"/>
                    </a:moveTo>
                    <a:lnTo>
                      <a:pt x="2875" y="28296"/>
                    </a:lnTo>
                    <a:lnTo>
                      <a:pt x="5751" y="28521"/>
                    </a:lnTo>
                    <a:lnTo>
                      <a:pt x="8626" y="27862"/>
                    </a:lnTo>
                    <a:lnTo>
                      <a:pt x="11501" y="26122"/>
                    </a:lnTo>
                    <a:lnTo>
                      <a:pt x="14377" y="23225"/>
                    </a:lnTo>
                    <a:lnTo>
                      <a:pt x="17252" y="19271"/>
                    </a:lnTo>
                    <a:lnTo>
                      <a:pt x="20128" y="14575"/>
                    </a:lnTo>
                    <a:lnTo>
                      <a:pt x="23003" y="9650"/>
                    </a:lnTo>
                    <a:lnTo>
                      <a:pt x="25878" y="5148"/>
                    </a:lnTo>
                    <a:lnTo>
                      <a:pt x="28754" y="1744"/>
                    </a:lnTo>
                    <a:lnTo>
                      <a:pt x="31629" y="0"/>
                    </a:lnTo>
                    <a:lnTo>
                      <a:pt x="34504" y="251"/>
                    </a:lnTo>
                    <a:lnTo>
                      <a:pt x="37380" y="2532"/>
                    </a:lnTo>
                    <a:lnTo>
                      <a:pt x="40255" y="6584"/>
                    </a:lnTo>
                    <a:lnTo>
                      <a:pt x="43130" y="11923"/>
                    </a:lnTo>
                    <a:lnTo>
                      <a:pt x="46006" y="17948"/>
                    </a:lnTo>
                    <a:lnTo>
                      <a:pt x="48881" y="24060"/>
                    </a:lnTo>
                    <a:lnTo>
                      <a:pt x="51756" y="29734"/>
                    </a:lnTo>
                    <a:lnTo>
                      <a:pt x="54632" y="34571"/>
                    </a:lnTo>
                    <a:lnTo>
                      <a:pt x="57507" y="38304"/>
                    </a:lnTo>
                    <a:lnTo>
                      <a:pt x="60383" y="40806"/>
                    </a:lnTo>
                    <a:lnTo>
                      <a:pt x="63258" y="42114"/>
                    </a:lnTo>
                    <a:lnTo>
                      <a:pt x="66133" y="42460"/>
                    </a:lnTo>
                    <a:lnTo>
                      <a:pt x="69009" y="42276"/>
                    </a:lnTo>
                    <a:lnTo>
                      <a:pt x="71884" y="42131"/>
                    </a:lnTo>
                    <a:lnTo>
                      <a:pt x="74759" y="42586"/>
                    </a:lnTo>
                    <a:lnTo>
                      <a:pt x="77635" y="44017"/>
                    </a:lnTo>
                    <a:lnTo>
                      <a:pt x="80510" y="46480"/>
                    </a:lnTo>
                    <a:lnTo>
                      <a:pt x="83385" y="49699"/>
                    </a:lnTo>
                    <a:lnTo>
                      <a:pt x="86261" y="53185"/>
                    </a:lnTo>
                    <a:lnTo>
                      <a:pt x="89136" y="56425"/>
                    </a:lnTo>
                    <a:lnTo>
                      <a:pt x="92011" y="59053"/>
                    </a:lnTo>
                    <a:lnTo>
                      <a:pt x="94887" y="60927"/>
                    </a:lnTo>
                    <a:lnTo>
                      <a:pt x="97762" y="62110"/>
                    </a:lnTo>
                    <a:lnTo>
                      <a:pt x="100638" y="62796"/>
                    </a:lnTo>
                    <a:lnTo>
                      <a:pt x="103513" y="63223"/>
                    </a:lnTo>
                    <a:lnTo>
                      <a:pt x="106388" y="63603"/>
                    </a:lnTo>
                    <a:lnTo>
                      <a:pt x="109264" y="64102"/>
                    </a:lnTo>
                    <a:lnTo>
                      <a:pt x="112139" y="64825"/>
                    </a:lnTo>
                    <a:lnTo>
                      <a:pt x="115014" y="65828"/>
                    </a:lnTo>
                    <a:lnTo>
                      <a:pt x="117890" y="67126"/>
                    </a:lnTo>
                    <a:lnTo>
                      <a:pt x="120765" y="687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50" name="Surface grid line"/>
              <p:cNvSpPr/>
              <p:nvPr/>
            </p:nvSpPr>
            <p:spPr>
              <a:xfrm>
                <a:off x="14149024" y="837505"/>
                <a:ext cx="1150287" cy="61163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4214">
                    <a:moveTo>
                      <a:pt x="0" y="23310"/>
                    </a:moveTo>
                    <a:lnTo>
                      <a:pt x="2875" y="24330"/>
                    </a:lnTo>
                    <a:lnTo>
                      <a:pt x="5751" y="24757"/>
                    </a:lnTo>
                    <a:lnTo>
                      <a:pt x="8626" y="24361"/>
                    </a:lnTo>
                    <a:lnTo>
                      <a:pt x="11501" y="22966"/>
                    </a:lnTo>
                    <a:lnTo>
                      <a:pt x="14377" y="20507"/>
                    </a:lnTo>
                    <a:lnTo>
                      <a:pt x="17252" y="17075"/>
                    </a:lnTo>
                    <a:lnTo>
                      <a:pt x="20128" y="12955"/>
                    </a:lnTo>
                    <a:lnTo>
                      <a:pt x="23003" y="8606"/>
                    </a:lnTo>
                    <a:lnTo>
                      <a:pt x="25878" y="4610"/>
                    </a:lnTo>
                    <a:lnTo>
                      <a:pt x="28754" y="1573"/>
                    </a:lnTo>
                    <a:lnTo>
                      <a:pt x="31629" y="0"/>
                    </a:lnTo>
                    <a:lnTo>
                      <a:pt x="34504" y="198"/>
                    </a:lnTo>
                    <a:lnTo>
                      <a:pt x="37380" y="2209"/>
                    </a:lnTo>
                    <a:lnTo>
                      <a:pt x="40255" y="5817"/>
                    </a:lnTo>
                    <a:lnTo>
                      <a:pt x="43130" y="10606"/>
                    </a:lnTo>
                    <a:lnTo>
                      <a:pt x="46006" y="16056"/>
                    </a:lnTo>
                    <a:lnTo>
                      <a:pt x="48881" y="21645"/>
                    </a:lnTo>
                    <a:lnTo>
                      <a:pt x="51756" y="26923"/>
                    </a:lnTo>
                    <a:lnTo>
                      <a:pt x="54632" y="31547"/>
                    </a:lnTo>
                    <a:lnTo>
                      <a:pt x="57507" y="35291"/>
                    </a:lnTo>
                    <a:lnTo>
                      <a:pt x="60383" y="38050"/>
                    </a:lnTo>
                    <a:lnTo>
                      <a:pt x="63258" y="39844"/>
                    </a:lnTo>
                    <a:lnTo>
                      <a:pt x="66133" y="40841"/>
                    </a:lnTo>
                    <a:lnTo>
                      <a:pt x="69009" y="41351"/>
                    </a:lnTo>
                    <a:lnTo>
                      <a:pt x="71884" y="41782"/>
                    </a:lnTo>
                    <a:lnTo>
                      <a:pt x="74759" y="42538"/>
                    </a:lnTo>
                    <a:lnTo>
                      <a:pt x="77635" y="43887"/>
                    </a:lnTo>
                    <a:lnTo>
                      <a:pt x="80510" y="45876"/>
                    </a:lnTo>
                    <a:lnTo>
                      <a:pt x="83385" y="48315"/>
                    </a:lnTo>
                    <a:lnTo>
                      <a:pt x="86261" y="50867"/>
                    </a:lnTo>
                    <a:lnTo>
                      <a:pt x="89136" y="53185"/>
                    </a:lnTo>
                    <a:lnTo>
                      <a:pt x="92011" y="55028"/>
                    </a:lnTo>
                    <a:lnTo>
                      <a:pt x="94887" y="56321"/>
                    </a:lnTo>
                    <a:lnTo>
                      <a:pt x="97762" y="57137"/>
                    </a:lnTo>
                    <a:lnTo>
                      <a:pt x="100638" y="57640"/>
                    </a:lnTo>
                    <a:lnTo>
                      <a:pt x="103513" y="58021"/>
                    </a:lnTo>
                    <a:lnTo>
                      <a:pt x="106388" y="58452"/>
                    </a:lnTo>
                    <a:lnTo>
                      <a:pt x="109264" y="59060"/>
                    </a:lnTo>
                    <a:lnTo>
                      <a:pt x="112139" y="59923"/>
                    </a:lnTo>
                    <a:lnTo>
                      <a:pt x="115014" y="61076"/>
                    </a:lnTo>
                    <a:lnTo>
                      <a:pt x="117890" y="62517"/>
                    </a:lnTo>
                    <a:lnTo>
                      <a:pt x="120765" y="6421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51" name="Surface grid line"/>
              <p:cNvSpPr/>
              <p:nvPr/>
            </p:nvSpPr>
            <p:spPr>
              <a:xfrm>
                <a:off x="14171756" y="874764"/>
                <a:ext cx="1150287" cy="56756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9587">
                    <a:moveTo>
                      <a:pt x="0" y="19008"/>
                    </a:moveTo>
                    <a:lnTo>
                      <a:pt x="2875" y="20176"/>
                    </a:lnTo>
                    <a:lnTo>
                      <a:pt x="5751" y="20793"/>
                    </a:lnTo>
                    <a:lnTo>
                      <a:pt x="8626" y="20654"/>
                    </a:lnTo>
                    <a:lnTo>
                      <a:pt x="11501" y="19608"/>
                    </a:lnTo>
                    <a:lnTo>
                      <a:pt x="14377" y="17599"/>
                    </a:lnTo>
                    <a:lnTo>
                      <a:pt x="17252" y="14712"/>
                    </a:lnTo>
                    <a:lnTo>
                      <a:pt x="20128" y="11197"/>
                    </a:lnTo>
                    <a:lnTo>
                      <a:pt x="23003" y="7459"/>
                    </a:lnTo>
                    <a:lnTo>
                      <a:pt x="25878" y="4008"/>
                    </a:lnTo>
                    <a:lnTo>
                      <a:pt x="28754" y="1373"/>
                    </a:lnTo>
                    <a:lnTo>
                      <a:pt x="31629" y="0"/>
                    </a:lnTo>
                    <a:lnTo>
                      <a:pt x="34504" y="165"/>
                    </a:lnTo>
                    <a:lnTo>
                      <a:pt x="37380" y="1915"/>
                    </a:lnTo>
                    <a:lnTo>
                      <a:pt x="40255" y="5078"/>
                    </a:lnTo>
                    <a:lnTo>
                      <a:pt x="43130" y="9304"/>
                    </a:lnTo>
                    <a:lnTo>
                      <a:pt x="46006" y="14156"/>
                    </a:lnTo>
                    <a:lnTo>
                      <a:pt x="48881" y="19190"/>
                    </a:lnTo>
                    <a:lnTo>
                      <a:pt x="51756" y="24023"/>
                    </a:lnTo>
                    <a:lnTo>
                      <a:pt x="54632" y="28363"/>
                    </a:lnTo>
                    <a:lnTo>
                      <a:pt x="57507" y="32020"/>
                    </a:lnTo>
                    <a:lnTo>
                      <a:pt x="60383" y="34899"/>
                    </a:lnTo>
                    <a:lnTo>
                      <a:pt x="63258" y="37007"/>
                    </a:lnTo>
                    <a:lnTo>
                      <a:pt x="66133" y="38452"/>
                    </a:lnTo>
                    <a:lnTo>
                      <a:pt x="69009" y="39449"/>
                    </a:lnTo>
                    <a:lnTo>
                      <a:pt x="71884" y="40277"/>
                    </a:lnTo>
                    <a:lnTo>
                      <a:pt x="74759" y="41218"/>
                    </a:lnTo>
                    <a:lnTo>
                      <a:pt x="77635" y="42462"/>
                    </a:lnTo>
                    <a:lnTo>
                      <a:pt x="80510" y="44045"/>
                    </a:lnTo>
                    <a:lnTo>
                      <a:pt x="83385" y="45849"/>
                    </a:lnTo>
                    <a:lnTo>
                      <a:pt x="86261" y="47656"/>
                    </a:lnTo>
                    <a:lnTo>
                      <a:pt x="89136" y="49247"/>
                    </a:lnTo>
                    <a:lnTo>
                      <a:pt x="92011" y="50481"/>
                    </a:lnTo>
                    <a:lnTo>
                      <a:pt x="94887" y="51334"/>
                    </a:lnTo>
                    <a:lnTo>
                      <a:pt x="97762" y="51885"/>
                    </a:lnTo>
                    <a:lnTo>
                      <a:pt x="100638" y="52274"/>
                    </a:lnTo>
                    <a:lnTo>
                      <a:pt x="103513" y="52657"/>
                    </a:lnTo>
                    <a:lnTo>
                      <a:pt x="106388" y="53166"/>
                    </a:lnTo>
                    <a:lnTo>
                      <a:pt x="109264" y="53898"/>
                    </a:lnTo>
                    <a:lnTo>
                      <a:pt x="112139" y="54906"/>
                    </a:lnTo>
                    <a:lnTo>
                      <a:pt x="115014" y="56207"/>
                    </a:lnTo>
                    <a:lnTo>
                      <a:pt x="117890" y="57782"/>
                    </a:lnTo>
                    <a:lnTo>
                      <a:pt x="120765" y="5958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52" name="Surface grid line"/>
              <p:cNvSpPr/>
              <p:nvPr/>
            </p:nvSpPr>
            <p:spPr>
              <a:xfrm>
                <a:off x="14194488" y="910888"/>
                <a:ext cx="1150287" cy="52502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5121">
                    <a:moveTo>
                      <a:pt x="0" y="14820"/>
                    </a:moveTo>
                    <a:lnTo>
                      <a:pt x="2875" y="16113"/>
                    </a:lnTo>
                    <a:lnTo>
                      <a:pt x="5751" y="16894"/>
                    </a:lnTo>
                    <a:lnTo>
                      <a:pt x="8626" y="16989"/>
                    </a:lnTo>
                    <a:lnTo>
                      <a:pt x="11501" y="16269"/>
                    </a:lnTo>
                    <a:lnTo>
                      <a:pt x="14377" y="14691"/>
                    </a:lnTo>
                    <a:lnTo>
                      <a:pt x="17252" y="12334"/>
                    </a:lnTo>
                    <a:lnTo>
                      <a:pt x="20128" y="9415"/>
                    </a:lnTo>
                    <a:lnTo>
                      <a:pt x="23003" y="6284"/>
                    </a:lnTo>
                    <a:lnTo>
                      <a:pt x="25878" y="3380"/>
                    </a:lnTo>
                    <a:lnTo>
                      <a:pt x="28754" y="1156"/>
                    </a:lnTo>
                    <a:lnTo>
                      <a:pt x="31629" y="0"/>
                    </a:lnTo>
                    <a:lnTo>
                      <a:pt x="34504" y="154"/>
                    </a:lnTo>
                    <a:lnTo>
                      <a:pt x="37380" y="1671"/>
                    </a:lnTo>
                    <a:lnTo>
                      <a:pt x="40255" y="4415"/>
                    </a:lnTo>
                    <a:lnTo>
                      <a:pt x="43130" y="8104"/>
                    </a:lnTo>
                    <a:lnTo>
                      <a:pt x="46006" y="12376"/>
                    </a:lnTo>
                    <a:lnTo>
                      <a:pt x="48881" y="16861"/>
                    </a:lnTo>
                    <a:lnTo>
                      <a:pt x="51756" y="21238"/>
                    </a:lnTo>
                    <a:lnTo>
                      <a:pt x="54632" y="25260"/>
                    </a:lnTo>
                    <a:lnTo>
                      <a:pt x="57507" y="28762"/>
                    </a:lnTo>
                    <a:lnTo>
                      <a:pt x="60383" y="31657"/>
                    </a:lnTo>
                    <a:lnTo>
                      <a:pt x="63258" y="33933"/>
                    </a:lnTo>
                    <a:lnTo>
                      <a:pt x="66133" y="35656"/>
                    </a:lnTo>
                    <a:lnTo>
                      <a:pt x="69009" y="36961"/>
                    </a:lnTo>
                    <a:lnTo>
                      <a:pt x="71884" y="38035"/>
                    </a:lnTo>
                    <a:lnTo>
                      <a:pt x="74759" y="39064"/>
                    </a:lnTo>
                    <a:lnTo>
                      <a:pt x="77635" y="40183"/>
                    </a:lnTo>
                    <a:lnTo>
                      <a:pt x="80510" y="41423"/>
                    </a:lnTo>
                    <a:lnTo>
                      <a:pt x="83385" y="42721"/>
                    </a:lnTo>
                    <a:lnTo>
                      <a:pt x="86261" y="43950"/>
                    </a:lnTo>
                    <a:lnTo>
                      <a:pt x="89136" y="44988"/>
                    </a:lnTo>
                    <a:lnTo>
                      <a:pt x="92011" y="45770"/>
                    </a:lnTo>
                    <a:lnTo>
                      <a:pt x="94887" y="46309"/>
                    </a:lnTo>
                    <a:lnTo>
                      <a:pt x="97762" y="46688"/>
                    </a:lnTo>
                    <a:lnTo>
                      <a:pt x="100638" y="47027"/>
                    </a:lnTo>
                    <a:lnTo>
                      <a:pt x="103513" y="47450"/>
                    </a:lnTo>
                    <a:lnTo>
                      <a:pt x="106388" y="48061"/>
                    </a:lnTo>
                    <a:lnTo>
                      <a:pt x="109264" y="48928"/>
                    </a:lnTo>
                    <a:lnTo>
                      <a:pt x="112139" y="50084"/>
                    </a:lnTo>
                    <a:lnTo>
                      <a:pt x="115014" y="51526"/>
                    </a:lnTo>
                    <a:lnTo>
                      <a:pt x="117890" y="53224"/>
                    </a:lnTo>
                    <a:lnTo>
                      <a:pt x="120765" y="5512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53" name="Surface grid line"/>
              <p:cNvSpPr/>
              <p:nvPr/>
            </p:nvSpPr>
            <p:spPr>
              <a:xfrm>
                <a:off x="13239750" y="1052054"/>
                <a:ext cx="954738" cy="48231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0637">
                    <a:moveTo>
                      <a:pt x="0" y="50637"/>
                    </a:moveTo>
                    <a:lnTo>
                      <a:pt x="2387" y="50088"/>
                    </a:lnTo>
                    <a:lnTo>
                      <a:pt x="4773" y="49534"/>
                    </a:lnTo>
                    <a:lnTo>
                      <a:pt x="7160" y="48970"/>
                    </a:lnTo>
                    <a:lnTo>
                      <a:pt x="9546" y="48390"/>
                    </a:lnTo>
                    <a:lnTo>
                      <a:pt x="11933" y="47788"/>
                    </a:lnTo>
                    <a:lnTo>
                      <a:pt x="14319" y="47155"/>
                    </a:lnTo>
                    <a:lnTo>
                      <a:pt x="16706" y="46479"/>
                    </a:lnTo>
                    <a:lnTo>
                      <a:pt x="19092" y="45746"/>
                    </a:lnTo>
                    <a:lnTo>
                      <a:pt x="21479" y="44939"/>
                    </a:lnTo>
                    <a:lnTo>
                      <a:pt x="23865" y="44041"/>
                    </a:lnTo>
                    <a:lnTo>
                      <a:pt x="26252" y="43032"/>
                    </a:lnTo>
                    <a:lnTo>
                      <a:pt x="28639" y="41898"/>
                    </a:lnTo>
                    <a:lnTo>
                      <a:pt x="31025" y="40624"/>
                    </a:lnTo>
                    <a:lnTo>
                      <a:pt x="33412" y="39203"/>
                    </a:lnTo>
                    <a:lnTo>
                      <a:pt x="35798" y="37635"/>
                    </a:lnTo>
                    <a:lnTo>
                      <a:pt x="38185" y="35927"/>
                    </a:lnTo>
                    <a:lnTo>
                      <a:pt x="40571" y="34091"/>
                    </a:lnTo>
                    <a:lnTo>
                      <a:pt x="42958" y="32148"/>
                    </a:lnTo>
                    <a:lnTo>
                      <a:pt x="45344" y="30123"/>
                    </a:lnTo>
                    <a:lnTo>
                      <a:pt x="47731" y="28043"/>
                    </a:lnTo>
                    <a:lnTo>
                      <a:pt x="50117" y="25937"/>
                    </a:lnTo>
                    <a:lnTo>
                      <a:pt x="52504" y="23829"/>
                    </a:lnTo>
                    <a:lnTo>
                      <a:pt x="54891" y="21745"/>
                    </a:lnTo>
                    <a:lnTo>
                      <a:pt x="57277" y="19705"/>
                    </a:lnTo>
                    <a:lnTo>
                      <a:pt x="59664" y="17725"/>
                    </a:lnTo>
                    <a:lnTo>
                      <a:pt x="62050" y="15817"/>
                    </a:lnTo>
                    <a:lnTo>
                      <a:pt x="64437" y="13995"/>
                    </a:lnTo>
                    <a:lnTo>
                      <a:pt x="66823" y="12267"/>
                    </a:lnTo>
                    <a:lnTo>
                      <a:pt x="69210" y="10642"/>
                    </a:lnTo>
                    <a:lnTo>
                      <a:pt x="71596" y="9131"/>
                    </a:lnTo>
                    <a:lnTo>
                      <a:pt x="73983" y="7742"/>
                    </a:lnTo>
                    <a:lnTo>
                      <a:pt x="76370" y="6483"/>
                    </a:lnTo>
                    <a:lnTo>
                      <a:pt x="78756" y="5359"/>
                    </a:lnTo>
                    <a:lnTo>
                      <a:pt x="81143" y="4372"/>
                    </a:lnTo>
                    <a:lnTo>
                      <a:pt x="83529" y="3518"/>
                    </a:lnTo>
                    <a:lnTo>
                      <a:pt x="85916" y="2791"/>
                    </a:lnTo>
                    <a:lnTo>
                      <a:pt x="88302" y="2174"/>
                    </a:lnTo>
                    <a:lnTo>
                      <a:pt x="90689" y="1650"/>
                    </a:lnTo>
                    <a:lnTo>
                      <a:pt x="93075" y="1195"/>
                    </a:lnTo>
                    <a:lnTo>
                      <a:pt x="95462" y="785"/>
                    </a:lnTo>
                    <a:lnTo>
                      <a:pt x="97848" y="39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54" name="Surface grid line"/>
              <p:cNvSpPr/>
              <p:nvPr/>
            </p:nvSpPr>
            <p:spPr>
              <a:xfrm>
                <a:off x="13267138" y="1064363"/>
                <a:ext cx="954738" cy="48937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1378">
                    <a:moveTo>
                      <a:pt x="0" y="51378"/>
                    </a:moveTo>
                    <a:lnTo>
                      <a:pt x="2387" y="50793"/>
                    </a:lnTo>
                    <a:lnTo>
                      <a:pt x="4773" y="50202"/>
                    </a:lnTo>
                    <a:lnTo>
                      <a:pt x="7160" y="49603"/>
                    </a:lnTo>
                    <a:lnTo>
                      <a:pt x="9546" y="48997"/>
                    </a:lnTo>
                    <a:lnTo>
                      <a:pt x="11933" y="48378"/>
                    </a:lnTo>
                    <a:lnTo>
                      <a:pt x="14319" y="47739"/>
                    </a:lnTo>
                    <a:lnTo>
                      <a:pt x="16706" y="47068"/>
                    </a:lnTo>
                    <a:lnTo>
                      <a:pt x="19092" y="46348"/>
                    </a:lnTo>
                    <a:lnTo>
                      <a:pt x="21479" y="45558"/>
                    </a:lnTo>
                    <a:lnTo>
                      <a:pt x="23865" y="44677"/>
                    </a:lnTo>
                    <a:lnTo>
                      <a:pt x="26252" y="43678"/>
                    </a:lnTo>
                    <a:lnTo>
                      <a:pt x="28639" y="42540"/>
                    </a:lnTo>
                    <a:lnTo>
                      <a:pt x="31025" y="41244"/>
                    </a:lnTo>
                    <a:lnTo>
                      <a:pt x="33412" y="39779"/>
                    </a:lnTo>
                    <a:lnTo>
                      <a:pt x="35798" y="38142"/>
                    </a:lnTo>
                    <a:lnTo>
                      <a:pt x="38185" y="36339"/>
                    </a:lnTo>
                    <a:lnTo>
                      <a:pt x="40571" y="34388"/>
                    </a:lnTo>
                    <a:lnTo>
                      <a:pt x="42958" y="32312"/>
                    </a:lnTo>
                    <a:lnTo>
                      <a:pt x="45344" y="30143"/>
                    </a:lnTo>
                    <a:lnTo>
                      <a:pt x="47731" y="27912"/>
                    </a:lnTo>
                    <a:lnTo>
                      <a:pt x="50117" y="25655"/>
                    </a:lnTo>
                    <a:lnTo>
                      <a:pt x="52504" y="23403"/>
                    </a:lnTo>
                    <a:lnTo>
                      <a:pt x="54891" y="21182"/>
                    </a:lnTo>
                    <a:lnTo>
                      <a:pt x="57277" y="19016"/>
                    </a:lnTo>
                    <a:lnTo>
                      <a:pt x="59664" y="16920"/>
                    </a:lnTo>
                    <a:lnTo>
                      <a:pt x="62050" y="14908"/>
                    </a:lnTo>
                    <a:lnTo>
                      <a:pt x="64437" y="12992"/>
                    </a:lnTo>
                    <a:lnTo>
                      <a:pt x="66823" y="11183"/>
                    </a:lnTo>
                    <a:lnTo>
                      <a:pt x="69210" y="9491"/>
                    </a:lnTo>
                    <a:lnTo>
                      <a:pt x="71596" y="7930"/>
                    </a:lnTo>
                    <a:lnTo>
                      <a:pt x="73983" y="6513"/>
                    </a:lnTo>
                    <a:lnTo>
                      <a:pt x="76370" y="5252"/>
                    </a:lnTo>
                    <a:lnTo>
                      <a:pt x="78756" y="4156"/>
                    </a:lnTo>
                    <a:lnTo>
                      <a:pt x="81143" y="3231"/>
                    </a:lnTo>
                    <a:lnTo>
                      <a:pt x="83529" y="2472"/>
                    </a:lnTo>
                    <a:lnTo>
                      <a:pt x="85916" y="1869"/>
                    </a:lnTo>
                    <a:lnTo>
                      <a:pt x="88302" y="1402"/>
                    </a:lnTo>
                    <a:lnTo>
                      <a:pt x="90689" y="1042"/>
                    </a:lnTo>
                    <a:lnTo>
                      <a:pt x="93075" y="758"/>
                    </a:lnTo>
                    <a:lnTo>
                      <a:pt x="95462" y="513"/>
                    </a:lnTo>
                    <a:lnTo>
                      <a:pt x="97848" y="271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55" name="Surface grid line"/>
              <p:cNvSpPr/>
              <p:nvPr/>
            </p:nvSpPr>
            <p:spPr>
              <a:xfrm>
                <a:off x="13294526" y="1071805"/>
                <a:ext cx="954738" cy="49967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2460">
                    <a:moveTo>
                      <a:pt x="0" y="52460"/>
                    </a:moveTo>
                    <a:lnTo>
                      <a:pt x="2387" y="51818"/>
                    </a:lnTo>
                    <a:lnTo>
                      <a:pt x="4773" y="51179"/>
                    </a:lnTo>
                    <a:lnTo>
                      <a:pt x="7160" y="50545"/>
                    </a:lnTo>
                    <a:lnTo>
                      <a:pt x="9546" y="49919"/>
                    </a:lnTo>
                    <a:lnTo>
                      <a:pt x="11933" y="49301"/>
                    </a:lnTo>
                    <a:lnTo>
                      <a:pt x="14319" y="48684"/>
                    </a:lnTo>
                    <a:lnTo>
                      <a:pt x="16706" y="48054"/>
                    </a:lnTo>
                    <a:lnTo>
                      <a:pt x="19092" y="47392"/>
                    </a:lnTo>
                    <a:lnTo>
                      <a:pt x="21479" y="46671"/>
                    </a:lnTo>
                    <a:lnTo>
                      <a:pt x="23865" y="45861"/>
                    </a:lnTo>
                    <a:lnTo>
                      <a:pt x="26252" y="44929"/>
                    </a:lnTo>
                    <a:lnTo>
                      <a:pt x="28639" y="43844"/>
                    </a:lnTo>
                    <a:lnTo>
                      <a:pt x="31025" y="42579"/>
                    </a:lnTo>
                    <a:lnTo>
                      <a:pt x="33412" y="41117"/>
                    </a:lnTo>
                    <a:lnTo>
                      <a:pt x="35798" y="39451"/>
                    </a:lnTo>
                    <a:lnTo>
                      <a:pt x="38185" y="37588"/>
                    </a:lnTo>
                    <a:lnTo>
                      <a:pt x="40571" y="35544"/>
                    </a:lnTo>
                    <a:lnTo>
                      <a:pt x="42958" y="33350"/>
                    </a:lnTo>
                    <a:lnTo>
                      <a:pt x="45344" y="31039"/>
                    </a:lnTo>
                    <a:lnTo>
                      <a:pt x="47731" y="28653"/>
                    </a:lnTo>
                    <a:lnTo>
                      <a:pt x="50117" y="26229"/>
                    </a:lnTo>
                    <a:lnTo>
                      <a:pt x="52504" y="23805"/>
                    </a:lnTo>
                    <a:lnTo>
                      <a:pt x="54891" y="21409"/>
                    </a:lnTo>
                    <a:lnTo>
                      <a:pt x="57277" y="19066"/>
                    </a:lnTo>
                    <a:lnTo>
                      <a:pt x="59664" y="16792"/>
                    </a:lnTo>
                    <a:lnTo>
                      <a:pt x="62050" y="14602"/>
                    </a:lnTo>
                    <a:lnTo>
                      <a:pt x="64437" y="12508"/>
                    </a:lnTo>
                    <a:lnTo>
                      <a:pt x="66823" y="10523"/>
                    </a:lnTo>
                    <a:lnTo>
                      <a:pt x="69210" y="8664"/>
                    </a:lnTo>
                    <a:lnTo>
                      <a:pt x="71596" y="6951"/>
                    </a:lnTo>
                    <a:lnTo>
                      <a:pt x="73983" y="5408"/>
                    </a:lnTo>
                    <a:lnTo>
                      <a:pt x="76370" y="4055"/>
                    </a:lnTo>
                    <a:lnTo>
                      <a:pt x="78756" y="2911"/>
                    </a:lnTo>
                    <a:lnTo>
                      <a:pt x="81143" y="1987"/>
                    </a:lnTo>
                    <a:lnTo>
                      <a:pt x="83529" y="1283"/>
                    </a:lnTo>
                    <a:lnTo>
                      <a:pt x="85916" y="785"/>
                    </a:lnTo>
                    <a:lnTo>
                      <a:pt x="88302" y="466"/>
                    </a:lnTo>
                    <a:lnTo>
                      <a:pt x="90689" y="287"/>
                    </a:lnTo>
                    <a:lnTo>
                      <a:pt x="93075" y="201"/>
                    </a:lnTo>
                    <a:lnTo>
                      <a:pt x="95462" y="158"/>
                    </a:lnTo>
                    <a:lnTo>
                      <a:pt x="97848" y="106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56" name="Surface grid line"/>
              <p:cNvSpPr/>
              <p:nvPr/>
            </p:nvSpPr>
            <p:spPr>
              <a:xfrm>
                <a:off x="13321913" y="1065586"/>
                <a:ext cx="954738" cy="52137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4738">
                    <a:moveTo>
                      <a:pt x="0" y="54738"/>
                    </a:moveTo>
                    <a:lnTo>
                      <a:pt x="2387" y="54028"/>
                    </a:lnTo>
                    <a:lnTo>
                      <a:pt x="4773" y="53336"/>
                    </a:lnTo>
                    <a:lnTo>
                      <a:pt x="7160" y="52671"/>
                    </a:lnTo>
                    <a:lnTo>
                      <a:pt x="9546" y="52040"/>
                    </a:lnTo>
                    <a:lnTo>
                      <a:pt x="11933" y="51446"/>
                    </a:lnTo>
                    <a:lnTo>
                      <a:pt x="14319" y="50882"/>
                    </a:lnTo>
                    <a:lnTo>
                      <a:pt x="16706" y="50334"/>
                    </a:lnTo>
                    <a:lnTo>
                      <a:pt x="19092" y="49776"/>
                    </a:lnTo>
                    <a:lnTo>
                      <a:pt x="21479" y="49175"/>
                    </a:lnTo>
                    <a:lnTo>
                      <a:pt x="23865" y="48492"/>
                    </a:lnTo>
                    <a:lnTo>
                      <a:pt x="26252" y="47683"/>
                    </a:lnTo>
                    <a:lnTo>
                      <a:pt x="28639" y="46706"/>
                    </a:lnTo>
                    <a:lnTo>
                      <a:pt x="31025" y="45525"/>
                    </a:lnTo>
                    <a:lnTo>
                      <a:pt x="33412" y="44114"/>
                    </a:lnTo>
                    <a:lnTo>
                      <a:pt x="35798" y="42462"/>
                    </a:lnTo>
                    <a:lnTo>
                      <a:pt x="38185" y="40572"/>
                    </a:lnTo>
                    <a:lnTo>
                      <a:pt x="40571" y="38462"/>
                    </a:lnTo>
                    <a:lnTo>
                      <a:pt x="42958" y="36165"/>
                    </a:lnTo>
                    <a:lnTo>
                      <a:pt x="45344" y="33719"/>
                    </a:lnTo>
                    <a:lnTo>
                      <a:pt x="47731" y="31171"/>
                    </a:lnTo>
                    <a:lnTo>
                      <a:pt x="50117" y="28563"/>
                    </a:lnTo>
                    <a:lnTo>
                      <a:pt x="52504" y="25934"/>
                    </a:lnTo>
                    <a:lnTo>
                      <a:pt x="54891" y="23316"/>
                    </a:lnTo>
                    <a:lnTo>
                      <a:pt x="57277" y="20732"/>
                    </a:lnTo>
                    <a:lnTo>
                      <a:pt x="59664" y="18200"/>
                    </a:lnTo>
                    <a:lnTo>
                      <a:pt x="62050" y="15735"/>
                    </a:lnTo>
                    <a:lnTo>
                      <a:pt x="64437" y="13351"/>
                    </a:lnTo>
                    <a:lnTo>
                      <a:pt x="66823" y="11067"/>
                    </a:lnTo>
                    <a:lnTo>
                      <a:pt x="69210" y="8911"/>
                    </a:lnTo>
                    <a:lnTo>
                      <a:pt x="71596" y="6915"/>
                    </a:lnTo>
                    <a:lnTo>
                      <a:pt x="73983" y="5117"/>
                    </a:lnTo>
                    <a:lnTo>
                      <a:pt x="76370" y="3557"/>
                    </a:lnTo>
                    <a:lnTo>
                      <a:pt x="78756" y="2268"/>
                    </a:lnTo>
                    <a:lnTo>
                      <a:pt x="81143" y="1272"/>
                    </a:lnTo>
                    <a:lnTo>
                      <a:pt x="83529" y="575"/>
                    </a:lnTo>
                    <a:lnTo>
                      <a:pt x="85916" y="163"/>
                    </a:lnTo>
                    <a:lnTo>
                      <a:pt x="88302" y="0"/>
                    </a:lnTo>
                    <a:lnTo>
                      <a:pt x="90689" y="33"/>
                    </a:lnTo>
                    <a:lnTo>
                      <a:pt x="93075" y="195"/>
                    </a:lnTo>
                    <a:lnTo>
                      <a:pt x="95462" y="415"/>
                    </a:lnTo>
                    <a:lnTo>
                      <a:pt x="97848" y="621"/>
                    </a:lnTo>
                    <a:lnTo>
                      <a:pt x="100235" y="7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57" name="Surface grid line"/>
              <p:cNvSpPr/>
              <p:nvPr/>
            </p:nvSpPr>
            <p:spPr>
              <a:xfrm>
                <a:off x="13349301" y="1043487"/>
                <a:ext cx="954738" cy="556215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8395">
                    <a:moveTo>
                      <a:pt x="0" y="58395"/>
                    </a:moveTo>
                    <a:lnTo>
                      <a:pt x="2387" y="57611"/>
                    </a:lnTo>
                    <a:lnTo>
                      <a:pt x="4773" y="56867"/>
                    </a:lnTo>
                    <a:lnTo>
                      <a:pt x="7160" y="56178"/>
                    </a:lnTo>
                    <a:lnTo>
                      <a:pt x="9546" y="55558"/>
                    </a:lnTo>
                    <a:lnTo>
                      <a:pt x="11933" y="55010"/>
                    </a:lnTo>
                    <a:lnTo>
                      <a:pt x="14319" y="54528"/>
                    </a:lnTo>
                    <a:lnTo>
                      <a:pt x="16706" y="54095"/>
                    </a:lnTo>
                    <a:lnTo>
                      <a:pt x="19092" y="53681"/>
                    </a:lnTo>
                    <a:lnTo>
                      <a:pt x="21479" y="53243"/>
                    </a:lnTo>
                    <a:lnTo>
                      <a:pt x="23865" y="52732"/>
                    </a:lnTo>
                    <a:lnTo>
                      <a:pt x="26252" y="52092"/>
                    </a:lnTo>
                    <a:lnTo>
                      <a:pt x="28639" y="51269"/>
                    </a:lnTo>
                    <a:lnTo>
                      <a:pt x="31025" y="50217"/>
                    </a:lnTo>
                    <a:lnTo>
                      <a:pt x="33412" y="48900"/>
                    </a:lnTo>
                    <a:lnTo>
                      <a:pt x="35798" y="47301"/>
                    </a:lnTo>
                    <a:lnTo>
                      <a:pt x="38185" y="45418"/>
                    </a:lnTo>
                    <a:lnTo>
                      <a:pt x="40571" y="43270"/>
                    </a:lnTo>
                    <a:lnTo>
                      <a:pt x="42958" y="40890"/>
                    </a:lnTo>
                    <a:lnTo>
                      <a:pt x="45344" y="38321"/>
                    </a:lnTo>
                    <a:lnTo>
                      <a:pt x="47731" y="35610"/>
                    </a:lnTo>
                    <a:lnTo>
                      <a:pt x="50117" y="32803"/>
                    </a:lnTo>
                    <a:lnTo>
                      <a:pt x="52504" y="29939"/>
                    </a:lnTo>
                    <a:lnTo>
                      <a:pt x="54891" y="27050"/>
                    </a:lnTo>
                    <a:lnTo>
                      <a:pt x="57277" y="24159"/>
                    </a:lnTo>
                    <a:lnTo>
                      <a:pt x="59664" y="21281"/>
                    </a:lnTo>
                    <a:lnTo>
                      <a:pt x="62050" y="18432"/>
                    </a:lnTo>
                    <a:lnTo>
                      <a:pt x="64437" y="15631"/>
                    </a:lnTo>
                    <a:lnTo>
                      <a:pt x="66823" y="12908"/>
                    </a:lnTo>
                    <a:lnTo>
                      <a:pt x="69210" y="10303"/>
                    </a:lnTo>
                    <a:lnTo>
                      <a:pt x="71596" y="7871"/>
                    </a:lnTo>
                    <a:lnTo>
                      <a:pt x="73983" y="5673"/>
                    </a:lnTo>
                    <a:lnTo>
                      <a:pt x="76370" y="3773"/>
                    </a:lnTo>
                    <a:lnTo>
                      <a:pt x="78756" y="2229"/>
                    </a:lnTo>
                    <a:lnTo>
                      <a:pt x="81143" y="1080"/>
                    </a:lnTo>
                    <a:lnTo>
                      <a:pt x="83529" y="342"/>
                    </a:lnTo>
                    <a:lnTo>
                      <a:pt x="85916" y="0"/>
                    </a:lnTo>
                    <a:lnTo>
                      <a:pt x="88302" y="9"/>
                    </a:lnTo>
                    <a:lnTo>
                      <a:pt x="90689" y="298"/>
                    </a:lnTo>
                    <a:lnTo>
                      <a:pt x="93075" y="775"/>
                    </a:lnTo>
                    <a:lnTo>
                      <a:pt x="95462" y="1341"/>
                    </a:lnTo>
                    <a:lnTo>
                      <a:pt x="97848" y="1894"/>
                    </a:lnTo>
                    <a:lnTo>
                      <a:pt x="100235" y="23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58" name="Surface grid line"/>
              <p:cNvSpPr/>
              <p:nvPr/>
            </p:nvSpPr>
            <p:spPr>
              <a:xfrm>
                <a:off x="13376689" y="1007385"/>
                <a:ext cx="954738" cy="60201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3203">
                    <a:moveTo>
                      <a:pt x="0" y="63203"/>
                    </a:moveTo>
                    <a:lnTo>
                      <a:pt x="2387" y="62343"/>
                    </a:lnTo>
                    <a:lnTo>
                      <a:pt x="4773" y="61550"/>
                    </a:lnTo>
                    <a:lnTo>
                      <a:pt x="7160" y="60847"/>
                    </a:lnTo>
                    <a:lnTo>
                      <a:pt x="9546" y="60249"/>
                    </a:lnTo>
                    <a:lnTo>
                      <a:pt x="11933" y="59763"/>
                    </a:lnTo>
                    <a:lnTo>
                      <a:pt x="14319" y="59383"/>
                    </a:lnTo>
                    <a:lnTo>
                      <a:pt x="16706" y="59087"/>
                    </a:lnTo>
                    <a:lnTo>
                      <a:pt x="19092" y="58840"/>
                    </a:lnTo>
                    <a:lnTo>
                      <a:pt x="21479" y="58591"/>
                    </a:lnTo>
                    <a:lnTo>
                      <a:pt x="23865" y="58278"/>
                    </a:lnTo>
                    <a:lnTo>
                      <a:pt x="26252" y="57835"/>
                    </a:lnTo>
                    <a:lnTo>
                      <a:pt x="28639" y="57195"/>
                    </a:lnTo>
                    <a:lnTo>
                      <a:pt x="31025" y="56302"/>
                    </a:lnTo>
                    <a:lnTo>
                      <a:pt x="33412" y="55110"/>
                    </a:lnTo>
                    <a:lnTo>
                      <a:pt x="35798" y="53595"/>
                    </a:lnTo>
                    <a:lnTo>
                      <a:pt x="38185" y="51752"/>
                    </a:lnTo>
                    <a:lnTo>
                      <a:pt x="40571" y="49597"/>
                    </a:lnTo>
                    <a:lnTo>
                      <a:pt x="42958" y="47161"/>
                    </a:lnTo>
                    <a:lnTo>
                      <a:pt x="45344" y="44487"/>
                    </a:lnTo>
                    <a:lnTo>
                      <a:pt x="47731" y="41624"/>
                    </a:lnTo>
                    <a:lnTo>
                      <a:pt x="50117" y="38615"/>
                    </a:lnTo>
                    <a:lnTo>
                      <a:pt x="52504" y="35498"/>
                    </a:lnTo>
                    <a:lnTo>
                      <a:pt x="54891" y="32301"/>
                    </a:lnTo>
                    <a:lnTo>
                      <a:pt x="57277" y="29042"/>
                    </a:lnTo>
                    <a:lnTo>
                      <a:pt x="59664" y="25735"/>
                    </a:lnTo>
                    <a:lnTo>
                      <a:pt x="62050" y="22398"/>
                    </a:lnTo>
                    <a:lnTo>
                      <a:pt x="64437" y="19056"/>
                    </a:lnTo>
                    <a:lnTo>
                      <a:pt x="66823" y="15751"/>
                    </a:lnTo>
                    <a:lnTo>
                      <a:pt x="69210" y="12547"/>
                    </a:lnTo>
                    <a:lnTo>
                      <a:pt x="71596" y="9523"/>
                    </a:lnTo>
                    <a:lnTo>
                      <a:pt x="73983" y="6777"/>
                    </a:lnTo>
                    <a:lnTo>
                      <a:pt x="76370" y="4404"/>
                    </a:lnTo>
                    <a:lnTo>
                      <a:pt x="78756" y="2494"/>
                    </a:lnTo>
                    <a:lnTo>
                      <a:pt x="81143" y="1110"/>
                    </a:lnTo>
                    <a:lnTo>
                      <a:pt x="83529" y="283"/>
                    </a:lnTo>
                    <a:lnTo>
                      <a:pt x="85916" y="0"/>
                    </a:lnTo>
                    <a:lnTo>
                      <a:pt x="88302" y="204"/>
                    </a:lnTo>
                    <a:lnTo>
                      <a:pt x="90689" y="801"/>
                    </a:lnTo>
                    <a:lnTo>
                      <a:pt x="93075" y="1668"/>
                    </a:lnTo>
                    <a:lnTo>
                      <a:pt x="95462" y="2671"/>
                    </a:lnTo>
                    <a:lnTo>
                      <a:pt x="97848" y="3675"/>
                    </a:lnTo>
                    <a:lnTo>
                      <a:pt x="100235" y="456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59" name="Surface grid line"/>
              <p:cNvSpPr/>
              <p:nvPr/>
            </p:nvSpPr>
            <p:spPr>
              <a:xfrm>
                <a:off x="13404077" y="959927"/>
                <a:ext cx="954738" cy="65604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8877">
                    <a:moveTo>
                      <a:pt x="0" y="68877"/>
                    </a:moveTo>
                    <a:lnTo>
                      <a:pt x="2387" y="67943"/>
                    </a:lnTo>
                    <a:lnTo>
                      <a:pt x="4773" y="67108"/>
                    </a:lnTo>
                    <a:lnTo>
                      <a:pt x="7160" y="66396"/>
                    </a:lnTo>
                    <a:lnTo>
                      <a:pt x="9546" y="65829"/>
                    </a:lnTo>
                    <a:lnTo>
                      <a:pt x="11933" y="65412"/>
                    </a:lnTo>
                    <a:lnTo>
                      <a:pt x="14319" y="65139"/>
                    </a:lnTo>
                    <a:lnTo>
                      <a:pt x="16706" y="64985"/>
                    </a:lnTo>
                    <a:lnTo>
                      <a:pt x="19092" y="64908"/>
                    </a:lnTo>
                    <a:lnTo>
                      <a:pt x="21479" y="64849"/>
                    </a:lnTo>
                    <a:lnTo>
                      <a:pt x="23865" y="64737"/>
                    </a:lnTo>
                    <a:lnTo>
                      <a:pt x="26252" y="64493"/>
                    </a:lnTo>
                    <a:lnTo>
                      <a:pt x="28639" y="64044"/>
                    </a:lnTo>
                    <a:lnTo>
                      <a:pt x="31025" y="63320"/>
                    </a:lnTo>
                    <a:lnTo>
                      <a:pt x="33412" y="62269"/>
                    </a:lnTo>
                    <a:lnTo>
                      <a:pt x="35798" y="60861"/>
                    </a:lnTo>
                    <a:lnTo>
                      <a:pt x="38185" y="59084"/>
                    </a:lnTo>
                    <a:lnTo>
                      <a:pt x="40571" y="56952"/>
                    </a:lnTo>
                    <a:lnTo>
                      <a:pt x="42958" y="54493"/>
                    </a:lnTo>
                    <a:lnTo>
                      <a:pt x="45344" y="51746"/>
                    </a:lnTo>
                    <a:lnTo>
                      <a:pt x="47731" y="48756"/>
                    </a:lnTo>
                    <a:lnTo>
                      <a:pt x="50117" y="45560"/>
                    </a:lnTo>
                    <a:lnTo>
                      <a:pt x="52504" y="42191"/>
                    </a:lnTo>
                    <a:lnTo>
                      <a:pt x="54891" y="38669"/>
                    </a:lnTo>
                    <a:lnTo>
                      <a:pt x="57277" y="35005"/>
                    </a:lnTo>
                    <a:lnTo>
                      <a:pt x="59664" y="31211"/>
                    </a:lnTo>
                    <a:lnTo>
                      <a:pt x="62050" y="27304"/>
                    </a:lnTo>
                    <a:lnTo>
                      <a:pt x="64437" y="23319"/>
                    </a:lnTo>
                    <a:lnTo>
                      <a:pt x="66823" y="19315"/>
                    </a:lnTo>
                    <a:lnTo>
                      <a:pt x="69210" y="15383"/>
                    </a:lnTo>
                    <a:lnTo>
                      <a:pt x="71596" y="11637"/>
                    </a:lnTo>
                    <a:lnTo>
                      <a:pt x="73983" y="8213"/>
                    </a:lnTo>
                    <a:lnTo>
                      <a:pt x="76370" y="5252"/>
                    </a:lnTo>
                    <a:lnTo>
                      <a:pt x="78756" y="2879"/>
                    </a:lnTo>
                    <a:lnTo>
                      <a:pt x="81143" y="1191"/>
                    </a:lnTo>
                    <a:lnTo>
                      <a:pt x="83529" y="235"/>
                    </a:lnTo>
                    <a:lnTo>
                      <a:pt x="85916" y="0"/>
                    </a:lnTo>
                    <a:lnTo>
                      <a:pt x="88302" y="419"/>
                    </a:lnTo>
                    <a:lnTo>
                      <a:pt x="90689" y="1370"/>
                    </a:lnTo>
                    <a:lnTo>
                      <a:pt x="93075" y="2697"/>
                    </a:lnTo>
                    <a:lnTo>
                      <a:pt x="95462" y="4223"/>
                    </a:lnTo>
                    <a:lnTo>
                      <a:pt x="97848" y="5771"/>
                    </a:lnTo>
                    <a:lnTo>
                      <a:pt x="100235" y="718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60" name="Surface grid line"/>
              <p:cNvSpPr/>
              <p:nvPr/>
            </p:nvSpPr>
            <p:spPr>
              <a:xfrm>
                <a:off x="13431464" y="904662"/>
                <a:ext cx="954738" cy="71495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5061">
                    <a:moveTo>
                      <a:pt x="0" y="75061"/>
                    </a:moveTo>
                    <a:lnTo>
                      <a:pt x="2387" y="74062"/>
                    </a:lnTo>
                    <a:lnTo>
                      <a:pt x="4773" y="73191"/>
                    </a:lnTo>
                    <a:lnTo>
                      <a:pt x="7160" y="72478"/>
                    </a:lnTo>
                    <a:lnTo>
                      <a:pt x="9546" y="71942"/>
                    </a:lnTo>
                    <a:lnTo>
                      <a:pt x="11933" y="71593"/>
                    </a:lnTo>
                    <a:lnTo>
                      <a:pt x="14319" y="71422"/>
                    </a:lnTo>
                    <a:lnTo>
                      <a:pt x="16706" y="71398"/>
                    </a:lnTo>
                    <a:lnTo>
                      <a:pt x="19092" y="71474"/>
                    </a:lnTo>
                    <a:lnTo>
                      <a:pt x="21479" y="71585"/>
                    </a:lnTo>
                    <a:lnTo>
                      <a:pt x="23865" y="71650"/>
                    </a:lnTo>
                    <a:lnTo>
                      <a:pt x="26252" y="71585"/>
                    </a:lnTo>
                    <a:lnTo>
                      <a:pt x="28639" y="71306"/>
                    </a:lnTo>
                    <a:lnTo>
                      <a:pt x="31025" y="70740"/>
                    </a:lnTo>
                    <a:lnTo>
                      <a:pt x="33412" y="69828"/>
                    </a:lnTo>
                    <a:lnTo>
                      <a:pt x="35798" y="68534"/>
                    </a:lnTo>
                    <a:lnTo>
                      <a:pt x="38185" y="66844"/>
                    </a:lnTo>
                    <a:lnTo>
                      <a:pt x="40571" y="64764"/>
                    </a:lnTo>
                    <a:lnTo>
                      <a:pt x="42958" y="62319"/>
                    </a:lnTo>
                    <a:lnTo>
                      <a:pt x="45344" y="59540"/>
                    </a:lnTo>
                    <a:lnTo>
                      <a:pt x="47731" y="56463"/>
                    </a:lnTo>
                    <a:lnTo>
                      <a:pt x="50117" y="53118"/>
                    </a:lnTo>
                    <a:lnTo>
                      <a:pt x="52504" y="49523"/>
                    </a:lnTo>
                    <a:lnTo>
                      <a:pt x="54891" y="45689"/>
                    </a:lnTo>
                    <a:lnTo>
                      <a:pt x="57277" y="41618"/>
                    </a:lnTo>
                    <a:lnTo>
                      <a:pt x="59664" y="37316"/>
                    </a:lnTo>
                    <a:lnTo>
                      <a:pt x="62050" y="32802"/>
                    </a:lnTo>
                    <a:lnTo>
                      <a:pt x="64437" y="28120"/>
                    </a:lnTo>
                    <a:lnTo>
                      <a:pt x="66823" y="23350"/>
                    </a:lnTo>
                    <a:lnTo>
                      <a:pt x="69210" y="18612"/>
                    </a:lnTo>
                    <a:lnTo>
                      <a:pt x="71596" y="14061"/>
                    </a:lnTo>
                    <a:lnTo>
                      <a:pt x="73983" y="9879"/>
                    </a:lnTo>
                    <a:lnTo>
                      <a:pt x="76370" y="6253"/>
                    </a:lnTo>
                    <a:lnTo>
                      <a:pt x="78756" y="3355"/>
                    </a:lnTo>
                    <a:lnTo>
                      <a:pt x="81143" y="1313"/>
                    </a:lnTo>
                    <a:lnTo>
                      <a:pt x="83529" y="197"/>
                    </a:lnTo>
                    <a:lnTo>
                      <a:pt x="85916" y="0"/>
                    </a:lnTo>
                    <a:lnTo>
                      <a:pt x="88302" y="642"/>
                    </a:lnTo>
                    <a:lnTo>
                      <a:pt x="90689" y="1975"/>
                    </a:lnTo>
                    <a:lnTo>
                      <a:pt x="93075" y="3803"/>
                    </a:lnTo>
                    <a:lnTo>
                      <a:pt x="95462" y="5904"/>
                    </a:lnTo>
                    <a:lnTo>
                      <a:pt x="97848" y="8058"/>
                    </a:lnTo>
                    <a:lnTo>
                      <a:pt x="100235" y="1006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61" name="Surface grid line"/>
              <p:cNvSpPr/>
              <p:nvPr/>
            </p:nvSpPr>
            <p:spPr>
              <a:xfrm>
                <a:off x="13458852" y="847485"/>
                <a:ext cx="954738" cy="773304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1187">
                    <a:moveTo>
                      <a:pt x="0" y="81187"/>
                    </a:moveTo>
                    <a:lnTo>
                      <a:pt x="2387" y="80136"/>
                    </a:lnTo>
                    <a:lnTo>
                      <a:pt x="4773" y="79239"/>
                    </a:lnTo>
                    <a:lnTo>
                      <a:pt x="7160" y="78530"/>
                    </a:lnTo>
                    <a:lnTo>
                      <a:pt x="9546" y="78028"/>
                    </a:lnTo>
                    <a:lnTo>
                      <a:pt x="11933" y="77741"/>
                    </a:lnTo>
                    <a:lnTo>
                      <a:pt x="14319" y="77656"/>
                    </a:lnTo>
                    <a:lnTo>
                      <a:pt x="16706" y="77739"/>
                    </a:lnTo>
                    <a:lnTo>
                      <a:pt x="19092" y="77938"/>
                    </a:lnTo>
                    <a:lnTo>
                      <a:pt x="21479" y="78179"/>
                    </a:lnTo>
                    <a:lnTo>
                      <a:pt x="23865" y="78380"/>
                    </a:lnTo>
                    <a:lnTo>
                      <a:pt x="26252" y="78450"/>
                    </a:lnTo>
                    <a:lnTo>
                      <a:pt x="28639" y="78302"/>
                    </a:lnTo>
                    <a:lnTo>
                      <a:pt x="31025" y="77860"/>
                    </a:lnTo>
                    <a:lnTo>
                      <a:pt x="33412" y="77066"/>
                    </a:lnTo>
                    <a:lnTo>
                      <a:pt x="35798" y="75879"/>
                    </a:lnTo>
                    <a:lnTo>
                      <a:pt x="38185" y="74283"/>
                    </a:lnTo>
                    <a:lnTo>
                      <a:pt x="40571" y="72280"/>
                    </a:lnTo>
                    <a:lnTo>
                      <a:pt x="42958" y="69884"/>
                    </a:lnTo>
                    <a:lnTo>
                      <a:pt x="45344" y="67120"/>
                    </a:lnTo>
                    <a:lnTo>
                      <a:pt x="47731" y="64010"/>
                    </a:lnTo>
                    <a:lnTo>
                      <a:pt x="50117" y="60569"/>
                    </a:lnTo>
                    <a:lnTo>
                      <a:pt x="52504" y="56801"/>
                    </a:lnTo>
                    <a:lnTo>
                      <a:pt x="54891" y="52703"/>
                    </a:lnTo>
                    <a:lnTo>
                      <a:pt x="57277" y="48266"/>
                    </a:lnTo>
                    <a:lnTo>
                      <a:pt x="59664" y="43487"/>
                    </a:lnTo>
                    <a:lnTo>
                      <a:pt x="62050" y="38388"/>
                    </a:lnTo>
                    <a:lnTo>
                      <a:pt x="64437" y="33021"/>
                    </a:lnTo>
                    <a:lnTo>
                      <a:pt x="66823" y="27489"/>
                    </a:lnTo>
                    <a:lnTo>
                      <a:pt x="69210" y="21942"/>
                    </a:lnTo>
                    <a:lnTo>
                      <a:pt x="71596" y="16578"/>
                    </a:lnTo>
                    <a:lnTo>
                      <a:pt x="73983" y="11625"/>
                    </a:lnTo>
                    <a:lnTo>
                      <a:pt x="76370" y="7320"/>
                    </a:lnTo>
                    <a:lnTo>
                      <a:pt x="78756" y="3879"/>
                    </a:lnTo>
                    <a:lnTo>
                      <a:pt x="81143" y="1467"/>
                    </a:lnTo>
                    <a:lnTo>
                      <a:pt x="83529" y="174"/>
                    </a:lnTo>
                    <a:lnTo>
                      <a:pt x="85916" y="0"/>
                    </a:lnTo>
                    <a:lnTo>
                      <a:pt x="88302" y="853"/>
                    </a:lnTo>
                    <a:lnTo>
                      <a:pt x="90689" y="2558"/>
                    </a:lnTo>
                    <a:lnTo>
                      <a:pt x="93075" y="4881"/>
                    </a:lnTo>
                    <a:lnTo>
                      <a:pt x="95462" y="7558"/>
                    </a:lnTo>
                    <a:lnTo>
                      <a:pt x="97848" y="10323"/>
                    </a:lnTo>
                    <a:lnTo>
                      <a:pt x="100235" y="1294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62" name="Surface grid line"/>
              <p:cNvSpPr/>
              <p:nvPr/>
            </p:nvSpPr>
            <p:spPr>
              <a:xfrm>
                <a:off x="13486240" y="795876"/>
                <a:ext cx="954738" cy="82431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6543">
                    <a:moveTo>
                      <a:pt x="0" y="86543"/>
                    </a:moveTo>
                    <a:lnTo>
                      <a:pt x="2387" y="85460"/>
                    </a:lnTo>
                    <a:lnTo>
                      <a:pt x="4773" y="84555"/>
                    </a:lnTo>
                    <a:lnTo>
                      <a:pt x="7160" y="83862"/>
                    </a:lnTo>
                    <a:lnTo>
                      <a:pt x="9546" y="83398"/>
                    </a:lnTo>
                    <a:lnTo>
                      <a:pt x="11933" y="83168"/>
                    </a:lnTo>
                    <a:lnTo>
                      <a:pt x="14319" y="83155"/>
                    </a:lnTo>
                    <a:lnTo>
                      <a:pt x="16706" y="83320"/>
                    </a:lnTo>
                    <a:lnTo>
                      <a:pt x="19092" y="83604"/>
                    </a:lnTo>
                    <a:lnTo>
                      <a:pt x="21479" y="83931"/>
                    </a:lnTo>
                    <a:lnTo>
                      <a:pt x="23865" y="84213"/>
                    </a:lnTo>
                    <a:lnTo>
                      <a:pt x="26252" y="84360"/>
                    </a:lnTo>
                    <a:lnTo>
                      <a:pt x="28639" y="84286"/>
                    </a:lnTo>
                    <a:lnTo>
                      <a:pt x="31025" y="83919"/>
                    </a:lnTo>
                    <a:lnTo>
                      <a:pt x="33412" y="83203"/>
                    </a:lnTo>
                    <a:lnTo>
                      <a:pt x="35798" y="82100"/>
                    </a:lnTo>
                    <a:lnTo>
                      <a:pt x="38185" y="80592"/>
                    </a:lnTo>
                    <a:lnTo>
                      <a:pt x="40571" y="78676"/>
                    </a:lnTo>
                    <a:lnTo>
                      <a:pt x="42958" y="76361"/>
                    </a:lnTo>
                    <a:lnTo>
                      <a:pt x="45344" y="73656"/>
                    </a:lnTo>
                    <a:lnTo>
                      <a:pt x="47731" y="70570"/>
                    </a:lnTo>
                    <a:lnTo>
                      <a:pt x="50117" y="67100"/>
                    </a:lnTo>
                    <a:lnTo>
                      <a:pt x="52504" y="63234"/>
                    </a:lnTo>
                    <a:lnTo>
                      <a:pt x="54891" y="58951"/>
                    </a:lnTo>
                    <a:lnTo>
                      <a:pt x="57277" y="54229"/>
                    </a:lnTo>
                    <a:lnTo>
                      <a:pt x="59664" y="49060"/>
                    </a:lnTo>
                    <a:lnTo>
                      <a:pt x="62050" y="43463"/>
                    </a:lnTo>
                    <a:lnTo>
                      <a:pt x="64437" y="37501"/>
                    </a:lnTo>
                    <a:lnTo>
                      <a:pt x="66823" y="31296"/>
                    </a:lnTo>
                    <a:lnTo>
                      <a:pt x="69210" y="25027"/>
                    </a:lnTo>
                    <a:lnTo>
                      <a:pt x="71596" y="18930"/>
                    </a:lnTo>
                    <a:lnTo>
                      <a:pt x="73983" y="13278"/>
                    </a:lnTo>
                    <a:lnTo>
                      <a:pt x="76370" y="8351"/>
                    </a:lnTo>
                    <a:lnTo>
                      <a:pt x="78756" y="4407"/>
                    </a:lnTo>
                    <a:lnTo>
                      <a:pt x="81143" y="1644"/>
                    </a:lnTo>
                    <a:lnTo>
                      <a:pt x="83529" y="173"/>
                    </a:lnTo>
                    <a:lnTo>
                      <a:pt x="85916" y="0"/>
                    </a:lnTo>
                    <a:lnTo>
                      <a:pt x="88302" y="1022"/>
                    </a:lnTo>
                    <a:lnTo>
                      <a:pt x="90689" y="3044"/>
                    </a:lnTo>
                    <a:lnTo>
                      <a:pt x="93075" y="5797"/>
                    </a:lnTo>
                    <a:lnTo>
                      <a:pt x="95462" y="8981"/>
                    </a:lnTo>
                    <a:lnTo>
                      <a:pt x="97848" y="12290"/>
                    </a:lnTo>
                    <a:lnTo>
                      <a:pt x="100235" y="1545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63" name="Surface grid line"/>
              <p:cNvSpPr/>
              <p:nvPr/>
            </p:nvSpPr>
            <p:spPr>
              <a:xfrm>
                <a:off x="13513628" y="757569"/>
                <a:ext cx="954738" cy="86119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0414">
                    <a:moveTo>
                      <a:pt x="0" y="90414"/>
                    </a:moveTo>
                    <a:lnTo>
                      <a:pt x="2387" y="89328"/>
                    </a:lnTo>
                    <a:lnTo>
                      <a:pt x="4773" y="88442"/>
                    </a:lnTo>
                    <a:lnTo>
                      <a:pt x="7160" y="87784"/>
                    </a:lnTo>
                    <a:lnTo>
                      <a:pt x="9546" y="87373"/>
                    </a:lnTo>
                    <a:lnTo>
                      <a:pt x="11933" y="87206"/>
                    </a:lnTo>
                    <a:lnTo>
                      <a:pt x="14319" y="87259"/>
                    </a:lnTo>
                    <a:lnTo>
                      <a:pt x="16706" y="87489"/>
                    </a:lnTo>
                    <a:lnTo>
                      <a:pt x="19092" y="87828"/>
                    </a:lnTo>
                    <a:lnTo>
                      <a:pt x="21479" y="88196"/>
                    </a:lnTo>
                    <a:lnTo>
                      <a:pt x="23865" y="88504"/>
                    </a:lnTo>
                    <a:lnTo>
                      <a:pt x="26252" y="88665"/>
                    </a:lnTo>
                    <a:lnTo>
                      <a:pt x="28639" y="88600"/>
                    </a:lnTo>
                    <a:lnTo>
                      <a:pt x="31025" y="88245"/>
                    </a:lnTo>
                    <a:lnTo>
                      <a:pt x="33412" y="87551"/>
                    </a:lnTo>
                    <a:lnTo>
                      <a:pt x="35798" y="86490"/>
                    </a:lnTo>
                    <a:lnTo>
                      <a:pt x="38185" y="85045"/>
                    </a:lnTo>
                    <a:lnTo>
                      <a:pt x="40571" y="83212"/>
                    </a:lnTo>
                    <a:lnTo>
                      <a:pt x="42958" y="80992"/>
                    </a:lnTo>
                    <a:lnTo>
                      <a:pt x="45344" y="78381"/>
                    </a:lnTo>
                    <a:lnTo>
                      <a:pt x="47731" y="75371"/>
                    </a:lnTo>
                    <a:lnTo>
                      <a:pt x="50117" y="71942"/>
                    </a:lnTo>
                    <a:lnTo>
                      <a:pt x="52504" y="68063"/>
                    </a:lnTo>
                    <a:lnTo>
                      <a:pt x="54891" y="63697"/>
                    </a:lnTo>
                    <a:lnTo>
                      <a:pt x="57277" y="58809"/>
                    </a:lnTo>
                    <a:lnTo>
                      <a:pt x="59664" y="53383"/>
                    </a:lnTo>
                    <a:lnTo>
                      <a:pt x="62050" y="47437"/>
                    </a:lnTo>
                    <a:lnTo>
                      <a:pt x="64437" y="41042"/>
                    </a:lnTo>
                    <a:lnTo>
                      <a:pt x="66823" y="34334"/>
                    </a:lnTo>
                    <a:lnTo>
                      <a:pt x="69210" y="27517"/>
                    </a:lnTo>
                    <a:lnTo>
                      <a:pt x="71596" y="20857"/>
                    </a:lnTo>
                    <a:lnTo>
                      <a:pt x="73983" y="14660"/>
                    </a:lnTo>
                    <a:lnTo>
                      <a:pt x="76370" y="9242"/>
                    </a:lnTo>
                    <a:lnTo>
                      <a:pt x="78756" y="4893"/>
                    </a:lnTo>
                    <a:lnTo>
                      <a:pt x="81143" y="1838"/>
                    </a:lnTo>
                    <a:lnTo>
                      <a:pt x="83529" y="203"/>
                    </a:lnTo>
                    <a:lnTo>
                      <a:pt x="85916" y="0"/>
                    </a:lnTo>
                    <a:lnTo>
                      <a:pt x="88302" y="1122"/>
                    </a:lnTo>
                    <a:lnTo>
                      <a:pt x="90689" y="3357"/>
                    </a:lnTo>
                    <a:lnTo>
                      <a:pt x="93075" y="6415"/>
                    </a:lnTo>
                    <a:lnTo>
                      <a:pt x="95462" y="9965"/>
                    </a:lnTo>
                    <a:lnTo>
                      <a:pt x="97848" y="13677"/>
                    </a:lnTo>
                    <a:lnTo>
                      <a:pt x="100235" y="1725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64" name="Surface grid line"/>
              <p:cNvSpPr/>
              <p:nvPr/>
            </p:nvSpPr>
            <p:spPr>
              <a:xfrm>
                <a:off x="13541016" y="738953"/>
                <a:ext cx="954738" cy="87857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2239">
                    <a:moveTo>
                      <a:pt x="0" y="92239"/>
                    </a:moveTo>
                    <a:lnTo>
                      <a:pt x="2387" y="91189"/>
                    </a:lnTo>
                    <a:lnTo>
                      <a:pt x="4773" y="90357"/>
                    </a:lnTo>
                    <a:lnTo>
                      <a:pt x="7160" y="89770"/>
                    </a:lnTo>
                    <a:lnTo>
                      <a:pt x="9546" y="89438"/>
                    </a:lnTo>
                    <a:lnTo>
                      <a:pt x="11933" y="89355"/>
                    </a:lnTo>
                    <a:lnTo>
                      <a:pt x="14319" y="89487"/>
                    </a:lnTo>
                    <a:lnTo>
                      <a:pt x="16706" y="89780"/>
                    </a:lnTo>
                    <a:lnTo>
                      <a:pt x="19092" y="90158"/>
                    </a:lnTo>
                    <a:lnTo>
                      <a:pt x="21479" y="90535"/>
                    </a:lnTo>
                    <a:lnTo>
                      <a:pt x="23865" y="90822"/>
                    </a:lnTo>
                    <a:lnTo>
                      <a:pt x="26252" y="90937"/>
                    </a:lnTo>
                    <a:lnTo>
                      <a:pt x="28639" y="90812"/>
                    </a:lnTo>
                    <a:lnTo>
                      <a:pt x="31025" y="90396"/>
                    </a:lnTo>
                    <a:lnTo>
                      <a:pt x="33412" y="89658"/>
                    </a:lnTo>
                    <a:lnTo>
                      <a:pt x="35798" y="88579"/>
                    </a:lnTo>
                    <a:lnTo>
                      <a:pt x="38185" y="87153"/>
                    </a:lnTo>
                    <a:lnTo>
                      <a:pt x="40571" y="85377"/>
                    </a:lnTo>
                    <a:lnTo>
                      <a:pt x="42958" y="83243"/>
                    </a:lnTo>
                    <a:lnTo>
                      <a:pt x="45344" y="80741"/>
                    </a:lnTo>
                    <a:lnTo>
                      <a:pt x="47731" y="77845"/>
                    </a:lnTo>
                    <a:lnTo>
                      <a:pt x="50117" y="74517"/>
                    </a:lnTo>
                    <a:lnTo>
                      <a:pt x="52504" y="70710"/>
                    </a:lnTo>
                    <a:lnTo>
                      <a:pt x="54891" y="66372"/>
                    </a:lnTo>
                    <a:lnTo>
                      <a:pt x="57277" y="61455"/>
                    </a:lnTo>
                    <a:lnTo>
                      <a:pt x="59664" y="55937"/>
                    </a:lnTo>
                    <a:lnTo>
                      <a:pt x="62050" y="49835"/>
                    </a:lnTo>
                    <a:lnTo>
                      <a:pt x="64437" y="43224"/>
                    </a:lnTo>
                    <a:lnTo>
                      <a:pt x="66823" y="36248"/>
                    </a:lnTo>
                    <a:lnTo>
                      <a:pt x="69210" y="29126"/>
                    </a:lnTo>
                    <a:lnTo>
                      <a:pt x="71596" y="22142"/>
                    </a:lnTo>
                    <a:lnTo>
                      <a:pt x="73983" y="15622"/>
                    </a:lnTo>
                    <a:lnTo>
                      <a:pt x="76370" y="9903"/>
                    </a:lnTo>
                    <a:lnTo>
                      <a:pt x="78756" y="5295"/>
                    </a:lnTo>
                    <a:lnTo>
                      <a:pt x="81143" y="2036"/>
                    </a:lnTo>
                    <a:lnTo>
                      <a:pt x="83529" y="266"/>
                    </a:lnTo>
                    <a:lnTo>
                      <a:pt x="85916" y="0"/>
                    </a:lnTo>
                    <a:lnTo>
                      <a:pt x="88302" y="1131"/>
                    </a:lnTo>
                    <a:lnTo>
                      <a:pt x="90689" y="3439"/>
                    </a:lnTo>
                    <a:lnTo>
                      <a:pt x="93075" y="6625"/>
                    </a:lnTo>
                    <a:lnTo>
                      <a:pt x="95462" y="10347"/>
                    </a:lnTo>
                    <a:lnTo>
                      <a:pt x="97848" y="14258"/>
                    </a:lnTo>
                    <a:lnTo>
                      <a:pt x="100235" y="1805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65" name="Surface grid line"/>
              <p:cNvSpPr/>
              <p:nvPr/>
            </p:nvSpPr>
            <p:spPr>
              <a:xfrm>
                <a:off x="13568403" y="743661"/>
                <a:ext cx="954738" cy="87391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1750">
                    <a:moveTo>
                      <a:pt x="0" y="91750"/>
                    </a:moveTo>
                    <a:lnTo>
                      <a:pt x="2387" y="90782"/>
                    </a:lnTo>
                    <a:lnTo>
                      <a:pt x="4773" y="90051"/>
                    </a:lnTo>
                    <a:lnTo>
                      <a:pt x="7160" y="89579"/>
                    </a:lnTo>
                    <a:lnTo>
                      <a:pt x="9546" y="89373"/>
                    </a:lnTo>
                    <a:lnTo>
                      <a:pt x="11933" y="89413"/>
                    </a:lnTo>
                    <a:lnTo>
                      <a:pt x="14319" y="89656"/>
                    </a:lnTo>
                    <a:lnTo>
                      <a:pt x="16706" y="90032"/>
                    </a:lnTo>
                    <a:lnTo>
                      <a:pt x="19092" y="90454"/>
                    </a:lnTo>
                    <a:lnTo>
                      <a:pt x="21479" y="90827"/>
                    </a:lnTo>
                    <a:lnTo>
                      <a:pt x="23865" y="91059"/>
                    </a:lnTo>
                    <a:lnTo>
                      <a:pt x="26252" y="91076"/>
                    </a:lnTo>
                    <a:lnTo>
                      <a:pt x="28639" y="90823"/>
                    </a:lnTo>
                    <a:lnTo>
                      <a:pt x="31025" y="90270"/>
                    </a:lnTo>
                    <a:lnTo>
                      <a:pt x="33412" y="89406"/>
                    </a:lnTo>
                    <a:lnTo>
                      <a:pt x="35798" y="88235"/>
                    </a:lnTo>
                    <a:lnTo>
                      <a:pt x="38185" y="86761"/>
                    </a:lnTo>
                    <a:lnTo>
                      <a:pt x="40571" y="84990"/>
                    </a:lnTo>
                    <a:lnTo>
                      <a:pt x="42958" y="82912"/>
                    </a:lnTo>
                    <a:lnTo>
                      <a:pt x="45344" y="80508"/>
                    </a:lnTo>
                    <a:lnTo>
                      <a:pt x="47731" y="77739"/>
                    </a:lnTo>
                    <a:lnTo>
                      <a:pt x="50117" y="74555"/>
                    </a:lnTo>
                    <a:lnTo>
                      <a:pt x="52504" y="70891"/>
                    </a:lnTo>
                    <a:lnTo>
                      <a:pt x="54891" y="66683"/>
                    </a:lnTo>
                    <a:lnTo>
                      <a:pt x="57277" y="61876"/>
                    </a:lnTo>
                    <a:lnTo>
                      <a:pt x="59664" y="56441"/>
                    </a:lnTo>
                    <a:lnTo>
                      <a:pt x="62050" y="50392"/>
                    </a:lnTo>
                    <a:lnTo>
                      <a:pt x="64437" y="43806"/>
                    </a:lnTo>
                    <a:lnTo>
                      <a:pt x="66823" y="36828"/>
                    </a:lnTo>
                    <a:lnTo>
                      <a:pt x="69210" y="29681"/>
                    </a:lnTo>
                    <a:lnTo>
                      <a:pt x="71596" y="22650"/>
                    </a:lnTo>
                    <a:lnTo>
                      <a:pt x="73983" y="16068"/>
                    </a:lnTo>
                    <a:lnTo>
                      <a:pt x="76370" y="10273"/>
                    </a:lnTo>
                    <a:lnTo>
                      <a:pt x="78756" y="5579"/>
                    </a:lnTo>
                    <a:lnTo>
                      <a:pt x="81143" y="2227"/>
                    </a:lnTo>
                    <a:lnTo>
                      <a:pt x="83529" y="361"/>
                    </a:lnTo>
                    <a:lnTo>
                      <a:pt x="85916" y="0"/>
                    </a:lnTo>
                    <a:lnTo>
                      <a:pt x="88302" y="1040"/>
                    </a:lnTo>
                    <a:lnTo>
                      <a:pt x="90689" y="3266"/>
                    </a:lnTo>
                    <a:lnTo>
                      <a:pt x="93075" y="6382"/>
                    </a:lnTo>
                    <a:lnTo>
                      <a:pt x="95462" y="10050"/>
                    </a:lnTo>
                    <a:lnTo>
                      <a:pt x="97848" y="13929"/>
                    </a:lnTo>
                    <a:lnTo>
                      <a:pt x="100235" y="1771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66" name="Surface grid line"/>
              <p:cNvSpPr/>
              <p:nvPr/>
            </p:nvSpPr>
            <p:spPr>
              <a:xfrm>
                <a:off x="13595791" y="771767"/>
                <a:ext cx="954738" cy="852110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9460">
                    <a:moveTo>
                      <a:pt x="0" y="89040"/>
                    </a:moveTo>
                    <a:lnTo>
                      <a:pt x="2387" y="88207"/>
                    </a:lnTo>
                    <a:lnTo>
                      <a:pt x="4773" y="87631"/>
                    </a:lnTo>
                    <a:lnTo>
                      <a:pt x="7160" y="87333"/>
                    </a:lnTo>
                    <a:lnTo>
                      <a:pt x="9546" y="87310"/>
                    </a:lnTo>
                    <a:lnTo>
                      <a:pt x="11933" y="87532"/>
                    </a:lnTo>
                    <a:lnTo>
                      <a:pt x="14319" y="87938"/>
                    </a:lnTo>
                    <a:lnTo>
                      <a:pt x="16706" y="88439"/>
                    </a:lnTo>
                    <a:lnTo>
                      <a:pt x="19092" y="88930"/>
                    </a:lnTo>
                    <a:lnTo>
                      <a:pt x="21479" y="89302"/>
                    </a:lnTo>
                    <a:lnTo>
                      <a:pt x="23865" y="89460"/>
                    </a:lnTo>
                    <a:lnTo>
                      <a:pt x="26252" y="89336"/>
                    </a:lnTo>
                    <a:lnTo>
                      <a:pt x="28639" y="88891"/>
                    </a:lnTo>
                    <a:lnTo>
                      <a:pt x="31025" y="88121"/>
                    </a:lnTo>
                    <a:lnTo>
                      <a:pt x="33412" y="87043"/>
                    </a:lnTo>
                    <a:lnTo>
                      <a:pt x="35798" y="85687"/>
                    </a:lnTo>
                    <a:lnTo>
                      <a:pt x="38185" y="84081"/>
                    </a:lnTo>
                    <a:lnTo>
                      <a:pt x="40571" y="82240"/>
                    </a:lnTo>
                    <a:lnTo>
                      <a:pt x="42958" y="80161"/>
                    </a:lnTo>
                    <a:lnTo>
                      <a:pt x="45344" y="77818"/>
                    </a:lnTo>
                    <a:lnTo>
                      <a:pt x="47731" y="75164"/>
                    </a:lnTo>
                    <a:lnTo>
                      <a:pt x="50117" y="72136"/>
                    </a:lnTo>
                    <a:lnTo>
                      <a:pt x="52504" y="68661"/>
                    </a:lnTo>
                    <a:lnTo>
                      <a:pt x="54891" y="64664"/>
                    </a:lnTo>
                    <a:lnTo>
                      <a:pt x="57277" y="60086"/>
                    </a:lnTo>
                    <a:lnTo>
                      <a:pt x="59664" y="54892"/>
                    </a:lnTo>
                    <a:lnTo>
                      <a:pt x="62050" y="49094"/>
                    </a:lnTo>
                    <a:lnTo>
                      <a:pt x="64437" y="42765"/>
                    </a:lnTo>
                    <a:lnTo>
                      <a:pt x="66823" y="36045"/>
                    </a:lnTo>
                    <a:lnTo>
                      <a:pt x="69210" y="29147"/>
                    </a:lnTo>
                    <a:lnTo>
                      <a:pt x="71596" y="22348"/>
                    </a:lnTo>
                    <a:lnTo>
                      <a:pt x="73983" y="15964"/>
                    </a:lnTo>
                    <a:lnTo>
                      <a:pt x="76370" y="10321"/>
                    </a:lnTo>
                    <a:lnTo>
                      <a:pt x="78756" y="5720"/>
                    </a:lnTo>
                    <a:lnTo>
                      <a:pt x="81143" y="2394"/>
                    </a:lnTo>
                    <a:lnTo>
                      <a:pt x="83529" y="480"/>
                    </a:lnTo>
                    <a:lnTo>
                      <a:pt x="85916" y="0"/>
                    </a:lnTo>
                    <a:lnTo>
                      <a:pt x="88302" y="859"/>
                    </a:lnTo>
                    <a:lnTo>
                      <a:pt x="90689" y="2855"/>
                    </a:lnTo>
                    <a:lnTo>
                      <a:pt x="93075" y="5712"/>
                    </a:lnTo>
                    <a:lnTo>
                      <a:pt x="95462" y="9111"/>
                    </a:lnTo>
                    <a:lnTo>
                      <a:pt x="97848" y="12729"/>
                    </a:lnTo>
                    <a:lnTo>
                      <a:pt x="100235" y="1627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67" name="Surface grid line"/>
              <p:cNvSpPr/>
              <p:nvPr/>
            </p:nvSpPr>
            <p:spPr>
              <a:xfrm>
                <a:off x="13623179" y="819839"/>
                <a:ext cx="954738" cy="82466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6579">
                    <a:moveTo>
                      <a:pt x="0" y="84553"/>
                    </a:moveTo>
                    <a:lnTo>
                      <a:pt x="2387" y="83906"/>
                    </a:lnTo>
                    <a:lnTo>
                      <a:pt x="4773" y="83545"/>
                    </a:lnTo>
                    <a:lnTo>
                      <a:pt x="7160" y="83484"/>
                    </a:lnTo>
                    <a:lnTo>
                      <a:pt x="9546" y="83714"/>
                    </a:lnTo>
                    <a:lnTo>
                      <a:pt x="11933" y="84188"/>
                    </a:lnTo>
                    <a:lnTo>
                      <a:pt x="14319" y="84824"/>
                    </a:lnTo>
                    <a:lnTo>
                      <a:pt x="16706" y="85508"/>
                    </a:lnTo>
                    <a:lnTo>
                      <a:pt x="19092" y="86110"/>
                    </a:lnTo>
                    <a:lnTo>
                      <a:pt x="21479" y="86501"/>
                    </a:lnTo>
                    <a:lnTo>
                      <a:pt x="23865" y="86579"/>
                    </a:lnTo>
                    <a:lnTo>
                      <a:pt x="26252" y="86277"/>
                    </a:lnTo>
                    <a:lnTo>
                      <a:pt x="28639" y="85580"/>
                    </a:lnTo>
                    <a:lnTo>
                      <a:pt x="31025" y="84510"/>
                    </a:lnTo>
                    <a:lnTo>
                      <a:pt x="33412" y="83121"/>
                    </a:lnTo>
                    <a:lnTo>
                      <a:pt x="35798" y="81478"/>
                    </a:lnTo>
                    <a:lnTo>
                      <a:pt x="38185" y="79638"/>
                    </a:lnTo>
                    <a:lnTo>
                      <a:pt x="40571" y="77634"/>
                    </a:lnTo>
                    <a:lnTo>
                      <a:pt x="42958" y="75473"/>
                    </a:lnTo>
                    <a:lnTo>
                      <a:pt x="45344" y="73128"/>
                    </a:lnTo>
                    <a:lnTo>
                      <a:pt x="47731" y="70549"/>
                    </a:lnTo>
                    <a:lnTo>
                      <a:pt x="50117" y="67664"/>
                    </a:lnTo>
                    <a:lnTo>
                      <a:pt x="52504" y="64392"/>
                    </a:lnTo>
                    <a:lnTo>
                      <a:pt x="54891" y="60654"/>
                    </a:lnTo>
                    <a:lnTo>
                      <a:pt x="57277" y="56387"/>
                    </a:lnTo>
                    <a:lnTo>
                      <a:pt x="59664" y="51555"/>
                    </a:lnTo>
                    <a:lnTo>
                      <a:pt x="62050" y="46165"/>
                    </a:lnTo>
                    <a:lnTo>
                      <a:pt x="64437" y="40282"/>
                    </a:lnTo>
                    <a:lnTo>
                      <a:pt x="66823" y="34037"/>
                    </a:lnTo>
                    <a:lnTo>
                      <a:pt x="69210" y="27624"/>
                    </a:lnTo>
                    <a:lnTo>
                      <a:pt x="71596" y="21294"/>
                    </a:lnTo>
                    <a:lnTo>
                      <a:pt x="73983" y="15336"/>
                    </a:lnTo>
                    <a:lnTo>
                      <a:pt x="76370" y="10049"/>
                    </a:lnTo>
                    <a:lnTo>
                      <a:pt x="78756" y="5704"/>
                    </a:lnTo>
                    <a:lnTo>
                      <a:pt x="81143" y="2514"/>
                    </a:lnTo>
                    <a:lnTo>
                      <a:pt x="83529" y="605"/>
                    </a:lnTo>
                    <a:lnTo>
                      <a:pt x="85916" y="0"/>
                    </a:lnTo>
                    <a:lnTo>
                      <a:pt x="88302" y="614"/>
                    </a:lnTo>
                    <a:lnTo>
                      <a:pt x="90689" y="2270"/>
                    </a:lnTo>
                    <a:lnTo>
                      <a:pt x="93075" y="4717"/>
                    </a:lnTo>
                    <a:lnTo>
                      <a:pt x="95462" y="7672"/>
                    </a:lnTo>
                    <a:lnTo>
                      <a:pt x="97848" y="10844"/>
                    </a:lnTo>
                    <a:lnTo>
                      <a:pt x="100235" y="1397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68" name="Surface grid line"/>
              <p:cNvSpPr/>
              <p:nvPr/>
            </p:nvSpPr>
            <p:spPr>
              <a:xfrm>
                <a:off x="13650567" y="881770"/>
                <a:ext cx="954738" cy="79206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3156">
                    <a:moveTo>
                      <a:pt x="0" y="78982"/>
                    </a:moveTo>
                    <a:lnTo>
                      <a:pt x="2387" y="78571"/>
                    </a:lnTo>
                    <a:lnTo>
                      <a:pt x="4773" y="78480"/>
                    </a:lnTo>
                    <a:lnTo>
                      <a:pt x="7160" y="78721"/>
                    </a:lnTo>
                    <a:lnTo>
                      <a:pt x="9546" y="79274"/>
                    </a:lnTo>
                    <a:lnTo>
                      <a:pt x="11933" y="80076"/>
                    </a:lnTo>
                    <a:lnTo>
                      <a:pt x="14319" y="81018"/>
                    </a:lnTo>
                    <a:lnTo>
                      <a:pt x="16706" y="81952"/>
                    </a:lnTo>
                    <a:lnTo>
                      <a:pt x="19092" y="82717"/>
                    </a:lnTo>
                    <a:lnTo>
                      <a:pt x="21479" y="83156"/>
                    </a:lnTo>
                    <a:lnTo>
                      <a:pt x="23865" y="83153"/>
                    </a:lnTo>
                    <a:lnTo>
                      <a:pt x="26252" y="82645"/>
                    </a:lnTo>
                    <a:lnTo>
                      <a:pt x="28639" y="81635"/>
                    </a:lnTo>
                    <a:lnTo>
                      <a:pt x="31025" y="80181"/>
                    </a:lnTo>
                    <a:lnTo>
                      <a:pt x="33412" y="78381"/>
                    </a:lnTo>
                    <a:lnTo>
                      <a:pt x="35798" y="76341"/>
                    </a:lnTo>
                    <a:lnTo>
                      <a:pt x="38185" y="74153"/>
                    </a:lnTo>
                    <a:lnTo>
                      <a:pt x="40571" y="71880"/>
                    </a:lnTo>
                    <a:lnTo>
                      <a:pt x="42958" y="69539"/>
                    </a:lnTo>
                    <a:lnTo>
                      <a:pt x="45344" y="67112"/>
                    </a:lnTo>
                    <a:lnTo>
                      <a:pt x="47731" y="64543"/>
                    </a:lnTo>
                    <a:lnTo>
                      <a:pt x="50117" y="61757"/>
                    </a:lnTo>
                    <a:lnTo>
                      <a:pt x="52504" y="58669"/>
                    </a:lnTo>
                    <a:lnTo>
                      <a:pt x="54891" y="55198"/>
                    </a:lnTo>
                    <a:lnTo>
                      <a:pt x="57277" y="51278"/>
                    </a:lnTo>
                    <a:lnTo>
                      <a:pt x="59664" y="46874"/>
                    </a:lnTo>
                    <a:lnTo>
                      <a:pt x="62050" y="41989"/>
                    </a:lnTo>
                    <a:lnTo>
                      <a:pt x="64437" y="36680"/>
                    </a:lnTo>
                    <a:lnTo>
                      <a:pt x="66823" y="31059"/>
                    </a:lnTo>
                    <a:lnTo>
                      <a:pt x="69210" y="25295"/>
                    </a:lnTo>
                    <a:lnTo>
                      <a:pt x="71596" y="19609"/>
                    </a:lnTo>
                    <a:lnTo>
                      <a:pt x="73983" y="14249"/>
                    </a:lnTo>
                    <a:lnTo>
                      <a:pt x="76370" y="9472"/>
                    </a:lnTo>
                    <a:lnTo>
                      <a:pt x="78756" y="5514"/>
                    </a:lnTo>
                    <a:lnTo>
                      <a:pt x="81143" y="2558"/>
                    </a:lnTo>
                    <a:lnTo>
                      <a:pt x="83529" y="713"/>
                    </a:lnTo>
                    <a:lnTo>
                      <a:pt x="85916" y="0"/>
                    </a:lnTo>
                    <a:lnTo>
                      <a:pt x="88302" y="347"/>
                    </a:lnTo>
                    <a:lnTo>
                      <a:pt x="90689" y="1602"/>
                    </a:lnTo>
                    <a:lnTo>
                      <a:pt x="93075" y="3554"/>
                    </a:lnTo>
                    <a:lnTo>
                      <a:pt x="95462" y="5958"/>
                    </a:lnTo>
                    <a:lnTo>
                      <a:pt x="97848" y="8568"/>
                    </a:lnTo>
                    <a:lnTo>
                      <a:pt x="100235" y="1116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69" name="Surface grid line"/>
              <p:cNvSpPr/>
              <p:nvPr/>
            </p:nvSpPr>
            <p:spPr>
              <a:xfrm>
                <a:off x="13677955" y="950056"/>
                <a:ext cx="954738" cy="76238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0041">
                    <a:moveTo>
                      <a:pt x="0" y="73136"/>
                    </a:moveTo>
                    <a:lnTo>
                      <a:pt x="2387" y="73000"/>
                    </a:lnTo>
                    <a:lnTo>
                      <a:pt x="4773" y="73226"/>
                    </a:lnTo>
                    <a:lnTo>
                      <a:pt x="7160" y="73826"/>
                    </a:lnTo>
                    <a:lnTo>
                      <a:pt x="9546" y="74770"/>
                    </a:lnTo>
                    <a:lnTo>
                      <a:pt x="11933" y="75972"/>
                    </a:lnTo>
                    <a:lnTo>
                      <a:pt x="14319" y="77292"/>
                    </a:lnTo>
                    <a:lnTo>
                      <a:pt x="16706" y="78544"/>
                    </a:lnTo>
                    <a:lnTo>
                      <a:pt x="19092" y="79523"/>
                    </a:lnTo>
                    <a:lnTo>
                      <a:pt x="21479" y="80041"/>
                    </a:lnTo>
                    <a:lnTo>
                      <a:pt x="23865" y="79959"/>
                    </a:lnTo>
                    <a:lnTo>
                      <a:pt x="26252" y="79217"/>
                    </a:lnTo>
                    <a:lnTo>
                      <a:pt x="28639" y="77837"/>
                    </a:lnTo>
                    <a:lnTo>
                      <a:pt x="31025" y="75918"/>
                    </a:lnTo>
                    <a:lnTo>
                      <a:pt x="33412" y="73605"/>
                    </a:lnTo>
                    <a:lnTo>
                      <a:pt x="35798" y="71054"/>
                    </a:lnTo>
                    <a:lnTo>
                      <a:pt x="38185" y="68404"/>
                    </a:lnTo>
                    <a:lnTo>
                      <a:pt x="40571" y="65747"/>
                    </a:lnTo>
                    <a:lnTo>
                      <a:pt x="42958" y="63120"/>
                    </a:lnTo>
                    <a:lnTo>
                      <a:pt x="45344" y="60512"/>
                    </a:lnTo>
                    <a:lnTo>
                      <a:pt x="47731" y="57869"/>
                    </a:lnTo>
                    <a:lnTo>
                      <a:pt x="50117" y="55112"/>
                    </a:lnTo>
                    <a:lnTo>
                      <a:pt x="52504" y="52154"/>
                    </a:lnTo>
                    <a:lnTo>
                      <a:pt x="54891" y="48913"/>
                    </a:lnTo>
                    <a:lnTo>
                      <a:pt x="57277" y="45325"/>
                    </a:lnTo>
                    <a:lnTo>
                      <a:pt x="59664" y="41354"/>
                    </a:lnTo>
                    <a:lnTo>
                      <a:pt x="62050" y="37002"/>
                    </a:lnTo>
                    <a:lnTo>
                      <a:pt x="64437" y="32315"/>
                    </a:lnTo>
                    <a:lnTo>
                      <a:pt x="66823" y="27388"/>
                    </a:lnTo>
                    <a:lnTo>
                      <a:pt x="69210" y="22362"/>
                    </a:lnTo>
                    <a:lnTo>
                      <a:pt x="71596" y="17418"/>
                    </a:lnTo>
                    <a:lnTo>
                      <a:pt x="73983" y="12760"/>
                    </a:lnTo>
                    <a:lnTo>
                      <a:pt x="76370" y="8599"/>
                    </a:lnTo>
                    <a:lnTo>
                      <a:pt x="78756" y="5126"/>
                    </a:lnTo>
                    <a:lnTo>
                      <a:pt x="81143" y="2488"/>
                    </a:lnTo>
                    <a:lnTo>
                      <a:pt x="83529" y="775"/>
                    </a:lnTo>
                    <a:lnTo>
                      <a:pt x="85916" y="0"/>
                    </a:lnTo>
                    <a:lnTo>
                      <a:pt x="88302" y="105"/>
                    </a:lnTo>
                    <a:lnTo>
                      <a:pt x="90689" y="967"/>
                    </a:lnTo>
                    <a:lnTo>
                      <a:pt x="93075" y="2411"/>
                    </a:lnTo>
                    <a:lnTo>
                      <a:pt x="95462" y="4239"/>
                    </a:lnTo>
                    <a:lnTo>
                      <a:pt x="97848" y="6251"/>
                    </a:lnTo>
                    <a:lnTo>
                      <a:pt x="100235" y="826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70" name="Surface grid line"/>
              <p:cNvSpPr/>
              <p:nvPr/>
            </p:nvSpPr>
            <p:spPr>
              <a:xfrm>
                <a:off x="13705342" y="1016538"/>
                <a:ext cx="954738" cy="74195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7895">
                    <a:moveTo>
                      <a:pt x="0" y="67856"/>
                    </a:moveTo>
                    <a:lnTo>
                      <a:pt x="2387" y="68021"/>
                    </a:lnTo>
                    <a:lnTo>
                      <a:pt x="4773" y="68598"/>
                    </a:lnTo>
                    <a:lnTo>
                      <a:pt x="7160" y="69600"/>
                    </a:lnTo>
                    <a:lnTo>
                      <a:pt x="9546" y="70986"/>
                    </a:lnTo>
                    <a:lnTo>
                      <a:pt x="11933" y="72648"/>
                    </a:lnTo>
                    <a:lnTo>
                      <a:pt x="14319" y="74408"/>
                    </a:lnTo>
                    <a:lnTo>
                      <a:pt x="16706" y="76034"/>
                    </a:lnTo>
                    <a:lnTo>
                      <a:pt x="19092" y="77274"/>
                    </a:lnTo>
                    <a:lnTo>
                      <a:pt x="21479" y="77895"/>
                    </a:lnTo>
                    <a:lnTo>
                      <a:pt x="23865" y="77736"/>
                    </a:lnTo>
                    <a:lnTo>
                      <a:pt x="26252" y="76732"/>
                    </a:lnTo>
                    <a:lnTo>
                      <a:pt x="28639" y="74928"/>
                    </a:lnTo>
                    <a:lnTo>
                      <a:pt x="31025" y="72466"/>
                    </a:lnTo>
                    <a:lnTo>
                      <a:pt x="33412" y="69544"/>
                    </a:lnTo>
                    <a:lnTo>
                      <a:pt x="35798" y="66376"/>
                    </a:lnTo>
                    <a:lnTo>
                      <a:pt x="38185" y="63150"/>
                    </a:lnTo>
                    <a:lnTo>
                      <a:pt x="40571" y="59994"/>
                    </a:lnTo>
                    <a:lnTo>
                      <a:pt x="42958" y="56969"/>
                    </a:lnTo>
                    <a:lnTo>
                      <a:pt x="45344" y="54071"/>
                    </a:lnTo>
                    <a:lnTo>
                      <a:pt x="47731" y="51249"/>
                    </a:lnTo>
                    <a:lnTo>
                      <a:pt x="50117" y="48423"/>
                    </a:lnTo>
                    <a:lnTo>
                      <a:pt x="52504" y="45503"/>
                    </a:lnTo>
                    <a:lnTo>
                      <a:pt x="54891" y="42409"/>
                    </a:lnTo>
                    <a:lnTo>
                      <a:pt x="57277" y="39079"/>
                    </a:lnTo>
                    <a:lnTo>
                      <a:pt x="59664" y="35481"/>
                    </a:lnTo>
                    <a:lnTo>
                      <a:pt x="62050" y="31617"/>
                    </a:lnTo>
                    <a:lnTo>
                      <a:pt x="64437" y="27525"/>
                    </a:lnTo>
                    <a:lnTo>
                      <a:pt x="66823" y="23285"/>
                    </a:lnTo>
                    <a:lnTo>
                      <a:pt x="69210" y="19009"/>
                    </a:lnTo>
                    <a:lnTo>
                      <a:pt x="71596" y="14839"/>
                    </a:lnTo>
                    <a:lnTo>
                      <a:pt x="73983" y="10933"/>
                    </a:lnTo>
                    <a:lnTo>
                      <a:pt x="76370" y="7453"/>
                    </a:lnTo>
                    <a:lnTo>
                      <a:pt x="78756" y="4539"/>
                    </a:lnTo>
                    <a:lnTo>
                      <a:pt x="81143" y="2303"/>
                    </a:lnTo>
                    <a:lnTo>
                      <a:pt x="83529" y="807"/>
                    </a:lnTo>
                    <a:lnTo>
                      <a:pt x="85916" y="55"/>
                    </a:lnTo>
                    <a:lnTo>
                      <a:pt x="88302" y="0"/>
                    </a:lnTo>
                    <a:lnTo>
                      <a:pt x="90689" y="541"/>
                    </a:lnTo>
                    <a:lnTo>
                      <a:pt x="93075" y="1542"/>
                    </a:lnTo>
                    <a:lnTo>
                      <a:pt x="95462" y="2849"/>
                    </a:lnTo>
                    <a:lnTo>
                      <a:pt x="97848" y="4306"/>
                    </a:lnTo>
                    <a:lnTo>
                      <a:pt x="100235" y="576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71" name="Surface grid line"/>
              <p:cNvSpPr/>
              <p:nvPr/>
            </p:nvSpPr>
            <p:spPr>
              <a:xfrm>
                <a:off x="13732730" y="1075216"/>
                <a:ext cx="954738" cy="73476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7141">
                    <a:moveTo>
                      <a:pt x="0" y="63723"/>
                    </a:moveTo>
                    <a:lnTo>
                      <a:pt x="2387" y="64197"/>
                    </a:lnTo>
                    <a:lnTo>
                      <a:pt x="4773" y="65140"/>
                    </a:lnTo>
                    <a:lnTo>
                      <a:pt x="7160" y="66568"/>
                    </a:lnTo>
                    <a:lnTo>
                      <a:pt x="9546" y="68428"/>
                    </a:lnTo>
                    <a:lnTo>
                      <a:pt x="11933" y="70588"/>
                    </a:lnTo>
                    <a:lnTo>
                      <a:pt x="14319" y="72830"/>
                    </a:lnTo>
                    <a:lnTo>
                      <a:pt x="16706" y="74870"/>
                    </a:lnTo>
                    <a:lnTo>
                      <a:pt x="19092" y="76400"/>
                    </a:lnTo>
                    <a:lnTo>
                      <a:pt x="21479" y="77141"/>
                    </a:lnTo>
                    <a:lnTo>
                      <a:pt x="23865" y="76900"/>
                    </a:lnTo>
                    <a:lnTo>
                      <a:pt x="26252" y="75609"/>
                    </a:lnTo>
                    <a:lnTo>
                      <a:pt x="28639" y="73333"/>
                    </a:lnTo>
                    <a:lnTo>
                      <a:pt x="31025" y="70260"/>
                    </a:lnTo>
                    <a:lnTo>
                      <a:pt x="33412" y="66645"/>
                    </a:lnTo>
                    <a:lnTo>
                      <a:pt x="35798" y="62764"/>
                    </a:lnTo>
                    <a:lnTo>
                      <a:pt x="38185" y="58856"/>
                    </a:lnTo>
                    <a:lnTo>
                      <a:pt x="40571" y="55090"/>
                    </a:lnTo>
                    <a:lnTo>
                      <a:pt x="42958" y="51549"/>
                    </a:lnTo>
                    <a:lnTo>
                      <a:pt x="45344" y="48240"/>
                    </a:lnTo>
                    <a:lnTo>
                      <a:pt x="47731" y="45112"/>
                    </a:lnTo>
                    <a:lnTo>
                      <a:pt x="50117" y="42083"/>
                    </a:lnTo>
                    <a:lnTo>
                      <a:pt x="52504" y="39065"/>
                    </a:lnTo>
                    <a:lnTo>
                      <a:pt x="54891" y="35978"/>
                    </a:lnTo>
                    <a:lnTo>
                      <a:pt x="57277" y="32770"/>
                    </a:lnTo>
                    <a:lnTo>
                      <a:pt x="59664" y="29416"/>
                    </a:lnTo>
                    <a:lnTo>
                      <a:pt x="62050" y="25923"/>
                    </a:lnTo>
                    <a:lnTo>
                      <a:pt x="64437" y="22329"/>
                    </a:lnTo>
                    <a:lnTo>
                      <a:pt x="66823" y="18701"/>
                    </a:lnTo>
                    <a:lnTo>
                      <a:pt x="69210" y="15129"/>
                    </a:lnTo>
                    <a:lnTo>
                      <a:pt x="71596" y="11719"/>
                    </a:lnTo>
                    <a:lnTo>
                      <a:pt x="73983" y="8584"/>
                    </a:lnTo>
                    <a:lnTo>
                      <a:pt x="76370" y="5832"/>
                    </a:lnTo>
                    <a:lnTo>
                      <a:pt x="78756" y="3558"/>
                    </a:lnTo>
                    <a:lnTo>
                      <a:pt x="81143" y="1826"/>
                    </a:lnTo>
                    <a:lnTo>
                      <a:pt x="83529" y="668"/>
                    </a:lnTo>
                    <a:lnTo>
                      <a:pt x="85916" y="75"/>
                    </a:lnTo>
                    <a:lnTo>
                      <a:pt x="88302" y="0"/>
                    </a:lnTo>
                    <a:lnTo>
                      <a:pt x="90689" y="362"/>
                    </a:lnTo>
                    <a:lnTo>
                      <a:pt x="93075" y="1056"/>
                    </a:lnTo>
                    <a:lnTo>
                      <a:pt x="95462" y="1967"/>
                    </a:lnTo>
                    <a:lnTo>
                      <a:pt x="97848" y="2978"/>
                    </a:lnTo>
                    <a:lnTo>
                      <a:pt x="100235" y="398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72" name="Surface grid line"/>
              <p:cNvSpPr/>
              <p:nvPr/>
            </p:nvSpPr>
            <p:spPr>
              <a:xfrm>
                <a:off x="13760118" y="1120983"/>
                <a:ext cx="954738" cy="74326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8033">
                    <a:moveTo>
                      <a:pt x="0" y="61196"/>
                    </a:moveTo>
                    <a:lnTo>
                      <a:pt x="2387" y="61967"/>
                    </a:lnTo>
                    <a:lnTo>
                      <a:pt x="4773" y="63270"/>
                    </a:lnTo>
                    <a:lnTo>
                      <a:pt x="7160" y="65122"/>
                    </a:lnTo>
                    <a:lnTo>
                      <a:pt x="9546" y="67462"/>
                    </a:lnTo>
                    <a:lnTo>
                      <a:pt x="11933" y="70132"/>
                    </a:lnTo>
                    <a:lnTo>
                      <a:pt x="14319" y="72870"/>
                    </a:lnTo>
                    <a:lnTo>
                      <a:pt x="16706" y="75339"/>
                    </a:lnTo>
                    <a:lnTo>
                      <a:pt x="19092" y="77170"/>
                    </a:lnTo>
                    <a:lnTo>
                      <a:pt x="21479" y="78033"/>
                    </a:lnTo>
                    <a:lnTo>
                      <a:pt x="23865" y="77703"/>
                    </a:lnTo>
                    <a:lnTo>
                      <a:pt x="26252" y="76101"/>
                    </a:lnTo>
                    <a:lnTo>
                      <a:pt x="28639" y="73317"/>
                    </a:lnTo>
                    <a:lnTo>
                      <a:pt x="31025" y="69581"/>
                    </a:lnTo>
                    <a:lnTo>
                      <a:pt x="33412" y="65207"/>
                    </a:lnTo>
                    <a:lnTo>
                      <a:pt x="35798" y="60534"/>
                    </a:lnTo>
                    <a:lnTo>
                      <a:pt x="38185" y="55852"/>
                    </a:lnTo>
                    <a:lnTo>
                      <a:pt x="40571" y="51368"/>
                    </a:lnTo>
                    <a:lnTo>
                      <a:pt x="42958" y="47189"/>
                    </a:lnTo>
                    <a:lnTo>
                      <a:pt x="45344" y="43328"/>
                    </a:lnTo>
                    <a:lnTo>
                      <a:pt x="47731" y="39735"/>
                    </a:lnTo>
                    <a:lnTo>
                      <a:pt x="50117" y="36327"/>
                    </a:lnTo>
                    <a:lnTo>
                      <a:pt x="52504" y="33017"/>
                    </a:lnTo>
                    <a:lnTo>
                      <a:pt x="54891" y="29735"/>
                    </a:lnTo>
                    <a:lnTo>
                      <a:pt x="57277" y="26440"/>
                    </a:lnTo>
                    <a:lnTo>
                      <a:pt x="59664" y="23126"/>
                    </a:lnTo>
                    <a:lnTo>
                      <a:pt x="62050" y="19817"/>
                    </a:lnTo>
                    <a:lnTo>
                      <a:pt x="64437" y="16559"/>
                    </a:lnTo>
                    <a:lnTo>
                      <a:pt x="66823" y="13418"/>
                    </a:lnTo>
                    <a:lnTo>
                      <a:pt x="69210" y="10469"/>
                    </a:lnTo>
                    <a:lnTo>
                      <a:pt x="71596" y="7785"/>
                    </a:lnTo>
                    <a:lnTo>
                      <a:pt x="73983" y="5438"/>
                    </a:lnTo>
                    <a:lnTo>
                      <a:pt x="76370" y="3482"/>
                    </a:lnTo>
                    <a:lnTo>
                      <a:pt x="78756" y="1957"/>
                    </a:lnTo>
                    <a:lnTo>
                      <a:pt x="81143" y="878"/>
                    </a:lnTo>
                    <a:lnTo>
                      <a:pt x="83529" y="237"/>
                    </a:lnTo>
                    <a:lnTo>
                      <a:pt x="85916" y="0"/>
                    </a:lnTo>
                    <a:lnTo>
                      <a:pt x="88302" y="112"/>
                    </a:lnTo>
                    <a:lnTo>
                      <a:pt x="90689" y="503"/>
                    </a:lnTo>
                    <a:lnTo>
                      <a:pt x="93075" y="1088"/>
                    </a:lnTo>
                    <a:lnTo>
                      <a:pt x="95462" y="1785"/>
                    </a:lnTo>
                    <a:lnTo>
                      <a:pt x="97848" y="2513"/>
                    </a:lnTo>
                    <a:lnTo>
                      <a:pt x="100235" y="320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73" name="Surface grid line"/>
              <p:cNvSpPr/>
              <p:nvPr/>
            </p:nvSpPr>
            <p:spPr>
              <a:xfrm>
                <a:off x="13787506" y="1143169"/>
                <a:ext cx="954738" cy="774990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1364">
                    <a:moveTo>
                      <a:pt x="0" y="61294"/>
                    </a:moveTo>
                    <a:lnTo>
                      <a:pt x="2387" y="62332"/>
                    </a:lnTo>
                    <a:lnTo>
                      <a:pt x="4773" y="63964"/>
                    </a:lnTo>
                    <a:lnTo>
                      <a:pt x="7160" y="66213"/>
                    </a:lnTo>
                    <a:lnTo>
                      <a:pt x="9546" y="69009"/>
                    </a:lnTo>
                    <a:lnTo>
                      <a:pt x="11933" y="72167"/>
                    </a:lnTo>
                    <a:lnTo>
                      <a:pt x="14319" y="75385"/>
                    </a:lnTo>
                    <a:lnTo>
                      <a:pt x="16706" y="78268"/>
                    </a:lnTo>
                    <a:lnTo>
                      <a:pt x="19092" y="80389"/>
                    </a:lnTo>
                    <a:lnTo>
                      <a:pt x="21479" y="81364"/>
                    </a:lnTo>
                    <a:lnTo>
                      <a:pt x="23865" y="80931"/>
                    </a:lnTo>
                    <a:lnTo>
                      <a:pt x="26252" y="79004"/>
                    </a:lnTo>
                    <a:lnTo>
                      <a:pt x="28639" y="75691"/>
                    </a:lnTo>
                    <a:lnTo>
                      <a:pt x="31025" y="71262"/>
                    </a:lnTo>
                    <a:lnTo>
                      <a:pt x="33412" y="66090"/>
                    </a:lnTo>
                    <a:lnTo>
                      <a:pt x="35798" y="60567"/>
                    </a:lnTo>
                    <a:lnTo>
                      <a:pt x="38185" y="55035"/>
                    </a:lnTo>
                    <a:lnTo>
                      <a:pt x="40571" y="49734"/>
                    </a:lnTo>
                    <a:lnTo>
                      <a:pt x="42958" y="44787"/>
                    </a:lnTo>
                    <a:lnTo>
                      <a:pt x="45344" y="40214"/>
                    </a:lnTo>
                    <a:lnTo>
                      <a:pt x="47731" y="35962"/>
                    </a:lnTo>
                    <a:lnTo>
                      <a:pt x="50117" y="31948"/>
                    </a:lnTo>
                    <a:lnTo>
                      <a:pt x="52504" y="28090"/>
                    </a:lnTo>
                    <a:lnTo>
                      <a:pt x="54891" y="24337"/>
                    </a:lnTo>
                    <a:lnTo>
                      <a:pt x="57277" y="20674"/>
                    </a:lnTo>
                    <a:lnTo>
                      <a:pt x="59664" y="17125"/>
                    </a:lnTo>
                    <a:lnTo>
                      <a:pt x="62050" y="13746"/>
                    </a:lnTo>
                    <a:lnTo>
                      <a:pt x="64437" y="10611"/>
                    </a:lnTo>
                    <a:lnTo>
                      <a:pt x="66823" y="7796"/>
                    </a:lnTo>
                    <a:lnTo>
                      <a:pt x="69210" y="5371"/>
                    </a:lnTo>
                    <a:lnTo>
                      <a:pt x="71596" y="3387"/>
                    </a:lnTo>
                    <a:lnTo>
                      <a:pt x="73983" y="1869"/>
                    </a:lnTo>
                    <a:lnTo>
                      <a:pt x="76370" y="819"/>
                    </a:lnTo>
                    <a:lnTo>
                      <a:pt x="78756" y="211"/>
                    </a:lnTo>
                    <a:lnTo>
                      <a:pt x="81143" y="0"/>
                    </a:lnTo>
                    <a:lnTo>
                      <a:pt x="83529" y="123"/>
                    </a:lnTo>
                    <a:lnTo>
                      <a:pt x="85916" y="509"/>
                    </a:lnTo>
                    <a:lnTo>
                      <a:pt x="88302" y="1081"/>
                    </a:lnTo>
                    <a:lnTo>
                      <a:pt x="90689" y="1765"/>
                    </a:lnTo>
                    <a:lnTo>
                      <a:pt x="93075" y="2492"/>
                    </a:lnTo>
                    <a:lnTo>
                      <a:pt x="95462" y="3200"/>
                    </a:lnTo>
                    <a:lnTo>
                      <a:pt x="97848" y="3841"/>
                    </a:lnTo>
                    <a:lnTo>
                      <a:pt x="100235" y="437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74" name="Surface grid line"/>
              <p:cNvSpPr/>
              <p:nvPr/>
            </p:nvSpPr>
            <p:spPr>
              <a:xfrm>
                <a:off x="13814893" y="1116661"/>
                <a:ext cx="954738" cy="8517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9420">
                    <a:moveTo>
                      <a:pt x="0" y="66541"/>
                    </a:moveTo>
                    <a:lnTo>
                      <a:pt x="2387" y="67794"/>
                    </a:lnTo>
                    <a:lnTo>
                      <a:pt x="4773" y="69702"/>
                    </a:lnTo>
                    <a:lnTo>
                      <a:pt x="7160" y="72293"/>
                    </a:lnTo>
                    <a:lnTo>
                      <a:pt x="9546" y="75489"/>
                    </a:lnTo>
                    <a:lnTo>
                      <a:pt x="11933" y="79082"/>
                    </a:lnTo>
                    <a:lnTo>
                      <a:pt x="14319" y="82729"/>
                    </a:lnTo>
                    <a:lnTo>
                      <a:pt x="16706" y="85982"/>
                    </a:lnTo>
                    <a:lnTo>
                      <a:pt x="19092" y="88357"/>
                    </a:lnTo>
                    <a:lnTo>
                      <a:pt x="21479" y="89420"/>
                    </a:lnTo>
                    <a:lnTo>
                      <a:pt x="23865" y="88871"/>
                    </a:lnTo>
                    <a:lnTo>
                      <a:pt x="26252" y="86616"/>
                    </a:lnTo>
                    <a:lnTo>
                      <a:pt x="28639" y="82774"/>
                    </a:lnTo>
                    <a:lnTo>
                      <a:pt x="31025" y="77654"/>
                    </a:lnTo>
                    <a:lnTo>
                      <a:pt x="33412" y="71675"/>
                    </a:lnTo>
                    <a:lnTo>
                      <a:pt x="35798" y="65279"/>
                    </a:lnTo>
                    <a:lnTo>
                      <a:pt x="38185" y="58847"/>
                    </a:lnTo>
                    <a:lnTo>
                      <a:pt x="40571" y="52644"/>
                    </a:lnTo>
                    <a:lnTo>
                      <a:pt x="42958" y="46803"/>
                    </a:lnTo>
                    <a:lnTo>
                      <a:pt x="45344" y="41344"/>
                    </a:lnTo>
                    <a:lnTo>
                      <a:pt x="47731" y="36212"/>
                    </a:lnTo>
                    <a:lnTo>
                      <a:pt x="50117" y="31326"/>
                    </a:lnTo>
                    <a:lnTo>
                      <a:pt x="52504" y="26618"/>
                    </a:lnTo>
                    <a:lnTo>
                      <a:pt x="54891" y="22064"/>
                    </a:lnTo>
                    <a:lnTo>
                      <a:pt x="57277" y="17692"/>
                    </a:lnTo>
                    <a:lnTo>
                      <a:pt x="59664" y="13578"/>
                    </a:lnTo>
                    <a:lnTo>
                      <a:pt x="62050" y="9830"/>
                    </a:lnTo>
                    <a:lnTo>
                      <a:pt x="64437" y="6569"/>
                    </a:lnTo>
                    <a:lnTo>
                      <a:pt x="66823" y="3902"/>
                    </a:lnTo>
                    <a:lnTo>
                      <a:pt x="69210" y="1905"/>
                    </a:lnTo>
                    <a:lnTo>
                      <a:pt x="71596" y="610"/>
                    </a:lnTo>
                    <a:lnTo>
                      <a:pt x="73983" y="0"/>
                    </a:lnTo>
                    <a:lnTo>
                      <a:pt x="76370" y="12"/>
                    </a:lnTo>
                    <a:lnTo>
                      <a:pt x="78756" y="545"/>
                    </a:lnTo>
                    <a:lnTo>
                      <a:pt x="81143" y="1475"/>
                    </a:lnTo>
                    <a:lnTo>
                      <a:pt x="83529" y="2669"/>
                    </a:lnTo>
                    <a:lnTo>
                      <a:pt x="85916" y="3998"/>
                    </a:lnTo>
                    <a:lnTo>
                      <a:pt x="88302" y="5349"/>
                    </a:lnTo>
                    <a:lnTo>
                      <a:pt x="90689" y="6631"/>
                    </a:lnTo>
                    <a:lnTo>
                      <a:pt x="93075" y="7777"/>
                    </a:lnTo>
                    <a:lnTo>
                      <a:pt x="95462" y="8742"/>
                    </a:lnTo>
                    <a:lnTo>
                      <a:pt x="97848" y="9503"/>
                    </a:lnTo>
                    <a:lnTo>
                      <a:pt x="100235" y="1005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75" name="Surface grid line"/>
              <p:cNvSpPr/>
              <p:nvPr/>
            </p:nvSpPr>
            <p:spPr>
              <a:xfrm>
                <a:off x="13842281" y="1036155"/>
                <a:ext cx="954738" cy="97556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02421">
                    <a:moveTo>
                      <a:pt x="0" y="77373"/>
                    </a:moveTo>
                    <a:lnTo>
                      <a:pt x="2387" y="78775"/>
                    </a:lnTo>
                    <a:lnTo>
                      <a:pt x="4773" y="80886"/>
                    </a:lnTo>
                    <a:lnTo>
                      <a:pt x="7160" y="83739"/>
                    </a:lnTo>
                    <a:lnTo>
                      <a:pt x="9546" y="87250"/>
                    </a:lnTo>
                    <a:lnTo>
                      <a:pt x="11933" y="91190"/>
                    </a:lnTo>
                    <a:lnTo>
                      <a:pt x="14319" y="95183"/>
                    </a:lnTo>
                    <a:lnTo>
                      <a:pt x="16706" y="98734"/>
                    </a:lnTo>
                    <a:lnTo>
                      <a:pt x="19092" y="101307"/>
                    </a:lnTo>
                    <a:lnTo>
                      <a:pt x="21479" y="102421"/>
                    </a:lnTo>
                    <a:lnTo>
                      <a:pt x="23865" y="101746"/>
                    </a:lnTo>
                    <a:lnTo>
                      <a:pt x="26252" y="99173"/>
                    </a:lnTo>
                    <a:lnTo>
                      <a:pt x="28639" y="94833"/>
                    </a:lnTo>
                    <a:lnTo>
                      <a:pt x="31025" y="89060"/>
                    </a:lnTo>
                    <a:lnTo>
                      <a:pt x="33412" y="82311"/>
                    </a:lnTo>
                    <a:lnTo>
                      <a:pt x="35798" y="75061"/>
                    </a:lnTo>
                    <a:lnTo>
                      <a:pt x="38185" y="67720"/>
                    </a:lnTo>
                    <a:lnTo>
                      <a:pt x="40571" y="60565"/>
                    </a:lnTo>
                    <a:lnTo>
                      <a:pt x="42958" y="53732"/>
                    </a:lnTo>
                    <a:lnTo>
                      <a:pt x="45344" y="47235"/>
                    </a:lnTo>
                    <a:lnTo>
                      <a:pt x="47731" y="41014"/>
                    </a:lnTo>
                    <a:lnTo>
                      <a:pt x="50117" y="34994"/>
                    </a:lnTo>
                    <a:lnTo>
                      <a:pt x="52504" y="29131"/>
                    </a:lnTo>
                    <a:lnTo>
                      <a:pt x="54891" y="23441"/>
                    </a:lnTo>
                    <a:lnTo>
                      <a:pt x="57277" y="18015"/>
                    </a:lnTo>
                    <a:lnTo>
                      <a:pt x="59664" y="13001"/>
                    </a:lnTo>
                    <a:lnTo>
                      <a:pt x="62050" y="8584"/>
                    </a:lnTo>
                    <a:lnTo>
                      <a:pt x="64437" y="4951"/>
                    </a:lnTo>
                    <a:lnTo>
                      <a:pt x="66823" y="2258"/>
                    </a:lnTo>
                    <a:lnTo>
                      <a:pt x="69210" y="601"/>
                    </a:lnTo>
                    <a:lnTo>
                      <a:pt x="71596" y="0"/>
                    </a:lnTo>
                    <a:lnTo>
                      <a:pt x="73983" y="391"/>
                    </a:lnTo>
                    <a:lnTo>
                      <a:pt x="76370" y="1639"/>
                    </a:lnTo>
                    <a:lnTo>
                      <a:pt x="78756" y="3552"/>
                    </a:lnTo>
                    <a:lnTo>
                      <a:pt x="81143" y="5910"/>
                    </a:lnTo>
                    <a:lnTo>
                      <a:pt x="83529" y="8488"/>
                    </a:lnTo>
                    <a:lnTo>
                      <a:pt x="85916" y="11085"/>
                    </a:lnTo>
                    <a:lnTo>
                      <a:pt x="88302" y="13531"/>
                    </a:lnTo>
                    <a:lnTo>
                      <a:pt x="90689" y="15707"/>
                    </a:lnTo>
                    <a:lnTo>
                      <a:pt x="93075" y="17537"/>
                    </a:lnTo>
                    <a:lnTo>
                      <a:pt x="95462" y="18989"/>
                    </a:lnTo>
                    <a:lnTo>
                      <a:pt x="97848" y="20063"/>
                    </a:lnTo>
                    <a:lnTo>
                      <a:pt x="100235" y="2078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76" name="Surface grid line"/>
              <p:cNvSpPr/>
              <p:nvPr/>
            </p:nvSpPr>
            <p:spPr>
              <a:xfrm>
                <a:off x="13869669" y="923982"/>
                <a:ext cx="954738" cy="112139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17732">
                    <a:moveTo>
                      <a:pt x="0" y="91332"/>
                    </a:moveTo>
                    <a:lnTo>
                      <a:pt x="2387" y="92805"/>
                    </a:lnTo>
                    <a:lnTo>
                      <a:pt x="4773" y="95030"/>
                    </a:lnTo>
                    <a:lnTo>
                      <a:pt x="7160" y="98043"/>
                    </a:lnTo>
                    <a:lnTo>
                      <a:pt x="9546" y="101758"/>
                    </a:lnTo>
                    <a:lnTo>
                      <a:pt x="11933" y="105933"/>
                    </a:lnTo>
                    <a:lnTo>
                      <a:pt x="14319" y="110160"/>
                    </a:lnTo>
                    <a:lnTo>
                      <a:pt x="16706" y="113911"/>
                    </a:lnTo>
                    <a:lnTo>
                      <a:pt x="19092" y="116608"/>
                    </a:lnTo>
                    <a:lnTo>
                      <a:pt x="21479" y="117732"/>
                    </a:lnTo>
                    <a:lnTo>
                      <a:pt x="23865" y="116925"/>
                    </a:lnTo>
                    <a:lnTo>
                      <a:pt x="26252" y="114067"/>
                    </a:lnTo>
                    <a:lnTo>
                      <a:pt x="28639" y="109292"/>
                    </a:lnTo>
                    <a:lnTo>
                      <a:pt x="31025" y="102950"/>
                    </a:lnTo>
                    <a:lnTo>
                      <a:pt x="33412" y="95520"/>
                    </a:lnTo>
                    <a:lnTo>
                      <a:pt x="35798" y="87497"/>
                    </a:lnTo>
                    <a:lnTo>
                      <a:pt x="38185" y="79303"/>
                    </a:lnTo>
                    <a:lnTo>
                      <a:pt x="40571" y="71215"/>
                    </a:lnTo>
                    <a:lnTo>
                      <a:pt x="42958" y="63363"/>
                    </a:lnTo>
                    <a:lnTo>
                      <a:pt x="45344" y="55748"/>
                    </a:lnTo>
                    <a:lnTo>
                      <a:pt x="47731" y="48308"/>
                    </a:lnTo>
                    <a:lnTo>
                      <a:pt x="50117" y="40977"/>
                    </a:lnTo>
                    <a:lnTo>
                      <a:pt x="52504" y="33740"/>
                    </a:lnTo>
                    <a:lnTo>
                      <a:pt x="54891" y="26670"/>
                    </a:lnTo>
                    <a:lnTo>
                      <a:pt x="57277" y="19930"/>
                    </a:lnTo>
                    <a:lnTo>
                      <a:pt x="59664" y="13761"/>
                    </a:lnTo>
                    <a:lnTo>
                      <a:pt x="62050" y="8442"/>
                    </a:lnTo>
                    <a:lnTo>
                      <a:pt x="64437" y="4245"/>
                    </a:lnTo>
                    <a:lnTo>
                      <a:pt x="66823" y="1389"/>
                    </a:lnTo>
                    <a:lnTo>
                      <a:pt x="69210" y="0"/>
                    </a:lnTo>
                    <a:lnTo>
                      <a:pt x="71596" y="88"/>
                    </a:lnTo>
                    <a:lnTo>
                      <a:pt x="73983" y="1543"/>
                    </a:lnTo>
                    <a:lnTo>
                      <a:pt x="76370" y="4149"/>
                    </a:lnTo>
                    <a:lnTo>
                      <a:pt x="78756" y="7615"/>
                    </a:lnTo>
                    <a:lnTo>
                      <a:pt x="81143" y="11608"/>
                    </a:lnTo>
                    <a:lnTo>
                      <a:pt x="83529" y="15801"/>
                    </a:lnTo>
                    <a:lnTo>
                      <a:pt x="85916" y="19900"/>
                    </a:lnTo>
                    <a:lnTo>
                      <a:pt x="88302" y="23671"/>
                    </a:lnTo>
                    <a:lnTo>
                      <a:pt x="90689" y="26954"/>
                    </a:lnTo>
                    <a:lnTo>
                      <a:pt x="93075" y="29660"/>
                    </a:lnTo>
                    <a:lnTo>
                      <a:pt x="95462" y="31762"/>
                    </a:lnTo>
                    <a:lnTo>
                      <a:pt x="97848" y="33285"/>
                    </a:lnTo>
                    <a:lnTo>
                      <a:pt x="100235" y="3428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77" name="Surface grid line"/>
              <p:cNvSpPr/>
              <p:nvPr/>
            </p:nvSpPr>
            <p:spPr>
              <a:xfrm>
                <a:off x="13897057" y="799745"/>
                <a:ext cx="954738" cy="126757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33079">
                    <a:moveTo>
                      <a:pt x="0" y="106263"/>
                    </a:moveTo>
                    <a:lnTo>
                      <a:pt x="2387" y="107722"/>
                    </a:lnTo>
                    <a:lnTo>
                      <a:pt x="4773" y="109960"/>
                    </a:lnTo>
                    <a:lnTo>
                      <a:pt x="7160" y="113020"/>
                    </a:lnTo>
                    <a:lnTo>
                      <a:pt x="9546" y="116813"/>
                    </a:lnTo>
                    <a:lnTo>
                      <a:pt x="11933" y="121087"/>
                    </a:lnTo>
                    <a:lnTo>
                      <a:pt x="14319" y="125419"/>
                    </a:lnTo>
                    <a:lnTo>
                      <a:pt x="16706" y="129254"/>
                    </a:lnTo>
                    <a:lnTo>
                      <a:pt x="19092" y="131989"/>
                    </a:lnTo>
                    <a:lnTo>
                      <a:pt x="21479" y="133079"/>
                    </a:lnTo>
                    <a:lnTo>
                      <a:pt x="23865" y="132146"/>
                    </a:lnTo>
                    <a:lnTo>
                      <a:pt x="26252" y="129057"/>
                    </a:lnTo>
                    <a:lnTo>
                      <a:pt x="28639" y="123948"/>
                    </a:lnTo>
                    <a:lnTo>
                      <a:pt x="31025" y="117171"/>
                    </a:lnTo>
                    <a:lnTo>
                      <a:pt x="33412" y="109213"/>
                    </a:lnTo>
                    <a:lnTo>
                      <a:pt x="35798" y="100575"/>
                    </a:lnTo>
                    <a:lnTo>
                      <a:pt x="38185" y="91673"/>
                    </a:lnTo>
                    <a:lnTo>
                      <a:pt x="40571" y="82776"/>
                    </a:lnTo>
                    <a:lnTo>
                      <a:pt x="42958" y="73998"/>
                    </a:lnTo>
                    <a:lnTo>
                      <a:pt x="45344" y="65328"/>
                    </a:lnTo>
                    <a:lnTo>
                      <a:pt x="47731" y="56698"/>
                    </a:lnTo>
                    <a:lnTo>
                      <a:pt x="50117" y="48054"/>
                    </a:lnTo>
                    <a:lnTo>
                      <a:pt x="52504" y="39417"/>
                    </a:lnTo>
                    <a:lnTo>
                      <a:pt x="54891" y="30918"/>
                    </a:lnTo>
                    <a:lnTo>
                      <a:pt x="57277" y="22802"/>
                    </a:lnTo>
                    <a:lnTo>
                      <a:pt x="59664" y="15405"/>
                    </a:lnTo>
                    <a:lnTo>
                      <a:pt x="62050" y="9107"/>
                    </a:lnTo>
                    <a:lnTo>
                      <a:pt x="64437" y="4270"/>
                    </a:lnTo>
                    <a:lnTo>
                      <a:pt x="66823" y="1181"/>
                    </a:lnTo>
                    <a:lnTo>
                      <a:pt x="69210" y="0"/>
                    </a:lnTo>
                    <a:lnTo>
                      <a:pt x="71596" y="731"/>
                    </a:lnTo>
                    <a:lnTo>
                      <a:pt x="73983" y="3220"/>
                    </a:lnTo>
                    <a:lnTo>
                      <a:pt x="76370" y="7172"/>
                    </a:lnTo>
                    <a:lnTo>
                      <a:pt x="78756" y="12193"/>
                    </a:lnTo>
                    <a:lnTo>
                      <a:pt x="81143" y="17839"/>
                    </a:lnTo>
                    <a:lnTo>
                      <a:pt x="83529" y="23675"/>
                    </a:lnTo>
                    <a:lnTo>
                      <a:pt x="85916" y="29314"/>
                    </a:lnTo>
                    <a:lnTo>
                      <a:pt x="88302" y="34455"/>
                    </a:lnTo>
                    <a:lnTo>
                      <a:pt x="90689" y="38891"/>
                    </a:lnTo>
                    <a:lnTo>
                      <a:pt x="93075" y="42519"/>
                    </a:lnTo>
                    <a:lnTo>
                      <a:pt x="95462" y="45316"/>
                    </a:lnTo>
                    <a:lnTo>
                      <a:pt x="97848" y="47325"/>
                    </a:lnTo>
                    <a:lnTo>
                      <a:pt x="100235" y="486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78" name="Surface grid line"/>
              <p:cNvSpPr/>
              <p:nvPr/>
            </p:nvSpPr>
            <p:spPr>
              <a:xfrm>
                <a:off x="13924445" y="695502"/>
                <a:ext cx="954738" cy="138094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44981">
                    <a:moveTo>
                      <a:pt x="0" y="118725"/>
                    </a:moveTo>
                    <a:lnTo>
                      <a:pt x="2387" y="120086"/>
                    </a:lnTo>
                    <a:lnTo>
                      <a:pt x="4773" y="122237"/>
                    </a:lnTo>
                    <a:lnTo>
                      <a:pt x="7160" y="125224"/>
                    </a:lnTo>
                    <a:lnTo>
                      <a:pt x="9546" y="128960"/>
                    </a:lnTo>
                    <a:lnTo>
                      <a:pt x="11933" y="133190"/>
                    </a:lnTo>
                    <a:lnTo>
                      <a:pt x="14319" y="137485"/>
                    </a:lnTo>
                    <a:lnTo>
                      <a:pt x="16706" y="141283"/>
                    </a:lnTo>
                    <a:lnTo>
                      <a:pt x="19092" y="143967"/>
                    </a:lnTo>
                    <a:lnTo>
                      <a:pt x="21479" y="144981"/>
                    </a:lnTo>
                    <a:lnTo>
                      <a:pt x="23865" y="143939"/>
                    </a:lnTo>
                    <a:lnTo>
                      <a:pt x="26252" y="140699"/>
                    </a:lnTo>
                    <a:lnTo>
                      <a:pt x="28639" y="135391"/>
                    </a:lnTo>
                    <a:lnTo>
                      <a:pt x="31025" y="128363"/>
                    </a:lnTo>
                    <a:lnTo>
                      <a:pt x="33412" y="120097"/>
                    </a:lnTo>
                    <a:lnTo>
                      <a:pt x="35798" y="111081"/>
                    </a:lnTo>
                    <a:lnTo>
                      <a:pt x="38185" y="101720"/>
                    </a:lnTo>
                    <a:lnTo>
                      <a:pt x="40571" y="92265"/>
                    </a:lnTo>
                    <a:lnTo>
                      <a:pt x="42958" y="82811"/>
                    </a:lnTo>
                    <a:lnTo>
                      <a:pt x="45344" y="73334"/>
                    </a:lnTo>
                    <a:lnTo>
                      <a:pt x="47731" y="63762"/>
                    </a:lnTo>
                    <a:lnTo>
                      <a:pt x="50117" y="54053"/>
                    </a:lnTo>
                    <a:lnTo>
                      <a:pt x="52504" y="44260"/>
                    </a:lnTo>
                    <a:lnTo>
                      <a:pt x="54891" y="34567"/>
                    </a:lnTo>
                    <a:lnTo>
                      <a:pt x="57277" y="25290"/>
                    </a:lnTo>
                    <a:lnTo>
                      <a:pt x="59664" y="16851"/>
                    </a:lnTo>
                    <a:lnTo>
                      <a:pt x="62050" y="9714"/>
                    </a:lnTo>
                    <a:lnTo>
                      <a:pt x="64437" y="4323"/>
                    </a:lnTo>
                    <a:lnTo>
                      <a:pt x="66823" y="1021"/>
                    </a:lnTo>
                    <a:lnTo>
                      <a:pt x="69210" y="0"/>
                    </a:lnTo>
                    <a:lnTo>
                      <a:pt x="71596" y="1261"/>
                    </a:lnTo>
                    <a:lnTo>
                      <a:pt x="73983" y="4612"/>
                    </a:lnTo>
                    <a:lnTo>
                      <a:pt x="76370" y="9692"/>
                    </a:lnTo>
                    <a:lnTo>
                      <a:pt x="78756" y="16020"/>
                    </a:lnTo>
                    <a:lnTo>
                      <a:pt x="81143" y="23059"/>
                    </a:lnTo>
                    <a:lnTo>
                      <a:pt x="83529" y="30280"/>
                    </a:lnTo>
                    <a:lnTo>
                      <a:pt x="85916" y="37218"/>
                    </a:lnTo>
                    <a:lnTo>
                      <a:pt x="88302" y="43512"/>
                    </a:lnTo>
                    <a:lnTo>
                      <a:pt x="90689" y="48919"/>
                    </a:lnTo>
                    <a:lnTo>
                      <a:pt x="93075" y="53318"/>
                    </a:lnTo>
                    <a:lnTo>
                      <a:pt x="95462" y="56691"/>
                    </a:lnTo>
                    <a:lnTo>
                      <a:pt x="97848" y="59098"/>
                    </a:lnTo>
                    <a:lnTo>
                      <a:pt x="100235" y="6064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79" name="Surface grid line"/>
              <p:cNvSpPr/>
              <p:nvPr/>
            </p:nvSpPr>
            <p:spPr>
              <a:xfrm>
                <a:off x="13951832" y="638175"/>
                <a:ext cx="954738" cy="143458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50613">
                    <a:moveTo>
                      <a:pt x="0" y="125847"/>
                    </a:moveTo>
                    <a:lnTo>
                      <a:pt x="2387" y="127034"/>
                    </a:lnTo>
                    <a:lnTo>
                      <a:pt x="4773" y="129003"/>
                    </a:lnTo>
                    <a:lnTo>
                      <a:pt x="7160" y="131803"/>
                    </a:lnTo>
                    <a:lnTo>
                      <a:pt x="9546" y="135351"/>
                    </a:lnTo>
                    <a:lnTo>
                      <a:pt x="11933" y="139397"/>
                    </a:lnTo>
                    <a:lnTo>
                      <a:pt x="14319" y="143519"/>
                    </a:lnTo>
                    <a:lnTo>
                      <a:pt x="16706" y="147158"/>
                    </a:lnTo>
                    <a:lnTo>
                      <a:pt x="19092" y="149707"/>
                    </a:lnTo>
                    <a:lnTo>
                      <a:pt x="21479" y="150613"/>
                    </a:lnTo>
                    <a:lnTo>
                      <a:pt x="23865" y="149490"/>
                    </a:lnTo>
                    <a:lnTo>
                      <a:pt x="26252" y="146196"/>
                    </a:lnTo>
                    <a:lnTo>
                      <a:pt x="28639" y="140852"/>
                    </a:lnTo>
                    <a:lnTo>
                      <a:pt x="31025" y="133795"/>
                    </a:lnTo>
                    <a:lnTo>
                      <a:pt x="33412" y="125489"/>
                    </a:lnTo>
                    <a:lnTo>
                      <a:pt x="35798" y="116404"/>
                    </a:lnTo>
                    <a:lnTo>
                      <a:pt x="38185" y="106924"/>
                    </a:lnTo>
                    <a:lnTo>
                      <a:pt x="40571" y="97279"/>
                    </a:lnTo>
                    <a:lnTo>
                      <a:pt x="42958" y="87548"/>
                    </a:lnTo>
                    <a:lnTo>
                      <a:pt x="45344" y="77696"/>
                    </a:lnTo>
                    <a:lnTo>
                      <a:pt x="47731" y="67649"/>
                    </a:lnTo>
                    <a:lnTo>
                      <a:pt x="50117" y="57374"/>
                    </a:lnTo>
                    <a:lnTo>
                      <a:pt x="52504" y="46946"/>
                    </a:lnTo>
                    <a:lnTo>
                      <a:pt x="54891" y="36583"/>
                    </a:lnTo>
                    <a:lnTo>
                      <a:pt x="57277" y="26648"/>
                    </a:lnTo>
                    <a:lnTo>
                      <a:pt x="59664" y="17614"/>
                    </a:lnTo>
                    <a:lnTo>
                      <a:pt x="62050" y="10003"/>
                    </a:lnTo>
                    <a:lnTo>
                      <a:pt x="64437" y="4304"/>
                    </a:lnTo>
                    <a:lnTo>
                      <a:pt x="66823" y="900"/>
                    </a:lnTo>
                    <a:lnTo>
                      <a:pt x="69210" y="0"/>
                    </a:lnTo>
                    <a:lnTo>
                      <a:pt x="71596" y="1603"/>
                    </a:lnTo>
                    <a:lnTo>
                      <a:pt x="73983" y="5493"/>
                    </a:lnTo>
                    <a:lnTo>
                      <a:pt x="76370" y="11269"/>
                    </a:lnTo>
                    <a:lnTo>
                      <a:pt x="78756" y="18396"/>
                    </a:lnTo>
                    <a:lnTo>
                      <a:pt x="81143" y="26279"/>
                    </a:lnTo>
                    <a:lnTo>
                      <a:pt x="83529" y="34331"/>
                    </a:lnTo>
                    <a:lnTo>
                      <a:pt x="85916" y="42040"/>
                    </a:lnTo>
                    <a:lnTo>
                      <a:pt x="88302" y="49007"/>
                    </a:lnTo>
                    <a:lnTo>
                      <a:pt x="90689" y="54968"/>
                    </a:lnTo>
                    <a:lnTo>
                      <a:pt x="93075" y="59792"/>
                    </a:lnTo>
                    <a:lnTo>
                      <a:pt x="95462" y="63465"/>
                    </a:lnTo>
                    <a:lnTo>
                      <a:pt x="97848" y="66057"/>
                    </a:lnTo>
                    <a:lnTo>
                      <a:pt x="100235" y="6769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80" name="Surface grid line"/>
              <p:cNvSpPr/>
              <p:nvPr/>
            </p:nvSpPr>
            <p:spPr>
              <a:xfrm>
                <a:off x="13979220" y="646011"/>
                <a:ext cx="954738" cy="14113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48170">
                    <a:moveTo>
                      <a:pt x="0" y="125704"/>
                    </a:moveTo>
                    <a:lnTo>
                      <a:pt x="2387" y="126654"/>
                    </a:lnTo>
                    <a:lnTo>
                      <a:pt x="4773" y="128362"/>
                    </a:lnTo>
                    <a:lnTo>
                      <a:pt x="7160" y="130877"/>
                    </a:lnTo>
                    <a:lnTo>
                      <a:pt x="9546" y="134122"/>
                    </a:lnTo>
                    <a:lnTo>
                      <a:pt x="11933" y="137858"/>
                    </a:lnTo>
                    <a:lnTo>
                      <a:pt x="14319" y="141681"/>
                    </a:lnTo>
                    <a:lnTo>
                      <a:pt x="16706" y="145056"/>
                    </a:lnTo>
                    <a:lnTo>
                      <a:pt x="19092" y="147396"/>
                    </a:lnTo>
                    <a:lnTo>
                      <a:pt x="21479" y="148170"/>
                    </a:lnTo>
                    <a:lnTo>
                      <a:pt x="23865" y="147006"/>
                    </a:lnTo>
                    <a:lnTo>
                      <a:pt x="26252" y="143764"/>
                    </a:lnTo>
                    <a:lnTo>
                      <a:pt x="28639" y="138558"/>
                    </a:lnTo>
                    <a:lnTo>
                      <a:pt x="31025" y="131708"/>
                    </a:lnTo>
                    <a:lnTo>
                      <a:pt x="33412" y="123654"/>
                    </a:lnTo>
                    <a:lnTo>
                      <a:pt x="35798" y="114841"/>
                    </a:lnTo>
                    <a:lnTo>
                      <a:pt x="38185" y="105629"/>
                    </a:lnTo>
                    <a:lnTo>
                      <a:pt x="40571" y="96230"/>
                    </a:lnTo>
                    <a:lnTo>
                      <a:pt x="42958" y="86712"/>
                    </a:lnTo>
                    <a:lnTo>
                      <a:pt x="45344" y="77034"/>
                    </a:lnTo>
                    <a:lnTo>
                      <a:pt x="47731" y="67121"/>
                    </a:lnTo>
                    <a:lnTo>
                      <a:pt x="50117" y="56945"/>
                    </a:lnTo>
                    <a:lnTo>
                      <a:pt x="52504" y="46586"/>
                    </a:lnTo>
                    <a:lnTo>
                      <a:pt x="54891" y="36271"/>
                    </a:lnTo>
                    <a:lnTo>
                      <a:pt x="57277" y="26372"/>
                    </a:lnTo>
                    <a:lnTo>
                      <a:pt x="59664" y="17372"/>
                    </a:lnTo>
                    <a:lnTo>
                      <a:pt x="62050" y="9799"/>
                    </a:lnTo>
                    <a:lnTo>
                      <a:pt x="64437" y="4152"/>
                    </a:lnTo>
                    <a:lnTo>
                      <a:pt x="66823" y="815"/>
                    </a:lnTo>
                    <a:lnTo>
                      <a:pt x="69210" y="0"/>
                    </a:lnTo>
                    <a:lnTo>
                      <a:pt x="71596" y="1704"/>
                    </a:lnTo>
                    <a:lnTo>
                      <a:pt x="73983" y="5708"/>
                    </a:lnTo>
                    <a:lnTo>
                      <a:pt x="76370" y="11600"/>
                    </a:lnTo>
                    <a:lnTo>
                      <a:pt x="78756" y="18839"/>
                    </a:lnTo>
                    <a:lnTo>
                      <a:pt x="81143" y="26820"/>
                    </a:lnTo>
                    <a:lnTo>
                      <a:pt x="83529" y="34949"/>
                    </a:lnTo>
                    <a:lnTo>
                      <a:pt x="85916" y="42705"/>
                    </a:lnTo>
                    <a:lnTo>
                      <a:pt x="88302" y="49687"/>
                    </a:lnTo>
                    <a:lnTo>
                      <a:pt x="90689" y="55628"/>
                    </a:lnTo>
                    <a:lnTo>
                      <a:pt x="93075" y="60400"/>
                    </a:lnTo>
                    <a:lnTo>
                      <a:pt x="95462" y="63992"/>
                    </a:lnTo>
                    <a:lnTo>
                      <a:pt x="97848" y="66478"/>
                    </a:lnTo>
                    <a:lnTo>
                      <a:pt x="100235" y="6799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81" name="Surface grid line"/>
              <p:cNvSpPr/>
              <p:nvPr/>
            </p:nvSpPr>
            <p:spPr>
              <a:xfrm>
                <a:off x="14006608" y="721525"/>
                <a:ext cx="954738" cy="1310664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37603">
                    <a:moveTo>
                      <a:pt x="0" y="118057"/>
                    </a:moveTo>
                    <a:lnTo>
                      <a:pt x="2387" y="118727"/>
                    </a:lnTo>
                    <a:lnTo>
                      <a:pt x="4773" y="120115"/>
                    </a:lnTo>
                    <a:lnTo>
                      <a:pt x="7160" y="122269"/>
                    </a:lnTo>
                    <a:lnTo>
                      <a:pt x="9546" y="125119"/>
                    </a:lnTo>
                    <a:lnTo>
                      <a:pt x="11933" y="128446"/>
                    </a:lnTo>
                    <a:lnTo>
                      <a:pt x="14319" y="131872"/>
                    </a:lnTo>
                    <a:lnTo>
                      <a:pt x="16706" y="134896"/>
                    </a:lnTo>
                    <a:lnTo>
                      <a:pt x="19092" y="136972"/>
                    </a:lnTo>
                    <a:lnTo>
                      <a:pt x="21479" y="137603"/>
                    </a:lnTo>
                    <a:lnTo>
                      <a:pt x="23865" y="136439"/>
                    </a:lnTo>
                    <a:lnTo>
                      <a:pt x="26252" y="133352"/>
                    </a:lnTo>
                    <a:lnTo>
                      <a:pt x="28639" y="128447"/>
                    </a:lnTo>
                    <a:lnTo>
                      <a:pt x="31025" y="122025"/>
                    </a:lnTo>
                    <a:lnTo>
                      <a:pt x="33412" y="114496"/>
                    </a:lnTo>
                    <a:lnTo>
                      <a:pt x="35798" y="106279"/>
                    </a:lnTo>
                    <a:lnTo>
                      <a:pt x="38185" y="97708"/>
                    </a:lnTo>
                    <a:lnTo>
                      <a:pt x="40571" y="88981"/>
                    </a:lnTo>
                    <a:lnTo>
                      <a:pt x="42958" y="80160"/>
                    </a:lnTo>
                    <a:lnTo>
                      <a:pt x="45344" y="71204"/>
                    </a:lnTo>
                    <a:lnTo>
                      <a:pt x="47731" y="62042"/>
                    </a:lnTo>
                    <a:lnTo>
                      <a:pt x="50117" y="52641"/>
                    </a:lnTo>
                    <a:lnTo>
                      <a:pt x="52504" y="43073"/>
                    </a:lnTo>
                    <a:lnTo>
                      <a:pt x="54891" y="33545"/>
                    </a:lnTo>
                    <a:lnTo>
                      <a:pt x="57277" y="24400"/>
                    </a:lnTo>
                    <a:lnTo>
                      <a:pt x="59664" y="16082"/>
                    </a:lnTo>
                    <a:lnTo>
                      <a:pt x="62050" y="9081"/>
                    </a:lnTo>
                    <a:lnTo>
                      <a:pt x="64437" y="3856"/>
                    </a:lnTo>
                    <a:lnTo>
                      <a:pt x="66823" y="765"/>
                    </a:lnTo>
                    <a:lnTo>
                      <a:pt x="69210" y="0"/>
                    </a:lnTo>
                    <a:lnTo>
                      <a:pt x="71596" y="1558"/>
                    </a:lnTo>
                    <a:lnTo>
                      <a:pt x="73983" y="5234"/>
                    </a:lnTo>
                    <a:lnTo>
                      <a:pt x="76370" y="10643"/>
                    </a:lnTo>
                    <a:lnTo>
                      <a:pt x="78756" y="17283"/>
                    </a:lnTo>
                    <a:lnTo>
                      <a:pt x="81143" y="24589"/>
                    </a:lnTo>
                    <a:lnTo>
                      <a:pt x="83529" y="32011"/>
                    </a:lnTo>
                    <a:lnTo>
                      <a:pt x="85916" y="39065"/>
                    </a:lnTo>
                    <a:lnTo>
                      <a:pt x="88302" y="45379"/>
                    </a:lnTo>
                    <a:lnTo>
                      <a:pt x="90689" y="50708"/>
                    </a:lnTo>
                    <a:lnTo>
                      <a:pt x="93075" y="54935"/>
                    </a:lnTo>
                    <a:lnTo>
                      <a:pt x="95462" y="58052"/>
                    </a:lnTo>
                    <a:lnTo>
                      <a:pt x="97848" y="60133"/>
                    </a:lnTo>
                    <a:lnTo>
                      <a:pt x="100235" y="6130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82" name="Surface grid line"/>
              <p:cNvSpPr/>
              <p:nvPr/>
            </p:nvSpPr>
            <p:spPr>
              <a:xfrm>
                <a:off x="14033996" y="850439"/>
                <a:ext cx="954738" cy="11496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20695">
                    <a:moveTo>
                      <a:pt x="0" y="104462"/>
                    </a:moveTo>
                    <a:lnTo>
                      <a:pt x="2387" y="104831"/>
                    </a:lnTo>
                    <a:lnTo>
                      <a:pt x="4773" y="105865"/>
                    </a:lnTo>
                    <a:lnTo>
                      <a:pt x="7160" y="107612"/>
                    </a:lnTo>
                    <a:lnTo>
                      <a:pt x="9546" y="110009"/>
                    </a:lnTo>
                    <a:lnTo>
                      <a:pt x="11933" y="112859"/>
                    </a:lnTo>
                    <a:lnTo>
                      <a:pt x="14319" y="115819"/>
                    </a:lnTo>
                    <a:lnTo>
                      <a:pt x="16706" y="118435"/>
                    </a:lnTo>
                    <a:lnTo>
                      <a:pt x="19092" y="120211"/>
                    </a:lnTo>
                    <a:lnTo>
                      <a:pt x="21479" y="120695"/>
                    </a:lnTo>
                    <a:lnTo>
                      <a:pt x="23865" y="119573"/>
                    </a:lnTo>
                    <a:lnTo>
                      <a:pt x="26252" y="116727"/>
                    </a:lnTo>
                    <a:lnTo>
                      <a:pt x="28639" y="112256"/>
                    </a:lnTo>
                    <a:lnTo>
                      <a:pt x="31025" y="106439"/>
                    </a:lnTo>
                    <a:lnTo>
                      <a:pt x="33412" y="99654"/>
                    </a:lnTo>
                    <a:lnTo>
                      <a:pt x="35798" y="92287"/>
                    </a:lnTo>
                    <a:lnTo>
                      <a:pt x="38185" y="84648"/>
                    </a:lnTo>
                    <a:lnTo>
                      <a:pt x="40571" y="76926"/>
                    </a:lnTo>
                    <a:lnTo>
                      <a:pt x="42958" y="69179"/>
                    </a:lnTo>
                    <a:lnTo>
                      <a:pt x="45344" y="61374"/>
                    </a:lnTo>
                    <a:lnTo>
                      <a:pt x="47731" y="53441"/>
                    </a:lnTo>
                    <a:lnTo>
                      <a:pt x="50117" y="45343"/>
                    </a:lnTo>
                    <a:lnTo>
                      <a:pt x="52504" y="37130"/>
                    </a:lnTo>
                    <a:lnTo>
                      <a:pt x="54891" y="28965"/>
                    </a:lnTo>
                    <a:lnTo>
                      <a:pt x="57277" y="21131"/>
                    </a:lnTo>
                    <a:lnTo>
                      <a:pt x="59664" y="14001"/>
                    </a:lnTo>
                    <a:lnTo>
                      <a:pt x="62050" y="7983"/>
                    </a:lnTo>
                    <a:lnTo>
                      <a:pt x="64437" y="3466"/>
                    </a:lnTo>
                    <a:lnTo>
                      <a:pt x="66823" y="751"/>
                    </a:lnTo>
                    <a:lnTo>
                      <a:pt x="69210" y="0"/>
                    </a:lnTo>
                    <a:lnTo>
                      <a:pt x="71596" y="1208"/>
                    </a:lnTo>
                    <a:lnTo>
                      <a:pt x="73983" y="4197"/>
                    </a:lnTo>
                    <a:lnTo>
                      <a:pt x="76370" y="8641"/>
                    </a:lnTo>
                    <a:lnTo>
                      <a:pt x="78756" y="14110"/>
                    </a:lnTo>
                    <a:lnTo>
                      <a:pt x="81143" y="20125"/>
                    </a:lnTo>
                    <a:lnTo>
                      <a:pt x="83529" y="26215"/>
                    </a:lnTo>
                    <a:lnTo>
                      <a:pt x="85916" y="31970"/>
                    </a:lnTo>
                    <a:lnTo>
                      <a:pt x="88302" y="37076"/>
                    </a:lnTo>
                    <a:lnTo>
                      <a:pt x="90689" y="41325"/>
                    </a:lnTo>
                    <a:lnTo>
                      <a:pt x="93075" y="44620"/>
                    </a:lnTo>
                    <a:lnTo>
                      <a:pt x="95462" y="46957"/>
                    </a:lnTo>
                    <a:lnTo>
                      <a:pt x="97848" y="48403"/>
                    </a:lnTo>
                    <a:lnTo>
                      <a:pt x="100235" y="4906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83" name="Surface grid line"/>
              <p:cNvSpPr/>
              <p:nvPr/>
            </p:nvSpPr>
            <p:spPr>
              <a:xfrm>
                <a:off x="14061383" y="1007235"/>
                <a:ext cx="954738" cy="95684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00456">
                    <a:moveTo>
                      <a:pt x="0" y="87680"/>
                    </a:moveTo>
                    <a:lnTo>
                      <a:pt x="2387" y="87751"/>
                    </a:lnTo>
                    <a:lnTo>
                      <a:pt x="4773" y="88426"/>
                    </a:lnTo>
                    <a:lnTo>
                      <a:pt x="7160" y="89750"/>
                    </a:lnTo>
                    <a:lnTo>
                      <a:pt x="9546" y="91669"/>
                    </a:lnTo>
                    <a:lnTo>
                      <a:pt x="11933" y="94009"/>
                    </a:lnTo>
                    <a:lnTo>
                      <a:pt x="14319" y="96470"/>
                    </a:lnTo>
                    <a:lnTo>
                      <a:pt x="16706" y="98650"/>
                    </a:lnTo>
                    <a:lnTo>
                      <a:pt x="19092" y="100112"/>
                    </a:lnTo>
                    <a:lnTo>
                      <a:pt x="21479" y="100456"/>
                    </a:lnTo>
                    <a:lnTo>
                      <a:pt x="23865" y="99406"/>
                    </a:lnTo>
                    <a:lnTo>
                      <a:pt x="26252" y="96862"/>
                    </a:lnTo>
                    <a:lnTo>
                      <a:pt x="28639" y="92914"/>
                    </a:lnTo>
                    <a:lnTo>
                      <a:pt x="31025" y="87816"/>
                    </a:lnTo>
                    <a:lnTo>
                      <a:pt x="33412" y="81909"/>
                    </a:lnTo>
                    <a:lnTo>
                      <a:pt x="35798" y="75544"/>
                    </a:lnTo>
                    <a:lnTo>
                      <a:pt x="38185" y="69007"/>
                    </a:lnTo>
                    <a:lnTo>
                      <a:pt x="40571" y="62474"/>
                    </a:lnTo>
                    <a:lnTo>
                      <a:pt x="42958" y="56006"/>
                    </a:lnTo>
                    <a:lnTo>
                      <a:pt x="45344" y="49576"/>
                    </a:lnTo>
                    <a:lnTo>
                      <a:pt x="47731" y="43122"/>
                    </a:lnTo>
                    <a:lnTo>
                      <a:pt x="50117" y="36598"/>
                    </a:lnTo>
                    <a:lnTo>
                      <a:pt x="52504" y="30024"/>
                    </a:lnTo>
                    <a:lnTo>
                      <a:pt x="54891" y="23513"/>
                    </a:lnTo>
                    <a:lnTo>
                      <a:pt x="57277" y="17270"/>
                    </a:lnTo>
                    <a:lnTo>
                      <a:pt x="59664" y="11576"/>
                    </a:lnTo>
                    <a:lnTo>
                      <a:pt x="62050" y="6742"/>
                    </a:lnTo>
                    <a:lnTo>
                      <a:pt x="64437" y="3066"/>
                    </a:lnTo>
                    <a:lnTo>
                      <a:pt x="66823" y="777"/>
                    </a:lnTo>
                    <a:lnTo>
                      <a:pt x="69210" y="0"/>
                    </a:lnTo>
                    <a:lnTo>
                      <a:pt x="71596" y="729"/>
                    </a:lnTo>
                    <a:lnTo>
                      <a:pt x="73983" y="2825"/>
                    </a:lnTo>
                    <a:lnTo>
                      <a:pt x="76370" y="6032"/>
                    </a:lnTo>
                    <a:lnTo>
                      <a:pt x="78756" y="10014"/>
                    </a:lnTo>
                    <a:lnTo>
                      <a:pt x="81143" y="14397"/>
                    </a:lnTo>
                    <a:lnTo>
                      <a:pt x="83529" y="18815"/>
                    </a:lnTo>
                    <a:lnTo>
                      <a:pt x="85916" y="22951"/>
                    </a:lnTo>
                    <a:lnTo>
                      <a:pt x="88302" y="26559"/>
                    </a:lnTo>
                    <a:lnTo>
                      <a:pt x="90689" y="29481"/>
                    </a:lnTo>
                    <a:lnTo>
                      <a:pt x="93075" y="31644"/>
                    </a:lnTo>
                    <a:lnTo>
                      <a:pt x="95462" y="33048"/>
                    </a:lnTo>
                    <a:lnTo>
                      <a:pt x="97848" y="33748"/>
                    </a:lnTo>
                    <a:lnTo>
                      <a:pt x="100235" y="3383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84" name="Surface grid line"/>
              <p:cNvSpPr/>
              <p:nvPr/>
            </p:nvSpPr>
            <p:spPr>
              <a:xfrm>
                <a:off x="14088771" y="1164381"/>
                <a:ext cx="954738" cy="76303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0109">
                    <a:moveTo>
                      <a:pt x="0" y="70703"/>
                    </a:moveTo>
                    <a:lnTo>
                      <a:pt x="2387" y="70500"/>
                    </a:lnTo>
                    <a:lnTo>
                      <a:pt x="4773" y="70836"/>
                    </a:lnTo>
                    <a:lnTo>
                      <a:pt x="7160" y="71750"/>
                    </a:lnTo>
                    <a:lnTo>
                      <a:pt x="9546" y="73199"/>
                    </a:lnTo>
                    <a:lnTo>
                      <a:pt x="11933" y="75034"/>
                    </a:lnTo>
                    <a:lnTo>
                      <a:pt x="14319" y="76996"/>
                    </a:lnTo>
                    <a:lnTo>
                      <a:pt x="16706" y="78741"/>
                    </a:lnTo>
                    <a:lnTo>
                      <a:pt x="19092" y="79893"/>
                    </a:lnTo>
                    <a:lnTo>
                      <a:pt x="21479" y="80109"/>
                    </a:lnTo>
                    <a:lnTo>
                      <a:pt x="23865" y="79153"/>
                    </a:lnTo>
                    <a:lnTo>
                      <a:pt x="26252" y="76942"/>
                    </a:lnTo>
                    <a:lnTo>
                      <a:pt x="28639" y="73557"/>
                    </a:lnTo>
                    <a:lnTo>
                      <a:pt x="31025" y="69221"/>
                    </a:lnTo>
                    <a:lnTo>
                      <a:pt x="33412" y="64238"/>
                    </a:lnTo>
                    <a:lnTo>
                      <a:pt x="35798" y="58917"/>
                    </a:lnTo>
                    <a:lnTo>
                      <a:pt x="38185" y="53518"/>
                    </a:lnTo>
                    <a:lnTo>
                      <a:pt x="40571" y="48201"/>
                    </a:lnTo>
                    <a:lnTo>
                      <a:pt x="42958" y="43030"/>
                    </a:lnTo>
                    <a:lnTo>
                      <a:pt x="45344" y="37985"/>
                    </a:lnTo>
                    <a:lnTo>
                      <a:pt x="47731" y="33009"/>
                    </a:lnTo>
                    <a:lnTo>
                      <a:pt x="50117" y="28053"/>
                    </a:lnTo>
                    <a:lnTo>
                      <a:pt x="52504" y="23108"/>
                    </a:lnTo>
                    <a:lnTo>
                      <a:pt x="54891" y="18235"/>
                    </a:lnTo>
                    <a:lnTo>
                      <a:pt x="57277" y="13564"/>
                    </a:lnTo>
                    <a:lnTo>
                      <a:pt x="59664" y="9284"/>
                    </a:lnTo>
                    <a:lnTo>
                      <a:pt x="62050" y="5606"/>
                    </a:lnTo>
                    <a:lnTo>
                      <a:pt x="64437" y="2739"/>
                    </a:lnTo>
                    <a:lnTo>
                      <a:pt x="66823" y="841"/>
                    </a:lnTo>
                    <a:lnTo>
                      <a:pt x="69210" y="0"/>
                    </a:lnTo>
                    <a:lnTo>
                      <a:pt x="71596" y="209"/>
                    </a:lnTo>
                    <a:lnTo>
                      <a:pt x="73983" y="1368"/>
                    </a:lnTo>
                    <a:lnTo>
                      <a:pt x="76370" y="3295"/>
                    </a:lnTo>
                    <a:lnTo>
                      <a:pt x="78756" y="5749"/>
                    </a:lnTo>
                    <a:lnTo>
                      <a:pt x="81143" y="8463"/>
                    </a:lnTo>
                    <a:lnTo>
                      <a:pt x="83529" y="11179"/>
                    </a:lnTo>
                    <a:lnTo>
                      <a:pt x="85916" y="13670"/>
                    </a:lnTo>
                    <a:lnTo>
                      <a:pt x="88302" y="15765"/>
                    </a:lnTo>
                    <a:lnTo>
                      <a:pt x="90689" y="17353"/>
                    </a:lnTo>
                    <a:lnTo>
                      <a:pt x="93075" y="18386"/>
                    </a:lnTo>
                    <a:lnTo>
                      <a:pt x="95462" y="18867"/>
                    </a:lnTo>
                    <a:lnTo>
                      <a:pt x="97848" y="18841"/>
                    </a:lnTo>
                    <a:lnTo>
                      <a:pt x="100235" y="1837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85" name="Surface grid line"/>
              <p:cNvSpPr/>
              <p:nvPr/>
            </p:nvSpPr>
            <p:spPr>
              <a:xfrm>
                <a:off x="14116159" y="1297959"/>
                <a:ext cx="954738" cy="59505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2473">
                    <a:moveTo>
                      <a:pt x="0" y="56153"/>
                    </a:moveTo>
                    <a:lnTo>
                      <a:pt x="2387" y="55718"/>
                    </a:lnTo>
                    <a:lnTo>
                      <a:pt x="4773" y="55755"/>
                    </a:lnTo>
                    <a:lnTo>
                      <a:pt x="7160" y="56300"/>
                    </a:lnTo>
                    <a:lnTo>
                      <a:pt x="9546" y="57315"/>
                    </a:lnTo>
                    <a:lnTo>
                      <a:pt x="11933" y="58677"/>
                    </a:lnTo>
                    <a:lnTo>
                      <a:pt x="14319" y="60170"/>
                    </a:lnTo>
                    <a:lnTo>
                      <a:pt x="16706" y="61505"/>
                    </a:lnTo>
                    <a:lnTo>
                      <a:pt x="19092" y="62368"/>
                    </a:lnTo>
                    <a:lnTo>
                      <a:pt x="21479" y="62473"/>
                    </a:lnTo>
                    <a:lnTo>
                      <a:pt x="23865" y="61621"/>
                    </a:lnTo>
                    <a:lnTo>
                      <a:pt x="26252" y="59745"/>
                    </a:lnTo>
                    <a:lnTo>
                      <a:pt x="28639" y="56916"/>
                    </a:lnTo>
                    <a:lnTo>
                      <a:pt x="31025" y="53324"/>
                    </a:lnTo>
                    <a:lnTo>
                      <a:pt x="33412" y="49230"/>
                    </a:lnTo>
                    <a:lnTo>
                      <a:pt x="35798" y="44902"/>
                    </a:lnTo>
                    <a:lnTo>
                      <a:pt x="38185" y="40565"/>
                    </a:lnTo>
                    <a:lnTo>
                      <a:pt x="40571" y="36363"/>
                    </a:lnTo>
                    <a:lnTo>
                      <a:pt x="42958" y="32357"/>
                    </a:lnTo>
                    <a:lnTo>
                      <a:pt x="45344" y="28535"/>
                    </a:lnTo>
                    <a:lnTo>
                      <a:pt x="47731" y="24847"/>
                    </a:lnTo>
                    <a:lnTo>
                      <a:pt x="50117" y="21239"/>
                    </a:lnTo>
                    <a:lnTo>
                      <a:pt x="52504" y="17684"/>
                    </a:lnTo>
                    <a:lnTo>
                      <a:pt x="54891" y="14200"/>
                    </a:lnTo>
                    <a:lnTo>
                      <a:pt x="57277" y="10854"/>
                    </a:lnTo>
                    <a:lnTo>
                      <a:pt x="59664" y="7757"/>
                    </a:lnTo>
                    <a:lnTo>
                      <a:pt x="62050" y="5038"/>
                    </a:lnTo>
                    <a:lnTo>
                      <a:pt x="64437" y="2826"/>
                    </a:lnTo>
                    <a:lnTo>
                      <a:pt x="66823" y="1223"/>
                    </a:lnTo>
                    <a:lnTo>
                      <a:pt x="69210" y="283"/>
                    </a:lnTo>
                    <a:lnTo>
                      <a:pt x="71596" y="0"/>
                    </a:lnTo>
                    <a:lnTo>
                      <a:pt x="73983" y="310"/>
                    </a:lnTo>
                    <a:lnTo>
                      <a:pt x="76370" y="1093"/>
                    </a:lnTo>
                    <a:lnTo>
                      <a:pt x="78756" y="2193"/>
                    </a:lnTo>
                    <a:lnTo>
                      <a:pt x="81143" y="3438"/>
                    </a:lnTo>
                    <a:lnTo>
                      <a:pt x="83529" y="4661"/>
                    </a:lnTo>
                    <a:lnTo>
                      <a:pt x="85916" y="5716"/>
                    </a:lnTo>
                    <a:lnTo>
                      <a:pt x="88302" y="6495"/>
                    </a:lnTo>
                    <a:lnTo>
                      <a:pt x="90689" y="6929"/>
                    </a:lnTo>
                    <a:lnTo>
                      <a:pt x="93075" y="6990"/>
                    </a:lnTo>
                    <a:lnTo>
                      <a:pt x="95462" y="6687"/>
                    </a:lnTo>
                    <a:lnTo>
                      <a:pt x="97848" y="6051"/>
                    </a:lnTo>
                    <a:lnTo>
                      <a:pt x="100235" y="513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86" name="Surface grid line"/>
              <p:cNvSpPr/>
              <p:nvPr/>
            </p:nvSpPr>
            <p:spPr>
              <a:xfrm>
                <a:off x="14143547" y="1351981"/>
                <a:ext cx="954738" cy="511245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3674">
                    <a:moveTo>
                      <a:pt x="0" y="50018"/>
                    </a:moveTo>
                    <a:lnTo>
                      <a:pt x="2387" y="49404"/>
                    </a:lnTo>
                    <a:lnTo>
                      <a:pt x="4773" y="49199"/>
                    </a:lnTo>
                    <a:lnTo>
                      <a:pt x="7160" y="49430"/>
                    </a:lnTo>
                    <a:lnTo>
                      <a:pt x="9546" y="50069"/>
                    </a:lnTo>
                    <a:lnTo>
                      <a:pt x="11933" y="51014"/>
                    </a:lnTo>
                    <a:lnTo>
                      <a:pt x="14319" y="52089"/>
                    </a:lnTo>
                    <a:lnTo>
                      <a:pt x="16706" y="53058"/>
                    </a:lnTo>
                    <a:lnTo>
                      <a:pt x="19092" y="53664"/>
                    </a:lnTo>
                    <a:lnTo>
                      <a:pt x="21479" y="53674"/>
                    </a:lnTo>
                    <a:lnTo>
                      <a:pt x="23865" y="52926"/>
                    </a:lnTo>
                    <a:lnTo>
                      <a:pt x="26252" y="51364"/>
                    </a:lnTo>
                    <a:lnTo>
                      <a:pt x="28639" y="49048"/>
                    </a:lnTo>
                    <a:lnTo>
                      <a:pt x="31025" y="46134"/>
                    </a:lnTo>
                    <a:lnTo>
                      <a:pt x="33412" y="42839"/>
                    </a:lnTo>
                    <a:lnTo>
                      <a:pt x="35798" y="39386"/>
                    </a:lnTo>
                    <a:lnTo>
                      <a:pt x="38185" y="35963"/>
                    </a:lnTo>
                    <a:lnTo>
                      <a:pt x="40571" y="32696"/>
                    </a:lnTo>
                    <a:lnTo>
                      <a:pt x="42958" y="29638"/>
                    </a:lnTo>
                    <a:lnTo>
                      <a:pt x="45344" y="26783"/>
                    </a:lnTo>
                    <a:lnTo>
                      <a:pt x="47731" y="24088"/>
                    </a:lnTo>
                    <a:lnTo>
                      <a:pt x="50117" y="21500"/>
                    </a:lnTo>
                    <a:lnTo>
                      <a:pt x="52504" y="18980"/>
                    </a:lnTo>
                    <a:lnTo>
                      <a:pt x="54891" y="16518"/>
                    </a:lnTo>
                    <a:lnTo>
                      <a:pt x="57277" y="14139"/>
                    </a:lnTo>
                    <a:lnTo>
                      <a:pt x="59664" y="11894"/>
                    </a:lnTo>
                    <a:lnTo>
                      <a:pt x="62050" y="9853"/>
                    </a:lnTo>
                    <a:lnTo>
                      <a:pt x="64437" y="8088"/>
                    </a:lnTo>
                    <a:lnTo>
                      <a:pt x="66823" y="6657"/>
                    </a:lnTo>
                    <a:lnTo>
                      <a:pt x="69210" y="5590"/>
                    </a:lnTo>
                    <a:lnTo>
                      <a:pt x="71596" y="4886"/>
                    </a:lnTo>
                    <a:lnTo>
                      <a:pt x="73983" y="4505"/>
                    </a:lnTo>
                    <a:lnTo>
                      <a:pt x="76370" y="4379"/>
                    </a:lnTo>
                    <a:lnTo>
                      <a:pt x="78756" y="4416"/>
                    </a:lnTo>
                    <a:lnTo>
                      <a:pt x="81143" y="4516"/>
                    </a:lnTo>
                    <a:lnTo>
                      <a:pt x="83529" y="4582"/>
                    </a:lnTo>
                    <a:lnTo>
                      <a:pt x="85916" y="4531"/>
                    </a:lnTo>
                    <a:lnTo>
                      <a:pt x="88302" y="4303"/>
                    </a:lnTo>
                    <a:lnTo>
                      <a:pt x="90689" y="3860"/>
                    </a:lnTo>
                    <a:lnTo>
                      <a:pt x="93075" y="3192"/>
                    </a:lnTo>
                    <a:lnTo>
                      <a:pt x="95462" y="2308"/>
                    </a:lnTo>
                    <a:lnTo>
                      <a:pt x="97848" y="1232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87" name="Surface grid line"/>
              <p:cNvSpPr/>
              <p:nvPr/>
            </p:nvSpPr>
            <p:spPr>
              <a:xfrm>
                <a:off x="14170935" y="1355589"/>
                <a:ext cx="954738" cy="48480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0898">
                    <a:moveTo>
                      <a:pt x="0" y="49340"/>
                    </a:moveTo>
                    <a:lnTo>
                      <a:pt x="2387" y="48607"/>
                    </a:lnTo>
                    <a:lnTo>
                      <a:pt x="4773" y="48222"/>
                    </a:lnTo>
                    <a:lnTo>
                      <a:pt x="7160" y="48207"/>
                    </a:lnTo>
                    <a:lnTo>
                      <a:pt x="9546" y="48538"/>
                    </a:lnTo>
                    <a:lnTo>
                      <a:pt x="11933" y="49135"/>
                    </a:lnTo>
                    <a:lnTo>
                      <a:pt x="14319" y="49855"/>
                    </a:lnTo>
                    <a:lnTo>
                      <a:pt x="16706" y="50511"/>
                    </a:lnTo>
                    <a:lnTo>
                      <a:pt x="19092" y="50898"/>
                    </a:lnTo>
                    <a:lnTo>
                      <a:pt x="21479" y="50828"/>
                    </a:lnTo>
                    <a:lnTo>
                      <a:pt x="23865" y="50173"/>
                    </a:lnTo>
                    <a:lnTo>
                      <a:pt x="26252" y="48886"/>
                    </a:lnTo>
                    <a:lnTo>
                      <a:pt x="28639" y="47015"/>
                    </a:lnTo>
                    <a:lnTo>
                      <a:pt x="31025" y="44683"/>
                    </a:lnTo>
                    <a:lnTo>
                      <a:pt x="33412" y="42062"/>
                    </a:lnTo>
                    <a:lnTo>
                      <a:pt x="35798" y="39332"/>
                    </a:lnTo>
                    <a:lnTo>
                      <a:pt x="38185" y="36644"/>
                    </a:lnTo>
                    <a:lnTo>
                      <a:pt x="40571" y="34102"/>
                    </a:lnTo>
                    <a:lnTo>
                      <a:pt x="42958" y="31751"/>
                    </a:lnTo>
                    <a:lnTo>
                      <a:pt x="45344" y="29587"/>
                    </a:lnTo>
                    <a:lnTo>
                      <a:pt x="47731" y="27573"/>
                    </a:lnTo>
                    <a:lnTo>
                      <a:pt x="50117" y="25663"/>
                    </a:lnTo>
                    <a:lnTo>
                      <a:pt x="52504" y="23814"/>
                    </a:lnTo>
                    <a:lnTo>
                      <a:pt x="54891" y="22003"/>
                    </a:lnTo>
                    <a:lnTo>
                      <a:pt x="57277" y="20226"/>
                    </a:lnTo>
                    <a:lnTo>
                      <a:pt x="59664" y="18502"/>
                    </a:lnTo>
                    <a:lnTo>
                      <a:pt x="62050" y="16861"/>
                    </a:lnTo>
                    <a:lnTo>
                      <a:pt x="64437" y="15339"/>
                    </a:lnTo>
                    <a:lnTo>
                      <a:pt x="66823" y="13965"/>
                    </a:lnTo>
                    <a:lnTo>
                      <a:pt x="69210" y="12758"/>
                    </a:lnTo>
                    <a:lnTo>
                      <a:pt x="71596" y="11716"/>
                    </a:lnTo>
                    <a:lnTo>
                      <a:pt x="73983" y="10822"/>
                    </a:lnTo>
                    <a:lnTo>
                      <a:pt x="76370" y="10039"/>
                    </a:lnTo>
                    <a:lnTo>
                      <a:pt x="78756" y="9323"/>
                    </a:lnTo>
                    <a:lnTo>
                      <a:pt x="81143" y="8622"/>
                    </a:lnTo>
                    <a:lnTo>
                      <a:pt x="83529" y="7887"/>
                    </a:lnTo>
                    <a:lnTo>
                      <a:pt x="85916" y="7079"/>
                    </a:lnTo>
                    <a:lnTo>
                      <a:pt x="88302" y="6168"/>
                    </a:lnTo>
                    <a:lnTo>
                      <a:pt x="90689" y="5141"/>
                    </a:lnTo>
                    <a:lnTo>
                      <a:pt x="93075" y="3996"/>
                    </a:lnTo>
                    <a:lnTo>
                      <a:pt x="95462" y="2745"/>
                    </a:lnTo>
                    <a:lnTo>
                      <a:pt x="97848" y="140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88" name="Surface grid line"/>
              <p:cNvSpPr/>
              <p:nvPr/>
            </p:nvSpPr>
            <p:spPr>
              <a:xfrm>
                <a:off x="14198322" y="1358819"/>
                <a:ext cx="954738" cy="46625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950">
                    <a:moveTo>
                      <a:pt x="0" y="48950"/>
                    </a:moveTo>
                    <a:lnTo>
                      <a:pt x="2387" y="48156"/>
                    </a:lnTo>
                    <a:lnTo>
                      <a:pt x="4773" y="47653"/>
                    </a:lnTo>
                    <a:lnTo>
                      <a:pt x="7160" y="47460"/>
                    </a:lnTo>
                    <a:lnTo>
                      <a:pt x="9546" y="47555"/>
                    </a:lnTo>
                    <a:lnTo>
                      <a:pt x="11933" y="47875"/>
                    </a:lnTo>
                    <a:lnTo>
                      <a:pt x="14319" y="48307"/>
                    </a:lnTo>
                    <a:lnTo>
                      <a:pt x="16706" y="48705"/>
                    </a:lnTo>
                    <a:lnTo>
                      <a:pt x="19092" y="48909"/>
                    </a:lnTo>
                    <a:lnTo>
                      <a:pt x="21479" y="48771"/>
                    </a:lnTo>
                    <a:lnTo>
                      <a:pt x="23865" y="48190"/>
                    </a:lnTo>
                    <a:lnTo>
                      <a:pt x="26252" y="47127"/>
                    </a:lnTo>
                    <a:lnTo>
                      <a:pt x="28639" y="45618"/>
                    </a:lnTo>
                    <a:lnTo>
                      <a:pt x="31025" y="43756"/>
                    </a:lnTo>
                    <a:lnTo>
                      <a:pt x="33412" y="41671"/>
                    </a:lnTo>
                    <a:lnTo>
                      <a:pt x="35798" y="39503"/>
                    </a:lnTo>
                    <a:lnTo>
                      <a:pt x="38185" y="37369"/>
                    </a:lnTo>
                    <a:lnTo>
                      <a:pt x="40571" y="35350"/>
                    </a:lnTo>
                    <a:lnTo>
                      <a:pt x="42958" y="33481"/>
                    </a:lnTo>
                    <a:lnTo>
                      <a:pt x="45344" y="31761"/>
                    </a:lnTo>
                    <a:lnTo>
                      <a:pt x="47731" y="30159"/>
                    </a:lnTo>
                    <a:lnTo>
                      <a:pt x="50117" y="28636"/>
                    </a:lnTo>
                    <a:lnTo>
                      <a:pt x="52504" y="27154"/>
                    </a:lnTo>
                    <a:lnTo>
                      <a:pt x="54891" y="25684"/>
                    </a:lnTo>
                    <a:lnTo>
                      <a:pt x="57277" y="24212"/>
                    </a:lnTo>
                    <a:lnTo>
                      <a:pt x="59664" y="22740"/>
                    </a:lnTo>
                    <a:lnTo>
                      <a:pt x="62050" y="21276"/>
                    </a:lnTo>
                    <a:lnTo>
                      <a:pt x="64437" y="19836"/>
                    </a:lnTo>
                    <a:lnTo>
                      <a:pt x="66823" y="18436"/>
                    </a:lnTo>
                    <a:lnTo>
                      <a:pt x="69210" y="17086"/>
                    </a:lnTo>
                    <a:lnTo>
                      <a:pt x="71596" y="15789"/>
                    </a:lnTo>
                    <a:lnTo>
                      <a:pt x="73983" y="14538"/>
                    </a:lnTo>
                    <a:lnTo>
                      <a:pt x="76370" y="13322"/>
                    </a:lnTo>
                    <a:lnTo>
                      <a:pt x="78756" y="12121"/>
                    </a:lnTo>
                    <a:lnTo>
                      <a:pt x="81143" y="10916"/>
                    </a:lnTo>
                    <a:lnTo>
                      <a:pt x="83529" y="9687"/>
                    </a:lnTo>
                    <a:lnTo>
                      <a:pt x="85916" y="8420"/>
                    </a:lnTo>
                    <a:lnTo>
                      <a:pt x="88302" y="7108"/>
                    </a:lnTo>
                    <a:lnTo>
                      <a:pt x="90689" y="5747"/>
                    </a:lnTo>
                    <a:lnTo>
                      <a:pt x="93075" y="4344"/>
                    </a:lnTo>
                    <a:lnTo>
                      <a:pt x="95462" y="2909"/>
                    </a:lnTo>
                    <a:lnTo>
                      <a:pt x="97848" y="145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89" name="Surface grid line"/>
              <p:cNvSpPr/>
              <p:nvPr/>
            </p:nvSpPr>
            <p:spPr>
              <a:xfrm>
                <a:off x="14225710" y="1362851"/>
                <a:ext cx="954738" cy="46470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788">
                    <a:moveTo>
                      <a:pt x="0" y="48788"/>
                    </a:moveTo>
                    <a:lnTo>
                      <a:pt x="2387" y="47983"/>
                    </a:lnTo>
                    <a:lnTo>
                      <a:pt x="4773" y="47419"/>
                    </a:lnTo>
                    <a:lnTo>
                      <a:pt x="7160" y="47108"/>
                    </a:lnTo>
                    <a:lnTo>
                      <a:pt x="9546" y="47033"/>
                    </a:lnTo>
                    <a:lnTo>
                      <a:pt x="11933" y="47141"/>
                    </a:lnTo>
                    <a:lnTo>
                      <a:pt x="14319" y="47346"/>
                    </a:lnTo>
                    <a:lnTo>
                      <a:pt x="16706" y="47537"/>
                    </a:lnTo>
                    <a:lnTo>
                      <a:pt x="19092" y="47588"/>
                    </a:lnTo>
                    <a:lnTo>
                      <a:pt x="21479" y="47386"/>
                    </a:lnTo>
                    <a:lnTo>
                      <a:pt x="23865" y="46853"/>
                    </a:lnTo>
                    <a:lnTo>
                      <a:pt x="26252" y="45957"/>
                    </a:lnTo>
                    <a:lnTo>
                      <a:pt x="28639" y="44720"/>
                    </a:lnTo>
                    <a:lnTo>
                      <a:pt x="31025" y="43211"/>
                    </a:lnTo>
                    <a:lnTo>
                      <a:pt x="33412" y="41525"/>
                    </a:lnTo>
                    <a:lnTo>
                      <a:pt x="35798" y="39765"/>
                    </a:lnTo>
                    <a:lnTo>
                      <a:pt x="38185" y="38019"/>
                    </a:lnTo>
                    <a:lnTo>
                      <a:pt x="40571" y="36347"/>
                    </a:lnTo>
                    <a:lnTo>
                      <a:pt x="42958" y="34776"/>
                    </a:lnTo>
                    <a:lnTo>
                      <a:pt x="45344" y="33303"/>
                    </a:lnTo>
                    <a:lnTo>
                      <a:pt x="47731" y="31908"/>
                    </a:lnTo>
                    <a:lnTo>
                      <a:pt x="50117" y="30559"/>
                    </a:lnTo>
                    <a:lnTo>
                      <a:pt x="52504" y="29224"/>
                    </a:lnTo>
                    <a:lnTo>
                      <a:pt x="54891" y="27877"/>
                    </a:lnTo>
                    <a:lnTo>
                      <a:pt x="57277" y="26504"/>
                    </a:lnTo>
                    <a:lnTo>
                      <a:pt x="59664" y="25099"/>
                    </a:lnTo>
                    <a:lnTo>
                      <a:pt x="62050" y="23663"/>
                    </a:lnTo>
                    <a:lnTo>
                      <a:pt x="64437" y="22203"/>
                    </a:lnTo>
                    <a:lnTo>
                      <a:pt x="66823" y="20729"/>
                    </a:lnTo>
                    <a:lnTo>
                      <a:pt x="69210" y="19248"/>
                    </a:lnTo>
                    <a:lnTo>
                      <a:pt x="71596" y="17767"/>
                    </a:lnTo>
                    <a:lnTo>
                      <a:pt x="73983" y="16287"/>
                    </a:lnTo>
                    <a:lnTo>
                      <a:pt x="76370" y="14808"/>
                    </a:lnTo>
                    <a:lnTo>
                      <a:pt x="78756" y="13327"/>
                    </a:lnTo>
                    <a:lnTo>
                      <a:pt x="81143" y="11843"/>
                    </a:lnTo>
                    <a:lnTo>
                      <a:pt x="83529" y="10351"/>
                    </a:lnTo>
                    <a:lnTo>
                      <a:pt x="85916" y="8852"/>
                    </a:lnTo>
                    <a:lnTo>
                      <a:pt x="88302" y="7348"/>
                    </a:lnTo>
                    <a:lnTo>
                      <a:pt x="90689" y="5844"/>
                    </a:lnTo>
                    <a:lnTo>
                      <a:pt x="93075" y="4347"/>
                    </a:lnTo>
                    <a:lnTo>
                      <a:pt x="95462" y="2867"/>
                    </a:lnTo>
                    <a:lnTo>
                      <a:pt x="97848" y="1414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90" name="Surface grid line"/>
              <p:cNvSpPr/>
              <p:nvPr/>
            </p:nvSpPr>
            <p:spPr>
              <a:xfrm>
                <a:off x="14253098" y="1368667"/>
                <a:ext cx="954738" cy="46469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787">
                    <a:moveTo>
                      <a:pt x="0" y="48787"/>
                    </a:moveTo>
                    <a:lnTo>
                      <a:pt x="2387" y="48009"/>
                    </a:lnTo>
                    <a:lnTo>
                      <a:pt x="4773" y="47429"/>
                    </a:lnTo>
                    <a:lnTo>
                      <a:pt x="7160" y="47049"/>
                    </a:lnTo>
                    <a:lnTo>
                      <a:pt x="9546" y="46855"/>
                    </a:lnTo>
                    <a:lnTo>
                      <a:pt x="11933" y="46806"/>
                    </a:lnTo>
                    <a:lnTo>
                      <a:pt x="14319" y="46835"/>
                    </a:lnTo>
                    <a:lnTo>
                      <a:pt x="16706" y="46856"/>
                    </a:lnTo>
                    <a:lnTo>
                      <a:pt x="19092" y="46776"/>
                    </a:lnTo>
                    <a:lnTo>
                      <a:pt x="21479" y="46508"/>
                    </a:lnTo>
                    <a:lnTo>
                      <a:pt x="23865" y="45991"/>
                    </a:lnTo>
                    <a:lnTo>
                      <a:pt x="26252" y="45200"/>
                    </a:lnTo>
                    <a:lnTo>
                      <a:pt x="28639" y="44146"/>
                    </a:lnTo>
                    <a:lnTo>
                      <a:pt x="31025" y="42878"/>
                    </a:lnTo>
                    <a:lnTo>
                      <a:pt x="33412" y="41462"/>
                    </a:lnTo>
                    <a:lnTo>
                      <a:pt x="35798" y="39973"/>
                    </a:lnTo>
                    <a:lnTo>
                      <a:pt x="38185" y="38472"/>
                    </a:lnTo>
                    <a:lnTo>
                      <a:pt x="40571" y="37004"/>
                    </a:lnTo>
                    <a:lnTo>
                      <a:pt x="42958" y="35588"/>
                    </a:lnTo>
                    <a:lnTo>
                      <a:pt x="45344" y="34223"/>
                    </a:lnTo>
                    <a:lnTo>
                      <a:pt x="47731" y="32893"/>
                    </a:lnTo>
                    <a:lnTo>
                      <a:pt x="50117" y="31577"/>
                    </a:lnTo>
                    <a:lnTo>
                      <a:pt x="52504" y="30250"/>
                    </a:lnTo>
                    <a:lnTo>
                      <a:pt x="54891" y="28895"/>
                    </a:lnTo>
                    <a:lnTo>
                      <a:pt x="57277" y="27499"/>
                    </a:lnTo>
                    <a:lnTo>
                      <a:pt x="59664" y="26056"/>
                    </a:lnTo>
                    <a:lnTo>
                      <a:pt x="62050" y="24568"/>
                    </a:lnTo>
                    <a:lnTo>
                      <a:pt x="64437" y="23039"/>
                    </a:lnTo>
                    <a:lnTo>
                      <a:pt x="66823" y="21477"/>
                    </a:lnTo>
                    <a:lnTo>
                      <a:pt x="69210" y="19890"/>
                    </a:lnTo>
                    <a:lnTo>
                      <a:pt x="71596" y="18286"/>
                    </a:lnTo>
                    <a:lnTo>
                      <a:pt x="73983" y="16672"/>
                    </a:lnTo>
                    <a:lnTo>
                      <a:pt x="76370" y="15055"/>
                    </a:lnTo>
                    <a:lnTo>
                      <a:pt x="78756" y="13440"/>
                    </a:lnTo>
                    <a:lnTo>
                      <a:pt x="81143" y="11833"/>
                    </a:lnTo>
                    <a:lnTo>
                      <a:pt x="83529" y="10238"/>
                    </a:lnTo>
                    <a:lnTo>
                      <a:pt x="85916" y="8663"/>
                    </a:lnTo>
                    <a:lnTo>
                      <a:pt x="88302" y="7112"/>
                    </a:lnTo>
                    <a:lnTo>
                      <a:pt x="90689" y="5594"/>
                    </a:lnTo>
                    <a:lnTo>
                      <a:pt x="93075" y="4117"/>
                    </a:lnTo>
                    <a:lnTo>
                      <a:pt x="95462" y="2687"/>
                    </a:lnTo>
                    <a:lnTo>
                      <a:pt x="97848" y="1313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91" name="Surface grid line"/>
              <p:cNvSpPr/>
              <p:nvPr/>
            </p:nvSpPr>
            <p:spPr>
              <a:xfrm>
                <a:off x="14280486" y="1376926"/>
                <a:ext cx="954738" cy="46564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886">
                    <a:moveTo>
                      <a:pt x="0" y="48886"/>
                    </a:moveTo>
                    <a:lnTo>
                      <a:pt x="2387" y="48161"/>
                    </a:lnTo>
                    <a:lnTo>
                      <a:pt x="4773" y="47591"/>
                    </a:lnTo>
                    <a:lnTo>
                      <a:pt x="7160" y="47176"/>
                    </a:lnTo>
                    <a:lnTo>
                      <a:pt x="9546" y="46901"/>
                    </a:lnTo>
                    <a:lnTo>
                      <a:pt x="11933" y="46732"/>
                    </a:lnTo>
                    <a:lnTo>
                      <a:pt x="14319" y="46619"/>
                    </a:lnTo>
                    <a:lnTo>
                      <a:pt x="16706" y="46498"/>
                    </a:lnTo>
                    <a:lnTo>
                      <a:pt x="19092" y="46296"/>
                    </a:lnTo>
                    <a:lnTo>
                      <a:pt x="21479" y="45951"/>
                    </a:lnTo>
                    <a:lnTo>
                      <a:pt x="23865" y="45415"/>
                    </a:lnTo>
                    <a:lnTo>
                      <a:pt x="26252" y="44667"/>
                    </a:lnTo>
                    <a:lnTo>
                      <a:pt x="28639" y="43713"/>
                    </a:lnTo>
                    <a:lnTo>
                      <a:pt x="31025" y="42584"/>
                    </a:lnTo>
                    <a:lnTo>
                      <a:pt x="33412" y="41325"/>
                    </a:lnTo>
                    <a:lnTo>
                      <a:pt x="35798" y="39989"/>
                    </a:lnTo>
                    <a:lnTo>
                      <a:pt x="38185" y="38617"/>
                    </a:lnTo>
                    <a:lnTo>
                      <a:pt x="40571" y="37242"/>
                    </a:lnTo>
                    <a:lnTo>
                      <a:pt x="42958" y="35877"/>
                    </a:lnTo>
                    <a:lnTo>
                      <a:pt x="45344" y="34524"/>
                    </a:lnTo>
                    <a:lnTo>
                      <a:pt x="47731" y="33172"/>
                    </a:lnTo>
                    <a:lnTo>
                      <a:pt x="50117" y="31807"/>
                    </a:lnTo>
                    <a:lnTo>
                      <a:pt x="52504" y="30416"/>
                    </a:lnTo>
                    <a:lnTo>
                      <a:pt x="54891" y="28985"/>
                    </a:lnTo>
                    <a:lnTo>
                      <a:pt x="57277" y="27509"/>
                    </a:lnTo>
                    <a:lnTo>
                      <a:pt x="59664" y="25986"/>
                    </a:lnTo>
                    <a:lnTo>
                      <a:pt x="62050" y="24417"/>
                    </a:lnTo>
                    <a:lnTo>
                      <a:pt x="64437" y="22810"/>
                    </a:lnTo>
                    <a:lnTo>
                      <a:pt x="66823" y="21173"/>
                    </a:lnTo>
                    <a:lnTo>
                      <a:pt x="69210" y="19513"/>
                    </a:lnTo>
                    <a:lnTo>
                      <a:pt x="71596" y="17842"/>
                    </a:lnTo>
                    <a:lnTo>
                      <a:pt x="73983" y="16169"/>
                    </a:lnTo>
                    <a:lnTo>
                      <a:pt x="76370" y="14503"/>
                    </a:lnTo>
                    <a:lnTo>
                      <a:pt x="78756" y="12854"/>
                    </a:lnTo>
                    <a:lnTo>
                      <a:pt x="81143" y="11229"/>
                    </a:lnTo>
                    <a:lnTo>
                      <a:pt x="83529" y="9637"/>
                    </a:lnTo>
                    <a:lnTo>
                      <a:pt x="85916" y="8086"/>
                    </a:lnTo>
                    <a:lnTo>
                      <a:pt x="88302" y="6583"/>
                    </a:lnTo>
                    <a:lnTo>
                      <a:pt x="90689" y="5135"/>
                    </a:lnTo>
                    <a:lnTo>
                      <a:pt x="93075" y="3748"/>
                    </a:lnTo>
                    <a:lnTo>
                      <a:pt x="95462" y="2427"/>
                    </a:lnTo>
                    <a:lnTo>
                      <a:pt x="97848" y="1177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92" name="Surface grid line"/>
              <p:cNvSpPr/>
              <p:nvPr/>
            </p:nvSpPr>
            <p:spPr>
              <a:xfrm>
                <a:off x="14307874" y="1387936"/>
                <a:ext cx="954738" cy="46705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035">
                    <a:moveTo>
                      <a:pt x="0" y="49035"/>
                    </a:moveTo>
                    <a:lnTo>
                      <a:pt x="2387" y="48371"/>
                    </a:lnTo>
                    <a:lnTo>
                      <a:pt x="4773" y="47824"/>
                    </a:lnTo>
                    <a:lnTo>
                      <a:pt x="7160" y="47389"/>
                    </a:lnTo>
                    <a:lnTo>
                      <a:pt x="9546" y="47052"/>
                    </a:lnTo>
                    <a:lnTo>
                      <a:pt x="11933" y="46785"/>
                    </a:lnTo>
                    <a:lnTo>
                      <a:pt x="14319" y="46550"/>
                    </a:lnTo>
                    <a:lnTo>
                      <a:pt x="16706" y="46297"/>
                    </a:lnTo>
                    <a:lnTo>
                      <a:pt x="19092" y="45975"/>
                    </a:lnTo>
                    <a:lnTo>
                      <a:pt x="21479" y="45536"/>
                    </a:lnTo>
                    <a:lnTo>
                      <a:pt x="23865" y="44944"/>
                    </a:lnTo>
                    <a:lnTo>
                      <a:pt x="26252" y="44182"/>
                    </a:lnTo>
                    <a:lnTo>
                      <a:pt x="28639" y="43252"/>
                    </a:lnTo>
                    <a:lnTo>
                      <a:pt x="31025" y="42174"/>
                    </a:lnTo>
                    <a:lnTo>
                      <a:pt x="33412" y="40978"/>
                    </a:lnTo>
                    <a:lnTo>
                      <a:pt x="35798" y="39699"/>
                    </a:lnTo>
                    <a:lnTo>
                      <a:pt x="38185" y="38366"/>
                    </a:lnTo>
                    <a:lnTo>
                      <a:pt x="40571" y="37003"/>
                    </a:lnTo>
                    <a:lnTo>
                      <a:pt x="42958" y="35619"/>
                    </a:lnTo>
                    <a:lnTo>
                      <a:pt x="45344" y="34219"/>
                    </a:lnTo>
                    <a:lnTo>
                      <a:pt x="47731" y="32796"/>
                    </a:lnTo>
                    <a:lnTo>
                      <a:pt x="50117" y="31346"/>
                    </a:lnTo>
                    <a:lnTo>
                      <a:pt x="52504" y="29859"/>
                    </a:lnTo>
                    <a:lnTo>
                      <a:pt x="54891" y="28333"/>
                    </a:lnTo>
                    <a:lnTo>
                      <a:pt x="57277" y="26765"/>
                    </a:lnTo>
                    <a:lnTo>
                      <a:pt x="59664" y="25157"/>
                    </a:lnTo>
                    <a:lnTo>
                      <a:pt x="62050" y="23516"/>
                    </a:lnTo>
                    <a:lnTo>
                      <a:pt x="64437" y="21849"/>
                    </a:lnTo>
                    <a:lnTo>
                      <a:pt x="66823" y="20164"/>
                    </a:lnTo>
                    <a:lnTo>
                      <a:pt x="69210" y="18473"/>
                    </a:lnTo>
                    <a:lnTo>
                      <a:pt x="71596" y="16786"/>
                    </a:lnTo>
                    <a:lnTo>
                      <a:pt x="73983" y="15113"/>
                    </a:lnTo>
                    <a:lnTo>
                      <a:pt x="76370" y="13465"/>
                    </a:lnTo>
                    <a:lnTo>
                      <a:pt x="78756" y="11851"/>
                    </a:lnTo>
                    <a:lnTo>
                      <a:pt x="81143" y="10280"/>
                    </a:lnTo>
                    <a:lnTo>
                      <a:pt x="83529" y="8759"/>
                    </a:lnTo>
                    <a:lnTo>
                      <a:pt x="85916" y="7298"/>
                    </a:lnTo>
                    <a:lnTo>
                      <a:pt x="88302" y="5900"/>
                    </a:lnTo>
                    <a:lnTo>
                      <a:pt x="90689" y="4571"/>
                    </a:lnTo>
                    <a:lnTo>
                      <a:pt x="93075" y="3315"/>
                    </a:lnTo>
                    <a:lnTo>
                      <a:pt x="95462" y="2134"/>
                    </a:lnTo>
                    <a:lnTo>
                      <a:pt x="97848" y="1030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93" name="Surface grid line"/>
              <p:cNvSpPr/>
              <p:nvPr/>
            </p:nvSpPr>
            <p:spPr>
              <a:xfrm>
                <a:off x="14335261" y="1401677"/>
                <a:ext cx="954738" cy="46854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191">
                    <a:moveTo>
                      <a:pt x="0" y="49191"/>
                    </a:moveTo>
                    <a:lnTo>
                      <a:pt x="2387" y="48582"/>
                    </a:lnTo>
                    <a:lnTo>
                      <a:pt x="4773" y="48055"/>
                    </a:lnTo>
                    <a:lnTo>
                      <a:pt x="7160" y="47600"/>
                    </a:lnTo>
                    <a:lnTo>
                      <a:pt x="9546" y="47204"/>
                    </a:lnTo>
                    <a:lnTo>
                      <a:pt x="11933" y="46845"/>
                    </a:lnTo>
                    <a:lnTo>
                      <a:pt x="14319" y="46492"/>
                    </a:lnTo>
                    <a:lnTo>
                      <a:pt x="16706" y="46109"/>
                    </a:lnTo>
                    <a:lnTo>
                      <a:pt x="19092" y="45658"/>
                    </a:lnTo>
                    <a:lnTo>
                      <a:pt x="21479" y="45104"/>
                    </a:lnTo>
                    <a:lnTo>
                      <a:pt x="23865" y="44422"/>
                    </a:lnTo>
                    <a:lnTo>
                      <a:pt x="26252" y="43596"/>
                    </a:lnTo>
                    <a:lnTo>
                      <a:pt x="28639" y="42628"/>
                    </a:lnTo>
                    <a:lnTo>
                      <a:pt x="31025" y="41531"/>
                    </a:lnTo>
                    <a:lnTo>
                      <a:pt x="33412" y="40323"/>
                    </a:lnTo>
                    <a:lnTo>
                      <a:pt x="35798" y="39029"/>
                    </a:lnTo>
                    <a:lnTo>
                      <a:pt x="38185" y="37671"/>
                    </a:lnTo>
                    <a:lnTo>
                      <a:pt x="40571" y="36264"/>
                    </a:lnTo>
                    <a:lnTo>
                      <a:pt x="42958" y="34819"/>
                    </a:lnTo>
                    <a:lnTo>
                      <a:pt x="45344" y="33341"/>
                    </a:lnTo>
                    <a:lnTo>
                      <a:pt x="47731" y="31829"/>
                    </a:lnTo>
                    <a:lnTo>
                      <a:pt x="50117" y="30283"/>
                    </a:lnTo>
                    <a:lnTo>
                      <a:pt x="52504" y="28703"/>
                    </a:lnTo>
                    <a:lnTo>
                      <a:pt x="54891" y="27088"/>
                    </a:lnTo>
                    <a:lnTo>
                      <a:pt x="57277" y="25444"/>
                    </a:lnTo>
                    <a:lnTo>
                      <a:pt x="59664" y="23774"/>
                    </a:lnTo>
                    <a:lnTo>
                      <a:pt x="62050" y="22087"/>
                    </a:lnTo>
                    <a:lnTo>
                      <a:pt x="64437" y="20393"/>
                    </a:lnTo>
                    <a:lnTo>
                      <a:pt x="66823" y="18701"/>
                    </a:lnTo>
                    <a:lnTo>
                      <a:pt x="69210" y="17021"/>
                    </a:lnTo>
                    <a:lnTo>
                      <a:pt x="71596" y="15365"/>
                    </a:lnTo>
                    <a:lnTo>
                      <a:pt x="73983" y="13743"/>
                    </a:lnTo>
                    <a:lnTo>
                      <a:pt x="76370" y="12163"/>
                    </a:lnTo>
                    <a:lnTo>
                      <a:pt x="78756" y="10635"/>
                    </a:lnTo>
                    <a:lnTo>
                      <a:pt x="81143" y="9165"/>
                    </a:lnTo>
                    <a:lnTo>
                      <a:pt x="83529" y="7761"/>
                    </a:lnTo>
                    <a:lnTo>
                      <a:pt x="85916" y="6427"/>
                    </a:lnTo>
                    <a:lnTo>
                      <a:pt x="88302" y="5167"/>
                    </a:lnTo>
                    <a:lnTo>
                      <a:pt x="90689" y="3983"/>
                    </a:lnTo>
                    <a:lnTo>
                      <a:pt x="93075" y="2876"/>
                    </a:lnTo>
                    <a:lnTo>
                      <a:pt x="95462" y="1845"/>
                    </a:lnTo>
                    <a:lnTo>
                      <a:pt x="97848" y="888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94" name="Surface grid line"/>
              <p:cNvSpPr/>
              <p:nvPr/>
            </p:nvSpPr>
            <p:spPr>
              <a:xfrm>
                <a:off x="14362649" y="1417847"/>
                <a:ext cx="954738" cy="46978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321">
                    <a:moveTo>
                      <a:pt x="0" y="49321"/>
                    </a:moveTo>
                    <a:lnTo>
                      <a:pt x="2387" y="48749"/>
                    </a:lnTo>
                    <a:lnTo>
                      <a:pt x="4773" y="48223"/>
                    </a:lnTo>
                    <a:lnTo>
                      <a:pt x="7160" y="47735"/>
                    </a:lnTo>
                    <a:lnTo>
                      <a:pt x="9546" y="47271"/>
                    </a:lnTo>
                    <a:lnTo>
                      <a:pt x="11933" y="46812"/>
                    </a:lnTo>
                    <a:lnTo>
                      <a:pt x="14319" y="46336"/>
                    </a:lnTo>
                    <a:lnTo>
                      <a:pt x="16706" y="45816"/>
                    </a:lnTo>
                    <a:lnTo>
                      <a:pt x="19092" y="45223"/>
                    </a:lnTo>
                    <a:lnTo>
                      <a:pt x="21479" y="44534"/>
                    </a:lnTo>
                    <a:lnTo>
                      <a:pt x="23865" y="43730"/>
                    </a:lnTo>
                    <a:lnTo>
                      <a:pt x="26252" y="42802"/>
                    </a:lnTo>
                    <a:lnTo>
                      <a:pt x="28639" y="41748"/>
                    </a:lnTo>
                    <a:lnTo>
                      <a:pt x="31025" y="40579"/>
                    </a:lnTo>
                    <a:lnTo>
                      <a:pt x="33412" y="39307"/>
                    </a:lnTo>
                    <a:lnTo>
                      <a:pt x="35798" y="37951"/>
                    </a:lnTo>
                    <a:lnTo>
                      <a:pt x="38185" y="36525"/>
                    </a:lnTo>
                    <a:lnTo>
                      <a:pt x="40571" y="35045"/>
                    </a:lnTo>
                    <a:lnTo>
                      <a:pt x="42958" y="33519"/>
                    </a:lnTo>
                    <a:lnTo>
                      <a:pt x="45344" y="31955"/>
                    </a:lnTo>
                    <a:lnTo>
                      <a:pt x="47731" y="30357"/>
                    </a:lnTo>
                    <a:lnTo>
                      <a:pt x="50117" y="28728"/>
                    </a:lnTo>
                    <a:lnTo>
                      <a:pt x="52504" y="27073"/>
                    </a:lnTo>
                    <a:lnTo>
                      <a:pt x="54891" y="25397"/>
                    </a:lnTo>
                    <a:lnTo>
                      <a:pt x="57277" y="23707"/>
                    </a:lnTo>
                    <a:lnTo>
                      <a:pt x="59664" y="22010"/>
                    </a:lnTo>
                    <a:lnTo>
                      <a:pt x="62050" y="20317"/>
                    </a:lnTo>
                    <a:lnTo>
                      <a:pt x="64437" y="18636"/>
                    </a:lnTo>
                    <a:lnTo>
                      <a:pt x="66823" y="16978"/>
                    </a:lnTo>
                    <a:lnTo>
                      <a:pt x="69210" y="15353"/>
                    </a:lnTo>
                    <a:lnTo>
                      <a:pt x="71596" y="13771"/>
                    </a:lnTo>
                    <a:lnTo>
                      <a:pt x="73983" y="12239"/>
                    </a:lnTo>
                    <a:lnTo>
                      <a:pt x="76370" y="10767"/>
                    </a:lnTo>
                    <a:lnTo>
                      <a:pt x="78756" y="9360"/>
                    </a:lnTo>
                    <a:lnTo>
                      <a:pt x="81143" y="8024"/>
                    </a:lnTo>
                    <a:lnTo>
                      <a:pt x="83529" y="6761"/>
                    </a:lnTo>
                    <a:lnTo>
                      <a:pt x="85916" y="5576"/>
                    </a:lnTo>
                    <a:lnTo>
                      <a:pt x="88302" y="4467"/>
                    </a:lnTo>
                    <a:lnTo>
                      <a:pt x="90689" y="3435"/>
                    </a:lnTo>
                    <a:lnTo>
                      <a:pt x="93075" y="2477"/>
                    </a:lnTo>
                    <a:lnTo>
                      <a:pt x="95462" y="1589"/>
                    </a:lnTo>
                    <a:lnTo>
                      <a:pt x="97848" y="76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95" name="Surface grid line"/>
              <p:cNvSpPr/>
              <p:nvPr/>
            </p:nvSpPr>
            <p:spPr>
              <a:xfrm>
                <a:off x="14390037" y="1435918"/>
                <a:ext cx="954738" cy="47054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401">
                    <a:moveTo>
                      <a:pt x="0" y="49401"/>
                    </a:moveTo>
                    <a:lnTo>
                      <a:pt x="2387" y="48835"/>
                    </a:lnTo>
                    <a:lnTo>
                      <a:pt x="4773" y="48286"/>
                    </a:lnTo>
                    <a:lnTo>
                      <a:pt x="7160" y="47741"/>
                    </a:lnTo>
                    <a:lnTo>
                      <a:pt x="9546" y="47190"/>
                    </a:lnTo>
                    <a:lnTo>
                      <a:pt x="11933" y="46618"/>
                    </a:lnTo>
                    <a:lnTo>
                      <a:pt x="14319" y="46006"/>
                    </a:lnTo>
                    <a:lnTo>
                      <a:pt x="16706" y="45335"/>
                    </a:lnTo>
                    <a:lnTo>
                      <a:pt x="19092" y="44588"/>
                    </a:lnTo>
                    <a:lnTo>
                      <a:pt x="21479" y="43746"/>
                    </a:lnTo>
                    <a:lnTo>
                      <a:pt x="23865" y="42799"/>
                    </a:lnTo>
                    <a:lnTo>
                      <a:pt x="26252" y="41739"/>
                    </a:lnTo>
                    <a:lnTo>
                      <a:pt x="28639" y="40569"/>
                    </a:lnTo>
                    <a:lnTo>
                      <a:pt x="31025" y="39295"/>
                    </a:lnTo>
                    <a:lnTo>
                      <a:pt x="33412" y="37929"/>
                    </a:lnTo>
                    <a:lnTo>
                      <a:pt x="35798" y="36484"/>
                    </a:lnTo>
                    <a:lnTo>
                      <a:pt x="38185" y="34973"/>
                    </a:lnTo>
                    <a:lnTo>
                      <a:pt x="40571" y="33409"/>
                    </a:lnTo>
                    <a:lnTo>
                      <a:pt x="42958" y="31803"/>
                    </a:lnTo>
                    <a:lnTo>
                      <a:pt x="45344" y="30163"/>
                    </a:lnTo>
                    <a:lnTo>
                      <a:pt x="47731" y="28497"/>
                    </a:lnTo>
                    <a:lnTo>
                      <a:pt x="50117" y="26812"/>
                    </a:lnTo>
                    <a:lnTo>
                      <a:pt x="52504" y="25114"/>
                    </a:lnTo>
                    <a:lnTo>
                      <a:pt x="54891" y="23413"/>
                    </a:lnTo>
                    <a:lnTo>
                      <a:pt x="57277" y="21717"/>
                    </a:lnTo>
                    <a:lnTo>
                      <a:pt x="59664" y="20034"/>
                    </a:lnTo>
                    <a:lnTo>
                      <a:pt x="62050" y="18375"/>
                    </a:lnTo>
                    <a:lnTo>
                      <a:pt x="64437" y="16750"/>
                    </a:lnTo>
                    <a:lnTo>
                      <a:pt x="66823" y="15167"/>
                    </a:lnTo>
                    <a:lnTo>
                      <a:pt x="69210" y="13635"/>
                    </a:lnTo>
                    <a:lnTo>
                      <a:pt x="71596" y="12161"/>
                    </a:lnTo>
                    <a:lnTo>
                      <a:pt x="73983" y="10754"/>
                    </a:lnTo>
                    <a:lnTo>
                      <a:pt x="76370" y="9416"/>
                    </a:lnTo>
                    <a:lnTo>
                      <a:pt x="78756" y="8153"/>
                    </a:lnTo>
                    <a:lnTo>
                      <a:pt x="81143" y="6967"/>
                    </a:lnTo>
                    <a:lnTo>
                      <a:pt x="83529" y="5857"/>
                    </a:lnTo>
                    <a:lnTo>
                      <a:pt x="85916" y="4825"/>
                    </a:lnTo>
                    <a:lnTo>
                      <a:pt x="88302" y="3866"/>
                    </a:lnTo>
                    <a:lnTo>
                      <a:pt x="90689" y="2978"/>
                    </a:lnTo>
                    <a:lnTo>
                      <a:pt x="93075" y="2154"/>
                    </a:lnTo>
                    <a:lnTo>
                      <a:pt x="95462" y="1388"/>
                    </a:lnTo>
                    <a:lnTo>
                      <a:pt x="97848" y="673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296" name="Editable search space mesh 1668"/>
            <p:cNvGrpSpPr/>
            <p:nvPr/>
          </p:nvGrpSpPr>
          <p:grpSpPr>
            <a:xfrm>
              <a:off x="15887700" y="638175"/>
              <a:ext cx="2105025" cy="1438275"/>
              <a:chOff x="15887700" y="638175"/>
              <a:chExt cx="2105025" cy="1438275"/>
            </a:xfrm>
          </p:grpSpPr>
          <p:sp>
            <p:nvSpPr>
              <p:cNvPr id="9297" name="Surface mesh patch"/>
              <p:cNvSpPr/>
              <p:nvPr/>
            </p:nvSpPr>
            <p:spPr>
              <a:xfrm>
                <a:off x="16819706" y="1052054"/>
                <a:ext cx="50120" cy="148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63">
                    <a:moveTo>
                      <a:pt x="0" y="395"/>
                    </a:moveTo>
                    <a:lnTo>
                      <a:pt x="2875" y="1563"/>
                    </a:lnTo>
                    <a:lnTo>
                      <a:pt x="5262" y="12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98" name="Surface mesh patch"/>
              <p:cNvSpPr/>
              <p:nvPr/>
            </p:nvSpPr>
            <p:spPr>
              <a:xfrm>
                <a:off x="16796974" y="1055813"/>
                <a:ext cx="50120" cy="134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0">
                    <a:moveTo>
                      <a:pt x="0" y="390"/>
                    </a:moveTo>
                    <a:lnTo>
                      <a:pt x="2875" y="1410"/>
                    </a:lnTo>
                    <a:lnTo>
                      <a:pt x="5262" y="11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99" name="Surface mesh patch"/>
              <p:cNvSpPr/>
              <p:nvPr/>
            </p:nvSpPr>
            <p:spPr>
              <a:xfrm>
                <a:off x="16847094" y="1064363"/>
                <a:ext cx="50120" cy="84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8">
                    <a:moveTo>
                      <a:pt x="0" y="271"/>
                    </a:moveTo>
                    <a:lnTo>
                      <a:pt x="2875" y="888"/>
                    </a:lnTo>
                    <a:lnTo>
                      <a:pt x="5262" y="7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00" name="Surface mesh patch"/>
              <p:cNvSpPr/>
              <p:nvPr/>
            </p:nvSpPr>
            <p:spPr>
              <a:xfrm>
                <a:off x="16774243" y="1059532"/>
                <a:ext cx="50120" cy="120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65">
                    <a:moveTo>
                      <a:pt x="0" y="410"/>
                    </a:moveTo>
                    <a:lnTo>
                      <a:pt x="2875" y="1265"/>
                    </a:lnTo>
                    <a:lnTo>
                      <a:pt x="5262" y="10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01" name="Surface mesh patch"/>
              <p:cNvSpPr/>
              <p:nvPr/>
            </p:nvSpPr>
            <p:spPr>
              <a:xfrm>
                <a:off x="16824362" y="1066944"/>
                <a:ext cx="50120" cy="63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8">
                    <a:moveTo>
                      <a:pt x="0" y="242"/>
                    </a:moveTo>
                    <a:lnTo>
                      <a:pt x="2875" y="668"/>
                    </a:lnTo>
                    <a:lnTo>
                      <a:pt x="5262" y="6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02" name="Surface mesh patch"/>
              <p:cNvSpPr/>
              <p:nvPr/>
            </p:nvSpPr>
            <p:spPr>
              <a:xfrm>
                <a:off x="16874482" y="1071497"/>
                <a:ext cx="50120" cy="13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">
                    <a:moveTo>
                      <a:pt x="0" y="139"/>
                    </a:moveTo>
                    <a:lnTo>
                      <a:pt x="2875" y="0"/>
                    </a:lnTo>
                    <a:lnTo>
                      <a:pt x="5262" y="127"/>
                    </a:lnTo>
                    <a:lnTo>
                      <a:pt x="2387" y="32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03" name="Surface mesh patch"/>
              <p:cNvSpPr/>
              <p:nvPr/>
            </p:nvSpPr>
            <p:spPr>
              <a:xfrm>
                <a:off x="16751511" y="1063437"/>
                <a:ext cx="50120" cy="10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0">
                    <a:moveTo>
                      <a:pt x="0" y="455"/>
                    </a:moveTo>
                    <a:lnTo>
                      <a:pt x="2875" y="1140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04" name="Surface mesh patch"/>
              <p:cNvSpPr/>
              <p:nvPr/>
            </p:nvSpPr>
            <p:spPr>
              <a:xfrm>
                <a:off x="16801630" y="1069246"/>
                <a:ext cx="50120" cy="4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">
                    <a:moveTo>
                      <a:pt x="0" y="245"/>
                    </a:moveTo>
                    <a:lnTo>
                      <a:pt x="2875" y="470"/>
                    </a:lnTo>
                    <a:lnTo>
                      <a:pt x="5262" y="4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05" name="Surface mesh patch"/>
              <p:cNvSpPr/>
              <p:nvPr/>
            </p:nvSpPr>
            <p:spPr>
              <a:xfrm>
                <a:off x="16851750" y="1069539"/>
                <a:ext cx="50120" cy="37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">
                    <a:moveTo>
                      <a:pt x="0" y="396"/>
                    </a:moveTo>
                    <a:lnTo>
                      <a:pt x="2875" y="0"/>
                    </a:lnTo>
                    <a:lnTo>
                      <a:pt x="5262" y="206"/>
                    </a:lnTo>
                    <a:lnTo>
                      <a:pt x="2387" y="344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06" name="Surface mesh patch"/>
              <p:cNvSpPr/>
              <p:nvPr/>
            </p:nvSpPr>
            <p:spPr>
              <a:xfrm>
                <a:off x="16901870" y="1061530"/>
                <a:ext cx="50120" cy="111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4">
                    <a:moveTo>
                      <a:pt x="0" y="1046"/>
                    </a:moveTo>
                    <a:lnTo>
                      <a:pt x="2875" y="0"/>
                    </a:lnTo>
                    <a:lnTo>
                      <a:pt x="5262" y="454"/>
                    </a:lnTo>
                    <a:lnTo>
                      <a:pt x="2387" y="1174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07" name="Surface mesh patch"/>
              <p:cNvSpPr/>
              <p:nvPr/>
            </p:nvSpPr>
            <p:spPr>
              <a:xfrm>
                <a:off x="16728779" y="1067769"/>
                <a:ext cx="50120" cy="9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4">
                    <a:moveTo>
                      <a:pt x="0" y="524"/>
                    </a:moveTo>
                    <a:lnTo>
                      <a:pt x="2875" y="1044"/>
                    </a:lnTo>
                    <a:lnTo>
                      <a:pt x="5262" y="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08" name="Surface mesh patch"/>
              <p:cNvSpPr/>
              <p:nvPr/>
            </p:nvSpPr>
            <p:spPr>
              <a:xfrm>
                <a:off x="16778898" y="1071582"/>
                <a:ext cx="50120" cy="2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0">
                    <a:moveTo>
                      <a:pt x="0" y="284"/>
                    </a:moveTo>
                    <a:lnTo>
                      <a:pt x="2875" y="310"/>
                    </a:lnTo>
                    <a:lnTo>
                      <a:pt x="5262" y="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09" name="Surface mesh patch"/>
              <p:cNvSpPr/>
              <p:nvPr/>
            </p:nvSpPr>
            <p:spPr>
              <a:xfrm>
                <a:off x="16829018" y="1067445"/>
                <a:ext cx="50120" cy="6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">
                    <a:moveTo>
                      <a:pt x="0" y="659"/>
                    </a:moveTo>
                    <a:lnTo>
                      <a:pt x="2875" y="0"/>
                    </a:lnTo>
                    <a:lnTo>
                      <a:pt x="5262" y="220"/>
                    </a:lnTo>
                    <a:lnTo>
                      <a:pt x="2387" y="616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10" name="Surface mesh patch"/>
              <p:cNvSpPr/>
              <p:nvPr/>
            </p:nvSpPr>
            <p:spPr>
              <a:xfrm>
                <a:off x="16879138" y="1056256"/>
                <a:ext cx="50120" cy="1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">
                    <a:moveTo>
                      <a:pt x="0" y="1394"/>
                    </a:moveTo>
                    <a:lnTo>
                      <a:pt x="2875" y="0"/>
                    </a:lnTo>
                    <a:lnTo>
                      <a:pt x="5262" y="554"/>
                    </a:lnTo>
                    <a:lnTo>
                      <a:pt x="2387" y="160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11" name="Surface mesh patch"/>
              <p:cNvSpPr/>
              <p:nvPr/>
            </p:nvSpPr>
            <p:spPr>
              <a:xfrm>
                <a:off x="16929257" y="1042393"/>
                <a:ext cx="50120" cy="23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3">
                    <a:moveTo>
                      <a:pt x="0" y="2009"/>
                    </a:moveTo>
                    <a:lnTo>
                      <a:pt x="2875" y="0"/>
                    </a:lnTo>
                    <a:lnTo>
                      <a:pt x="5262" y="885"/>
                    </a:lnTo>
                    <a:lnTo>
                      <a:pt x="2387" y="2463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12" name="Surface mesh patch"/>
              <p:cNvSpPr/>
              <p:nvPr/>
            </p:nvSpPr>
            <p:spPr>
              <a:xfrm>
                <a:off x="16706047" y="1072763"/>
                <a:ext cx="50120" cy="9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">
                    <a:moveTo>
                      <a:pt x="0" y="617"/>
                    </a:moveTo>
                    <a:lnTo>
                      <a:pt x="2875" y="987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13" name="Surface mesh patch"/>
              <p:cNvSpPr/>
              <p:nvPr/>
            </p:nvSpPr>
            <p:spPr>
              <a:xfrm>
                <a:off x="16756167" y="1074291"/>
                <a:ext cx="50120" cy="3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">
                    <a:moveTo>
                      <a:pt x="0" y="359"/>
                    </a:moveTo>
                    <a:lnTo>
                      <a:pt x="2875" y="205"/>
                    </a:lnTo>
                    <a:lnTo>
                      <a:pt x="5262" y="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14" name="Surface mesh patch"/>
              <p:cNvSpPr/>
              <p:nvPr/>
            </p:nvSpPr>
            <p:spPr>
              <a:xfrm>
                <a:off x="16806286" y="1065898"/>
                <a:ext cx="50120" cy="86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7">
                    <a:moveTo>
                      <a:pt x="0" y="907"/>
                    </a:moveTo>
                    <a:lnTo>
                      <a:pt x="2875" y="0"/>
                    </a:lnTo>
                    <a:lnTo>
                      <a:pt x="5262" y="162"/>
                    </a:lnTo>
                    <a:lnTo>
                      <a:pt x="2387" y="822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15" name="Surface mesh patch"/>
              <p:cNvSpPr/>
              <p:nvPr/>
            </p:nvSpPr>
            <p:spPr>
              <a:xfrm>
                <a:off x="16856406" y="1050873"/>
                <a:ext cx="50120" cy="18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0">
                    <a:moveTo>
                      <a:pt x="0" y="1740"/>
                    </a:moveTo>
                    <a:lnTo>
                      <a:pt x="2875" y="0"/>
                    </a:lnTo>
                    <a:lnTo>
                      <a:pt x="5262" y="565"/>
                    </a:lnTo>
                    <a:lnTo>
                      <a:pt x="2387" y="196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16" name="Surface mesh patch"/>
              <p:cNvSpPr/>
              <p:nvPr/>
            </p:nvSpPr>
            <p:spPr>
              <a:xfrm>
                <a:off x="16906526" y="1032830"/>
                <a:ext cx="50120" cy="28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3">
                    <a:moveTo>
                      <a:pt x="0" y="2459"/>
                    </a:moveTo>
                    <a:lnTo>
                      <a:pt x="2875" y="0"/>
                    </a:lnTo>
                    <a:lnTo>
                      <a:pt x="5262" y="1004"/>
                    </a:lnTo>
                    <a:lnTo>
                      <a:pt x="2387" y="3013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17" name="Surface mesh patch"/>
              <p:cNvSpPr/>
              <p:nvPr/>
            </p:nvSpPr>
            <p:spPr>
              <a:xfrm>
                <a:off x="16956645" y="1014896"/>
                <a:ext cx="50120" cy="35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72">
                    <a:moveTo>
                      <a:pt x="0" y="2887"/>
                    </a:moveTo>
                    <a:lnTo>
                      <a:pt x="2875" y="0"/>
                    </a:lnTo>
                    <a:lnTo>
                      <a:pt x="5262" y="1415"/>
                    </a:lnTo>
                    <a:lnTo>
                      <a:pt x="2387" y="3772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18" name="Surface mesh patch"/>
              <p:cNvSpPr/>
              <p:nvPr/>
            </p:nvSpPr>
            <p:spPr>
              <a:xfrm>
                <a:off x="16683315" y="1078635"/>
                <a:ext cx="50120" cy="92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4">
                    <a:moveTo>
                      <a:pt x="0" y="728"/>
                    </a:moveTo>
                    <a:lnTo>
                      <a:pt x="2875" y="974"/>
                    </a:lnTo>
                    <a:lnTo>
                      <a:pt x="5262" y="3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19" name="Surface mesh patch"/>
              <p:cNvSpPr/>
              <p:nvPr/>
            </p:nvSpPr>
            <p:spPr>
              <a:xfrm>
                <a:off x="16733435" y="1076240"/>
                <a:ext cx="50120" cy="5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">
                    <a:moveTo>
                      <a:pt x="0" y="622"/>
                    </a:moveTo>
                    <a:lnTo>
                      <a:pt x="2875" y="319"/>
                    </a:lnTo>
                    <a:lnTo>
                      <a:pt x="5262" y="0"/>
                    </a:lnTo>
                    <a:lnTo>
                      <a:pt x="2387" y="155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20" name="Surface mesh patch"/>
              <p:cNvSpPr/>
              <p:nvPr/>
            </p:nvSpPr>
            <p:spPr>
              <a:xfrm>
                <a:off x="16783554" y="1065586"/>
                <a:ext cx="50120" cy="10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9">
                    <a:moveTo>
                      <a:pt x="0" y="1119"/>
                    </a:moveTo>
                    <a:lnTo>
                      <a:pt x="2875" y="0"/>
                    </a:lnTo>
                    <a:lnTo>
                      <a:pt x="5262" y="33"/>
                    </a:lnTo>
                    <a:lnTo>
                      <a:pt x="2387" y="94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21" name="Surface mesh patch"/>
              <p:cNvSpPr/>
              <p:nvPr/>
            </p:nvSpPr>
            <p:spPr>
              <a:xfrm>
                <a:off x="16833674" y="1046327"/>
                <a:ext cx="50120" cy="21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7">
                    <a:moveTo>
                      <a:pt x="0" y="2055"/>
                    </a:moveTo>
                    <a:lnTo>
                      <a:pt x="2875" y="0"/>
                    </a:lnTo>
                    <a:lnTo>
                      <a:pt x="5262" y="477"/>
                    </a:lnTo>
                    <a:lnTo>
                      <a:pt x="2387" y="2217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22" name="Surface mesh patch"/>
              <p:cNvSpPr/>
              <p:nvPr/>
            </p:nvSpPr>
            <p:spPr>
              <a:xfrm>
                <a:off x="16883794" y="1023275"/>
                <a:ext cx="50120" cy="329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3">
                    <a:moveTo>
                      <a:pt x="0" y="2897"/>
                    </a:moveTo>
                    <a:lnTo>
                      <a:pt x="2875" y="0"/>
                    </a:lnTo>
                    <a:lnTo>
                      <a:pt x="5262" y="1003"/>
                    </a:lnTo>
                    <a:lnTo>
                      <a:pt x="2387" y="3463"/>
                    </a:lnTo>
                    <a:close/>
                  </a:path>
                </a:pathLst>
              </a:custGeom>
              <a:solidFill>
                <a:srgbClr val="dce2ee"/>
              </a:solidFill>
              <a:ln w="3334" cap="flat" cmpd="sng" algn="ctr">
                <a:solidFill>
                  <a:srgbClr val="dce2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23" name="Surface mesh patch"/>
              <p:cNvSpPr/>
              <p:nvPr/>
            </p:nvSpPr>
            <p:spPr>
              <a:xfrm>
                <a:off x="16933913" y="1000148"/>
                <a:ext cx="50120" cy="42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35">
                    <a:moveTo>
                      <a:pt x="0" y="3431"/>
                    </a:moveTo>
                    <a:lnTo>
                      <a:pt x="2875" y="0"/>
                    </a:lnTo>
                    <a:lnTo>
                      <a:pt x="5262" y="1548"/>
                    </a:lnTo>
                    <a:lnTo>
                      <a:pt x="2387" y="4435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24" name="Surface mesh patch"/>
              <p:cNvSpPr/>
              <p:nvPr/>
            </p:nvSpPr>
            <p:spPr>
              <a:xfrm>
                <a:off x="16984033" y="981418"/>
                <a:ext cx="50120" cy="469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9">
                    <a:moveTo>
                      <a:pt x="0" y="3515"/>
                    </a:moveTo>
                    <a:lnTo>
                      <a:pt x="2875" y="0"/>
                    </a:lnTo>
                    <a:lnTo>
                      <a:pt x="5262" y="2011"/>
                    </a:lnTo>
                    <a:lnTo>
                      <a:pt x="2387" y="4929"/>
                    </a:lnTo>
                    <a:close/>
                  </a:path>
                </a:pathLst>
              </a:custGeom>
              <a:solidFill>
                <a:srgbClr val="e3dee2"/>
              </a:solidFill>
              <a:ln w="3334" cap="flat" cmpd="sng" algn="ctr">
                <a:solidFill>
                  <a:srgbClr val="e3de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25" name="Surface mesh patch"/>
              <p:cNvSpPr/>
              <p:nvPr/>
            </p:nvSpPr>
            <p:spPr>
              <a:xfrm>
                <a:off x="16660583" y="1085567"/>
                <a:ext cx="50120" cy="95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5">
                    <a:moveTo>
                      <a:pt x="0" y="853"/>
                    </a:moveTo>
                    <a:lnTo>
                      <a:pt x="2875" y="1005"/>
                    </a:lnTo>
                    <a:lnTo>
                      <a:pt x="5262" y="2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4"/>
              </a:solidFill>
              <a:ln w="3334" cap="flat" cmpd="sng" algn="ctr">
                <a:solidFill>
                  <a:srgbClr val="d3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26" name="Surface mesh patch"/>
              <p:cNvSpPr/>
              <p:nvPr/>
            </p:nvSpPr>
            <p:spPr>
              <a:xfrm>
                <a:off x="16710703" y="1079280"/>
                <a:ext cx="50120" cy="8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">
                    <a:moveTo>
                      <a:pt x="0" y="906"/>
                    </a:moveTo>
                    <a:lnTo>
                      <a:pt x="2875" y="498"/>
                    </a:lnTo>
                    <a:lnTo>
                      <a:pt x="5262" y="0"/>
                    </a:lnTo>
                    <a:lnTo>
                      <a:pt x="2387" y="303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27" name="Surface mesh patch"/>
              <p:cNvSpPr/>
              <p:nvPr/>
            </p:nvSpPr>
            <p:spPr>
              <a:xfrm>
                <a:off x="16760823" y="1065586"/>
                <a:ext cx="50120" cy="13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8">
                    <a:moveTo>
                      <a:pt x="0" y="1438"/>
                    </a:moveTo>
                    <a:lnTo>
                      <a:pt x="2875" y="163"/>
                    </a:lnTo>
                    <a:lnTo>
                      <a:pt x="5262" y="0"/>
                    </a:lnTo>
                    <a:lnTo>
                      <a:pt x="2387" y="1119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28" name="Surface mesh patch"/>
              <p:cNvSpPr/>
              <p:nvPr/>
            </p:nvSpPr>
            <p:spPr>
              <a:xfrm>
                <a:off x="16810942" y="1043576"/>
                <a:ext cx="50120" cy="223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3">
                    <a:moveTo>
                      <a:pt x="0" y="2311"/>
                    </a:moveTo>
                    <a:lnTo>
                      <a:pt x="2875" y="0"/>
                    </a:lnTo>
                    <a:lnTo>
                      <a:pt x="5262" y="289"/>
                    </a:lnTo>
                    <a:lnTo>
                      <a:pt x="2387" y="2343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29" name="Surface mesh patch"/>
              <p:cNvSpPr/>
              <p:nvPr/>
            </p:nvSpPr>
            <p:spPr>
              <a:xfrm>
                <a:off x="16861062" y="1015010"/>
                <a:ext cx="50120" cy="358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5">
                    <a:moveTo>
                      <a:pt x="0" y="3288"/>
                    </a:moveTo>
                    <a:lnTo>
                      <a:pt x="2875" y="0"/>
                    </a:lnTo>
                    <a:lnTo>
                      <a:pt x="5262" y="868"/>
                    </a:lnTo>
                    <a:lnTo>
                      <a:pt x="2387" y="3765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30" name="Surface mesh patch"/>
              <p:cNvSpPr/>
              <p:nvPr/>
            </p:nvSpPr>
            <p:spPr>
              <a:xfrm>
                <a:off x="16911181" y="985617"/>
                <a:ext cx="50120" cy="472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57">
                    <a:moveTo>
                      <a:pt x="0" y="3954"/>
                    </a:moveTo>
                    <a:lnTo>
                      <a:pt x="2875" y="0"/>
                    </a:lnTo>
                    <a:lnTo>
                      <a:pt x="5262" y="1525"/>
                    </a:lnTo>
                    <a:lnTo>
                      <a:pt x="2387" y="4957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31" name="Surface mesh patch"/>
              <p:cNvSpPr/>
              <p:nvPr/>
            </p:nvSpPr>
            <p:spPr>
              <a:xfrm>
                <a:off x="16961301" y="960898"/>
                <a:ext cx="50120" cy="53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9">
                    <a:moveTo>
                      <a:pt x="0" y="4121"/>
                    </a:moveTo>
                    <a:lnTo>
                      <a:pt x="2875" y="0"/>
                    </a:lnTo>
                    <a:lnTo>
                      <a:pt x="5262" y="2154"/>
                    </a:lnTo>
                    <a:lnTo>
                      <a:pt x="2387" y="5669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32" name="Surface mesh patch"/>
              <p:cNvSpPr/>
              <p:nvPr/>
            </p:nvSpPr>
            <p:spPr>
              <a:xfrm>
                <a:off x="17011421" y="945814"/>
                <a:ext cx="50120" cy="547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49">
                    <a:moveTo>
                      <a:pt x="0" y="3738"/>
                    </a:moveTo>
                    <a:lnTo>
                      <a:pt x="2875" y="0"/>
                    </a:lnTo>
                    <a:lnTo>
                      <a:pt x="5262" y="2618"/>
                    </a:lnTo>
                    <a:lnTo>
                      <a:pt x="2387" y="5749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33" name="Surface mesh patch"/>
              <p:cNvSpPr/>
              <p:nvPr/>
            </p:nvSpPr>
            <p:spPr>
              <a:xfrm>
                <a:off x="16637851" y="1093693"/>
                <a:ext cx="50120" cy="102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">
                    <a:moveTo>
                      <a:pt x="0" y="987"/>
                    </a:moveTo>
                    <a:lnTo>
                      <a:pt x="2875" y="1077"/>
                    </a:lnTo>
                    <a:lnTo>
                      <a:pt x="5262" y="1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34" name="Surface mesh patch"/>
              <p:cNvSpPr/>
              <p:nvPr/>
            </p:nvSpPr>
            <p:spPr>
              <a:xfrm>
                <a:off x="16687971" y="1084025"/>
                <a:ext cx="50120" cy="111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6">
                    <a:moveTo>
                      <a:pt x="0" y="1166"/>
                    </a:moveTo>
                    <a:lnTo>
                      <a:pt x="2875" y="704"/>
                    </a:lnTo>
                    <a:lnTo>
                      <a:pt x="5262" y="0"/>
                    </a:lnTo>
                    <a:lnTo>
                      <a:pt x="2387" y="408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35" name="Surface mesh patch"/>
              <p:cNvSpPr/>
              <p:nvPr/>
            </p:nvSpPr>
            <p:spPr>
              <a:xfrm>
                <a:off x="16738091" y="1067140"/>
                <a:ext cx="50120" cy="168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3">
                    <a:moveTo>
                      <a:pt x="0" y="1773"/>
                    </a:moveTo>
                    <a:lnTo>
                      <a:pt x="2875" y="412"/>
                    </a:lnTo>
                    <a:lnTo>
                      <a:pt x="5262" y="0"/>
                    </a:lnTo>
                    <a:lnTo>
                      <a:pt x="2387" y="1275"/>
                    </a:lnTo>
                    <a:close/>
                  </a:path>
                </a:pathLst>
              </a:custGeom>
              <a:solidFill>
                <a:srgbClr val="dae3f1"/>
              </a:solidFill>
              <a:ln w="3334" cap="flat" cmpd="sng" algn="ctr">
                <a:solidFill>
                  <a:srgbClr val="da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36" name="Surface mesh patch"/>
              <p:cNvSpPr/>
              <p:nvPr/>
            </p:nvSpPr>
            <p:spPr>
              <a:xfrm>
                <a:off x="16788210" y="1043487"/>
                <a:ext cx="50120" cy="23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3">
                    <a:moveTo>
                      <a:pt x="0" y="2483"/>
                    </a:moveTo>
                    <a:lnTo>
                      <a:pt x="2875" y="0"/>
                    </a:lnTo>
                    <a:lnTo>
                      <a:pt x="5262" y="9"/>
                    </a:lnTo>
                    <a:lnTo>
                      <a:pt x="2387" y="2320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37" name="Surface mesh patch"/>
              <p:cNvSpPr/>
              <p:nvPr/>
            </p:nvSpPr>
            <p:spPr>
              <a:xfrm>
                <a:off x="16838330" y="1009326"/>
                <a:ext cx="50120" cy="37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5">
                    <a:moveTo>
                      <a:pt x="0" y="3596"/>
                    </a:moveTo>
                    <a:lnTo>
                      <a:pt x="2875" y="0"/>
                    </a:lnTo>
                    <a:lnTo>
                      <a:pt x="5262" y="597"/>
                    </a:lnTo>
                    <a:lnTo>
                      <a:pt x="2387" y="3885"/>
                    </a:lnTo>
                    <a:close/>
                  </a:path>
                </a:pathLst>
              </a:custGeom>
              <a:solidFill>
                <a:srgbClr val="e4dee1"/>
              </a:solidFill>
              <a:ln w="3334" cap="flat" cmpd="sng" algn="ctr">
                <a:solidFill>
                  <a:srgbClr val="e4de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38" name="Surface mesh patch"/>
              <p:cNvSpPr/>
              <p:nvPr/>
            </p:nvSpPr>
            <p:spPr>
              <a:xfrm>
                <a:off x="16888450" y="972979"/>
                <a:ext cx="50120" cy="502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0">
                    <a:moveTo>
                      <a:pt x="0" y="4413"/>
                    </a:moveTo>
                    <a:lnTo>
                      <a:pt x="2875" y="0"/>
                    </a:lnTo>
                    <a:lnTo>
                      <a:pt x="5262" y="1327"/>
                    </a:lnTo>
                    <a:lnTo>
                      <a:pt x="2387" y="5280"/>
                    </a:lnTo>
                    <a:close/>
                  </a:path>
                </a:pathLst>
              </a:custGeom>
              <a:solidFill>
                <a:srgbClr val="e9dbd5"/>
              </a:solidFill>
              <a:ln w="3334" cap="flat" cmpd="sng" algn="ctr">
                <a:solidFill>
                  <a:srgbClr val="e9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39" name="Surface mesh patch"/>
              <p:cNvSpPr/>
              <p:nvPr/>
            </p:nvSpPr>
            <p:spPr>
              <a:xfrm>
                <a:off x="16938569" y="940884"/>
                <a:ext cx="50120" cy="592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2">
                    <a:moveTo>
                      <a:pt x="0" y="4696"/>
                    </a:moveTo>
                    <a:lnTo>
                      <a:pt x="2875" y="0"/>
                    </a:lnTo>
                    <a:lnTo>
                      <a:pt x="5262" y="2101"/>
                    </a:lnTo>
                    <a:lnTo>
                      <a:pt x="2387" y="6222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40" name="Surface mesh patch"/>
              <p:cNvSpPr/>
              <p:nvPr/>
            </p:nvSpPr>
            <p:spPr>
              <a:xfrm>
                <a:off x="16988689" y="919472"/>
                <a:ext cx="50120" cy="61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4">
                    <a:moveTo>
                      <a:pt x="0" y="4349"/>
                    </a:moveTo>
                    <a:lnTo>
                      <a:pt x="2875" y="0"/>
                    </a:lnTo>
                    <a:lnTo>
                      <a:pt x="5262" y="2766"/>
                    </a:lnTo>
                    <a:lnTo>
                      <a:pt x="2387" y="6504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41" name="Surface mesh patch"/>
              <p:cNvSpPr/>
              <p:nvPr/>
            </p:nvSpPr>
            <p:spPr>
              <a:xfrm>
                <a:off x="17038809" y="912940"/>
                <a:ext cx="50120" cy="57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69">
                    <a:moveTo>
                      <a:pt x="0" y="3451"/>
                    </a:moveTo>
                    <a:lnTo>
                      <a:pt x="2875" y="0"/>
                    </a:lnTo>
                    <a:lnTo>
                      <a:pt x="5262" y="3164"/>
                    </a:lnTo>
                    <a:lnTo>
                      <a:pt x="2387" y="6069"/>
                    </a:lnTo>
                    <a:close/>
                  </a:path>
                </a:pathLst>
              </a:custGeom>
              <a:solidFill>
                <a:srgbClr val="f4d5c1"/>
              </a:solidFill>
              <a:ln w="3334" cap="flat" cmpd="sng" algn="ctr">
                <a:solidFill>
                  <a:srgbClr val="f4d5c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42" name="Surface mesh patch"/>
              <p:cNvSpPr/>
              <p:nvPr/>
            </p:nvSpPr>
            <p:spPr>
              <a:xfrm>
                <a:off x="16615120" y="1103095"/>
                <a:ext cx="50120" cy="11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5">
                    <a:moveTo>
                      <a:pt x="0" y="1124"/>
                    </a:moveTo>
                    <a:lnTo>
                      <a:pt x="2875" y="1185"/>
                    </a:lnTo>
                    <a:lnTo>
                      <a:pt x="5262" y="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43" name="Surface mesh patch"/>
              <p:cNvSpPr/>
              <p:nvPr/>
            </p:nvSpPr>
            <p:spPr>
              <a:xfrm>
                <a:off x="16665239" y="1090732"/>
                <a:ext cx="50120" cy="13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8">
                    <a:moveTo>
                      <a:pt x="0" y="1388"/>
                    </a:moveTo>
                    <a:lnTo>
                      <a:pt x="2875" y="924"/>
                    </a:lnTo>
                    <a:lnTo>
                      <a:pt x="5262" y="0"/>
                    </a:lnTo>
                    <a:lnTo>
                      <a:pt x="2387" y="462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44" name="Surface mesh patch"/>
              <p:cNvSpPr/>
              <p:nvPr/>
            </p:nvSpPr>
            <p:spPr>
              <a:xfrm>
                <a:off x="16715359" y="1071067"/>
                <a:ext cx="50120" cy="19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5">
                    <a:moveTo>
                      <a:pt x="0" y="2065"/>
                    </a:moveTo>
                    <a:lnTo>
                      <a:pt x="2875" y="697"/>
                    </a:lnTo>
                    <a:lnTo>
                      <a:pt x="5262" y="0"/>
                    </a:lnTo>
                    <a:lnTo>
                      <a:pt x="2387" y="1360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45" name="Surface mesh patch"/>
              <p:cNvSpPr/>
              <p:nvPr/>
            </p:nvSpPr>
            <p:spPr>
              <a:xfrm>
                <a:off x="16765478" y="1043487"/>
                <a:ext cx="50120" cy="27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5">
                    <a:moveTo>
                      <a:pt x="0" y="2895"/>
                    </a:moveTo>
                    <a:lnTo>
                      <a:pt x="2875" y="342"/>
                    </a:lnTo>
                    <a:lnTo>
                      <a:pt x="5262" y="0"/>
                    </a:lnTo>
                    <a:lnTo>
                      <a:pt x="2387" y="2483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46" name="Surface mesh patch"/>
              <p:cNvSpPr/>
              <p:nvPr/>
            </p:nvSpPr>
            <p:spPr>
              <a:xfrm>
                <a:off x="16815598" y="1007385"/>
                <a:ext cx="50120" cy="36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00">
                    <a:moveTo>
                      <a:pt x="0" y="3790"/>
                    </a:moveTo>
                    <a:lnTo>
                      <a:pt x="2875" y="0"/>
                    </a:lnTo>
                    <a:lnTo>
                      <a:pt x="5262" y="204"/>
                    </a:lnTo>
                    <a:lnTo>
                      <a:pt x="2387" y="3800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47" name="Surface mesh patch"/>
              <p:cNvSpPr/>
              <p:nvPr/>
            </p:nvSpPr>
            <p:spPr>
              <a:xfrm>
                <a:off x="16865718" y="963914"/>
                <a:ext cx="50120" cy="51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64">
                    <a:moveTo>
                      <a:pt x="0" y="4768"/>
                    </a:moveTo>
                    <a:lnTo>
                      <a:pt x="2875" y="0"/>
                    </a:lnTo>
                    <a:lnTo>
                      <a:pt x="5262" y="952"/>
                    </a:lnTo>
                    <a:lnTo>
                      <a:pt x="2387" y="5364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48" name="Surface mesh patch"/>
              <p:cNvSpPr/>
              <p:nvPr/>
            </p:nvSpPr>
            <p:spPr>
              <a:xfrm>
                <a:off x="16915837" y="923475"/>
                <a:ext cx="50120" cy="62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4">
                    <a:moveTo>
                      <a:pt x="0" y="5197"/>
                    </a:moveTo>
                    <a:lnTo>
                      <a:pt x="2875" y="0"/>
                    </a:lnTo>
                    <a:lnTo>
                      <a:pt x="5262" y="1828"/>
                    </a:lnTo>
                    <a:lnTo>
                      <a:pt x="2387" y="6524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49" name="Surface mesh patch"/>
              <p:cNvSpPr/>
              <p:nvPr/>
            </p:nvSpPr>
            <p:spPr>
              <a:xfrm>
                <a:off x="16965957" y="893977"/>
                <a:ext cx="50120" cy="66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6">
                    <a:moveTo>
                      <a:pt x="0" y="4925"/>
                    </a:moveTo>
                    <a:lnTo>
                      <a:pt x="2875" y="0"/>
                    </a:lnTo>
                    <a:lnTo>
                      <a:pt x="5262" y="2677"/>
                    </a:lnTo>
                    <a:lnTo>
                      <a:pt x="2387" y="7026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50" name="Surface mesh patch"/>
              <p:cNvSpPr/>
              <p:nvPr/>
            </p:nvSpPr>
            <p:spPr>
              <a:xfrm>
                <a:off x="17016077" y="881416"/>
                <a:ext cx="50120" cy="64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61">
                    <a:moveTo>
                      <a:pt x="0" y="3995"/>
                    </a:moveTo>
                    <a:lnTo>
                      <a:pt x="2875" y="0"/>
                    </a:lnTo>
                    <a:lnTo>
                      <a:pt x="5262" y="3310"/>
                    </a:lnTo>
                    <a:lnTo>
                      <a:pt x="2387" y="6761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51" name="Surface mesh patch"/>
              <p:cNvSpPr/>
              <p:nvPr/>
            </p:nvSpPr>
            <p:spPr>
              <a:xfrm>
                <a:off x="17066196" y="887838"/>
                <a:ext cx="50120" cy="5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00">
                    <a:moveTo>
                      <a:pt x="0" y="2635"/>
                    </a:moveTo>
                    <a:lnTo>
                      <a:pt x="2875" y="0"/>
                    </a:lnTo>
                    <a:lnTo>
                      <a:pt x="5262" y="3576"/>
                    </a:lnTo>
                    <a:lnTo>
                      <a:pt x="2387" y="580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52" name="Surface mesh patch"/>
              <p:cNvSpPr/>
              <p:nvPr/>
            </p:nvSpPr>
            <p:spPr>
              <a:xfrm>
                <a:off x="16592388" y="1113801"/>
                <a:ext cx="50120" cy="12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1259"/>
                    </a:moveTo>
                    <a:lnTo>
                      <a:pt x="2875" y="1322"/>
                    </a:lnTo>
                    <a:lnTo>
                      <a:pt x="5262" y="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53" name="Surface mesh patch"/>
              <p:cNvSpPr/>
              <p:nvPr/>
            </p:nvSpPr>
            <p:spPr>
              <a:xfrm>
                <a:off x="16642507" y="1099531"/>
                <a:ext cx="50120" cy="14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">
                    <a:moveTo>
                      <a:pt x="0" y="1559"/>
                    </a:moveTo>
                    <a:lnTo>
                      <a:pt x="2875" y="1144"/>
                    </a:lnTo>
                    <a:lnTo>
                      <a:pt x="5262" y="0"/>
                    </a:lnTo>
                    <a:lnTo>
                      <a:pt x="2387" y="464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54" name="Surface mesh patch"/>
              <p:cNvSpPr/>
              <p:nvPr/>
            </p:nvSpPr>
            <p:spPr>
              <a:xfrm>
                <a:off x="16692627" y="1077702"/>
                <a:ext cx="50120" cy="218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2">
                    <a:moveTo>
                      <a:pt x="0" y="2292"/>
                    </a:moveTo>
                    <a:lnTo>
                      <a:pt x="2875" y="996"/>
                    </a:lnTo>
                    <a:lnTo>
                      <a:pt x="5262" y="0"/>
                    </a:lnTo>
                    <a:lnTo>
                      <a:pt x="2387" y="1368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55" name="Surface mesh patch"/>
              <p:cNvSpPr/>
              <p:nvPr/>
            </p:nvSpPr>
            <p:spPr>
              <a:xfrm>
                <a:off x="16742747" y="1046744"/>
                <a:ext cx="50120" cy="30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50">
                    <a:moveTo>
                      <a:pt x="0" y="3250"/>
                    </a:moveTo>
                    <a:lnTo>
                      <a:pt x="2875" y="738"/>
                    </a:lnTo>
                    <a:lnTo>
                      <a:pt x="5262" y="0"/>
                    </a:lnTo>
                    <a:lnTo>
                      <a:pt x="2387" y="2554"/>
                    </a:lnTo>
                    <a:close/>
                  </a:path>
                </a:pathLst>
              </a:custGeom>
              <a:solidFill>
                <a:srgbClr val="e1dfe5"/>
              </a:solidFill>
              <a:ln w="3334" cap="flat" cmpd="sng" algn="ctr">
                <a:solidFill>
                  <a:srgbClr val="e1df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56" name="Surface mesh patch"/>
              <p:cNvSpPr/>
              <p:nvPr/>
            </p:nvSpPr>
            <p:spPr>
              <a:xfrm>
                <a:off x="16792866" y="1007385"/>
                <a:ext cx="50120" cy="39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32">
                    <a:moveTo>
                      <a:pt x="0" y="4132"/>
                    </a:moveTo>
                    <a:lnTo>
                      <a:pt x="2875" y="283"/>
                    </a:lnTo>
                    <a:lnTo>
                      <a:pt x="5262" y="0"/>
                    </a:lnTo>
                    <a:lnTo>
                      <a:pt x="2387" y="379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57" name="Surface mesh patch"/>
              <p:cNvSpPr/>
              <p:nvPr/>
            </p:nvSpPr>
            <p:spPr>
              <a:xfrm>
                <a:off x="16842986" y="959927"/>
                <a:ext cx="50120" cy="493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86">
                    <a:moveTo>
                      <a:pt x="0" y="4982"/>
                    </a:moveTo>
                    <a:lnTo>
                      <a:pt x="2875" y="0"/>
                    </a:lnTo>
                    <a:lnTo>
                      <a:pt x="5262" y="419"/>
                    </a:lnTo>
                    <a:lnTo>
                      <a:pt x="2387" y="5186"/>
                    </a:lnTo>
                    <a:close/>
                  </a:path>
                </a:pathLst>
              </a:custGeom>
              <a:solidFill>
                <a:srgbClr val="f1d7c7"/>
              </a:solidFill>
              <a:ln w="3334" cap="flat" cmpd="sng" algn="ctr">
                <a:solidFill>
                  <a:srgbClr val="f1d7c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58" name="Surface mesh patch"/>
              <p:cNvSpPr/>
              <p:nvPr/>
            </p:nvSpPr>
            <p:spPr>
              <a:xfrm>
                <a:off x="16893106" y="910778"/>
                <a:ext cx="50120" cy="622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0">
                    <a:moveTo>
                      <a:pt x="0" y="5579"/>
                    </a:moveTo>
                    <a:lnTo>
                      <a:pt x="2875" y="0"/>
                    </a:lnTo>
                    <a:lnTo>
                      <a:pt x="5262" y="1333"/>
                    </a:lnTo>
                    <a:lnTo>
                      <a:pt x="2387" y="6530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59" name="Surface mesh patch"/>
              <p:cNvSpPr/>
              <p:nvPr/>
            </p:nvSpPr>
            <p:spPr>
              <a:xfrm>
                <a:off x="16943225" y="871848"/>
                <a:ext cx="50120" cy="690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8">
                    <a:moveTo>
                      <a:pt x="0" y="5420"/>
                    </a:moveTo>
                    <a:lnTo>
                      <a:pt x="2875" y="0"/>
                    </a:lnTo>
                    <a:lnTo>
                      <a:pt x="5262" y="2323"/>
                    </a:lnTo>
                    <a:lnTo>
                      <a:pt x="2387" y="7248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60" name="Surface mesh patch"/>
              <p:cNvSpPr/>
              <p:nvPr/>
            </p:nvSpPr>
            <p:spPr>
              <a:xfrm>
                <a:off x="16993345" y="851096"/>
                <a:ext cx="50120" cy="68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79">
                    <a:moveTo>
                      <a:pt x="0" y="4502"/>
                    </a:moveTo>
                    <a:lnTo>
                      <a:pt x="2875" y="0"/>
                    </a:lnTo>
                    <a:lnTo>
                      <a:pt x="5262" y="3183"/>
                    </a:lnTo>
                    <a:lnTo>
                      <a:pt x="2387" y="7179"/>
                    </a:lnTo>
                    <a:close/>
                  </a:path>
                </a:pathLst>
              </a:custGeom>
              <a:solidFill>
                <a:srgbClr val="fbc5a9"/>
              </a:solidFill>
              <a:ln w="3334" cap="flat" cmpd="sng" algn="ctr">
                <a:solidFill>
                  <a:srgbClr val="fbc5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61" name="Surface mesh patch"/>
              <p:cNvSpPr/>
              <p:nvPr/>
            </p:nvSpPr>
            <p:spPr>
              <a:xfrm>
                <a:off x="17043464" y="852483"/>
                <a:ext cx="50120" cy="6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7">
                    <a:moveTo>
                      <a:pt x="0" y="3038"/>
                    </a:moveTo>
                    <a:lnTo>
                      <a:pt x="2875" y="0"/>
                    </a:lnTo>
                    <a:lnTo>
                      <a:pt x="5262" y="3712"/>
                    </a:lnTo>
                    <a:lnTo>
                      <a:pt x="2387" y="6347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62" name="Surface mesh patch"/>
              <p:cNvSpPr/>
              <p:nvPr/>
            </p:nvSpPr>
            <p:spPr>
              <a:xfrm>
                <a:off x="17093584" y="874764"/>
                <a:ext cx="50120" cy="47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8">
                    <a:moveTo>
                      <a:pt x="0" y="1373"/>
                    </a:moveTo>
                    <a:lnTo>
                      <a:pt x="2875" y="0"/>
                    </a:lnTo>
                    <a:lnTo>
                      <a:pt x="5262" y="3793"/>
                    </a:lnTo>
                    <a:lnTo>
                      <a:pt x="2387" y="4948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63" name="Surface mesh patch"/>
              <p:cNvSpPr/>
              <p:nvPr/>
            </p:nvSpPr>
            <p:spPr>
              <a:xfrm>
                <a:off x="16569656" y="1125796"/>
                <a:ext cx="50120" cy="14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80">
                    <a:moveTo>
                      <a:pt x="0" y="1389"/>
                    </a:moveTo>
                    <a:lnTo>
                      <a:pt x="2875" y="1480"/>
                    </a:lnTo>
                    <a:lnTo>
                      <a:pt x="5262" y="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64" name="Surface mesh patch"/>
              <p:cNvSpPr/>
              <p:nvPr/>
            </p:nvSpPr>
            <p:spPr>
              <a:xfrm>
                <a:off x="16619775" y="1110425"/>
                <a:ext cx="50120" cy="15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7">
                    <a:moveTo>
                      <a:pt x="0" y="1677"/>
                    </a:moveTo>
                    <a:lnTo>
                      <a:pt x="2875" y="1353"/>
                    </a:lnTo>
                    <a:lnTo>
                      <a:pt x="5262" y="0"/>
                    </a:lnTo>
                    <a:lnTo>
                      <a:pt x="2387" y="416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65" name="Surface mesh patch"/>
              <p:cNvSpPr/>
              <p:nvPr/>
            </p:nvSpPr>
            <p:spPr>
              <a:xfrm>
                <a:off x="16669895" y="1087184"/>
                <a:ext cx="50120" cy="23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0">
                    <a:moveTo>
                      <a:pt x="0" y="2440"/>
                    </a:moveTo>
                    <a:lnTo>
                      <a:pt x="2875" y="1289"/>
                    </a:lnTo>
                    <a:lnTo>
                      <a:pt x="5262" y="0"/>
                    </a:lnTo>
                    <a:lnTo>
                      <a:pt x="2387" y="1296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66" name="Surface mesh patch"/>
              <p:cNvSpPr/>
              <p:nvPr/>
            </p:nvSpPr>
            <p:spPr>
              <a:xfrm>
                <a:off x="16720015" y="1053775"/>
                <a:ext cx="50120" cy="334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07">
                    <a:moveTo>
                      <a:pt x="0" y="3507"/>
                    </a:moveTo>
                    <a:lnTo>
                      <a:pt x="2875" y="1149"/>
                    </a:lnTo>
                    <a:lnTo>
                      <a:pt x="5262" y="0"/>
                    </a:lnTo>
                    <a:lnTo>
                      <a:pt x="2387" y="2512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67" name="Surface mesh patch"/>
              <p:cNvSpPr/>
              <p:nvPr/>
            </p:nvSpPr>
            <p:spPr>
              <a:xfrm>
                <a:off x="16770134" y="1010085"/>
                <a:ext cx="50120" cy="436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7">
                    <a:moveTo>
                      <a:pt x="0" y="4587"/>
                    </a:moveTo>
                    <a:lnTo>
                      <a:pt x="2875" y="827"/>
                    </a:lnTo>
                    <a:lnTo>
                      <a:pt x="5262" y="0"/>
                    </a:lnTo>
                    <a:lnTo>
                      <a:pt x="2387" y="3849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68" name="Surface mesh patch"/>
              <p:cNvSpPr/>
              <p:nvPr/>
            </p:nvSpPr>
            <p:spPr>
              <a:xfrm>
                <a:off x="16820254" y="959927"/>
                <a:ext cx="50120" cy="50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66">
                    <a:moveTo>
                      <a:pt x="0" y="5266"/>
                    </a:moveTo>
                    <a:lnTo>
                      <a:pt x="2875" y="235"/>
                    </a:lnTo>
                    <a:lnTo>
                      <a:pt x="5262" y="0"/>
                    </a:lnTo>
                    <a:lnTo>
                      <a:pt x="2387" y="4982"/>
                    </a:lnTo>
                    <a:close/>
                  </a:path>
                </a:pathLst>
              </a:custGeom>
              <a:solidFill>
                <a:srgbClr val="f3d5c2"/>
              </a:solidFill>
              <a:ln w="3334" cap="flat" cmpd="sng" algn="ctr">
                <a:solidFill>
                  <a:srgbClr val="f3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69" name="Surface mesh patch"/>
              <p:cNvSpPr/>
              <p:nvPr/>
            </p:nvSpPr>
            <p:spPr>
              <a:xfrm>
                <a:off x="16870374" y="904662"/>
                <a:ext cx="50120" cy="592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1">
                    <a:moveTo>
                      <a:pt x="0" y="5802"/>
                    </a:moveTo>
                    <a:lnTo>
                      <a:pt x="2875" y="0"/>
                    </a:lnTo>
                    <a:lnTo>
                      <a:pt x="5262" y="642"/>
                    </a:lnTo>
                    <a:lnTo>
                      <a:pt x="2387" y="6221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70" name="Surface mesh patch"/>
              <p:cNvSpPr/>
              <p:nvPr/>
            </p:nvSpPr>
            <p:spPr>
              <a:xfrm>
                <a:off x="16920493" y="855607"/>
                <a:ext cx="50120" cy="67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25">
                    <a:moveTo>
                      <a:pt x="0" y="5792"/>
                    </a:moveTo>
                    <a:lnTo>
                      <a:pt x="2875" y="0"/>
                    </a:lnTo>
                    <a:lnTo>
                      <a:pt x="5262" y="1705"/>
                    </a:lnTo>
                    <a:lnTo>
                      <a:pt x="2387" y="7125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71" name="Surface mesh patch"/>
              <p:cNvSpPr/>
              <p:nvPr/>
            </p:nvSpPr>
            <p:spPr>
              <a:xfrm>
                <a:off x="16970613" y="824867"/>
                <a:ext cx="50120" cy="691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56">
                    <a:moveTo>
                      <a:pt x="0" y="4932"/>
                    </a:moveTo>
                    <a:lnTo>
                      <a:pt x="2875" y="0"/>
                    </a:lnTo>
                    <a:lnTo>
                      <a:pt x="5262" y="2754"/>
                    </a:lnTo>
                    <a:lnTo>
                      <a:pt x="2387" y="7256"/>
                    </a:lnTo>
                    <a:close/>
                  </a:path>
                </a:pathLst>
              </a:custGeom>
              <a:solidFill>
                <a:srgbClr val="fbbca0"/>
              </a:solidFill>
              <a:ln w="3334" cap="flat" cmpd="sng" algn="ctr">
                <a:solidFill>
                  <a:srgbClr val="fbbc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72" name="Surface mesh patch"/>
              <p:cNvSpPr/>
              <p:nvPr/>
            </p:nvSpPr>
            <p:spPr>
              <a:xfrm>
                <a:off x="17020733" y="818667"/>
                <a:ext cx="50120" cy="62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88">
                    <a:moveTo>
                      <a:pt x="0" y="3405"/>
                    </a:moveTo>
                    <a:lnTo>
                      <a:pt x="2875" y="0"/>
                    </a:lnTo>
                    <a:lnTo>
                      <a:pt x="5262" y="3550"/>
                    </a:lnTo>
                    <a:lnTo>
                      <a:pt x="2387" y="6588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73" name="Surface mesh patch"/>
              <p:cNvSpPr/>
              <p:nvPr/>
            </p:nvSpPr>
            <p:spPr>
              <a:xfrm>
                <a:off x="17070852" y="837505"/>
                <a:ext cx="50120" cy="503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4">
                    <a:moveTo>
                      <a:pt x="0" y="1573"/>
                    </a:moveTo>
                    <a:lnTo>
                      <a:pt x="2875" y="0"/>
                    </a:lnTo>
                    <a:lnTo>
                      <a:pt x="5262" y="3912"/>
                    </a:lnTo>
                    <a:lnTo>
                      <a:pt x="2387" y="5284"/>
                    </a:lnTo>
                    <a:close/>
                  </a:path>
                </a:pathLst>
              </a:custGeom>
              <a:solidFill>
                <a:srgbClr val="fbbea1"/>
              </a:solidFill>
              <a:ln w="3334" cap="flat" cmpd="sng" algn="ctr">
                <a:solidFill>
                  <a:srgbClr val="fbbe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74" name="Surface mesh patch"/>
              <p:cNvSpPr/>
              <p:nvPr/>
            </p:nvSpPr>
            <p:spPr>
              <a:xfrm>
                <a:off x="17120972" y="874764"/>
                <a:ext cx="50120" cy="37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46">
                    <a:moveTo>
                      <a:pt x="0" y="0"/>
                    </a:moveTo>
                    <a:lnTo>
                      <a:pt x="2875" y="165"/>
                    </a:lnTo>
                    <a:lnTo>
                      <a:pt x="5262" y="3946"/>
                    </a:lnTo>
                    <a:lnTo>
                      <a:pt x="2387" y="3793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75" name="Surface mesh patch"/>
              <p:cNvSpPr/>
              <p:nvPr/>
            </p:nvSpPr>
            <p:spPr>
              <a:xfrm>
                <a:off x="16546924" y="1139027"/>
                <a:ext cx="50120" cy="15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2">
                    <a:moveTo>
                      <a:pt x="0" y="1511"/>
                    </a:moveTo>
                    <a:lnTo>
                      <a:pt x="2875" y="1652"/>
                    </a:lnTo>
                    <a:lnTo>
                      <a:pt x="5262" y="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76" name="Surface mesh patch"/>
              <p:cNvSpPr/>
              <p:nvPr/>
            </p:nvSpPr>
            <p:spPr>
              <a:xfrm>
                <a:off x="16597044" y="1123312"/>
                <a:ext cx="50120" cy="16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1">
                    <a:moveTo>
                      <a:pt x="0" y="1741"/>
                    </a:moveTo>
                    <a:lnTo>
                      <a:pt x="2875" y="1544"/>
                    </a:lnTo>
                    <a:lnTo>
                      <a:pt x="5262" y="0"/>
                    </a:lnTo>
                    <a:lnTo>
                      <a:pt x="2387" y="324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77" name="Surface mesh patch"/>
              <p:cNvSpPr/>
              <p:nvPr/>
            </p:nvSpPr>
            <p:spPr>
              <a:xfrm>
                <a:off x="16647163" y="1099463"/>
                <a:ext cx="50120" cy="238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4">
                    <a:moveTo>
                      <a:pt x="0" y="2504"/>
                    </a:moveTo>
                    <a:lnTo>
                      <a:pt x="2875" y="1560"/>
                    </a:lnTo>
                    <a:lnTo>
                      <a:pt x="5262" y="0"/>
                    </a:lnTo>
                    <a:lnTo>
                      <a:pt x="2387" y="1151"/>
                    </a:lnTo>
                    <a:close/>
                  </a:path>
                </a:pathLst>
              </a:custGeom>
              <a:solidFill>
                <a:srgbClr val="dce2ef"/>
              </a:solidFill>
              <a:ln w="3334" cap="flat" cmpd="sng" algn="ctr">
                <a:solidFill>
                  <a:srgbClr val="dce2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78" name="Surface mesh patch"/>
              <p:cNvSpPr/>
              <p:nvPr/>
            </p:nvSpPr>
            <p:spPr>
              <a:xfrm>
                <a:off x="16697283" y="1064718"/>
                <a:ext cx="50120" cy="347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48">
                    <a:moveTo>
                      <a:pt x="0" y="3648"/>
                    </a:moveTo>
                    <a:lnTo>
                      <a:pt x="2875" y="1544"/>
                    </a:lnTo>
                    <a:lnTo>
                      <a:pt x="5262" y="0"/>
                    </a:lnTo>
                    <a:lnTo>
                      <a:pt x="2387" y="2359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79" name="Surface mesh patch"/>
              <p:cNvSpPr/>
              <p:nvPr/>
            </p:nvSpPr>
            <p:spPr>
              <a:xfrm>
                <a:off x="16747403" y="1017962"/>
                <a:ext cx="50120" cy="467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9">
                    <a:moveTo>
                      <a:pt x="0" y="4909"/>
                    </a:moveTo>
                    <a:lnTo>
                      <a:pt x="2875" y="1383"/>
                    </a:lnTo>
                    <a:lnTo>
                      <a:pt x="5262" y="0"/>
                    </a:lnTo>
                    <a:lnTo>
                      <a:pt x="2387" y="3760"/>
                    </a:lnTo>
                    <a:close/>
                  </a:path>
                </a:pathLst>
              </a:custGeom>
              <a:solidFill>
                <a:srgbClr val="eadbd4"/>
              </a:solidFill>
              <a:ln w="3334" cap="flat" cmpd="sng" algn="ctr">
                <a:solidFill>
                  <a:srgbClr val="eadb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80" name="Surface mesh patch"/>
              <p:cNvSpPr/>
              <p:nvPr/>
            </p:nvSpPr>
            <p:spPr>
              <a:xfrm>
                <a:off x="16797522" y="962163"/>
                <a:ext cx="50120" cy="557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8">
                    <a:moveTo>
                      <a:pt x="0" y="5858"/>
                    </a:moveTo>
                    <a:lnTo>
                      <a:pt x="2875" y="957"/>
                    </a:lnTo>
                    <a:lnTo>
                      <a:pt x="5262" y="0"/>
                    </a:lnTo>
                    <a:lnTo>
                      <a:pt x="2387" y="5031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81" name="Surface mesh patch"/>
              <p:cNvSpPr/>
              <p:nvPr/>
            </p:nvSpPr>
            <p:spPr>
              <a:xfrm>
                <a:off x="16847642" y="904662"/>
                <a:ext cx="50120" cy="575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37">
                    <a:moveTo>
                      <a:pt x="0" y="6037"/>
                    </a:moveTo>
                    <a:lnTo>
                      <a:pt x="2875" y="197"/>
                    </a:lnTo>
                    <a:lnTo>
                      <a:pt x="5262" y="0"/>
                    </a:lnTo>
                    <a:lnTo>
                      <a:pt x="2387" y="5802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82" name="Surface mesh patch"/>
              <p:cNvSpPr/>
              <p:nvPr/>
            </p:nvSpPr>
            <p:spPr>
              <a:xfrm>
                <a:off x="16897761" y="847485"/>
                <a:ext cx="50120" cy="63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45">
                    <a:moveTo>
                      <a:pt x="0" y="6003"/>
                    </a:moveTo>
                    <a:lnTo>
                      <a:pt x="2875" y="0"/>
                    </a:lnTo>
                    <a:lnTo>
                      <a:pt x="5262" y="853"/>
                    </a:lnTo>
                    <a:lnTo>
                      <a:pt x="2387" y="6645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83" name="Surface mesh patch"/>
              <p:cNvSpPr/>
              <p:nvPr/>
            </p:nvSpPr>
            <p:spPr>
              <a:xfrm>
                <a:off x="16947881" y="805614"/>
                <a:ext cx="50120" cy="662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54">
                    <a:moveTo>
                      <a:pt x="0" y="5249"/>
                    </a:moveTo>
                    <a:lnTo>
                      <a:pt x="2875" y="0"/>
                    </a:lnTo>
                    <a:lnTo>
                      <a:pt x="5262" y="2021"/>
                    </a:lnTo>
                    <a:lnTo>
                      <a:pt x="2387" y="6954"/>
                    </a:lnTo>
                    <a:close/>
                  </a:path>
                </a:pathLst>
              </a:custGeom>
              <a:solidFill>
                <a:srgbClr val="fbb498"/>
              </a:solidFill>
              <a:ln w="3334" cap="flat" cmpd="sng" algn="ctr">
                <a:solidFill>
                  <a:srgbClr val="fbb49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84" name="Surface mesh patch"/>
              <p:cNvSpPr/>
              <p:nvPr/>
            </p:nvSpPr>
            <p:spPr>
              <a:xfrm>
                <a:off x="16998001" y="789545"/>
                <a:ext cx="50120" cy="61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62">
                    <a:moveTo>
                      <a:pt x="0" y="3708"/>
                    </a:moveTo>
                    <a:lnTo>
                      <a:pt x="2875" y="0"/>
                    </a:lnTo>
                    <a:lnTo>
                      <a:pt x="5262" y="3058"/>
                    </a:lnTo>
                    <a:lnTo>
                      <a:pt x="2387" y="6462"/>
                    </a:lnTo>
                    <a:close/>
                  </a:path>
                </a:pathLst>
              </a:custGeom>
              <a:solidFill>
                <a:srgbClr val="fab094"/>
              </a:solidFill>
              <a:ln w="3334" cap="flat" cmpd="sng" algn="ctr">
                <a:solidFill>
                  <a:srgbClr val="fab09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85" name="Surface mesh patch"/>
              <p:cNvSpPr/>
              <p:nvPr/>
            </p:nvSpPr>
            <p:spPr>
              <a:xfrm>
                <a:off x="17048120" y="802060"/>
                <a:ext cx="50120" cy="50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94">
                    <a:moveTo>
                      <a:pt x="0" y="1744"/>
                    </a:moveTo>
                    <a:lnTo>
                      <a:pt x="2875" y="0"/>
                    </a:lnTo>
                    <a:lnTo>
                      <a:pt x="5262" y="3721"/>
                    </a:lnTo>
                    <a:lnTo>
                      <a:pt x="2387" y="5294"/>
                    </a:lnTo>
                    <a:close/>
                  </a:path>
                </a:pathLst>
              </a:custGeom>
              <a:solidFill>
                <a:srgbClr val="fab296"/>
              </a:solidFill>
              <a:ln w="3334" cap="flat" cmpd="sng" algn="ctr">
                <a:solidFill>
                  <a:srgbClr val="fab2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86" name="Surface mesh patch"/>
              <p:cNvSpPr/>
              <p:nvPr/>
            </p:nvSpPr>
            <p:spPr>
              <a:xfrm>
                <a:off x="17098240" y="837505"/>
                <a:ext cx="50120" cy="388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6">
                    <a:moveTo>
                      <a:pt x="0" y="0"/>
                    </a:moveTo>
                    <a:lnTo>
                      <a:pt x="2875" y="198"/>
                    </a:lnTo>
                    <a:lnTo>
                      <a:pt x="5262" y="4076"/>
                    </a:lnTo>
                    <a:lnTo>
                      <a:pt x="2387" y="3912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87" name="Surface mesh patch"/>
              <p:cNvSpPr/>
              <p:nvPr/>
            </p:nvSpPr>
            <p:spPr>
              <a:xfrm>
                <a:off x="17148360" y="876332"/>
                <a:ext cx="50120" cy="50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99">
                    <a:moveTo>
                      <a:pt x="0" y="0"/>
                    </a:moveTo>
                    <a:lnTo>
                      <a:pt x="2875" y="1751"/>
                    </a:lnTo>
                    <a:lnTo>
                      <a:pt x="5262" y="5299"/>
                    </a:lnTo>
                    <a:lnTo>
                      <a:pt x="2387" y="3782"/>
                    </a:lnTo>
                    <a:close/>
                  </a:path>
                </a:pathLst>
              </a:custGeom>
              <a:solidFill>
                <a:srgbClr val="fbc5a9"/>
              </a:solidFill>
              <a:ln w="3334" cap="flat" cmpd="sng" algn="ctr">
                <a:solidFill>
                  <a:srgbClr val="fbc5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88" name="Surface mesh patch"/>
              <p:cNvSpPr/>
              <p:nvPr/>
            </p:nvSpPr>
            <p:spPr>
              <a:xfrm>
                <a:off x="16524192" y="1153421"/>
                <a:ext cx="50120" cy="17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3">
                    <a:moveTo>
                      <a:pt x="0" y="1624"/>
                    </a:moveTo>
                    <a:lnTo>
                      <a:pt x="2875" y="1833"/>
                    </a:lnTo>
                    <a:lnTo>
                      <a:pt x="5262" y="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89" name="Surface mesh patch"/>
              <p:cNvSpPr/>
              <p:nvPr/>
            </p:nvSpPr>
            <p:spPr>
              <a:xfrm>
                <a:off x="16574312" y="1138017"/>
                <a:ext cx="50120" cy="16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8">
                    <a:moveTo>
                      <a:pt x="0" y="1758"/>
                    </a:moveTo>
                    <a:lnTo>
                      <a:pt x="2875" y="1713"/>
                    </a:lnTo>
                    <a:lnTo>
                      <a:pt x="5262" y="0"/>
                    </a:lnTo>
                    <a:lnTo>
                      <a:pt x="2387" y="19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90" name="Surface mesh patch"/>
              <p:cNvSpPr/>
              <p:nvPr/>
            </p:nvSpPr>
            <p:spPr>
              <a:xfrm>
                <a:off x="16624431" y="1114324"/>
                <a:ext cx="50120" cy="236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7">
                    <a:moveTo>
                      <a:pt x="0" y="2487"/>
                    </a:moveTo>
                    <a:lnTo>
                      <a:pt x="2875" y="1798"/>
                    </a:lnTo>
                    <a:lnTo>
                      <a:pt x="5262" y="0"/>
                    </a:lnTo>
                    <a:lnTo>
                      <a:pt x="2387" y="944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91" name="Surface mesh patch"/>
              <p:cNvSpPr/>
              <p:nvPr/>
            </p:nvSpPr>
            <p:spPr>
              <a:xfrm>
                <a:off x="16674551" y="1079428"/>
                <a:ext cx="50120" cy="34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4">
                    <a:moveTo>
                      <a:pt x="0" y="3664"/>
                    </a:moveTo>
                    <a:lnTo>
                      <a:pt x="2875" y="1900"/>
                    </a:lnTo>
                    <a:lnTo>
                      <a:pt x="5262" y="0"/>
                    </a:lnTo>
                    <a:lnTo>
                      <a:pt x="2387" y="2103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92" name="Surface mesh patch"/>
              <p:cNvSpPr/>
              <p:nvPr/>
            </p:nvSpPr>
            <p:spPr>
              <a:xfrm>
                <a:off x="16724671" y="1031138"/>
                <a:ext cx="50120" cy="48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70">
                    <a:moveTo>
                      <a:pt x="0" y="5070"/>
                    </a:moveTo>
                    <a:lnTo>
                      <a:pt x="2875" y="1910"/>
                    </a:lnTo>
                    <a:lnTo>
                      <a:pt x="5262" y="0"/>
                    </a:lnTo>
                    <a:lnTo>
                      <a:pt x="2387" y="3525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93" name="Surface mesh patch"/>
              <p:cNvSpPr/>
              <p:nvPr/>
            </p:nvSpPr>
            <p:spPr>
              <a:xfrm>
                <a:off x="16774790" y="971274"/>
                <a:ext cx="50120" cy="59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5">
                    <a:moveTo>
                      <a:pt x="0" y="6285"/>
                    </a:moveTo>
                    <a:lnTo>
                      <a:pt x="2875" y="1688"/>
                    </a:lnTo>
                    <a:lnTo>
                      <a:pt x="5262" y="0"/>
                    </a:lnTo>
                    <a:lnTo>
                      <a:pt x="2387" y="4902"/>
                    </a:lnTo>
                    <a:close/>
                  </a:path>
                </a:pathLst>
              </a:custGeom>
              <a:solidFill>
                <a:srgbClr val="f5d5c0"/>
              </a:solidFill>
              <a:ln w="3334" cap="flat" cmpd="sng" algn="ctr">
                <a:solidFill>
                  <a:srgbClr val="f5d5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94" name="Surface mesh patch"/>
              <p:cNvSpPr/>
              <p:nvPr/>
            </p:nvSpPr>
            <p:spPr>
              <a:xfrm>
                <a:off x="16824910" y="906536"/>
                <a:ext cx="50120" cy="647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97">
                    <a:moveTo>
                      <a:pt x="0" y="6797"/>
                    </a:moveTo>
                    <a:lnTo>
                      <a:pt x="2875" y="1116"/>
                    </a:lnTo>
                    <a:lnTo>
                      <a:pt x="5262" y="0"/>
                    </a:lnTo>
                    <a:lnTo>
                      <a:pt x="2387" y="5840"/>
                    </a:lnTo>
                    <a:close/>
                  </a:path>
                </a:pathLst>
              </a:custGeom>
              <a:solidFill>
                <a:srgbClr val="fbc9ad"/>
              </a:solidFill>
              <a:ln w="3334" cap="flat" cmpd="sng" algn="ctr">
                <a:solidFill>
                  <a:srgbClr val="fbc9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95" name="Surface mesh patch"/>
              <p:cNvSpPr/>
              <p:nvPr/>
            </p:nvSpPr>
            <p:spPr>
              <a:xfrm>
                <a:off x="16875030" y="847485"/>
                <a:ext cx="50120" cy="590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00">
                    <a:moveTo>
                      <a:pt x="0" y="6200"/>
                    </a:moveTo>
                    <a:lnTo>
                      <a:pt x="2875" y="174"/>
                    </a:lnTo>
                    <a:lnTo>
                      <a:pt x="5262" y="0"/>
                    </a:lnTo>
                    <a:lnTo>
                      <a:pt x="2387" y="6003"/>
                    </a:lnTo>
                    <a:close/>
                  </a:path>
                </a:pathLst>
              </a:custGeom>
              <a:solidFill>
                <a:srgbClr val="fbbb9e"/>
              </a:solidFill>
              <a:ln w="3334" cap="flat" cmpd="sng" algn="ctr">
                <a:solidFill>
                  <a:srgbClr val="fbbb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96" name="Surface mesh patch"/>
              <p:cNvSpPr/>
              <p:nvPr/>
            </p:nvSpPr>
            <p:spPr>
              <a:xfrm>
                <a:off x="16925149" y="795876"/>
                <a:ext cx="50120" cy="59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1">
                    <a:moveTo>
                      <a:pt x="0" y="5418"/>
                    </a:moveTo>
                    <a:lnTo>
                      <a:pt x="2875" y="0"/>
                    </a:lnTo>
                    <a:lnTo>
                      <a:pt x="5262" y="1022"/>
                    </a:lnTo>
                    <a:lnTo>
                      <a:pt x="2387" y="6271"/>
                    </a:lnTo>
                    <a:close/>
                  </a:path>
                </a:pathLst>
              </a:custGeom>
              <a:solidFill>
                <a:srgbClr val="faae93"/>
              </a:solidFill>
              <a:ln w="3334" cap="flat" cmpd="sng" algn="ctr">
                <a:solidFill>
                  <a:srgbClr val="faae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97" name="Surface mesh patch"/>
              <p:cNvSpPr/>
              <p:nvPr/>
            </p:nvSpPr>
            <p:spPr>
              <a:xfrm>
                <a:off x="16975269" y="768259"/>
                <a:ext cx="50120" cy="56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43">
                    <a:moveTo>
                      <a:pt x="0" y="3922"/>
                    </a:moveTo>
                    <a:lnTo>
                      <a:pt x="2875" y="0"/>
                    </a:lnTo>
                    <a:lnTo>
                      <a:pt x="5262" y="2235"/>
                    </a:lnTo>
                    <a:lnTo>
                      <a:pt x="2387" y="5943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98" name="Surface mesh patch"/>
              <p:cNvSpPr/>
              <p:nvPr/>
            </p:nvSpPr>
            <p:spPr>
              <a:xfrm>
                <a:off x="17025389" y="771711"/>
                <a:ext cx="50120" cy="46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0">
                    <a:moveTo>
                      <a:pt x="0" y="1872"/>
                    </a:moveTo>
                    <a:lnTo>
                      <a:pt x="2875" y="0"/>
                    </a:lnTo>
                    <a:lnTo>
                      <a:pt x="5262" y="3186"/>
                    </a:lnTo>
                    <a:lnTo>
                      <a:pt x="2387" y="4930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99" name="Surface mesh patch"/>
              <p:cNvSpPr/>
              <p:nvPr/>
            </p:nvSpPr>
            <p:spPr>
              <a:xfrm>
                <a:off x="17075508" y="802060"/>
                <a:ext cx="50120" cy="37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19">
                    <a:moveTo>
                      <a:pt x="0" y="0"/>
                    </a:moveTo>
                    <a:lnTo>
                      <a:pt x="2875" y="251"/>
                    </a:lnTo>
                    <a:lnTo>
                      <a:pt x="5262" y="3919"/>
                    </a:lnTo>
                    <a:lnTo>
                      <a:pt x="2387" y="3721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00" name="Surface mesh patch"/>
              <p:cNvSpPr/>
              <p:nvPr/>
            </p:nvSpPr>
            <p:spPr>
              <a:xfrm>
                <a:off x="17125628" y="839389"/>
                <a:ext cx="50120" cy="536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29">
                    <a:moveTo>
                      <a:pt x="0" y="0"/>
                    </a:moveTo>
                    <a:lnTo>
                      <a:pt x="2875" y="2011"/>
                    </a:lnTo>
                    <a:lnTo>
                      <a:pt x="5262" y="5629"/>
                    </a:lnTo>
                    <a:lnTo>
                      <a:pt x="2387" y="3879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01" name="Surface mesh patch"/>
              <p:cNvSpPr/>
              <p:nvPr/>
            </p:nvSpPr>
            <p:spPr>
              <a:xfrm>
                <a:off x="17175747" y="893008"/>
                <a:ext cx="50120" cy="599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92">
                    <a:moveTo>
                      <a:pt x="0" y="0"/>
                    </a:moveTo>
                    <a:lnTo>
                      <a:pt x="2875" y="3162"/>
                    </a:lnTo>
                    <a:lnTo>
                      <a:pt x="5262" y="6292"/>
                    </a:lnTo>
                    <a:lnTo>
                      <a:pt x="2387" y="3548"/>
                    </a:lnTo>
                    <a:close/>
                  </a:path>
                </a:pathLst>
              </a:custGeom>
              <a:solidFill>
                <a:srgbClr val="fbc8ac"/>
              </a:solidFill>
              <a:ln w="3334" cap="flat" cmpd="sng" algn="ctr">
                <a:solidFill>
                  <a:srgbClr val="fbc8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02" name="Surface mesh patch"/>
              <p:cNvSpPr/>
              <p:nvPr/>
            </p:nvSpPr>
            <p:spPr>
              <a:xfrm>
                <a:off x="16501460" y="1168892"/>
                <a:ext cx="50120" cy="192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8">
                    <a:moveTo>
                      <a:pt x="0" y="1728"/>
                    </a:moveTo>
                    <a:lnTo>
                      <a:pt x="2875" y="2018"/>
                    </a:lnTo>
                    <a:lnTo>
                      <a:pt x="5262" y="2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03" name="Surface mesh patch"/>
              <p:cNvSpPr/>
              <p:nvPr/>
            </p:nvSpPr>
            <p:spPr>
              <a:xfrm>
                <a:off x="16551580" y="1154329"/>
                <a:ext cx="50120" cy="17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9">
                    <a:moveTo>
                      <a:pt x="0" y="1737"/>
                    </a:moveTo>
                    <a:lnTo>
                      <a:pt x="2875" y="1859"/>
                    </a:lnTo>
                    <a:lnTo>
                      <a:pt x="5262" y="0"/>
                    </a:lnTo>
                    <a:lnTo>
                      <a:pt x="2387" y="46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04" name="Surface mesh patch"/>
              <p:cNvSpPr/>
              <p:nvPr/>
            </p:nvSpPr>
            <p:spPr>
              <a:xfrm>
                <a:off x="16601700" y="1131447"/>
                <a:ext cx="50120" cy="228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02">
                    <a:moveTo>
                      <a:pt x="0" y="2402"/>
                    </a:moveTo>
                    <a:lnTo>
                      <a:pt x="2875" y="1996"/>
                    </a:lnTo>
                    <a:lnTo>
                      <a:pt x="5262" y="0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05" name="Surface mesh patch"/>
              <p:cNvSpPr/>
              <p:nvPr/>
            </p:nvSpPr>
            <p:spPr>
              <a:xfrm>
                <a:off x="16651819" y="1097521"/>
                <a:ext cx="50120" cy="33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2">
                    <a:moveTo>
                      <a:pt x="0" y="3562"/>
                    </a:moveTo>
                    <a:lnTo>
                      <a:pt x="2875" y="2198"/>
                    </a:lnTo>
                    <a:lnTo>
                      <a:pt x="5262" y="0"/>
                    </a:lnTo>
                    <a:lnTo>
                      <a:pt x="2387" y="1764"/>
                    </a:lnTo>
                    <a:close/>
                  </a:path>
                </a:pathLst>
              </a:custGeom>
              <a:solidFill>
                <a:srgbClr val="dfe0e9"/>
              </a:solidFill>
              <a:ln w="3334" cap="flat" cmpd="sng" algn="ctr">
                <a:solidFill>
                  <a:srgbClr val="dfe0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06" name="Surface mesh patch"/>
              <p:cNvSpPr/>
              <p:nvPr/>
            </p:nvSpPr>
            <p:spPr>
              <a:xfrm>
                <a:off x="16701939" y="1049333"/>
                <a:ext cx="50120" cy="481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9">
                    <a:moveTo>
                      <a:pt x="0" y="5059"/>
                    </a:moveTo>
                    <a:lnTo>
                      <a:pt x="2875" y="2373"/>
                    </a:lnTo>
                    <a:lnTo>
                      <a:pt x="5262" y="0"/>
                    </a:lnTo>
                    <a:lnTo>
                      <a:pt x="2387" y="316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07" name="Surface mesh patch"/>
              <p:cNvSpPr/>
              <p:nvPr/>
            </p:nvSpPr>
            <p:spPr>
              <a:xfrm>
                <a:off x="16752058" y="987354"/>
                <a:ext cx="50120" cy="61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7">
                    <a:moveTo>
                      <a:pt x="0" y="6507"/>
                    </a:moveTo>
                    <a:lnTo>
                      <a:pt x="2875" y="2372"/>
                    </a:lnTo>
                    <a:lnTo>
                      <a:pt x="5262" y="0"/>
                    </a:lnTo>
                    <a:lnTo>
                      <a:pt x="2387" y="4597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08" name="Surface mesh patch"/>
              <p:cNvSpPr/>
              <p:nvPr/>
            </p:nvSpPr>
            <p:spPr>
              <a:xfrm>
                <a:off x="16802178" y="917170"/>
                <a:ext cx="50120" cy="70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68">
                    <a:moveTo>
                      <a:pt x="0" y="7368"/>
                    </a:moveTo>
                    <a:lnTo>
                      <a:pt x="2875" y="2042"/>
                    </a:lnTo>
                    <a:lnTo>
                      <a:pt x="5262" y="0"/>
                    </a:lnTo>
                    <a:lnTo>
                      <a:pt x="2387" y="5680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09" name="Surface mesh patch"/>
              <p:cNvSpPr/>
              <p:nvPr/>
            </p:nvSpPr>
            <p:spPr>
              <a:xfrm>
                <a:off x="16852298" y="849141"/>
                <a:ext cx="50120" cy="68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42">
                    <a:moveTo>
                      <a:pt x="0" y="7142"/>
                    </a:moveTo>
                    <a:lnTo>
                      <a:pt x="2875" y="1293"/>
                    </a:lnTo>
                    <a:lnTo>
                      <a:pt x="5262" y="0"/>
                    </a:lnTo>
                    <a:lnTo>
                      <a:pt x="2387" y="6026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10" name="Surface mesh patch"/>
              <p:cNvSpPr/>
              <p:nvPr/>
            </p:nvSpPr>
            <p:spPr>
              <a:xfrm>
                <a:off x="16902417" y="795876"/>
                <a:ext cx="50120" cy="53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2">
                    <a:moveTo>
                      <a:pt x="0" y="5592"/>
                    </a:moveTo>
                    <a:lnTo>
                      <a:pt x="2875" y="173"/>
                    </a:lnTo>
                    <a:lnTo>
                      <a:pt x="5262" y="0"/>
                    </a:lnTo>
                    <a:lnTo>
                      <a:pt x="2387" y="5418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11" name="Surface mesh patch"/>
              <p:cNvSpPr/>
              <p:nvPr/>
            </p:nvSpPr>
            <p:spPr>
              <a:xfrm>
                <a:off x="16952537" y="757569"/>
                <a:ext cx="50120" cy="48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4">
                    <a:moveTo>
                      <a:pt x="0" y="4022"/>
                    </a:moveTo>
                    <a:lnTo>
                      <a:pt x="2875" y="0"/>
                    </a:lnTo>
                    <a:lnTo>
                      <a:pt x="5262" y="1122"/>
                    </a:lnTo>
                    <a:lnTo>
                      <a:pt x="2387" y="5044"/>
                    </a:lnTo>
                    <a:close/>
                  </a:path>
                </a:pathLst>
              </a:custGeom>
              <a:solidFill>
                <a:srgbClr val="faa186"/>
              </a:solidFill>
              <a:ln w="3334" cap="flat" cmpd="sng" algn="ctr">
                <a:solidFill>
                  <a:srgbClr val="faa1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12" name="Surface mesh patch"/>
              <p:cNvSpPr/>
              <p:nvPr/>
            </p:nvSpPr>
            <p:spPr>
              <a:xfrm>
                <a:off x="17002657" y="749723"/>
                <a:ext cx="50120" cy="398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81">
                    <a:moveTo>
                      <a:pt x="0" y="1946"/>
                    </a:moveTo>
                    <a:lnTo>
                      <a:pt x="2875" y="0"/>
                    </a:lnTo>
                    <a:lnTo>
                      <a:pt x="5262" y="2308"/>
                    </a:lnTo>
                    <a:lnTo>
                      <a:pt x="2387" y="4181"/>
                    </a:lnTo>
                    <a:close/>
                  </a:path>
                </a:pathLst>
              </a:custGeom>
              <a:solidFill>
                <a:srgbClr val="fa9f83"/>
              </a:solidFill>
              <a:ln w="3334" cap="flat" cmpd="sng" algn="ctr">
                <a:solidFill>
                  <a:srgbClr val="fa9f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13" name="Surface mesh patch"/>
              <p:cNvSpPr/>
              <p:nvPr/>
            </p:nvSpPr>
            <p:spPr>
              <a:xfrm>
                <a:off x="17052776" y="771711"/>
                <a:ext cx="50120" cy="32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7">
                    <a:moveTo>
                      <a:pt x="0" y="0"/>
                    </a:moveTo>
                    <a:lnTo>
                      <a:pt x="2875" y="321"/>
                    </a:lnTo>
                    <a:lnTo>
                      <a:pt x="5262" y="3437"/>
                    </a:lnTo>
                    <a:lnTo>
                      <a:pt x="2387" y="3186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14" name="Surface mesh patch"/>
              <p:cNvSpPr/>
              <p:nvPr/>
            </p:nvSpPr>
            <p:spPr>
              <a:xfrm>
                <a:off x="17102896" y="804450"/>
                <a:ext cx="50120" cy="54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79">
                    <a:moveTo>
                      <a:pt x="0" y="0"/>
                    </a:moveTo>
                    <a:lnTo>
                      <a:pt x="2875" y="2281"/>
                    </a:lnTo>
                    <a:lnTo>
                      <a:pt x="5262" y="5679"/>
                    </a:lnTo>
                    <a:lnTo>
                      <a:pt x="2387" y="3668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15" name="Surface mesh patch"/>
              <p:cNvSpPr/>
              <p:nvPr/>
            </p:nvSpPr>
            <p:spPr>
              <a:xfrm>
                <a:off x="17153016" y="858547"/>
                <a:ext cx="50120" cy="64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0">
                    <a:moveTo>
                      <a:pt x="0" y="0"/>
                    </a:moveTo>
                    <a:lnTo>
                      <a:pt x="2875" y="3608"/>
                    </a:lnTo>
                    <a:lnTo>
                      <a:pt x="5262" y="6780"/>
                    </a:lnTo>
                    <a:lnTo>
                      <a:pt x="2387" y="3618"/>
                    </a:lnTo>
                    <a:close/>
                  </a:path>
                </a:pathLst>
              </a:custGeom>
              <a:solidFill>
                <a:srgbClr val="fbbea1"/>
              </a:solidFill>
              <a:ln w="3334" cap="flat" cmpd="sng" algn="ctr">
                <a:solidFill>
                  <a:srgbClr val="fbbe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16" name="Surface mesh patch"/>
              <p:cNvSpPr/>
              <p:nvPr/>
            </p:nvSpPr>
            <p:spPr>
              <a:xfrm>
                <a:off x="17203135" y="923130"/>
                <a:ext cx="50120" cy="64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8">
                    <a:moveTo>
                      <a:pt x="0" y="0"/>
                    </a:moveTo>
                    <a:lnTo>
                      <a:pt x="2875" y="4226"/>
                    </a:lnTo>
                    <a:lnTo>
                      <a:pt x="5262" y="6818"/>
                    </a:lnTo>
                    <a:lnTo>
                      <a:pt x="2387" y="3129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17" name="Surface mesh patch"/>
              <p:cNvSpPr/>
              <p:nvPr/>
            </p:nvSpPr>
            <p:spPr>
              <a:xfrm>
                <a:off x="16478728" y="1185354"/>
                <a:ext cx="50120" cy="21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6">
                    <a:moveTo>
                      <a:pt x="0" y="1823"/>
                    </a:moveTo>
                    <a:lnTo>
                      <a:pt x="2875" y="2206"/>
                    </a:lnTo>
                    <a:lnTo>
                      <a:pt x="5262" y="2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18" name="Surface mesh patch"/>
              <p:cNvSpPr/>
              <p:nvPr/>
            </p:nvSpPr>
            <p:spPr>
              <a:xfrm>
                <a:off x="16528848" y="1170878"/>
                <a:ext cx="50120" cy="20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6">
                    <a:moveTo>
                      <a:pt x="0" y="1809"/>
                    </a:moveTo>
                    <a:lnTo>
                      <a:pt x="2875" y="2106"/>
                    </a:lnTo>
                    <a:lnTo>
                      <a:pt x="5262" y="1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19" name="Surface mesh patch"/>
              <p:cNvSpPr/>
              <p:nvPr/>
            </p:nvSpPr>
            <p:spPr>
              <a:xfrm>
                <a:off x="16578968" y="1150462"/>
                <a:ext cx="50120" cy="215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5">
                    <a:moveTo>
                      <a:pt x="0" y="2265"/>
                    </a:moveTo>
                    <a:lnTo>
                      <a:pt x="2875" y="2156"/>
                    </a:lnTo>
                    <a:lnTo>
                      <a:pt x="5262" y="0"/>
                    </a:lnTo>
                    <a:lnTo>
                      <a:pt x="2387" y="406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20" name="Surface mesh patch"/>
              <p:cNvSpPr/>
              <p:nvPr/>
            </p:nvSpPr>
            <p:spPr>
              <a:xfrm>
                <a:off x="16629087" y="1118456"/>
                <a:ext cx="50120" cy="320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0">
                    <a:moveTo>
                      <a:pt x="0" y="3360"/>
                    </a:moveTo>
                    <a:lnTo>
                      <a:pt x="2875" y="2432"/>
                    </a:lnTo>
                    <a:lnTo>
                      <a:pt x="5262" y="0"/>
                    </a:lnTo>
                    <a:lnTo>
                      <a:pt x="2387" y="1364"/>
                    </a:lnTo>
                    <a:close/>
                  </a:path>
                </a:pathLst>
              </a:custGeom>
              <a:solidFill>
                <a:srgbClr val="dee2ec"/>
              </a:solidFill>
              <a:ln w="3334" cap="flat" cmpd="sng" algn="ctr">
                <a:solidFill>
                  <a:srgbClr val="dee2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21" name="Surface mesh patch"/>
              <p:cNvSpPr/>
              <p:nvPr/>
            </p:nvSpPr>
            <p:spPr>
              <a:xfrm>
                <a:off x="16679207" y="1071932"/>
                <a:ext cx="50120" cy="465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4">
                    <a:moveTo>
                      <a:pt x="0" y="4884"/>
                    </a:moveTo>
                    <a:lnTo>
                      <a:pt x="2875" y="2747"/>
                    </a:lnTo>
                    <a:lnTo>
                      <a:pt x="5262" y="0"/>
                    </a:lnTo>
                    <a:lnTo>
                      <a:pt x="2387" y="2686"/>
                    </a:lnTo>
                    <a:close/>
                  </a:path>
                </a:pathLst>
              </a:custGeom>
              <a:solidFill>
                <a:srgbClr val="e5dddd"/>
              </a:solidFill>
              <a:ln w="3334" cap="flat" cmpd="sng" algn="ctr">
                <a:solidFill>
                  <a:srgbClr val="e5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22" name="Surface mesh patch"/>
              <p:cNvSpPr/>
              <p:nvPr/>
            </p:nvSpPr>
            <p:spPr>
              <a:xfrm>
                <a:off x="16729327" y="1009950"/>
                <a:ext cx="50120" cy="619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7">
                    <a:moveTo>
                      <a:pt x="0" y="6507"/>
                    </a:moveTo>
                    <a:lnTo>
                      <a:pt x="2875" y="2961"/>
                    </a:lnTo>
                    <a:lnTo>
                      <a:pt x="5262" y="0"/>
                    </a:lnTo>
                    <a:lnTo>
                      <a:pt x="2387" y="4135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23" name="Surface mesh patch"/>
              <p:cNvSpPr/>
              <p:nvPr/>
            </p:nvSpPr>
            <p:spPr>
              <a:xfrm>
                <a:off x="16779446" y="936616"/>
                <a:ext cx="50120" cy="733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99">
                    <a:moveTo>
                      <a:pt x="0" y="7699"/>
                    </a:moveTo>
                    <a:lnTo>
                      <a:pt x="2875" y="2898"/>
                    </a:lnTo>
                    <a:lnTo>
                      <a:pt x="5262" y="0"/>
                    </a:lnTo>
                    <a:lnTo>
                      <a:pt x="2387" y="5327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24" name="Surface mesh patch"/>
              <p:cNvSpPr/>
              <p:nvPr/>
            </p:nvSpPr>
            <p:spPr>
              <a:xfrm>
                <a:off x="16829566" y="861457"/>
                <a:ext cx="50120" cy="7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91">
                    <a:moveTo>
                      <a:pt x="0" y="7891"/>
                    </a:moveTo>
                    <a:lnTo>
                      <a:pt x="2875" y="2412"/>
                    </a:lnTo>
                    <a:lnTo>
                      <a:pt x="5262" y="0"/>
                    </a:lnTo>
                    <a:lnTo>
                      <a:pt x="2387" y="5849"/>
                    </a:lnTo>
                    <a:close/>
                  </a:path>
                </a:pathLst>
              </a:custGeom>
              <a:solidFill>
                <a:srgbClr val="fbbb9f"/>
              </a:solidFill>
              <a:ln w="3334" cap="flat" cmpd="sng" algn="ctr">
                <a:solidFill>
                  <a:srgbClr val="fbbb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25" name="Surface mesh patch"/>
              <p:cNvSpPr/>
              <p:nvPr/>
            </p:nvSpPr>
            <p:spPr>
              <a:xfrm>
                <a:off x="16879685" y="797528"/>
                <a:ext cx="50120" cy="639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12">
                    <a:moveTo>
                      <a:pt x="0" y="6712"/>
                    </a:moveTo>
                    <a:lnTo>
                      <a:pt x="2875" y="1471"/>
                    </a:lnTo>
                    <a:lnTo>
                      <a:pt x="5262" y="0"/>
                    </a:lnTo>
                    <a:lnTo>
                      <a:pt x="2387" y="5419"/>
                    </a:lnTo>
                    <a:close/>
                  </a:path>
                </a:pathLst>
              </a:custGeom>
              <a:solidFill>
                <a:srgbClr val="faaa8e"/>
              </a:solidFill>
              <a:ln w="3334" cap="flat" cmpd="sng" algn="ctr">
                <a:solidFill>
                  <a:srgbClr val="faaa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26" name="Surface mesh patch"/>
              <p:cNvSpPr/>
              <p:nvPr/>
            </p:nvSpPr>
            <p:spPr>
              <a:xfrm>
                <a:off x="16929805" y="757569"/>
                <a:ext cx="50120" cy="39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5">
                    <a:moveTo>
                      <a:pt x="0" y="4195"/>
                    </a:moveTo>
                    <a:lnTo>
                      <a:pt x="2875" y="203"/>
                    </a:lnTo>
                    <a:lnTo>
                      <a:pt x="5262" y="0"/>
                    </a:lnTo>
                    <a:lnTo>
                      <a:pt x="2387" y="4022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27" name="Surface mesh patch"/>
              <p:cNvSpPr/>
              <p:nvPr/>
            </p:nvSpPr>
            <p:spPr>
              <a:xfrm>
                <a:off x="16979925" y="738953"/>
                <a:ext cx="50120" cy="29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77">
                    <a:moveTo>
                      <a:pt x="0" y="1954"/>
                    </a:moveTo>
                    <a:lnTo>
                      <a:pt x="2875" y="0"/>
                    </a:lnTo>
                    <a:lnTo>
                      <a:pt x="5262" y="1131"/>
                    </a:lnTo>
                    <a:lnTo>
                      <a:pt x="2387" y="3077"/>
                    </a:lnTo>
                    <a:close/>
                  </a:path>
                </a:pathLst>
              </a:custGeom>
              <a:solidFill>
                <a:srgbClr val="fa987d"/>
              </a:solidFill>
              <a:ln w="3334" cap="flat" cmpd="sng" algn="ctr">
                <a:solidFill>
                  <a:srgbClr val="fa987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28" name="Surface mesh patch"/>
              <p:cNvSpPr/>
              <p:nvPr/>
            </p:nvSpPr>
            <p:spPr>
              <a:xfrm>
                <a:off x="17030044" y="749723"/>
                <a:ext cx="50120" cy="250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29">
                    <a:moveTo>
                      <a:pt x="0" y="0"/>
                    </a:moveTo>
                    <a:lnTo>
                      <a:pt x="2875" y="403"/>
                    </a:lnTo>
                    <a:lnTo>
                      <a:pt x="5262" y="2629"/>
                    </a:lnTo>
                    <a:lnTo>
                      <a:pt x="2387" y="2308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29" name="Surface mesh patch"/>
              <p:cNvSpPr/>
              <p:nvPr/>
            </p:nvSpPr>
            <p:spPr>
              <a:xfrm>
                <a:off x="17080164" y="774766"/>
                <a:ext cx="50120" cy="514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98">
                    <a:moveTo>
                      <a:pt x="0" y="0"/>
                    </a:moveTo>
                    <a:lnTo>
                      <a:pt x="2875" y="2541"/>
                    </a:lnTo>
                    <a:lnTo>
                      <a:pt x="5262" y="5398"/>
                    </a:lnTo>
                    <a:lnTo>
                      <a:pt x="2387" y="3116"/>
                    </a:lnTo>
                    <a:close/>
                  </a:path>
                </a:pathLst>
              </a:custGeom>
              <a:solidFill>
                <a:srgbClr val="faa489"/>
              </a:solidFill>
              <a:ln w="3334" cap="flat" cmpd="sng" algn="ctr">
                <a:solidFill>
                  <a:srgbClr val="faa4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30" name="Surface mesh patch"/>
              <p:cNvSpPr/>
              <p:nvPr/>
            </p:nvSpPr>
            <p:spPr>
              <a:xfrm>
                <a:off x="17130284" y="826177"/>
                <a:ext cx="50120" cy="66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06">
                    <a:moveTo>
                      <a:pt x="0" y="0"/>
                    </a:moveTo>
                    <a:lnTo>
                      <a:pt x="2875" y="4052"/>
                    </a:lnTo>
                    <a:lnTo>
                      <a:pt x="5262" y="7006"/>
                    </a:lnTo>
                    <a:lnTo>
                      <a:pt x="2387" y="3398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31" name="Surface mesh patch"/>
              <p:cNvSpPr/>
              <p:nvPr/>
            </p:nvSpPr>
            <p:spPr>
              <a:xfrm>
                <a:off x="17180403" y="892913"/>
                <a:ext cx="50120" cy="70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99">
                    <a:moveTo>
                      <a:pt x="0" y="0"/>
                    </a:moveTo>
                    <a:lnTo>
                      <a:pt x="2875" y="4789"/>
                    </a:lnTo>
                    <a:lnTo>
                      <a:pt x="5262" y="7399"/>
                    </a:lnTo>
                    <a:lnTo>
                      <a:pt x="2387" y="3172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32" name="Surface mesh patch"/>
              <p:cNvSpPr/>
              <p:nvPr/>
            </p:nvSpPr>
            <p:spPr>
              <a:xfrm>
                <a:off x="17230523" y="963384"/>
                <a:ext cx="50120" cy="65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64">
                    <a:moveTo>
                      <a:pt x="0" y="0"/>
                    </a:moveTo>
                    <a:lnTo>
                      <a:pt x="2875" y="4852"/>
                    </a:lnTo>
                    <a:lnTo>
                      <a:pt x="5262" y="6864"/>
                    </a:lnTo>
                    <a:lnTo>
                      <a:pt x="2387" y="2592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33" name="Surface mesh patch"/>
              <p:cNvSpPr/>
              <p:nvPr/>
            </p:nvSpPr>
            <p:spPr>
              <a:xfrm>
                <a:off x="16455996" y="1202714"/>
                <a:ext cx="50120" cy="22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5">
                    <a:moveTo>
                      <a:pt x="0" y="1907"/>
                    </a:moveTo>
                    <a:lnTo>
                      <a:pt x="2875" y="2395"/>
                    </a:lnTo>
                    <a:lnTo>
                      <a:pt x="5262" y="3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34" name="Surface mesh patch"/>
              <p:cNvSpPr/>
              <p:nvPr/>
            </p:nvSpPr>
            <p:spPr>
              <a:xfrm>
                <a:off x="16506116" y="1188113"/>
                <a:ext cx="50120" cy="22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1">
                    <a:moveTo>
                      <a:pt x="0" y="1916"/>
                    </a:moveTo>
                    <a:lnTo>
                      <a:pt x="2875" y="2391"/>
                    </a:lnTo>
                    <a:lnTo>
                      <a:pt x="5262" y="2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35" name="Surface mesh patch"/>
              <p:cNvSpPr/>
              <p:nvPr/>
            </p:nvSpPr>
            <p:spPr>
              <a:xfrm>
                <a:off x="16556236" y="1171002"/>
                <a:ext cx="50120" cy="21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3">
                    <a:moveTo>
                      <a:pt x="0" y="2093"/>
                    </a:moveTo>
                    <a:lnTo>
                      <a:pt x="2875" y="2283"/>
                    </a:lnTo>
                    <a:lnTo>
                      <a:pt x="5262" y="0"/>
                    </a:lnTo>
                    <a:lnTo>
                      <a:pt x="2387" y="108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36" name="Surface mesh patch"/>
              <p:cNvSpPr/>
              <p:nvPr/>
            </p:nvSpPr>
            <p:spPr>
              <a:xfrm>
                <a:off x="16606355" y="1141625"/>
                <a:ext cx="50120" cy="293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84">
                    <a:moveTo>
                      <a:pt x="0" y="3084"/>
                    </a:moveTo>
                    <a:lnTo>
                      <a:pt x="2875" y="2605"/>
                    </a:lnTo>
                    <a:lnTo>
                      <a:pt x="5262" y="0"/>
                    </a:lnTo>
                    <a:lnTo>
                      <a:pt x="2387" y="928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37" name="Surface mesh patch"/>
              <p:cNvSpPr/>
              <p:nvPr/>
            </p:nvSpPr>
            <p:spPr>
              <a:xfrm>
                <a:off x="16656475" y="1098096"/>
                <a:ext cx="50120" cy="435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70">
                    <a:moveTo>
                      <a:pt x="0" y="4570"/>
                    </a:moveTo>
                    <a:lnTo>
                      <a:pt x="2875" y="3023"/>
                    </a:lnTo>
                    <a:lnTo>
                      <a:pt x="5262" y="0"/>
                    </a:lnTo>
                    <a:lnTo>
                      <a:pt x="2387" y="2138"/>
                    </a:lnTo>
                    <a:close/>
                  </a:path>
                </a:pathLst>
              </a:custGeom>
              <a:solidFill>
                <a:srgbClr val="e3dfe3"/>
              </a:solidFill>
              <a:ln w="3334" cap="flat" cmpd="sng" algn="ctr">
                <a:solidFill>
                  <a:srgbClr val="e3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38" name="Surface mesh patch"/>
              <p:cNvSpPr/>
              <p:nvPr/>
            </p:nvSpPr>
            <p:spPr>
              <a:xfrm>
                <a:off x="16706595" y="1038157"/>
                <a:ext cx="50120" cy="59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93">
                    <a:moveTo>
                      <a:pt x="0" y="6293"/>
                    </a:moveTo>
                    <a:lnTo>
                      <a:pt x="2875" y="3424"/>
                    </a:lnTo>
                    <a:lnTo>
                      <a:pt x="5262" y="0"/>
                    </a:lnTo>
                    <a:lnTo>
                      <a:pt x="2387" y="3546"/>
                    </a:lnTo>
                    <a:close/>
                  </a:path>
                </a:pathLst>
              </a:custGeom>
              <a:solidFill>
                <a:srgbClr val="edd9ce"/>
              </a:solidFill>
              <a:ln w="3334" cap="flat" cmpd="sng" algn="ctr">
                <a:solidFill>
                  <a:srgbClr val="edd9c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39" name="Surface mesh patch"/>
              <p:cNvSpPr/>
              <p:nvPr/>
            </p:nvSpPr>
            <p:spPr>
              <a:xfrm>
                <a:off x="16756714" y="964223"/>
                <a:ext cx="50120" cy="73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2">
                    <a:moveTo>
                      <a:pt x="0" y="7762"/>
                    </a:moveTo>
                    <a:lnTo>
                      <a:pt x="2875" y="3626"/>
                    </a:lnTo>
                    <a:lnTo>
                      <a:pt x="5262" y="0"/>
                    </a:lnTo>
                    <a:lnTo>
                      <a:pt x="2387" y="4801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40" name="Surface mesh patch"/>
              <p:cNvSpPr/>
              <p:nvPr/>
            </p:nvSpPr>
            <p:spPr>
              <a:xfrm>
                <a:off x="16806834" y="884434"/>
                <a:ext cx="50120" cy="79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77">
                    <a:moveTo>
                      <a:pt x="0" y="8377"/>
                    </a:moveTo>
                    <a:lnTo>
                      <a:pt x="2875" y="3441"/>
                    </a:lnTo>
                    <a:lnTo>
                      <a:pt x="5262" y="0"/>
                    </a:lnTo>
                    <a:lnTo>
                      <a:pt x="2387" y="5478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41" name="Surface mesh patch"/>
              <p:cNvSpPr/>
              <p:nvPr/>
            </p:nvSpPr>
            <p:spPr>
              <a:xfrm>
                <a:off x="16856954" y="811539"/>
                <a:ext cx="50120" cy="728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53">
                    <a:moveTo>
                      <a:pt x="0" y="7653"/>
                    </a:moveTo>
                    <a:lnTo>
                      <a:pt x="2875" y="2763"/>
                    </a:lnTo>
                    <a:lnTo>
                      <a:pt x="5262" y="0"/>
                    </a:lnTo>
                    <a:lnTo>
                      <a:pt x="2387" y="5241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42" name="Surface mesh patch"/>
              <p:cNvSpPr/>
              <p:nvPr/>
            </p:nvSpPr>
            <p:spPr>
              <a:xfrm>
                <a:off x="16907073" y="759499"/>
                <a:ext cx="50120" cy="52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64">
                    <a:moveTo>
                      <a:pt x="0" y="5464"/>
                    </a:moveTo>
                    <a:lnTo>
                      <a:pt x="2875" y="1635"/>
                    </a:lnTo>
                    <a:lnTo>
                      <a:pt x="5262" y="0"/>
                    </a:lnTo>
                    <a:lnTo>
                      <a:pt x="2387" y="3993"/>
                    </a:lnTo>
                    <a:close/>
                  </a:path>
                </a:pathLst>
              </a:custGeom>
              <a:solidFill>
                <a:srgbClr val="fa9d81"/>
              </a:solidFill>
              <a:ln w="3334" cap="flat" cmpd="sng" algn="ctr">
                <a:solidFill>
                  <a:srgbClr val="fa9d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43" name="Surface mesh patch"/>
              <p:cNvSpPr/>
              <p:nvPr/>
            </p:nvSpPr>
            <p:spPr>
              <a:xfrm>
                <a:off x="16957193" y="738953"/>
                <a:ext cx="50120" cy="205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7">
                    <a:moveTo>
                      <a:pt x="0" y="2157"/>
                    </a:moveTo>
                    <a:lnTo>
                      <a:pt x="2875" y="266"/>
                    </a:lnTo>
                    <a:lnTo>
                      <a:pt x="5262" y="0"/>
                    </a:lnTo>
                    <a:lnTo>
                      <a:pt x="2387" y="1954"/>
                    </a:lnTo>
                    <a:close/>
                  </a:path>
                </a:pathLst>
              </a:custGeom>
              <a:solidFill>
                <a:srgbClr val="f99379"/>
              </a:solidFill>
              <a:ln w="3334" cap="flat" cmpd="sng" algn="ctr">
                <a:solidFill>
                  <a:srgbClr val="f993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44" name="Surface mesh patch"/>
              <p:cNvSpPr/>
              <p:nvPr/>
            </p:nvSpPr>
            <p:spPr>
              <a:xfrm>
                <a:off x="17007313" y="738953"/>
                <a:ext cx="50120" cy="146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34">
                    <a:moveTo>
                      <a:pt x="0" y="0"/>
                    </a:moveTo>
                    <a:lnTo>
                      <a:pt x="2875" y="494"/>
                    </a:lnTo>
                    <a:lnTo>
                      <a:pt x="5262" y="1534"/>
                    </a:lnTo>
                    <a:lnTo>
                      <a:pt x="2387" y="1131"/>
                    </a:lnTo>
                    <a:close/>
                  </a:path>
                </a:pathLst>
              </a:custGeom>
              <a:solidFill>
                <a:srgbClr val="f99379"/>
              </a:solidFill>
              <a:ln w="3334" cap="flat" cmpd="sng" algn="ctr">
                <a:solidFill>
                  <a:srgbClr val="f9937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45" name="Surface mesh patch"/>
              <p:cNvSpPr/>
              <p:nvPr/>
            </p:nvSpPr>
            <p:spPr>
              <a:xfrm>
                <a:off x="17057432" y="753564"/>
                <a:ext cx="50120" cy="45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67">
                    <a:moveTo>
                      <a:pt x="0" y="0"/>
                    </a:moveTo>
                    <a:lnTo>
                      <a:pt x="2875" y="2770"/>
                    </a:lnTo>
                    <a:lnTo>
                      <a:pt x="5262" y="4767"/>
                    </a:lnTo>
                    <a:lnTo>
                      <a:pt x="2387" y="2226"/>
                    </a:lnTo>
                    <a:close/>
                  </a:path>
                </a:pathLst>
              </a:custGeom>
              <a:solidFill>
                <a:srgbClr val="fa9c80"/>
              </a:solidFill>
              <a:ln w="3334" cap="flat" cmpd="sng" algn="ctr">
                <a:solidFill>
                  <a:srgbClr val="fa9c8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46" name="Surface mesh patch"/>
              <p:cNvSpPr/>
              <p:nvPr/>
            </p:nvSpPr>
            <p:spPr>
              <a:xfrm>
                <a:off x="17107552" y="798965"/>
                <a:ext cx="50120" cy="65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9">
                    <a:moveTo>
                      <a:pt x="0" y="0"/>
                    </a:moveTo>
                    <a:lnTo>
                      <a:pt x="2875" y="4461"/>
                    </a:lnTo>
                    <a:lnTo>
                      <a:pt x="5262" y="6909"/>
                    </a:lnTo>
                    <a:lnTo>
                      <a:pt x="2387" y="2857"/>
                    </a:lnTo>
                    <a:close/>
                  </a:path>
                </a:pathLst>
              </a:custGeom>
              <a:solidFill>
                <a:srgbClr val="faaa8e"/>
              </a:solidFill>
              <a:ln w="3334" cap="flat" cmpd="sng" algn="ctr">
                <a:solidFill>
                  <a:srgbClr val="faaa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47" name="Surface mesh patch"/>
              <p:cNvSpPr/>
              <p:nvPr/>
            </p:nvSpPr>
            <p:spPr>
              <a:xfrm>
                <a:off x="17157671" y="864772"/>
                <a:ext cx="50120" cy="737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43">
                    <a:moveTo>
                      <a:pt x="0" y="0"/>
                    </a:moveTo>
                    <a:lnTo>
                      <a:pt x="2875" y="5339"/>
                    </a:lnTo>
                    <a:lnTo>
                      <a:pt x="5262" y="7743"/>
                    </a:lnTo>
                    <a:lnTo>
                      <a:pt x="2387" y="2954"/>
                    </a:lnTo>
                    <a:close/>
                  </a:path>
                </a:pathLst>
              </a:custGeom>
              <a:solidFill>
                <a:srgbClr val="fbbc9f"/>
              </a:solidFill>
              <a:ln w="3334" cap="flat" cmpd="sng" algn="ctr">
                <a:solidFill>
                  <a:srgbClr val="fbbc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48" name="Surface mesh patch"/>
              <p:cNvSpPr/>
              <p:nvPr/>
            </p:nvSpPr>
            <p:spPr>
              <a:xfrm>
                <a:off x="17207791" y="938523"/>
                <a:ext cx="50120" cy="71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62">
                    <a:moveTo>
                      <a:pt x="0" y="0"/>
                    </a:moveTo>
                    <a:lnTo>
                      <a:pt x="2875" y="5450"/>
                    </a:lnTo>
                    <a:lnTo>
                      <a:pt x="5262" y="7462"/>
                    </a:lnTo>
                    <a:lnTo>
                      <a:pt x="2387" y="261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49" name="Surface mesh patch"/>
              <p:cNvSpPr/>
              <p:nvPr/>
            </p:nvSpPr>
            <p:spPr>
              <a:xfrm>
                <a:off x="17257911" y="1009598"/>
                <a:ext cx="50120" cy="61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8">
                    <a:moveTo>
                      <a:pt x="0" y="0"/>
                    </a:moveTo>
                    <a:lnTo>
                      <a:pt x="2875" y="5034"/>
                    </a:lnTo>
                    <a:lnTo>
                      <a:pt x="5262" y="6498"/>
                    </a:lnTo>
                    <a:lnTo>
                      <a:pt x="2387" y="2012"/>
                    </a:lnTo>
                    <a:close/>
                  </a:path>
                </a:pathLst>
              </a:custGeom>
              <a:solidFill>
                <a:srgbClr val="efd8ca"/>
              </a:solidFill>
              <a:ln w="3334" cap="flat" cmpd="sng" algn="ctr">
                <a:solidFill>
                  <a:srgbClr val="efd8c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50" name="Surface mesh patch"/>
              <p:cNvSpPr/>
              <p:nvPr/>
            </p:nvSpPr>
            <p:spPr>
              <a:xfrm>
                <a:off x="16433265" y="1220879"/>
                <a:ext cx="50120" cy="246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3">
                    <a:moveTo>
                      <a:pt x="0" y="1980"/>
                    </a:moveTo>
                    <a:lnTo>
                      <a:pt x="2875" y="2583"/>
                    </a:lnTo>
                    <a:lnTo>
                      <a:pt x="5262" y="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51" name="Surface mesh patch"/>
              <p:cNvSpPr/>
              <p:nvPr/>
            </p:nvSpPr>
            <p:spPr>
              <a:xfrm>
                <a:off x="16483384" y="1206362"/>
                <a:ext cx="50120" cy="25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5">
                    <a:moveTo>
                      <a:pt x="0" y="2012"/>
                    </a:moveTo>
                    <a:lnTo>
                      <a:pt x="2875" y="2665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52" name="Surface mesh patch"/>
              <p:cNvSpPr/>
              <p:nvPr/>
            </p:nvSpPr>
            <p:spPr>
              <a:xfrm>
                <a:off x="16533504" y="1190939"/>
                <a:ext cx="50120" cy="245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4">
                    <a:moveTo>
                      <a:pt x="0" y="2094"/>
                    </a:moveTo>
                    <a:lnTo>
                      <a:pt x="2875" y="2574"/>
                    </a:lnTo>
                    <a:lnTo>
                      <a:pt x="5262" y="1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53" name="Surface mesh patch"/>
              <p:cNvSpPr/>
              <p:nvPr/>
            </p:nvSpPr>
            <p:spPr>
              <a:xfrm>
                <a:off x="16583624" y="1166433"/>
                <a:ext cx="50120" cy="26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3">
                    <a:moveTo>
                      <a:pt x="0" y="2763"/>
                    </a:moveTo>
                    <a:lnTo>
                      <a:pt x="2875" y="2723"/>
                    </a:lnTo>
                    <a:lnTo>
                      <a:pt x="5262" y="0"/>
                    </a:lnTo>
                    <a:lnTo>
                      <a:pt x="2387" y="48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54" name="Surface mesh patch"/>
              <p:cNvSpPr/>
              <p:nvPr/>
            </p:nvSpPr>
            <p:spPr>
              <a:xfrm>
                <a:off x="16633743" y="1126891"/>
                <a:ext cx="50120" cy="395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51">
                    <a:moveTo>
                      <a:pt x="0" y="4151"/>
                    </a:moveTo>
                    <a:lnTo>
                      <a:pt x="2875" y="3204"/>
                    </a:lnTo>
                    <a:lnTo>
                      <a:pt x="5262" y="0"/>
                    </a:lnTo>
                    <a:lnTo>
                      <a:pt x="2387" y="1547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55" name="Surface mesh patch"/>
              <p:cNvSpPr/>
              <p:nvPr/>
            </p:nvSpPr>
            <p:spPr>
              <a:xfrm>
                <a:off x="16683863" y="1070768"/>
                <a:ext cx="50120" cy="56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92">
                    <a:moveTo>
                      <a:pt x="0" y="5892"/>
                    </a:moveTo>
                    <a:lnTo>
                      <a:pt x="2875" y="3746"/>
                    </a:lnTo>
                    <a:lnTo>
                      <a:pt x="5262" y="0"/>
                    </a:lnTo>
                    <a:lnTo>
                      <a:pt x="2387" y="2869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56" name="Surface mesh patch"/>
              <p:cNvSpPr/>
              <p:nvPr/>
            </p:nvSpPr>
            <p:spPr>
              <a:xfrm>
                <a:off x="16733982" y="998757"/>
                <a:ext cx="50120" cy="720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60">
                    <a:moveTo>
                      <a:pt x="0" y="7560"/>
                    </a:moveTo>
                    <a:lnTo>
                      <a:pt x="2875" y="4182"/>
                    </a:lnTo>
                    <a:lnTo>
                      <a:pt x="5262" y="0"/>
                    </a:lnTo>
                    <a:lnTo>
                      <a:pt x="2387" y="4137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57" name="Surface mesh patch"/>
              <p:cNvSpPr/>
              <p:nvPr/>
            </p:nvSpPr>
            <p:spPr>
              <a:xfrm>
                <a:off x="16784102" y="917211"/>
                <a:ext cx="50120" cy="815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61">
                    <a:moveTo>
                      <a:pt x="0" y="8561"/>
                    </a:moveTo>
                    <a:lnTo>
                      <a:pt x="2875" y="4305"/>
                    </a:lnTo>
                    <a:lnTo>
                      <a:pt x="5262" y="0"/>
                    </a:lnTo>
                    <a:lnTo>
                      <a:pt x="2387" y="4936"/>
                    </a:lnTo>
                    <a:close/>
                  </a:path>
                </a:pathLst>
              </a:custGeom>
              <a:solidFill>
                <a:srgbClr val="fbc4a8"/>
              </a:solidFill>
              <a:ln w="3334" cap="flat" cmpd="sng" algn="ctr">
                <a:solidFill>
                  <a:srgbClr val="fbc4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58" name="Surface mesh patch"/>
              <p:cNvSpPr/>
              <p:nvPr/>
            </p:nvSpPr>
            <p:spPr>
              <a:xfrm>
                <a:off x="16834222" y="837855"/>
                <a:ext cx="50120" cy="793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31">
                    <a:moveTo>
                      <a:pt x="0" y="8331"/>
                    </a:moveTo>
                    <a:lnTo>
                      <a:pt x="2875" y="3944"/>
                    </a:lnTo>
                    <a:lnTo>
                      <a:pt x="5262" y="0"/>
                    </a:lnTo>
                    <a:lnTo>
                      <a:pt x="2387" y="489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59" name="Surface mesh patch"/>
              <p:cNvSpPr/>
              <p:nvPr/>
            </p:nvSpPr>
            <p:spPr>
              <a:xfrm>
                <a:off x="16884341" y="775071"/>
                <a:ext cx="50120" cy="62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2">
                    <a:moveTo>
                      <a:pt x="0" y="6592"/>
                    </a:moveTo>
                    <a:lnTo>
                      <a:pt x="2875" y="3056"/>
                    </a:lnTo>
                    <a:lnTo>
                      <a:pt x="5262" y="0"/>
                    </a:lnTo>
                    <a:lnTo>
                      <a:pt x="2387" y="3829"/>
                    </a:lnTo>
                    <a:close/>
                  </a:path>
                </a:pathLst>
              </a:custGeom>
              <a:solidFill>
                <a:srgbClr val="fa9f84"/>
              </a:solidFill>
              <a:ln w="3334" cap="flat" cmpd="sng" algn="ctr">
                <a:solidFill>
                  <a:srgbClr val="fa9f8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60" name="Surface mesh patch"/>
              <p:cNvSpPr/>
              <p:nvPr/>
            </p:nvSpPr>
            <p:spPr>
              <a:xfrm>
                <a:off x="16934461" y="741484"/>
                <a:ext cx="50120" cy="33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26">
                    <a:moveTo>
                      <a:pt x="0" y="3526"/>
                    </a:moveTo>
                    <a:lnTo>
                      <a:pt x="2875" y="1770"/>
                    </a:lnTo>
                    <a:lnTo>
                      <a:pt x="5262" y="0"/>
                    </a:lnTo>
                    <a:lnTo>
                      <a:pt x="2387" y="1891"/>
                    </a:lnTo>
                    <a:close/>
                  </a:path>
                </a:pathLst>
              </a:custGeom>
              <a:solidFill>
                <a:srgbClr val="f99378"/>
              </a:solidFill>
              <a:ln w="3334" cap="flat" cmpd="sng" algn="ctr">
                <a:solidFill>
                  <a:srgbClr val="f993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61" name="Surface mesh patch"/>
              <p:cNvSpPr/>
              <p:nvPr/>
            </p:nvSpPr>
            <p:spPr>
              <a:xfrm>
                <a:off x="16984581" y="738953"/>
                <a:ext cx="50120" cy="81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5">
                    <a:moveTo>
                      <a:pt x="0" y="266"/>
                    </a:moveTo>
                    <a:lnTo>
                      <a:pt x="2875" y="855"/>
                    </a:lnTo>
                    <a:lnTo>
                      <a:pt x="5262" y="4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8c74"/>
              </a:solidFill>
              <a:ln w="3334" cap="flat" cmpd="sng" algn="ctr">
                <a:solidFill>
                  <a:srgbClr val="f68c7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62" name="Surface mesh patch"/>
              <p:cNvSpPr/>
              <p:nvPr/>
            </p:nvSpPr>
            <p:spPr>
              <a:xfrm>
                <a:off x="17034700" y="743661"/>
                <a:ext cx="50120" cy="362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0">
                    <a:moveTo>
                      <a:pt x="0" y="0"/>
                    </a:moveTo>
                    <a:lnTo>
                      <a:pt x="2875" y="2951"/>
                    </a:lnTo>
                    <a:lnTo>
                      <a:pt x="5262" y="3810"/>
                    </a:lnTo>
                    <a:lnTo>
                      <a:pt x="2387" y="1040"/>
                    </a:lnTo>
                    <a:close/>
                  </a:path>
                </a:pathLst>
              </a:custGeom>
              <a:solidFill>
                <a:srgbClr val="fa957a"/>
              </a:solidFill>
              <a:ln w="3334" cap="flat" cmpd="sng" algn="ctr">
                <a:solidFill>
                  <a:srgbClr val="fa95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63" name="Surface mesh patch"/>
              <p:cNvSpPr/>
              <p:nvPr/>
            </p:nvSpPr>
            <p:spPr>
              <a:xfrm>
                <a:off x="17084820" y="779946"/>
                <a:ext cx="50120" cy="615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8">
                    <a:moveTo>
                      <a:pt x="0" y="0"/>
                    </a:moveTo>
                    <a:lnTo>
                      <a:pt x="2875" y="4803"/>
                    </a:lnTo>
                    <a:lnTo>
                      <a:pt x="5262" y="6458"/>
                    </a:lnTo>
                    <a:lnTo>
                      <a:pt x="2387" y="1997"/>
                    </a:lnTo>
                    <a:close/>
                  </a:path>
                </a:pathLst>
              </a:custGeom>
              <a:solidFill>
                <a:srgbClr val="faa286"/>
              </a:solidFill>
              <a:ln w="3334" cap="flat" cmpd="sng" algn="ctr">
                <a:solidFill>
                  <a:srgbClr val="faa2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64" name="Surface mesh patch"/>
              <p:cNvSpPr/>
              <p:nvPr/>
            </p:nvSpPr>
            <p:spPr>
              <a:xfrm>
                <a:off x="17134940" y="841458"/>
                <a:ext cx="50120" cy="741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6">
                    <a:moveTo>
                      <a:pt x="0" y="0"/>
                    </a:moveTo>
                    <a:lnTo>
                      <a:pt x="2875" y="5834"/>
                    </a:lnTo>
                    <a:lnTo>
                      <a:pt x="5262" y="7786"/>
                    </a:lnTo>
                    <a:lnTo>
                      <a:pt x="2387" y="2448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65" name="Surface mesh patch"/>
              <p:cNvSpPr/>
              <p:nvPr/>
            </p:nvSpPr>
            <p:spPr>
              <a:xfrm>
                <a:off x="17185059" y="915622"/>
                <a:ext cx="50120" cy="748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55">
                    <a:moveTo>
                      <a:pt x="0" y="0"/>
                    </a:moveTo>
                    <a:lnTo>
                      <a:pt x="2875" y="6026"/>
                    </a:lnTo>
                    <a:lnTo>
                      <a:pt x="5262" y="7855"/>
                    </a:lnTo>
                    <a:lnTo>
                      <a:pt x="2387" y="2404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66" name="Surface mesh patch"/>
              <p:cNvSpPr/>
              <p:nvPr/>
            </p:nvSpPr>
            <p:spPr>
              <a:xfrm>
                <a:off x="17235179" y="990437"/>
                <a:ext cx="50120" cy="671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6">
                    <a:moveTo>
                      <a:pt x="0" y="0"/>
                    </a:moveTo>
                    <a:lnTo>
                      <a:pt x="2875" y="5590"/>
                    </a:lnTo>
                    <a:lnTo>
                      <a:pt x="5262" y="7046"/>
                    </a:lnTo>
                    <a:lnTo>
                      <a:pt x="2387" y="2012"/>
                    </a:lnTo>
                    <a:close/>
                  </a:path>
                </a:pathLst>
              </a:custGeom>
              <a:solidFill>
                <a:srgbClr val="f5d4bf"/>
              </a:solidFill>
              <a:ln w="3334" cap="flat" cmpd="sng" algn="ctr">
                <a:solidFill>
                  <a:srgbClr val="f5d4b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67" name="Surface mesh patch"/>
              <p:cNvSpPr/>
              <p:nvPr/>
            </p:nvSpPr>
            <p:spPr>
              <a:xfrm>
                <a:off x="17285299" y="1057549"/>
                <a:ext cx="50120" cy="556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0"/>
                    </a:moveTo>
                    <a:lnTo>
                      <a:pt x="2875" y="4833"/>
                    </a:lnTo>
                    <a:lnTo>
                      <a:pt x="5262" y="5841"/>
                    </a:lnTo>
                    <a:lnTo>
                      <a:pt x="2387" y="1464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68" name="Surface mesh patch"/>
              <p:cNvSpPr/>
              <p:nvPr/>
            </p:nvSpPr>
            <p:spPr>
              <a:xfrm>
                <a:off x="16410533" y="1239744"/>
                <a:ext cx="50120" cy="263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0">
                    <a:moveTo>
                      <a:pt x="0" y="2040"/>
                    </a:moveTo>
                    <a:lnTo>
                      <a:pt x="2875" y="2770"/>
                    </a:lnTo>
                    <a:lnTo>
                      <a:pt x="5262" y="6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69" name="Surface mesh patch"/>
              <p:cNvSpPr/>
              <p:nvPr/>
            </p:nvSpPr>
            <p:spPr>
              <a:xfrm>
                <a:off x="16460652" y="1225522"/>
                <a:ext cx="50120" cy="27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8">
                    <a:moveTo>
                      <a:pt x="0" y="2096"/>
                    </a:moveTo>
                    <a:lnTo>
                      <a:pt x="2875" y="2928"/>
                    </a:lnTo>
                    <a:lnTo>
                      <a:pt x="5262" y="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70" name="Surface mesh patch"/>
              <p:cNvSpPr/>
              <p:nvPr/>
            </p:nvSpPr>
            <p:spPr>
              <a:xfrm>
                <a:off x="16510772" y="1210888"/>
                <a:ext cx="50120" cy="28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5">
                    <a:moveTo>
                      <a:pt x="0" y="2190"/>
                    </a:moveTo>
                    <a:lnTo>
                      <a:pt x="2875" y="2945"/>
                    </a:lnTo>
                    <a:lnTo>
                      <a:pt x="5262" y="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71" name="Surface mesh patch"/>
              <p:cNvSpPr/>
              <p:nvPr/>
            </p:nvSpPr>
            <p:spPr>
              <a:xfrm>
                <a:off x="16560892" y="1192372"/>
                <a:ext cx="50120" cy="26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01">
                    <a:moveTo>
                      <a:pt x="0" y="2424"/>
                    </a:moveTo>
                    <a:lnTo>
                      <a:pt x="2875" y="2801"/>
                    </a:lnTo>
                    <a:lnTo>
                      <a:pt x="5262" y="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72" name="Surface mesh patch"/>
              <p:cNvSpPr/>
              <p:nvPr/>
            </p:nvSpPr>
            <p:spPr>
              <a:xfrm>
                <a:off x="16611011" y="1157414"/>
                <a:ext cx="50120" cy="349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70">
                    <a:moveTo>
                      <a:pt x="0" y="3670"/>
                    </a:moveTo>
                    <a:lnTo>
                      <a:pt x="2875" y="3304"/>
                    </a:lnTo>
                    <a:lnTo>
                      <a:pt x="5262" y="0"/>
                    </a:lnTo>
                    <a:lnTo>
                      <a:pt x="2387" y="947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73" name="Surface mesh patch"/>
              <p:cNvSpPr/>
              <p:nvPr/>
            </p:nvSpPr>
            <p:spPr>
              <a:xfrm>
                <a:off x="16661131" y="1106448"/>
                <a:ext cx="50120" cy="509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1">
                    <a:moveTo>
                      <a:pt x="0" y="5351"/>
                    </a:moveTo>
                    <a:lnTo>
                      <a:pt x="2875" y="3933"/>
                    </a:lnTo>
                    <a:lnTo>
                      <a:pt x="5262" y="0"/>
                    </a:lnTo>
                    <a:lnTo>
                      <a:pt x="2387" y="2146"/>
                    </a:lnTo>
                    <a:close/>
                  </a:path>
                </a:pathLst>
              </a:custGeom>
              <a:solidFill>
                <a:srgbClr val="e4dedf"/>
              </a:solidFill>
              <a:ln w="3334" cap="flat" cmpd="sng" algn="ctr">
                <a:solidFill>
                  <a:srgbClr val="e4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74" name="Surface mesh patch"/>
              <p:cNvSpPr/>
              <p:nvPr/>
            </p:nvSpPr>
            <p:spPr>
              <a:xfrm>
                <a:off x="16711251" y="1038592"/>
                <a:ext cx="50120" cy="678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24">
                    <a:moveTo>
                      <a:pt x="0" y="7124"/>
                    </a:moveTo>
                    <a:lnTo>
                      <a:pt x="2875" y="4551"/>
                    </a:lnTo>
                    <a:lnTo>
                      <a:pt x="5262" y="0"/>
                    </a:lnTo>
                    <a:lnTo>
                      <a:pt x="2387" y="3378"/>
                    </a:lnTo>
                    <a:close/>
                  </a:path>
                </a:pathLst>
              </a:custGeom>
              <a:solidFill>
                <a:srgbClr val="f0d7c8"/>
              </a:solidFill>
              <a:ln w="3334" cap="flat" cmpd="sng" algn="ctr">
                <a:solidFill>
                  <a:srgbClr val="f0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75" name="Surface mesh patch"/>
              <p:cNvSpPr/>
              <p:nvPr/>
            </p:nvSpPr>
            <p:spPr>
              <a:xfrm>
                <a:off x="16761370" y="958216"/>
                <a:ext cx="50120" cy="80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38">
                    <a:moveTo>
                      <a:pt x="0" y="8438"/>
                    </a:moveTo>
                    <a:lnTo>
                      <a:pt x="2875" y="4953"/>
                    </a:lnTo>
                    <a:lnTo>
                      <a:pt x="5262" y="0"/>
                    </a:lnTo>
                    <a:lnTo>
                      <a:pt x="2387" y="4256"/>
                    </a:lnTo>
                    <a:close/>
                  </a:path>
                </a:pathLst>
              </a:custGeom>
              <a:solidFill>
                <a:srgbClr val="fbcbaf"/>
              </a:solidFill>
              <a:ln w="3334" cap="flat" cmpd="sng" algn="ctr">
                <a:solidFill>
                  <a:srgbClr val="fbcb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76" name="Surface mesh patch"/>
              <p:cNvSpPr/>
              <p:nvPr/>
            </p:nvSpPr>
            <p:spPr>
              <a:xfrm>
                <a:off x="16811490" y="875420"/>
                <a:ext cx="50120" cy="827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2">
                    <a:moveTo>
                      <a:pt x="0" y="8692"/>
                    </a:moveTo>
                    <a:lnTo>
                      <a:pt x="2875" y="4927"/>
                    </a:lnTo>
                    <a:lnTo>
                      <a:pt x="5262" y="0"/>
                    </a:lnTo>
                    <a:lnTo>
                      <a:pt x="2387" y="4388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77" name="Surface mesh patch"/>
              <p:cNvSpPr/>
              <p:nvPr/>
            </p:nvSpPr>
            <p:spPr>
              <a:xfrm>
                <a:off x="16861610" y="804175"/>
                <a:ext cx="50120" cy="71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80">
                    <a:moveTo>
                      <a:pt x="0" y="7480"/>
                    </a:moveTo>
                    <a:lnTo>
                      <a:pt x="2875" y="4349"/>
                    </a:lnTo>
                    <a:lnTo>
                      <a:pt x="5262" y="0"/>
                    </a:lnTo>
                    <a:lnTo>
                      <a:pt x="2387" y="3536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78" name="Surface mesh patch"/>
              <p:cNvSpPr/>
              <p:nvPr/>
            </p:nvSpPr>
            <p:spPr>
              <a:xfrm>
                <a:off x="16911729" y="758348"/>
                <a:ext cx="50120" cy="458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1">
                    <a:moveTo>
                      <a:pt x="0" y="4811"/>
                    </a:moveTo>
                    <a:lnTo>
                      <a:pt x="2875" y="3259"/>
                    </a:lnTo>
                    <a:lnTo>
                      <a:pt x="5262" y="0"/>
                    </a:lnTo>
                    <a:lnTo>
                      <a:pt x="2387" y="1756"/>
                    </a:lnTo>
                    <a:close/>
                  </a:path>
                </a:pathLst>
              </a:custGeom>
              <a:solidFill>
                <a:srgbClr val="fa977c"/>
              </a:solidFill>
              <a:ln w="3334" cap="flat" cmpd="sng" algn="ctr">
                <a:solidFill>
                  <a:srgbClr val="fa977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79" name="Surface mesh patch"/>
              <p:cNvSpPr/>
              <p:nvPr/>
            </p:nvSpPr>
            <p:spPr>
              <a:xfrm>
                <a:off x="16961849" y="741484"/>
                <a:ext cx="50120" cy="233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6">
                    <a:moveTo>
                      <a:pt x="0" y="1770"/>
                    </a:moveTo>
                    <a:lnTo>
                      <a:pt x="2875" y="2456"/>
                    </a:lnTo>
                    <a:lnTo>
                      <a:pt x="5262" y="5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8c74"/>
              </a:solidFill>
              <a:ln w="3334" cap="flat" cmpd="sng" algn="ctr">
                <a:solidFill>
                  <a:srgbClr val="f68c7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80" name="Surface mesh patch"/>
              <p:cNvSpPr/>
              <p:nvPr/>
            </p:nvSpPr>
            <p:spPr>
              <a:xfrm>
                <a:off x="17011968" y="743661"/>
                <a:ext cx="50120" cy="32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1">
                    <a:moveTo>
                      <a:pt x="0" y="361"/>
                    </a:moveTo>
                    <a:lnTo>
                      <a:pt x="2875" y="3431"/>
                    </a:lnTo>
                    <a:lnTo>
                      <a:pt x="5262" y="29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6"/>
              </a:solidFill>
              <a:ln w="3334" cap="flat" cmpd="sng" algn="ctr">
                <a:solidFill>
                  <a:srgbClr val="f890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81" name="Surface mesh patch"/>
              <p:cNvSpPr/>
              <p:nvPr/>
            </p:nvSpPr>
            <p:spPr>
              <a:xfrm>
                <a:off x="17062088" y="771767"/>
                <a:ext cx="50120" cy="539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1">
                    <a:moveTo>
                      <a:pt x="0" y="0"/>
                    </a:moveTo>
                    <a:lnTo>
                      <a:pt x="2875" y="5047"/>
                    </a:lnTo>
                    <a:lnTo>
                      <a:pt x="5262" y="5661"/>
                    </a:lnTo>
                    <a:lnTo>
                      <a:pt x="2387" y="859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82" name="Surface mesh patch"/>
              <p:cNvSpPr/>
              <p:nvPr/>
            </p:nvSpPr>
            <p:spPr>
              <a:xfrm>
                <a:off x="17112208" y="825692"/>
                <a:ext cx="50120" cy="713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0">
                    <a:moveTo>
                      <a:pt x="0" y="0"/>
                    </a:moveTo>
                    <a:lnTo>
                      <a:pt x="2875" y="6234"/>
                    </a:lnTo>
                    <a:lnTo>
                      <a:pt x="5262" y="7490"/>
                    </a:lnTo>
                    <a:lnTo>
                      <a:pt x="2387" y="1655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83" name="Surface mesh patch"/>
              <p:cNvSpPr/>
              <p:nvPr/>
            </p:nvSpPr>
            <p:spPr>
              <a:xfrm>
                <a:off x="17162327" y="897031"/>
                <a:ext cx="50120" cy="75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78">
                    <a:moveTo>
                      <a:pt x="0" y="0"/>
                    </a:moveTo>
                    <a:lnTo>
                      <a:pt x="2875" y="6533"/>
                    </a:lnTo>
                    <a:lnTo>
                      <a:pt x="5262" y="7978"/>
                    </a:lnTo>
                    <a:lnTo>
                      <a:pt x="2387" y="1952"/>
                    </a:lnTo>
                    <a:close/>
                  </a:path>
                </a:pathLst>
              </a:custGeom>
              <a:solidFill>
                <a:srgbClr val="fbbfa2"/>
              </a:solidFill>
              <a:ln w="3334" cap="flat" cmpd="sng" algn="ctr">
                <a:solidFill>
                  <a:srgbClr val="fbbf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84" name="Surface mesh patch"/>
              <p:cNvSpPr/>
              <p:nvPr/>
            </p:nvSpPr>
            <p:spPr>
              <a:xfrm>
                <a:off x="17212447" y="973019"/>
                <a:ext cx="50120" cy="706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8">
                    <a:moveTo>
                      <a:pt x="0" y="0"/>
                    </a:moveTo>
                    <a:lnTo>
                      <a:pt x="2875" y="6111"/>
                    </a:lnTo>
                    <a:lnTo>
                      <a:pt x="5262" y="7418"/>
                    </a:lnTo>
                    <a:lnTo>
                      <a:pt x="2387" y="1829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85" name="Surface mesh patch"/>
              <p:cNvSpPr/>
              <p:nvPr/>
            </p:nvSpPr>
            <p:spPr>
              <a:xfrm>
                <a:off x="17262567" y="1043678"/>
                <a:ext cx="50120" cy="59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9">
                    <a:moveTo>
                      <a:pt x="0" y="0"/>
                    </a:moveTo>
                    <a:lnTo>
                      <a:pt x="2875" y="5278"/>
                    </a:lnTo>
                    <a:lnTo>
                      <a:pt x="5262" y="6289"/>
                    </a:lnTo>
                    <a:lnTo>
                      <a:pt x="2387" y="1456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86" name="Surface mesh patch"/>
              <p:cNvSpPr/>
              <p:nvPr/>
            </p:nvSpPr>
            <p:spPr>
              <a:xfrm>
                <a:off x="17312686" y="1103580"/>
                <a:ext cx="50120" cy="47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0">
                    <a:moveTo>
                      <a:pt x="0" y="0"/>
                    </a:moveTo>
                    <a:lnTo>
                      <a:pt x="2875" y="4340"/>
                    </a:lnTo>
                    <a:lnTo>
                      <a:pt x="5262" y="5030"/>
                    </a:lnTo>
                    <a:lnTo>
                      <a:pt x="2387" y="1008"/>
                    </a:lnTo>
                    <a:close/>
                  </a:path>
                </a:pathLst>
              </a:custGeom>
              <a:solidFill>
                <a:srgbClr val="e1e0e5"/>
              </a:solidFill>
              <a:ln w="3334" cap="flat" cmpd="sng" algn="ctr">
                <a:solidFill>
                  <a:srgbClr val="e1e0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87" name="Surface mesh patch"/>
              <p:cNvSpPr/>
              <p:nvPr/>
            </p:nvSpPr>
            <p:spPr>
              <a:xfrm>
                <a:off x="16387801" y="1259179"/>
                <a:ext cx="50120" cy="28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50">
                    <a:moveTo>
                      <a:pt x="0" y="2084"/>
                    </a:moveTo>
                    <a:lnTo>
                      <a:pt x="2875" y="2950"/>
                    </a:lnTo>
                    <a:lnTo>
                      <a:pt x="5262" y="7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88" name="Surface mesh patch"/>
              <p:cNvSpPr/>
              <p:nvPr/>
            </p:nvSpPr>
            <p:spPr>
              <a:xfrm>
                <a:off x="16437921" y="1245486"/>
                <a:ext cx="50120" cy="302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5">
                    <a:moveTo>
                      <a:pt x="0" y="2167"/>
                    </a:moveTo>
                    <a:lnTo>
                      <a:pt x="2875" y="3175"/>
                    </a:lnTo>
                    <a:lnTo>
                      <a:pt x="5262" y="8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89" name="Surface mesh patch"/>
              <p:cNvSpPr/>
              <p:nvPr/>
            </p:nvSpPr>
            <p:spPr>
              <a:xfrm>
                <a:off x="16488040" y="1231750"/>
                <a:ext cx="50120" cy="313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7">
                    <a:moveTo>
                      <a:pt x="0" y="2274"/>
                    </a:moveTo>
                    <a:lnTo>
                      <a:pt x="2875" y="3287"/>
                    </a:lnTo>
                    <a:lnTo>
                      <a:pt x="5262" y="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90" name="Surface mesh patch"/>
              <p:cNvSpPr/>
              <p:nvPr/>
            </p:nvSpPr>
            <p:spPr>
              <a:xfrm>
                <a:off x="16538160" y="1215459"/>
                <a:ext cx="50120" cy="307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6">
                    <a:moveTo>
                      <a:pt x="0" y="2465"/>
                    </a:moveTo>
                    <a:lnTo>
                      <a:pt x="2875" y="3226"/>
                    </a:lnTo>
                    <a:lnTo>
                      <a:pt x="5262" y="3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91" name="Surface mesh patch"/>
              <p:cNvSpPr/>
              <p:nvPr/>
            </p:nvSpPr>
            <p:spPr>
              <a:xfrm>
                <a:off x="16588279" y="1188889"/>
                <a:ext cx="50120" cy="318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2">
                    <a:moveTo>
                      <a:pt x="0" y="3166"/>
                    </a:moveTo>
                    <a:lnTo>
                      <a:pt x="2875" y="3342"/>
                    </a:lnTo>
                    <a:lnTo>
                      <a:pt x="5262" y="0"/>
                    </a:lnTo>
                    <a:lnTo>
                      <a:pt x="2387" y="366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92" name="Surface mesh patch"/>
              <p:cNvSpPr/>
              <p:nvPr/>
            </p:nvSpPr>
            <p:spPr>
              <a:xfrm>
                <a:off x="16638399" y="1143907"/>
                <a:ext cx="50120" cy="44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3">
                    <a:moveTo>
                      <a:pt x="0" y="4723"/>
                    </a:moveTo>
                    <a:lnTo>
                      <a:pt x="2875" y="4003"/>
                    </a:lnTo>
                    <a:lnTo>
                      <a:pt x="5262" y="0"/>
                    </a:lnTo>
                    <a:lnTo>
                      <a:pt x="2387" y="1418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93" name="Surface mesh patch"/>
              <p:cNvSpPr/>
              <p:nvPr/>
            </p:nvSpPr>
            <p:spPr>
              <a:xfrm>
                <a:off x="16688519" y="1081940"/>
                <a:ext cx="50120" cy="61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6">
                    <a:moveTo>
                      <a:pt x="0" y="6506"/>
                    </a:moveTo>
                    <a:lnTo>
                      <a:pt x="2875" y="4739"/>
                    </a:lnTo>
                    <a:lnTo>
                      <a:pt x="5262" y="0"/>
                    </a:lnTo>
                    <a:lnTo>
                      <a:pt x="2387" y="2573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94" name="Surface mesh patch"/>
              <p:cNvSpPr/>
              <p:nvPr/>
            </p:nvSpPr>
            <p:spPr>
              <a:xfrm>
                <a:off x="16738638" y="1005392"/>
                <a:ext cx="50120" cy="765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37">
                    <a:moveTo>
                      <a:pt x="0" y="8037"/>
                    </a:moveTo>
                    <a:lnTo>
                      <a:pt x="2875" y="5364"/>
                    </a:lnTo>
                    <a:lnTo>
                      <a:pt x="5262" y="0"/>
                    </a:lnTo>
                    <a:lnTo>
                      <a:pt x="2387" y="3486"/>
                    </a:lnTo>
                    <a:close/>
                  </a:path>
                </a:pathLst>
              </a:custGeom>
              <a:solidFill>
                <a:srgbClr val="f9d2b9"/>
              </a:solidFill>
              <a:ln w="3334" cap="flat" cmpd="sng" algn="ctr">
                <a:solidFill>
                  <a:srgbClr val="f9d2b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95" name="Surface mesh patch"/>
              <p:cNvSpPr/>
              <p:nvPr/>
            </p:nvSpPr>
            <p:spPr>
              <a:xfrm>
                <a:off x="16788758" y="922346"/>
                <a:ext cx="50120" cy="83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19">
                    <a:moveTo>
                      <a:pt x="0" y="8719"/>
                    </a:moveTo>
                    <a:lnTo>
                      <a:pt x="2875" y="5652"/>
                    </a:lnTo>
                    <a:lnTo>
                      <a:pt x="5262" y="0"/>
                    </a:lnTo>
                    <a:lnTo>
                      <a:pt x="2387" y="3766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96" name="Surface mesh patch"/>
              <p:cNvSpPr/>
              <p:nvPr/>
            </p:nvSpPr>
            <p:spPr>
              <a:xfrm>
                <a:off x="16838878" y="845598"/>
                <a:ext cx="50120" cy="76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58">
                    <a:moveTo>
                      <a:pt x="0" y="8058"/>
                    </a:moveTo>
                    <a:lnTo>
                      <a:pt x="2875" y="5418"/>
                    </a:lnTo>
                    <a:lnTo>
                      <a:pt x="5262" y="0"/>
                    </a:lnTo>
                    <a:lnTo>
                      <a:pt x="2387" y="3131"/>
                    </a:lnTo>
                    <a:close/>
                  </a:path>
                </a:pathLst>
              </a:custGeom>
              <a:solidFill>
                <a:srgbClr val="faad91"/>
              </a:solidFill>
              <a:ln w="3334" cap="flat" cmpd="sng" algn="ctr">
                <a:solidFill>
                  <a:srgbClr val="faad9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97" name="Surface mesh patch"/>
              <p:cNvSpPr/>
              <p:nvPr/>
            </p:nvSpPr>
            <p:spPr>
              <a:xfrm>
                <a:off x="16888997" y="789386"/>
                <a:ext cx="50120" cy="562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01">
                    <a:moveTo>
                      <a:pt x="0" y="5901"/>
                    </a:moveTo>
                    <a:lnTo>
                      <a:pt x="2875" y="4609"/>
                    </a:lnTo>
                    <a:lnTo>
                      <a:pt x="5262" y="0"/>
                    </a:lnTo>
                    <a:lnTo>
                      <a:pt x="2387" y="1553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98" name="Surface mesh patch"/>
              <p:cNvSpPr/>
              <p:nvPr/>
            </p:nvSpPr>
            <p:spPr>
              <a:xfrm>
                <a:off x="16939117" y="758348"/>
                <a:ext cx="50120" cy="384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37">
                    <a:moveTo>
                      <a:pt x="0" y="3259"/>
                    </a:moveTo>
                    <a:lnTo>
                      <a:pt x="2875" y="4037"/>
                    </a:lnTo>
                    <a:lnTo>
                      <a:pt x="5262" y="6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9278"/>
              </a:solidFill>
              <a:ln w="3334" cap="flat" cmpd="sng" algn="ctr">
                <a:solidFill>
                  <a:srgbClr val="f992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99" name="Surface mesh patch"/>
              <p:cNvSpPr/>
              <p:nvPr/>
            </p:nvSpPr>
            <p:spPr>
              <a:xfrm>
                <a:off x="16989237" y="747101"/>
                <a:ext cx="50120" cy="47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4">
                    <a:moveTo>
                      <a:pt x="0" y="1866"/>
                    </a:moveTo>
                    <a:lnTo>
                      <a:pt x="2875" y="4984"/>
                    </a:lnTo>
                    <a:lnTo>
                      <a:pt x="5262" y="30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6"/>
              </a:solidFill>
              <a:ln w="3334" cap="flat" cmpd="sng" algn="ctr">
                <a:solidFill>
                  <a:srgbClr val="f8907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00" name="Surface mesh patch"/>
              <p:cNvSpPr/>
              <p:nvPr/>
            </p:nvSpPr>
            <p:spPr>
              <a:xfrm>
                <a:off x="17039356" y="771767"/>
                <a:ext cx="50120" cy="53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52">
                    <a:moveTo>
                      <a:pt x="0" y="480"/>
                    </a:moveTo>
                    <a:lnTo>
                      <a:pt x="2875" y="5652"/>
                    </a:lnTo>
                    <a:lnTo>
                      <a:pt x="5262" y="50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01" name="Surface mesh patch"/>
              <p:cNvSpPr/>
              <p:nvPr/>
            </p:nvSpPr>
            <p:spPr>
              <a:xfrm>
                <a:off x="17089476" y="819839"/>
                <a:ext cx="50120" cy="65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9">
                    <a:moveTo>
                      <a:pt x="0" y="0"/>
                    </a:moveTo>
                    <a:lnTo>
                      <a:pt x="2875" y="6502"/>
                    </a:lnTo>
                    <a:lnTo>
                      <a:pt x="5262" y="6849"/>
                    </a:lnTo>
                    <a:lnTo>
                      <a:pt x="2387" y="614"/>
                    </a:lnTo>
                    <a:close/>
                  </a:path>
                </a:pathLst>
              </a:custGeom>
              <a:solidFill>
                <a:srgbClr val="faa78b"/>
              </a:solidFill>
              <a:ln w="3334" cap="flat" cmpd="sng" algn="ctr">
                <a:solidFill>
                  <a:srgbClr val="faa78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02" name="Surface mesh patch"/>
              <p:cNvSpPr/>
              <p:nvPr/>
            </p:nvSpPr>
            <p:spPr>
              <a:xfrm>
                <a:off x="17139596" y="885074"/>
                <a:ext cx="50120" cy="74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9">
                    <a:moveTo>
                      <a:pt x="0" y="0"/>
                    </a:moveTo>
                    <a:lnTo>
                      <a:pt x="2875" y="6928"/>
                    </a:lnTo>
                    <a:lnTo>
                      <a:pt x="5262" y="7789"/>
                    </a:lnTo>
                    <a:lnTo>
                      <a:pt x="2387" y="1255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03" name="Surface mesh patch"/>
              <p:cNvSpPr/>
              <p:nvPr/>
            </p:nvSpPr>
            <p:spPr>
              <a:xfrm>
                <a:off x="17189715" y="959262"/>
                <a:ext cx="50120" cy="719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56">
                    <a:moveTo>
                      <a:pt x="0" y="0"/>
                    </a:moveTo>
                    <a:lnTo>
                      <a:pt x="2875" y="6554"/>
                    </a:lnTo>
                    <a:lnTo>
                      <a:pt x="5262" y="7556"/>
                    </a:lnTo>
                    <a:lnTo>
                      <a:pt x="2387" y="1444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04" name="Surface mesh patch"/>
              <p:cNvSpPr/>
              <p:nvPr/>
            </p:nvSpPr>
            <p:spPr>
              <a:xfrm>
                <a:off x="17239835" y="1031228"/>
                <a:ext cx="50120" cy="627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85">
                    <a:moveTo>
                      <a:pt x="0" y="0"/>
                    </a:moveTo>
                    <a:lnTo>
                      <a:pt x="2875" y="5674"/>
                    </a:lnTo>
                    <a:lnTo>
                      <a:pt x="5262" y="6585"/>
                    </a:lnTo>
                    <a:lnTo>
                      <a:pt x="2387" y="1307"/>
                    </a:lnTo>
                    <a:close/>
                  </a:path>
                </a:pathLst>
              </a:custGeom>
              <a:solidFill>
                <a:srgbClr val="f1d6c6"/>
              </a:solidFill>
              <a:ln w="3334" cap="flat" cmpd="sng" algn="ctr">
                <a:solidFill>
                  <a:srgbClr val="f1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05" name="Surface mesh patch"/>
              <p:cNvSpPr/>
              <p:nvPr/>
            </p:nvSpPr>
            <p:spPr>
              <a:xfrm>
                <a:off x="17289954" y="1093949"/>
                <a:ext cx="50120" cy="509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1">
                    <a:moveTo>
                      <a:pt x="0" y="0"/>
                    </a:moveTo>
                    <a:lnTo>
                      <a:pt x="2875" y="4623"/>
                    </a:lnTo>
                    <a:lnTo>
                      <a:pt x="5262" y="5351"/>
                    </a:lnTo>
                    <a:lnTo>
                      <a:pt x="2387" y="1011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06" name="Surface mesh patch"/>
              <p:cNvSpPr/>
              <p:nvPr/>
            </p:nvSpPr>
            <p:spPr>
              <a:xfrm>
                <a:off x="17340074" y="1144921"/>
                <a:ext cx="50120" cy="399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1">
                    <a:moveTo>
                      <a:pt x="0" y="0"/>
                    </a:moveTo>
                    <a:lnTo>
                      <a:pt x="2875" y="3657"/>
                    </a:lnTo>
                    <a:lnTo>
                      <a:pt x="5262" y="4191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07" name="Surface mesh patch"/>
              <p:cNvSpPr/>
              <p:nvPr/>
            </p:nvSpPr>
            <p:spPr>
              <a:xfrm>
                <a:off x="16365069" y="1279028"/>
                <a:ext cx="50120" cy="297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8">
                    <a:moveTo>
                      <a:pt x="0" y="2107"/>
                    </a:moveTo>
                    <a:lnTo>
                      <a:pt x="2875" y="3118"/>
                    </a:lnTo>
                    <a:lnTo>
                      <a:pt x="5262" y="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08" name="Surface mesh patch"/>
              <p:cNvSpPr/>
              <p:nvPr/>
            </p:nvSpPr>
            <p:spPr>
              <a:xfrm>
                <a:off x="16415189" y="1266126"/>
                <a:ext cx="50120" cy="324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04">
                    <a:moveTo>
                      <a:pt x="0" y="2221"/>
                    </a:moveTo>
                    <a:lnTo>
                      <a:pt x="2875" y="3404"/>
                    </a:lnTo>
                    <a:lnTo>
                      <a:pt x="5262" y="10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09" name="Surface mesh patch"/>
              <p:cNvSpPr/>
              <p:nvPr/>
            </p:nvSpPr>
            <p:spPr>
              <a:xfrm>
                <a:off x="16465308" y="1253408"/>
                <a:ext cx="50120" cy="34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7">
                    <a:moveTo>
                      <a:pt x="0" y="2343"/>
                    </a:moveTo>
                    <a:lnTo>
                      <a:pt x="2875" y="3597"/>
                    </a:lnTo>
                    <a:lnTo>
                      <a:pt x="5262" y="10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10" name="Surface mesh patch"/>
              <p:cNvSpPr/>
              <p:nvPr/>
            </p:nvSpPr>
            <p:spPr>
              <a:xfrm>
                <a:off x="16515428" y="1238942"/>
                <a:ext cx="50120" cy="346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532"/>
                    </a:moveTo>
                    <a:lnTo>
                      <a:pt x="2875" y="3638"/>
                    </a:lnTo>
                    <a:lnTo>
                      <a:pt x="5262" y="7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11" name="Surface mesh patch"/>
              <p:cNvSpPr/>
              <p:nvPr/>
            </p:nvSpPr>
            <p:spPr>
              <a:xfrm>
                <a:off x="16565548" y="1219048"/>
                <a:ext cx="50120" cy="33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13">
                    <a:moveTo>
                      <a:pt x="0" y="2849"/>
                    </a:moveTo>
                    <a:lnTo>
                      <a:pt x="2875" y="3513"/>
                    </a:lnTo>
                    <a:lnTo>
                      <a:pt x="5262" y="1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def4"/>
              </a:solidFill>
              <a:ln w="3334" cap="flat" cmpd="sng" algn="ctr">
                <a:solidFill>
                  <a:srgbClr val="d0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12" name="Surface mesh patch"/>
              <p:cNvSpPr/>
              <p:nvPr/>
            </p:nvSpPr>
            <p:spPr>
              <a:xfrm>
                <a:off x="16615667" y="1182039"/>
                <a:ext cx="50120" cy="386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1">
                    <a:moveTo>
                      <a:pt x="0" y="4061"/>
                    </a:moveTo>
                    <a:lnTo>
                      <a:pt x="2875" y="3985"/>
                    </a:lnTo>
                    <a:lnTo>
                      <a:pt x="5262" y="0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13" name="Surface mesh patch"/>
              <p:cNvSpPr/>
              <p:nvPr/>
            </p:nvSpPr>
            <p:spPr>
              <a:xfrm>
                <a:off x="16665787" y="1127075"/>
                <a:ext cx="50120" cy="549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71">
                    <a:moveTo>
                      <a:pt x="0" y="5771"/>
                    </a:moveTo>
                    <a:lnTo>
                      <a:pt x="2875" y="4770"/>
                    </a:lnTo>
                    <a:lnTo>
                      <a:pt x="5262" y="0"/>
                    </a:lnTo>
                    <a:lnTo>
                      <a:pt x="2387" y="176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14" name="Surface mesh patch"/>
              <p:cNvSpPr/>
              <p:nvPr/>
            </p:nvSpPr>
            <p:spPr>
              <a:xfrm>
                <a:off x="16715907" y="1056486"/>
                <a:ext cx="50120" cy="705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1">
                    <a:moveTo>
                      <a:pt x="0" y="7411"/>
                    </a:moveTo>
                    <a:lnTo>
                      <a:pt x="2875" y="5547"/>
                    </a:lnTo>
                    <a:lnTo>
                      <a:pt x="5262" y="0"/>
                    </a:lnTo>
                    <a:lnTo>
                      <a:pt x="2387" y="2672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15" name="Surface mesh patch"/>
              <p:cNvSpPr/>
              <p:nvPr/>
            </p:nvSpPr>
            <p:spPr>
              <a:xfrm>
                <a:off x="16766026" y="976186"/>
                <a:ext cx="50120" cy="803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30">
                    <a:moveTo>
                      <a:pt x="0" y="8430"/>
                    </a:moveTo>
                    <a:lnTo>
                      <a:pt x="2875" y="6097"/>
                    </a:lnTo>
                    <a:lnTo>
                      <a:pt x="5262" y="0"/>
                    </a:lnTo>
                    <a:lnTo>
                      <a:pt x="2387" y="3066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16" name="Surface mesh patch"/>
              <p:cNvSpPr/>
              <p:nvPr/>
            </p:nvSpPr>
            <p:spPr>
              <a:xfrm>
                <a:off x="16816146" y="897202"/>
                <a:ext cx="50120" cy="789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92">
                    <a:moveTo>
                      <a:pt x="0" y="8292"/>
                    </a:moveTo>
                    <a:lnTo>
                      <a:pt x="2875" y="6197"/>
                    </a:lnTo>
                    <a:lnTo>
                      <a:pt x="5262" y="0"/>
                    </a:lnTo>
                    <a:lnTo>
                      <a:pt x="2387" y="2640"/>
                    </a:lnTo>
                    <a:close/>
                  </a:path>
                </a:pathLst>
              </a:custGeom>
              <a:solidFill>
                <a:srgbClr val="fbb79b"/>
              </a:solidFill>
              <a:ln w="3334" cap="flat" cmpd="sng" algn="ctr">
                <a:solidFill>
                  <a:srgbClr val="fbb7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17" name="Surface mesh patch"/>
              <p:cNvSpPr/>
              <p:nvPr/>
            </p:nvSpPr>
            <p:spPr>
              <a:xfrm>
                <a:off x="16866265" y="833283"/>
                <a:ext cx="50120" cy="639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11">
                    <a:moveTo>
                      <a:pt x="0" y="6711"/>
                    </a:moveTo>
                    <a:lnTo>
                      <a:pt x="2875" y="5719"/>
                    </a:lnTo>
                    <a:lnTo>
                      <a:pt x="5262" y="0"/>
                    </a:lnTo>
                    <a:lnTo>
                      <a:pt x="2387" y="1293"/>
                    </a:lnTo>
                    <a:close/>
                  </a:path>
                </a:pathLst>
              </a:custGeom>
              <a:solidFill>
                <a:srgbClr val="faa68a"/>
              </a:solidFill>
              <a:ln w="3334" cap="flat" cmpd="sng" algn="ctr">
                <a:solidFill>
                  <a:srgbClr val="faa68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18" name="Surface mesh patch"/>
              <p:cNvSpPr/>
              <p:nvPr/>
            </p:nvSpPr>
            <p:spPr>
              <a:xfrm>
                <a:off x="16916385" y="789386"/>
                <a:ext cx="50120" cy="521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73">
                    <a:moveTo>
                      <a:pt x="0" y="4609"/>
                    </a:moveTo>
                    <a:lnTo>
                      <a:pt x="2875" y="5473"/>
                    </a:lnTo>
                    <a:lnTo>
                      <a:pt x="5262" y="7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19" name="Surface mesh patch"/>
              <p:cNvSpPr/>
              <p:nvPr/>
            </p:nvSpPr>
            <p:spPr>
              <a:xfrm>
                <a:off x="16966505" y="764877"/>
                <a:ext cx="50120" cy="613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4">
                    <a:moveTo>
                      <a:pt x="0" y="3351"/>
                    </a:moveTo>
                    <a:lnTo>
                      <a:pt x="2875" y="6444"/>
                    </a:lnTo>
                    <a:lnTo>
                      <a:pt x="5262" y="3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57a"/>
              </a:solidFill>
              <a:ln w="3334" cap="flat" cmpd="sng" algn="ctr">
                <a:solidFill>
                  <a:srgbClr val="fa95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20" name="Surface mesh patch"/>
              <p:cNvSpPr/>
              <p:nvPr/>
            </p:nvSpPr>
            <p:spPr>
              <a:xfrm>
                <a:off x="17016624" y="776337"/>
                <a:ext cx="50120" cy="674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1">
                    <a:moveTo>
                      <a:pt x="0" y="1914"/>
                    </a:moveTo>
                    <a:lnTo>
                      <a:pt x="2875" y="7081"/>
                    </a:lnTo>
                    <a:lnTo>
                      <a:pt x="5262" y="51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21" name="Surface mesh patch"/>
              <p:cNvSpPr/>
              <p:nvPr/>
            </p:nvSpPr>
            <p:spPr>
              <a:xfrm>
                <a:off x="17066744" y="819839"/>
                <a:ext cx="50120" cy="687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15">
                    <a:moveTo>
                      <a:pt x="0" y="605"/>
                    </a:moveTo>
                    <a:lnTo>
                      <a:pt x="2875" y="7215"/>
                    </a:lnTo>
                    <a:lnTo>
                      <a:pt x="5262" y="65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22" name="Surface mesh patch"/>
              <p:cNvSpPr/>
              <p:nvPr/>
            </p:nvSpPr>
            <p:spPr>
              <a:xfrm>
                <a:off x="17116864" y="881770"/>
                <a:ext cx="50120" cy="69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75">
                    <a:moveTo>
                      <a:pt x="0" y="0"/>
                    </a:moveTo>
                    <a:lnTo>
                      <a:pt x="2875" y="7169"/>
                    </a:lnTo>
                    <a:lnTo>
                      <a:pt x="5262" y="7275"/>
                    </a:lnTo>
                    <a:lnTo>
                      <a:pt x="2387" y="347"/>
                    </a:lnTo>
                    <a:close/>
                  </a:path>
                </a:pathLst>
              </a:custGeom>
              <a:solidFill>
                <a:srgbClr val="fbb599"/>
              </a:solidFill>
              <a:ln w="3334" cap="flat" cmpd="sng" algn="ctr">
                <a:solidFill>
                  <a:srgbClr val="fbb5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23" name="Surface mesh patch"/>
              <p:cNvSpPr/>
              <p:nvPr/>
            </p:nvSpPr>
            <p:spPr>
              <a:xfrm>
                <a:off x="17166983" y="951059"/>
                <a:ext cx="50120" cy="70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5">
                    <a:moveTo>
                      <a:pt x="0" y="0"/>
                    </a:moveTo>
                    <a:lnTo>
                      <a:pt x="2875" y="6874"/>
                    </a:lnTo>
                    <a:lnTo>
                      <a:pt x="5262" y="7415"/>
                    </a:lnTo>
                    <a:lnTo>
                      <a:pt x="2387" y="861"/>
                    </a:lnTo>
                    <a:close/>
                  </a:path>
                </a:pathLst>
              </a:custGeom>
              <a:solidFill>
                <a:srgbClr val="fbc6aa"/>
              </a:solidFill>
              <a:ln w="3334" cap="flat" cmpd="sng" algn="ctr">
                <a:solidFill>
                  <a:srgbClr val="fbc6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24" name="Surface mesh patch"/>
              <p:cNvSpPr/>
              <p:nvPr/>
            </p:nvSpPr>
            <p:spPr>
              <a:xfrm>
                <a:off x="17217103" y="1021690"/>
                <a:ext cx="50120" cy="63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76">
                    <a:moveTo>
                      <a:pt x="0" y="0"/>
                    </a:moveTo>
                    <a:lnTo>
                      <a:pt x="2875" y="5982"/>
                    </a:lnTo>
                    <a:lnTo>
                      <a:pt x="5262" y="6676"/>
                    </a:lnTo>
                    <a:lnTo>
                      <a:pt x="2387" y="1001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25" name="Surface mesh patch"/>
              <p:cNvSpPr/>
              <p:nvPr/>
            </p:nvSpPr>
            <p:spPr>
              <a:xfrm>
                <a:off x="17267223" y="1085277"/>
                <a:ext cx="50120" cy="527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4">
                    <a:moveTo>
                      <a:pt x="0" y="0"/>
                    </a:moveTo>
                    <a:lnTo>
                      <a:pt x="2875" y="4837"/>
                    </a:lnTo>
                    <a:lnTo>
                      <a:pt x="5262" y="5534"/>
                    </a:lnTo>
                    <a:lnTo>
                      <a:pt x="2387" y="910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26" name="Surface mesh patch"/>
              <p:cNvSpPr/>
              <p:nvPr/>
            </p:nvSpPr>
            <p:spPr>
              <a:xfrm>
                <a:off x="17317342" y="1137988"/>
                <a:ext cx="50120" cy="41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5">
                    <a:moveTo>
                      <a:pt x="0" y="0"/>
                    </a:moveTo>
                    <a:lnTo>
                      <a:pt x="2875" y="3744"/>
                    </a:lnTo>
                    <a:lnTo>
                      <a:pt x="5262" y="4385"/>
                    </a:lnTo>
                    <a:lnTo>
                      <a:pt x="2387" y="728"/>
                    </a:lnTo>
                    <a:close/>
                  </a:path>
                </a:pathLst>
              </a:custGeom>
              <a:solidFill>
                <a:srgbClr val="dfe1ea"/>
              </a:solidFill>
              <a:ln w="3334" cap="flat" cmpd="sng" algn="ctr">
                <a:solidFill>
                  <a:srgbClr val="df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27" name="Surface mesh patch"/>
              <p:cNvSpPr/>
              <p:nvPr/>
            </p:nvSpPr>
            <p:spPr>
              <a:xfrm>
                <a:off x="17367462" y="1179751"/>
                <a:ext cx="50120" cy="32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0">
                    <a:moveTo>
                      <a:pt x="0" y="0"/>
                    </a:moveTo>
                    <a:lnTo>
                      <a:pt x="2875" y="2880"/>
                    </a:lnTo>
                    <a:lnTo>
                      <a:pt x="5262" y="3430"/>
                    </a:lnTo>
                    <a:lnTo>
                      <a:pt x="2387" y="535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28" name="Surface mesh patch"/>
              <p:cNvSpPr/>
              <p:nvPr/>
            </p:nvSpPr>
            <p:spPr>
              <a:xfrm>
                <a:off x="16342337" y="1299100"/>
                <a:ext cx="50120" cy="31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68">
                    <a:moveTo>
                      <a:pt x="0" y="2107"/>
                    </a:moveTo>
                    <a:lnTo>
                      <a:pt x="2875" y="3268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29" name="Surface mesh patch"/>
              <p:cNvSpPr/>
              <p:nvPr/>
            </p:nvSpPr>
            <p:spPr>
              <a:xfrm>
                <a:off x="16392457" y="1287278"/>
                <a:ext cx="50120" cy="343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08">
                    <a:moveTo>
                      <a:pt x="0" y="2252"/>
                    </a:moveTo>
                    <a:lnTo>
                      <a:pt x="2875" y="3608"/>
                    </a:lnTo>
                    <a:lnTo>
                      <a:pt x="5262" y="1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30" name="Surface mesh patch"/>
              <p:cNvSpPr/>
              <p:nvPr/>
            </p:nvSpPr>
            <p:spPr>
              <a:xfrm>
                <a:off x="16442576" y="1275729"/>
                <a:ext cx="50120" cy="36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1">
                    <a:moveTo>
                      <a:pt x="0" y="2396"/>
                    </a:moveTo>
                    <a:lnTo>
                      <a:pt x="2875" y="3871"/>
                    </a:lnTo>
                    <a:lnTo>
                      <a:pt x="5262" y="12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31" name="Surface mesh patch"/>
              <p:cNvSpPr/>
              <p:nvPr/>
            </p:nvSpPr>
            <p:spPr>
              <a:xfrm>
                <a:off x="16492696" y="1263057"/>
                <a:ext cx="50120" cy="38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98">
                    <a:moveTo>
                      <a:pt x="0" y="2584"/>
                    </a:moveTo>
                    <a:lnTo>
                      <a:pt x="2875" y="3998"/>
                    </a:lnTo>
                    <a:lnTo>
                      <a:pt x="5262" y="1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32" name="Surface mesh patch"/>
              <p:cNvSpPr/>
              <p:nvPr/>
            </p:nvSpPr>
            <p:spPr>
              <a:xfrm>
                <a:off x="16542816" y="1246185"/>
                <a:ext cx="50120" cy="37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1">
                    <a:moveTo>
                      <a:pt x="0" y="2878"/>
                    </a:moveTo>
                    <a:lnTo>
                      <a:pt x="2875" y="3971"/>
                    </a:lnTo>
                    <a:lnTo>
                      <a:pt x="5262" y="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33" name="Surface mesh patch"/>
              <p:cNvSpPr/>
              <p:nvPr/>
            </p:nvSpPr>
            <p:spPr>
              <a:xfrm>
                <a:off x="16592935" y="1219997"/>
                <a:ext cx="50120" cy="372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07">
                    <a:moveTo>
                      <a:pt x="0" y="3414"/>
                    </a:moveTo>
                    <a:lnTo>
                      <a:pt x="2875" y="3907"/>
                    </a:lnTo>
                    <a:lnTo>
                      <a:pt x="5262" y="0"/>
                    </a:lnTo>
                    <a:lnTo>
                      <a:pt x="2387" y="76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34" name="Surface mesh patch"/>
              <p:cNvSpPr/>
              <p:nvPr/>
            </p:nvSpPr>
            <p:spPr>
              <a:xfrm>
                <a:off x="16643055" y="1172509"/>
                <a:ext cx="50120" cy="474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6">
                    <a:moveTo>
                      <a:pt x="0" y="4986"/>
                    </a:moveTo>
                    <a:lnTo>
                      <a:pt x="2875" y="4682"/>
                    </a:lnTo>
                    <a:lnTo>
                      <a:pt x="5262" y="0"/>
                    </a:lnTo>
                    <a:lnTo>
                      <a:pt x="2387" y="1001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35" name="Surface mesh patch"/>
              <p:cNvSpPr/>
              <p:nvPr/>
            </p:nvSpPr>
            <p:spPr>
              <a:xfrm>
                <a:off x="16693175" y="1109320"/>
                <a:ext cx="50120" cy="63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34">
                    <a:moveTo>
                      <a:pt x="0" y="6634"/>
                    </a:moveTo>
                    <a:lnTo>
                      <a:pt x="2875" y="5532"/>
                    </a:lnTo>
                    <a:lnTo>
                      <a:pt x="5262" y="0"/>
                    </a:lnTo>
                    <a:lnTo>
                      <a:pt x="2387" y="1864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36" name="Surface mesh patch"/>
              <p:cNvSpPr/>
              <p:nvPr/>
            </p:nvSpPr>
            <p:spPr>
              <a:xfrm>
                <a:off x="16743294" y="1034257"/>
                <a:ext cx="50120" cy="750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81">
                    <a:moveTo>
                      <a:pt x="0" y="7881"/>
                    </a:moveTo>
                    <a:lnTo>
                      <a:pt x="2875" y="6269"/>
                    </a:lnTo>
                    <a:lnTo>
                      <a:pt x="5262" y="0"/>
                    </a:lnTo>
                    <a:lnTo>
                      <a:pt x="2387" y="2334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37" name="Surface mesh patch"/>
              <p:cNvSpPr/>
              <p:nvPr/>
            </p:nvSpPr>
            <p:spPr>
              <a:xfrm>
                <a:off x="16793414" y="956231"/>
                <a:ext cx="50120" cy="78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2">
                    <a:moveTo>
                      <a:pt x="0" y="8192"/>
                    </a:moveTo>
                    <a:lnTo>
                      <a:pt x="2875" y="6660"/>
                    </a:lnTo>
                    <a:lnTo>
                      <a:pt x="5262" y="0"/>
                    </a:lnTo>
                    <a:lnTo>
                      <a:pt x="2387" y="2095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38" name="Surface mesh patch"/>
              <p:cNvSpPr/>
              <p:nvPr/>
            </p:nvSpPr>
            <p:spPr>
              <a:xfrm>
                <a:off x="16843534" y="887752"/>
                <a:ext cx="50120" cy="68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9">
                    <a:moveTo>
                      <a:pt x="0" y="7189"/>
                    </a:moveTo>
                    <a:lnTo>
                      <a:pt x="2875" y="6520"/>
                    </a:lnTo>
                    <a:lnTo>
                      <a:pt x="5262" y="0"/>
                    </a:lnTo>
                    <a:lnTo>
                      <a:pt x="2387" y="992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39" name="Surface mesh patch"/>
              <p:cNvSpPr/>
              <p:nvPr/>
            </p:nvSpPr>
            <p:spPr>
              <a:xfrm>
                <a:off x="16893653" y="833283"/>
                <a:ext cx="50120" cy="634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59">
                    <a:moveTo>
                      <a:pt x="0" y="5719"/>
                    </a:moveTo>
                    <a:lnTo>
                      <a:pt x="2875" y="6659"/>
                    </a:lnTo>
                    <a:lnTo>
                      <a:pt x="5262" y="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40" name="Surface mesh patch"/>
              <p:cNvSpPr/>
              <p:nvPr/>
            </p:nvSpPr>
            <p:spPr>
              <a:xfrm>
                <a:off x="16943773" y="796798"/>
                <a:ext cx="50120" cy="73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94">
                    <a:moveTo>
                      <a:pt x="0" y="4694"/>
                    </a:moveTo>
                    <a:lnTo>
                      <a:pt x="2875" y="7694"/>
                    </a:lnTo>
                    <a:lnTo>
                      <a:pt x="5262" y="30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41" name="Surface mesh patch"/>
              <p:cNvSpPr/>
              <p:nvPr/>
            </p:nvSpPr>
            <p:spPr>
              <a:xfrm>
                <a:off x="16993893" y="794569"/>
                <a:ext cx="50120" cy="79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57">
                    <a:moveTo>
                      <a:pt x="0" y="3326"/>
                    </a:moveTo>
                    <a:lnTo>
                      <a:pt x="2875" y="8357"/>
                    </a:lnTo>
                    <a:lnTo>
                      <a:pt x="5262" y="5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42" name="Surface mesh patch"/>
              <p:cNvSpPr/>
              <p:nvPr/>
            </p:nvSpPr>
            <p:spPr>
              <a:xfrm>
                <a:off x="17044012" y="825601"/>
                <a:ext cx="50120" cy="80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5">
                    <a:moveTo>
                      <a:pt x="0" y="1909"/>
                    </a:moveTo>
                    <a:lnTo>
                      <a:pt x="2875" y="8455"/>
                    </a:lnTo>
                    <a:lnTo>
                      <a:pt x="5262" y="66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43" name="Surface mesh patch"/>
              <p:cNvSpPr/>
              <p:nvPr/>
            </p:nvSpPr>
            <p:spPr>
              <a:xfrm>
                <a:off x="17094132" y="881770"/>
                <a:ext cx="50120" cy="756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44">
                    <a:moveTo>
                      <a:pt x="0" y="713"/>
                    </a:moveTo>
                    <a:lnTo>
                      <a:pt x="2875" y="7944"/>
                    </a:lnTo>
                    <a:lnTo>
                      <a:pt x="5262" y="71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296"/>
              </a:solidFill>
              <a:ln w="3334" cap="flat" cmpd="sng" algn="ctr">
                <a:solidFill>
                  <a:srgbClr val="fab2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44" name="Surface mesh patch"/>
              <p:cNvSpPr/>
              <p:nvPr/>
            </p:nvSpPr>
            <p:spPr>
              <a:xfrm>
                <a:off x="17144251" y="950056"/>
                <a:ext cx="50120" cy="670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35">
                    <a:moveTo>
                      <a:pt x="0" y="0"/>
                    </a:moveTo>
                    <a:lnTo>
                      <a:pt x="2875" y="7035"/>
                    </a:lnTo>
                    <a:lnTo>
                      <a:pt x="5262" y="6980"/>
                    </a:lnTo>
                    <a:lnTo>
                      <a:pt x="2387" y="105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45" name="Surface mesh patch"/>
              <p:cNvSpPr/>
              <p:nvPr/>
            </p:nvSpPr>
            <p:spPr>
              <a:xfrm>
                <a:off x="17194371" y="1016538"/>
                <a:ext cx="50120" cy="621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2">
                    <a:moveTo>
                      <a:pt x="0" y="0"/>
                    </a:moveTo>
                    <a:lnTo>
                      <a:pt x="2875" y="6160"/>
                    </a:lnTo>
                    <a:lnTo>
                      <a:pt x="5262" y="6522"/>
                    </a:lnTo>
                    <a:lnTo>
                      <a:pt x="2387" y="541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46" name="Surface mesh patch"/>
              <p:cNvSpPr/>
              <p:nvPr/>
            </p:nvSpPr>
            <p:spPr>
              <a:xfrm>
                <a:off x="17244491" y="1078663"/>
                <a:ext cx="50120" cy="526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1">
                    <a:moveTo>
                      <a:pt x="0" y="0"/>
                    </a:moveTo>
                    <a:lnTo>
                      <a:pt x="2875" y="4946"/>
                    </a:lnTo>
                    <a:lnTo>
                      <a:pt x="5262" y="5531"/>
                    </a:lnTo>
                    <a:lnTo>
                      <a:pt x="2387" y="694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47" name="Surface mesh patch"/>
              <p:cNvSpPr/>
              <p:nvPr/>
            </p:nvSpPr>
            <p:spPr>
              <a:xfrm>
                <a:off x="17294610" y="1131350"/>
                <a:ext cx="50120" cy="42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41">
                    <a:moveTo>
                      <a:pt x="0" y="0"/>
                    </a:moveTo>
                    <a:lnTo>
                      <a:pt x="2875" y="3733"/>
                    </a:lnTo>
                    <a:lnTo>
                      <a:pt x="5262" y="4441"/>
                    </a:lnTo>
                    <a:lnTo>
                      <a:pt x="2387" y="697"/>
                    </a:lnTo>
                    <a:close/>
                  </a:path>
                </a:pathLst>
              </a:custGeom>
              <a:solidFill>
                <a:srgbClr val="e3dfe3"/>
              </a:solidFill>
              <a:ln w="3334" cap="flat" cmpd="sng" algn="ctr">
                <a:solidFill>
                  <a:srgbClr val="e3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48" name="Surface mesh patch"/>
              <p:cNvSpPr/>
              <p:nvPr/>
            </p:nvSpPr>
            <p:spPr>
              <a:xfrm>
                <a:off x="17344730" y="1173651"/>
                <a:ext cx="50120" cy="335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20">
                    <a:moveTo>
                      <a:pt x="0" y="0"/>
                    </a:moveTo>
                    <a:lnTo>
                      <a:pt x="2875" y="2759"/>
                    </a:lnTo>
                    <a:lnTo>
                      <a:pt x="5262" y="3520"/>
                    </a:lnTo>
                    <a:lnTo>
                      <a:pt x="2387" y="640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49" name="Surface mesh patch"/>
              <p:cNvSpPr/>
              <p:nvPr/>
            </p:nvSpPr>
            <p:spPr>
              <a:xfrm>
                <a:off x="17394850" y="1207179"/>
                <a:ext cx="50120" cy="269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7">
                    <a:moveTo>
                      <a:pt x="0" y="0"/>
                    </a:moveTo>
                    <a:lnTo>
                      <a:pt x="2875" y="2107"/>
                    </a:lnTo>
                    <a:lnTo>
                      <a:pt x="5262" y="2827"/>
                    </a:lnTo>
                    <a:lnTo>
                      <a:pt x="2387" y="550"/>
                    </a:lnTo>
                    <a:close/>
                  </a:path>
                </a:pathLst>
              </a:custGeom>
              <a:solidFill>
                <a:srgbClr val="d0ddf4"/>
              </a:solidFill>
              <a:ln w="3334" cap="flat" cmpd="sng" algn="ctr">
                <a:solidFill>
                  <a:srgbClr val="d0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50" name="Surface mesh patch"/>
              <p:cNvSpPr/>
              <p:nvPr/>
            </p:nvSpPr>
            <p:spPr>
              <a:xfrm>
                <a:off x="16319605" y="1319167"/>
                <a:ext cx="50120" cy="32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92">
                    <a:moveTo>
                      <a:pt x="0" y="2080"/>
                    </a:moveTo>
                    <a:lnTo>
                      <a:pt x="2875" y="3392"/>
                    </a:lnTo>
                    <a:lnTo>
                      <a:pt x="5262" y="1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51" name="Surface mesh patch"/>
              <p:cNvSpPr/>
              <p:nvPr/>
            </p:nvSpPr>
            <p:spPr>
              <a:xfrm>
                <a:off x="16369725" y="1308731"/>
                <a:ext cx="50120" cy="35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79">
                    <a:moveTo>
                      <a:pt x="0" y="2257"/>
                    </a:moveTo>
                    <a:lnTo>
                      <a:pt x="2875" y="3779"/>
                    </a:lnTo>
                    <a:lnTo>
                      <a:pt x="5262" y="13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52" name="Surface mesh patch"/>
              <p:cNvSpPr/>
              <p:nvPr/>
            </p:nvSpPr>
            <p:spPr>
              <a:xfrm>
                <a:off x="16419845" y="1298548"/>
                <a:ext cx="50120" cy="39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5">
                    <a:moveTo>
                      <a:pt x="0" y="2424"/>
                    </a:moveTo>
                    <a:lnTo>
                      <a:pt x="2875" y="4105"/>
                    </a:lnTo>
                    <a:lnTo>
                      <a:pt x="5262" y="14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53" name="Surface mesh patch"/>
              <p:cNvSpPr/>
              <p:nvPr/>
            </p:nvSpPr>
            <p:spPr>
              <a:xfrm>
                <a:off x="16469964" y="1287666"/>
                <a:ext cx="50120" cy="40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04">
                    <a:moveTo>
                      <a:pt x="0" y="2618"/>
                    </a:moveTo>
                    <a:lnTo>
                      <a:pt x="2875" y="4304"/>
                    </a:lnTo>
                    <a:lnTo>
                      <a:pt x="5262" y="14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54" name="Surface mesh patch"/>
              <p:cNvSpPr/>
              <p:nvPr/>
            </p:nvSpPr>
            <p:spPr>
              <a:xfrm>
                <a:off x="16520084" y="1273599"/>
                <a:ext cx="50120" cy="41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52">
                    <a:moveTo>
                      <a:pt x="0" y="2892"/>
                    </a:moveTo>
                    <a:lnTo>
                      <a:pt x="2875" y="4352"/>
                    </a:lnTo>
                    <a:lnTo>
                      <a:pt x="5262" y="10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55" name="Surface mesh patch"/>
              <p:cNvSpPr/>
              <p:nvPr/>
            </p:nvSpPr>
            <p:spPr>
              <a:xfrm>
                <a:off x="16570204" y="1252513"/>
                <a:ext cx="50120" cy="408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7">
                    <a:moveTo>
                      <a:pt x="0" y="3307"/>
                    </a:moveTo>
                    <a:lnTo>
                      <a:pt x="2875" y="4287"/>
                    </a:lnTo>
                    <a:lnTo>
                      <a:pt x="5262" y="4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56" name="Surface mesh patch"/>
              <p:cNvSpPr/>
              <p:nvPr/>
            </p:nvSpPr>
            <p:spPr>
              <a:xfrm>
                <a:off x="16620323" y="1217104"/>
                <a:ext cx="50120" cy="429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14">
                    <a:moveTo>
                      <a:pt x="0" y="4211"/>
                    </a:moveTo>
                    <a:lnTo>
                      <a:pt x="2875" y="4514"/>
                    </a:lnTo>
                    <a:lnTo>
                      <a:pt x="5262" y="0"/>
                    </a:lnTo>
                    <a:lnTo>
                      <a:pt x="2387" y="304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57" name="Surface mesh patch"/>
              <p:cNvSpPr/>
              <p:nvPr/>
            </p:nvSpPr>
            <p:spPr>
              <a:xfrm>
                <a:off x="16670443" y="1162014"/>
                <a:ext cx="50120" cy="550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84">
                    <a:moveTo>
                      <a:pt x="0" y="5784"/>
                    </a:moveTo>
                    <a:lnTo>
                      <a:pt x="2875" y="5366"/>
                    </a:lnTo>
                    <a:lnTo>
                      <a:pt x="5262" y="0"/>
                    </a:lnTo>
                    <a:lnTo>
                      <a:pt x="2387" y="1102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58" name="Surface mesh patch"/>
              <p:cNvSpPr/>
              <p:nvPr/>
            </p:nvSpPr>
            <p:spPr>
              <a:xfrm>
                <a:off x="16720562" y="1093967"/>
                <a:ext cx="50120" cy="68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44">
                    <a:moveTo>
                      <a:pt x="0" y="7144"/>
                    </a:moveTo>
                    <a:lnTo>
                      <a:pt x="2875" y="6206"/>
                    </a:lnTo>
                    <a:lnTo>
                      <a:pt x="5262" y="0"/>
                    </a:lnTo>
                    <a:lnTo>
                      <a:pt x="2387" y="1612"/>
                    </a:lnTo>
                    <a:close/>
                  </a:path>
                </a:pathLst>
              </a:custGeom>
              <a:solidFill>
                <a:srgbClr val="edd9ce"/>
              </a:solidFill>
              <a:ln w="3334" cap="flat" cmpd="sng" algn="ctr">
                <a:solidFill>
                  <a:srgbClr val="edd9c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59" name="Surface mesh patch"/>
              <p:cNvSpPr/>
              <p:nvPr/>
            </p:nvSpPr>
            <p:spPr>
              <a:xfrm>
                <a:off x="16770682" y="1019670"/>
                <a:ext cx="50120" cy="742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00">
                    <a:moveTo>
                      <a:pt x="0" y="7800"/>
                    </a:moveTo>
                    <a:lnTo>
                      <a:pt x="2875" y="6817"/>
                    </a:lnTo>
                    <a:lnTo>
                      <a:pt x="5262" y="0"/>
                    </a:lnTo>
                    <a:lnTo>
                      <a:pt x="2387" y="1531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60" name="Surface mesh patch"/>
              <p:cNvSpPr/>
              <p:nvPr/>
            </p:nvSpPr>
            <p:spPr>
              <a:xfrm>
                <a:off x="16820802" y="949856"/>
                <a:ext cx="50120" cy="69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30">
                    <a:moveTo>
                      <a:pt x="0" y="7330"/>
                    </a:moveTo>
                    <a:lnTo>
                      <a:pt x="2875" y="6984"/>
                    </a:lnTo>
                    <a:lnTo>
                      <a:pt x="5262" y="0"/>
                    </a:lnTo>
                    <a:lnTo>
                      <a:pt x="2387" y="669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61" name="Surface mesh patch"/>
              <p:cNvSpPr/>
              <p:nvPr/>
            </p:nvSpPr>
            <p:spPr>
              <a:xfrm>
                <a:off x="16870921" y="887752"/>
                <a:ext cx="50120" cy="71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23">
                    <a:moveTo>
                      <a:pt x="0" y="6520"/>
                    </a:moveTo>
                    <a:lnTo>
                      <a:pt x="2875" y="7523"/>
                    </a:lnTo>
                    <a:lnTo>
                      <a:pt x="5262" y="9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62" name="Surface mesh patch"/>
              <p:cNvSpPr/>
              <p:nvPr/>
            </p:nvSpPr>
            <p:spPr>
              <a:xfrm>
                <a:off x="16921041" y="841512"/>
                <a:ext cx="50120" cy="823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41">
                    <a:moveTo>
                      <a:pt x="0" y="5795"/>
                    </a:moveTo>
                    <a:lnTo>
                      <a:pt x="2875" y="8641"/>
                    </a:lnTo>
                    <a:lnTo>
                      <a:pt x="5262" y="29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68a"/>
              </a:solidFill>
              <a:ln w="3334" cap="flat" cmpd="sng" algn="ctr">
                <a:solidFill>
                  <a:srgbClr val="faa68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63" name="Surface mesh patch"/>
              <p:cNvSpPr/>
              <p:nvPr/>
            </p:nvSpPr>
            <p:spPr>
              <a:xfrm>
                <a:off x="16971161" y="826253"/>
                <a:ext cx="50120" cy="893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75">
                    <a:moveTo>
                      <a:pt x="0" y="4601"/>
                    </a:moveTo>
                    <a:lnTo>
                      <a:pt x="2875" y="9375"/>
                    </a:lnTo>
                    <a:lnTo>
                      <a:pt x="5262" y="5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64" name="Surface mesh patch"/>
              <p:cNvSpPr/>
              <p:nvPr/>
            </p:nvSpPr>
            <p:spPr>
              <a:xfrm>
                <a:off x="17021280" y="843781"/>
                <a:ext cx="50120" cy="90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02">
                    <a:moveTo>
                      <a:pt x="0" y="3190"/>
                    </a:moveTo>
                    <a:lnTo>
                      <a:pt x="2875" y="9502"/>
                    </a:lnTo>
                    <a:lnTo>
                      <a:pt x="5262" y="6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65" name="Surface mesh patch"/>
              <p:cNvSpPr/>
              <p:nvPr/>
            </p:nvSpPr>
            <p:spPr>
              <a:xfrm>
                <a:off x="17071400" y="888563"/>
                <a:ext cx="50120" cy="851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44">
                    <a:moveTo>
                      <a:pt x="0" y="1845"/>
                    </a:moveTo>
                    <a:lnTo>
                      <a:pt x="2875" y="8944"/>
                    </a:lnTo>
                    <a:lnTo>
                      <a:pt x="5262" y="72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397"/>
              </a:solidFill>
              <a:ln w="3334" cap="flat" cmpd="sng" algn="ctr">
                <a:solidFill>
                  <a:srgbClr val="fa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66" name="Surface mesh patch"/>
              <p:cNvSpPr/>
              <p:nvPr/>
            </p:nvSpPr>
            <p:spPr>
              <a:xfrm>
                <a:off x="17121520" y="950056"/>
                <a:ext cx="50120" cy="741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86">
                    <a:moveTo>
                      <a:pt x="0" y="775"/>
                    </a:moveTo>
                    <a:lnTo>
                      <a:pt x="2875" y="7786"/>
                    </a:lnTo>
                    <a:lnTo>
                      <a:pt x="5262" y="70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67" name="Surface mesh patch"/>
              <p:cNvSpPr/>
              <p:nvPr/>
            </p:nvSpPr>
            <p:spPr>
              <a:xfrm>
                <a:off x="17171639" y="1016538"/>
                <a:ext cx="50120" cy="59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35">
                    <a:moveTo>
                      <a:pt x="0" y="55"/>
                    </a:moveTo>
                    <a:lnTo>
                      <a:pt x="2875" y="6235"/>
                    </a:lnTo>
                    <a:lnTo>
                      <a:pt x="5262" y="61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68" name="Surface mesh patch"/>
              <p:cNvSpPr/>
              <p:nvPr/>
            </p:nvSpPr>
            <p:spPr>
              <a:xfrm>
                <a:off x="17221759" y="1075216"/>
                <a:ext cx="50120" cy="505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8">
                    <a:moveTo>
                      <a:pt x="0" y="0"/>
                    </a:moveTo>
                    <a:lnTo>
                      <a:pt x="2875" y="4917"/>
                    </a:lnTo>
                    <a:lnTo>
                      <a:pt x="5262" y="5308"/>
                    </a:lnTo>
                    <a:lnTo>
                      <a:pt x="2387" y="362"/>
                    </a:lnTo>
                    <a:close/>
                  </a:path>
                </a:pathLst>
              </a:custGeom>
              <a:solidFill>
                <a:srgbClr val="f0d7c9"/>
              </a:solidFill>
              <a:ln w="3334" cap="flat" cmpd="sng" algn="ctr">
                <a:solidFill>
                  <a:srgbClr val="f0d7c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69" name="Surface mesh patch"/>
              <p:cNvSpPr/>
              <p:nvPr/>
            </p:nvSpPr>
            <p:spPr>
              <a:xfrm>
                <a:off x="17271879" y="1125770"/>
                <a:ext cx="50120" cy="411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8">
                    <a:moveTo>
                      <a:pt x="0" y="0"/>
                    </a:moveTo>
                    <a:lnTo>
                      <a:pt x="2875" y="3592"/>
                    </a:lnTo>
                    <a:lnTo>
                      <a:pt x="5262" y="4318"/>
                    </a:lnTo>
                    <a:lnTo>
                      <a:pt x="2387" y="586"/>
                    </a:lnTo>
                    <a:close/>
                  </a:path>
                </a:pathLst>
              </a:custGeom>
              <a:solidFill>
                <a:srgbClr val="e6dddc"/>
              </a:solidFill>
              <a:ln w="3334" cap="flat" cmpd="sng" algn="ctr">
                <a:solidFill>
                  <a:srgbClr val="e6ddd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70" name="Surface mesh patch"/>
              <p:cNvSpPr/>
              <p:nvPr/>
            </p:nvSpPr>
            <p:spPr>
              <a:xfrm>
                <a:off x="17321998" y="1166903"/>
                <a:ext cx="50120" cy="33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7">
                    <a:moveTo>
                      <a:pt x="0" y="0"/>
                    </a:moveTo>
                    <a:lnTo>
                      <a:pt x="2875" y="2502"/>
                    </a:lnTo>
                    <a:lnTo>
                      <a:pt x="5262" y="3467"/>
                    </a:lnTo>
                    <a:lnTo>
                      <a:pt x="2387" y="708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71" name="Surface mesh patch"/>
              <p:cNvSpPr/>
              <p:nvPr/>
            </p:nvSpPr>
            <p:spPr>
              <a:xfrm>
                <a:off x="17372118" y="1199927"/>
                <a:ext cx="50120" cy="273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9">
                    <a:moveTo>
                      <a:pt x="0" y="0"/>
                    </a:moveTo>
                    <a:lnTo>
                      <a:pt x="2875" y="1795"/>
                    </a:lnTo>
                    <a:lnTo>
                      <a:pt x="5262" y="2869"/>
                    </a:lnTo>
                    <a:lnTo>
                      <a:pt x="2387" y="761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72" name="Surface mesh patch"/>
              <p:cNvSpPr/>
              <p:nvPr/>
            </p:nvSpPr>
            <p:spPr>
              <a:xfrm>
                <a:off x="17422237" y="1227252"/>
                <a:ext cx="50120" cy="232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2">
                    <a:moveTo>
                      <a:pt x="0" y="0"/>
                    </a:moveTo>
                    <a:lnTo>
                      <a:pt x="2875" y="1446"/>
                    </a:lnTo>
                    <a:lnTo>
                      <a:pt x="5262" y="2442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73" name="Surface mesh patch"/>
              <p:cNvSpPr/>
              <p:nvPr/>
            </p:nvSpPr>
            <p:spPr>
              <a:xfrm>
                <a:off x="16296873" y="1338978"/>
                <a:ext cx="50120" cy="33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81">
                    <a:moveTo>
                      <a:pt x="0" y="2025"/>
                    </a:moveTo>
                    <a:lnTo>
                      <a:pt x="2875" y="3481"/>
                    </a:lnTo>
                    <a:lnTo>
                      <a:pt x="5262" y="1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74" name="Surface mesh patch"/>
              <p:cNvSpPr/>
              <p:nvPr/>
            </p:nvSpPr>
            <p:spPr>
              <a:xfrm>
                <a:off x="16346993" y="1330229"/>
                <a:ext cx="50120" cy="37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08">
                    <a:moveTo>
                      <a:pt x="0" y="2230"/>
                    </a:moveTo>
                    <a:lnTo>
                      <a:pt x="2875" y="3908"/>
                    </a:lnTo>
                    <a:lnTo>
                      <a:pt x="5262" y="15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75" name="Surface mesh patch"/>
              <p:cNvSpPr/>
              <p:nvPr/>
            </p:nvSpPr>
            <p:spPr>
              <a:xfrm>
                <a:off x="16397113" y="1321641"/>
                <a:ext cx="50120" cy="408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8">
                    <a:moveTo>
                      <a:pt x="0" y="2423"/>
                    </a:moveTo>
                    <a:lnTo>
                      <a:pt x="2875" y="4288"/>
                    </a:lnTo>
                    <a:lnTo>
                      <a:pt x="5262" y="16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76" name="Surface mesh patch"/>
              <p:cNvSpPr/>
              <p:nvPr/>
            </p:nvSpPr>
            <p:spPr>
              <a:xfrm>
                <a:off x="16447232" y="1312604"/>
                <a:ext cx="50120" cy="43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9">
                    <a:moveTo>
                      <a:pt x="0" y="2629"/>
                    </a:moveTo>
                    <a:lnTo>
                      <a:pt x="2875" y="4549"/>
                    </a:lnTo>
                    <a:lnTo>
                      <a:pt x="5262" y="1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77" name="Surface mesh patch"/>
              <p:cNvSpPr/>
              <p:nvPr/>
            </p:nvSpPr>
            <p:spPr>
              <a:xfrm>
                <a:off x="16497352" y="1301142"/>
                <a:ext cx="50120" cy="44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8">
                    <a:moveTo>
                      <a:pt x="0" y="2889"/>
                    </a:moveTo>
                    <a:lnTo>
                      <a:pt x="2875" y="4658"/>
                    </a:lnTo>
                    <a:lnTo>
                      <a:pt x="5262" y="14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78" name="Surface mesh patch"/>
              <p:cNvSpPr/>
              <p:nvPr/>
            </p:nvSpPr>
            <p:spPr>
              <a:xfrm>
                <a:off x="16547472" y="1284008"/>
                <a:ext cx="50120" cy="442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5">
                    <a:moveTo>
                      <a:pt x="0" y="3259"/>
                    </a:moveTo>
                    <a:lnTo>
                      <a:pt x="2875" y="4645"/>
                    </a:lnTo>
                    <a:lnTo>
                      <a:pt x="5262" y="9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79" name="Surface mesh patch"/>
              <p:cNvSpPr/>
              <p:nvPr/>
            </p:nvSpPr>
            <p:spPr>
              <a:xfrm>
                <a:off x="16597591" y="1257211"/>
                <a:ext cx="50120" cy="438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05">
                    <a:moveTo>
                      <a:pt x="0" y="3794"/>
                    </a:moveTo>
                    <a:lnTo>
                      <a:pt x="2875" y="4605"/>
                    </a:lnTo>
                    <a:lnTo>
                      <a:pt x="5262" y="3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80" name="Surface mesh patch"/>
              <p:cNvSpPr/>
              <p:nvPr/>
            </p:nvSpPr>
            <p:spPr>
              <a:xfrm>
                <a:off x="16647711" y="1213128"/>
                <a:ext cx="50120" cy="485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00">
                    <a:moveTo>
                      <a:pt x="0" y="4932"/>
                    </a:moveTo>
                    <a:lnTo>
                      <a:pt x="2875" y="5100"/>
                    </a:lnTo>
                    <a:lnTo>
                      <a:pt x="5262" y="0"/>
                    </a:lnTo>
                    <a:lnTo>
                      <a:pt x="2387" y="417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81" name="Surface mesh patch"/>
              <p:cNvSpPr/>
              <p:nvPr/>
            </p:nvSpPr>
            <p:spPr>
              <a:xfrm>
                <a:off x="16697831" y="1153075"/>
                <a:ext cx="50120" cy="600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05">
                    <a:moveTo>
                      <a:pt x="0" y="6305"/>
                    </a:moveTo>
                    <a:lnTo>
                      <a:pt x="2875" y="5961"/>
                    </a:lnTo>
                    <a:lnTo>
                      <a:pt x="5262" y="0"/>
                    </a:lnTo>
                    <a:lnTo>
                      <a:pt x="2387" y="938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82" name="Surface mesh patch"/>
              <p:cNvSpPr/>
              <p:nvPr/>
            </p:nvSpPr>
            <p:spPr>
              <a:xfrm>
                <a:off x="16747950" y="1084600"/>
                <a:ext cx="50120" cy="684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9">
                    <a:moveTo>
                      <a:pt x="0" y="7189"/>
                    </a:moveTo>
                    <a:lnTo>
                      <a:pt x="2875" y="6708"/>
                    </a:lnTo>
                    <a:lnTo>
                      <a:pt x="5262" y="0"/>
                    </a:lnTo>
                    <a:lnTo>
                      <a:pt x="2387" y="983"/>
                    </a:lnTo>
                    <a:close/>
                  </a:path>
                </a:pathLst>
              </a:custGeom>
              <a:solidFill>
                <a:srgbClr val="f1d6c6"/>
              </a:solidFill>
              <a:ln w="3334" cap="flat" cmpd="sng" algn="ctr">
                <a:solidFill>
                  <a:srgbClr val="f1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83" name="Surface mesh patch"/>
              <p:cNvSpPr/>
              <p:nvPr/>
            </p:nvSpPr>
            <p:spPr>
              <a:xfrm>
                <a:off x="16798070" y="1016381"/>
                <a:ext cx="50120" cy="682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62">
                    <a:moveTo>
                      <a:pt x="0" y="7162"/>
                    </a:moveTo>
                    <a:lnTo>
                      <a:pt x="2875" y="7122"/>
                    </a:lnTo>
                    <a:lnTo>
                      <a:pt x="5262" y="0"/>
                    </a:lnTo>
                    <a:lnTo>
                      <a:pt x="2387" y="345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84" name="Surface mesh patch"/>
              <p:cNvSpPr/>
              <p:nvPr/>
            </p:nvSpPr>
            <p:spPr>
              <a:xfrm>
                <a:off x="16848190" y="949856"/>
                <a:ext cx="50120" cy="76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33">
                    <a:moveTo>
                      <a:pt x="0" y="6984"/>
                    </a:moveTo>
                    <a:lnTo>
                      <a:pt x="2875" y="8033"/>
                    </a:lnTo>
                    <a:lnTo>
                      <a:pt x="5262" y="10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ca0"/>
              </a:solidFill>
              <a:ln w="3334" cap="flat" cmpd="sng" algn="ctr">
                <a:solidFill>
                  <a:srgbClr val="fbbc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85" name="Surface mesh patch"/>
              <p:cNvSpPr/>
              <p:nvPr/>
            </p:nvSpPr>
            <p:spPr>
              <a:xfrm>
                <a:off x="16898309" y="896705"/>
                <a:ext cx="50120" cy="879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31">
                    <a:moveTo>
                      <a:pt x="0" y="6583"/>
                    </a:moveTo>
                    <a:lnTo>
                      <a:pt x="2875" y="9231"/>
                    </a:lnTo>
                    <a:lnTo>
                      <a:pt x="5262" y="28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86" name="Surface mesh patch"/>
              <p:cNvSpPr/>
              <p:nvPr/>
            </p:nvSpPr>
            <p:spPr>
              <a:xfrm>
                <a:off x="16948429" y="870079"/>
                <a:ext cx="50120" cy="958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62">
                    <a:moveTo>
                      <a:pt x="0" y="5642"/>
                    </a:moveTo>
                    <a:lnTo>
                      <a:pt x="2875" y="10062"/>
                    </a:lnTo>
                    <a:lnTo>
                      <a:pt x="5262" y="47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87" name="Surface mesh patch"/>
              <p:cNvSpPr/>
              <p:nvPr/>
            </p:nvSpPr>
            <p:spPr>
              <a:xfrm>
                <a:off x="16998548" y="874166"/>
                <a:ext cx="50120" cy="97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70">
                    <a:moveTo>
                      <a:pt x="0" y="4345"/>
                    </a:moveTo>
                    <a:lnTo>
                      <a:pt x="2875" y="10270"/>
                    </a:lnTo>
                    <a:lnTo>
                      <a:pt x="5262" y="6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88" name="Surface mesh patch"/>
              <p:cNvSpPr/>
              <p:nvPr/>
            </p:nvSpPr>
            <p:spPr>
              <a:xfrm>
                <a:off x="17048668" y="906134"/>
                <a:ext cx="50120" cy="927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37">
                    <a:moveTo>
                      <a:pt x="0" y="2956"/>
                    </a:moveTo>
                    <a:lnTo>
                      <a:pt x="2875" y="9737"/>
                    </a:lnTo>
                    <a:lnTo>
                      <a:pt x="5262" y="7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599"/>
              </a:solidFill>
              <a:ln w="3334" cap="flat" cmpd="sng" algn="ctr">
                <a:solidFill>
                  <a:srgbClr val="fbb5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89" name="Surface mesh patch"/>
              <p:cNvSpPr/>
              <p:nvPr/>
            </p:nvSpPr>
            <p:spPr>
              <a:xfrm>
                <a:off x="17098788" y="957435"/>
                <a:ext cx="50120" cy="810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08">
                    <a:moveTo>
                      <a:pt x="0" y="1714"/>
                    </a:moveTo>
                    <a:lnTo>
                      <a:pt x="2875" y="8508"/>
                    </a:lnTo>
                    <a:lnTo>
                      <a:pt x="5262" y="70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4"/>
              </a:solidFill>
              <a:ln w="3334" cap="flat" cmpd="sng" algn="ctr">
                <a:solidFill>
                  <a:srgbClr val="fbc1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90" name="Surface mesh patch"/>
              <p:cNvSpPr/>
              <p:nvPr/>
            </p:nvSpPr>
            <p:spPr>
              <a:xfrm>
                <a:off x="17148907" y="1017066"/>
                <a:ext cx="50120" cy="645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73">
                    <a:moveTo>
                      <a:pt x="0" y="751"/>
                    </a:moveTo>
                    <a:lnTo>
                      <a:pt x="2875" y="6773"/>
                    </a:lnTo>
                    <a:lnTo>
                      <a:pt x="5262" y="61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91" name="Surface mesh patch"/>
              <p:cNvSpPr/>
              <p:nvPr/>
            </p:nvSpPr>
            <p:spPr>
              <a:xfrm>
                <a:off x="17199027" y="1075216"/>
                <a:ext cx="50120" cy="468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7">
                    <a:moveTo>
                      <a:pt x="0" y="75"/>
                    </a:moveTo>
                    <a:lnTo>
                      <a:pt x="2875" y="4805"/>
                    </a:lnTo>
                    <a:lnTo>
                      <a:pt x="5262" y="49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3"/>
              </a:solidFill>
              <a:ln w="3334" cap="flat" cmpd="sng" algn="ctr">
                <a:solidFill>
                  <a:srgbClr val="f3d6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92" name="Surface mesh patch"/>
              <p:cNvSpPr/>
              <p:nvPr/>
            </p:nvSpPr>
            <p:spPr>
              <a:xfrm>
                <a:off x="17249147" y="1122055"/>
                <a:ext cx="50120" cy="379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2">
                    <a:moveTo>
                      <a:pt x="0" y="0"/>
                    </a:moveTo>
                    <a:lnTo>
                      <a:pt x="2875" y="3298"/>
                    </a:lnTo>
                    <a:lnTo>
                      <a:pt x="5262" y="3982"/>
                    </a:lnTo>
                    <a:lnTo>
                      <a:pt x="2387" y="390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93" name="Surface mesh patch"/>
              <p:cNvSpPr/>
              <p:nvPr/>
            </p:nvSpPr>
            <p:spPr>
              <a:xfrm>
                <a:off x="17299266" y="1159982"/>
                <a:ext cx="50120" cy="307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9">
                    <a:moveTo>
                      <a:pt x="0" y="0"/>
                    </a:moveTo>
                    <a:lnTo>
                      <a:pt x="2875" y="2083"/>
                    </a:lnTo>
                    <a:lnTo>
                      <a:pt x="5262" y="3229"/>
                    </a:lnTo>
                    <a:lnTo>
                      <a:pt x="2387" y="727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94" name="Surface mesh patch"/>
              <p:cNvSpPr/>
              <p:nvPr/>
            </p:nvSpPr>
            <p:spPr>
              <a:xfrm>
                <a:off x="17349386" y="1190733"/>
                <a:ext cx="50120" cy="26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0">
                    <a:moveTo>
                      <a:pt x="0" y="0"/>
                    </a:moveTo>
                    <a:lnTo>
                      <a:pt x="2875" y="1308"/>
                    </a:lnTo>
                    <a:lnTo>
                      <a:pt x="5262" y="2760"/>
                    </a:lnTo>
                    <a:lnTo>
                      <a:pt x="2387" y="965"/>
                    </a:lnTo>
                    <a:close/>
                  </a:path>
                </a:pathLst>
              </a:custGeom>
              <a:solidFill>
                <a:srgbClr val="dce3ef"/>
              </a:solidFill>
              <a:ln w="3334" cap="flat" cmpd="sng" algn="ctr">
                <a:solidFill>
                  <a:srgbClr val="dce3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95" name="Surface mesh patch"/>
              <p:cNvSpPr/>
              <p:nvPr/>
            </p:nvSpPr>
            <p:spPr>
              <a:xfrm>
                <a:off x="17399506" y="1217023"/>
                <a:ext cx="50120" cy="23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0"/>
                    </a:moveTo>
                    <a:lnTo>
                      <a:pt x="2875" y="997"/>
                    </a:lnTo>
                    <a:lnTo>
                      <a:pt x="5262" y="2520"/>
                    </a:lnTo>
                    <a:lnTo>
                      <a:pt x="2387" y="1074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96" name="Surface mesh patch"/>
              <p:cNvSpPr/>
              <p:nvPr/>
            </p:nvSpPr>
            <p:spPr>
              <a:xfrm>
                <a:off x="17449625" y="1241021"/>
                <a:ext cx="50120" cy="21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1">
                    <a:moveTo>
                      <a:pt x="0" y="0"/>
                    </a:moveTo>
                    <a:lnTo>
                      <a:pt x="2875" y="996"/>
                    </a:lnTo>
                    <a:lnTo>
                      <a:pt x="5262" y="2301"/>
                    </a:lnTo>
                    <a:lnTo>
                      <a:pt x="2387" y="996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97" name="Surface mesh patch"/>
              <p:cNvSpPr/>
              <p:nvPr/>
            </p:nvSpPr>
            <p:spPr>
              <a:xfrm>
                <a:off x="16274142" y="1358265"/>
                <a:ext cx="50120" cy="336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32">
                    <a:moveTo>
                      <a:pt x="0" y="1943"/>
                    </a:moveTo>
                    <a:lnTo>
                      <a:pt x="2875" y="3532"/>
                    </a:lnTo>
                    <a:lnTo>
                      <a:pt x="5262" y="14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98" name="Surface mesh patch"/>
              <p:cNvSpPr/>
              <p:nvPr/>
            </p:nvSpPr>
            <p:spPr>
              <a:xfrm>
                <a:off x="16324261" y="1351471"/>
                <a:ext cx="50120" cy="37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8">
                    <a:moveTo>
                      <a:pt x="0" y="2170"/>
                    </a:moveTo>
                    <a:lnTo>
                      <a:pt x="2875" y="3988"/>
                    </a:lnTo>
                    <a:lnTo>
                      <a:pt x="5262" y="16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99" name="Surface mesh patch"/>
              <p:cNvSpPr/>
              <p:nvPr/>
            </p:nvSpPr>
            <p:spPr>
              <a:xfrm>
                <a:off x="16374381" y="1344723"/>
                <a:ext cx="50120" cy="420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4">
                    <a:moveTo>
                      <a:pt x="0" y="2386"/>
                    </a:moveTo>
                    <a:lnTo>
                      <a:pt x="2875" y="4414"/>
                    </a:lnTo>
                    <a:lnTo>
                      <a:pt x="5262" y="18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00" name="Surface mesh patch"/>
              <p:cNvSpPr/>
              <p:nvPr/>
            </p:nvSpPr>
            <p:spPr>
              <a:xfrm>
                <a:off x="16424501" y="1337645"/>
                <a:ext cx="50120" cy="450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7">
                    <a:moveTo>
                      <a:pt x="0" y="2608"/>
                    </a:moveTo>
                    <a:lnTo>
                      <a:pt x="2875" y="4727"/>
                    </a:lnTo>
                    <a:lnTo>
                      <a:pt x="5262" y="1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01" name="Surface mesh patch"/>
              <p:cNvSpPr/>
              <p:nvPr/>
            </p:nvSpPr>
            <p:spPr>
              <a:xfrm>
                <a:off x="16474620" y="1328658"/>
                <a:ext cx="50120" cy="465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6">
                    <a:moveTo>
                      <a:pt x="0" y="2864"/>
                    </a:moveTo>
                    <a:lnTo>
                      <a:pt x="2875" y="4886"/>
                    </a:lnTo>
                    <a:lnTo>
                      <a:pt x="5262" y="17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02" name="Surface mesh patch"/>
              <p:cNvSpPr/>
              <p:nvPr/>
            </p:nvSpPr>
            <p:spPr>
              <a:xfrm>
                <a:off x="16524740" y="1315051"/>
                <a:ext cx="50120" cy="467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8">
                    <a:moveTo>
                      <a:pt x="0" y="3197"/>
                    </a:moveTo>
                    <a:lnTo>
                      <a:pt x="2875" y="4908"/>
                    </a:lnTo>
                    <a:lnTo>
                      <a:pt x="5262" y="13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03" name="Surface mesh patch"/>
              <p:cNvSpPr/>
              <p:nvPr/>
            </p:nvSpPr>
            <p:spPr>
              <a:xfrm>
                <a:off x="16574859" y="1293351"/>
                <a:ext cx="50120" cy="464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2">
                    <a:moveTo>
                      <a:pt x="0" y="3664"/>
                    </a:moveTo>
                    <a:lnTo>
                      <a:pt x="2875" y="4882"/>
                    </a:lnTo>
                    <a:lnTo>
                      <a:pt x="5262" y="8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04" name="Surface mesh patch"/>
              <p:cNvSpPr/>
              <p:nvPr/>
            </p:nvSpPr>
            <p:spPr>
              <a:xfrm>
                <a:off x="16624979" y="1260101"/>
                <a:ext cx="50120" cy="47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6">
                    <a:moveTo>
                      <a:pt x="0" y="4302"/>
                    </a:moveTo>
                    <a:lnTo>
                      <a:pt x="2875" y="4946"/>
                    </a:lnTo>
                    <a:lnTo>
                      <a:pt x="5262" y="1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05" name="Surface mesh patch"/>
              <p:cNvSpPr/>
              <p:nvPr/>
            </p:nvSpPr>
            <p:spPr>
              <a:xfrm>
                <a:off x="16675099" y="1209858"/>
                <a:ext cx="50120" cy="53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7">
                    <a:moveTo>
                      <a:pt x="0" y="5443"/>
                    </a:moveTo>
                    <a:lnTo>
                      <a:pt x="2875" y="5597"/>
                    </a:lnTo>
                    <a:lnTo>
                      <a:pt x="5262" y="0"/>
                    </a:lnTo>
                    <a:lnTo>
                      <a:pt x="2387" y="343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06" name="Surface mesh patch"/>
              <p:cNvSpPr/>
              <p:nvPr/>
            </p:nvSpPr>
            <p:spPr>
              <a:xfrm>
                <a:off x="16725218" y="1148492"/>
                <a:ext cx="50120" cy="613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3">
                    <a:moveTo>
                      <a:pt x="0" y="6443"/>
                    </a:moveTo>
                    <a:lnTo>
                      <a:pt x="2875" y="6395"/>
                    </a:lnTo>
                    <a:lnTo>
                      <a:pt x="5262" y="0"/>
                    </a:lnTo>
                    <a:lnTo>
                      <a:pt x="2387" y="481"/>
                    </a:lnTo>
                    <a:close/>
                  </a:path>
                </a:pathLst>
              </a:custGeom>
              <a:solidFill>
                <a:srgbClr val="e7dcda"/>
              </a:solidFill>
              <a:ln w="3334" cap="flat" cmpd="sng" algn="ctr">
                <a:solidFill>
                  <a:srgbClr val="e7dcd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07" name="Surface mesh patch"/>
              <p:cNvSpPr/>
              <p:nvPr/>
            </p:nvSpPr>
            <p:spPr>
              <a:xfrm>
                <a:off x="16775338" y="1084215"/>
                <a:ext cx="50120" cy="66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76">
                    <a:moveTo>
                      <a:pt x="0" y="6748"/>
                    </a:moveTo>
                    <a:lnTo>
                      <a:pt x="2875" y="6976"/>
                    </a:lnTo>
                    <a:lnTo>
                      <a:pt x="5262" y="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f4d5c1"/>
              </a:solidFill>
              <a:ln w="3334" cap="flat" cmpd="sng" algn="ctr">
                <a:solidFill>
                  <a:srgbClr val="f4d5c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08" name="Surface mesh patch"/>
              <p:cNvSpPr/>
              <p:nvPr/>
            </p:nvSpPr>
            <p:spPr>
              <a:xfrm>
                <a:off x="16825458" y="1016381"/>
                <a:ext cx="50120" cy="78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6">
                    <a:moveTo>
                      <a:pt x="0" y="7122"/>
                    </a:moveTo>
                    <a:lnTo>
                      <a:pt x="2875" y="8196"/>
                    </a:lnTo>
                    <a:lnTo>
                      <a:pt x="5262" y="10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aae"/>
              </a:solidFill>
              <a:ln w="3334" cap="flat" cmpd="sng" algn="ctr">
                <a:solidFill>
                  <a:srgbClr val="fbca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09" name="Surface mesh patch"/>
              <p:cNvSpPr/>
              <p:nvPr/>
            </p:nvSpPr>
            <p:spPr>
              <a:xfrm>
                <a:off x="16875577" y="959406"/>
                <a:ext cx="50120" cy="89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7">
                    <a:moveTo>
                      <a:pt x="0" y="7030"/>
                    </a:moveTo>
                    <a:lnTo>
                      <a:pt x="2875" y="9447"/>
                    </a:lnTo>
                    <a:lnTo>
                      <a:pt x="5262" y="26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10" name="Surface mesh patch"/>
              <p:cNvSpPr/>
              <p:nvPr/>
            </p:nvSpPr>
            <p:spPr>
              <a:xfrm>
                <a:off x="16925697" y="923820"/>
                <a:ext cx="50120" cy="98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77">
                    <a:moveTo>
                      <a:pt x="0" y="6384"/>
                    </a:moveTo>
                    <a:lnTo>
                      <a:pt x="2875" y="10377"/>
                    </a:lnTo>
                    <a:lnTo>
                      <a:pt x="5262" y="4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79b"/>
              </a:solidFill>
              <a:ln w="3334" cap="flat" cmpd="sng" algn="ctr">
                <a:solidFill>
                  <a:srgbClr val="fbb7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11" name="Surface mesh patch"/>
              <p:cNvSpPr/>
              <p:nvPr/>
            </p:nvSpPr>
            <p:spPr>
              <a:xfrm>
                <a:off x="16975817" y="915555"/>
                <a:ext cx="50120" cy="101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02">
                    <a:moveTo>
                      <a:pt x="0" y="5287"/>
                    </a:moveTo>
                    <a:lnTo>
                      <a:pt x="2875" y="10702"/>
                    </a:lnTo>
                    <a:lnTo>
                      <a:pt x="5262" y="59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12" name="Surface mesh patch"/>
              <p:cNvSpPr/>
              <p:nvPr/>
            </p:nvSpPr>
            <p:spPr>
              <a:xfrm>
                <a:off x="17025936" y="934290"/>
                <a:ext cx="50120" cy="976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55">
                    <a:moveTo>
                      <a:pt x="0" y="3958"/>
                    </a:moveTo>
                    <a:lnTo>
                      <a:pt x="2875" y="10255"/>
                    </a:lnTo>
                    <a:lnTo>
                      <a:pt x="5262" y="67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13" name="Surface mesh patch"/>
              <p:cNvSpPr/>
              <p:nvPr/>
            </p:nvSpPr>
            <p:spPr>
              <a:xfrm>
                <a:off x="17076056" y="973758"/>
                <a:ext cx="50120" cy="86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31">
                    <a:moveTo>
                      <a:pt x="0" y="2637"/>
                    </a:moveTo>
                    <a:lnTo>
                      <a:pt x="2875" y="9031"/>
                    </a:lnTo>
                    <a:lnTo>
                      <a:pt x="5262" y="67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14" name="Surface mesh patch"/>
              <p:cNvSpPr/>
              <p:nvPr/>
            </p:nvSpPr>
            <p:spPr>
              <a:xfrm>
                <a:off x="17126176" y="1024221"/>
                <a:ext cx="50120" cy="683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80">
                    <a:moveTo>
                      <a:pt x="0" y="1497"/>
                    </a:moveTo>
                    <a:lnTo>
                      <a:pt x="2875" y="7180"/>
                    </a:lnTo>
                    <a:lnTo>
                      <a:pt x="5262" y="60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15" name="Surface mesh patch"/>
              <p:cNvSpPr/>
              <p:nvPr/>
            </p:nvSpPr>
            <p:spPr>
              <a:xfrm>
                <a:off x="17176295" y="1075930"/>
                <a:ext cx="50120" cy="473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67">
                    <a:moveTo>
                      <a:pt x="0" y="593"/>
                    </a:moveTo>
                    <a:lnTo>
                      <a:pt x="2875" y="4967"/>
                    </a:lnTo>
                    <a:lnTo>
                      <a:pt x="5262" y="47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16" name="Surface mesh patch"/>
              <p:cNvSpPr/>
              <p:nvPr/>
            </p:nvSpPr>
            <p:spPr>
              <a:xfrm>
                <a:off x="17226415" y="1120983"/>
                <a:ext cx="50120" cy="324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10">
                    <a:moveTo>
                      <a:pt x="0" y="0"/>
                    </a:moveTo>
                    <a:lnTo>
                      <a:pt x="2875" y="2838"/>
                    </a:lnTo>
                    <a:lnTo>
                      <a:pt x="5262" y="3410"/>
                    </a:lnTo>
                    <a:lnTo>
                      <a:pt x="2387" y="112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17" name="Surface mesh patch"/>
              <p:cNvSpPr/>
              <p:nvPr/>
            </p:nvSpPr>
            <p:spPr>
              <a:xfrm>
                <a:off x="17276534" y="1153465"/>
                <a:ext cx="50120" cy="263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67">
                    <a:moveTo>
                      <a:pt x="0" y="0"/>
                    </a:moveTo>
                    <a:lnTo>
                      <a:pt x="2875" y="1485"/>
                    </a:lnTo>
                    <a:lnTo>
                      <a:pt x="5262" y="2767"/>
                    </a:lnTo>
                    <a:lnTo>
                      <a:pt x="2387" y="684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18" name="Surface mesh patch"/>
              <p:cNvSpPr/>
              <p:nvPr/>
            </p:nvSpPr>
            <p:spPr>
              <a:xfrm>
                <a:off x="17326654" y="1179822"/>
                <a:ext cx="50120" cy="233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4">
                    <a:moveTo>
                      <a:pt x="0" y="0"/>
                    </a:moveTo>
                    <a:lnTo>
                      <a:pt x="2875" y="624"/>
                    </a:lnTo>
                    <a:lnTo>
                      <a:pt x="5262" y="2454"/>
                    </a:lnTo>
                    <a:lnTo>
                      <a:pt x="2387" y="1146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19" name="Surface mesh patch"/>
              <p:cNvSpPr/>
              <p:nvPr/>
            </p:nvSpPr>
            <p:spPr>
              <a:xfrm>
                <a:off x="17376774" y="1203193"/>
                <a:ext cx="50120" cy="233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9">
                    <a:moveTo>
                      <a:pt x="0" y="0"/>
                    </a:moveTo>
                    <a:lnTo>
                      <a:pt x="2875" y="346"/>
                    </a:lnTo>
                    <a:lnTo>
                      <a:pt x="5262" y="2449"/>
                    </a:lnTo>
                    <a:lnTo>
                      <a:pt x="2387" y="1452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20" name="Surface mesh patch"/>
              <p:cNvSpPr/>
              <p:nvPr/>
            </p:nvSpPr>
            <p:spPr>
              <a:xfrm>
                <a:off x="17426893" y="1226520"/>
                <a:ext cx="50120" cy="239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9">
                    <a:moveTo>
                      <a:pt x="0" y="0"/>
                    </a:moveTo>
                    <a:lnTo>
                      <a:pt x="2875" y="510"/>
                    </a:lnTo>
                    <a:lnTo>
                      <a:pt x="5262" y="2519"/>
                    </a:lnTo>
                    <a:lnTo>
                      <a:pt x="2387" y="1522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21" name="Surface mesh patch"/>
              <p:cNvSpPr/>
              <p:nvPr/>
            </p:nvSpPr>
            <p:spPr>
              <a:xfrm>
                <a:off x="17477013" y="1250512"/>
                <a:ext cx="50120" cy="226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79">
                    <a:moveTo>
                      <a:pt x="0" y="0"/>
                    </a:moveTo>
                    <a:lnTo>
                      <a:pt x="2875" y="829"/>
                    </a:lnTo>
                    <a:lnTo>
                      <a:pt x="5262" y="2379"/>
                    </a:lnTo>
                    <a:lnTo>
                      <a:pt x="2387" y="1305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22" name="Surface mesh patch"/>
              <p:cNvSpPr/>
              <p:nvPr/>
            </p:nvSpPr>
            <p:spPr>
              <a:xfrm>
                <a:off x="16251410" y="1376769"/>
                <a:ext cx="50120" cy="337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1">
                    <a:moveTo>
                      <a:pt x="0" y="1836"/>
                    </a:moveTo>
                    <a:lnTo>
                      <a:pt x="2875" y="3541"/>
                    </a:lnTo>
                    <a:lnTo>
                      <a:pt x="5262" y="15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23" name="Surface mesh patch"/>
              <p:cNvSpPr/>
              <p:nvPr/>
            </p:nvSpPr>
            <p:spPr>
              <a:xfrm>
                <a:off x="16301529" y="1372138"/>
                <a:ext cx="50120" cy="38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13">
                    <a:moveTo>
                      <a:pt x="0" y="2076"/>
                    </a:moveTo>
                    <a:lnTo>
                      <a:pt x="2875" y="4013"/>
                    </a:lnTo>
                    <a:lnTo>
                      <a:pt x="5262" y="1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24" name="Surface mesh patch"/>
              <p:cNvSpPr/>
              <p:nvPr/>
            </p:nvSpPr>
            <p:spPr>
              <a:xfrm>
                <a:off x="16351649" y="1367453"/>
                <a:ext cx="50120" cy="426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2">
                    <a:moveTo>
                      <a:pt x="0" y="2310"/>
                    </a:moveTo>
                    <a:lnTo>
                      <a:pt x="2875" y="4472"/>
                    </a:lnTo>
                    <a:lnTo>
                      <a:pt x="5262" y="20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25" name="Surface mesh patch"/>
              <p:cNvSpPr/>
              <p:nvPr/>
            </p:nvSpPr>
            <p:spPr>
              <a:xfrm>
                <a:off x="16401769" y="1362487"/>
                <a:ext cx="50120" cy="46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0">
                    <a:moveTo>
                      <a:pt x="0" y="2549"/>
                    </a:moveTo>
                    <a:lnTo>
                      <a:pt x="2875" y="4830"/>
                    </a:lnTo>
                    <a:lnTo>
                      <a:pt x="5262" y="21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26" name="Surface mesh patch"/>
              <p:cNvSpPr/>
              <p:nvPr/>
            </p:nvSpPr>
            <p:spPr>
              <a:xfrm>
                <a:off x="16451888" y="1355933"/>
                <a:ext cx="50120" cy="47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1">
                    <a:moveTo>
                      <a:pt x="0" y="2807"/>
                    </a:moveTo>
                    <a:lnTo>
                      <a:pt x="2875" y="5031"/>
                    </a:lnTo>
                    <a:lnTo>
                      <a:pt x="5262" y="20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27" name="Surface mesh patch"/>
              <p:cNvSpPr/>
              <p:nvPr/>
            </p:nvSpPr>
            <p:spPr>
              <a:xfrm>
                <a:off x="16502008" y="1345506"/>
                <a:ext cx="50120" cy="483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0">
                    <a:moveTo>
                      <a:pt x="0" y="3117"/>
                    </a:moveTo>
                    <a:lnTo>
                      <a:pt x="2875" y="5080"/>
                    </a:lnTo>
                    <a:lnTo>
                      <a:pt x="5262" y="17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28" name="Surface mesh patch"/>
              <p:cNvSpPr/>
              <p:nvPr/>
            </p:nvSpPr>
            <p:spPr>
              <a:xfrm>
                <a:off x="16552128" y="1328247"/>
                <a:ext cx="50120" cy="481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2">
                    <a:moveTo>
                      <a:pt x="0" y="3523"/>
                    </a:moveTo>
                    <a:lnTo>
                      <a:pt x="2875" y="5052"/>
                    </a:lnTo>
                    <a:lnTo>
                      <a:pt x="5262" y="12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29" name="Surface mesh patch"/>
              <p:cNvSpPr/>
              <p:nvPr/>
            </p:nvSpPr>
            <p:spPr>
              <a:xfrm>
                <a:off x="16602247" y="1301076"/>
                <a:ext cx="50120" cy="484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2">
                    <a:moveTo>
                      <a:pt x="0" y="4071"/>
                    </a:moveTo>
                    <a:lnTo>
                      <a:pt x="2875" y="5082"/>
                    </a:lnTo>
                    <a:lnTo>
                      <a:pt x="5262" y="6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30" name="Surface mesh patch"/>
              <p:cNvSpPr/>
              <p:nvPr/>
            </p:nvSpPr>
            <p:spPr>
              <a:xfrm>
                <a:off x="16652367" y="1261701"/>
                <a:ext cx="50120" cy="507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24">
                    <a:moveTo>
                      <a:pt x="0" y="4778"/>
                    </a:moveTo>
                    <a:lnTo>
                      <a:pt x="2875" y="5324"/>
                    </a:lnTo>
                    <a:lnTo>
                      <a:pt x="5262" y="1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31" name="Surface mesh patch"/>
              <p:cNvSpPr/>
              <p:nvPr/>
            </p:nvSpPr>
            <p:spPr>
              <a:xfrm>
                <a:off x="16702487" y="1209403"/>
                <a:ext cx="50120" cy="566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46">
                    <a:moveTo>
                      <a:pt x="0" y="5645"/>
                    </a:moveTo>
                    <a:lnTo>
                      <a:pt x="2875" y="5946"/>
                    </a:lnTo>
                    <a:lnTo>
                      <a:pt x="5262" y="0"/>
                    </a:lnTo>
                    <a:lnTo>
                      <a:pt x="2387" y="48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32" name="Surface mesh patch"/>
              <p:cNvSpPr/>
              <p:nvPr/>
            </p:nvSpPr>
            <p:spPr>
              <a:xfrm>
                <a:off x="16752606" y="1148492"/>
                <a:ext cx="50120" cy="65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39">
                    <a:moveTo>
                      <a:pt x="0" y="6395"/>
                    </a:moveTo>
                    <a:lnTo>
                      <a:pt x="2875" y="6839"/>
                    </a:lnTo>
                    <a:lnTo>
                      <a:pt x="5262" y="2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33" name="Surface mesh patch"/>
              <p:cNvSpPr/>
              <p:nvPr/>
            </p:nvSpPr>
            <p:spPr>
              <a:xfrm>
                <a:off x="16802726" y="1084215"/>
                <a:ext cx="50120" cy="76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52">
                    <a:moveTo>
                      <a:pt x="0" y="6976"/>
                    </a:moveTo>
                    <a:lnTo>
                      <a:pt x="2875" y="8052"/>
                    </a:lnTo>
                    <a:lnTo>
                      <a:pt x="5262" y="10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34" name="Surface mesh patch"/>
              <p:cNvSpPr/>
              <p:nvPr/>
            </p:nvSpPr>
            <p:spPr>
              <a:xfrm>
                <a:off x="16852845" y="1026369"/>
                <a:ext cx="50120" cy="88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5">
                    <a:moveTo>
                      <a:pt x="0" y="7147"/>
                    </a:moveTo>
                    <a:lnTo>
                      <a:pt x="2875" y="9315"/>
                    </a:lnTo>
                    <a:lnTo>
                      <a:pt x="5262" y="24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35" name="Surface mesh patch"/>
              <p:cNvSpPr/>
              <p:nvPr/>
            </p:nvSpPr>
            <p:spPr>
              <a:xfrm>
                <a:off x="16902965" y="984629"/>
                <a:ext cx="50120" cy="983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23">
                    <a:moveTo>
                      <a:pt x="0" y="6799"/>
                    </a:moveTo>
                    <a:lnTo>
                      <a:pt x="2875" y="10323"/>
                    </a:lnTo>
                    <a:lnTo>
                      <a:pt x="5262" y="39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36" name="Surface mesh patch"/>
              <p:cNvSpPr/>
              <p:nvPr/>
            </p:nvSpPr>
            <p:spPr>
              <a:xfrm>
                <a:off x="16953085" y="965917"/>
                <a:ext cx="50120" cy="1026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4">
                    <a:moveTo>
                      <a:pt x="0" y="5957"/>
                    </a:moveTo>
                    <a:lnTo>
                      <a:pt x="2875" y="10774"/>
                    </a:lnTo>
                    <a:lnTo>
                      <a:pt x="5262" y="54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0a3"/>
              </a:solidFill>
              <a:ln w="3334" cap="flat" cmpd="sng" algn="ctr">
                <a:solidFill>
                  <a:srgbClr val="fbc0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37" name="Surface mesh patch"/>
              <p:cNvSpPr/>
              <p:nvPr/>
            </p:nvSpPr>
            <p:spPr>
              <a:xfrm>
                <a:off x="17003204" y="971991"/>
                <a:ext cx="50120" cy="996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57">
                    <a:moveTo>
                      <a:pt x="0" y="4777"/>
                    </a:moveTo>
                    <a:lnTo>
                      <a:pt x="2875" y="10457"/>
                    </a:lnTo>
                    <a:lnTo>
                      <a:pt x="5262" y="62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1a5"/>
              </a:solidFill>
              <a:ln w="3334" cap="flat" cmpd="sng" algn="ctr">
                <a:solidFill>
                  <a:srgbClr val="fbc1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38" name="Surface mesh patch"/>
              <p:cNvSpPr/>
              <p:nvPr/>
            </p:nvSpPr>
            <p:spPr>
              <a:xfrm>
                <a:off x="17053324" y="998879"/>
                <a:ext cx="50120" cy="88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06">
                    <a:moveTo>
                      <a:pt x="0" y="3474"/>
                    </a:moveTo>
                    <a:lnTo>
                      <a:pt x="2875" y="9306"/>
                    </a:lnTo>
                    <a:lnTo>
                      <a:pt x="5262" y="6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39" name="Surface mesh patch"/>
              <p:cNvSpPr/>
              <p:nvPr/>
            </p:nvSpPr>
            <p:spPr>
              <a:xfrm>
                <a:off x="17103444" y="1038478"/>
                <a:ext cx="50120" cy="706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5">
                    <a:moveTo>
                      <a:pt x="0" y="2236"/>
                    </a:moveTo>
                    <a:lnTo>
                      <a:pt x="2875" y="7415"/>
                    </a:lnTo>
                    <a:lnTo>
                      <a:pt x="5262" y="56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40" name="Surface mesh patch"/>
              <p:cNvSpPr/>
              <p:nvPr/>
            </p:nvSpPr>
            <p:spPr>
              <a:xfrm>
                <a:off x="17153563" y="1081577"/>
                <a:ext cx="50120" cy="477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15">
                    <a:moveTo>
                      <a:pt x="0" y="1158"/>
                    </a:moveTo>
                    <a:lnTo>
                      <a:pt x="2875" y="5015"/>
                    </a:lnTo>
                    <a:lnTo>
                      <a:pt x="5262" y="43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41" name="Surface mesh patch"/>
              <p:cNvSpPr/>
              <p:nvPr/>
            </p:nvSpPr>
            <p:spPr>
              <a:xfrm>
                <a:off x="17203683" y="1120983"/>
                <a:ext cx="50120" cy="270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8">
                    <a:moveTo>
                      <a:pt x="0" y="237"/>
                    </a:moveTo>
                    <a:lnTo>
                      <a:pt x="2875" y="2452"/>
                    </a:lnTo>
                    <a:lnTo>
                      <a:pt x="5262" y="28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d7ca"/>
              </a:solidFill>
              <a:ln w="3334" cap="flat" cmpd="sng" algn="ctr">
                <a:solidFill>
                  <a:srgbClr val="f0d7c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42" name="Surface mesh patch"/>
              <p:cNvSpPr/>
              <p:nvPr/>
            </p:nvSpPr>
            <p:spPr>
              <a:xfrm>
                <a:off x="17253803" y="1148014"/>
                <a:ext cx="50120" cy="19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57">
                    <a:moveTo>
                      <a:pt x="0" y="0"/>
                    </a:moveTo>
                    <a:lnTo>
                      <a:pt x="2875" y="706"/>
                    </a:lnTo>
                    <a:lnTo>
                      <a:pt x="5262" y="2057"/>
                    </a:lnTo>
                    <a:lnTo>
                      <a:pt x="2387" y="572"/>
                    </a:lnTo>
                    <a:close/>
                  </a:path>
                </a:pathLst>
              </a:custGeom>
              <a:solidFill>
                <a:srgbClr val="ebdad3"/>
              </a:solidFill>
              <a:ln w="3334" cap="flat" cmpd="sng" algn="ctr">
                <a:solidFill>
                  <a:srgbClr val="eb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43" name="Surface mesh patch"/>
              <p:cNvSpPr/>
              <p:nvPr/>
            </p:nvSpPr>
            <p:spPr>
              <a:xfrm>
                <a:off x="17303922" y="1165038"/>
                <a:ext cx="50120" cy="20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6">
                    <a:moveTo>
                      <a:pt x="0" y="270"/>
                    </a:moveTo>
                    <a:lnTo>
                      <a:pt x="2875" y="0"/>
                    </a:lnTo>
                    <a:lnTo>
                      <a:pt x="5262" y="2176"/>
                    </a:lnTo>
                    <a:lnTo>
                      <a:pt x="2387" y="1552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44" name="Surface mesh patch"/>
              <p:cNvSpPr/>
              <p:nvPr/>
            </p:nvSpPr>
            <p:spPr>
              <a:xfrm>
                <a:off x="17354042" y="1180717"/>
                <a:ext cx="50120" cy="25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6">
                    <a:moveTo>
                      <a:pt x="0" y="530"/>
                    </a:moveTo>
                    <a:lnTo>
                      <a:pt x="2875" y="0"/>
                    </a:lnTo>
                    <a:lnTo>
                      <a:pt x="5262" y="2706"/>
                    </a:lnTo>
                    <a:lnTo>
                      <a:pt x="2387" y="2360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45" name="Surface mesh patch"/>
              <p:cNvSpPr/>
              <p:nvPr/>
            </p:nvSpPr>
            <p:spPr>
              <a:xfrm>
                <a:off x="17404162" y="1204738"/>
                <a:ext cx="50120" cy="266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97">
                    <a:moveTo>
                      <a:pt x="0" y="184"/>
                    </a:moveTo>
                    <a:lnTo>
                      <a:pt x="2875" y="0"/>
                    </a:lnTo>
                    <a:lnTo>
                      <a:pt x="5262" y="2797"/>
                    </a:lnTo>
                    <a:lnTo>
                      <a:pt x="2387" y="2287"/>
                    </a:lnTo>
                    <a:close/>
                  </a:path>
                </a:pathLst>
              </a:custGeom>
              <a:solidFill>
                <a:srgbClr val="dde2ee"/>
              </a:solidFill>
              <a:ln w="3334" cap="flat" cmpd="sng" algn="ctr">
                <a:solidFill>
                  <a:srgbClr val="dde2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46" name="Surface mesh patch"/>
              <p:cNvSpPr/>
              <p:nvPr/>
            </p:nvSpPr>
            <p:spPr>
              <a:xfrm>
                <a:off x="17454281" y="1231378"/>
                <a:ext cx="50120" cy="27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8">
                    <a:moveTo>
                      <a:pt x="0" y="0"/>
                    </a:moveTo>
                    <a:lnTo>
                      <a:pt x="2875" y="431"/>
                    </a:lnTo>
                    <a:lnTo>
                      <a:pt x="5262" y="2838"/>
                    </a:lnTo>
                    <a:lnTo>
                      <a:pt x="2387" y="2009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47" name="Surface mesh patch"/>
              <p:cNvSpPr/>
              <p:nvPr/>
            </p:nvSpPr>
            <p:spPr>
              <a:xfrm>
                <a:off x="17504401" y="1258406"/>
                <a:ext cx="50120" cy="24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0">
                    <a:moveTo>
                      <a:pt x="0" y="0"/>
                    </a:moveTo>
                    <a:lnTo>
                      <a:pt x="2875" y="941"/>
                    </a:lnTo>
                    <a:lnTo>
                      <a:pt x="5262" y="2580"/>
                    </a:lnTo>
                    <a:lnTo>
                      <a:pt x="2387" y="155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48" name="Surface mesh patch"/>
              <p:cNvSpPr/>
              <p:nvPr/>
            </p:nvSpPr>
            <p:spPr>
              <a:xfrm>
                <a:off x="16228678" y="1394254"/>
                <a:ext cx="50120" cy="334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08">
                    <a:moveTo>
                      <a:pt x="0" y="1709"/>
                    </a:moveTo>
                    <a:lnTo>
                      <a:pt x="2875" y="3508"/>
                    </a:lnTo>
                    <a:lnTo>
                      <a:pt x="5262" y="17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49" name="Surface mesh patch"/>
              <p:cNvSpPr/>
              <p:nvPr/>
            </p:nvSpPr>
            <p:spPr>
              <a:xfrm>
                <a:off x="16278798" y="1391910"/>
                <a:ext cx="50120" cy="379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1">
                    <a:moveTo>
                      <a:pt x="0" y="1951"/>
                    </a:moveTo>
                    <a:lnTo>
                      <a:pt x="2875" y="3981"/>
                    </a:lnTo>
                    <a:lnTo>
                      <a:pt x="5262" y="19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50" name="Surface mesh patch"/>
              <p:cNvSpPr/>
              <p:nvPr/>
            </p:nvSpPr>
            <p:spPr>
              <a:xfrm>
                <a:off x="16328917" y="1389459"/>
                <a:ext cx="50120" cy="42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60">
                    <a:moveTo>
                      <a:pt x="0" y="2195"/>
                    </a:moveTo>
                    <a:lnTo>
                      <a:pt x="2875" y="4460"/>
                    </a:lnTo>
                    <a:lnTo>
                      <a:pt x="5262" y="21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bfd"/>
              </a:solidFill>
              <a:ln w="3334" cap="flat" cmpd="sng" algn="ctr">
                <a:solidFill>
                  <a:srgbClr val="ae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51" name="Surface mesh patch"/>
              <p:cNvSpPr/>
              <p:nvPr/>
            </p:nvSpPr>
            <p:spPr>
              <a:xfrm>
                <a:off x="16379037" y="1386762"/>
                <a:ext cx="50120" cy="462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1">
                    <a:moveTo>
                      <a:pt x="0" y="2445"/>
                    </a:moveTo>
                    <a:lnTo>
                      <a:pt x="2875" y="4851"/>
                    </a:lnTo>
                    <a:lnTo>
                      <a:pt x="5262" y="22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52" name="Surface mesh patch"/>
              <p:cNvSpPr/>
              <p:nvPr/>
            </p:nvSpPr>
            <p:spPr>
              <a:xfrm>
                <a:off x="16429156" y="1382672"/>
                <a:ext cx="50120" cy="48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87">
                    <a:moveTo>
                      <a:pt x="0" y="2711"/>
                    </a:moveTo>
                    <a:lnTo>
                      <a:pt x="2875" y="5087"/>
                    </a:lnTo>
                    <a:lnTo>
                      <a:pt x="5262" y="22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53" name="Surface mesh patch"/>
              <p:cNvSpPr/>
              <p:nvPr/>
            </p:nvSpPr>
            <p:spPr>
              <a:xfrm>
                <a:off x="16479276" y="1375195"/>
                <a:ext cx="50120" cy="491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58">
                    <a:moveTo>
                      <a:pt x="0" y="3009"/>
                    </a:moveTo>
                    <a:lnTo>
                      <a:pt x="2875" y="5158"/>
                    </a:lnTo>
                    <a:lnTo>
                      <a:pt x="5262" y="19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54" name="Surface mesh patch"/>
              <p:cNvSpPr/>
              <p:nvPr/>
            </p:nvSpPr>
            <p:spPr>
              <a:xfrm>
                <a:off x="16529396" y="1361800"/>
                <a:ext cx="50120" cy="48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24">
                    <a:moveTo>
                      <a:pt x="0" y="3369"/>
                    </a:moveTo>
                    <a:lnTo>
                      <a:pt x="2875" y="5124"/>
                    </a:lnTo>
                    <a:lnTo>
                      <a:pt x="5262" y="15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55" name="Surface mesh patch"/>
              <p:cNvSpPr/>
              <p:nvPr/>
            </p:nvSpPr>
            <p:spPr>
              <a:xfrm>
                <a:off x="16579515" y="1339849"/>
                <a:ext cx="50120" cy="48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0">
                    <a:moveTo>
                      <a:pt x="0" y="3834"/>
                    </a:moveTo>
                    <a:lnTo>
                      <a:pt x="2875" y="5110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56" name="Surface mesh patch"/>
              <p:cNvSpPr/>
              <p:nvPr/>
            </p:nvSpPr>
            <p:spPr>
              <a:xfrm>
                <a:off x="16629635" y="1307215"/>
                <a:ext cx="50120" cy="501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67">
                    <a:moveTo>
                      <a:pt x="0" y="4438"/>
                    </a:moveTo>
                    <a:lnTo>
                      <a:pt x="2875" y="5267"/>
                    </a:lnTo>
                    <a:lnTo>
                      <a:pt x="5262" y="5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57" name="Surface mesh patch"/>
              <p:cNvSpPr/>
              <p:nvPr/>
            </p:nvSpPr>
            <p:spPr>
              <a:xfrm>
                <a:off x="16679755" y="1263172"/>
                <a:ext cx="50120" cy="54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7">
                    <a:moveTo>
                      <a:pt x="0" y="5169"/>
                    </a:moveTo>
                    <a:lnTo>
                      <a:pt x="2875" y="5727"/>
                    </a:lnTo>
                    <a:lnTo>
                      <a:pt x="5262" y="3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58" name="Surface mesh patch"/>
              <p:cNvSpPr/>
              <p:nvPr/>
            </p:nvSpPr>
            <p:spPr>
              <a:xfrm>
                <a:off x="16729874" y="1209403"/>
                <a:ext cx="50120" cy="62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46">
                    <a:moveTo>
                      <a:pt x="0" y="5946"/>
                    </a:moveTo>
                    <a:lnTo>
                      <a:pt x="2875" y="6546"/>
                    </a:lnTo>
                    <a:lnTo>
                      <a:pt x="5262" y="4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a"/>
              </a:solidFill>
              <a:ln w="3334" cap="flat" cmpd="sng" algn="ctr">
                <a:solidFill>
                  <a:srgbClr val="df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59" name="Surface mesh patch"/>
              <p:cNvSpPr/>
              <p:nvPr/>
            </p:nvSpPr>
            <p:spPr>
              <a:xfrm>
                <a:off x="16779994" y="1150660"/>
                <a:ext cx="50120" cy="72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63">
                    <a:moveTo>
                      <a:pt x="0" y="6611"/>
                    </a:moveTo>
                    <a:lnTo>
                      <a:pt x="2875" y="7663"/>
                    </a:lnTo>
                    <a:lnTo>
                      <a:pt x="5262" y="10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5"/>
              </a:solidFill>
              <a:ln w="3334" cap="flat" cmpd="sng" algn="ctr">
                <a:solidFill>
                  <a:srgbClr val="e9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60" name="Surface mesh patch"/>
              <p:cNvSpPr/>
              <p:nvPr/>
            </p:nvSpPr>
            <p:spPr>
              <a:xfrm>
                <a:off x="16830114" y="1094448"/>
                <a:ext cx="50120" cy="8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88">
                    <a:moveTo>
                      <a:pt x="0" y="6978"/>
                    </a:moveTo>
                    <a:lnTo>
                      <a:pt x="2875" y="8888"/>
                    </a:lnTo>
                    <a:lnTo>
                      <a:pt x="5262" y="2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61" name="Surface mesh patch"/>
              <p:cNvSpPr/>
              <p:nvPr/>
            </p:nvSpPr>
            <p:spPr>
              <a:xfrm>
                <a:off x="16880233" y="1049392"/>
                <a:ext cx="50120" cy="946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7">
                    <a:moveTo>
                      <a:pt x="0" y="6898"/>
                    </a:moveTo>
                    <a:lnTo>
                      <a:pt x="2875" y="9937"/>
                    </a:lnTo>
                    <a:lnTo>
                      <a:pt x="5262" y="35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62" name="Surface mesh patch"/>
              <p:cNvSpPr/>
              <p:nvPr/>
            </p:nvSpPr>
            <p:spPr>
              <a:xfrm>
                <a:off x="16930353" y="1022661"/>
                <a:ext cx="50120" cy="100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04">
                    <a:moveTo>
                      <a:pt x="0" y="6330"/>
                    </a:moveTo>
                    <a:lnTo>
                      <a:pt x="2875" y="10504"/>
                    </a:lnTo>
                    <a:lnTo>
                      <a:pt x="5262" y="48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63" name="Surface mesh patch"/>
              <p:cNvSpPr/>
              <p:nvPr/>
            </p:nvSpPr>
            <p:spPr>
              <a:xfrm>
                <a:off x="16980473" y="1017488"/>
                <a:ext cx="50120" cy="984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38">
                    <a:moveTo>
                      <a:pt x="0" y="5360"/>
                    </a:moveTo>
                    <a:lnTo>
                      <a:pt x="2875" y="10338"/>
                    </a:lnTo>
                    <a:lnTo>
                      <a:pt x="5262" y="56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64" name="Surface mesh patch"/>
              <p:cNvSpPr/>
              <p:nvPr/>
            </p:nvSpPr>
            <p:spPr>
              <a:xfrm>
                <a:off x="17030592" y="1031964"/>
                <a:ext cx="50120" cy="88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4">
                    <a:moveTo>
                      <a:pt x="0" y="4161"/>
                    </a:moveTo>
                    <a:lnTo>
                      <a:pt x="2875" y="9314"/>
                    </a:lnTo>
                    <a:lnTo>
                      <a:pt x="5262" y="58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b0"/>
              </a:solidFill>
              <a:ln w="3334" cap="flat" cmpd="sng" algn="ctr">
                <a:solidFill>
                  <a:srgbClr val="fbcc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65" name="Surface mesh patch"/>
              <p:cNvSpPr/>
              <p:nvPr/>
            </p:nvSpPr>
            <p:spPr>
              <a:xfrm>
                <a:off x="17080712" y="1059775"/>
                <a:ext cx="50120" cy="709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4">
                    <a:moveTo>
                      <a:pt x="0" y="2913"/>
                    </a:moveTo>
                    <a:lnTo>
                      <a:pt x="2875" y="7454"/>
                    </a:lnTo>
                    <a:lnTo>
                      <a:pt x="5262" y="51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1b5"/>
              </a:solidFill>
              <a:ln w="3334" cap="flat" cmpd="sng" algn="ctr">
                <a:solidFill>
                  <a:srgbClr val="fb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66" name="Surface mesh patch"/>
              <p:cNvSpPr/>
              <p:nvPr/>
            </p:nvSpPr>
            <p:spPr>
              <a:xfrm>
                <a:off x="17130831" y="1092607"/>
                <a:ext cx="50120" cy="47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6">
                    <a:moveTo>
                      <a:pt x="0" y="1732"/>
                    </a:moveTo>
                    <a:lnTo>
                      <a:pt x="2875" y="4936"/>
                    </a:lnTo>
                    <a:lnTo>
                      <a:pt x="5262" y="38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e"/>
              </a:solidFill>
              <a:ln w="3334" cap="flat" cmpd="sng" algn="ctr">
                <a:solidFill>
                  <a:srgbClr val="f6d4b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67" name="Surface mesh patch"/>
              <p:cNvSpPr/>
              <p:nvPr/>
            </p:nvSpPr>
            <p:spPr>
              <a:xfrm>
                <a:off x="17180951" y="1123240"/>
                <a:ext cx="50120" cy="211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5">
                    <a:moveTo>
                      <a:pt x="0" y="641"/>
                    </a:moveTo>
                    <a:lnTo>
                      <a:pt x="2875" y="2092"/>
                    </a:lnTo>
                    <a:lnTo>
                      <a:pt x="5262" y="22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68" name="Surface mesh patch"/>
              <p:cNvSpPr/>
              <p:nvPr/>
            </p:nvSpPr>
            <p:spPr>
              <a:xfrm>
                <a:off x="17231071" y="1142080"/>
                <a:ext cx="50120" cy="12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9">
                    <a:moveTo>
                      <a:pt x="0" y="237"/>
                    </a:moveTo>
                    <a:lnTo>
                      <a:pt x="2875" y="0"/>
                    </a:lnTo>
                    <a:lnTo>
                      <a:pt x="5262" y="1329"/>
                    </a:lnTo>
                    <a:lnTo>
                      <a:pt x="2387" y="623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69" name="Surface mesh patch"/>
              <p:cNvSpPr/>
              <p:nvPr/>
            </p:nvSpPr>
            <p:spPr>
              <a:xfrm>
                <a:off x="17281190" y="1141736"/>
                <a:ext cx="50120" cy="25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16">
                    <a:moveTo>
                      <a:pt x="0" y="1365"/>
                    </a:moveTo>
                    <a:lnTo>
                      <a:pt x="2875" y="0"/>
                    </a:lnTo>
                    <a:lnTo>
                      <a:pt x="5262" y="2447"/>
                    </a:lnTo>
                    <a:lnTo>
                      <a:pt x="2387" y="2716"/>
                    </a:lnTo>
                    <a:close/>
                  </a:path>
                </a:pathLst>
              </a:custGeom>
              <a:solidFill>
                <a:srgbClr val="ecd9d0"/>
              </a:solidFill>
              <a:ln w="3334" cap="flat" cmpd="sng" algn="ctr">
                <a:solidFill>
                  <a:srgbClr val="ec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70" name="Surface mesh patch"/>
              <p:cNvSpPr/>
              <p:nvPr/>
            </p:nvSpPr>
            <p:spPr>
              <a:xfrm>
                <a:off x="17331310" y="1149447"/>
                <a:ext cx="50120" cy="36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3">
                    <a:moveTo>
                      <a:pt x="0" y="1637"/>
                    </a:moveTo>
                    <a:lnTo>
                      <a:pt x="2875" y="0"/>
                    </a:lnTo>
                    <a:lnTo>
                      <a:pt x="5262" y="3283"/>
                    </a:lnTo>
                    <a:lnTo>
                      <a:pt x="2387" y="3813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71" name="Surface mesh patch"/>
              <p:cNvSpPr/>
              <p:nvPr/>
            </p:nvSpPr>
            <p:spPr>
              <a:xfrm>
                <a:off x="17381430" y="1170186"/>
                <a:ext cx="50120" cy="36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11">
                    <a:moveTo>
                      <a:pt x="0" y="1106"/>
                    </a:moveTo>
                    <a:lnTo>
                      <a:pt x="2875" y="0"/>
                    </a:lnTo>
                    <a:lnTo>
                      <a:pt x="5262" y="3628"/>
                    </a:lnTo>
                    <a:lnTo>
                      <a:pt x="2387" y="3811"/>
                    </a:lnTo>
                    <a:close/>
                  </a:path>
                </a:pathLst>
              </a:custGeom>
              <a:solidFill>
                <a:srgbClr val="e5dede"/>
              </a:solidFill>
              <a:ln w="3334" cap="flat" cmpd="sng" algn="ctr">
                <a:solidFill>
                  <a:srgbClr val="e5de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72" name="Surface mesh patch"/>
              <p:cNvSpPr/>
              <p:nvPr/>
            </p:nvSpPr>
            <p:spPr>
              <a:xfrm>
                <a:off x="17431549" y="1203355"/>
                <a:ext cx="50120" cy="321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3">
                    <a:moveTo>
                      <a:pt x="0" y="145"/>
                    </a:moveTo>
                    <a:lnTo>
                      <a:pt x="2875" y="0"/>
                    </a:lnTo>
                    <a:lnTo>
                      <a:pt x="5262" y="3373"/>
                    </a:lnTo>
                    <a:lnTo>
                      <a:pt x="2387" y="2942"/>
                    </a:lnTo>
                    <a:close/>
                  </a:path>
                </a:pathLst>
              </a:custGeom>
              <a:solidFill>
                <a:srgbClr val="dee1ea"/>
              </a:solidFill>
              <a:ln w="3334" cap="flat" cmpd="sng" algn="ctr">
                <a:solidFill>
                  <a:srgbClr val="de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73" name="Surface mesh patch"/>
              <p:cNvSpPr/>
              <p:nvPr/>
            </p:nvSpPr>
            <p:spPr>
              <a:xfrm>
                <a:off x="17481669" y="1235482"/>
                <a:ext cx="50120" cy="31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8">
                    <a:moveTo>
                      <a:pt x="0" y="0"/>
                    </a:moveTo>
                    <a:lnTo>
                      <a:pt x="2875" y="755"/>
                    </a:lnTo>
                    <a:lnTo>
                      <a:pt x="5262" y="3348"/>
                    </a:lnTo>
                    <a:lnTo>
                      <a:pt x="2387" y="240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74" name="Surface mesh patch"/>
              <p:cNvSpPr/>
              <p:nvPr/>
            </p:nvSpPr>
            <p:spPr>
              <a:xfrm>
                <a:off x="17531789" y="1267369"/>
                <a:ext cx="50120" cy="26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7">
                    <a:moveTo>
                      <a:pt x="0" y="0"/>
                    </a:moveTo>
                    <a:lnTo>
                      <a:pt x="2875" y="1243"/>
                    </a:lnTo>
                    <a:lnTo>
                      <a:pt x="5262" y="2757"/>
                    </a:lnTo>
                    <a:lnTo>
                      <a:pt x="2387" y="1639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75" name="Surface mesh patch"/>
              <p:cNvSpPr/>
              <p:nvPr/>
            </p:nvSpPr>
            <p:spPr>
              <a:xfrm>
                <a:off x="16205946" y="1410529"/>
                <a:ext cx="50120" cy="327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6">
                    <a:moveTo>
                      <a:pt x="0" y="1568"/>
                    </a:moveTo>
                    <a:lnTo>
                      <a:pt x="2875" y="3436"/>
                    </a:lnTo>
                    <a:lnTo>
                      <a:pt x="5262" y="17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76" name="Surface mesh patch"/>
              <p:cNvSpPr/>
              <p:nvPr/>
            </p:nvSpPr>
            <p:spPr>
              <a:xfrm>
                <a:off x="16256066" y="1410496"/>
                <a:ext cx="50120" cy="370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93">
                    <a:moveTo>
                      <a:pt x="0" y="1802"/>
                    </a:moveTo>
                    <a:lnTo>
                      <a:pt x="2875" y="3893"/>
                    </a:lnTo>
                    <a:lnTo>
                      <a:pt x="5262" y="2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77" name="Surface mesh patch"/>
              <p:cNvSpPr/>
              <p:nvPr/>
            </p:nvSpPr>
            <p:spPr>
              <a:xfrm>
                <a:off x="16306185" y="1410365"/>
                <a:ext cx="50120" cy="41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74">
                    <a:moveTo>
                      <a:pt x="0" y="2043"/>
                    </a:moveTo>
                    <a:lnTo>
                      <a:pt x="2875" y="4374"/>
                    </a:lnTo>
                    <a:lnTo>
                      <a:pt x="5262" y="22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78" name="Surface mesh patch"/>
              <p:cNvSpPr/>
              <p:nvPr/>
            </p:nvSpPr>
            <p:spPr>
              <a:xfrm>
                <a:off x="16356305" y="1410053"/>
                <a:ext cx="50120" cy="45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86">
                    <a:moveTo>
                      <a:pt x="0" y="2298"/>
                    </a:moveTo>
                    <a:lnTo>
                      <a:pt x="2875" y="4786"/>
                    </a:lnTo>
                    <a:lnTo>
                      <a:pt x="5262" y="2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79" name="Surface mesh patch"/>
              <p:cNvSpPr/>
              <p:nvPr/>
            </p:nvSpPr>
            <p:spPr>
              <a:xfrm>
                <a:off x="16406425" y="1408495"/>
                <a:ext cx="50120" cy="48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9">
                    <a:moveTo>
                      <a:pt x="0" y="2569"/>
                    </a:moveTo>
                    <a:lnTo>
                      <a:pt x="2875" y="5049"/>
                    </a:lnTo>
                    <a:lnTo>
                      <a:pt x="5262" y="23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80" name="Surface mesh patch"/>
              <p:cNvSpPr/>
              <p:nvPr/>
            </p:nvSpPr>
            <p:spPr>
              <a:xfrm>
                <a:off x="16456544" y="1403854"/>
                <a:ext cx="50120" cy="48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40">
                    <a:moveTo>
                      <a:pt x="0" y="2863"/>
                    </a:moveTo>
                    <a:lnTo>
                      <a:pt x="2875" y="5140"/>
                    </a:lnTo>
                    <a:lnTo>
                      <a:pt x="5262" y="21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81" name="Surface mesh patch"/>
              <p:cNvSpPr/>
              <p:nvPr/>
            </p:nvSpPr>
            <p:spPr>
              <a:xfrm>
                <a:off x="16506664" y="1393890"/>
                <a:ext cx="50120" cy="48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01">
                    <a:moveTo>
                      <a:pt x="0" y="3195"/>
                    </a:moveTo>
                    <a:lnTo>
                      <a:pt x="2875" y="5101"/>
                    </a:lnTo>
                    <a:lnTo>
                      <a:pt x="5262" y="1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82" name="Surface mesh patch"/>
              <p:cNvSpPr/>
              <p:nvPr/>
            </p:nvSpPr>
            <p:spPr>
              <a:xfrm>
                <a:off x="16556784" y="1376369"/>
                <a:ext cx="50120" cy="480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43">
                    <a:moveTo>
                      <a:pt x="0" y="3595"/>
                    </a:moveTo>
                    <a:lnTo>
                      <a:pt x="2875" y="5043"/>
                    </a:lnTo>
                    <a:lnTo>
                      <a:pt x="5262" y="1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83" name="Surface mesh patch"/>
              <p:cNvSpPr/>
              <p:nvPr/>
            </p:nvSpPr>
            <p:spPr>
              <a:xfrm>
                <a:off x="16606903" y="1349483"/>
                <a:ext cx="50120" cy="48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3">
                    <a:moveTo>
                      <a:pt x="0" y="4098"/>
                    </a:moveTo>
                    <a:lnTo>
                      <a:pt x="2875" y="5113"/>
                    </a:lnTo>
                    <a:lnTo>
                      <a:pt x="5262" y="8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84" name="Surface mesh patch"/>
              <p:cNvSpPr/>
              <p:nvPr/>
            </p:nvSpPr>
            <p:spPr>
              <a:xfrm>
                <a:off x="16657023" y="1312409"/>
                <a:ext cx="50120" cy="518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46">
                    <a:moveTo>
                      <a:pt x="0" y="4722"/>
                    </a:moveTo>
                    <a:lnTo>
                      <a:pt x="2875" y="5446"/>
                    </a:lnTo>
                    <a:lnTo>
                      <a:pt x="5262" y="5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85" name="Surface mesh patch"/>
              <p:cNvSpPr/>
              <p:nvPr/>
            </p:nvSpPr>
            <p:spPr>
              <a:xfrm>
                <a:off x="16707142" y="1266039"/>
                <a:ext cx="50120" cy="582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18">
                    <a:moveTo>
                      <a:pt x="0" y="5426"/>
                    </a:moveTo>
                    <a:lnTo>
                      <a:pt x="2875" y="6118"/>
                    </a:lnTo>
                    <a:lnTo>
                      <a:pt x="5262" y="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86" name="Surface mesh patch"/>
              <p:cNvSpPr/>
              <p:nvPr/>
            </p:nvSpPr>
            <p:spPr>
              <a:xfrm>
                <a:off x="16757262" y="1213635"/>
                <a:ext cx="50120" cy="67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00">
                    <a:moveTo>
                      <a:pt x="0" y="6102"/>
                    </a:moveTo>
                    <a:lnTo>
                      <a:pt x="2875" y="7100"/>
                    </a:lnTo>
                    <a:lnTo>
                      <a:pt x="5262" y="10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87" name="Surface mesh patch"/>
              <p:cNvSpPr/>
              <p:nvPr/>
            </p:nvSpPr>
            <p:spPr>
              <a:xfrm>
                <a:off x="16807382" y="1160912"/>
                <a:ext cx="50120" cy="784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39">
                    <a:moveTo>
                      <a:pt x="0" y="6587"/>
                    </a:moveTo>
                    <a:lnTo>
                      <a:pt x="2875" y="8239"/>
                    </a:lnTo>
                    <a:lnTo>
                      <a:pt x="5262" y="19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7"/>
              </a:solidFill>
              <a:ln w="3334" cap="flat" cmpd="sng" algn="ctr">
                <a:solidFill>
                  <a:srgbClr val="e9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88" name="Surface mesh patch"/>
              <p:cNvSpPr/>
              <p:nvPr/>
            </p:nvSpPr>
            <p:spPr>
              <a:xfrm>
                <a:off x="16857501" y="1115092"/>
                <a:ext cx="50120" cy="88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85">
                    <a:moveTo>
                      <a:pt x="0" y="6720"/>
                    </a:moveTo>
                    <a:lnTo>
                      <a:pt x="2875" y="9285"/>
                    </a:lnTo>
                    <a:lnTo>
                      <a:pt x="5262" y="30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89" name="Surface mesh patch"/>
              <p:cNvSpPr/>
              <p:nvPr/>
            </p:nvSpPr>
            <p:spPr>
              <a:xfrm>
                <a:off x="16907621" y="1082953"/>
                <a:ext cx="50120" cy="94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7">
                    <a:moveTo>
                      <a:pt x="0" y="6414"/>
                    </a:moveTo>
                    <a:lnTo>
                      <a:pt x="2875" y="9937"/>
                    </a:lnTo>
                    <a:lnTo>
                      <a:pt x="5262" y="41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90" name="Surface mesh patch"/>
              <p:cNvSpPr/>
              <p:nvPr/>
            </p:nvSpPr>
            <p:spPr>
              <a:xfrm>
                <a:off x="16957741" y="1068542"/>
                <a:ext cx="50120" cy="945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23">
                    <a:moveTo>
                      <a:pt x="0" y="5687"/>
                    </a:moveTo>
                    <a:lnTo>
                      <a:pt x="2875" y="9923"/>
                    </a:lnTo>
                    <a:lnTo>
                      <a:pt x="5262" y="4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91" name="Surface mesh patch"/>
              <p:cNvSpPr/>
              <p:nvPr/>
            </p:nvSpPr>
            <p:spPr>
              <a:xfrm>
                <a:off x="17007860" y="1071597"/>
                <a:ext cx="50120" cy="86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58">
                    <a:moveTo>
                      <a:pt x="0" y="4657"/>
                    </a:moveTo>
                    <a:lnTo>
                      <a:pt x="2875" y="9058"/>
                    </a:lnTo>
                    <a:lnTo>
                      <a:pt x="5262" y="5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92" name="Surface mesh patch"/>
              <p:cNvSpPr/>
              <p:nvPr/>
            </p:nvSpPr>
            <p:spPr>
              <a:xfrm>
                <a:off x="17057980" y="1087523"/>
                <a:ext cx="50120" cy="69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2">
                    <a:moveTo>
                      <a:pt x="0" y="3481"/>
                    </a:moveTo>
                    <a:lnTo>
                      <a:pt x="2875" y="7292"/>
                    </a:lnTo>
                    <a:lnTo>
                      <a:pt x="5262" y="45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7d3bb"/>
              </a:solidFill>
              <a:ln w="3334" cap="flat" cmpd="sng" algn="ctr">
                <a:solidFill>
                  <a:srgbClr val="f7d3b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93" name="Surface mesh patch"/>
              <p:cNvSpPr/>
              <p:nvPr/>
            </p:nvSpPr>
            <p:spPr>
              <a:xfrm>
                <a:off x="17108100" y="1109103"/>
                <a:ext cx="50120" cy="45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9">
                    <a:moveTo>
                      <a:pt x="0" y="2275"/>
                    </a:moveTo>
                    <a:lnTo>
                      <a:pt x="2875" y="4729"/>
                    </a:lnTo>
                    <a:lnTo>
                      <a:pt x="5262" y="32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94" name="Surface mesh patch"/>
              <p:cNvSpPr/>
              <p:nvPr/>
            </p:nvSpPr>
            <p:spPr>
              <a:xfrm>
                <a:off x="17158219" y="1129348"/>
                <a:ext cx="50120" cy="15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2">
                    <a:moveTo>
                      <a:pt x="0" y="1079"/>
                    </a:moveTo>
                    <a:lnTo>
                      <a:pt x="2875" y="1662"/>
                    </a:lnTo>
                    <a:lnTo>
                      <a:pt x="5262" y="14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95" name="Surface mesh patch"/>
              <p:cNvSpPr/>
              <p:nvPr/>
            </p:nvSpPr>
            <p:spPr>
              <a:xfrm>
                <a:off x="17208339" y="1130710"/>
                <a:ext cx="50120" cy="13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1">
                    <a:moveTo>
                      <a:pt x="0" y="1308"/>
                    </a:moveTo>
                    <a:lnTo>
                      <a:pt x="2875" y="0"/>
                    </a:lnTo>
                    <a:lnTo>
                      <a:pt x="5262" y="1194"/>
                    </a:lnTo>
                    <a:lnTo>
                      <a:pt x="2387" y="1431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96" name="Surface mesh patch"/>
              <p:cNvSpPr/>
              <p:nvPr/>
            </p:nvSpPr>
            <p:spPr>
              <a:xfrm>
                <a:off x="17258459" y="1117008"/>
                <a:ext cx="50120" cy="37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1">
                    <a:moveTo>
                      <a:pt x="0" y="2632"/>
                    </a:moveTo>
                    <a:lnTo>
                      <a:pt x="2875" y="0"/>
                    </a:lnTo>
                    <a:lnTo>
                      <a:pt x="5262" y="2596"/>
                    </a:lnTo>
                    <a:lnTo>
                      <a:pt x="2387" y="3961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97" name="Surface mesh patch"/>
              <p:cNvSpPr/>
              <p:nvPr/>
            </p:nvSpPr>
            <p:spPr>
              <a:xfrm>
                <a:off x="17308578" y="1113525"/>
                <a:ext cx="50120" cy="51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8">
                    <a:moveTo>
                      <a:pt x="0" y="2962"/>
                    </a:moveTo>
                    <a:lnTo>
                      <a:pt x="2875" y="0"/>
                    </a:lnTo>
                    <a:lnTo>
                      <a:pt x="5262" y="3771"/>
                    </a:lnTo>
                    <a:lnTo>
                      <a:pt x="2387" y="5408"/>
                    </a:lnTo>
                    <a:close/>
                  </a:path>
                </a:pathLst>
              </a:custGeom>
              <a:solidFill>
                <a:srgbClr val="f2d6c6"/>
              </a:solidFill>
              <a:ln w="3334" cap="flat" cmpd="sng" algn="ctr">
                <a:solidFill>
                  <a:srgbClr val="f2d6c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98" name="Surface mesh patch"/>
              <p:cNvSpPr/>
              <p:nvPr/>
            </p:nvSpPr>
            <p:spPr>
              <a:xfrm>
                <a:off x="17358698" y="1127925"/>
                <a:ext cx="50120" cy="527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2">
                    <a:moveTo>
                      <a:pt x="0" y="2260"/>
                    </a:moveTo>
                    <a:lnTo>
                      <a:pt x="2875" y="0"/>
                    </a:lnTo>
                    <a:lnTo>
                      <a:pt x="5262" y="4437"/>
                    </a:lnTo>
                    <a:lnTo>
                      <a:pt x="2387" y="5542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99" name="Surface mesh patch"/>
              <p:cNvSpPr/>
              <p:nvPr/>
            </p:nvSpPr>
            <p:spPr>
              <a:xfrm>
                <a:off x="17408817" y="1161453"/>
                <a:ext cx="50120" cy="432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4">
                    <a:moveTo>
                      <a:pt x="0" y="917"/>
                    </a:moveTo>
                    <a:lnTo>
                      <a:pt x="2875" y="0"/>
                    </a:lnTo>
                    <a:lnTo>
                      <a:pt x="5262" y="4399"/>
                    </a:lnTo>
                    <a:lnTo>
                      <a:pt x="2387" y="4544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00" name="Surface mesh patch"/>
              <p:cNvSpPr/>
              <p:nvPr/>
            </p:nvSpPr>
            <p:spPr>
              <a:xfrm>
                <a:off x="17458937" y="1203355"/>
                <a:ext cx="50120" cy="393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8">
                    <a:moveTo>
                      <a:pt x="0" y="0"/>
                    </a:moveTo>
                    <a:lnTo>
                      <a:pt x="2875" y="455"/>
                    </a:lnTo>
                    <a:lnTo>
                      <a:pt x="5262" y="4128"/>
                    </a:lnTo>
                    <a:lnTo>
                      <a:pt x="2387" y="3373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01" name="Surface mesh patch"/>
              <p:cNvSpPr/>
              <p:nvPr/>
            </p:nvSpPr>
            <p:spPr>
              <a:xfrm>
                <a:off x="17509057" y="1242675"/>
                <a:ext cx="50120" cy="365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6">
                    <a:moveTo>
                      <a:pt x="0" y="0"/>
                    </a:moveTo>
                    <a:lnTo>
                      <a:pt x="2875" y="1350"/>
                    </a:lnTo>
                    <a:lnTo>
                      <a:pt x="5262" y="3836"/>
                    </a:lnTo>
                    <a:lnTo>
                      <a:pt x="2387" y="2593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02" name="Surface mesh patch"/>
              <p:cNvSpPr/>
              <p:nvPr/>
            </p:nvSpPr>
            <p:spPr>
              <a:xfrm>
                <a:off x="17559176" y="1279212"/>
                <a:ext cx="50120" cy="262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4">
                    <a:moveTo>
                      <a:pt x="0" y="0"/>
                    </a:moveTo>
                    <a:lnTo>
                      <a:pt x="2875" y="1583"/>
                    </a:lnTo>
                    <a:lnTo>
                      <a:pt x="5262" y="2754"/>
                    </a:lnTo>
                    <a:lnTo>
                      <a:pt x="2387" y="1513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03" name="Surface mesh patch"/>
              <p:cNvSpPr/>
              <p:nvPr/>
            </p:nvSpPr>
            <p:spPr>
              <a:xfrm>
                <a:off x="16183214" y="1425463"/>
                <a:ext cx="50120" cy="317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33">
                    <a:moveTo>
                      <a:pt x="0" y="1421"/>
                    </a:moveTo>
                    <a:lnTo>
                      <a:pt x="2875" y="3333"/>
                    </a:lnTo>
                    <a:lnTo>
                      <a:pt x="5262" y="18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04" name="Surface mesh patch"/>
              <p:cNvSpPr/>
              <p:nvPr/>
            </p:nvSpPr>
            <p:spPr>
              <a:xfrm>
                <a:off x="16233334" y="1427664"/>
                <a:ext cx="50120" cy="35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56">
                    <a:moveTo>
                      <a:pt x="0" y="1637"/>
                    </a:moveTo>
                    <a:lnTo>
                      <a:pt x="2875" y="3756"/>
                    </a:lnTo>
                    <a:lnTo>
                      <a:pt x="5262" y="20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05" name="Surface mesh patch"/>
              <p:cNvSpPr/>
              <p:nvPr/>
            </p:nvSpPr>
            <p:spPr>
              <a:xfrm>
                <a:off x="16283453" y="1429828"/>
                <a:ext cx="50120" cy="40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1">
                    <a:moveTo>
                      <a:pt x="0" y="1864"/>
                    </a:moveTo>
                    <a:lnTo>
                      <a:pt x="2875" y="4221"/>
                    </a:lnTo>
                    <a:lnTo>
                      <a:pt x="5262" y="23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06" name="Surface mesh patch"/>
              <p:cNvSpPr/>
              <p:nvPr/>
            </p:nvSpPr>
            <p:spPr>
              <a:xfrm>
                <a:off x="16333573" y="1431937"/>
                <a:ext cx="50120" cy="441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36">
                    <a:moveTo>
                      <a:pt x="0" y="2110"/>
                    </a:moveTo>
                    <a:lnTo>
                      <a:pt x="2875" y="4636"/>
                    </a:lnTo>
                    <a:lnTo>
                      <a:pt x="5262" y="24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07" name="Surface mesh patch"/>
              <p:cNvSpPr/>
              <p:nvPr/>
            </p:nvSpPr>
            <p:spPr>
              <a:xfrm>
                <a:off x="16383693" y="1432967"/>
                <a:ext cx="50120" cy="468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6">
                    <a:moveTo>
                      <a:pt x="0" y="2380"/>
                    </a:moveTo>
                    <a:lnTo>
                      <a:pt x="2875" y="4916"/>
                    </a:lnTo>
                    <a:lnTo>
                      <a:pt x="5262" y="2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08" name="Surface mesh patch"/>
              <p:cNvSpPr/>
              <p:nvPr/>
            </p:nvSpPr>
            <p:spPr>
              <a:xfrm>
                <a:off x="16433812" y="1431128"/>
                <a:ext cx="50120" cy="47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3">
                    <a:moveTo>
                      <a:pt x="0" y="2673"/>
                    </a:moveTo>
                    <a:lnTo>
                      <a:pt x="2875" y="5023"/>
                    </a:lnTo>
                    <a:lnTo>
                      <a:pt x="5262" y="2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09" name="Surface mesh patch"/>
              <p:cNvSpPr/>
              <p:nvPr/>
            </p:nvSpPr>
            <p:spPr>
              <a:xfrm>
                <a:off x="16483932" y="1424324"/>
                <a:ext cx="50120" cy="47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2">
                    <a:moveTo>
                      <a:pt x="0" y="2991"/>
                    </a:moveTo>
                    <a:lnTo>
                      <a:pt x="2875" y="4982"/>
                    </a:lnTo>
                    <a:lnTo>
                      <a:pt x="5262" y="19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10" name="Surface mesh patch"/>
              <p:cNvSpPr/>
              <p:nvPr/>
            </p:nvSpPr>
            <p:spPr>
              <a:xfrm>
                <a:off x="16534052" y="1410608"/>
                <a:ext cx="50120" cy="4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90">
                    <a:moveTo>
                      <a:pt x="0" y="3346"/>
                    </a:moveTo>
                    <a:lnTo>
                      <a:pt x="2875" y="4890"/>
                    </a:lnTo>
                    <a:lnTo>
                      <a:pt x="5262" y="14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11" name="Surface mesh patch"/>
              <p:cNvSpPr/>
              <p:nvPr/>
            </p:nvSpPr>
            <p:spPr>
              <a:xfrm>
                <a:off x="16584171" y="1388519"/>
                <a:ext cx="50120" cy="464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80">
                    <a:moveTo>
                      <a:pt x="0" y="3767"/>
                    </a:moveTo>
                    <a:lnTo>
                      <a:pt x="2875" y="4880"/>
                    </a:lnTo>
                    <a:lnTo>
                      <a:pt x="5262" y="10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12" name="Surface mesh patch"/>
              <p:cNvSpPr/>
              <p:nvPr/>
            </p:nvSpPr>
            <p:spPr>
              <a:xfrm>
                <a:off x="16634291" y="1357383"/>
                <a:ext cx="50120" cy="484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0">
                    <a:moveTo>
                      <a:pt x="0" y="4283"/>
                    </a:moveTo>
                    <a:lnTo>
                      <a:pt x="2875" y="5090"/>
                    </a:lnTo>
                    <a:lnTo>
                      <a:pt x="5262" y="7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13" name="Surface mesh patch"/>
              <p:cNvSpPr/>
              <p:nvPr/>
            </p:nvSpPr>
            <p:spPr>
              <a:xfrm>
                <a:off x="16684411" y="1317725"/>
                <a:ext cx="50120" cy="53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08">
                    <a:moveTo>
                      <a:pt x="0" y="4888"/>
                    </a:moveTo>
                    <a:lnTo>
                      <a:pt x="2875" y="5608"/>
                    </a:lnTo>
                    <a:lnTo>
                      <a:pt x="5262" y="6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14" name="Surface mesh patch"/>
              <p:cNvSpPr/>
              <p:nvPr/>
            </p:nvSpPr>
            <p:spPr>
              <a:xfrm>
                <a:off x="16734530" y="1271758"/>
                <a:ext cx="50120" cy="61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2">
                    <a:moveTo>
                      <a:pt x="0" y="5518"/>
                    </a:moveTo>
                    <a:lnTo>
                      <a:pt x="2875" y="6432"/>
                    </a:lnTo>
                    <a:lnTo>
                      <a:pt x="5262" y="9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15" name="Surface mesh patch"/>
              <p:cNvSpPr/>
              <p:nvPr/>
            </p:nvSpPr>
            <p:spPr>
              <a:xfrm>
                <a:off x="16784650" y="1223649"/>
                <a:ext cx="50120" cy="709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0">
                    <a:moveTo>
                      <a:pt x="0" y="6048"/>
                    </a:moveTo>
                    <a:lnTo>
                      <a:pt x="2875" y="7450"/>
                    </a:lnTo>
                    <a:lnTo>
                      <a:pt x="5262" y="16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16" name="Surface mesh patch"/>
              <p:cNvSpPr/>
              <p:nvPr/>
            </p:nvSpPr>
            <p:spPr>
              <a:xfrm>
                <a:off x="16834770" y="1179102"/>
                <a:ext cx="50120" cy="8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47">
                    <a:moveTo>
                      <a:pt x="0" y="6330"/>
                    </a:moveTo>
                    <a:lnTo>
                      <a:pt x="2875" y="8447"/>
                    </a:lnTo>
                    <a:lnTo>
                      <a:pt x="5262" y="25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17" name="Surface mesh patch"/>
              <p:cNvSpPr/>
              <p:nvPr/>
            </p:nvSpPr>
            <p:spPr>
              <a:xfrm>
                <a:off x="16884889" y="1144042"/>
                <a:ext cx="50120" cy="871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45">
                    <a:moveTo>
                      <a:pt x="0" y="6245"/>
                    </a:moveTo>
                    <a:lnTo>
                      <a:pt x="2875" y="9145"/>
                    </a:lnTo>
                    <a:lnTo>
                      <a:pt x="5262" y="35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dd9cf"/>
              </a:solidFill>
              <a:ln w="3334" cap="flat" cmpd="sng" algn="ctr">
                <a:solidFill>
                  <a:srgbClr val="edd9c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18" name="Surface mesh patch"/>
              <p:cNvSpPr/>
              <p:nvPr/>
            </p:nvSpPr>
            <p:spPr>
              <a:xfrm>
                <a:off x="16935009" y="1122707"/>
                <a:ext cx="50120" cy="882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62">
                    <a:moveTo>
                      <a:pt x="0" y="5763"/>
                    </a:moveTo>
                    <a:lnTo>
                      <a:pt x="2875" y="9262"/>
                    </a:lnTo>
                    <a:lnTo>
                      <a:pt x="5262" y="42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19" name="Surface mesh patch"/>
              <p:cNvSpPr/>
              <p:nvPr/>
            </p:nvSpPr>
            <p:spPr>
              <a:xfrm>
                <a:off x="16985128" y="1115960"/>
                <a:ext cx="50120" cy="816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1">
                    <a:moveTo>
                      <a:pt x="0" y="4944"/>
                    </a:moveTo>
                    <a:lnTo>
                      <a:pt x="2875" y="8571"/>
                    </a:lnTo>
                    <a:lnTo>
                      <a:pt x="5262" y="44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4"/>
              </a:solidFill>
              <a:ln w="3334" cap="flat" cmpd="sng" algn="ctr">
                <a:solidFill>
                  <a:srgbClr val="f2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20" name="Surface mesh patch"/>
              <p:cNvSpPr/>
              <p:nvPr/>
            </p:nvSpPr>
            <p:spPr>
              <a:xfrm>
                <a:off x="17035248" y="1120679"/>
                <a:ext cx="50120" cy="66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46">
                    <a:moveTo>
                      <a:pt x="0" y="3905"/>
                    </a:moveTo>
                    <a:lnTo>
                      <a:pt x="2875" y="6946"/>
                    </a:lnTo>
                    <a:lnTo>
                      <a:pt x="5262" y="38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21" name="Surface mesh patch"/>
              <p:cNvSpPr/>
              <p:nvPr/>
            </p:nvSpPr>
            <p:spPr>
              <a:xfrm>
                <a:off x="17085368" y="1130770"/>
                <a:ext cx="50120" cy="420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0">
                    <a:moveTo>
                      <a:pt x="0" y="2751"/>
                    </a:moveTo>
                    <a:lnTo>
                      <a:pt x="2875" y="4410"/>
                    </a:lnTo>
                    <a:lnTo>
                      <a:pt x="5262" y="24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22" name="Surface mesh patch"/>
              <p:cNvSpPr/>
              <p:nvPr/>
            </p:nvSpPr>
            <p:spPr>
              <a:xfrm>
                <a:off x="17135487" y="1139624"/>
                <a:ext cx="50120" cy="145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5">
                    <a:moveTo>
                      <a:pt x="0" y="1525"/>
                    </a:moveTo>
                    <a:lnTo>
                      <a:pt x="2875" y="1191"/>
                    </a:lnTo>
                    <a:lnTo>
                      <a:pt x="5262" y="5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23" name="Surface mesh patch"/>
              <p:cNvSpPr/>
              <p:nvPr/>
            </p:nvSpPr>
            <p:spPr>
              <a:xfrm>
                <a:off x="17185607" y="1121852"/>
                <a:ext cx="50120" cy="233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9">
                    <a:moveTo>
                      <a:pt x="0" y="2449"/>
                    </a:moveTo>
                    <a:lnTo>
                      <a:pt x="2875" y="0"/>
                    </a:lnTo>
                    <a:lnTo>
                      <a:pt x="5262" y="930"/>
                    </a:lnTo>
                    <a:lnTo>
                      <a:pt x="2387" y="2238"/>
                    </a:lnTo>
                    <a:close/>
                  </a:path>
                </a:pathLst>
              </a:custGeom>
              <a:solidFill>
                <a:srgbClr val="f6d4bd"/>
              </a:solidFill>
              <a:ln w="3334" cap="flat" cmpd="sng" algn="ctr">
                <a:solidFill>
                  <a:srgbClr val="f6d4b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24" name="Surface mesh patch"/>
              <p:cNvSpPr/>
              <p:nvPr/>
            </p:nvSpPr>
            <p:spPr>
              <a:xfrm>
                <a:off x="17235727" y="1092444"/>
                <a:ext cx="50120" cy="496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11">
                    <a:moveTo>
                      <a:pt x="0" y="4017"/>
                    </a:moveTo>
                    <a:lnTo>
                      <a:pt x="2875" y="0"/>
                    </a:lnTo>
                    <a:lnTo>
                      <a:pt x="5262" y="2579"/>
                    </a:lnTo>
                    <a:lnTo>
                      <a:pt x="2387" y="5211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25" name="Surface mesh patch"/>
              <p:cNvSpPr/>
              <p:nvPr/>
            </p:nvSpPr>
            <p:spPr>
              <a:xfrm>
                <a:off x="17285846" y="1074486"/>
                <a:ext cx="50120" cy="672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60">
                    <a:moveTo>
                      <a:pt x="0" y="4464"/>
                    </a:moveTo>
                    <a:lnTo>
                      <a:pt x="2875" y="0"/>
                    </a:lnTo>
                    <a:lnTo>
                      <a:pt x="5262" y="4099"/>
                    </a:lnTo>
                    <a:lnTo>
                      <a:pt x="2387" y="7060"/>
                    </a:lnTo>
                    <a:close/>
                  </a:path>
                </a:pathLst>
              </a:custGeom>
              <a:solidFill>
                <a:srgbClr val="fad1b5"/>
              </a:solidFill>
              <a:ln w="3334" cap="flat" cmpd="sng" algn="ctr">
                <a:solidFill>
                  <a:srgbClr val="fa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26" name="Surface mesh patch"/>
              <p:cNvSpPr/>
              <p:nvPr/>
            </p:nvSpPr>
            <p:spPr>
              <a:xfrm>
                <a:off x="17335966" y="1078965"/>
                <a:ext cx="50120" cy="704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00">
                    <a:moveTo>
                      <a:pt x="0" y="3628"/>
                    </a:moveTo>
                    <a:lnTo>
                      <a:pt x="2875" y="0"/>
                    </a:lnTo>
                    <a:lnTo>
                      <a:pt x="5262" y="5140"/>
                    </a:lnTo>
                    <a:lnTo>
                      <a:pt x="2387" y="740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27" name="Surface mesh patch"/>
              <p:cNvSpPr/>
              <p:nvPr/>
            </p:nvSpPr>
            <p:spPr>
              <a:xfrm>
                <a:off x="17386086" y="1109952"/>
                <a:ext cx="50120" cy="60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24">
                    <a:moveTo>
                      <a:pt x="0" y="1887"/>
                    </a:moveTo>
                    <a:lnTo>
                      <a:pt x="2875" y="0"/>
                    </a:lnTo>
                    <a:lnTo>
                      <a:pt x="5262" y="5407"/>
                    </a:lnTo>
                    <a:lnTo>
                      <a:pt x="2387" y="6324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28" name="Surface mesh patch"/>
              <p:cNvSpPr/>
              <p:nvPr/>
            </p:nvSpPr>
            <p:spPr>
              <a:xfrm>
                <a:off x="17436205" y="1161453"/>
                <a:ext cx="50120" cy="462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4">
                    <a:moveTo>
                      <a:pt x="0" y="0"/>
                    </a:moveTo>
                    <a:lnTo>
                      <a:pt x="2875" y="30"/>
                    </a:lnTo>
                    <a:lnTo>
                      <a:pt x="5262" y="4854"/>
                    </a:lnTo>
                    <a:lnTo>
                      <a:pt x="2387" y="4399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29" name="Surface mesh patch"/>
              <p:cNvSpPr/>
              <p:nvPr/>
            </p:nvSpPr>
            <p:spPr>
              <a:xfrm>
                <a:off x="17486325" y="1207692"/>
                <a:ext cx="50120" cy="478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2">
                    <a:moveTo>
                      <a:pt x="0" y="0"/>
                    </a:moveTo>
                    <a:lnTo>
                      <a:pt x="2875" y="1431"/>
                    </a:lnTo>
                    <a:lnTo>
                      <a:pt x="5262" y="5022"/>
                    </a:lnTo>
                    <a:lnTo>
                      <a:pt x="2387" y="3673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30" name="Surface mesh patch"/>
              <p:cNvSpPr/>
              <p:nvPr/>
            </p:nvSpPr>
            <p:spPr>
              <a:xfrm>
                <a:off x="17536445" y="1255531"/>
                <a:ext cx="50120" cy="38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0">
                    <a:moveTo>
                      <a:pt x="0" y="0"/>
                    </a:moveTo>
                    <a:lnTo>
                      <a:pt x="2875" y="1989"/>
                    </a:lnTo>
                    <a:lnTo>
                      <a:pt x="5262" y="4070"/>
                    </a:lnTo>
                    <a:lnTo>
                      <a:pt x="2387" y="2486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31" name="Surface mesh patch"/>
              <p:cNvSpPr/>
              <p:nvPr/>
            </p:nvSpPr>
            <p:spPr>
              <a:xfrm>
                <a:off x="17586564" y="1294294"/>
                <a:ext cx="50120" cy="235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8">
                    <a:moveTo>
                      <a:pt x="0" y="0"/>
                    </a:moveTo>
                    <a:lnTo>
                      <a:pt x="2875" y="1804"/>
                    </a:lnTo>
                    <a:lnTo>
                      <a:pt x="5262" y="2468"/>
                    </a:lnTo>
                    <a:lnTo>
                      <a:pt x="2387" y="1171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32" name="Surface mesh patch"/>
              <p:cNvSpPr/>
              <p:nvPr/>
            </p:nvSpPr>
            <p:spPr>
              <a:xfrm>
                <a:off x="16160482" y="1438993"/>
                <a:ext cx="50120" cy="30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09">
                    <a:moveTo>
                      <a:pt x="0" y="1274"/>
                    </a:moveTo>
                    <a:lnTo>
                      <a:pt x="2875" y="3209"/>
                    </a:lnTo>
                    <a:lnTo>
                      <a:pt x="5262" y="1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33" name="Surface mesh patch"/>
              <p:cNvSpPr/>
              <p:nvPr/>
            </p:nvSpPr>
            <p:spPr>
              <a:xfrm>
                <a:off x="16210602" y="1443258"/>
                <a:ext cx="50120" cy="341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81">
                    <a:moveTo>
                      <a:pt x="0" y="1465"/>
                    </a:moveTo>
                    <a:lnTo>
                      <a:pt x="2875" y="3581"/>
                    </a:lnTo>
                    <a:lnTo>
                      <a:pt x="5262" y="21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34" name="Surface mesh patch"/>
              <p:cNvSpPr/>
              <p:nvPr/>
            </p:nvSpPr>
            <p:spPr>
              <a:xfrm>
                <a:off x="16260722" y="1447578"/>
                <a:ext cx="50120" cy="38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10">
                    <a:moveTo>
                      <a:pt x="0" y="1666"/>
                    </a:moveTo>
                    <a:lnTo>
                      <a:pt x="2875" y="4010"/>
                    </a:lnTo>
                    <a:lnTo>
                      <a:pt x="5262" y="23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35" name="Surface mesh patch"/>
              <p:cNvSpPr/>
              <p:nvPr/>
            </p:nvSpPr>
            <p:spPr>
              <a:xfrm>
                <a:off x="16310841" y="1452031"/>
                <a:ext cx="50120" cy="419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09">
                    <a:moveTo>
                      <a:pt x="0" y="1890"/>
                    </a:moveTo>
                    <a:lnTo>
                      <a:pt x="2875" y="4409"/>
                    </a:lnTo>
                    <a:lnTo>
                      <a:pt x="5262" y="25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36" name="Surface mesh patch"/>
              <p:cNvSpPr/>
              <p:nvPr/>
            </p:nvSpPr>
            <p:spPr>
              <a:xfrm>
                <a:off x="16360961" y="1455637"/>
                <a:ext cx="50120" cy="446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2">
                    <a:moveTo>
                      <a:pt x="0" y="2148"/>
                    </a:moveTo>
                    <a:lnTo>
                      <a:pt x="2875" y="4692"/>
                    </a:lnTo>
                    <a:lnTo>
                      <a:pt x="5262" y="25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37" name="Surface mesh patch"/>
              <p:cNvSpPr/>
              <p:nvPr/>
            </p:nvSpPr>
            <p:spPr>
              <a:xfrm>
                <a:off x="16411081" y="1456592"/>
                <a:ext cx="50120" cy="458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9">
                    <a:moveTo>
                      <a:pt x="0" y="2436"/>
                    </a:moveTo>
                    <a:lnTo>
                      <a:pt x="2875" y="4809"/>
                    </a:lnTo>
                    <a:lnTo>
                      <a:pt x="5262" y="23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38" name="Surface mesh patch"/>
              <p:cNvSpPr/>
              <p:nvPr/>
            </p:nvSpPr>
            <p:spPr>
              <a:xfrm>
                <a:off x="16461200" y="1452809"/>
                <a:ext cx="50120" cy="45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71">
                    <a:moveTo>
                      <a:pt x="0" y="2746"/>
                    </a:moveTo>
                    <a:lnTo>
                      <a:pt x="2875" y="4771"/>
                    </a:lnTo>
                    <a:lnTo>
                      <a:pt x="5262" y="19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39" name="Surface mesh patch"/>
              <p:cNvSpPr/>
              <p:nvPr/>
            </p:nvSpPr>
            <p:spPr>
              <a:xfrm>
                <a:off x="16511320" y="1442475"/>
                <a:ext cx="50120" cy="443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4">
                    <a:moveTo>
                      <a:pt x="0" y="3077"/>
                    </a:moveTo>
                    <a:lnTo>
                      <a:pt x="2875" y="4654"/>
                    </a:lnTo>
                    <a:lnTo>
                      <a:pt x="5262" y="15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40" name="Surface mesh patch"/>
              <p:cNvSpPr/>
              <p:nvPr/>
            </p:nvSpPr>
            <p:spPr>
              <a:xfrm>
                <a:off x="16561439" y="1424403"/>
                <a:ext cx="50120" cy="4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3">
                    <a:moveTo>
                      <a:pt x="0" y="3441"/>
                    </a:moveTo>
                    <a:lnTo>
                      <a:pt x="2875" y="4583"/>
                    </a:lnTo>
                    <a:lnTo>
                      <a:pt x="5262" y="11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41" name="Surface mesh patch"/>
              <p:cNvSpPr/>
              <p:nvPr/>
            </p:nvSpPr>
            <p:spPr>
              <a:xfrm>
                <a:off x="16611559" y="1398180"/>
                <a:ext cx="50120" cy="446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86">
                    <a:moveTo>
                      <a:pt x="0" y="3866"/>
                    </a:moveTo>
                    <a:lnTo>
                      <a:pt x="2875" y="4686"/>
                    </a:lnTo>
                    <a:lnTo>
                      <a:pt x="5262" y="8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42" name="Surface mesh patch"/>
              <p:cNvSpPr/>
              <p:nvPr/>
            </p:nvSpPr>
            <p:spPr>
              <a:xfrm>
                <a:off x="16661679" y="1364283"/>
                <a:ext cx="50120" cy="48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59">
                    <a:moveTo>
                      <a:pt x="0" y="4366"/>
                    </a:moveTo>
                    <a:lnTo>
                      <a:pt x="2875" y="5059"/>
                    </a:lnTo>
                    <a:lnTo>
                      <a:pt x="5262" y="7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43" name="Surface mesh patch"/>
              <p:cNvSpPr/>
              <p:nvPr/>
            </p:nvSpPr>
            <p:spPr>
              <a:xfrm>
                <a:off x="16711798" y="1324315"/>
                <a:ext cx="50120" cy="544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2">
                    <a:moveTo>
                      <a:pt x="0" y="4917"/>
                    </a:moveTo>
                    <a:lnTo>
                      <a:pt x="2875" y="5722"/>
                    </a:lnTo>
                    <a:lnTo>
                      <a:pt x="5262" y="9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44" name="Surface mesh patch"/>
              <p:cNvSpPr/>
              <p:nvPr/>
            </p:nvSpPr>
            <p:spPr>
              <a:xfrm>
                <a:off x="16761918" y="1281259"/>
                <a:ext cx="50120" cy="628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6">
                    <a:moveTo>
                      <a:pt x="0" y="5435"/>
                    </a:moveTo>
                    <a:lnTo>
                      <a:pt x="2875" y="6596"/>
                    </a:lnTo>
                    <a:lnTo>
                      <a:pt x="5262" y="14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2dff4"/>
              </a:solidFill>
              <a:ln w="3334" cap="flat" cmpd="sng" algn="ctr">
                <a:solidFill>
                  <a:srgbClr val="d2df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45" name="Surface mesh patch"/>
              <p:cNvSpPr/>
              <p:nvPr/>
            </p:nvSpPr>
            <p:spPr>
              <a:xfrm>
                <a:off x="16812038" y="1239392"/>
                <a:ext cx="50120" cy="715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07">
                    <a:moveTo>
                      <a:pt x="0" y="5797"/>
                    </a:moveTo>
                    <a:lnTo>
                      <a:pt x="2875" y="7507"/>
                    </a:lnTo>
                    <a:lnTo>
                      <a:pt x="5262" y="2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46" name="Surface mesh patch"/>
              <p:cNvSpPr/>
              <p:nvPr/>
            </p:nvSpPr>
            <p:spPr>
              <a:xfrm>
                <a:off x="16862157" y="1203530"/>
                <a:ext cx="50120" cy="78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09">
                    <a:moveTo>
                      <a:pt x="0" y="5882"/>
                    </a:moveTo>
                    <a:lnTo>
                      <a:pt x="2875" y="8209"/>
                    </a:lnTo>
                    <a:lnTo>
                      <a:pt x="5262" y="28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3dee1"/>
              </a:solidFill>
              <a:ln w="3334" cap="flat" cmpd="sng" algn="ctr">
                <a:solidFill>
                  <a:srgbClr val="e3de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47" name="Surface mesh patch"/>
              <p:cNvSpPr/>
              <p:nvPr/>
            </p:nvSpPr>
            <p:spPr>
              <a:xfrm>
                <a:off x="16912277" y="1177602"/>
                <a:ext cx="50120" cy="80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26">
                    <a:moveTo>
                      <a:pt x="0" y="5621"/>
                    </a:moveTo>
                    <a:lnTo>
                      <a:pt x="2875" y="8426"/>
                    </a:lnTo>
                    <a:lnTo>
                      <a:pt x="5262" y="34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48" name="Surface mesh patch"/>
              <p:cNvSpPr/>
              <p:nvPr/>
            </p:nvSpPr>
            <p:spPr>
              <a:xfrm>
                <a:off x="16962397" y="1163054"/>
                <a:ext cx="50120" cy="752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03">
                    <a:moveTo>
                      <a:pt x="0" y="5026"/>
                    </a:moveTo>
                    <a:lnTo>
                      <a:pt x="2875" y="7903"/>
                    </a:lnTo>
                    <a:lnTo>
                      <a:pt x="5262" y="36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2"/>
              </a:solidFill>
              <a:ln w="3334" cap="flat" cmpd="sng" algn="ctr">
                <a:solidFill>
                  <a:srgbClr val="ecdad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49" name="Surface mesh patch"/>
              <p:cNvSpPr/>
              <p:nvPr/>
            </p:nvSpPr>
            <p:spPr>
              <a:xfrm>
                <a:off x="17012516" y="1157877"/>
                <a:ext cx="50120" cy="61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1">
                    <a:moveTo>
                      <a:pt x="0" y="4170"/>
                    </a:moveTo>
                    <a:lnTo>
                      <a:pt x="2875" y="6451"/>
                    </a:lnTo>
                    <a:lnTo>
                      <a:pt x="5262" y="30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50" name="Surface mesh patch"/>
              <p:cNvSpPr/>
              <p:nvPr/>
            </p:nvSpPr>
            <p:spPr>
              <a:xfrm>
                <a:off x="17062636" y="1156977"/>
                <a:ext cx="50120" cy="38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06">
                    <a:moveTo>
                      <a:pt x="0" y="3135"/>
                    </a:moveTo>
                    <a:lnTo>
                      <a:pt x="2875" y="4006"/>
                    </a:lnTo>
                    <a:lnTo>
                      <a:pt x="5262" y="16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d7c9"/>
              </a:solidFill>
              <a:ln w="3334" cap="flat" cmpd="sng" algn="ctr">
                <a:solidFill>
                  <a:srgbClr val="f0d7c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51" name="Surface mesh patch"/>
              <p:cNvSpPr/>
              <p:nvPr/>
            </p:nvSpPr>
            <p:spPr>
              <a:xfrm>
                <a:off x="17112756" y="1150972"/>
                <a:ext cx="50120" cy="21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9">
                    <a:moveTo>
                      <a:pt x="0" y="2289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334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52" name="Surface mesh patch"/>
              <p:cNvSpPr/>
              <p:nvPr/>
            </p:nvSpPr>
            <p:spPr>
              <a:xfrm>
                <a:off x="17162875" y="1116775"/>
                <a:ext cx="50120" cy="341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0">
                    <a:moveTo>
                      <a:pt x="0" y="3590"/>
                    </a:moveTo>
                    <a:lnTo>
                      <a:pt x="2875" y="0"/>
                    </a:lnTo>
                    <a:lnTo>
                      <a:pt x="5262" y="533"/>
                    </a:lnTo>
                    <a:lnTo>
                      <a:pt x="2387" y="2982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53" name="Surface mesh patch"/>
              <p:cNvSpPr/>
              <p:nvPr/>
            </p:nvSpPr>
            <p:spPr>
              <a:xfrm>
                <a:off x="17212995" y="1069987"/>
                <a:ext cx="50120" cy="60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75">
                    <a:moveTo>
                      <a:pt x="0" y="5445"/>
                    </a:moveTo>
                    <a:lnTo>
                      <a:pt x="2875" y="0"/>
                    </a:lnTo>
                    <a:lnTo>
                      <a:pt x="5262" y="2358"/>
                    </a:lnTo>
                    <a:lnTo>
                      <a:pt x="2387" y="6375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54" name="Surface mesh patch"/>
              <p:cNvSpPr/>
              <p:nvPr/>
            </p:nvSpPr>
            <p:spPr>
              <a:xfrm>
                <a:off x="17263114" y="1034550"/>
                <a:ext cx="50120" cy="82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57">
                    <a:moveTo>
                      <a:pt x="0" y="6078"/>
                    </a:moveTo>
                    <a:lnTo>
                      <a:pt x="2875" y="0"/>
                    </a:lnTo>
                    <a:lnTo>
                      <a:pt x="5262" y="4193"/>
                    </a:lnTo>
                    <a:lnTo>
                      <a:pt x="2387" y="8657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55" name="Surface mesh patch"/>
              <p:cNvSpPr/>
              <p:nvPr/>
            </p:nvSpPr>
            <p:spPr>
              <a:xfrm>
                <a:off x="17313234" y="1025251"/>
                <a:ext cx="50120" cy="882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68">
                    <a:moveTo>
                      <a:pt x="0" y="5169"/>
                    </a:moveTo>
                    <a:lnTo>
                      <a:pt x="2875" y="0"/>
                    </a:lnTo>
                    <a:lnTo>
                      <a:pt x="5262" y="5639"/>
                    </a:lnTo>
                    <a:lnTo>
                      <a:pt x="2387" y="9268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56" name="Surface mesh patch"/>
              <p:cNvSpPr/>
              <p:nvPr/>
            </p:nvSpPr>
            <p:spPr>
              <a:xfrm>
                <a:off x="17363354" y="1050008"/>
                <a:ext cx="50120" cy="77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80">
                    <a:moveTo>
                      <a:pt x="0" y="3040"/>
                    </a:moveTo>
                    <a:lnTo>
                      <a:pt x="2875" y="0"/>
                    </a:lnTo>
                    <a:lnTo>
                      <a:pt x="5262" y="6293"/>
                    </a:lnTo>
                    <a:lnTo>
                      <a:pt x="2387" y="8180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57" name="Surface mesh patch"/>
              <p:cNvSpPr/>
              <p:nvPr/>
            </p:nvSpPr>
            <p:spPr>
              <a:xfrm>
                <a:off x="17413473" y="1104966"/>
                <a:ext cx="50120" cy="567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1">
                    <a:moveTo>
                      <a:pt x="0" y="523"/>
                    </a:moveTo>
                    <a:lnTo>
                      <a:pt x="2875" y="0"/>
                    </a:lnTo>
                    <a:lnTo>
                      <a:pt x="5262" y="5961"/>
                    </a:lnTo>
                    <a:lnTo>
                      <a:pt x="2387" y="5930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58" name="Surface mesh patch"/>
              <p:cNvSpPr/>
              <p:nvPr/>
            </p:nvSpPr>
            <p:spPr>
              <a:xfrm>
                <a:off x="17463593" y="1161741"/>
                <a:ext cx="50120" cy="595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56">
                    <a:moveTo>
                      <a:pt x="0" y="0"/>
                    </a:moveTo>
                    <a:lnTo>
                      <a:pt x="2875" y="1483"/>
                    </a:lnTo>
                    <a:lnTo>
                      <a:pt x="5262" y="6256"/>
                    </a:lnTo>
                    <a:lnTo>
                      <a:pt x="2387" y="4824"/>
                    </a:lnTo>
                    <a:close/>
                  </a:path>
                </a:pathLst>
              </a:custGeom>
              <a:solidFill>
                <a:srgbClr val="eadad3"/>
              </a:solidFill>
              <a:ln w="3334" cap="flat" cmpd="sng" algn="ctr">
                <a:solidFill>
                  <a:srgbClr val="ea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59" name="Surface mesh patch"/>
              <p:cNvSpPr/>
              <p:nvPr/>
            </p:nvSpPr>
            <p:spPr>
              <a:xfrm>
                <a:off x="17513713" y="1221324"/>
                <a:ext cx="50120" cy="531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80">
                    <a:moveTo>
                      <a:pt x="0" y="0"/>
                    </a:moveTo>
                    <a:lnTo>
                      <a:pt x="2875" y="2463"/>
                    </a:lnTo>
                    <a:lnTo>
                      <a:pt x="5262" y="5580"/>
                    </a:lnTo>
                    <a:lnTo>
                      <a:pt x="2387" y="3591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60" name="Surface mesh patch"/>
              <p:cNvSpPr/>
              <p:nvPr/>
            </p:nvSpPr>
            <p:spPr>
              <a:xfrm>
                <a:off x="17563832" y="1274474"/>
                <a:ext cx="50120" cy="369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4">
                    <a:moveTo>
                      <a:pt x="0" y="0"/>
                    </a:moveTo>
                    <a:lnTo>
                      <a:pt x="2875" y="2439"/>
                    </a:lnTo>
                    <a:lnTo>
                      <a:pt x="5262" y="3884"/>
                    </a:lnTo>
                    <a:lnTo>
                      <a:pt x="2387" y="2081"/>
                    </a:lnTo>
                    <a:close/>
                  </a:path>
                </a:pathLst>
              </a:custGeom>
              <a:solidFill>
                <a:srgbClr val="d0def4"/>
              </a:solidFill>
              <a:ln w="3334" cap="flat" cmpd="sng" algn="ctr">
                <a:solidFill>
                  <a:srgbClr val="d0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61" name="Surface mesh patch"/>
              <p:cNvSpPr/>
              <p:nvPr/>
            </p:nvSpPr>
            <p:spPr>
              <a:xfrm>
                <a:off x="17613952" y="1311473"/>
                <a:ext cx="50120" cy="180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4">
                    <a:moveTo>
                      <a:pt x="0" y="0"/>
                    </a:moveTo>
                    <a:lnTo>
                      <a:pt x="2875" y="1807"/>
                    </a:lnTo>
                    <a:lnTo>
                      <a:pt x="5262" y="1894"/>
                    </a:lnTo>
                    <a:lnTo>
                      <a:pt x="2387" y="665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62" name="Surface mesh patch"/>
              <p:cNvSpPr/>
              <p:nvPr/>
            </p:nvSpPr>
            <p:spPr>
              <a:xfrm>
                <a:off x="16137750" y="1451127"/>
                <a:ext cx="50120" cy="29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73">
                    <a:moveTo>
                      <a:pt x="0" y="1135"/>
                    </a:moveTo>
                    <a:lnTo>
                      <a:pt x="2875" y="3073"/>
                    </a:lnTo>
                    <a:lnTo>
                      <a:pt x="5262" y="19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63" name="Surface mesh patch"/>
              <p:cNvSpPr/>
              <p:nvPr/>
            </p:nvSpPr>
            <p:spPr>
              <a:xfrm>
                <a:off x="16187870" y="1457213"/>
                <a:ext cx="50120" cy="322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1">
                    <a:moveTo>
                      <a:pt x="0" y="1296"/>
                    </a:moveTo>
                    <a:lnTo>
                      <a:pt x="2875" y="3381"/>
                    </a:lnTo>
                    <a:lnTo>
                      <a:pt x="5262" y="21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64" name="Surface mesh patch"/>
              <p:cNvSpPr/>
              <p:nvPr/>
            </p:nvSpPr>
            <p:spPr>
              <a:xfrm>
                <a:off x="16237990" y="1463444"/>
                <a:ext cx="50120" cy="357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55">
                    <a:moveTo>
                      <a:pt x="0" y="1462"/>
                    </a:moveTo>
                    <a:lnTo>
                      <a:pt x="2875" y="3755"/>
                    </a:lnTo>
                    <a:lnTo>
                      <a:pt x="5262" y="23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65" name="Surface mesh patch"/>
              <p:cNvSpPr/>
              <p:nvPr/>
            </p:nvSpPr>
            <p:spPr>
              <a:xfrm>
                <a:off x="16288109" y="1470036"/>
                <a:ext cx="50120" cy="39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18">
                    <a:moveTo>
                      <a:pt x="0" y="1652"/>
                    </a:moveTo>
                    <a:lnTo>
                      <a:pt x="2875" y="4118"/>
                    </a:lnTo>
                    <a:lnTo>
                      <a:pt x="5262" y="25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66" name="Surface mesh patch"/>
              <p:cNvSpPr/>
              <p:nvPr/>
            </p:nvSpPr>
            <p:spPr>
              <a:xfrm>
                <a:off x="16338229" y="1476094"/>
                <a:ext cx="50120" cy="417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7">
                    <a:moveTo>
                      <a:pt x="0" y="1883"/>
                    </a:moveTo>
                    <a:lnTo>
                      <a:pt x="2875" y="4387"/>
                    </a:lnTo>
                    <a:lnTo>
                      <a:pt x="5262" y="25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67" name="Surface mesh patch"/>
              <p:cNvSpPr/>
              <p:nvPr/>
            </p:nvSpPr>
            <p:spPr>
              <a:xfrm>
                <a:off x="16388349" y="1479794"/>
                <a:ext cx="50120" cy="429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05">
                    <a:moveTo>
                      <a:pt x="0" y="2156"/>
                    </a:moveTo>
                    <a:lnTo>
                      <a:pt x="2875" y="4505"/>
                    </a:lnTo>
                    <a:lnTo>
                      <a:pt x="5262" y="23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68" name="Surface mesh patch"/>
              <p:cNvSpPr/>
              <p:nvPr/>
            </p:nvSpPr>
            <p:spPr>
              <a:xfrm>
                <a:off x="16438468" y="1478970"/>
                <a:ext cx="50120" cy="42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0">
                    <a:moveTo>
                      <a:pt x="0" y="2459"/>
                    </a:moveTo>
                    <a:lnTo>
                      <a:pt x="2875" y="4470"/>
                    </a:lnTo>
                    <a:lnTo>
                      <a:pt x="5262" y="20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69" name="Surface mesh patch"/>
              <p:cNvSpPr/>
              <p:nvPr/>
            </p:nvSpPr>
            <p:spPr>
              <a:xfrm>
                <a:off x="16488588" y="1471782"/>
                <a:ext cx="50120" cy="41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41">
                    <a:moveTo>
                      <a:pt x="0" y="2779"/>
                    </a:moveTo>
                    <a:lnTo>
                      <a:pt x="2875" y="4341"/>
                    </a:lnTo>
                    <a:lnTo>
                      <a:pt x="5262" y="15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70" name="Surface mesh patch"/>
              <p:cNvSpPr/>
              <p:nvPr/>
            </p:nvSpPr>
            <p:spPr>
              <a:xfrm>
                <a:off x="16538708" y="1457181"/>
                <a:ext cx="50120" cy="402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8">
                    <a:moveTo>
                      <a:pt x="0" y="3110"/>
                    </a:moveTo>
                    <a:lnTo>
                      <a:pt x="2875" y="4228"/>
                    </a:lnTo>
                    <a:lnTo>
                      <a:pt x="5262" y="1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71" name="Surface mesh patch"/>
              <p:cNvSpPr/>
              <p:nvPr/>
            </p:nvSpPr>
            <p:spPr>
              <a:xfrm>
                <a:off x="16588827" y="1435002"/>
                <a:ext cx="50120" cy="40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49">
                    <a:moveTo>
                      <a:pt x="0" y="3470"/>
                    </a:moveTo>
                    <a:lnTo>
                      <a:pt x="2875" y="4249"/>
                    </a:lnTo>
                    <a:lnTo>
                      <a:pt x="5262" y="8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72" name="Surface mesh patch"/>
              <p:cNvSpPr/>
              <p:nvPr/>
            </p:nvSpPr>
            <p:spPr>
              <a:xfrm>
                <a:off x="16638947" y="1405870"/>
                <a:ext cx="50120" cy="42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00">
                    <a:moveTo>
                      <a:pt x="0" y="3879"/>
                    </a:moveTo>
                    <a:lnTo>
                      <a:pt x="2875" y="4500"/>
                    </a:lnTo>
                    <a:lnTo>
                      <a:pt x="5262" y="6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73" name="Surface mesh patch"/>
              <p:cNvSpPr/>
              <p:nvPr/>
            </p:nvSpPr>
            <p:spPr>
              <a:xfrm>
                <a:off x="16689067" y="1371145"/>
                <a:ext cx="50120" cy="47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13">
                    <a:moveTo>
                      <a:pt x="0" y="4339"/>
                    </a:moveTo>
                    <a:lnTo>
                      <a:pt x="2875" y="5013"/>
                    </a:lnTo>
                    <a:lnTo>
                      <a:pt x="5262" y="8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74" name="Surface mesh patch"/>
              <p:cNvSpPr/>
              <p:nvPr/>
            </p:nvSpPr>
            <p:spPr>
              <a:xfrm>
                <a:off x="16739186" y="1333027"/>
                <a:ext cx="50120" cy="546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39">
                    <a:moveTo>
                      <a:pt x="0" y="4807"/>
                    </a:moveTo>
                    <a:lnTo>
                      <a:pt x="2875" y="5739"/>
                    </a:lnTo>
                    <a:lnTo>
                      <a:pt x="5262" y="1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75" name="Surface mesh patch"/>
              <p:cNvSpPr/>
              <p:nvPr/>
            </p:nvSpPr>
            <p:spPr>
              <a:xfrm>
                <a:off x="16789306" y="1294612"/>
                <a:ext cx="50120" cy="62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42">
                    <a:moveTo>
                      <a:pt x="0" y="5194"/>
                    </a:moveTo>
                    <a:lnTo>
                      <a:pt x="2875" y="6542"/>
                    </a:lnTo>
                    <a:lnTo>
                      <a:pt x="5262" y="17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76" name="Surface mesh patch"/>
              <p:cNvSpPr/>
              <p:nvPr/>
            </p:nvSpPr>
            <p:spPr>
              <a:xfrm>
                <a:off x="16839425" y="1259559"/>
                <a:ext cx="50120" cy="686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11">
                    <a:moveTo>
                      <a:pt x="0" y="5390"/>
                    </a:moveTo>
                    <a:lnTo>
                      <a:pt x="2875" y="7211"/>
                    </a:lnTo>
                    <a:lnTo>
                      <a:pt x="5262" y="23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77" name="Surface mesh patch"/>
              <p:cNvSpPr/>
              <p:nvPr/>
            </p:nvSpPr>
            <p:spPr>
              <a:xfrm>
                <a:off x="16889545" y="1231145"/>
                <a:ext cx="50120" cy="71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1">
                    <a:moveTo>
                      <a:pt x="0" y="5309"/>
                    </a:moveTo>
                    <a:lnTo>
                      <a:pt x="2875" y="7491"/>
                    </a:lnTo>
                    <a:lnTo>
                      <a:pt x="5262" y="28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0e0e7"/>
              </a:solidFill>
              <a:ln w="3334" cap="flat" cmpd="sng" algn="ctr">
                <a:solidFill>
                  <a:srgbClr val="e0e0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78" name="Surface mesh patch"/>
              <p:cNvSpPr/>
              <p:nvPr/>
            </p:nvSpPr>
            <p:spPr>
              <a:xfrm>
                <a:off x="16939665" y="1210927"/>
                <a:ext cx="50120" cy="677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17">
                    <a:moveTo>
                      <a:pt x="0" y="4927"/>
                    </a:moveTo>
                    <a:lnTo>
                      <a:pt x="2875" y="7117"/>
                    </a:lnTo>
                    <a:lnTo>
                      <a:pt x="5262" y="28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5dedf"/>
              </a:solidFill>
              <a:ln w="3334" cap="flat" cmpd="sng" algn="ctr">
                <a:solidFill>
                  <a:srgbClr val="e5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79" name="Surface mesh patch"/>
              <p:cNvSpPr/>
              <p:nvPr/>
            </p:nvSpPr>
            <p:spPr>
              <a:xfrm>
                <a:off x="16989784" y="1197597"/>
                <a:ext cx="50120" cy="557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3">
                    <a:moveTo>
                      <a:pt x="0" y="4276"/>
                    </a:moveTo>
                    <a:lnTo>
                      <a:pt x="2875" y="5853"/>
                    </a:lnTo>
                    <a:lnTo>
                      <a:pt x="5262" y="22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80" name="Surface mesh patch"/>
              <p:cNvSpPr/>
              <p:nvPr/>
            </p:nvSpPr>
            <p:spPr>
              <a:xfrm>
                <a:off x="17039904" y="1186839"/>
                <a:ext cx="50120" cy="33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55">
                    <a:moveTo>
                      <a:pt x="0" y="3410"/>
                    </a:moveTo>
                    <a:lnTo>
                      <a:pt x="2875" y="3555"/>
                    </a:lnTo>
                    <a:lnTo>
                      <a:pt x="5262" y="8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dd9d0"/>
              </a:solidFill>
              <a:ln w="3334" cap="flat" cmpd="sng" algn="ctr">
                <a:solidFill>
                  <a:srgbClr val="ed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81" name="Surface mesh patch"/>
              <p:cNvSpPr/>
              <p:nvPr/>
            </p:nvSpPr>
            <p:spPr>
              <a:xfrm>
                <a:off x="17090024" y="1160975"/>
                <a:ext cx="50120" cy="341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87">
                    <a:moveTo>
                      <a:pt x="0" y="3587"/>
                    </a:moveTo>
                    <a:lnTo>
                      <a:pt x="2875" y="1517"/>
                    </a:lnTo>
                    <a:lnTo>
                      <a:pt x="5262" y="0"/>
                    </a:lnTo>
                    <a:lnTo>
                      <a:pt x="2387" y="1239"/>
                    </a:lnTo>
                    <a:close/>
                  </a:path>
                </a:pathLst>
              </a:custGeom>
              <a:solidFill>
                <a:srgbClr val="f2d6c4"/>
              </a:solidFill>
              <a:ln w="3334" cap="flat" cmpd="sng" algn="ctr">
                <a:solidFill>
                  <a:srgbClr val="f2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82" name="Surface mesh patch"/>
              <p:cNvSpPr/>
              <p:nvPr/>
            </p:nvSpPr>
            <p:spPr>
              <a:xfrm>
                <a:off x="17140143" y="1116661"/>
                <a:ext cx="50120" cy="443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2">
                    <a:moveTo>
                      <a:pt x="0" y="4652"/>
                    </a:moveTo>
                    <a:lnTo>
                      <a:pt x="2875" y="0"/>
                    </a:lnTo>
                    <a:lnTo>
                      <a:pt x="5262" y="12"/>
                    </a:lnTo>
                    <a:lnTo>
                      <a:pt x="2387" y="3602"/>
                    </a:lnTo>
                    <a:close/>
                  </a:path>
                </a:pathLst>
              </a:custGeom>
              <a:solidFill>
                <a:srgbClr val="fad1b5"/>
              </a:solidFill>
              <a:ln w="3334" cap="flat" cmpd="sng" algn="ctr">
                <a:solidFill>
                  <a:srgbClr val="fad1b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83" name="Surface mesh patch"/>
              <p:cNvSpPr/>
              <p:nvPr/>
            </p:nvSpPr>
            <p:spPr>
              <a:xfrm>
                <a:off x="17190263" y="1051766"/>
                <a:ext cx="50120" cy="700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8">
                    <a:moveTo>
                      <a:pt x="0" y="6825"/>
                    </a:moveTo>
                    <a:lnTo>
                      <a:pt x="2875" y="0"/>
                    </a:lnTo>
                    <a:lnTo>
                      <a:pt x="5262" y="1913"/>
                    </a:lnTo>
                    <a:lnTo>
                      <a:pt x="2387" y="7358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84" name="Surface mesh patch"/>
              <p:cNvSpPr/>
              <p:nvPr/>
            </p:nvSpPr>
            <p:spPr>
              <a:xfrm>
                <a:off x="17240383" y="996510"/>
                <a:ext cx="50120" cy="95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72">
                    <a:moveTo>
                      <a:pt x="0" y="7714"/>
                    </a:moveTo>
                    <a:lnTo>
                      <a:pt x="2875" y="0"/>
                    </a:lnTo>
                    <a:lnTo>
                      <a:pt x="5262" y="3994"/>
                    </a:lnTo>
                    <a:lnTo>
                      <a:pt x="2387" y="10072"/>
                    </a:lnTo>
                    <a:close/>
                  </a:path>
                </a:pathLst>
              </a:custGeom>
              <a:solidFill>
                <a:srgbClr val="fbbda0"/>
              </a:solidFill>
              <a:ln w="3334" cap="flat" cmpd="sng" algn="ctr">
                <a:solidFill>
                  <a:srgbClr val="fbbda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85" name="Surface mesh patch"/>
              <p:cNvSpPr/>
              <p:nvPr/>
            </p:nvSpPr>
            <p:spPr>
              <a:xfrm>
                <a:off x="17290502" y="969664"/>
                <a:ext cx="50120" cy="104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05">
                    <a:moveTo>
                      <a:pt x="0" y="6812"/>
                    </a:moveTo>
                    <a:lnTo>
                      <a:pt x="2875" y="0"/>
                    </a:lnTo>
                    <a:lnTo>
                      <a:pt x="5262" y="5836"/>
                    </a:lnTo>
                    <a:lnTo>
                      <a:pt x="2387" y="11005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86" name="Surface mesh patch"/>
              <p:cNvSpPr/>
              <p:nvPr/>
            </p:nvSpPr>
            <p:spPr>
              <a:xfrm>
                <a:off x="17340622" y="983920"/>
                <a:ext cx="50120" cy="95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79">
                    <a:moveTo>
                      <a:pt x="0" y="4339"/>
                    </a:moveTo>
                    <a:lnTo>
                      <a:pt x="2875" y="0"/>
                    </a:lnTo>
                    <a:lnTo>
                      <a:pt x="5262" y="6938"/>
                    </a:lnTo>
                    <a:lnTo>
                      <a:pt x="2387" y="9979"/>
                    </a:lnTo>
                    <a:close/>
                  </a:path>
                </a:pathLst>
              </a:custGeom>
              <a:solidFill>
                <a:srgbClr val="fbba9e"/>
              </a:solidFill>
              <a:ln w="3334" cap="flat" cmpd="sng" algn="ctr">
                <a:solidFill>
                  <a:srgbClr val="fbba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87" name="Surface mesh patch"/>
              <p:cNvSpPr/>
              <p:nvPr/>
            </p:nvSpPr>
            <p:spPr>
              <a:xfrm>
                <a:off x="17390742" y="1038609"/>
                <a:ext cx="50120" cy="713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90">
                    <a:moveTo>
                      <a:pt x="0" y="1197"/>
                    </a:moveTo>
                    <a:lnTo>
                      <a:pt x="2875" y="0"/>
                    </a:lnTo>
                    <a:lnTo>
                      <a:pt x="5262" y="6967"/>
                    </a:lnTo>
                    <a:lnTo>
                      <a:pt x="2387" y="7490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88" name="Surface mesh patch"/>
              <p:cNvSpPr/>
              <p:nvPr/>
            </p:nvSpPr>
            <p:spPr>
              <a:xfrm>
                <a:off x="17440861" y="1104966"/>
                <a:ext cx="50120" cy="70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44">
                    <a:moveTo>
                      <a:pt x="0" y="0"/>
                    </a:moveTo>
                    <a:lnTo>
                      <a:pt x="2875" y="1502"/>
                    </a:lnTo>
                    <a:lnTo>
                      <a:pt x="5262" y="7444"/>
                    </a:lnTo>
                    <a:lnTo>
                      <a:pt x="2387" y="5961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89" name="Surface mesh patch"/>
              <p:cNvSpPr/>
              <p:nvPr/>
            </p:nvSpPr>
            <p:spPr>
              <a:xfrm>
                <a:off x="17490981" y="1175868"/>
                <a:ext cx="50120" cy="689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35">
                    <a:moveTo>
                      <a:pt x="0" y="0"/>
                    </a:moveTo>
                    <a:lnTo>
                      <a:pt x="2875" y="3008"/>
                    </a:lnTo>
                    <a:lnTo>
                      <a:pt x="5262" y="7235"/>
                    </a:lnTo>
                    <a:lnTo>
                      <a:pt x="2387" y="4772"/>
                    </a:lnTo>
                    <a:close/>
                  </a:path>
                </a:pathLst>
              </a:custGeom>
              <a:solidFill>
                <a:srgbClr val="e8dcd8"/>
              </a:solidFill>
              <a:ln w="3334" cap="flat" cmpd="sng" algn="ctr">
                <a:solidFill>
                  <a:srgbClr val="e8dcd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90" name="Surface mesh patch"/>
              <p:cNvSpPr/>
              <p:nvPr/>
            </p:nvSpPr>
            <p:spPr>
              <a:xfrm>
                <a:off x="17541100" y="1244784"/>
                <a:ext cx="50120" cy="529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56">
                    <a:moveTo>
                      <a:pt x="0" y="0"/>
                    </a:moveTo>
                    <a:lnTo>
                      <a:pt x="2875" y="3219"/>
                    </a:lnTo>
                    <a:lnTo>
                      <a:pt x="5262" y="5556"/>
                    </a:lnTo>
                    <a:lnTo>
                      <a:pt x="2387" y="3117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91" name="Surface mesh patch"/>
              <p:cNvSpPr/>
              <p:nvPr/>
            </p:nvSpPr>
            <p:spPr>
              <a:xfrm>
                <a:off x="17591220" y="1297705"/>
                <a:ext cx="50120" cy="309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53">
                    <a:moveTo>
                      <a:pt x="0" y="0"/>
                    </a:moveTo>
                    <a:lnTo>
                      <a:pt x="2875" y="2552"/>
                    </a:lnTo>
                    <a:lnTo>
                      <a:pt x="5262" y="3253"/>
                    </a:lnTo>
                    <a:lnTo>
                      <a:pt x="2387" y="1446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92" name="Surface mesh patch"/>
              <p:cNvSpPr/>
              <p:nvPr/>
            </p:nvSpPr>
            <p:spPr>
              <a:xfrm>
                <a:off x="17641340" y="1328685"/>
                <a:ext cx="50120" cy="151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91">
                    <a:moveTo>
                      <a:pt x="0" y="0"/>
                    </a:moveTo>
                    <a:lnTo>
                      <a:pt x="2875" y="1591"/>
                    </a:lnTo>
                    <a:lnTo>
                      <a:pt x="5262" y="1125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93" name="Surface mesh patch"/>
              <p:cNvSpPr/>
              <p:nvPr/>
            </p:nvSpPr>
            <p:spPr>
              <a:xfrm>
                <a:off x="16115019" y="1461937"/>
                <a:ext cx="50120" cy="27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37">
                    <a:moveTo>
                      <a:pt x="0" y="1008"/>
                    </a:moveTo>
                    <a:lnTo>
                      <a:pt x="2875" y="2937"/>
                    </a:lnTo>
                    <a:lnTo>
                      <a:pt x="5262" y="19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94" name="Surface mesh patch"/>
              <p:cNvSpPr/>
              <p:nvPr/>
            </p:nvSpPr>
            <p:spPr>
              <a:xfrm>
                <a:off x="16165138" y="1469556"/>
                <a:ext cx="50120" cy="302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1">
                    <a:moveTo>
                      <a:pt x="0" y="1138"/>
                    </a:moveTo>
                    <a:lnTo>
                      <a:pt x="2875" y="3171"/>
                    </a:lnTo>
                    <a:lnTo>
                      <a:pt x="5262" y="20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95" name="Surface mesh patch"/>
              <p:cNvSpPr/>
              <p:nvPr/>
            </p:nvSpPr>
            <p:spPr>
              <a:xfrm>
                <a:off x="16215258" y="1477370"/>
                <a:ext cx="50120" cy="33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4">
                    <a:moveTo>
                      <a:pt x="0" y="1265"/>
                    </a:moveTo>
                    <a:lnTo>
                      <a:pt x="2875" y="3474"/>
                    </a:lnTo>
                    <a:lnTo>
                      <a:pt x="5262" y="22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96" name="Surface mesh patch"/>
              <p:cNvSpPr/>
              <p:nvPr/>
            </p:nvSpPr>
            <p:spPr>
              <a:xfrm>
                <a:off x="16265378" y="1485774"/>
                <a:ext cx="50120" cy="360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3">
                    <a:moveTo>
                      <a:pt x="0" y="1411"/>
                    </a:moveTo>
                    <a:lnTo>
                      <a:pt x="2875" y="3783"/>
                    </a:lnTo>
                    <a:lnTo>
                      <a:pt x="5262" y="2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97" name="Surface mesh patch"/>
              <p:cNvSpPr/>
              <p:nvPr/>
            </p:nvSpPr>
            <p:spPr>
              <a:xfrm>
                <a:off x="16315497" y="1494025"/>
                <a:ext cx="50120" cy="382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20">
                    <a:moveTo>
                      <a:pt x="0" y="1600"/>
                    </a:moveTo>
                    <a:lnTo>
                      <a:pt x="2875" y="4020"/>
                    </a:lnTo>
                    <a:lnTo>
                      <a:pt x="5262" y="25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98" name="Surface mesh patch"/>
              <p:cNvSpPr/>
              <p:nvPr/>
            </p:nvSpPr>
            <p:spPr>
              <a:xfrm>
                <a:off x="16365617" y="1500326"/>
                <a:ext cx="50120" cy="392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6">
                    <a:moveTo>
                      <a:pt x="0" y="1843"/>
                    </a:moveTo>
                    <a:lnTo>
                      <a:pt x="2875" y="4126"/>
                    </a:lnTo>
                    <a:lnTo>
                      <a:pt x="5262" y="23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99" name="Surface mesh patch"/>
              <p:cNvSpPr/>
              <p:nvPr/>
            </p:nvSpPr>
            <p:spPr>
              <a:xfrm>
                <a:off x="16415736" y="1502394"/>
                <a:ext cx="50120" cy="38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90">
                    <a:moveTo>
                      <a:pt x="0" y="2132"/>
                    </a:moveTo>
                    <a:lnTo>
                      <a:pt x="2875" y="4090"/>
                    </a:lnTo>
                    <a:lnTo>
                      <a:pt x="5262" y="20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00" name="Surface mesh patch"/>
              <p:cNvSpPr/>
              <p:nvPr/>
            </p:nvSpPr>
            <p:spPr>
              <a:xfrm>
                <a:off x="16465856" y="1498248"/>
                <a:ext cx="50120" cy="37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58">
                    <a:moveTo>
                      <a:pt x="0" y="2446"/>
                    </a:moveTo>
                    <a:lnTo>
                      <a:pt x="2875" y="3958"/>
                    </a:lnTo>
                    <a:lnTo>
                      <a:pt x="5262" y="1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01" name="Surface mesh patch"/>
              <p:cNvSpPr/>
              <p:nvPr/>
            </p:nvSpPr>
            <p:spPr>
              <a:xfrm>
                <a:off x="16515976" y="1486807"/>
                <a:ext cx="50120" cy="364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2">
                    <a:moveTo>
                      <a:pt x="0" y="2764"/>
                    </a:moveTo>
                    <a:lnTo>
                      <a:pt x="2875" y="3822"/>
                    </a:lnTo>
                    <a:lnTo>
                      <a:pt x="5262" y="1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dfd"/>
              </a:solidFill>
              <a:ln w="3334" cap="flat" cmpd="sng" algn="ctr">
                <a:solidFill>
                  <a:srgbClr val="a1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02" name="Surface mesh patch"/>
              <p:cNvSpPr/>
              <p:nvPr/>
            </p:nvSpPr>
            <p:spPr>
              <a:xfrm>
                <a:off x="16566095" y="1468052"/>
                <a:ext cx="50120" cy="36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9">
                    <a:moveTo>
                      <a:pt x="0" y="3086"/>
                    </a:moveTo>
                    <a:lnTo>
                      <a:pt x="2875" y="3789"/>
                    </a:lnTo>
                    <a:lnTo>
                      <a:pt x="5262" y="7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03" name="Surface mesh patch"/>
              <p:cNvSpPr/>
              <p:nvPr/>
            </p:nvSpPr>
            <p:spPr>
              <a:xfrm>
                <a:off x="16616215" y="1442814"/>
                <a:ext cx="50120" cy="376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48">
                    <a:moveTo>
                      <a:pt x="0" y="3429"/>
                    </a:moveTo>
                    <a:lnTo>
                      <a:pt x="2875" y="3948"/>
                    </a:lnTo>
                    <a:lnTo>
                      <a:pt x="5262" y="6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04" name="Surface mesh patch"/>
              <p:cNvSpPr/>
              <p:nvPr/>
            </p:nvSpPr>
            <p:spPr>
              <a:xfrm>
                <a:off x="16666335" y="1412470"/>
                <a:ext cx="50120" cy="413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8">
                    <a:moveTo>
                      <a:pt x="0" y="3807"/>
                    </a:moveTo>
                    <a:lnTo>
                      <a:pt x="2875" y="4338"/>
                    </a:lnTo>
                    <a:lnTo>
                      <a:pt x="5262" y="6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05" name="Surface mesh patch"/>
              <p:cNvSpPr/>
              <p:nvPr/>
            </p:nvSpPr>
            <p:spPr>
              <a:xfrm>
                <a:off x="16716454" y="1378813"/>
                <a:ext cx="50120" cy="469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9">
                    <a:moveTo>
                      <a:pt x="0" y="4208"/>
                    </a:moveTo>
                    <a:lnTo>
                      <a:pt x="2875" y="4929"/>
                    </a:lnTo>
                    <a:lnTo>
                      <a:pt x="5262" y="9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06" name="Surface mesh patch"/>
              <p:cNvSpPr/>
              <p:nvPr/>
            </p:nvSpPr>
            <p:spPr>
              <a:xfrm>
                <a:off x="16766574" y="1344084"/>
                <a:ext cx="50120" cy="534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6">
                    <a:moveTo>
                      <a:pt x="0" y="4579"/>
                    </a:moveTo>
                    <a:lnTo>
                      <a:pt x="2875" y="5616"/>
                    </a:lnTo>
                    <a:lnTo>
                      <a:pt x="5262" y="13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07" name="Surface mesh patch"/>
              <p:cNvSpPr/>
              <p:nvPr/>
            </p:nvSpPr>
            <p:spPr>
              <a:xfrm>
                <a:off x="16816694" y="1310896"/>
                <a:ext cx="50120" cy="59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6">
                    <a:moveTo>
                      <a:pt x="0" y="4833"/>
                    </a:moveTo>
                    <a:lnTo>
                      <a:pt x="2875" y="6226"/>
                    </a:lnTo>
                    <a:lnTo>
                      <a:pt x="5262" y="18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4"/>
              </a:solidFill>
              <a:ln w="3334" cap="flat" cmpd="sng" algn="ctr">
                <a:solidFill>
                  <a:srgbClr val="cf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08" name="Surface mesh patch"/>
              <p:cNvSpPr/>
              <p:nvPr/>
            </p:nvSpPr>
            <p:spPr>
              <a:xfrm>
                <a:off x="16866813" y="1281717"/>
                <a:ext cx="50120" cy="622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4">
                    <a:moveTo>
                      <a:pt x="0" y="4885"/>
                    </a:moveTo>
                    <a:lnTo>
                      <a:pt x="2875" y="6534"/>
                    </a:lnTo>
                    <a:lnTo>
                      <a:pt x="5262" y="21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09" name="Surface mesh patch"/>
              <p:cNvSpPr/>
              <p:nvPr/>
            </p:nvSpPr>
            <p:spPr>
              <a:xfrm>
                <a:off x="16916933" y="1257857"/>
                <a:ext cx="50120" cy="59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1">
                    <a:moveTo>
                      <a:pt x="0" y="4687"/>
                    </a:moveTo>
                    <a:lnTo>
                      <a:pt x="2875" y="6281"/>
                    </a:lnTo>
                    <a:lnTo>
                      <a:pt x="5262" y="21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ee1ec"/>
              </a:solidFill>
              <a:ln w="3334" cap="flat" cmpd="sng" algn="ctr">
                <a:solidFill>
                  <a:srgbClr val="dee1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10" name="Surface mesh patch"/>
              <p:cNvSpPr/>
              <p:nvPr/>
            </p:nvSpPr>
            <p:spPr>
              <a:xfrm>
                <a:off x="16967053" y="1238328"/>
                <a:ext cx="50120" cy="495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04">
                    <a:moveTo>
                      <a:pt x="0" y="4240"/>
                    </a:moveTo>
                    <a:lnTo>
                      <a:pt x="2875" y="5204"/>
                    </a:lnTo>
                    <a:lnTo>
                      <a:pt x="5262" y="15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3dfe2"/>
              </a:solidFill>
              <a:ln w="3334" cap="flat" cmpd="sng" algn="ctr">
                <a:solidFill>
                  <a:srgbClr val="e3df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11" name="Surface mesh patch"/>
              <p:cNvSpPr/>
              <p:nvPr/>
            </p:nvSpPr>
            <p:spPr>
              <a:xfrm>
                <a:off x="17017172" y="1219320"/>
                <a:ext cx="50120" cy="340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2">
                    <a:moveTo>
                      <a:pt x="0" y="3572"/>
                    </a:moveTo>
                    <a:lnTo>
                      <a:pt x="2875" y="3094"/>
                    </a:lnTo>
                    <a:lnTo>
                      <a:pt x="5262" y="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bd7"/>
              </a:solidFill>
              <a:ln w="3334" cap="flat" cmpd="sng" algn="ctr">
                <a:solidFill>
                  <a:srgbClr val="e8dbd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12" name="Surface mesh patch"/>
              <p:cNvSpPr/>
              <p:nvPr/>
            </p:nvSpPr>
            <p:spPr>
              <a:xfrm>
                <a:off x="17067292" y="1175428"/>
                <a:ext cx="50120" cy="45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53">
                    <a:moveTo>
                      <a:pt x="0" y="4753"/>
                    </a:moveTo>
                    <a:lnTo>
                      <a:pt x="2875" y="1984"/>
                    </a:lnTo>
                    <a:lnTo>
                      <a:pt x="5262" y="0"/>
                    </a:lnTo>
                    <a:lnTo>
                      <a:pt x="2387" y="2069"/>
                    </a:lnTo>
                    <a:close/>
                  </a:path>
                </a:pathLst>
              </a:custGeom>
              <a:solidFill>
                <a:srgbClr val="f0d7c8"/>
              </a:solidFill>
              <a:ln w="3334" cap="flat" cmpd="sng" algn="ctr">
                <a:solidFill>
                  <a:srgbClr val="f0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13" name="Surface mesh patch"/>
              <p:cNvSpPr/>
              <p:nvPr/>
            </p:nvSpPr>
            <p:spPr>
              <a:xfrm>
                <a:off x="17117411" y="1116661"/>
                <a:ext cx="50120" cy="587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70">
                    <a:moveTo>
                      <a:pt x="0" y="6170"/>
                    </a:moveTo>
                    <a:lnTo>
                      <a:pt x="2875" y="610"/>
                    </a:lnTo>
                    <a:lnTo>
                      <a:pt x="5262" y="0"/>
                    </a:lnTo>
                    <a:lnTo>
                      <a:pt x="2387" y="4652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14" name="Surface mesh patch"/>
              <p:cNvSpPr/>
              <p:nvPr/>
            </p:nvSpPr>
            <p:spPr>
              <a:xfrm>
                <a:off x="17167531" y="1039882"/>
                <a:ext cx="50120" cy="76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73">
                    <a:moveTo>
                      <a:pt x="0" y="8061"/>
                    </a:moveTo>
                    <a:lnTo>
                      <a:pt x="2875" y="0"/>
                    </a:lnTo>
                    <a:lnTo>
                      <a:pt x="5262" y="1248"/>
                    </a:lnTo>
                    <a:lnTo>
                      <a:pt x="2387" y="8073"/>
                    </a:lnTo>
                    <a:close/>
                  </a:path>
                </a:pathLst>
              </a:custGeom>
              <a:solidFill>
                <a:srgbClr val="fbc2a5"/>
              </a:solidFill>
              <a:ln w="3334" cap="flat" cmpd="sng" algn="ctr">
                <a:solidFill>
                  <a:srgbClr val="fbc2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15" name="Surface mesh patch"/>
              <p:cNvSpPr/>
              <p:nvPr/>
            </p:nvSpPr>
            <p:spPr>
              <a:xfrm>
                <a:off x="17217651" y="963503"/>
                <a:ext cx="50120" cy="1064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79">
                    <a:moveTo>
                      <a:pt x="0" y="9266"/>
                    </a:moveTo>
                    <a:lnTo>
                      <a:pt x="2875" y="0"/>
                    </a:lnTo>
                    <a:lnTo>
                      <a:pt x="5262" y="3465"/>
                    </a:lnTo>
                    <a:lnTo>
                      <a:pt x="2387" y="11179"/>
                    </a:lnTo>
                    <a:close/>
                  </a:path>
                </a:pathLst>
              </a:custGeom>
              <a:solidFill>
                <a:srgbClr val="fbb397"/>
              </a:solidFill>
              <a:ln w="3334" cap="flat" cmpd="sng" algn="ctr">
                <a:solidFill>
                  <a:srgbClr val="fbb3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16" name="Surface mesh patch"/>
              <p:cNvSpPr/>
              <p:nvPr/>
            </p:nvSpPr>
            <p:spPr>
              <a:xfrm>
                <a:off x="17267770" y="915879"/>
                <a:ext cx="50120" cy="118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59">
                    <a:moveTo>
                      <a:pt x="0" y="8465"/>
                    </a:moveTo>
                    <a:lnTo>
                      <a:pt x="2875" y="0"/>
                    </a:lnTo>
                    <a:lnTo>
                      <a:pt x="5262" y="5647"/>
                    </a:lnTo>
                    <a:lnTo>
                      <a:pt x="2387" y="12459"/>
                    </a:lnTo>
                    <a:close/>
                  </a:path>
                </a:pathLst>
              </a:custGeom>
              <a:solidFill>
                <a:srgbClr val="faa98e"/>
              </a:solidFill>
              <a:ln w="3334" cap="flat" cmpd="sng" algn="ctr">
                <a:solidFill>
                  <a:srgbClr val="faa9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17" name="Surface mesh patch"/>
              <p:cNvSpPr/>
              <p:nvPr/>
            </p:nvSpPr>
            <p:spPr>
              <a:xfrm>
                <a:off x="17317890" y="915138"/>
                <a:ext cx="50120" cy="110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60">
                    <a:moveTo>
                      <a:pt x="0" y="5724"/>
                    </a:moveTo>
                    <a:lnTo>
                      <a:pt x="2875" y="0"/>
                    </a:lnTo>
                    <a:lnTo>
                      <a:pt x="5262" y="7221"/>
                    </a:lnTo>
                    <a:lnTo>
                      <a:pt x="2387" y="11560"/>
                    </a:lnTo>
                    <a:close/>
                  </a:path>
                </a:pathLst>
              </a:custGeom>
              <a:solidFill>
                <a:srgbClr val="faa88d"/>
              </a:solidFill>
              <a:ln w="3334" cap="flat" cmpd="sng" algn="ctr">
                <a:solidFill>
                  <a:srgbClr val="faa8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18" name="Surface mesh patch"/>
              <p:cNvSpPr/>
              <p:nvPr/>
            </p:nvSpPr>
            <p:spPr>
              <a:xfrm>
                <a:off x="17368010" y="965182"/>
                <a:ext cx="50120" cy="84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06">
                    <a:moveTo>
                      <a:pt x="0" y="1967"/>
                    </a:moveTo>
                    <a:lnTo>
                      <a:pt x="2875" y="0"/>
                    </a:lnTo>
                    <a:lnTo>
                      <a:pt x="5262" y="7709"/>
                    </a:lnTo>
                    <a:lnTo>
                      <a:pt x="2387" y="8906"/>
                    </a:lnTo>
                    <a:close/>
                  </a:path>
                </a:pathLst>
              </a:custGeom>
              <a:solidFill>
                <a:srgbClr val="fab196"/>
              </a:solidFill>
              <a:ln w="3334" cap="flat" cmpd="sng" algn="ctr">
                <a:solidFill>
                  <a:srgbClr val="fab1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19" name="Surface mesh patch"/>
              <p:cNvSpPr/>
              <p:nvPr/>
            </p:nvSpPr>
            <p:spPr>
              <a:xfrm>
                <a:off x="17418129" y="1038609"/>
                <a:ext cx="50120" cy="80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69">
                    <a:moveTo>
                      <a:pt x="0" y="0"/>
                    </a:moveTo>
                    <a:lnTo>
                      <a:pt x="2875" y="1488"/>
                    </a:lnTo>
                    <a:lnTo>
                      <a:pt x="5262" y="8469"/>
                    </a:lnTo>
                    <a:lnTo>
                      <a:pt x="2387" y="6967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20" name="Surface mesh patch"/>
              <p:cNvSpPr/>
              <p:nvPr/>
            </p:nvSpPr>
            <p:spPr>
              <a:xfrm>
                <a:off x="17468249" y="1119277"/>
                <a:ext cx="50120" cy="852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49">
                    <a:moveTo>
                      <a:pt x="0" y="0"/>
                    </a:moveTo>
                    <a:lnTo>
                      <a:pt x="2875" y="3620"/>
                    </a:lnTo>
                    <a:lnTo>
                      <a:pt x="5262" y="8949"/>
                    </a:lnTo>
                    <a:lnTo>
                      <a:pt x="2387" y="5941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21" name="Surface mesh patch"/>
              <p:cNvSpPr/>
              <p:nvPr/>
            </p:nvSpPr>
            <p:spPr>
              <a:xfrm>
                <a:off x="17518369" y="1204519"/>
                <a:ext cx="50120" cy="709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46">
                    <a:moveTo>
                      <a:pt x="0" y="0"/>
                    </a:moveTo>
                    <a:lnTo>
                      <a:pt x="2875" y="4151"/>
                    </a:lnTo>
                    <a:lnTo>
                      <a:pt x="5262" y="7446"/>
                    </a:lnTo>
                    <a:lnTo>
                      <a:pt x="2387" y="422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22" name="Surface mesh patch"/>
              <p:cNvSpPr/>
              <p:nvPr/>
            </p:nvSpPr>
            <p:spPr>
              <a:xfrm>
                <a:off x="17568488" y="1275443"/>
                <a:ext cx="50120" cy="4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90">
                    <a:moveTo>
                      <a:pt x="0" y="0"/>
                    </a:moveTo>
                    <a:lnTo>
                      <a:pt x="2875" y="3486"/>
                    </a:lnTo>
                    <a:lnTo>
                      <a:pt x="5262" y="4890"/>
                    </a:lnTo>
                    <a:lnTo>
                      <a:pt x="2387" y="2337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23" name="Surface mesh patch"/>
              <p:cNvSpPr/>
              <p:nvPr/>
            </p:nvSpPr>
            <p:spPr>
              <a:xfrm>
                <a:off x="17618608" y="1322016"/>
                <a:ext cx="50120" cy="220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18">
                    <a:moveTo>
                      <a:pt x="0" y="0"/>
                    </a:moveTo>
                    <a:lnTo>
                      <a:pt x="2875" y="2318"/>
                    </a:lnTo>
                    <a:lnTo>
                      <a:pt x="5262" y="2291"/>
                    </a:lnTo>
                    <a:lnTo>
                      <a:pt x="2387" y="70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24" name="Surface mesh patch"/>
              <p:cNvSpPr/>
              <p:nvPr/>
            </p:nvSpPr>
            <p:spPr>
              <a:xfrm>
                <a:off x="17668728" y="1339401"/>
                <a:ext cx="50120" cy="161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">
                    <a:moveTo>
                      <a:pt x="0" y="466"/>
                    </a:moveTo>
                    <a:lnTo>
                      <a:pt x="2875" y="1700"/>
                    </a:lnTo>
                    <a:lnTo>
                      <a:pt x="5262" y="7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25" name="Surface mesh patch"/>
              <p:cNvSpPr/>
              <p:nvPr/>
            </p:nvSpPr>
            <p:spPr>
              <a:xfrm>
                <a:off x="16092287" y="1471542"/>
                <a:ext cx="50120" cy="267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10">
                    <a:moveTo>
                      <a:pt x="0" y="899"/>
                    </a:moveTo>
                    <a:lnTo>
                      <a:pt x="2875" y="2810"/>
                    </a:lnTo>
                    <a:lnTo>
                      <a:pt x="5262" y="19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26" name="Surface mesh patch"/>
              <p:cNvSpPr/>
              <p:nvPr/>
            </p:nvSpPr>
            <p:spPr>
              <a:xfrm>
                <a:off x="16142406" y="1480396"/>
                <a:ext cx="50120" cy="282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65">
                    <a:moveTo>
                      <a:pt x="0" y="999"/>
                    </a:moveTo>
                    <a:lnTo>
                      <a:pt x="2875" y="2965"/>
                    </a:lnTo>
                    <a:lnTo>
                      <a:pt x="5262" y="20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27" name="Surface mesh patch"/>
              <p:cNvSpPr/>
              <p:nvPr/>
            </p:nvSpPr>
            <p:spPr>
              <a:xfrm>
                <a:off x="16192526" y="1489418"/>
                <a:ext cx="50120" cy="303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6">
                    <a:moveTo>
                      <a:pt x="0" y="1085"/>
                    </a:moveTo>
                    <a:lnTo>
                      <a:pt x="2875" y="3186"/>
                    </a:lnTo>
                    <a:lnTo>
                      <a:pt x="5262" y="2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28" name="Surface mesh patch"/>
              <p:cNvSpPr/>
              <p:nvPr/>
            </p:nvSpPr>
            <p:spPr>
              <a:xfrm>
                <a:off x="16242646" y="1499211"/>
                <a:ext cx="50120" cy="326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4">
                    <a:moveTo>
                      <a:pt x="0" y="1181"/>
                    </a:moveTo>
                    <a:lnTo>
                      <a:pt x="2875" y="3424"/>
                    </a:lnTo>
                    <a:lnTo>
                      <a:pt x="5262" y="23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29" name="Surface mesh patch"/>
              <p:cNvSpPr/>
              <p:nvPr/>
            </p:nvSpPr>
            <p:spPr>
              <a:xfrm>
                <a:off x="16292765" y="1509262"/>
                <a:ext cx="50120" cy="34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11">
                    <a:moveTo>
                      <a:pt x="0" y="1317"/>
                    </a:moveTo>
                    <a:lnTo>
                      <a:pt x="2875" y="3611"/>
                    </a:lnTo>
                    <a:lnTo>
                      <a:pt x="5262" y="2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30" name="Surface mesh patch"/>
              <p:cNvSpPr/>
              <p:nvPr/>
            </p:nvSpPr>
            <p:spPr>
              <a:xfrm>
                <a:off x="16342885" y="1517881"/>
                <a:ext cx="50120" cy="35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1">
                    <a:moveTo>
                      <a:pt x="0" y="1515"/>
                    </a:moveTo>
                    <a:lnTo>
                      <a:pt x="2875" y="3691"/>
                    </a:lnTo>
                    <a:lnTo>
                      <a:pt x="5262" y="22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31" name="Surface mesh patch"/>
              <p:cNvSpPr/>
              <p:nvPr/>
            </p:nvSpPr>
            <p:spPr>
              <a:xfrm>
                <a:off x="16393005" y="1522705"/>
                <a:ext cx="50120" cy="34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48">
                    <a:moveTo>
                      <a:pt x="0" y="1776"/>
                    </a:moveTo>
                    <a:lnTo>
                      <a:pt x="2875" y="3648"/>
                    </a:lnTo>
                    <a:lnTo>
                      <a:pt x="5262" y="19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7fd"/>
              </a:solidFill>
              <a:ln w="3334" cap="flat" cmpd="sng" algn="ctr">
                <a:solidFill>
                  <a:srgbClr val="9b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32" name="Surface mesh patch"/>
              <p:cNvSpPr/>
              <p:nvPr/>
            </p:nvSpPr>
            <p:spPr>
              <a:xfrm>
                <a:off x="16443124" y="1521543"/>
                <a:ext cx="50120" cy="334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16">
                    <a:moveTo>
                      <a:pt x="0" y="2080"/>
                    </a:moveTo>
                    <a:lnTo>
                      <a:pt x="2875" y="3516"/>
                    </a:lnTo>
                    <a:lnTo>
                      <a:pt x="5262" y="15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33" name="Surface mesh patch"/>
              <p:cNvSpPr/>
              <p:nvPr/>
            </p:nvSpPr>
            <p:spPr>
              <a:xfrm>
                <a:off x="16493244" y="1513134"/>
                <a:ext cx="50120" cy="32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3">
                    <a:moveTo>
                      <a:pt x="0" y="2395"/>
                    </a:moveTo>
                    <a:lnTo>
                      <a:pt x="2875" y="3373"/>
                    </a:lnTo>
                    <a:lnTo>
                      <a:pt x="5262" y="10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34" name="Surface mesh patch"/>
              <p:cNvSpPr/>
              <p:nvPr/>
            </p:nvSpPr>
            <p:spPr>
              <a:xfrm>
                <a:off x="16543364" y="1497449"/>
                <a:ext cx="50120" cy="31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14">
                    <a:moveTo>
                      <a:pt x="0" y="2705"/>
                    </a:moveTo>
                    <a:lnTo>
                      <a:pt x="2875" y="3314"/>
                    </a:lnTo>
                    <a:lnTo>
                      <a:pt x="5262" y="7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35" name="Surface mesh patch"/>
              <p:cNvSpPr/>
              <p:nvPr/>
            </p:nvSpPr>
            <p:spPr>
              <a:xfrm>
                <a:off x="16593483" y="1475473"/>
                <a:ext cx="50120" cy="32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16">
                    <a:moveTo>
                      <a:pt x="0" y="3010"/>
                    </a:moveTo>
                    <a:lnTo>
                      <a:pt x="2875" y="3416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36" name="Surface mesh patch"/>
              <p:cNvSpPr/>
              <p:nvPr/>
            </p:nvSpPr>
            <p:spPr>
              <a:xfrm>
                <a:off x="16643603" y="1448729"/>
                <a:ext cx="50120" cy="35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7">
                    <a:moveTo>
                      <a:pt x="0" y="3327"/>
                    </a:moveTo>
                    <a:lnTo>
                      <a:pt x="2875" y="3717"/>
                    </a:lnTo>
                    <a:lnTo>
                      <a:pt x="5262" y="5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37" name="Surface mesh patch"/>
              <p:cNvSpPr/>
              <p:nvPr/>
            </p:nvSpPr>
            <p:spPr>
              <a:xfrm>
                <a:off x="16693722" y="1418893"/>
                <a:ext cx="50120" cy="399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6">
                    <a:moveTo>
                      <a:pt x="0" y="3664"/>
                    </a:moveTo>
                    <a:lnTo>
                      <a:pt x="2875" y="4196"/>
                    </a:lnTo>
                    <a:lnTo>
                      <a:pt x="5262" y="7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38" name="Surface mesh patch"/>
              <p:cNvSpPr/>
              <p:nvPr/>
            </p:nvSpPr>
            <p:spPr>
              <a:xfrm>
                <a:off x="16743842" y="1387695"/>
                <a:ext cx="50120" cy="45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74">
                    <a:moveTo>
                      <a:pt x="0" y="3996"/>
                    </a:moveTo>
                    <a:lnTo>
                      <a:pt x="2875" y="4774"/>
                    </a:lnTo>
                    <a:lnTo>
                      <a:pt x="5262" y="1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39" name="Surface mesh patch"/>
              <p:cNvSpPr/>
              <p:nvPr/>
            </p:nvSpPr>
            <p:spPr>
              <a:xfrm>
                <a:off x="16793962" y="1356926"/>
                <a:ext cx="50120" cy="506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13">
                    <a:moveTo>
                      <a:pt x="0" y="4267"/>
                    </a:moveTo>
                    <a:lnTo>
                      <a:pt x="2875" y="5313"/>
                    </a:lnTo>
                    <a:lnTo>
                      <a:pt x="5262" y="1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40" name="Surface mesh patch"/>
              <p:cNvSpPr/>
              <p:nvPr/>
            </p:nvSpPr>
            <p:spPr>
              <a:xfrm>
                <a:off x="16844081" y="1328245"/>
                <a:ext cx="50120" cy="53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20">
                    <a:moveTo>
                      <a:pt x="0" y="4404"/>
                    </a:moveTo>
                    <a:lnTo>
                      <a:pt x="2875" y="5620"/>
                    </a:lnTo>
                    <a:lnTo>
                      <a:pt x="5262" y="16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41" name="Surface mesh patch"/>
              <p:cNvSpPr/>
              <p:nvPr/>
            </p:nvSpPr>
            <p:spPr>
              <a:xfrm>
                <a:off x="16894201" y="1302500"/>
                <a:ext cx="50120" cy="519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9">
                    <a:moveTo>
                      <a:pt x="0" y="4352"/>
                    </a:moveTo>
                    <a:lnTo>
                      <a:pt x="2875" y="5459"/>
                    </a:lnTo>
                    <a:lnTo>
                      <a:pt x="5262" y="15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42" name="Surface mesh patch"/>
              <p:cNvSpPr/>
              <p:nvPr/>
            </p:nvSpPr>
            <p:spPr>
              <a:xfrm>
                <a:off x="16944321" y="1278718"/>
                <a:ext cx="50120" cy="434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58">
                    <a:moveTo>
                      <a:pt x="0" y="4091"/>
                    </a:moveTo>
                    <a:lnTo>
                      <a:pt x="2875" y="4558"/>
                    </a:lnTo>
                    <a:lnTo>
                      <a:pt x="5262" y="9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43" name="Surface mesh patch"/>
              <p:cNvSpPr/>
              <p:nvPr/>
            </p:nvSpPr>
            <p:spPr>
              <a:xfrm>
                <a:off x="16994440" y="1248792"/>
                <a:ext cx="50120" cy="391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6">
                    <a:moveTo>
                      <a:pt x="0" y="4106"/>
                    </a:moveTo>
                    <a:lnTo>
                      <a:pt x="2875" y="3141"/>
                    </a:lnTo>
                    <a:lnTo>
                      <a:pt x="5262" y="0"/>
                    </a:lnTo>
                    <a:lnTo>
                      <a:pt x="2387" y="478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44" name="Surface mesh patch"/>
              <p:cNvSpPr/>
              <p:nvPr/>
            </p:nvSpPr>
            <p:spPr>
              <a:xfrm>
                <a:off x="17044560" y="1194329"/>
                <a:ext cx="50120" cy="544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18">
                    <a:moveTo>
                      <a:pt x="0" y="5718"/>
                    </a:moveTo>
                    <a:lnTo>
                      <a:pt x="2875" y="2425"/>
                    </a:lnTo>
                    <a:lnTo>
                      <a:pt x="5262" y="0"/>
                    </a:lnTo>
                    <a:lnTo>
                      <a:pt x="2387" y="2768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45" name="Surface mesh patch"/>
              <p:cNvSpPr/>
              <p:nvPr/>
            </p:nvSpPr>
            <p:spPr>
              <a:xfrm>
                <a:off x="17094680" y="1122469"/>
                <a:ext cx="50120" cy="718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44">
                    <a:moveTo>
                      <a:pt x="0" y="7544"/>
                    </a:moveTo>
                    <a:lnTo>
                      <a:pt x="2875" y="1295"/>
                    </a:lnTo>
                    <a:lnTo>
                      <a:pt x="5262" y="0"/>
                    </a:lnTo>
                    <a:lnTo>
                      <a:pt x="2387" y="5560"/>
                    </a:lnTo>
                    <a:close/>
                  </a:path>
                </a:pathLst>
              </a:custGeom>
              <a:solidFill>
                <a:srgbClr val="fbd1b4"/>
              </a:solidFill>
              <a:ln w="3334" cap="flat" cmpd="sng" algn="ctr">
                <a:solidFill>
                  <a:srgbClr val="fbd1b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46" name="Surface mesh patch"/>
              <p:cNvSpPr/>
              <p:nvPr/>
            </p:nvSpPr>
            <p:spPr>
              <a:xfrm>
                <a:off x="17144799" y="1036155"/>
                <a:ext cx="50120" cy="86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2">
                    <a:moveTo>
                      <a:pt x="0" y="9062"/>
                    </a:moveTo>
                    <a:lnTo>
                      <a:pt x="2875" y="0"/>
                    </a:lnTo>
                    <a:lnTo>
                      <a:pt x="5262" y="391"/>
                    </a:lnTo>
                    <a:lnTo>
                      <a:pt x="2387" y="8452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47" name="Surface mesh patch"/>
              <p:cNvSpPr/>
              <p:nvPr/>
            </p:nvSpPr>
            <p:spPr>
              <a:xfrm>
                <a:off x="17194919" y="938677"/>
                <a:ext cx="50120" cy="1130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73">
                    <a:moveTo>
                      <a:pt x="0" y="10625"/>
                    </a:moveTo>
                    <a:lnTo>
                      <a:pt x="2875" y="0"/>
                    </a:lnTo>
                    <a:lnTo>
                      <a:pt x="5262" y="2606"/>
                    </a:lnTo>
                    <a:lnTo>
                      <a:pt x="2387" y="11873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48" name="Surface mesh patch"/>
              <p:cNvSpPr/>
              <p:nvPr/>
            </p:nvSpPr>
            <p:spPr>
              <a:xfrm>
                <a:off x="17245039" y="868059"/>
                <a:ext cx="50120" cy="128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86">
                    <a:moveTo>
                      <a:pt x="0" y="10020"/>
                    </a:moveTo>
                    <a:lnTo>
                      <a:pt x="2875" y="0"/>
                    </a:lnTo>
                    <a:lnTo>
                      <a:pt x="5262" y="5020"/>
                    </a:lnTo>
                    <a:lnTo>
                      <a:pt x="2387" y="13486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49" name="Surface mesh patch"/>
              <p:cNvSpPr/>
              <p:nvPr/>
            </p:nvSpPr>
            <p:spPr>
              <a:xfrm>
                <a:off x="17295158" y="848091"/>
                <a:ext cx="50120" cy="121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4">
                    <a:moveTo>
                      <a:pt x="0" y="7117"/>
                    </a:moveTo>
                    <a:lnTo>
                      <a:pt x="2875" y="0"/>
                    </a:lnTo>
                    <a:lnTo>
                      <a:pt x="5262" y="7039"/>
                    </a:lnTo>
                    <a:lnTo>
                      <a:pt x="2387" y="12764"/>
                    </a:lnTo>
                    <a:close/>
                  </a:path>
                </a:pathLst>
              </a:custGeom>
              <a:solidFill>
                <a:srgbClr val="fa967b"/>
              </a:solidFill>
              <a:ln w="3334" cap="flat" cmpd="sng" algn="ctr">
                <a:solidFill>
                  <a:srgbClr val="fa967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50" name="Surface mesh patch"/>
              <p:cNvSpPr/>
              <p:nvPr/>
            </p:nvSpPr>
            <p:spPr>
              <a:xfrm>
                <a:off x="17345278" y="888481"/>
                <a:ext cx="50120" cy="95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20">
                    <a:moveTo>
                      <a:pt x="0" y="2799"/>
                    </a:moveTo>
                    <a:lnTo>
                      <a:pt x="2875" y="0"/>
                    </a:lnTo>
                    <a:lnTo>
                      <a:pt x="5262" y="8053"/>
                    </a:lnTo>
                    <a:lnTo>
                      <a:pt x="2387" y="10020"/>
                    </a:lnTo>
                    <a:close/>
                  </a:path>
                </a:pathLst>
              </a:custGeom>
              <a:solidFill>
                <a:srgbClr val="fa9d82"/>
              </a:solidFill>
              <a:ln w="3334" cap="flat" cmpd="sng" algn="ctr">
                <a:solidFill>
                  <a:srgbClr val="fa9d8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51" name="Surface mesh patch"/>
              <p:cNvSpPr/>
              <p:nvPr/>
            </p:nvSpPr>
            <p:spPr>
              <a:xfrm>
                <a:off x="17395397" y="965182"/>
                <a:ext cx="50120" cy="87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97">
                    <a:moveTo>
                      <a:pt x="0" y="0"/>
                    </a:moveTo>
                    <a:lnTo>
                      <a:pt x="2875" y="1440"/>
                    </a:lnTo>
                    <a:lnTo>
                      <a:pt x="5262" y="9197"/>
                    </a:lnTo>
                    <a:lnTo>
                      <a:pt x="2387" y="7709"/>
                    </a:lnTo>
                    <a:close/>
                  </a:path>
                </a:pathLst>
              </a:custGeom>
              <a:solidFill>
                <a:srgbClr val="faaf93"/>
              </a:solidFill>
              <a:ln w="3334" cap="flat" cmpd="sng" algn="ctr">
                <a:solidFill>
                  <a:srgbClr val="faaf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52" name="Surface mesh patch"/>
              <p:cNvSpPr/>
              <p:nvPr/>
            </p:nvSpPr>
            <p:spPr>
              <a:xfrm>
                <a:off x="17445517" y="1052779"/>
                <a:ext cx="50120" cy="10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01">
                    <a:moveTo>
                      <a:pt x="0" y="0"/>
                    </a:moveTo>
                    <a:lnTo>
                      <a:pt x="2875" y="4288"/>
                    </a:lnTo>
                    <a:lnTo>
                      <a:pt x="5262" y="10601"/>
                    </a:lnTo>
                    <a:lnTo>
                      <a:pt x="2387" y="6981"/>
                    </a:lnTo>
                    <a:close/>
                  </a:path>
                </a:pathLst>
              </a:custGeom>
              <a:solidFill>
                <a:srgbClr val="fbc7aa"/>
              </a:solidFill>
              <a:ln w="3334" cap="flat" cmpd="sng" algn="ctr">
                <a:solidFill>
                  <a:srgbClr val="fbc7a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53" name="Surface mesh patch"/>
              <p:cNvSpPr/>
              <p:nvPr/>
            </p:nvSpPr>
            <p:spPr>
              <a:xfrm>
                <a:off x="17495637" y="1153757"/>
                <a:ext cx="50120" cy="902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0">
                    <a:moveTo>
                      <a:pt x="0" y="0"/>
                    </a:moveTo>
                    <a:lnTo>
                      <a:pt x="2875" y="5231"/>
                    </a:lnTo>
                    <a:lnTo>
                      <a:pt x="5262" y="9480"/>
                    </a:lnTo>
                    <a:lnTo>
                      <a:pt x="2387" y="5329"/>
                    </a:lnTo>
                    <a:close/>
                  </a:path>
                </a:pathLst>
              </a:custGeom>
              <a:solidFill>
                <a:srgbClr val="efd8cb"/>
              </a:solidFill>
              <a:ln w="3334" cap="flat" cmpd="sng" algn="ctr">
                <a:solidFill>
                  <a:srgbClr val="efd8c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54" name="Surface mesh patch"/>
              <p:cNvSpPr/>
              <p:nvPr/>
            </p:nvSpPr>
            <p:spPr>
              <a:xfrm>
                <a:off x="17545756" y="1244056"/>
                <a:ext cx="50120" cy="64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1">
                    <a:moveTo>
                      <a:pt x="0" y="0"/>
                    </a:moveTo>
                    <a:lnTo>
                      <a:pt x="2875" y="4618"/>
                    </a:lnTo>
                    <a:lnTo>
                      <a:pt x="5262" y="6781"/>
                    </a:lnTo>
                    <a:lnTo>
                      <a:pt x="2387" y="3295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55" name="Surface mesh patch"/>
              <p:cNvSpPr/>
              <p:nvPr/>
            </p:nvSpPr>
            <p:spPr>
              <a:xfrm>
                <a:off x="17595876" y="1308643"/>
                <a:ext cx="50120" cy="354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22">
                    <a:moveTo>
                      <a:pt x="0" y="0"/>
                    </a:moveTo>
                    <a:lnTo>
                      <a:pt x="2875" y="3241"/>
                    </a:lnTo>
                    <a:lnTo>
                      <a:pt x="5262" y="3722"/>
                    </a:lnTo>
                    <a:lnTo>
                      <a:pt x="2387" y="1404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56" name="Surface mesh patch"/>
              <p:cNvSpPr/>
              <p:nvPr/>
            </p:nvSpPr>
            <p:spPr>
              <a:xfrm>
                <a:off x="17645996" y="1343838"/>
                <a:ext cx="50120" cy="17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0">
                    <a:moveTo>
                      <a:pt x="0" y="27"/>
                    </a:moveTo>
                    <a:lnTo>
                      <a:pt x="2875" y="1870"/>
                    </a:lnTo>
                    <a:lnTo>
                      <a:pt x="5262" y="12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57" name="Surface mesh patch"/>
              <p:cNvSpPr/>
              <p:nvPr/>
            </p:nvSpPr>
            <p:spPr>
              <a:xfrm>
                <a:off x="17696115" y="1346847"/>
                <a:ext cx="50120" cy="168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1">
                    <a:moveTo>
                      <a:pt x="0" y="918"/>
                    </a:moveTo>
                    <a:lnTo>
                      <a:pt x="2875" y="1771"/>
                    </a:lnTo>
                    <a:lnTo>
                      <a:pt x="5262" y="5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58" name="Surface mesh patch"/>
              <p:cNvSpPr/>
              <p:nvPr/>
            </p:nvSpPr>
            <p:spPr>
              <a:xfrm>
                <a:off x="16069555" y="1480101"/>
                <a:ext cx="50120" cy="25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1">
                    <a:moveTo>
                      <a:pt x="0" y="807"/>
                    </a:moveTo>
                    <a:lnTo>
                      <a:pt x="2875" y="2701"/>
                    </a:lnTo>
                    <a:lnTo>
                      <a:pt x="5262" y="19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59" name="Surface mesh patch"/>
              <p:cNvSpPr/>
              <p:nvPr/>
            </p:nvSpPr>
            <p:spPr>
              <a:xfrm>
                <a:off x="16119675" y="1489908"/>
                <a:ext cx="50120" cy="264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6">
                    <a:moveTo>
                      <a:pt x="0" y="882"/>
                    </a:moveTo>
                    <a:lnTo>
                      <a:pt x="2875" y="2776"/>
                    </a:lnTo>
                    <a:lnTo>
                      <a:pt x="5262" y="19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60" name="Surface mesh patch"/>
              <p:cNvSpPr/>
              <p:nvPr/>
            </p:nvSpPr>
            <p:spPr>
              <a:xfrm>
                <a:off x="16169794" y="1499756"/>
                <a:ext cx="50120" cy="277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10">
                    <a:moveTo>
                      <a:pt x="0" y="932"/>
                    </a:moveTo>
                    <a:lnTo>
                      <a:pt x="2875" y="2910"/>
                    </a:lnTo>
                    <a:lnTo>
                      <a:pt x="5262" y="21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61" name="Surface mesh patch"/>
              <p:cNvSpPr/>
              <p:nvPr/>
            </p:nvSpPr>
            <p:spPr>
              <a:xfrm>
                <a:off x="16219914" y="1510461"/>
                <a:ext cx="50120" cy="292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66">
                    <a:moveTo>
                      <a:pt x="0" y="977"/>
                    </a:moveTo>
                    <a:lnTo>
                      <a:pt x="2875" y="3066"/>
                    </a:lnTo>
                    <a:lnTo>
                      <a:pt x="5262" y="22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62" name="Surface mesh patch"/>
              <p:cNvSpPr/>
              <p:nvPr/>
            </p:nvSpPr>
            <p:spPr>
              <a:xfrm>
                <a:off x="16270033" y="1521805"/>
                <a:ext cx="50120" cy="30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8">
                    <a:moveTo>
                      <a:pt x="0" y="1052"/>
                    </a:moveTo>
                    <a:lnTo>
                      <a:pt x="2875" y="3188"/>
                    </a:lnTo>
                    <a:lnTo>
                      <a:pt x="5262" y="22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63" name="Surface mesh patch"/>
              <p:cNvSpPr/>
              <p:nvPr/>
            </p:nvSpPr>
            <p:spPr>
              <a:xfrm>
                <a:off x="16320153" y="1532311"/>
                <a:ext cx="50120" cy="30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27">
                    <a:moveTo>
                      <a:pt x="0" y="1192"/>
                    </a:moveTo>
                    <a:lnTo>
                      <a:pt x="2875" y="3227"/>
                    </a:lnTo>
                    <a:lnTo>
                      <a:pt x="5262" y="21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64" name="Surface mesh patch"/>
              <p:cNvSpPr/>
              <p:nvPr/>
            </p:nvSpPr>
            <p:spPr>
              <a:xfrm>
                <a:off x="16370273" y="1539624"/>
                <a:ext cx="50120" cy="30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66">
                    <a:moveTo>
                      <a:pt x="0" y="1409"/>
                    </a:moveTo>
                    <a:lnTo>
                      <a:pt x="2875" y="3166"/>
                    </a:lnTo>
                    <a:lnTo>
                      <a:pt x="5262" y="18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65" name="Surface mesh patch"/>
              <p:cNvSpPr/>
              <p:nvPr/>
            </p:nvSpPr>
            <p:spPr>
              <a:xfrm>
                <a:off x="16420392" y="1541351"/>
                <a:ext cx="50120" cy="288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32">
                    <a:moveTo>
                      <a:pt x="0" y="1690"/>
                    </a:moveTo>
                    <a:lnTo>
                      <a:pt x="2875" y="3032"/>
                    </a:lnTo>
                    <a:lnTo>
                      <a:pt x="5262" y="1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66" name="Surface mesh patch"/>
              <p:cNvSpPr/>
              <p:nvPr/>
            </p:nvSpPr>
            <p:spPr>
              <a:xfrm>
                <a:off x="16470512" y="1535949"/>
                <a:ext cx="50120" cy="27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4">
                    <a:moveTo>
                      <a:pt x="0" y="2004"/>
                    </a:moveTo>
                    <a:lnTo>
                      <a:pt x="2875" y="2894"/>
                    </a:lnTo>
                    <a:lnTo>
                      <a:pt x="5262" y="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67" name="Surface mesh patch"/>
              <p:cNvSpPr/>
              <p:nvPr/>
            </p:nvSpPr>
            <p:spPr>
              <a:xfrm>
                <a:off x="16520632" y="1523210"/>
                <a:ext cx="50120" cy="26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0">
                    <a:moveTo>
                      <a:pt x="0" y="2315"/>
                    </a:moveTo>
                    <a:lnTo>
                      <a:pt x="2875" y="2830"/>
                    </a:lnTo>
                    <a:lnTo>
                      <a:pt x="5262" y="6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68" name="Surface mesh patch"/>
              <p:cNvSpPr/>
              <p:nvPr/>
            </p:nvSpPr>
            <p:spPr>
              <a:xfrm>
                <a:off x="16570751" y="1504143"/>
                <a:ext cx="50120" cy="27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09">
                    <a:moveTo>
                      <a:pt x="0" y="2611"/>
                    </a:moveTo>
                    <a:lnTo>
                      <a:pt x="2875" y="2909"/>
                    </a:lnTo>
                    <a:lnTo>
                      <a:pt x="5262" y="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69" name="Surface mesh patch"/>
              <p:cNvSpPr/>
              <p:nvPr/>
            </p:nvSpPr>
            <p:spPr>
              <a:xfrm>
                <a:off x="16620871" y="1480422"/>
                <a:ext cx="50120" cy="300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8">
                    <a:moveTo>
                      <a:pt x="0" y="2896"/>
                    </a:moveTo>
                    <a:lnTo>
                      <a:pt x="2875" y="3158"/>
                    </a:lnTo>
                    <a:lnTo>
                      <a:pt x="5262" y="3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70" name="Surface mesh patch"/>
              <p:cNvSpPr/>
              <p:nvPr/>
            </p:nvSpPr>
            <p:spPr>
              <a:xfrm>
                <a:off x="16670991" y="1453793"/>
                <a:ext cx="50120" cy="339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0">
                    <a:moveTo>
                      <a:pt x="0" y="3185"/>
                    </a:moveTo>
                    <a:lnTo>
                      <a:pt x="2875" y="3560"/>
                    </a:lnTo>
                    <a:lnTo>
                      <a:pt x="5262" y="5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71" name="Surface mesh patch"/>
              <p:cNvSpPr/>
              <p:nvPr/>
            </p:nvSpPr>
            <p:spPr>
              <a:xfrm>
                <a:off x="16721110" y="1425760"/>
                <a:ext cx="50120" cy="385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50">
                    <a:moveTo>
                      <a:pt x="0" y="3475"/>
                    </a:moveTo>
                    <a:lnTo>
                      <a:pt x="2875" y="4050"/>
                    </a:lnTo>
                    <a:lnTo>
                      <a:pt x="5262" y="7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72" name="Surface mesh patch"/>
              <p:cNvSpPr/>
              <p:nvPr/>
            </p:nvSpPr>
            <p:spPr>
              <a:xfrm>
                <a:off x="16771230" y="1397572"/>
                <a:ext cx="50120" cy="430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17">
                    <a:moveTo>
                      <a:pt x="0" y="3737"/>
                    </a:moveTo>
                    <a:lnTo>
                      <a:pt x="2875" y="4517"/>
                    </a:lnTo>
                    <a:lnTo>
                      <a:pt x="5262" y="10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73" name="Surface mesh patch"/>
              <p:cNvSpPr/>
              <p:nvPr/>
            </p:nvSpPr>
            <p:spPr>
              <a:xfrm>
                <a:off x="16821350" y="1370197"/>
                <a:ext cx="50120" cy="45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4">
                    <a:moveTo>
                      <a:pt x="0" y="3920"/>
                    </a:moveTo>
                    <a:lnTo>
                      <a:pt x="2875" y="4804"/>
                    </a:lnTo>
                    <a:lnTo>
                      <a:pt x="5262" y="12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74" name="Surface mesh patch"/>
              <p:cNvSpPr/>
              <p:nvPr/>
            </p:nvSpPr>
            <p:spPr>
              <a:xfrm>
                <a:off x="16871469" y="1343954"/>
                <a:ext cx="50120" cy="448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5">
                    <a:moveTo>
                      <a:pt x="0" y="3971"/>
                    </a:moveTo>
                    <a:lnTo>
                      <a:pt x="2875" y="4705"/>
                    </a:lnTo>
                    <a:lnTo>
                      <a:pt x="5262" y="1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75" name="Surface mesh patch"/>
              <p:cNvSpPr/>
              <p:nvPr/>
            </p:nvSpPr>
            <p:spPr>
              <a:xfrm>
                <a:off x="16921589" y="1317688"/>
                <a:ext cx="50120" cy="37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0">
                    <a:moveTo>
                      <a:pt x="0" y="3864"/>
                    </a:moveTo>
                    <a:lnTo>
                      <a:pt x="2875" y="3960"/>
                    </a:lnTo>
                    <a:lnTo>
                      <a:pt x="5262" y="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76" name="Surface mesh patch"/>
              <p:cNvSpPr/>
              <p:nvPr/>
            </p:nvSpPr>
            <p:spPr>
              <a:xfrm>
                <a:off x="16971708" y="1278708"/>
                <a:ext cx="50120" cy="434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59">
                    <a:moveTo>
                      <a:pt x="0" y="4559"/>
                    </a:moveTo>
                    <a:lnTo>
                      <a:pt x="2875" y="3258"/>
                    </a:lnTo>
                    <a:lnTo>
                      <a:pt x="5262" y="0"/>
                    </a:lnTo>
                    <a:lnTo>
                      <a:pt x="2387" y="965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77" name="Surface mesh patch"/>
              <p:cNvSpPr/>
              <p:nvPr/>
            </p:nvSpPr>
            <p:spPr>
              <a:xfrm>
                <a:off x="17021828" y="1217427"/>
                <a:ext cx="50120" cy="61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4">
                    <a:moveTo>
                      <a:pt x="0" y="6434"/>
                    </a:moveTo>
                    <a:lnTo>
                      <a:pt x="2875" y="2815"/>
                    </a:lnTo>
                    <a:lnTo>
                      <a:pt x="5262" y="0"/>
                    </a:lnTo>
                    <a:lnTo>
                      <a:pt x="2387" y="3293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78" name="Surface mesh patch"/>
              <p:cNvSpPr/>
              <p:nvPr/>
            </p:nvSpPr>
            <p:spPr>
              <a:xfrm>
                <a:off x="17071948" y="1134804"/>
                <a:ext cx="50120" cy="826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4">
                    <a:moveTo>
                      <a:pt x="0" y="8674"/>
                    </a:moveTo>
                    <a:lnTo>
                      <a:pt x="2875" y="1997"/>
                    </a:lnTo>
                    <a:lnTo>
                      <a:pt x="5262" y="0"/>
                    </a:lnTo>
                    <a:lnTo>
                      <a:pt x="2387" y="6249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79" name="Surface mesh patch"/>
              <p:cNvSpPr/>
              <p:nvPr/>
            </p:nvSpPr>
            <p:spPr>
              <a:xfrm>
                <a:off x="17122067" y="1036155"/>
                <a:ext cx="50120" cy="98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57">
                    <a:moveTo>
                      <a:pt x="0" y="10357"/>
                    </a:moveTo>
                    <a:lnTo>
                      <a:pt x="2875" y="601"/>
                    </a:lnTo>
                    <a:lnTo>
                      <a:pt x="5262" y="0"/>
                    </a:lnTo>
                    <a:lnTo>
                      <a:pt x="2387" y="9062"/>
                    </a:lnTo>
                    <a:close/>
                  </a:path>
                </a:pathLst>
              </a:custGeom>
              <a:solidFill>
                <a:srgbClr val="fbbda1"/>
              </a:solidFill>
              <a:ln w="3334" cap="flat" cmpd="sng" algn="ctr">
                <a:solidFill>
                  <a:srgbClr val="fbbd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80" name="Surface mesh patch"/>
              <p:cNvSpPr/>
              <p:nvPr/>
            </p:nvSpPr>
            <p:spPr>
              <a:xfrm>
                <a:off x="17172187" y="924818"/>
                <a:ext cx="50120" cy="1150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80">
                    <a:moveTo>
                      <a:pt x="0" y="11689"/>
                    </a:moveTo>
                    <a:lnTo>
                      <a:pt x="2875" y="0"/>
                    </a:lnTo>
                    <a:lnTo>
                      <a:pt x="5262" y="1455"/>
                    </a:lnTo>
                    <a:lnTo>
                      <a:pt x="2387" y="12080"/>
                    </a:lnTo>
                    <a:close/>
                  </a:path>
                </a:pathLst>
              </a:custGeom>
              <a:solidFill>
                <a:srgbClr val="faa589"/>
              </a:solidFill>
              <a:ln w="3334" cap="flat" cmpd="sng" algn="ctr">
                <a:solidFill>
                  <a:srgbClr val="faa5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81" name="Surface mesh patch"/>
              <p:cNvSpPr/>
              <p:nvPr/>
            </p:nvSpPr>
            <p:spPr>
              <a:xfrm>
                <a:off x="17222307" y="830417"/>
                <a:ext cx="50120" cy="133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72">
                    <a:moveTo>
                      <a:pt x="0" y="11366"/>
                    </a:moveTo>
                    <a:lnTo>
                      <a:pt x="2875" y="0"/>
                    </a:lnTo>
                    <a:lnTo>
                      <a:pt x="5262" y="3952"/>
                    </a:lnTo>
                    <a:lnTo>
                      <a:pt x="2387" y="13972"/>
                    </a:lnTo>
                    <a:close/>
                  </a:path>
                </a:pathLst>
              </a:custGeom>
              <a:solidFill>
                <a:srgbClr val="f68d75"/>
              </a:solidFill>
              <a:ln w="3334" cap="flat" cmpd="sng" algn="ctr">
                <a:solidFill>
                  <a:srgbClr val="f68d7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82" name="Surface mesh patch"/>
              <p:cNvSpPr/>
              <p:nvPr/>
            </p:nvSpPr>
            <p:spPr>
              <a:xfrm>
                <a:off x="17272426" y="787817"/>
                <a:ext cx="50120" cy="128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45">
                    <a:moveTo>
                      <a:pt x="0" y="8424"/>
                    </a:moveTo>
                    <a:lnTo>
                      <a:pt x="2875" y="0"/>
                    </a:lnTo>
                    <a:lnTo>
                      <a:pt x="5262" y="6328"/>
                    </a:lnTo>
                    <a:lnTo>
                      <a:pt x="2387" y="13445"/>
                    </a:lnTo>
                    <a:close/>
                  </a:path>
                </a:pathLst>
              </a:custGeom>
              <a:solidFill>
                <a:srgbClr val="ed7968"/>
              </a:solidFill>
              <a:ln w="3334" cap="flat" cmpd="sng" algn="ctr">
                <a:solidFill>
                  <a:srgbClr val="ed796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83" name="Surface mesh patch"/>
              <p:cNvSpPr/>
              <p:nvPr/>
            </p:nvSpPr>
            <p:spPr>
              <a:xfrm>
                <a:off x="17322546" y="813399"/>
                <a:ext cx="50120" cy="1017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81">
                    <a:moveTo>
                      <a:pt x="0" y="3642"/>
                    </a:moveTo>
                    <a:lnTo>
                      <a:pt x="2875" y="0"/>
                    </a:lnTo>
                    <a:lnTo>
                      <a:pt x="5262" y="7883"/>
                    </a:lnTo>
                    <a:lnTo>
                      <a:pt x="2387" y="10681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84" name="Surface mesh patch"/>
              <p:cNvSpPr/>
              <p:nvPr/>
            </p:nvSpPr>
            <p:spPr>
              <a:xfrm>
                <a:off x="17372666" y="888481"/>
                <a:ext cx="50120" cy="904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3">
                    <a:moveTo>
                      <a:pt x="0" y="0"/>
                    </a:moveTo>
                    <a:lnTo>
                      <a:pt x="2875" y="1364"/>
                    </a:lnTo>
                    <a:lnTo>
                      <a:pt x="5262" y="9493"/>
                    </a:lnTo>
                    <a:lnTo>
                      <a:pt x="2387" y="8053"/>
                    </a:lnTo>
                    <a:close/>
                  </a:path>
                </a:pathLst>
              </a:custGeom>
              <a:solidFill>
                <a:srgbClr val="fa9a7f"/>
              </a:solidFill>
              <a:ln w="3334" cap="flat" cmpd="sng" algn="ctr">
                <a:solidFill>
                  <a:srgbClr val="fa9a7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85" name="Surface mesh patch"/>
              <p:cNvSpPr/>
              <p:nvPr/>
            </p:nvSpPr>
            <p:spPr>
              <a:xfrm>
                <a:off x="17422785" y="978899"/>
                <a:ext cx="50120" cy="114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44">
                    <a:moveTo>
                      <a:pt x="0" y="0"/>
                    </a:moveTo>
                    <a:lnTo>
                      <a:pt x="2875" y="4990"/>
                    </a:lnTo>
                    <a:lnTo>
                      <a:pt x="5262" y="12044"/>
                    </a:lnTo>
                    <a:lnTo>
                      <a:pt x="2387" y="7756"/>
                    </a:lnTo>
                    <a:close/>
                  </a:path>
                </a:pathLst>
              </a:custGeom>
              <a:solidFill>
                <a:srgbClr val="fbb498"/>
              </a:solidFill>
              <a:ln w="3334" cap="flat" cmpd="sng" algn="ctr">
                <a:solidFill>
                  <a:srgbClr val="fbb49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86" name="Surface mesh patch"/>
              <p:cNvSpPr/>
              <p:nvPr/>
            </p:nvSpPr>
            <p:spPr>
              <a:xfrm>
                <a:off x="17472905" y="1093617"/>
                <a:ext cx="50120" cy="109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45">
                    <a:moveTo>
                      <a:pt x="0" y="0"/>
                    </a:moveTo>
                    <a:lnTo>
                      <a:pt x="2875" y="6440"/>
                    </a:lnTo>
                    <a:lnTo>
                      <a:pt x="5262" y="11545"/>
                    </a:lnTo>
                    <a:lnTo>
                      <a:pt x="2387" y="6314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87" name="Surface mesh patch"/>
              <p:cNvSpPr/>
              <p:nvPr/>
            </p:nvSpPr>
            <p:spPr>
              <a:xfrm>
                <a:off x="17523025" y="1203585"/>
                <a:ext cx="50120" cy="84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67">
                    <a:moveTo>
                      <a:pt x="0" y="0"/>
                    </a:moveTo>
                    <a:lnTo>
                      <a:pt x="2875" y="5945"/>
                    </a:lnTo>
                    <a:lnTo>
                      <a:pt x="5262" y="8867"/>
                    </a:lnTo>
                    <a:lnTo>
                      <a:pt x="2387" y="4249"/>
                    </a:lnTo>
                    <a:close/>
                  </a:path>
                </a:pathLst>
              </a:custGeom>
              <a:solidFill>
                <a:srgbClr val="e7dcdb"/>
              </a:solidFill>
              <a:ln w="3334" cap="flat" cmpd="sng" algn="ctr">
                <a:solidFill>
                  <a:srgbClr val="e7dc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88" name="Surface mesh patch"/>
              <p:cNvSpPr/>
              <p:nvPr/>
            </p:nvSpPr>
            <p:spPr>
              <a:xfrm>
                <a:off x="17573144" y="1288042"/>
                <a:ext cx="50120" cy="51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3">
                    <a:moveTo>
                      <a:pt x="0" y="0"/>
                    </a:moveTo>
                    <a:lnTo>
                      <a:pt x="2875" y="4371"/>
                    </a:lnTo>
                    <a:lnTo>
                      <a:pt x="5262" y="5403"/>
                    </a:lnTo>
                    <a:lnTo>
                      <a:pt x="2387" y="2163"/>
                    </a:lnTo>
                    <a:close/>
                  </a:path>
                </a:pathLst>
              </a:custGeom>
              <a:solidFill>
                <a:srgbClr val="d6e1f2"/>
              </a:solidFill>
              <a:ln w="3334" cap="flat" cmpd="sng" algn="ctr">
                <a:solidFill>
                  <a:srgbClr val="d6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89" name="Surface mesh patch"/>
              <p:cNvSpPr/>
              <p:nvPr/>
            </p:nvSpPr>
            <p:spPr>
              <a:xfrm>
                <a:off x="17623264" y="1339509"/>
                <a:ext cx="50120" cy="250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28">
                    <a:moveTo>
                      <a:pt x="0" y="0"/>
                    </a:moveTo>
                    <a:lnTo>
                      <a:pt x="2875" y="2628"/>
                    </a:lnTo>
                    <a:lnTo>
                      <a:pt x="5262" y="2324"/>
                    </a:lnTo>
                    <a:lnTo>
                      <a:pt x="2387" y="481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90" name="Surface mesh patch"/>
              <p:cNvSpPr/>
              <p:nvPr/>
            </p:nvSpPr>
            <p:spPr>
              <a:xfrm>
                <a:off x="17673383" y="1355594"/>
                <a:ext cx="50120" cy="183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9">
                    <a:moveTo>
                      <a:pt x="0" y="636"/>
                    </a:moveTo>
                    <a:lnTo>
                      <a:pt x="2875" y="1929"/>
                    </a:lnTo>
                    <a:lnTo>
                      <a:pt x="5262" y="8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91" name="Surface mesh patch"/>
              <p:cNvSpPr/>
              <p:nvPr/>
            </p:nvSpPr>
            <p:spPr>
              <a:xfrm>
                <a:off x="17723503" y="1351981"/>
                <a:ext cx="50120" cy="169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">
                    <a:moveTo>
                      <a:pt x="0" y="1232"/>
                    </a:moveTo>
                    <a:lnTo>
                      <a:pt x="2875" y="1783"/>
                    </a:lnTo>
                    <a:lnTo>
                      <a:pt x="5262" y="3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92" name="Surface mesh patch"/>
              <p:cNvSpPr/>
              <p:nvPr/>
            </p:nvSpPr>
            <p:spPr>
              <a:xfrm>
                <a:off x="16046823" y="1487785"/>
                <a:ext cx="50120" cy="248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4">
                    <a:moveTo>
                      <a:pt x="0" y="733"/>
                    </a:moveTo>
                    <a:lnTo>
                      <a:pt x="2875" y="2614"/>
                    </a:lnTo>
                    <a:lnTo>
                      <a:pt x="5262" y="1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93" name="Surface mesh patch"/>
              <p:cNvSpPr/>
              <p:nvPr/>
            </p:nvSpPr>
            <p:spPr>
              <a:xfrm>
                <a:off x="16096943" y="1498307"/>
                <a:ext cx="50120" cy="249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5">
                    <a:moveTo>
                      <a:pt x="0" y="789"/>
                    </a:moveTo>
                    <a:lnTo>
                      <a:pt x="2875" y="2615"/>
                    </a:lnTo>
                    <a:lnTo>
                      <a:pt x="5262" y="1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94" name="Surface mesh patch"/>
              <p:cNvSpPr/>
              <p:nvPr/>
            </p:nvSpPr>
            <p:spPr>
              <a:xfrm>
                <a:off x="16147062" y="1508634"/>
                <a:ext cx="50120" cy="25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1">
                    <a:moveTo>
                      <a:pt x="0" y="810"/>
                    </a:moveTo>
                    <a:lnTo>
                      <a:pt x="2875" y="2661"/>
                    </a:lnTo>
                    <a:lnTo>
                      <a:pt x="5262" y="19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95" name="Surface mesh patch"/>
              <p:cNvSpPr/>
              <p:nvPr/>
            </p:nvSpPr>
            <p:spPr>
              <a:xfrm>
                <a:off x="16197182" y="1519769"/>
                <a:ext cx="50120" cy="259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29">
                    <a:moveTo>
                      <a:pt x="0" y="809"/>
                    </a:moveTo>
                    <a:lnTo>
                      <a:pt x="2875" y="2729"/>
                    </a:lnTo>
                    <a:lnTo>
                      <a:pt x="5262" y="20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96" name="Surface mesh patch"/>
              <p:cNvSpPr/>
              <p:nvPr/>
            </p:nvSpPr>
            <p:spPr>
              <a:xfrm>
                <a:off x="16247302" y="1531829"/>
                <a:ext cx="50120" cy="26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5">
                    <a:moveTo>
                      <a:pt x="0" y="823"/>
                    </a:moveTo>
                    <a:lnTo>
                      <a:pt x="2875" y="2775"/>
                    </a:lnTo>
                    <a:lnTo>
                      <a:pt x="5262" y="21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97" name="Surface mesh patch"/>
              <p:cNvSpPr/>
              <p:nvPr/>
            </p:nvSpPr>
            <p:spPr>
              <a:xfrm>
                <a:off x="16297421" y="1543661"/>
                <a:ext cx="50120" cy="262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59">
                    <a:moveTo>
                      <a:pt x="0" y="893"/>
                    </a:moveTo>
                    <a:lnTo>
                      <a:pt x="2875" y="2759"/>
                    </a:lnTo>
                    <a:lnTo>
                      <a:pt x="5262" y="20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98" name="Surface mesh patch"/>
              <p:cNvSpPr/>
              <p:nvPr/>
            </p:nvSpPr>
            <p:spPr>
              <a:xfrm>
                <a:off x="16347541" y="1553041"/>
                <a:ext cx="50120" cy="25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9">
                    <a:moveTo>
                      <a:pt x="0" y="1050"/>
                    </a:moveTo>
                    <a:lnTo>
                      <a:pt x="2875" y="2669"/>
                    </a:lnTo>
                    <a:lnTo>
                      <a:pt x="5262" y="17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99" name="Surface mesh patch"/>
              <p:cNvSpPr/>
              <p:nvPr/>
            </p:nvSpPr>
            <p:spPr>
              <a:xfrm>
                <a:off x="16397661" y="1557451"/>
                <a:ext cx="50120" cy="24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9">
                    <a:moveTo>
                      <a:pt x="0" y="1294"/>
                    </a:moveTo>
                    <a:lnTo>
                      <a:pt x="2875" y="2529"/>
                    </a:lnTo>
                    <a:lnTo>
                      <a:pt x="5262" y="13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00" name="Surface mesh patch"/>
              <p:cNvSpPr/>
              <p:nvPr/>
            </p:nvSpPr>
            <p:spPr>
              <a:xfrm>
                <a:off x="16447780" y="1555033"/>
                <a:ext cx="50120" cy="22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1596"/>
                    </a:moveTo>
                    <a:lnTo>
                      <a:pt x="2875" y="2398"/>
                    </a:lnTo>
                    <a:lnTo>
                      <a:pt x="5262" y="8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01" name="Surface mesh patch"/>
              <p:cNvSpPr/>
              <p:nvPr/>
            </p:nvSpPr>
            <p:spPr>
              <a:xfrm>
                <a:off x="16497900" y="1545265"/>
                <a:ext cx="50120" cy="22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7">
                    <a:moveTo>
                      <a:pt x="0" y="1916"/>
                    </a:moveTo>
                    <a:lnTo>
                      <a:pt x="2875" y="2347"/>
                    </a:lnTo>
                    <a:lnTo>
                      <a:pt x="5262" y="5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02" name="Surface mesh patch"/>
              <p:cNvSpPr/>
              <p:nvPr/>
            </p:nvSpPr>
            <p:spPr>
              <a:xfrm>
                <a:off x="16548019" y="1529013"/>
                <a:ext cx="50120" cy="23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1">
                    <a:moveTo>
                      <a:pt x="0" y="2221"/>
                    </a:moveTo>
                    <a:lnTo>
                      <a:pt x="2875" y="2431"/>
                    </a:lnTo>
                    <a:lnTo>
                      <a:pt x="5262" y="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03" name="Surface mesh patch"/>
              <p:cNvSpPr/>
              <p:nvPr/>
            </p:nvSpPr>
            <p:spPr>
              <a:xfrm>
                <a:off x="16598139" y="1508010"/>
                <a:ext cx="50120" cy="25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66">
                    <a:moveTo>
                      <a:pt x="0" y="2503"/>
                    </a:moveTo>
                    <a:lnTo>
                      <a:pt x="2875" y="2666"/>
                    </a:lnTo>
                    <a:lnTo>
                      <a:pt x="5262" y="2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04" name="Surface mesh patch"/>
              <p:cNvSpPr/>
              <p:nvPr/>
            </p:nvSpPr>
            <p:spPr>
              <a:xfrm>
                <a:off x="16648259" y="1484129"/>
                <a:ext cx="50120" cy="28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9">
                    <a:moveTo>
                      <a:pt x="0" y="2769"/>
                    </a:moveTo>
                    <a:lnTo>
                      <a:pt x="2875" y="3029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05" name="Surface mesh patch"/>
              <p:cNvSpPr/>
              <p:nvPr/>
            </p:nvSpPr>
            <p:spPr>
              <a:xfrm>
                <a:off x="16698378" y="1458862"/>
                <a:ext cx="50120" cy="329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0">
                    <a:moveTo>
                      <a:pt x="0" y="3028"/>
                    </a:moveTo>
                    <a:lnTo>
                      <a:pt x="2875" y="3460"/>
                    </a:lnTo>
                    <a:lnTo>
                      <a:pt x="5262" y="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06" name="Surface mesh patch"/>
              <p:cNvSpPr/>
              <p:nvPr/>
            </p:nvSpPr>
            <p:spPr>
              <a:xfrm>
                <a:off x="16748498" y="1433171"/>
                <a:ext cx="50120" cy="36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7">
                    <a:moveTo>
                      <a:pt x="0" y="3272"/>
                    </a:moveTo>
                    <a:lnTo>
                      <a:pt x="2875" y="3867"/>
                    </a:lnTo>
                    <a:lnTo>
                      <a:pt x="5262" y="7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07" name="Surface mesh patch"/>
              <p:cNvSpPr/>
              <p:nvPr/>
            </p:nvSpPr>
            <p:spPr>
              <a:xfrm>
                <a:off x="16798618" y="1407530"/>
                <a:ext cx="50120" cy="39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5">
                    <a:moveTo>
                      <a:pt x="0" y="3471"/>
                    </a:moveTo>
                    <a:lnTo>
                      <a:pt x="2875" y="4125"/>
                    </a:lnTo>
                    <a:lnTo>
                      <a:pt x="5262" y="8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08" name="Surface mesh patch"/>
              <p:cNvSpPr/>
              <p:nvPr/>
            </p:nvSpPr>
            <p:spPr>
              <a:xfrm>
                <a:off x="16848737" y="1381778"/>
                <a:ext cx="50120" cy="38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3">
                    <a:moveTo>
                      <a:pt x="0" y="3588"/>
                    </a:moveTo>
                    <a:lnTo>
                      <a:pt x="2875" y="4063"/>
                    </a:lnTo>
                    <a:lnTo>
                      <a:pt x="5262" y="7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09" name="Surface mesh patch"/>
              <p:cNvSpPr/>
              <p:nvPr/>
            </p:nvSpPr>
            <p:spPr>
              <a:xfrm>
                <a:off x="16898857" y="1354495"/>
                <a:ext cx="50120" cy="342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98">
                    <a:moveTo>
                      <a:pt x="0" y="3598"/>
                    </a:moveTo>
                    <a:lnTo>
                      <a:pt x="2875" y="3450"/>
                    </a:lnTo>
                    <a:lnTo>
                      <a:pt x="5262" y="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10" name="Surface mesh patch"/>
              <p:cNvSpPr/>
              <p:nvPr/>
            </p:nvSpPr>
            <p:spPr>
              <a:xfrm>
                <a:off x="16948977" y="1309737"/>
                <a:ext cx="50120" cy="456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94">
                    <a:moveTo>
                      <a:pt x="0" y="4794"/>
                    </a:moveTo>
                    <a:lnTo>
                      <a:pt x="2875" y="3310"/>
                    </a:lnTo>
                    <a:lnTo>
                      <a:pt x="5262" y="0"/>
                    </a:lnTo>
                    <a:lnTo>
                      <a:pt x="2387" y="1301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11" name="Surface mesh patch"/>
              <p:cNvSpPr/>
              <p:nvPr/>
            </p:nvSpPr>
            <p:spPr>
              <a:xfrm>
                <a:off x="16999096" y="1244237"/>
                <a:ext cx="50120" cy="655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7">
                    <a:moveTo>
                      <a:pt x="0" y="6877"/>
                    </a:moveTo>
                    <a:lnTo>
                      <a:pt x="2875" y="3136"/>
                    </a:lnTo>
                    <a:lnTo>
                      <a:pt x="5262" y="0"/>
                    </a:lnTo>
                    <a:lnTo>
                      <a:pt x="2387" y="3619"/>
                    </a:lnTo>
                    <a:close/>
                  </a:path>
                </a:pathLst>
              </a:custGeom>
              <a:solidFill>
                <a:srgbClr val="e6dddb"/>
              </a:solidFill>
              <a:ln w="3334" cap="flat" cmpd="sng" algn="ctr">
                <a:solidFill>
                  <a:srgbClr val="e6ddd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12" name="Surface mesh patch"/>
              <p:cNvSpPr/>
              <p:nvPr/>
            </p:nvSpPr>
            <p:spPr>
              <a:xfrm>
                <a:off x="17049216" y="1153827"/>
                <a:ext cx="50120" cy="904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2">
                    <a:moveTo>
                      <a:pt x="0" y="9492"/>
                    </a:moveTo>
                    <a:lnTo>
                      <a:pt x="2875" y="2667"/>
                    </a:lnTo>
                    <a:lnTo>
                      <a:pt x="5262" y="0"/>
                    </a:lnTo>
                    <a:lnTo>
                      <a:pt x="2387" y="6677"/>
                    </a:lnTo>
                    <a:close/>
                  </a:path>
                </a:pathLst>
              </a:custGeom>
              <a:solidFill>
                <a:srgbClr val="f7d3bc"/>
              </a:solidFill>
              <a:ln w="3334" cap="flat" cmpd="sng" algn="ctr">
                <a:solidFill>
                  <a:srgbClr val="f7d3b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13" name="Surface mesh patch"/>
              <p:cNvSpPr/>
              <p:nvPr/>
            </p:nvSpPr>
            <p:spPr>
              <a:xfrm>
                <a:off x="17099336" y="1041883"/>
                <a:ext cx="50120" cy="111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53">
                    <a:moveTo>
                      <a:pt x="0" y="11753"/>
                    </a:moveTo>
                    <a:lnTo>
                      <a:pt x="2875" y="1657"/>
                    </a:lnTo>
                    <a:lnTo>
                      <a:pt x="5262" y="0"/>
                    </a:lnTo>
                    <a:lnTo>
                      <a:pt x="2387" y="9756"/>
                    </a:lnTo>
                    <a:close/>
                  </a:path>
                </a:pathLst>
              </a:custGeom>
              <a:solidFill>
                <a:srgbClr val="fbbda1"/>
              </a:solidFill>
              <a:ln w="3334" cap="flat" cmpd="sng" algn="ctr">
                <a:solidFill>
                  <a:srgbClr val="fbbda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14" name="Surface mesh patch"/>
              <p:cNvSpPr/>
              <p:nvPr/>
            </p:nvSpPr>
            <p:spPr>
              <a:xfrm>
                <a:off x="17149455" y="923982"/>
                <a:ext cx="50120" cy="1179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78">
                    <a:moveTo>
                      <a:pt x="0" y="12378"/>
                    </a:moveTo>
                    <a:lnTo>
                      <a:pt x="2875" y="0"/>
                    </a:lnTo>
                    <a:lnTo>
                      <a:pt x="5262" y="88"/>
                    </a:lnTo>
                    <a:lnTo>
                      <a:pt x="2387" y="11777"/>
                    </a:lnTo>
                    <a:close/>
                  </a:path>
                </a:pathLst>
              </a:custGeom>
              <a:solidFill>
                <a:srgbClr val="faa186"/>
              </a:solidFill>
              <a:ln w="3334" cap="flat" cmpd="sng" algn="ctr">
                <a:solidFill>
                  <a:srgbClr val="faa18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15" name="Surface mesh patch"/>
              <p:cNvSpPr/>
              <p:nvPr/>
            </p:nvSpPr>
            <p:spPr>
              <a:xfrm>
                <a:off x="17199575" y="806710"/>
                <a:ext cx="50120" cy="131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55">
                    <a:moveTo>
                      <a:pt x="0" y="12400"/>
                    </a:moveTo>
                    <a:lnTo>
                      <a:pt x="2875" y="0"/>
                    </a:lnTo>
                    <a:lnTo>
                      <a:pt x="5262" y="2489"/>
                    </a:lnTo>
                    <a:lnTo>
                      <a:pt x="2387" y="13855"/>
                    </a:lnTo>
                    <a:close/>
                  </a:path>
                </a:pathLst>
              </a:custGeom>
              <a:solidFill>
                <a:srgbClr val="ef7c6a"/>
              </a:solidFill>
              <a:ln w="3334" cap="flat" cmpd="sng" algn="ctr">
                <a:solidFill>
                  <a:srgbClr val="ef7c6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16" name="Surface mesh patch"/>
              <p:cNvSpPr/>
              <p:nvPr/>
            </p:nvSpPr>
            <p:spPr>
              <a:xfrm>
                <a:off x="17249694" y="739432"/>
                <a:ext cx="50120" cy="1286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04">
                    <a:moveTo>
                      <a:pt x="0" y="9552"/>
                    </a:moveTo>
                    <a:lnTo>
                      <a:pt x="2875" y="0"/>
                    </a:lnTo>
                    <a:lnTo>
                      <a:pt x="5262" y="5080"/>
                    </a:lnTo>
                    <a:lnTo>
                      <a:pt x="2387" y="13504"/>
                    </a:lnTo>
                    <a:close/>
                  </a:path>
                </a:pathLst>
              </a:custGeom>
              <a:solidFill>
                <a:srgbClr val="e15e57"/>
              </a:solidFill>
              <a:ln w="3334" cap="flat" cmpd="sng" algn="ctr">
                <a:solidFill>
                  <a:srgbClr val="e15e5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17" name="Surface mesh patch"/>
              <p:cNvSpPr/>
              <p:nvPr/>
            </p:nvSpPr>
            <p:spPr>
              <a:xfrm>
                <a:off x="17299814" y="745513"/>
                <a:ext cx="50120" cy="1025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69">
                    <a:moveTo>
                      <a:pt x="0" y="4441"/>
                    </a:moveTo>
                    <a:lnTo>
                      <a:pt x="2875" y="0"/>
                    </a:lnTo>
                    <a:lnTo>
                      <a:pt x="5262" y="7127"/>
                    </a:lnTo>
                    <a:lnTo>
                      <a:pt x="2387" y="10769"/>
                    </a:lnTo>
                    <a:close/>
                  </a:path>
                </a:pathLst>
              </a:custGeom>
              <a:solidFill>
                <a:srgbClr val="e05b55"/>
              </a:solidFill>
              <a:ln w="3334" cap="flat" cmpd="sng" algn="ctr">
                <a:solidFill>
                  <a:srgbClr val="e05b5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18" name="Surface mesh patch"/>
              <p:cNvSpPr/>
              <p:nvPr/>
            </p:nvSpPr>
            <p:spPr>
              <a:xfrm>
                <a:off x="17349934" y="813399"/>
                <a:ext cx="50120" cy="88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47">
                    <a:moveTo>
                      <a:pt x="0" y="0"/>
                    </a:moveTo>
                    <a:lnTo>
                      <a:pt x="2875" y="1266"/>
                    </a:lnTo>
                    <a:lnTo>
                      <a:pt x="5262" y="9247"/>
                    </a:lnTo>
                    <a:lnTo>
                      <a:pt x="2387" y="7883"/>
                    </a:lnTo>
                    <a:close/>
                  </a:path>
                </a:pathLst>
              </a:custGeom>
              <a:solidFill>
                <a:srgbClr val="ec7666"/>
              </a:solidFill>
              <a:ln w="3334" cap="flat" cmpd="sng" algn="ctr">
                <a:solidFill>
                  <a:srgbClr val="ec766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19" name="Surface mesh patch"/>
              <p:cNvSpPr/>
              <p:nvPr/>
            </p:nvSpPr>
            <p:spPr>
              <a:xfrm>
                <a:off x="17400053" y="901474"/>
                <a:ext cx="50120" cy="1249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18">
                    <a:moveTo>
                      <a:pt x="0" y="0"/>
                    </a:moveTo>
                    <a:lnTo>
                      <a:pt x="2875" y="5697"/>
                    </a:lnTo>
                    <a:lnTo>
                      <a:pt x="5262" y="13118"/>
                    </a:lnTo>
                    <a:lnTo>
                      <a:pt x="2387" y="8129"/>
                    </a:lnTo>
                    <a:close/>
                  </a:path>
                </a:pathLst>
              </a:custGeom>
              <a:solidFill>
                <a:srgbClr val="fa9f84"/>
              </a:solidFill>
              <a:ln w="3334" cap="flat" cmpd="sng" algn="ctr">
                <a:solidFill>
                  <a:srgbClr val="fa9f8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20" name="Surface mesh patch"/>
              <p:cNvSpPr/>
              <p:nvPr/>
            </p:nvSpPr>
            <p:spPr>
              <a:xfrm>
                <a:off x="17450173" y="1026426"/>
                <a:ext cx="50120" cy="1285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94">
                    <a:moveTo>
                      <a:pt x="0" y="0"/>
                    </a:moveTo>
                    <a:lnTo>
                      <a:pt x="2875" y="7738"/>
                    </a:lnTo>
                    <a:lnTo>
                      <a:pt x="5262" y="13494"/>
                    </a:lnTo>
                    <a:lnTo>
                      <a:pt x="2387" y="7054"/>
                    </a:lnTo>
                    <a:close/>
                  </a:path>
                </a:pathLst>
              </a:custGeom>
              <a:solidFill>
                <a:srgbClr val="fbbfa3"/>
              </a:solidFill>
              <a:ln w="3334" cap="flat" cmpd="sng" algn="ctr">
                <a:solidFill>
                  <a:srgbClr val="fbbf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21" name="Surface mesh patch"/>
              <p:cNvSpPr/>
              <p:nvPr/>
            </p:nvSpPr>
            <p:spPr>
              <a:xfrm>
                <a:off x="17500293" y="1154956"/>
                <a:ext cx="50120" cy="1052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50">
                    <a:moveTo>
                      <a:pt x="0" y="0"/>
                    </a:moveTo>
                    <a:lnTo>
                      <a:pt x="2875" y="7442"/>
                    </a:lnTo>
                    <a:lnTo>
                      <a:pt x="5262" y="11050"/>
                    </a:lnTo>
                    <a:lnTo>
                      <a:pt x="2387" y="5105"/>
                    </a:lnTo>
                    <a:close/>
                  </a:path>
                </a:pathLst>
              </a:custGeom>
              <a:solidFill>
                <a:srgbClr val="f1d7c7"/>
              </a:solidFill>
              <a:ln w="3334" cap="flat" cmpd="sng" algn="ctr">
                <a:solidFill>
                  <a:srgbClr val="f1d7c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22" name="Surface mesh patch"/>
              <p:cNvSpPr/>
              <p:nvPr/>
            </p:nvSpPr>
            <p:spPr>
              <a:xfrm>
                <a:off x="17550412" y="1260209"/>
                <a:ext cx="50120" cy="69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3">
                    <a:moveTo>
                      <a:pt x="0" y="0"/>
                    </a:moveTo>
                    <a:lnTo>
                      <a:pt x="2875" y="5705"/>
                    </a:lnTo>
                    <a:lnTo>
                      <a:pt x="5262" y="7293"/>
                    </a:lnTo>
                    <a:lnTo>
                      <a:pt x="2387" y="2922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23" name="Surface mesh patch"/>
              <p:cNvSpPr/>
              <p:nvPr/>
            </p:nvSpPr>
            <p:spPr>
              <a:xfrm>
                <a:off x="17600532" y="1329673"/>
                <a:ext cx="50120" cy="34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1">
                    <a:moveTo>
                      <a:pt x="0" y="0"/>
                    </a:moveTo>
                    <a:lnTo>
                      <a:pt x="2875" y="3599"/>
                    </a:lnTo>
                    <a:lnTo>
                      <a:pt x="5262" y="3661"/>
                    </a:lnTo>
                    <a:lnTo>
                      <a:pt x="2387" y="1033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24" name="Surface mesh patch"/>
              <p:cNvSpPr/>
              <p:nvPr/>
            </p:nvSpPr>
            <p:spPr>
              <a:xfrm>
                <a:off x="17650652" y="1361650"/>
                <a:ext cx="50120" cy="207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7">
                    <a:moveTo>
                      <a:pt x="0" y="304"/>
                    </a:moveTo>
                    <a:lnTo>
                      <a:pt x="2875" y="2177"/>
                    </a:lnTo>
                    <a:lnTo>
                      <a:pt x="5262" y="12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25" name="Surface mesh patch"/>
              <p:cNvSpPr/>
              <p:nvPr/>
            </p:nvSpPr>
            <p:spPr>
              <a:xfrm>
                <a:off x="17700771" y="1363718"/>
                <a:ext cx="50120" cy="180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1">
                    <a:moveTo>
                      <a:pt x="0" y="1076"/>
                    </a:moveTo>
                    <a:lnTo>
                      <a:pt x="2875" y="1891"/>
                    </a:lnTo>
                    <a:lnTo>
                      <a:pt x="5262" y="5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26" name="Surface mesh patch"/>
              <p:cNvSpPr/>
              <p:nvPr/>
            </p:nvSpPr>
            <p:spPr>
              <a:xfrm>
                <a:off x="17750891" y="1355589"/>
                <a:ext cx="50120" cy="170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4">
                    <a:moveTo>
                      <a:pt x="0" y="1405"/>
                    </a:moveTo>
                    <a:lnTo>
                      <a:pt x="2875" y="1794"/>
                    </a:lnTo>
                    <a:lnTo>
                      <a:pt x="5262" y="3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27" name="Surface mesh patch"/>
              <p:cNvSpPr/>
              <p:nvPr/>
            </p:nvSpPr>
            <p:spPr>
              <a:xfrm>
                <a:off x="16024091" y="1494766"/>
                <a:ext cx="50120" cy="243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52">
                    <a:moveTo>
                      <a:pt x="0" y="676"/>
                    </a:moveTo>
                    <a:lnTo>
                      <a:pt x="2875" y="2552"/>
                    </a:lnTo>
                    <a:lnTo>
                      <a:pt x="5262" y="18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28" name="Surface mesh patch"/>
              <p:cNvSpPr/>
              <p:nvPr/>
            </p:nvSpPr>
            <p:spPr>
              <a:xfrm>
                <a:off x="16074211" y="1505824"/>
                <a:ext cx="50120" cy="236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8">
                    <a:moveTo>
                      <a:pt x="0" y="720"/>
                    </a:moveTo>
                    <a:lnTo>
                      <a:pt x="2875" y="2488"/>
                    </a:lnTo>
                    <a:lnTo>
                      <a:pt x="5262" y="18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29" name="Surface mesh patch"/>
              <p:cNvSpPr/>
              <p:nvPr/>
            </p:nvSpPr>
            <p:spPr>
              <a:xfrm>
                <a:off x="16124330" y="1516349"/>
                <a:ext cx="50120" cy="23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52">
                    <a:moveTo>
                      <a:pt x="0" y="721"/>
                    </a:moveTo>
                    <a:lnTo>
                      <a:pt x="2875" y="2452"/>
                    </a:lnTo>
                    <a:lnTo>
                      <a:pt x="5262" y="18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30" name="Surface mesh patch"/>
              <p:cNvSpPr/>
              <p:nvPr/>
            </p:nvSpPr>
            <p:spPr>
              <a:xfrm>
                <a:off x="16174450" y="1527475"/>
                <a:ext cx="50120" cy="231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1">
                    <a:moveTo>
                      <a:pt x="0" y="683"/>
                    </a:moveTo>
                    <a:lnTo>
                      <a:pt x="2875" y="2431"/>
                    </a:lnTo>
                    <a:lnTo>
                      <a:pt x="5262" y="1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31" name="Surface mesh patch"/>
              <p:cNvSpPr/>
              <p:nvPr/>
            </p:nvSpPr>
            <p:spPr>
              <a:xfrm>
                <a:off x="16224570" y="1539665"/>
                <a:ext cx="50120" cy="228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5">
                    <a:moveTo>
                      <a:pt x="0" y="640"/>
                    </a:moveTo>
                    <a:lnTo>
                      <a:pt x="2875" y="2395"/>
                    </a:lnTo>
                    <a:lnTo>
                      <a:pt x="5262" y="19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32" name="Surface mesh patch"/>
              <p:cNvSpPr/>
              <p:nvPr/>
            </p:nvSpPr>
            <p:spPr>
              <a:xfrm>
                <a:off x="16274689" y="1552170"/>
                <a:ext cx="50120" cy="22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16">
                    <a:moveTo>
                      <a:pt x="0" y="639"/>
                    </a:moveTo>
                    <a:lnTo>
                      <a:pt x="2875" y="2316"/>
                    </a:lnTo>
                    <a:lnTo>
                      <a:pt x="5262" y="1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33" name="Surface mesh patch"/>
              <p:cNvSpPr/>
              <p:nvPr/>
            </p:nvSpPr>
            <p:spPr>
              <a:xfrm>
                <a:off x="16324809" y="1563047"/>
                <a:ext cx="50120" cy="208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724"/>
                    </a:moveTo>
                    <a:lnTo>
                      <a:pt x="2875" y="2185"/>
                    </a:lnTo>
                    <a:lnTo>
                      <a:pt x="5262" y="16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34" name="Surface mesh patch"/>
              <p:cNvSpPr/>
              <p:nvPr/>
            </p:nvSpPr>
            <p:spPr>
              <a:xfrm>
                <a:off x="16374929" y="1569776"/>
                <a:ext cx="50120" cy="193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9">
                    <a:moveTo>
                      <a:pt x="0" y="912"/>
                    </a:moveTo>
                    <a:lnTo>
                      <a:pt x="2875" y="2029"/>
                    </a:lnTo>
                    <a:lnTo>
                      <a:pt x="5262" y="12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35" name="Surface mesh patch"/>
              <p:cNvSpPr/>
              <p:nvPr/>
            </p:nvSpPr>
            <p:spPr>
              <a:xfrm>
                <a:off x="16425048" y="1570234"/>
                <a:ext cx="50120" cy="181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5">
                    <a:moveTo>
                      <a:pt x="0" y="1187"/>
                    </a:moveTo>
                    <a:lnTo>
                      <a:pt x="2875" y="1905"/>
                    </a:lnTo>
                    <a:lnTo>
                      <a:pt x="5262" y="8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36" name="Surface mesh patch"/>
              <p:cNvSpPr/>
              <p:nvPr/>
            </p:nvSpPr>
            <p:spPr>
              <a:xfrm>
                <a:off x="16475168" y="1563510"/>
                <a:ext cx="50120" cy="178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7">
                    <a:moveTo>
                      <a:pt x="0" y="1508"/>
                    </a:moveTo>
                    <a:lnTo>
                      <a:pt x="2875" y="1877"/>
                    </a:lnTo>
                    <a:lnTo>
                      <a:pt x="5262" y="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37" name="Surface mesh patch"/>
              <p:cNvSpPr/>
              <p:nvPr/>
            </p:nvSpPr>
            <p:spPr>
              <a:xfrm>
                <a:off x="16525288" y="1550167"/>
                <a:ext cx="50120" cy="189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6">
                    <a:moveTo>
                      <a:pt x="0" y="1833"/>
                    </a:moveTo>
                    <a:lnTo>
                      <a:pt x="2875" y="1986"/>
                    </a:lnTo>
                    <a:lnTo>
                      <a:pt x="5262" y="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38" name="Surface mesh patch"/>
              <p:cNvSpPr/>
              <p:nvPr/>
            </p:nvSpPr>
            <p:spPr>
              <a:xfrm>
                <a:off x="16575407" y="1531847"/>
                <a:ext cx="50120" cy="213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41">
                    <a:moveTo>
                      <a:pt x="0" y="2133"/>
                    </a:moveTo>
                    <a:lnTo>
                      <a:pt x="2875" y="2241"/>
                    </a:lnTo>
                    <a:lnTo>
                      <a:pt x="5262" y="1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39" name="Surface mesh patch"/>
              <p:cNvSpPr/>
              <p:nvPr/>
            </p:nvSpPr>
            <p:spPr>
              <a:xfrm>
                <a:off x="16625527" y="1510500"/>
                <a:ext cx="50120" cy="24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04">
                    <a:moveTo>
                      <a:pt x="0" y="2404"/>
                    </a:moveTo>
                    <a:lnTo>
                      <a:pt x="2875" y="2604"/>
                    </a:lnTo>
                    <a:lnTo>
                      <a:pt x="5262" y="2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40" name="Surface mesh patch"/>
              <p:cNvSpPr/>
              <p:nvPr/>
            </p:nvSpPr>
            <p:spPr>
              <a:xfrm>
                <a:off x="16675647" y="1487703"/>
                <a:ext cx="50120" cy="286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1">
                    <a:moveTo>
                      <a:pt x="0" y="2654"/>
                    </a:moveTo>
                    <a:lnTo>
                      <a:pt x="2875" y="3011"/>
                    </a:lnTo>
                    <a:lnTo>
                      <a:pt x="5262" y="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41" name="Surface mesh patch"/>
              <p:cNvSpPr/>
              <p:nvPr/>
            </p:nvSpPr>
            <p:spPr>
              <a:xfrm>
                <a:off x="16725766" y="1464335"/>
                <a:ext cx="50120" cy="322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1">
                    <a:moveTo>
                      <a:pt x="0" y="2885"/>
                    </a:moveTo>
                    <a:lnTo>
                      <a:pt x="2875" y="3381"/>
                    </a:lnTo>
                    <a:lnTo>
                      <a:pt x="5262" y="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42" name="Surface mesh patch"/>
              <p:cNvSpPr/>
              <p:nvPr/>
            </p:nvSpPr>
            <p:spPr>
              <a:xfrm>
                <a:off x="16775886" y="1440592"/>
                <a:ext cx="50120" cy="34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12">
                    <a:moveTo>
                      <a:pt x="0" y="3088"/>
                    </a:moveTo>
                    <a:lnTo>
                      <a:pt x="2875" y="3612"/>
                    </a:lnTo>
                    <a:lnTo>
                      <a:pt x="5262" y="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43" name="Surface mesh patch"/>
              <p:cNvSpPr/>
              <p:nvPr/>
            </p:nvSpPr>
            <p:spPr>
              <a:xfrm>
                <a:off x="16826005" y="1415954"/>
                <a:ext cx="50120" cy="34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0">
                    <a:moveTo>
                      <a:pt x="0" y="3241"/>
                    </a:moveTo>
                    <a:lnTo>
                      <a:pt x="2875" y="3570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44" name="Surface mesh patch"/>
              <p:cNvSpPr/>
              <p:nvPr/>
            </p:nvSpPr>
            <p:spPr>
              <a:xfrm>
                <a:off x="16876125" y="1387352"/>
                <a:ext cx="50120" cy="33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8">
                    <a:moveTo>
                      <a:pt x="0" y="3478"/>
                    </a:moveTo>
                    <a:lnTo>
                      <a:pt x="2875" y="3208"/>
                    </a:lnTo>
                    <a:lnTo>
                      <a:pt x="5262" y="0"/>
                    </a:lnTo>
                    <a:lnTo>
                      <a:pt x="2387" y="148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45" name="Surface mesh patch"/>
              <p:cNvSpPr/>
              <p:nvPr/>
            </p:nvSpPr>
            <p:spPr>
              <a:xfrm>
                <a:off x="16926245" y="1341262"/>
                <a:ext cx="50120" cy="460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9">
                    <a:moveTo>
                      <a:pt x="0" y="4839"/>
                    </a:moveTo>
                    <a:lnTo>
                      <a:pt x="2875" y="3314"/>
                    </a:lnTo>
                    <a:lnTo>
                      <a:pt x="5262" y="0"/>
                    </a:lnTo>
                    <a:lnTo>
                      <a:pt x="2387" y="1485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46" name="Surface mesh patch"/>
              <p:cNvSpPr/>
              <p:nvPr/>
            </p:nvSpPr>
            <p:spPr>
              <a:xfrm>
                <a:off x="16976364" y="1274103"/>
                <a:ext cx="50120" cy="671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51">
                    <a:moveTo>
                      <a:pt x="0" y="7051"/>
                    </a:moveTo>
                    <a:lnTo>
                      <a:pt x="2875" y="3379"/>
                    </a:lnTo>
                    <a:lnTo>
                      <a:pt x="5262" y="0"/>
                    </a:lnTo>
                    <a:lnTo>
                      <a:pt x="2387" y="3741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47" name="Surface mesh patch"/>
              <p:cNvSpPr/>
              <p:nvPr/>
            </p:nvSpPr>
            <p:spPr>
              <a:xfrm>
                <a:off x="17026484" y="1179233"/>
                <a:ext cx="50120" cy="948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60">
                    <a:moveTo>
                      <a:pt x="0" y="9960"/>
                    </a:moveTo>
                    <a:lnTo>
                      <a:pt x="2875" y="3261"/>
                    </a:lnTo>
                    <a:lnTo>
                      <a:pt x="5262" y="0"/>
                    </a:lnTo>
                    <a:lnTo>
                      <a:pt x="2387" y="6824"/>
                    </a:lnTo>
                    <a:close/>
                  </a:path>
                </a:pathLst>
              </a:custGeom>
              <a:solidFill>
                <a:srgbClr val="f3d6c3"/>
              </a:solidFill>
              <a:ln w="3334" cap="flat" cmpd="sng" algn="ctr">
                <a:solidFill>
                  <a:srgbClr val="f3d6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48" name="Surface mesh patch"/>
              <p:cNvSpPr/>
              <p:nvPr/>
            </p:nvSpPr>
            <p:spPr>
              <a:xfrm>
                <a:off x="17076604" y="1057662"/>
                <a:ext cx="50120" cy="121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3">
                    <a:moveTo>
                      <a:pt x="0" y="12763"/>
                    </a:moveTo>
                    <a:lnTo>
                      <a:pt x="2875" y="2693"/>
                    </a:lnTo>
                    <a:lnTo>
                      <a:pt x="5262" y="0"/>
                    </a:lnTo>
                    <a:lnTo>
                      <a:pt x="2387" y="10096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49" name="Surface mesh patch"/>
              <p:cNvSpPr/>
              <p:nvPr/>
            </p:nvSpPr>
            <p:spPr>
              <a:xfrm>
                <a:off x="17126723" y="923982"/>
                <a:ext cx="50120" cy="1336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035">
                    <a:moveTo>
                      <a:pt x="0" y="14035"/>
                    </a:moveTo>
                    <a:lnTo>
                      <a:pt x="2875" y="1389"/>
                    </a:lnTo>
                    <a:lnTo>
                      <a:pt x="5262" y="0"/>
                    </a:lnTo>
                    <a:lnTo>
                      <a:pt x="2387" y="12378"/>
                    </a:lnTo>
                    <a:close/>
                  </a:path>
                </a:pathLst>
              </a:custGeom>
              <a:solidFill>
                <a:srgbClr val="faa185"/>
              </a:solidFill>
              <a:ln w="3334" cap="flat" cmpd="sng" algn="ctr">
                <a:solidFill>
                  <a:srgbClr val="faa18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50" name="Surface mesh patch"/>
              <p:cNvSpPr/>
              <p:nvPr/>
            </p:nvSpPr>
            <p:spPr>
              <a:xfrm>
                <a:off x="17176843" y="799745"/>
                <a:ext cx="50120" cy="1250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31">
                    <a:moveTo>
                      <a:pt x="0" y="13043"/>
                    </a:moveTo>
                    <a:lnTo>
                      <a:pt x="2875" y="0"/>
                    </a:lnTo>
                    <a:lnTo>
                      <a:pt x="5262" y="731"/>
                    </a:lnTo>
                    <a:lnTo>
                      <a:pt x="2387" y="13131"/>
                    </a:lnTo>
                    <a:close/>
                  </a:path>
                </a:pathLst>
              </a:custGeom>
              <a:solidFill>
                <a:srgbClr val="ea7264"/>
              </a:solidFill>
              <a:ln w="3334" cap="flat" cmpd="sng" algn="ctr">
                <a:solidFill>
                  <a:srgbClr val="ea72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51" name="Surface mesh patch"/>
              <p:cNvSpPr/>
              <p:nvPr/>
            </p:nvSpPr>
            <p:spPr>
              <a:xfrm>
                <a:off x="17226963" y="707514"/>
                <a:ext cx="50120" cy="1229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03">
                    <a:moveTo>
                      <a:pt x="0" y="10414"/>
                    </a:moveTo>
                    <a:lnTo>
                      <a:pt x="2875" y="0"/>
                    </a:lnTo>
                    <a:lnTo>
                      <a:pt x="5262" y="3351"/>
                    </a:lnTo>
                    <a:lnTo>
                      <a:pt x="2387" y="12903"/>
                    </a:lnTo>
                    <a:close/>
                  </a:path>
                </a:pathLst>
              </a:custGeom>
              <a:solidFill>
                <a:srgbClr val="d84949"/>
              </a:solidFill>
              <a:ln w="3334" cap="flat" cmpd="sng" algn="ctr">
                <a:solidFill>
                  <a:srgbClr val="d8494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52" name="Surface mesh patch"/>
              <p:cNvSpPr/>
              <p:nvPr/>
            </p:nvSpPr>
            <p:spPr>
              <a:xfrm>
                <a:off x="17277082" y="690499"/>
                <a:ext cx="50120" cy="97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17">
                    <a:moveTo>
                      <a:pt x="0" y="5137"/>
                    </a:moveTo>
                    <a:lnTo>
                      <a:pt x="2875" y="0"/>
                    </a:lnTo>
                    <a:lnTo>
                      <a:pt x="5262" y="5776"/>
                    </a:lnTo>
                    <a:lnTo>
                      <a:pt x="2387" y="10217"/>
                    </a:lnTo>
                    <a:close/>
                  </a:path>
                </a:pathLst>
              </a:custGeom>
              <a:solidFill>
                <a:srgbClr val="d23c41"/>
              </a:solidFill>
              <a:ln w="3334" cap="flat" cmpd="sng" algn="ctr">
                <a:solidFill>
                  <a:srgbClr val="d23c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53" name="Surface mesh patch"/>
              <p:cNvSpPr/>
              <p:nvPr/>
            </p:nvSpPr>
            <p:spPr>
              <a:xfrm>
                <a:off x="17327202" y="745513"/>
                <a:ext cx="50120" cy="799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93">
                    <a:moveTo>
                      <a:pt x="0" y="0"/>
                    </a:moveTo>
                    <a:lnTo>
                      <a:pt x="2875" y="1154"/>
                    </a:lnTo>
                    <a:lnTo>
                      <a:pt x="5262" y="8393"/>
                    </a:lnTo>
                    <a:lnTo>
                      <a:pt x="2387" y="7127"/>
                    </a:lnTo>
                    <a:close/>
                  </a:path>
                </a:pathLst>
              </a:custGeom>
              <a:solidFill>
                <a:srgbClr val="dc514e"/>
              </a:solidFill>
              <a:ln w="3334" cap="flat" cmpd="sng" algn="ctr">
                <a:solidFill>
                  <a:srgbClr val="dc514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54" name="Surface mesh patch"/>
              <p:cNvSpPr/>
              <p:nvPr/>
            </p:nvSpPr>
            <p:spPr>
              <a:xfrm>
                <a:off x="17377322" y="825457"/>
                <a:ext cx="50120" cy="130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78">
                    <a:moveTo>
                      <a:pt x="0" y="0"/>
                    </a:moveTo>
                    <a:lnTo>
                      <a:pt x="2875" y="6371"/>
                    </a:lnTo>
                    <a:lnTo>
                      <a:pt x="5262" y="13678"/>
                    </a:lnTo>
                    <a:lnTo>
                      <a:pt x="2387" y="7981"/>
                    </a:lnTo>
                    <a:close/>
                  </a:path>
                </a:pathLst>
              </a:custGeom>
              <a:solidFill>
                <a:srgbClr val="f1826e"/>
              </a:solidFill>
              <a:ln w="3334" cap="flat" cmpd="sng" algn="ctr">
                <a:solidFill>
                  <a:srgbClr val="f1826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55" name="Surface mesh patch"/>
              <p:cNvSpPr/>
              <p:nvPr/>
            </p:nvSpPr>
            <p:spPr>
              <a:xfrm>
                <a:off x="17427441" y="955737"/>
                <a:ext cx="50120" cy="1443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60">
                    <a:moveTo>
                      <a:pt x="0" y="0"/>
                    </a:moveTo>
                    <a:lnTo>
                      <a:pt x="2875" y="9070"/>
                    </a:lnTo>
                    <a:lnTo>
                      <a:pt x="5262" y="15160"/>
                    </a:lnTo>
                    <a:lnTo>
                      <a:pt x="2387" y="7421"/>
                    </a:lnTo>
                    <a:close/>
                  </a:path>
                </a:pathLst>
              </a:custGeom>
              <a:solidFill>
                <a:srgbClr val="faad91"/>
              </a:solidFill>
              <a:ln w="3334" cap="flat" cmpd="sng" algn="ctr">
                <a:solidFill>
                  <a:srgbClr val="faad9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56" name="Surface mesh patch"/>
              <p:cNvSpPr/>
              <p:nvPr/>
            </p:nvSpPr>
            <p:spPr>
              <a:xfrm>
                <a:off x="17477561" y="1100133"/>
                <a:ext cx="50120" cy="1257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98">
                    <a:moveTo>
                      <a:pt x="0" y="0"/>
                    </a:moveTo>
                    <a:lnTo>
                      <a:pt x="2875" y="9062"/>
                    </a:lnTo>
                    <a:lnTo>
                      <a:pt x="5262" y="13198"/>
                    </a:lnTo>
                    <a:lnTo>
                      <a:pt x="2387" y="5756"/>
                    </a:lnTo>
                    <a:close/>
                  </a:path>
                </a:pathLst>
              </a:custGeom>
              <a:solidFill>
                <a:srgbClr val="fbcfb2"/>
              </a:solidFill>
              <a:ln w="3334" cap="flat" cmpd="sng" algn="ctr">
                <a:solidFill>
                  <a:srgbClr val="fbcfb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57" name="Surface mesh patch"/>
              <p:cNvSpPr/>
              <p:nvPr/>
            </p:nvSpPr>
            <p:spPr>
              <a:xfrm>
                <a:off x="17527680" y="1225844"/>
                <a:ext cx="50120" cy="88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3">
                    <a:moveTo>
                      <a:pt x="0" y="0"/>
                    </a:moveTo>
                    <a:lnTo>
                      <a:pt x="2875" y="7218"/>
                    </a:lnTo>
                    <a:lnTo>
                      <a:pt x="5262" y="9313"/>
                    </a:lnTo>
                    <a:lnTo>
                      <a:pt x="2387" y="3608"/>
                    </a:lnTo>
                    <a:close/>
                  </a:path>
                </a:pathLst>
              </a:custGeom>
              <a:solidFill>
                <a:srgbClr val="e6dddd"/>
              </a:solidFill>
              <a:ln w="3334" cap="flat" cmpd="sng" algn="ctr">
                <a:solidFill>
                  <a:srgbClr val="e6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58" name="Surface mesh patch"/>
              <p:cNvSpPr/>
              <p:nvPr/>
            </p:nvSpPr>
            <p:spPr>
              <a:xfrm>
                <a:off x="17577800" y="1314546"/>
                <a:ext cx="50120" cy="494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87">
                    <a:moveTo>
                      <a:pt x="0" y="0"/>
                    </a:moveTo>
                    <a:lnTo>
                      <a:pt x="2875" y="4753"/>
                    </a:lnTo>
                    <a:lnTo>
                      <a:pt x="5262" y="5187"/>
                    </a:lnTo>
                    <a:lnTo>
                      <a:pt x="2387" y="1588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59" name="Surface mesh patch"/>
              <p:cNvSpPr/>
              <p:nvPr/>
            </p:nvSpPr>
            <p:spPr>
              <a:xfrm>
                <a:off x="17627920" y="1363956"/>
                <a:ext cx="50120" cy="247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03">
                    <a:moveTo>
                      <a:pt x="0" y="0"/>
                    </a:moveTo>
                    <a:lnTo>
                      <a:pt x="2875" y="2603"/>
                    </a:lnTo>
                    <a:lnTo>
                      <a:pt x="5262" y="1935"/>
                    </a:lnTo>
                    <a:lnTo>
                      <a:pt x="2387" y="62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60" name="Surface mesh patch"/>
              <p:cNvSpPr/>
              <p:nvPr/>
            </p:nvSpPr>
            <p:spPr>
              <a:xfrm>
                <a:off x="17678039" y="1373964"/>
                <a:ext cx="50120" cy="196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7">
                    <a:moveTo>
                      <a:pt x="0" y="884"/>
                    </a:moveTo>
                    <a:lnTo>
                      <a:pt x="2875" y="2067"/>
                    </a:lnTo>
                    <a:lnTo>
                      <a:pt x="5262" y="8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61" name="Surface mesh patch"/>
              <p:cNvSpPr/>
              <p:nvPr/>
            </p:nvSpPr>
            <p:spPr>
              <a:xfrm>
                <a:off x="17728159" y="1368968"/>
                <a:ext cx="50120" cy="175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3">
                    <a:moveTo>
                      <a:pt x="0" y="1340"/>
                    </a:moveTo>
                    <a:lnTo>
                      <a:pt x="2875" y="1843"/>
                    </a:lnTo>
                    <a:lnTo>
                      <a:pt x="5262" y="3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62" name="Surface mesh patch"/>
              <p:cNvSpPr/>
              <p:nvPr/>
            </p:nvSpPr>
            <p:spPr>
              <a:xfrm>
                <a:off x="17778279" y="1358819"/>
                <a:ext cx="50120" cy="175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8">
                    <a:moveTo>
                      <a:pt x="0" y="1455"/>
                    </a:moveTo>
                    <a:lnTo>
                      <a:pt x="2875" y="1838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63" name="Surface mesh patch"/>
              <p:cNvSpPr/>
              <p:nvPr/>
            </p:nvSpPr>
            <p:spPr>
              <a:xfrm>
                <a:off x="16001359" y="1501204"/>
                <a:ext cx="50120" cy="23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5">
                    <a:moveTo>
                      <a:pt x="0" y="633"/>
                    </a:moveTo>
                    <a:lnTo>
                      <a:pt x="2875" y="2515"/>
                    </a:lnTo>
                    <a:lnTo>
                      <a:pt x="5262" y="18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64" name="Surface mesh patch"/>
              <p:cNvSpPr/>
              <p:nvPr/>
            </p:nvSpPr>
            <p:spPr>
              <a:xfrm>
                <a:off x="16051479" y="1512681"/>
                <a:ext cx="50120" cy="228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7">
                    <a:moveTo>
                      <a:pt x="0" y="671"/>
                    </a:moveTo>
                    <a:lnTo>
                      <a:pt x="2875" y="2397"/>
                    </a:lnTo>
                    <a:lnTo>
                      <a:pt x="5262" y="17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65" name="Surface mesh patch"/>
              <p:cNvSpPr/>
              <p:nvPr/>
            </p:nvSpPr>
            <p:spPr>
              <a:xfrm>
                <a:off x="16101599" y="1523213"/>
                <a:ext cx="50120" cy="218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9">
                    <a:moveTo>
                      <a:pt x="0" y="662"/>
                    </a:moveTo>
                    <a:lnTo>
                      <a:pt x="2875" y="2289"/>
                    </a:lnTo>
                    <a:lnTo>
                      <a:pt x="5262" y="17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66" name="Surface mesh patch"/>
              <p:cNvSpPr/>
              <p:nvPr/>
            </p:nvSpPr>
            <p:spPr>
              <a:xfrm>
                <a:off x="16151718" y="1533982"/>
                <a:ext cx="50120" cy="20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600"/>
                    </a:moveTo>
                    <a:lnTo>
                      <a:pt x="2875" y="2185"/>
                    </a:lnTo>
                    <a:lnTo>
                      <a:pt x="5262" y="17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67" name="Surface mesh patch"/>
              <p:cNvSpPr/>
              <p:nvPr/>
            </p:nvSpPr>
            <p:spPr>
              <a:xfrm>
                <a:off x="16201838" y="1545760"/>
                <a:ext cx="50120" cy="197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8">
                    <a:moveTo>
                      <a:pt x="0" y="511"/>
                    </a:moveTo>
                    <a:lnTo>
                      <a:pt x="2875" y="2068"/>
                    </a:lnTo>
                    <a:lnTo>
                      <a:pt x="5262" y="17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68" name="Surface mesh patch"/>
              <p:cNvSpPr/>
              <p:nvPr/>
            </p:nvSpPr>
            <p:spPr>
              <a:xfrm>
                <a:off x="16251958" y="1558259"/>
                <a:ext cx="50120" cy="18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0">
                    <a:moveTo>
                      <a:pt x="0" y="443"/>
                    </a:moveTo>
                    <a:lnTo>
                      <a:pt x="2875" y="1920"/>
                    </a:lnTo>
                    <a:lnTo>
                      <a:pt x="5262" y="16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69" name="Surface mesh patch"/>
              <p:cNvSpPr/>
              <p:nvPr/>
            </p:nvSpPr>
            <p:spPr>
              <a:xfrm>
                <a:off x="16302077" y="1569943"/>
                <a:ext cx="50120" cy="165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9">
                    <a:moveTo>
                      <a:pt x="0" y="450"/>
                    </a:moveTo>
                    <a:lnTo>
                      <a:pt x="2875" y="1739"/>
                    </a:lnTo>
                    <a:lnTo>
                      <a:pt x="5262" y="14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70" name="Surface mesh patch"/>
              <p:cNvSpPr/>
              <p:nvPr/>
            </p:nvSpPr>
            <p:spPr>
              <a:xfrm>
                <a:off x="16352197" y="1578462"/>
                <a:ext cx="50120" cy="14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">
                    <a:moveTo>
                      <a:pt x="0" y="566"/>
                    </a:moveTo>
                    <a:lnTo>
                      <a:pt x="2875" y="1559"/>
                    </a:lnTo>
                    <a:lnTo>
                      <a:pt x="5262" y="1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71" name="Surface mesh patch"/>
              <p:cNvSpPr/>
              <p:nvPr/>
            </p:nvSpPr>
            <p:spPr>
              <a:xfrm>
                <a:off x="16402316" y="1581537"/>
                <a:ext cx="50120" cy="13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5">
                    <a:moveTo>
                      <a:pt x="0" y="795"/>
                    </a:moveTo>
                    <a:lnTo>
                      <a:pt x="2875" y="1435"/>
                    </a:lnTo>
                    <a:lnTo>
                      <a:pt x="5262" y="7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72" name="Surface mesh patch"/>
              <p:cNvSpPr/>
              <p:nvPr/>
            </p:nvSpPr>
            <p:spPr>
              <a:xfrm>
                <a:off x="16452436" y="1577875"/>
                <a:ext cx="50120" cy="136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0">
                    <a:moveTo>
                      <a:pt x="0" y="1103"/>
                    </a:moveTo>
                    <a:lnTo>
                      <a:pt x="2875" y="1430"/>
                    </a:lnTo>
                    <a:lnTo>
                      <a:pt x="5262" y="3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73" name="Surface mesh patch"/>
              <p:cNvSpPr/>
              <p:nvPr/>
            </p:nvSpPr>
            <p:spPr>
              <a:xfrm>
                <a:off x="16502556" y="1567624"/>
                <a:ext cx="50120" cy="15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0">
                    <a:moveTo>
                      <a:pt x="0" y="1445"/>
                    </a:moveTo>
                    <a:lnTo>
                      <a:pt x="2875" y="1580"/>
                    </a:lnTo>
                    <a:lnTo>
                      <a:pt x="5262" y="1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74" name="Surface mesh patch"/>
              <p:cNvSpPr/>
              <p:nvPr/>
            </p:nvSpPr>
            <p:spPr>
              <a:xfrm>
                <a:off x="16552675" y="1552165"/>
                <a:ext cx="50120" cy="1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9">
                    <a:moveTo>
                      <a:pt x="0" y="1777"/>
                    </a:moveTo>
                    <a:lnTo>
                      <a:pt x="2875" y="1879"/>
                    </a:lnTo>
                    <a:lnTo>
                      <a:pt x="5262" y="1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75" name="Surface mesh patch"/>
              <p:cNvSpPr/>
              <p:nvPr/>
            </p:nvSpPr>
            <p:spPr>
              <a:xfrm>
                <a:off x="16602795" y="1533402"/>
                <a:ext cx="50120" cy="217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79">
                    <a:moveTo>
                      <a:pt x="0" y="2077"/>
                    </a:moveTo>
                    <a:lnTo>
                      <a:pt x="2875" y="2279"/>
                    </a:lnTo>
                    <a:lnTo>
                      <a:pt x="5262" y="1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76" name="Surface mesh patch"/>
              <p:cNvSpPr/>
              <p:nvPr/>
            </p:nvSpPr>
            <p:spPr>
              <a:xfrm>
                <a:off x="16652915" y="1512981"/>
                <a:ext cx="50120" cy="257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2">
                    <a:moveTo>
                      <a:pt x="0" y="2343"/>
                    </a:moveTo>
                    <a:lnTo>
                      <a:pt x="2875" y="2702"/>
                    </a:lnTo>
                    <a:lnTo>
                      <a:pt x="5262" y="3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77" name="Surface mesh patch"/>
              <p:cNvSpPr/>
              <p:nvPr/>
            </p:nvSpPr>
            <p:spPr>
              <a:xfrm>
                <a:off x="16703034" y="1491818"/>
                <a:ext cx="50120" cy="29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65">
                    <a:moveTo>
                      <a:pt x="0" y="2579"/>
                    </a:moveTo>
                    <a:lnTo>
                      <a:pt x="2875" y="3065"/>
                    </a:lnTo>
                    <a:lnTo>
                      <a:pt x="5262" y="4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78" name="Surface mesh patch"/>
              <p:cNvSpPr/>
              <p:nvPr/>
            </p:nvSpPr>
            <p:spPr>
              <a:xfrm>
                <a:off x="16753154" y="1470003"/>
                <a:ext cx="50120" cy="312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1">
                    <a:moveTo>
                      <a:pt x="0" y="2786"/>
                    </a:moveTo>
                    <a:lnTo>
                      <a:pt x="2875" y="3281"/>
                    </a:lnTo>
                    <a:lnTo>
                      <a:pt x="5262" y="5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79" name="Surface mesh patch"/>
              <p:cNvSpPr/>
              <p:nvPr/>
            </p:nvSpPr>
            <p:spPr>
              <a:xfrm>
                <a:off x="16803274" y="1446823"/>
                <a:ext cx="50120" cy="309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49">
                    <a:moveTo>
                      <a:pt x="0" y="2958"/>
                    </a:moveTo>
                    <a:lnTo>
                      <a:pt x="2875" y="3249"/>
                    </a:lnTo>
                    <a:lnTo>
                      <a:pt x="5262" y="3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80" name="Surface mesh patch"/>
              <p:cNvSpPr/>
              <p:nvPr/>
            </p:nvSpPr>
            <p:spPr>
              <a:xfrm>
                <a:off x="16853393" y="1417910"/>
                <a:ext cx="50120" cy="32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4">
                    <a:moveTo>
                      <a:pt x="0" y="3364"/>
                    </a:moveTo>
                    <a:lnTo>
                      <a:pt x="2875" y="3086"/>
                    </a:lnTo>
                    <a:lnTo>
                      <a:pt x="5262" y="0"/>
                    </a:lnTo>
                    <a:lnTo>
                      <a:pt x="2387" y="27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81" name="Surface mesh patch"/>
              <p:cNvSpPr/>
              <p:nvPr/>
            </p:nvSpPr>
            <p:spPr>
              <a:xfrm>
                <a:off x="16903513" y="1372825"/>
                <a:ext cx="50120" cy="45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33">
                    <a:moveTo>
                      <a:pt x="0" y="4733"/>
                    </a:moveTo>
                    <a:lnTo>
                      <a:pt x="2875" y="3294"/>
                    </a:lnTo>
                    <a:lnTo>
                      <a:pt x="5262" y="0"/>
                    </a:lnTo>
                    <a:lnTo>
                      <a:pt x="2387" y="1525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82" name="Surface mesh patch"/>
              <p:cNvSpPr/>
              <p:nvPr/>
            </p:nvSpPr>
            <p:spPr>
              <a:xfrm>
                <a:off x="16953633" y="1306286"/>
                <a:ext cx="50120" cy="66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86">
                    <a:moveTo>
                      <a:pt x="0" y="6986"/>
                    </a:moveTo>
                    <a:lnTo>
                      <a:pt x="2875" y="3549"/>
                    </a:lnTo>
                    <a:lnTo>
                      <a:pt x="5262" y="0"/>
                    </a:lnTo>
                    <a:lnTo>
                      <a:pt x="2387" y="3672"/>
                    </a:lnTo>
                    <a:close/>
                  </a:path>
                </a:pathLst>
              </a:custGeom>
              <a:solidFill>
                <a:srgbClr val="dee2ec"/>
              </a:solidFill>
              <a:ln w="3334" cap="flat" cmpd="sng" algn="ctr">
                <a:solidFill>
                  <a:srgbClr val="dee2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83" name="Surface mesh patch"/>
              <p:cNvSpPr/>
              <p:nvPr/>
            </p:nvSpPr>
            <p:spPr>
              <a:xfrm>
                <a:off x="17003752" y="1210295"/>
                <a:ext cx="50120" cy="959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78">
                    <a:moveTo>
                      <a:pt x="0" y="10078"/>
                    </a:moveTo>
                    <a:lnTo>
                      <a:pt x="2875" y="3747"/>
                    </a:lnTo>
                    <a:lnTo>
                      <a:pt x="5262" y="0"/>
                    </a:lnTo>
                    <a:lnTo>
                      <a:pt x="2387" y="6699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84" name="Surface mesh patch"/>
              <p:cNvSpPr/>
              <p:nvPr/>
            </p:nvSpPr>
            <p:spPr>
              <a:xfrm>
                <a:off x="17053872" y="1083313"/>
                <a:ext cx="50120" cy="126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331">
                    <a:moveTo>
                      <a:pt x="0" y="13331"/>
                    </a:moveTo>
                    <a:lnTo>
                      <a:pt x="2875" y="3633"/>
                    </a:lnTo>
                    <a:lnTo>
                      <a:pt x="5262" y="0"/>
                    </a:lnTo>
                    <a:lnTo>
                      <a:pt x="2387" y="10070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85" name="Surface mesh patch"/>
              <p:cNvSpPr/>
              <p:nvPr/>
            </p:nvSpPr>
            <p:spPr>
              <a:xfrm>
                <a:off x="17103991" y="937216"/>
                <a:ext cx="50120" cy="1460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338">
                    <a:moveTo>
                      <a:pt x="0" y="15338"/>
                    </a:moveTo>
                    <a:lnTo>
                      <a:pt x="2875" y="2856"/>
                    </a:lnTo>
                    <a:lnTo>
                      <a:pt x="5262" y="0"/>
                    </a:lnTo>
                    <a:lnTo>
                      <a:pt x="2387" y="12645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86" name="Surface mesh patch"/>
              <p:cNvSpPr/>
              <p:nvPr/>
            </p:nvSpPr>
            <p:spPr>
              <a:xfrm>
                <a:off x="17154111" y="799745"/>
                <a:ext cx="50120" cy="137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433">
                    <a:moveTo>
                      <a:pt x="0" y="14433"/>
                    </a:moveTo>
                    <a:lnTo>
                      <a:pt x="2875" y="1181"/>
                    </a:lnTo>
                    <a:lnTo>
                      <a:pt x="5262" y="0"/>
                    </a:lnTo>
                    <a:lnTo>
                      <a:pt x="2387" y="13043"/>
                    </a:lnTo>
                    <a:close/>
                  </a:path>
                </a:pathLst>
              </a:custGeom>
              <a:solidFill>
                <a:srgbClr val="e96f62"/>
              </a:solidFill>
              <a:ln w="3334" cap="flat" cmpd="sng" algn="ctr">
                <a:solidFill>
                  <a:srgbClr val="e96f6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87" name="Surface mesh patch"/>
              <p:cNvSpPr/>
              <p:nvPr/>
            </p:nvSpPr>
            <p:spPr>
              <a:xfrm>
                <a:off x="17204231" y="695502"/>
                <a:ext cx="50120" cy="1112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75">
                    <a:moveTo>
                      <a:pt x="0" y="10944"/>
                    </a:moveTo>
                    <a:lnTo>
                      <a:pt x="2875" y="0"/>
                    </a:lnTo>
                    <a:lnTo>
                      <a:pt x="5262" y="1261"/>
                    </a:lnTo>
                    <a:lnTo>
                      <a:pt x="2387" y="11675"/>
                    </a:lnTo>
                    <a:close/>
                  </a:path>
                </a:pathLst>
              </a:custGeom>
              <a:solidFill>
                <a:srgbClr val="d23c41"/>
              </a:solidFill>
              <a:ln w="3334" cap="flat" cmpd="sng" algn="ctr">
                <a:solidFill>
                  <a:srgbClr val="d23c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88" name="Surface mesh patch"/>
              <p:cNvSpPr/>
              <p:nvPr/>
            </p:nvSpPr>
            <p:spPr>
              <a:xfrm>
                <a:off x="17254350" y="653443"/>
                <a:ext cx="50120" cy="85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28">
                    <a:moveTo>
                      <a:pt x="0" y="5677"/>
                    </a:moveTo>
                    <a:lnTo>
                      <a:pt x="2875" y="0"/>
                    </a:lnTo>
                    <a:lnTo>
                      <a:pt x="5262" y="3890"/>
                    </a:lnTo>
                    <a:lnTo>
                      <a:pt x="2387" y="9028"/>
                    </a:lnTo>
                    <a:close/>
                  </a:path>
                </a:pathLst>
              </a:custGeom>
              <a:solidFill>
                <a:srgbClr val="c72431"/>
              </a:solidFill>
              <a:ln w="3334" cap="flat" cmpd="sng" algn="ctr">
                <a:solidFill>
                  <a:srgbClr val="c7243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89" name="Surface mesh patch"/>
              <p:cNvSpPr/>
              <p:nvPr/>
            </p:nvSpPr>
            <p:spPr>
              <a:xfrm>
                <a:off x="17304470" y="690499"/>
                <a:ext cx="50120" cy="660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30">
                    <a:moveTo>
                      <a:pt x="0" y="0"/>
                    </a:moveTo>
                    <a:lnTo>
                      <a:pt x="2875" y="1037"/>
                    </a:lnTo>
                    <a:lnTo>
                      <a:pt x="5262" y="6930"/>
                    </a:lnTo>
                    <a:lnTo>
                      <a:pt x="2387" y="5776"/>
                    </a:lnTo>
                    <a:close/>
                  </a:path>
                </a:pathLst>
              </a:custGeom>
              <a:solidFill>
                <a:srgbClr val="cd3039"/>
              </a:solidFill>
              <a:ln w="3334" cap="flat" cmpd="sng" algn="ctr">
                <a:solidFill>
                  <a:srgbClr val="cd303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90" name="Surface mesh patch"/>
              <p:cNvSpPr/>
              <p:nvPr/>
            </p:nvSpPr>
            <p:spPr>
              <a:xfrm>
                <a:off x="17354590" y="756503"/>
                <a:ext cx="50120" cy="1296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11">
                    <a:moveTo>
                      <a:pt x="0" y="0"/>
                    </a:moveTo>
                    <a:lnTo>
                      <a:pt x="2875" y="6971"/>
                    </a:lnTo>
                    <a:lnTo>
                      <a:pt x="5262" y="13611"/>
                    </a:lnTo>
                    <a:lnTo>
                      <a:pt x="2387" y="7239"/>
                    </a:lnTo>
                    <a:close/>
                  </a:path>
                </a:pathLst>
              </a:custGeom>
              <a:solidFill>
                <a:srgbClr val="e15e56"/>
              </a:solidFill>
              <a:ln w="3334" cap="flat" cmpd="sng" algn="ctr">
                <a:solidFill>
                  <a:srgbClr val="e15e5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91" name="Surface mesh patch"/>
              <p:cNvSpPr/>
              <p:nvPr/>
            </p:nvSpPr>
            <p:spPr>
              <a:xfrm>
                <a:off x="17404709" y="886144"/>
                <a:ext cx="50120" cy="155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6">
                    <a:moveTo>
                      <a:pt x="0" y="0"/>
                    </a:moveTo>
                    <a:lnTo>
                      <a:pt x="2875" y="10362"/>
                    </a:lnTo>
                    <a:lnTo>
                      <a:pt x="5262" y="16376"/>
                    </a:lnTo>
                    <a:lnTo>
                      <a:pt x="2387" y="7306"/>
                    </a:lnTo>
                    <a:close/>
                  </a:path>
                </a:pathLst>
              </a:custGeom>
              <a:solidFill>
                <a:srgbClr val="fa9b80"/>
              </a:solidFill>
              <a:ln w="3334" cap="flat" cmpd="sng" algn="ctr">
                <a:solidFill>
                  <a:srgbClr val="fa9b8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92" name="Surface mesh patch"/>
              <p:cNvSpPr/>
              <p:nvPr/>
            </p:nvSpPr>
            <p:spPr>
              <a:xfrm>
                <a:off x="17454829" y="1042126"/>
                <a:ext cx="50120" cy="1443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52">
                    <a:moveTo>
                      <a:pt x="0" y="0"/>
                    </a:moveTo>
                    <a:lnTo>
                      <a:pt x="2875" y="10734"/>
                    </a:lnTo>
                    <a:lnTo>
                      <a:pt x="5262" y="15152"/>
                    </a:lnTo>
                    <a:lnTo>
                      <a:pt x="2387" y="6090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93" name="Surface mesh patch"/>
              <p:cNvSpPr/>
              <p:nvPr/>
            </p:nvSpPr>
            <p:spPr>
              <a:xfrm>
                <a:off x="17504949" y="1186452"/>
                <a:ext cx="50120" cy="108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53">
                    <a:moveTo>
                      <a:pt x="0" y="0"/>
                    </a:moveTo>
                    <a:lnTo>
                      <a:pt x="2875" y="8862"/>
                    </a:lnTo>
                    <a:lnTo>
                      <a:pt x="5262" y="11353"/>
                    </a:lnTo>
                    <a:lnTo>
                      <a:pt x="2387" y="4136"/>
                    </a:lnTo>
                    <a:close/>
                  </a:path>
                </a:pathLst>
              </a:custGeom>
              <a:solidFill>
                <a:srgbClr val="eed8cc"/>
              </a:solidFill>
              <a:ln w="3334" cap="flat" cmpd="sng" algn="ctr">
                <a:solidFill>
                  <a:srgbClr val="eed8c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94" name="Surface mesh patch"/>
              <p:cNvSpPr/>
              <p:nvPr/>
            </p:nvSpPr>
            <p:spPr>
              <a:xfrm>
                <a:off x="17555068" y="1294593"/>
                <a:ext cx="50120" cy="65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8">
                    <a:moveTo>
                      <a:pt x="0" y="0"/>
                    </a:moveTo>
                    <a:lnTo>
                      <a:pt x="2875" y="6070"/>
                    </a:lnTo>
                    <a:lnTo>
                      <a:pt x="5262" y="6848"/>
                    </a:lnTo>
                    <a:lnTo>
                      <a:pt x="2387" y="2095"/>
                    </a:lnTo>
                    <a:close/>
                  </a:path>
                </a:pathLst>
              </a:custGeom>
              <a:solidFill>
                <a:srgbClr val="dce3f0"/>
              </a:solidFill>
              <a:ln w="3334" cap="flat" cmpd="sng" algn="ctr">
                <a:solidFill>
                  <a:srgbClr val="dce3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95" name="Surface mesh patch"/>
              <p:cNvSpPr/>
              <p:nvPr/>
            </p:nvSpPr>
            <p:spPr>
              <a:xfrm>
                <a:off x="17605188" y="1359822"/>
                <a:ext cx="50120" cy="331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79">
                    <a:moveTo>
                      <a:pt x="0" y="0"/>
                    </a:moveTo>
                    <a:lnTo>
                      <a:pt x="2875" y="3479"/>
                    </a:lnTo>
                    <a:lnTo>
                      <a:pt x="5262" y="3037"/>
                    </a:lnTo>
                    <a:lnTo>
                      <a:pt x="2387" y="434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96" name="Surface mesh patch"/>
              <p:cNvSpPr/>
              <p:nvPr/>
            </p:nvSpPr>
            <p:spPr>
              <a:xfrm>
                <a:off x="17655308" y="1382386"/>
                <a:ext cx="50120" cy="221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8">
                    <a:moveTo>
                      <a:pt x="0" y="668"/>
                    </a:moveTo>
                    <a:lnTo>
                      <a:pt x="2875" y="2328"/>
                    </a:lnTo>
                    <a:lnTo>
                      <a:pt x="5262" y="1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97" name="Surface mesh patch"/>
              <p:cNvSpPr/>
              <p:nvPr/>
            </p:nvSpPr>
            <p:spPr>
              <a:xfrm>
                <a:off x="17705427" y="1381732"/>
                <a:ext cx="50120" cy="184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8">
                    <a:moveTo>
                      <a:pt x="0" y="1252"/>
                    </a:moveTo>
                    <a:lnTo>
                      <a:pt x="2875" y="1938"/>
                    </a:lnTo>
                    <a:lnTo>
                      <a:pt x="5262" y="5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98" name="Surface mesh patch"/>
              <p:cNvSpPr/>
              <p:nvPr/>
            </p:nvSpPr>
            <p:spPr>
              <a:xfrm>
                <a:off x="17755547" y="1372679"/>
                <a:ext cx="50120" cy="174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5">
                    <a:moveTo>
                      <a:pt x="0" y="1453"/>
                    </a:moveTo>
                    <a:lnTo>
                      <a:pt x="2875" y="1835"/>
                    </a:lnTo>
                    <a:lnTo>
                      <a:pt x="5262" y="3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99" name="Surface mesh patch"/>
              <p:cNvSpPr/>
              <p:nvPr/>
            </p:nvSpPr>
            <p:spPr>
              <a:xfrm>
                <a:off x="17805666" y="1362851"/>
                <a:ext cx="50120" cy="183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14"/>
                    </a:moveTo>
                    <a:lnTo>
                      <a:pt x="2875" y="1923"/>
                    </a:lnTo>
                    <a:lnTo>
                      <a:pt x="5262" y="6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00" name="Surface mesh patch"/>
              <p:cNvSpPr/>
              <p:nvPr/>
            </p:nvSpPr>
            <p:spPr>
              <a:xfrm>
                <a:off x="15978627" y="1507234"/>
                <a:ext cx="50120" cy="23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1">
                    <a:moveTo>
                      <a:pt x="0" y="602"/>
                    </a:moveTo>
                    <a:lnTo>
                      <a:pt x="2875" y="2501"/>
                    </a:lnTo>
                    <a:lnTo>
                      <a:pt x="5262" y="18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01" name="Surface mesh patch"/>
              <p:cNvSpPr/>
              <p:nvPr/>
            </p:nvSpPr>
            <p:spPr>
              <a:xfrm>
                <a:off x="16028747" y="1519075"/>
                <a:ext cx="50120" cy="223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44">
                    <a:moveTo>
                      <a:pt x="0" y="639"/>
                    </a:moveTo>
                    <a:lnTo>
                      <a:pt x="2875" y="2344"/>
                    </a:lnTo>
                    <a:lnTo>
                      <a:pt x="5262" y="17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02" name="Surface mesh patch"/>
              <p:cNvSpPr/>
              <p:nvPr/>
            </p:nvSpPr>
            <p:spPr>
              <a:xfrm>
                <a:off x="16078867" y="1529519"/>
                <a:ext cx="50120" cy="20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5">
                    <a:moveTo>
                      <a:pt x="0" y="630"/>
                    </a:moveTo>
                    <a:lnTo>
                      <a:pt x="2875" y="2175"/>
                    </a:lnTo>
                    <a:lnTo>
                      <a:pt x="5262" y="16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03" name="Surface mesh patch"/>
              <p:cNvSpPr/>
              <p:nvPr/>
            </p:nvSpPr>
            <p:spPr>
              <a:xfrm>
                <a:off x="16128986" y="1539700"/>
                <a:ext cx="50120" cy="19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9">
                    <a:moveTo>
                      <a:pt x="0" y="558"/>
                    </a:moveTo>
                    <a:lnTo>
                      <a:pt x="2875" y="1999"/>
                    </a:lnTo>
                    <a:lnTo>
                      <a:pt x="5262" y="15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04" name="Surface mesh patch"/>
              <p:cNvSpPr/>
              <p:nvPr/>
            </p:nvSpPr>
            <p:spPr>
              <a:xfrm>
                <a:off x="16179106" y="1550629"/>
                <a:ext cx="50120" cy="17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">
                    <a:moveTo>
                      <a:pt x="0" y="437"/>
                    </a:moveTo>
                    <a:lnTo>
                      <a:pt x="2875" y="1807"/>
                    </a:lnTo>
                    <a:lnTo>
                      <a:pt x="5262" y="1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05" name="Surface mesh patch"/>
              <p:cNvSpPr/>
              <p:nvPr/>
            </p:nvSpPr>
            <p:spPr>
              <a:xfrm>
                <a:off x="16229226" y="1562480"/>
                <a:ext cx="50120" cy="151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9">
                    <a:moveTo>
                      <a:pt x="0" y="313"/>
                    </a:moveTo>
                    <a:lnTo>
                      <a:pt x="2875" y="1589"/>
                    </a:lnTo>
                    <a:lnTo>
                      <a:pt x="5262" y="14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06" name="Surface mesh patch"/>
              <p:cNvSpPr/>
              <p:nvPr/>
            </p:nvSpPr>
            <p:spPr>
              <a:xfrm>
                <a:off x="16279345" y="1574228"/>
                <a:ext cx="50120" cy="12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5">
                    <a:moveTo>
                      <a:pt x="0" y="243"/>
                    </a:moveTo>
                    <a:lnTo>
                      <a:pt x="2875" y="1355"/>
                    </a:lnTo>
                    <a:lnTo>
                      <a:pt x="5262" y="12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07" name="Surface mesh patch"/>
              <p:cNvSpPr/>
              <p:nvPr/>
            </p:nvSpPr>
            <p:spPr>
              <a:xfrm>
                <a:off x="16329465" y="1583857"/>
                <a:ext cx="50120" cy="108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0">
                    <a:moveTo>
                      <a:pt x="0" y="279"/>
                    </a:moveTo>
                    <a:lnTo>
                      <a:pt x="2875" y="1140"/>
                    </a:lnTo>
                    <a:lnTo>
                      <a:pt x="5262" y="9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08" name="Surface mesh patch"/>
              <p:cNvSpPr/>
              <p:nvPr/>
            </p:nvSpPr>
            <p:spPr>
              <a:xfrm>
                <a:off x="16379585" y="1589105"/>
                <a:ext cx="50120" cy="9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8">
                    <a:moveTo>
                      <a:pt x="0" y="441"/>
                    </a:moveTo>
                    <a:lnTo>
                      <a:pt x="2875" y="1008"/>
                    </a:lnTo>
                    <a:lnTo>
                      <a:pt x="5262" y="6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09" name="Surface mesh patch"/>
              <p:cNvSpPr/>
              <p:nvPr/>
            </p:nvSpPr>
            <p:spPr>
              <a:xfrm>
                <a:off x="16429704" y="1588383"/>
                <a:ext cx="50120" cy="9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0">
                    <a:moveTo>
                      <a:pt x="0" y="717"/>
                    </a:moveTo>
                    <a:lnTo>
                      <a:pt x="2875" y="1020"/>
                    </a:lnTo>
                    <a:lnTo>
                      <a:pt x="5262" y="3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10" name="Surface mesh patch"/>
              <p:cNvSpPr/>
              <p:nvPr/>
            </p:nvSpPr>
            <p:spPr>
              <a:xfrm>
                <a:off x="16479824" y="1581384"/>
                <a:ext cx="50120" cy="11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4">
                    <a:moveTo>
                      <a:pt x="0" y="1061"/>
                    </a:moveTo>
                    <a:lnTo>
                      <a:pt x="2875" y="1214"/>
                    </a:lnTo>
                    <a:lnTo>
                      <a:pt x="5262" y="1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11" name="Surface mesh patch"/>
              <p:cNvSpPr/>
              <p:nvPr/>
            </p:nvSpPr>
            <p:spPr>
              <a:xfrm>
                <a:off x="16529944" y="1569089"/>
                <a:ext cx="50120" cy="150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6">
                    <a:moveTo>
                      <a:pt x="0" y="1426"/>
                    </a:moveTo>
                    <a:lnTo>
                      <a:pt x="2875" y="1576"/>
                    </a:lnTo>
                    <a:lnTo>
                      <a:pt x="5262" y="1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12" name="Surface mesh patch"/>
              <p:cNvSpPr/>
              <p:nvPr/>
            </p:nvSpPr>
            <p:spPr>
              <a:xfrm>
                <a:off x="16580063" y="1553188"/>
                <a:ext cx="50120" cy="19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2">
                    <a:moveTo>
                      <a:pt x="0" y="1772"/>
                    </a:moveTo>
                    <a:lnTo>
                      <a:pt x="2875" y="2042"/>
                    </a:lnTo>
                    <a:lnTo>
                      <a:pt x="5262" y="2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13" name="Surface mesh patch"/>
              <p:cNvSpPr/>
              <p:nvPr/>
            </p:nvSpPr>
            <p:spPr>
              <a:xfrm>
                <a:off x="16630183" y="1535301"/>
                <a:ext cx="50120" cy="240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2079"/>
                    </a:moveTo>
                    <a:lnTo>
                      <a:pt x="2875" y="2520"/>
                    </a:lnTo>
                    <a:lnTo>
                      <a:pt x="5262" y="3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14" name="Surface mesh patch"/>
              <p:cNvSpPr/>
              <p:nvPr/>
            </p:nvSpPr>
            <p:spPr>
              <a:xfrm>
                <a:off x="16680302" y="1516386"/>
                <a:ext cx="50120" cy="27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13">
                    <a:moveTo>
                      <a:pt x="0" y="2344"/>
                    </a:moveTo>
                    <a:lnTo>
                      <a:pt x="2875" y="2913"/>
                    </a:lnTo>
                    <a:lnTo>
                      <a:pt x="5262" y="4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6fd"/>
              </a:solidFill>
              <a:ln w="3334" cap="flat" cmpd="sng" algn="ctr">
                <a:solidFill>
                  <a:srgbClr val="a9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15" name="Surface mesh patch"/>
              <p:cNvSpPr/>
              <p:nvPr/>
            </p:nvSpPr>
            <p:spPr>
              <a:xfrm>
                <a:off x="16730422" y="1496539"/>
                <a:ext cx="50120" cy="298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39">
                    <a:moveTo>
                      <a:pt x="0" y="2569"/>
                    </a:moveTo>
                    <a:lnTo>
                      <a:pt x="2875" y="3139"/>
                    </a:lnTo>
                    <a:lnTo>
                      <a:pt x="5262" y="4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16" name="Surface mesh patch"/>
              <p:cNvSpPr/>
              <p:nvPr/>
            </p:nvSpPr>
            <p:spPr>
              <a:xfrm>
                <a:off x="16780542" y="1474997"/>
                <a:ext cx="50120" cy="296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7">
                    <a:moveTo>
                      <a:pt x="0" y="2757"/>
                    </a:moveTo>
                    <a:lnTo>
                      <a:pt x="2875" y="3117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17" name="Surface mesh patch"/>
              <p:cNvSpPr/>
              <p:nvPr/>
            </p:nvSpPr>
            <p:spPr>
              <a:xfrm>
                <a:off x="16830661" y="1447307"/>
                <a:ext cx="50120" cy="304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98">
                    <a:moveTo>
                      <a:pt x="0" y="3198"/>
                    </a:moveTo>
                    <a:lnTo>
                      <a:pt x="2875" y="3019"/>
                    </a:lnTo>
                    <a:lnTo>
                      <a:pt x="5262" y="0"/>
                    </a:lnTo>
                    <a:lnTo>
                      <a:pt x="2387" y="278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18" name="Surface mesh patch"/>
              <p:cNvSpPr/>
              <p:nvPr/>
            </p:nvSpPr>
            <p:spPr>
              <a:xfrm>
                <a:off x="16880781" y="1404205"/>
                <a:ext cx="50120" cy="43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25">
                    <a:moveTo>
                      <a:pt x="0" y="4525"/>
                    </a:moveTo>
                    <a:lnTo>
                      <a:pt x="2875" y="3282"/>
                    </a:lnTo>
                    <a:lnTo>
                      <a:pt x="5262" y="0"/>
                    </a:lnTo>
                    <a:lnTo>
                      <a:pt x="2387" y="1439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19" name="Surface mesh patch"/>
              <p:cNvSpPr/>
              <p:nvPr/>
            </p:nvSpPr>
            <p:spPr>
              <a:xfrm>
                <a:off x="16930901" y="1340088"/>
                <a:ext cx="50120" cy="641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31">
                    <a:moveTo>
                      <a:pt x="0" y="6731"/>
                    </a:moveTo>
                    <a:lnTo>
                      <a:pt x="2875" y="3663"/>
                    </a:lnTo>
                    <a:lnTo>
                      <a:pt x="5262" y="0"/>
                    </a:lnTo>
                    <a:lnTo>
                      <a:pt x="2387" y="3437"/>
                    </a:lnTo>
                    <a:close/>
                  </a:path>
                </a:pathLst>
              </a:custGeom>
              <a:solidFill>
                <a:srgbClr val="d8e1f2"/>
              </a:solidFill>
              <a:ln w="3334" cap="flat" cmpd="sng" algn="ctr">
                <a:solidFill>
                  <a:srgbClr val="d8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20" name="Surface mesh patch"/>
              <p:cNvSpPr/>
              <p:nvPr/>
            </p:nvSpPr>
            <p:spPr>
              <a:xfrm>
                <a:off x="16981020" y="1245987"/>
                <a:ext cx="50120" cy="94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9">
                    <a:moveTo>
                      <a:pt x="0" y="9879"/>
                    </a:moveTo>
                    <a:lnTo>
                      <a:pt x="2875" y="4114"/>
                    </a:lnTo>
                    <a:lnTo>
                      <a:pt x="5262" y="0"/>
                    </a:lnTo>
                    <a:lnTo>
                      <a:pt x="2387" y="6331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21" name="Surface mesh patch"/>
              <p:cNvSpPr/>
              <p:nvPr/>
            </p:nvSpPr>
            <p:spPr>
              <a:xfrm>
                <a:off x="17031140" y="1117916"/>
                <a:ext cx="50120" cy="1280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46">
                    <a:moveTo>
                      <a:pt x="0" y="13446"/>
                    </a:moveTo>
                    <a:lnTo>
                      <a:pt x="2875" y="4417"/>
                    </a:lnTo>
                    <a:lnTo>
                      <a:pt x="5262" y="0"/>
                    </a:lnTo>
                    <a:lnTo>
                      <a:pt x="2387" y="9699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22" name="Surface mesh patch"/>
              <p:cNvSpPr/>
              <p:nvPr/>
            </p:nvSpPr>
            <p:spPr>
              <a:xfrm>
                <a:off x="17081260" y="964420"/>
                <a:ext cx="50120" cy="1534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15">
                    <a:moveTo>
                      <a:pt x="0" y="16115"/>
                    </a:moveTo>
                    <a:lnTo>
                      <a:pt x="2875" y="4197"/>
                    </a:lnTo>
                    <a:lnTo>
                      <a:pt x="5262" y="0"/>
                    </a:lnTo>
                    <a:lnTo>
                      <a:pt x="2387" y="12482"/>
                    </a:lnTo>
                    <a:close/>
                  </a:path>
                </a:pathLst>
              </a:custGeom>
              <a:solidFill>
                <a:srgbClr val="faa88d"/>
              </a:solidFill>
              <a:ln w="3334" cap="flat" cmpd="sng" algn="ctr">
                <a:solidFill>
                  <a:srgbClr val="faa8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23" name="Surface mesh patch"/>
              <p:cNvSpPr/>
              <p:nvPr/>
            </p:nvSpPr>
            <p:spPr>
              <a:xfrm>
                <a:off x="17131379" y="810997"/>
                <a:ext cx="50120" cy="1534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07">
                    <a:moveTo>
                      <a:pt x="0" y="16107"/>
                    </a:moveTo>
                    <a:lnTo>
                      <a:pt x="2875" y="3089"/>
                    </a:lnTo>
                    <a:lnTo>
                      <a:pt x="5262" y="0"/>
                    </a:lnTo>
                    <a:lnTo>
                      <a:pt x="2387" y="13251"/>
                    </a:lnTo>
                    <a:close/>
                  </a:path>
                </a:pathLst>
              </a:custGeom>
              <a:solidFill>
                <a:srgbClr val="eb7464"/>
              </a:solidFill>
              <a:ln w="3334" cap="flat" cmpd="sng" algn="ctr">
                <a:solidFill>
                  <a:srgbClr val="eb74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24" name="Surface mesh patch"/>
              <p:cNvSpPr/>
              <p:nvPr/>
            </p:nvSpPr>
            <p:spPr>
              <a:xfrm>
                <a:off x="17181499" y="695502"/>
                <a:ext cx="50120" cy="1154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25">
                    <a:moveTo>
                      <a:pt x="0" y="12125"/>
                    </a:moveTo>
                    <a:lnTo>
                      <a:pt x="2875" y="1021"/>
                    </a:lnTo>
                    <a:lnTo>
                      <a:pt x="5262" y="0"/>
                    </a:lnTo>
                    <a:lnTo>
                      <a:pt x="2387" y="10944"/>
                    </a:lnTo>
                    <a:close/>
                  </a:path>
                </a:pathLst>
              </a:custGeom>
              <a:solidFill>
                <a:srgbClr val="d0373e"/>
              </a:solidFill>
              <a:ln w="3334" cap="flat" cmpd="sng" algn="ctr">
                <a:solidFill>
                  <a:srgbClr val="d0373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25" name="Surface mesh patch"/>
              <p:cNvSpPr/>
              <p:nvPr/>
            </p:nvSpPr>
            <p:spPr>
              <a:xfrm>
                <a:off x="17231619" y="638175"/>
                <a:ext cx="50120" cy="693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80">
                    <a:moveTo>
                      <a:pt x="0" y="6019"/>
                    </a:moveTo>
                    <a:lnTo>
                      <a:pt x="2875" y="0"/>
                    </a:lnTo>
                    <a:lnTo>
                      <a:pt x="5262" y="1603"/>
                    </a:lnTo>
                    <a:lnTo>
                      <a:pt x="2387" y="728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26" name="Surface mesh patch"/>
              <p:cNvSpPr/>
              <p:nvPr/>
            </p:nvSpPr>
            <p:spPr>
              <a:xfrm>
                <a:off x="17281738" y="653443"/>
                <a:ext cx="50120" cy="46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7">
                    <a:moveTo>
                      <a:pt x="0" y="0"/>
                    </a:moveTo>
                    <a:lnTo>
                      <a:pt x="2875" y="924"/>
                    </a:lnTo>
                    <a:lnTo>
                      <a:pt x="5262" y="4927"/>
                    </a:lnTo>
                    <a:lnTo>
                      <a:pt x="2387" y="389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27" name="Surface mesh patch"/>
              <p:cNvSpPr/>
              <p:nvPr/>
            </p:nvSpPr>
            <p:spPr>
              <a:xfrm>
                <a:off x="17331858" y="700376"/>
                <a:ext cx="50120" cy="1225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4">
                    <a:moveTo>
                      <a:pt x="0" y="0"/>
                    </a:moveTo>
                    <a:lnTo>
                      <a:pt x="2875" y="7454"/>
                    </a:lnTo>
                    <a:lnTo>
                      <a:pt x="5262" y="12864"/>
                    </a:lnTo>
                    <a:lnTo>
                      <a:pt x="2387" y="5893"/>
                    </a:lnTo>
                    <a:close/>
                  </a:path>
                </a:pathLst>
              </a:custGeom>
              <a:solidFill>
                <a:srgbClr val="d33e42"/>
              </a:solidFill>
              <a:ln w="3334" cap="flat" cmpd="sng" algn="ctr">
                <a:solidFill>
                  <a:srgbClr val="d33e4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28" name="Surface mesh patch"/>
              <p:cNvSpPr/>
              <p:nvPr/>
            </p:nvSpPr>
            <p:spPr>
              <a:xfrm>
                <a:off x="17381977" y="822903"/>
                <a:ext cx="50120" cy="1619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1">
                    <a:moveTo>
                      <a:pt x="0" y="0"/>
                    </a:moveTo>
                    <a:lnTo>
                      <a:pt x="2875" y="11532"/>
                    </a:lnTo>
                    <a:lnTo>
                      <a:pt x="5262" y="17001"/>
                    </a:lnTo>
                    <a:lnTo>
                      <a:pt x="2387" y="6639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29" name="Surface mesh patch"/>
              <p:cNvSpPr/>
              <p:nvPr/>
            </p:nvSpPr>
            <p:spPr>
              <a:xfrm>
                <a:off x="17432097" y="984840"/>
                <a:ext cx="50120" cy="1595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48">
                    <a:moveTo>
                      <a:pt x="0" y="0"/>
                    </a:moveTo>
                    <a:lnTo>
                      <a:pt x="2875" y="12365"/>
                    </a:lnTo>
                    <a:lnTo>
                      <a:pt x="5262" y="16748"/>
                    </a:lnTo>
                    <a:lnTo>
                      <a:pt x="2387" y="6014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30" name="Surface mesh patch"/>
              <p:cNvSpPr/>
              <p:nvPr/>
            </p:nvSpPr>
            <p:spPr>
              <a:xfrm>
                <a:off x="17482217" y="1144366"/>
                <a:ext cx="50120" cy="1264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80">
                    <a:moveTo>
                      <a:pt x="0" y="0"/>
                    </a:moveTo>
                    <a:lnTo>
                      <a:pt x="2875" y="10565"/>
                    </a:lnTo>
                    <a:lnTo>
                      <a:pt x="5262" y="13280"/>
                    </a:lnTo>
                    <a:lnTo>
                      <a:pt x="2387" y="4419"/>
                    </a:lnTo>
                    <a:close/>
                  </a:path>
                </a:pathLst>
              </a:custGeom>
              <a:solidFill>
                <a:srgbClr val="f7d3bb"/>
              </a:solidFill>
              <a:ln w="3334" cap="flat" cmpd="sng" algn="ctr">
                <a:solidFill>
                  <a:srgbClr val="f7d3b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31" name="Surface mesh patch"/>
              <p:cNvSpPr/>
              <p:nvPr/>
            </p:nvSpPr>
            <p:spPr>
              <a:xfrm>
                <a:off x="17532336" y="1270861"/>
                <a:ext cx="50120" cy="815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61">
                    <a:moveTo>
                      <a:pt x="0" y="0"/>
                    </a:moveTo>
                    <a:lnTo>
                      <a:pt x="2875" y="7506"/>
                    </a:lnTo>
                    <a:lnTo>
                      <a:pt x="5262" y="8561"/>
                    </a:lnTo>
                    <a:lnTo>
                      <a:pt x="2387" y="2491"/>
                    </a:lnTo>
                    <a:close/>
                  </a:path>
                </a:pathLst>
              </a:custGeom>
              <a:solidFill>
                <a:srgbClr val="e1dfe5"/>
              </a:solidFill>
              <a:ln w="3334" cap="flat" cmpd="sng" algn="ctr">
                <a:solidFill>
                  <a:srgbClr val="e1df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32" name="Surface mesh patch"/>
              <p:cNvSpPr/>
              <p:nvPr/>
            </p:nvSpPr>
            <p:spPr>
              <a:xfrm>
                <a:off x="17582456" y="1352405"/>
                <a:ext cx="50120" cy="427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7">
                    <a:moveTo>
                      <a:pt x="0" y="0"/>
                    </a:moveTo>
                    <a:lnTo>
                      <a:pt x="2875" y="4487"/>
                    </a:lnTo>
                    <a:lnTo>
                      <a:pt x="5262" y="4258"/>
                    </a:lnTo>
                    <a:lnTo>
                      <a:pt x="2387" y="779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33" name="Surface mesh patch"/>
              <p:cNvSpPr/>
              <p:nvPr/>
            </p:nvSpPr>
            <p:spPr>
              <a:xfrm>
                <a:off x="17632576" y="1388749"/>
                <a:ext cx="50120" cy="255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87">
                    <a:moveTo>
                      <a:pt x="0" y="442"/>
                    </a:moveTo>
                    <a:lnTo>
                      <a:pt x="2875" y="2687"/>
                    </a:lnTo>
                    <a:lnTo>
                      <a:pt x="5262" y="16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34" name="Surface mesh patch"/>
              <p:cNvSpPr/>
              <p:nvPr/>
            </p:nvSpPr>
            <p:spPr>
              <a:xfrm>
                <a:off x="17682695" y="1393655"/>
                <a:ext cx="50120" cy="199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0">
                    <a:moveTo>
                      <a:pt x="0" y="1145"/>
                    </a:moveTo>
                    <a:lnTo>
                      <a:pt x="2875" y="2090"/>
                    </a:lnTo>
                    <a:lnTo>
                      <a:pt x="5262" y="6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35" name="Surface mesh patch"/>
              <p:cNvSpPr/>
              <p:nvPr/>
            </p:nvSpPr>
            <p:spPr>
              <a:xfrm>
                <a:off x="17732815" y="1386522"/>
                <a:ext cx="50120" cy="17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2">
                    <a:moveTo>
                      <a:pt x="0" y="1435"/>
                    </a:moveTo>
                    <a:lnTo>
                      <a:pt x="2875" y="1862"/>
                    </a:lnTo>
                    <a:lnTo>
                      <a:pt x="5262" y="3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36" name="Surface mesh patch"/>
              <p:cNvSpPr/>
              <p:nvPr/>
            </p:nvSpPr>
            <p:spPr>
              <a:xfrm>
                <a:off x="17782935" y="1376321"/>
                <a:ext cx="50120" cy="179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3">
                    <a:moveTo>
                      <a:pt x="0" y="1453"/>
                    </a:moveTo>
                    <a:lnTo>
                      <a:pt x="2875" y="1883"/>
                    </a:lnTo>
                    <a:lnTo>
                      <a:pt x="5262" y="5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37" name="Surface mesh patch"/>
              <p:cNvSpPr/>
              <p:nvPr/>
            </p:nvSpPr>
            <p:spPr>
              <a:xfrm>
                <a:off x="17833054" y="1368667"/>
                <a:ext cx="50120" cy="19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4">
                    <a:moveTo>
                      <a:pt x="0" y="1313"/>
                    </a:moveTo>
                    <a:lnTo>
                      <a:pt x="2875" y="2044"/>
                    </a:lnTo>
                    <a:lnTo>
                      <a:pt x="5262" y="8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38" name="Surface mesh patch"/>
              <p:cNvSpPr/>
              <p:nvPr/>
            </p:nvSpPr>
            <p:spPr>
              <a:xfrm>
                <a:off x="15955896" y="1512968"/>
                <a:ext cx="50120" cy="23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6">
                    <a:moveTo>
                      <a:pt x="0" y="580"/>
                    </a:moveTo>
                    <a:lnTo>
                      <a:pt x="2875" y="2506"/>
                    </a:lnTo>
                    <a:lnTo>
                      <a:pt x="5262" y="18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39" name="Surface mesh patch"/>
              <p:cNvSpPr/>
              <p:nvPr/>
            </p:nvSpPr>
            <p:spPr>
              <a:xfrm>
                <a:off x="16006015" y="1525163"/>
                <a:ext cx="50120" cy="22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3">
                    <a:moveTo>
                      <a:pt x="0" y="619"/>
                    </a:moveTo>
                    <a:lnTo>
                      <a:pt x="2875" y="2323"/>
                    </a:lnTo>
                    <a:lnTo>
                      <a:pt x="5262" y="1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dfd"/>
              </a:solidFill>
              <a:ln w="3334" cap="flat" cmpd="sng" algn="ctr">
                <a:solidFill>
                  <a:srgbClr val="b0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40" name="Surface mesh patch"/>
              <p:cNvSpPr/>
              <p:nvPr/>
            </p:nvSpPr>
            <p:spPr>
              <a:xfrm>
                <a:off x="16056135" y="1535517"/>
                <a:ext cx="50120" cy="20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9">
                    <a:moveTo>
                      <a:pt x="0" y="617"/>
                    </a:moveTo>
                    <a:lnTo>
                      <a:pt x="2875" y="2109"/>
                    </a:lnTo>
                    <a:lnTo>
                      <a:pt x="5262" y="15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41" name="Surface mesh patch"/>
              <p:cNvSpPr/>
              <p:nvPr/>
            </p:nvSpPr>
            <p:spPr>
              <a:xfrm>
                <a:off x="16106255" y="1545013"/>
                <a:ext cx="50120" cy="17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4">
                    <a:moveTo>
                      <a:pt x="0" y="549"/>
                    </a:moveTo>
                    <a:lnTo>
                      <a:pt x="2875" y="1874"/>
                    </a:lnTo>
                    <a:lnTo>
                      <a:pt x="5262" y="1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42" name="Surface mesh patch"/>
              <p:cNvSpPr/>
              <p:nvPr/>
            </p:nvSpPr>
            <p:spPr>
              <a:xfrm>
                <a:off x="16156374" y="1554795"/>
                <a:ext cx="50120" cy="153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6">
                    <a:moveTo>
                      <a:pt x="0" y="414"/>
                    </a:moveTo>
                    <a:lnTo>
                      <a:pt x="2875" y="1616"/>
                    </a:lnTo>
                    <a:lnTo>
                      <a:pt x="5262" y="13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43" name="Surface mesh patch"/>
              <p:cNvSpPr/>
              <p:nvPr/>
            </p:nvSpPr>
            <p:spPr>
              <a:xfrm>
                <a:off x="16206494" y="1565460"/>
                <a:ext cx="50120" cy="127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35">
                    <a:moveTo>
                      <a:pt x="0" y="249"/>
                    </a:moveTo>
                    <a:lnTo>
                      <a:pt x="2875" y="1335"/>
                    </a:lnTo>
                    <a:lnTo>
                      <a:pt x="5262" y="12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44" name="Surface mesh patch"/>
              <p:cNvSpPr/>
              <p:nvPr/>
            </p:nvSpPr>
            <p:spPr>
              <a:xfrm>
                <a:off x="16256613" y="1576543"/>
                <a:ext cx="50120" cy="10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1">
                    <a:moveTo>
                      <a:pt x="0" y="113"/>
                    </a:moveTo>
                    <a:lnTo>
                      <a:pt x="2875" y="1046"/>
                    </a:lnTo>
                    <a:lnTo>
                      <a:pt x="5262" y="1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45" name="Surface mesh patch"/>
              <p:cNvSpPr/>
              <p:nvPr/>
            </p:nvSpPr>
            <p:spPr>
              <a:xfrm>
                <a:off x="16306733" y="1586511"/>
                <a:ext cx="50120" cy="8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2">
                    <a:moveTo>
                      <a:pt x="0" y="65"/>
                    </a:moveTo>
                    <a:lnTo>
                      <a:pt x="2875" y="792"/>
                    </a:lnTo>
                    <a:lnTo>
                      <a:pt x="5262" y="8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46" name="Surface mesh patch"/>
              <p:cNvSpPr/>
              <p:nvPr/>
            </p:nvSpPr>
            <p:spPr>
              <a:xfrm>
                <a:off x="16356853" y="1593310"/>
                <a:ext cx="50120" cy="6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9">
                    <a:moveTo>
                      <a:pt x="0" y="148"/>
                    </a:moveTo>
                    <a:lnTo>
                      <a:pt x="2875" y="639"/>
                    </a:lnTo>
                    <a:lnTo>
                      <a:pt x="5262" y="5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47" name="Surface mesh patch"/>
              <p:cNvSpPr/>
              <p:nvPr/>
            </p:nvSpPr>
            <p:spPr>
              <a:xfrm>
                <a:off x="16406972" y="1595207"/>
                <a:ext cx="50120" cy="62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9">
                    <a:moveTo>
                      <a:pt x="0" y="367"/>
                    </a:moveTo>
                    <a:lnTo>
                      <a:pt x="2875" y="659"/>
                    </a:lnTo>
                    <a:lnTo>
                      <a:pt x="5262" y="3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48" name="Surface mesh patch"/>
              <p:cNvSpPr/>
              <p:nvPr/>
            </p:nvSpPr>
            <p:spPr>
              <a:xfrm>
                <a:off x="16457092" y="1591493"/>
                <a:ext cx="50120" cy="8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1">
                    <a:moveTo>
                      <a:pt x="0" y="693"/>
                    </a:moveTo>
                    <a:lnTo>
                      <a:pt x="2875" y="891"/>
                    </a:lnTo>
                    <a:lnTo>
                      <a:pt x="5262" y="1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49" name="Surface mesh patch"/>
              <p:cNvSpPr/>
              <p:nvPr/>
            </p:nvSpPr>
            <p:spPr>
              <a:xfrm>
                <a:off x="16507212" y="1582671"/>
                <a:ext cx="50120" cy="12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1">
                    <a:moveTo>
                      <a:pt x="0" y="1079"/>
                    </a:moveTo>
                    <a:lnTo>
                      <a:pt x="2875" y="1321"/>
                    </a:lnTo>
                    <a:lnTo>
                      <a:pt x="5262" y="1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50" name="Surface mesh patch"/>
              <p:cNvSpPr/>
              <p:nvPr/>
            </p:nvSpPr>
            <p:spPr>
              <a:xfrm>
                <a:off x="16557331" y="1570063"/>
                <a:ext cx="50120" cy="17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1473"/>
                    </a:moveTo>
                    <a:lnTo>
                      <a:pt x="2875" y="1876"/>
                    </a:lnTo>
                    <a:lnTo>
                      <a:pt x="5262" y="2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51" name="Surface mesh patch"/>
              <p:cNvSpPr/>
              <p:nvPr/>
            </p:nvSpPr>
            <p:spPr>
              <a:xfrm>
                <a:off x="16607451" y="1555105"/>
                <a:ext cx="50120" cy="232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4">
                    <a:moveTo>
                      <a:pt x="0" y="1841"/>
                    </a:moveTo>
                    <a:lnTo>
                      <a:pt x="2875" y="2444"/>
                    </a:lnTo>
                    <a:lnTo>
                      <a:pt x="5262" y="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52" name="Surface mesh patch"/>
              <p:cNvSpPr/>
              <p:nvPr/>
            </p:nvSpPr>
            <p:spPr>
              <a:xfrm>
                <a:off x="16657571" y="1538716"/>
                <a:ext cx="50120" cy="277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09">
                    <a:moveTo>
                      <a:pt x="0" y="2161"/>
                    </a:moveTo>
                    <a:lnTo>
                      <a:pt x="2875" y="2909"/>
                    </a:lnTo>
                    <a:lnTo>
                      <a:pt x="5262" y="5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53" name="Surface mesh patch"/>
              <p:cNvSpPr/>
              <p:nvPr/>
            </p:nvSpPr>
            <p:spPr>
              <a:xfrm>
                <a:off x="16707690" y="1521009"/>
                <a:ext cx="50120" cy="302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78">
                    <a:moveTo>
                      <a:pt x="0" y="2428"/>
                    </a:moveTo>
                    <a:lnTo>
                      <a:pt x="2875" y="3178"/>
                    </a:lnTo>
                    <a:lnTo>
                      <a:pt x="5262" y="5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7fd"/>
              </a:solidFill>
              <a:ln w="3334" cap="flat" cmpd="sng" algn="ctr">
                <a:solidFill>
                  <a:srgbClr val="aa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54" name="Surface mesh patch"/>
              <p:cNvSpPr/>
              <p:nvPr/>
            </p:nvSpPr>
            <p:spPr>
              <a:xfrm>
                <a:off x="16757810" y="1501257"/>
                <a:ext cx="50120" cy="303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82">
                    <a:moveTo>
                      <a:pt x="0" y="2643"/>
                    </a:moveTo>
                    <a:lnTo>
                      <a:pt x="2875" y="3182"/>
                    </a:lnTo>
                    <a:lnTo>
                      <a:pt x="5262" y="3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55" name="Surface mesh patch"/>
              <p:cNvSpPr/>
              <p:nvPr/>
            </p:nvSpPr>
            <p:spPr>
              <a:xfrm>
                <a:off x="16807930" y="1476061"/>
                <a:ext cx="50120" cy="28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9">
                    <a:moveTo>
                      <a:pt x="0" y="3006"/>
                    </a:moveTo>
                    <a:lnTo>
                      <a:pt x="2875" y="3029"/>
                    </a:lnTo>
                    <a:lnTo>
                      <a:pt x="5262" y="0"/>
                    </a:lnTo>
                    <a:lnTo>
                      <a:pt x="2387" y="17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56" name="Surface mesh patch"/>
              <p:cNvSpPr/>
              <p:nvPr/>
            </p:nvSpPr>
            <p:spPr>
              <a:xfrm>
                <a:off x="16858049" y="1435470"/>
                <a:ext cx="50120" cy="405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62">
                    <a:moveTo>
                      <a:pt x="0" y="4262"/>
                    </a:moveTo>
                    <a:lnTo>
                      <a:pt x="2875" y="3310"/>
                    </a:lnTo>
                    <a:lnTo>
                      <a:pt x="5262" y="0"/>
                    </a:lnTo>
                    <a:lnTo>
                      <a:pt x="2387" y="124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57" name="Surface mesh patch"/>
              <p:cNvSpPr/>
              <p:nvPr/>
            </p:nvSpPr>
            <p:spPr>
              <a:xfrm>
                <a:off x="16908169" y="1374981"/>
                <a:ext cx="50120" cy="604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51">
                    <a:moveTo>
                      <a:pt x="0" y="6351"/>
                    </a:moveTo>
                    <a:lnTo>
                      <a:pt x="2875" y="3753"/>
                    </a:lnTo>
                    <a:lnTo>
                      <a:pt x="5262" y="0"/>
                    </a:lnTo>
                    <a:lnTo>
                      <a:pt x="2387" y="3068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58" name="Surface mesh patch"/>
              <p:cNvSpPr/>
              <p:nvPr/>
            </p:nvSpPr>
            <p:spPr>
              <a:xfrm>
                <a:off x="16958288" y="1285173"/>
                <a:ext cx="50120" cy="89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29">
                    <a:moveTo>
                      <a:pt x="0" y="9429"/>
                    </a:moveTo>
                    <a:lnTo>
                      <a:pt x="2875" y="4372"/>
                    </a:lnTo>
                    <a:lnTo>
                      <a:pt x="5262" y="0"/>
                    </a:lnTo>
                    <a:lnTo>
                      <a:pt x="2387" y="5765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59" name="Surface mesh patch"/>
              <p:cNvSpPr/>
              <p:nvPr/>
            </p:nvSpPr>
            <p:spPr>
              <a:xfrm>
                <a:off x="17008408" y="1159990"/>
                <a:ext cx="50120" cy="125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43">
                    <a:moveTo>
                      <a:pt x="0" y="13143"/>
                    </a:moveTo>
                    <a:lnTo>
                      <a:pt x="2875" y="5014"/>
                    </a:lnTo>
                    <a:lnTo>
                      <a:pt x="5262" y="0"/>
                    </a:lnTo>
                    <a:lnTo>
                      <a:pt x="2387" y="9029"/>
                    </a:lnTo>
                    <a:close/>
                  </a:path>
                </a:pathLst>
              </a:custGeom>
              <a:solidFill>
                <a:srgbClr val="fad2b6"/>
              </a:solidFill>
              <a:ln w="3334" cap="flat" cmpd="sng" algn="ctr">
                <a:solidFill>
                  <a:srgbClr val="fad2b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60" name="Surface mesh patch"/>
              <p:cNvSpPr/>
              <p:nvPr/>
            </p:nvSpPr>
            <p:spPr>
              <a:xfrm>
                <a:off x="17058528" y="1004393"/>
                <a:ext cx="50120" cy="1555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36">
                    <a:moveTo>
                      <a:pt x="0" y="16336"/>
                    </a:moveTo>
                    <a:lnTo>
                      <a:pt x="2875" y="5319"/>
                    </a:lnTo>
                    <a:lnTo>
                      <a:pt x="5262" y="0"/>
                    </a:lnTo>
                    <a:lnTo>
                      <a:pt x="2387" y="11918"/>
                    </a:lnTo>
                    <a:close/>
                  </a:path>
                </a:pathLst>
              </a:custGeom>
              <a:solidFill>
                <a:srgbClr val="fab094"/>
              </a:solidFill>
              <a:ln w="3334" cap="flat" cmpd="sng" algn="ctr">
                <a:solidFill>
                  <a:srgbClr val="fab09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61" name="Surface mesh patch"/>
              <p:cNvSpPr/>
              <p:nvPr/>
            </p:nvSpPr>
            <p:spPr>
              <a:xfrm>
                <a:off x="17108647" y="840420"/>
                <a:ext cx="50120" cy="1639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15">
                    <a:moveTo>
                      <a:pt x="0" y="17215"/>
                    </a:moveTo>
                    <a:lnTo>
                      <a:pt x="2875" y="4837"/>
                    </a:lnTo>
                    <a:lnTo>
                      <a:pt x="5262" y="0"/>
                    </a:lnTo>
                    <a:lnTo>
                      <a:pt x="2387" y="13018"/>
                    </a:lnTo>
                    <a:close/>
                  </a:path>
                </a:pathLst>
              </a:custGeom>
              <a:solidFill>
                <a:srgbClr val="f07f6c"/>
              </a:solidFill>
              <a:ln w="3334" cap="flat" cmpd="sng" algn="ctr">
                <a:solidFill>
                  <a:srgbClr val="f07f6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62" name="Surface mesh patch"/>
              <p:cNvSpPr/>
              <p:nvPr/>
            </p:nvSpPr>
            <p:spPr>
              <a:xfrm>
                <a:off x="17158767" y="705227"/>
                <a:ext cx="50120" cy="1351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94">
                    <a:moveTo>
                      <a:pt x="0" y="14194"/>
                    </a:moveTo>
                    <a:lnTo>
                      <a:pt x="2875" y="3302"/>
                    </a:lnTo>
                    <a:lnTo>
                      <a:pt x="5262" y="0"/>
                    </a:lnTo>
                    <a:lnTo>
                      <a:pt x="2387" y="11104"/>
                    </a:lnTo>
                    <a:close/>
                  </a:path>
                </a:pathLst>
              </a:custGeom>
              <a:solidFill>
                <a:srgbClr val="d23c40"/>
              </a:solidFill>
              <a:ln w="3334" cap="flat" cmpd="sng" algn="ctr">
                <a:solidFill>
                  <a:srgbClr val="d23c4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63" name="Surface mesh patch"/>
              <p:cNvSpPr/>
              <p:nvPr/>
            </p:nvSpPr>
            <p:spPr>
              <a:xfrm>
                <a:off x="17208887" y="638175"/>
                <a:ext cx="50120" cy="67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0">
                    <a:moveTo>
                      <a:pt x="0" y="7040"/>
                    </a:moveTo>
                    <a:lnTo>
                      <a:pt x="2875" y="900"/>
                    </a:lnTo>
                    <a:lnTo>
                      <a:pt x="5262" y="0"/>
                    </a:lnTo>
                    <a:lnTo>
                      <a:pt x="2387" y="6019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64" name="Surface mesh patch"/>
              <p:cNvSpPr/>
              <p:nvPr/>
            </p:nvSpPr>
            <p:spPr>
              <a:xfrm>
                <a:off x="17259006" y="638175"/>
                <a:ext cx="50120" cy="240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7">
                    <a:moveTo>
                      <a:pt x="0" y="0"/>
                    </a:moveTo>
                    <a:lnTo>
                      <a:pt x="2875" y="823"/>
                    </a:lnTo>
                    <a:lnTo>
                      <a:pt x="5262" y="2527"/>
                    </a:lnTo>
                    <a:lnTo>
                      <a:pt x="2387" y="1603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65" name="Surface mesh patch"/>
              <p:cNvSpPr/>
              <p:nvPr/>
            </p:nvSpPr>
            <p:spPr>
              <a:xfrm>
                <a:off x="17309126" y="662245"/>
                <a:ext cx="50120" cy="109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57">
                    <a:moveTo>
                      <a:pt x="0" y="0"/>
                    </a:moveTo>
                    <a:lnTo>
                      <a:pt x="2875" y="7782"/>
                    </a:lnTo>
                    <a:lnTo>
                      <a:pt x="5262" y="11457"/>
                    </a:lnTo>
                    <a:lnTo>
                      <a:pt x="2387" y="4003"/>
                    </a:lnTo>
                    <a:close/>
                  </a:path>
                </a:pathLst>
              </a:custGeom>
              <a:solidFill>
                <a:srgbClr val="c82531"/>
              </a:solidFill>
              <a:ln w="3334" cap="flat" cmpd="sng" algn="ctr">
                <a:solidFill>
                  <a:srgbClr val="c8253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66" name="Surface mesh patch"/>
              <p:cNvSpPr/>
              <p:nvPr/>
            </p:nvSpPr>
            <p:spPr>
              <a:xfrm>
                <a:off x="17359246" y="771374"/>
                <a:ext cx="50120" cy="1613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42">
                    <a:moveTo>
                      <a:pt x="0" y="0"/>
                    </a:moveTo>
                    <a:lnTo>
                      <a:pt x="2875" y="12498"/>
                    </a:lnTo>
                    <a:lnTo>
                      <a:pt x="5262" y="16942"/>
                    </a:lnTo>
                    <a:lnTo>
                      <a:pt x="2387" y="5410"/>
                    </a:lnTo>
                    <a:close/>
                  </a:path>
                </a:pathLst>
              </a:custGeom>
              <a:solidFill>
                <a:srgbClr val="e3635a"/>
              </a:solidFill>
              <a:ln w="3334" cap="flat" cmpd="sng" algn="ctr">
                <a:solidFill>
                  <a:srgbClr val="e3635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67" name="Surface mesh patch"/>
              <p:cNvSpPr/>
              <p:nvPr/>
            </p:nvSpPr>
            <p:spPr>
              <a:xfrm>
                <a:off x="17409365" y="932748"/>
                <a:ext cx="50120" cy="169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4">
                    <a:moveTo>
                      <a:pt x="0" y="0"/>
                    </a:moveTo>
                    <a:lnTo>
                      <a:pt x="2875" y="13852"/>
                    </a:lnTo>
                    <a:lnTo>
                      <a:pt x="5262" y="17834"/>
                    </a:lnTo>
                    <a:lnTo>
                      <a:pt x="2387" y="5469"/>
                    </a:lnTo>
                    <a:close/>
                  </a:path>
                </a:pathLst>
              </a:custGeom>
              <a:solidFill>
                <a:srgbClr val="faa388"/>
              </a:solidFill>
              <a:ln w="3334" cap="flat" cmpd="sng" algn="ctr">
                <a:solidFill>
                  <a:srgbClr val="faa38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68" name="Surface mesh patch"/>
              <p:cNvSpPr/>
              <p:nvPr/>
            </p:nvSpPr>
            <p:spPr>
              <a:xfrm>
                <a:off x="17459485" y="1102618"/>
                <a:ext cx="50120" cy="1423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47">
                    <a:moveTo>
                      <a:pt x="0" y="0"/>
                    </a:moveTo>
                    <a:lnTo>
                      <a:pt x="2875" y="12233"/>
                    </a:lnTo>
                    <a:lnTo>
                      <a:pt x="5262" y="14947"/>
                    </a:lnTo>
                    <a:lnTo>
                      <a:pt x="2387" y="4383"/>
                    </a:lnTo>
                    <a:close/>
                  </a:path>
                </a:pathLst>
              </a:custGeom>
              <a:solidFill>
                <a:srgbClr val="fbcaad"/>
              </a:solidFill>
              <a:ln w="3334" cap="flat" cmpd="sng" algn="ctr">
                <a:solidFill>
                  <a:srgbClr val="fbcaa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69" name="Surface mesh patch"/>
              <p:cNvSpPr/>
              <p:nvPr/>
            </p:nvSpPr>
            <p:spPr>
              <a:xfrm>
                <a:off x="17509605" y="1244993"/>
                <a:ext cx="50120" cy="973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22">
                    <a:moveTo>
                      <a:pt x="0" y="0"/>
                    </a:moveTo>
                    <a:lnTo>
                      <a:pt x="2875" y="8999"/>
                    </a:lnTo>
                    <a:lnTo>
                      <a:pt x="5262" y="10222"/>
                    </a:lnTo>
                    <a:lnTo>
                      <a:pt x="2387" y="2716"/>
                    </a:lnTo>
                    <a:close/>
                  </a:path>
                </a:pathLst>
              </a:custGeom>
              <a:solidFill>
                <a:srgbClr val="e7dcd9"/>
              </a:solidFill>
              <a:ln w="3334" cap="flat" cmpd="sng" algn="ctr">
                <a:solidFill>
                  <a:srgbClr val="e7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70" name="Surface mesh patch"/>
              <p:cNvSpPr/>
              <p:nvPr/>
            </p:nvSpPr>
            <p:spPr>
              <a:xfrm>
                <a:off x="17559724" y="1342353"/>
                <a:ext cx="50120" cy="532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93">
                    <a:moveTo>
                      <a:pt x="0" y="0"/>
                    </a:moveTo>
                    <a:lnTo>
                      <a:pt x="2875" y="5593"/>
                    </a:lnTo>
                    <a:lnTo>
                      <a:pt x="5262" y="5542"/>
                    </a:lnTo>
                    <a:lnTo>
                      <a:pt x="2387" y="1055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71" name="Surface mesh patch"/>
              <p:cNvSpPr/>
              <p:nvPr/>
            </p:nvSpPr>
            <p:spPr>
              <a:xfrm>
                <a:off x="17609844" y="1392964"/>
                <a:ext cx="50120" cy="300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5">
                    <a:moveTo>
                      <a:pt x="0" y="229"/>
                    </a:moveTo>
                    <a:lnTo>
                      <a:pt x="2875" y="3155"/>
                    </a:lnTo>
                    <a:lnTo>
                      <a:pt x="5262" y="22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72" name="Surface mesh patch"/>
              <p:cNvSpPr/>
              <p:nvPr/>
            </p:nvSpPr>
            <p:spPr>
              <a:xfrm>
                <a:off x="17659963" y="1404558"/>
                <a:ext cx="50120" cy="219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6">
                    <a:moveTo>
                      <a:pt x="0" y="1027"/>
                    </a:moveTo>
                    <a:lnTo>
                      <a:pt x="2875" y="2306"/>
                    </a:lnTo>
                    <a:lnTo>
                      <a:pt x="5262" y="9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73" name="Surface mesh patch"/>
              <p:cNvSpPr/>
              <p:nvPr/>
            </p:nvSpPr>
            <p:spPr>
              <a:xfrm>
                <a:off x="17710083" y="1400195"/>
                <a:ext cx="50120" cy="183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03"/>
                    </a:moveTo>
                    <a:lnTo>
                      <a:pt x="2875" y="1923"/>
                    </a:lnTo>
                    <a:lnTo>
                      <a:pt x="5262" y="4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74" name="Surface mesh patch"/>
              <p:cNvSpPr/>
              <p:nvPr/>
            </p:nvSpPr>
            <p:spPr>
              <a:xfrm>
                <a:off x="17760203" y="1390157"/>
                <a:ext cx="50120" cy="177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1480"/>
                    </a:moveTo>
                    <a:lnTo>
                      <a:pt x="2875" y="1861"/>
                    </a:lnTo>
                    <a:lnTo>
                      <a:pt x="5262" y="4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75" name="Surface mesh patch"/>
              <p:cNvSpPr/>
              <p:nvPr/>
            </p:nvSpPr>
            <p:spPr>
              <a:xfrm>
                <a:off x="17810322" y="1381170"/>
                <a:ext cx="50120" cy="188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2">
                    <a:moveTo>
                      <a:pt x="0" y="1374"/>
                    </a:moveTo>
                    <a:lnTo>
                      <a:pt x="2875" y="1982"/>
                    </a:lnTo>
                    <a:lnTo>
                      <a:pt x="5262" y="7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76" name="Surface mesh patch"/>
              <p:cNvSpPr/>
              <p:nvPr/>
            </p:nvSpPr>
            <p:spPr>
              <a:xfrm>
                <a:off x="17860442" y="1376926"/>
                <a:ext cx="50120" cy="208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5">
                    <a:moveTo>
                      <a:pt x="0" y="1177"/>
                    </a:moveTo>
                    <a:lnTo>
                      <a:pt x="2875" y="2185"/>
                    </a:lnTo>
                    <a:lnTo>
                      <a:pt x="5262" y="11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77" name="Surface mesh patch"/>
              <p:cNvSpPr/>
              <p:nvPr/>
            </p:nvSpPr>
            <p:spPr>
              <a:xfrm>
                <a:off x="15933164" y="1518490"/>
                <a:ext cx="50120" cy="240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4">
                    <a:moveTo>
                      <a:pt x="0" y="564"/>
                    </a:moveTo>
                    <a:lnTo>
                      <a:pt x="2875" y="2524"/>
                    </a:lnTo>
                    <a:lnTo>
                      <a:pt x="5262" y="19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78" name="Surface mesh patch"/>
              <p:cNvSpPr/>
              <p:nvPr/>
            </p:nvSpPr>
            <p:spPr>
              <a:xfrm>
                <a:off x="15983283" y="1531059"/>
                <a:ext cx="50120" cy="22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9">
                    <a:moveTo>
                      <a:pt x="0" y="606"/>
                    </a:moveTo>
                    <a:lnTo>
                      <a:pt x="2875" y="2329"/>
                    </a:lnTo>
                    <a:lnTo>
                      <a:pt x="5262" y="1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79" name="Surface mesh patch"/>
              <p:cNvSpPr/>
              <p:nvPr/>
            </p:nvSpPr>
            <p:spPr>
              <a:xfrm>
                <a:off x="16033403" y="1541398"/>
                <a:ext cx="50120" cy="198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6">
                    <a:moveTo>
                      <a:pt x="0" y="618"/>
                    </a:moveTo>
                    <a:lnTo>
                      <a:pt x="2875" y="2086"/>
                    </a:lnTo>
                    <a:lnTo>
                      <a:pt x="5262" y="14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80" name="Surface mesh patch"/>
              <p:cNvSpPr/>
              <p:nvPr/>
            </p:nvSpPr>
            <p:spPr>
              <a:xfrm>
                <a:off x="16083523" y="1550237"/>
                <a:ext cx="50120" cy="172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8">
                    <a:moveTo>
                      <a:pt x="0" y="564"/>
                    </a:moveTo>
                    <a:lnTo>
                      <a:pt x="2875" y="1808"/>
                    </a:lnTo>
                    <a:lnTo>
                      <a:pt x="5262" y="13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81" name="Surface mesh patch"/>
              <p:cNvSpPr/>
              <p:nvPr/>
            </p:nvSpPr>
            <p:spPr>
              <a:xfrm>
                <a:off x="16133642" y="1558741"/>
                <a:ext cx="50120" cy="14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8">
                    <a:moveTo>
                      <a:pt x="0" y="433"/>
                    </a:moveTo>
                    <a:lnTo>
                      <a:pt x="2875" y="1498"/>
                    </a:lnTo>
                    <a:lnTo>
                      <a:pt x="5262" y="12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82" name="Surface mesh patch"/>
              <p:cNvSpPr/>
              <p:nvPr/>
            </p:nvSpPr>
            <p:spPr>
              <a:xfrm>
                <a:off x="16183762" y="1567837"/>
                <a:ext cx="50120" cy="110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3">
                    <a:moveTo>
                      <a:pt x="0" y="247"/>
                    </a:moveTo>
                    <a:lnTo>
                      <a:pt x="2875" y="1163"/>
                    </a:lnTo>
                    <a:lnTo>
                      <a:pt x="5262" y="10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83" name="Surface mesh patch"/>
              <p:cNvSpPr/>
              <p:nvPr/>
            </p:nvSpPr>
            <p:spPr>
              <a:xfrm>
                <a:off x="16233882" y="1577615"/>
                <a:ext cx="50120" cy="8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4">
                    <a:moveTo>
                      <a:pt x="0" y="59"/>
                    </a:moveTo>
                    <a:lnTo>
                      <a:pt x="2875" y="823"/>
                    </a:lnTo>
                    <a:lnTo>
                      <a:pt x="5262" y="9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84" name="Surface mesh patch"/>
              <p:cNvSpPr/>
              <p:nvPr/>
            </p:nvSpPr>
            <p:spPr>
              <a:xfrm>
                <a:off x="16284001" y="1586508"/>
                <a:ext cx="50120" cy="75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2">
                    <a:moveTo>
                      <a:pt x="0" y="0"/>
                    </a:moveTo>
                    <a:lnTo>
                      <a:pt x="2875" y="592"/>
                    </a:lnTo>
                    <a:lnTo>
                      <a:pt x="5262" y="792"/>
                    </a:lnTo>
                    <a:lnTo>
                      <a:pt x="2387" y="65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85" name="Surface mesh patch"/>
              <p:cNvSpPr/>
              <p:nvPr/>
            </p:nvSpPr>
            <p:spPr>
              <a:xfrm>
                <a:off x="16334121" y="1594054"/>
                <a:ext cx="50120" cy="5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">
                    <a:moveTo>
                      <a:pt x="0" y="0"/>
                    </a:moveTo>
                    <a:lnTo>
                      <a:pt x="2875" y="415"/>
                    </a:lnTo>
                    <a:lnTo>
                      <a:pt x="5262" y="561"/>
                    </a:lnTo>
                    <a:lnTo>
                      <a:pt x="2387" y="7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86" name="Surface mesh patch"/>
              <p:cNvSpPr/>
              <p:nvPr/>
            </p:nvSpPr>
            <p:spPr>
              <a:xfrm>
                <a:off x="16384241" y="1598702"/>
                <a:ext cx="50120" cy="34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">
                    <a:moveTo>
                      <a:pt x="0" y="73"/>
                    </a:moveTo>
                    <a:lnTo>
                      <a:pt x="2875" y="357"/>
                    </a:lnTo>
                    <a:lnTo>
                      <a:pt x="5262" y="2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87" name="Surface mesh patch"/>
              <p:cNvSpPr/>
              <p:nvPr/>
            </p:nvSpPr>
            <p:spPr>
              <a:xfrm>
                <a:off x="16434360" y="1598098"/>
                <a:ext cx="50120" cy="5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3">
                    <a:moveTo>
                      <a:pt x="0" y="355"/>
                    </a:moveTo>
                    <a:lnTo>
                      <a:pt x="2875" y="613"/>
                    </a:lnTo>
                    <a:lnTo>
                      <a:pt x="5262" y="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88" name="Surface mesh patch"/>
              <p:cNvSpPr/>
              <p:nvPr/>
            </p:nvSpPr>
            <p:spPr>
              <a:xfrm>
                <a:off x="16484480" y="1592944"/>
                <a:ext cx="50120" cy="10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6">
                    <a:moveTo>
                      <a:pt x="0" y="739"/>
                    </a:moveTo>
                    <a:lnTo>
                      <a:pt x="2875" y="1106"/>
                    </a:lnTo>
                    <a:lnTo>
                      <a:pt x="5262" y="2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89" name="Surface mesh patch"/>
              <p:cNvSpPr/>
              <p:nvPr/>
            </p:nvSpPr>
            <p:spPr>
              <a:xfrm>
                <a:off x="16534599" y="1584095"/>
                <a:ext cx="50120" cy="167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9">
                    <a:moveTo>
                      <a:pt x="0" y="1172"/>
                    </a:moveTo>
                    <a:lnTo>
                      <a:pt x="2875" y="1759"/>
                    </a:lnTo>
                    <a:lnTo>
                      <a:pt x="5262" y="4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90" name="Surface mesh patch"/>
              <p:cNvSpPr/>
              <p:nvPr/>
            </p:nvSpPr>
            <p:spPr>
              <a:xfrm>
                <a:off x="16584719" y="1572639"/>
                <a:ext cx="50120" cy="232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4">
                    <a:moveTo>
                      <a:pt x="0" y="1606"/>
                    </a:moveTo>
                    <a:lnTo>
                      <a:pt x="2875" y="2444"/>
                    </a:lnTo>
                    <a:lnTo>
                      <a:pt x="5262" y="6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91" name="Surface mesh patch"/>
              <p:cNvSpPr/>
              <p:nvPr/>
            </p:nvSpPr>
            <p:spPr>
              <a:xfrm>
                <a:off x="16634839" y="1559303"/>
                <a:ext cx="50120" cy="287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21">
                    <a:moveTo>
                      <a:pt x="0" y="2004"/>
                    </a:moveTo>
                    <a:lnTo>
                      <a:pt x="2875" y="3021"/>
                    </a:lnTo>
                    <a:lnTo>
                      <a:pt x="5262" y="7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92" name="Surface mesh patch"/>
              <p:cNvSpPr/>
              <p:nvPr/>
            </p:nvSpPr>
            <p:spPr>
              <a:xfrm>
                <a:off x="16684958" y="1544133"/>
                <a:ext cx="50120" cy="32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6">
                    <a:moveTo>
                      <a:pt x="0" y="2340"/>
                    </a:moveTo>
                    <a:lnTo>
                      <a:pt x="2875" y="3376"/>
                    </a:lnTo>
                    <a:lnTo>
                      <a:pt x="5262" y="7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93" name="Surface mesh patch"/>
              <p:cNvSpPr/>
              <p:nvPr/>
            </p:nvSpPr>
            <p:spPr>
              <a:xfrm>
                <a:off x="16735078" y="1526434"/>
                <a:ext cx="50120" cy="327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6">
                    <a:moveTo>
                      <a:pt x="0" y="2608"/>
                    </a:moveTo>
                    <a:lnTo>
                      <a:pt x="2875" y="3436"/>
                    </a:lnTo>
                    <a:lnTo>
                      <a:pt x="5262" y="5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94" name="Surface mesh patch"/>
              <p:cNvSpPr/>
              <p:nvPr/>
            </p:nvSpPr>
            <p:spPr>
              <a:xfrm>
                <a:off x="16785198" y="1504688"/>
                <a:ext cx="50120" cy="30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1">
                    <a:moveTo>
                      <a:pt x="0" y="2822"/>
                    </a:moveTo>
                    <a:lnTo>
                      <a:pt x="2875" y="3151"/>
                    </a:lnTo>
                    <a:lnTo>
                      <a:pt x="5262" y="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95" name="Surface mesh patch"/>
              <p:cNvSpPr/>
              <p:nvPr/>
            </p:nvSpPr>
            <p:spPr>
              <a:xfrm>
                <a:off x="16835317" y="1467002"/>
                <a:ext cx="50120" cy="37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0">
                    <a:moveTo>
                      <a:pt x="0" y="3980"/>
                    </a:moveTo>
                    <a:lnTo>
                      <a:pt x="2875" y="3408"/>
                    </a:lnTo>
                    <a:lnTo>
                      <a:pt x="5262" y="0"/>
                    </a:lnTo>
                    <a:lnTo>
                      <a:pt x="2387" y="951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96" name="Surface mesh patch"/>
              <p:cNvSpPr/>
              <p:nvPr/>
            </p:nvSpPr>
            <p:spPr>
              <a:xfrm>
                <a:off x="16885437" y="1410730"/>
                <a:ext cx="50120" cy="56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08">
                    <a:moveTo>
                      <a:pt x="0" y="5908"/>
                    </a:moveTo>
                    <a:lnTo>
                      <a:pt x="2875" y="3857"/>
                    </a:lnTo>
                    <a:lnTo>
                      <a:pt x="5262" y="0"/>
                    </a:lnTo>
                    <a:lnTo>
                      <a:pt x="2387" y="2597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97" name="Surface mesh patch"/>
              <p:cNvSpPr/>
              <p:nvPr/>
            </p:nvSpPr>
            <p:spPr>
              <a:xfrm>
                <a:off x="16935557" y="1326818"/>
                <a:ext cx="50120" cy="83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10">
                    <a:moveTo>
                      <a:pt x="0" y="8810"/>
                    </a:moveTo>
                    <a:lnTo>
                      <a:pt x="2875" y="4554"/>
                    </a:lnTo>
                    <a:lnTo>
                      <a:pt x="5262" y="0"/>
                    </a:lnTo>
                    <a:lnTo>
                      <a:pt x="2387" y="5057"/>
                    </a:lnTo>
                    <a:close/>
                  </a:path>
                </a:pathLst>
              </a:custGeom>
              <a:solidFill>
                <a:srgbClr val="dee1ec"/>
              </a:solidFill>
              <a:ln w="3334" cap="flat" cmpd="sng" algn="ctr">
                <a:solidFill>
                  <a:srgbClr val="dee1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98" name="Surface mesh patch"/>
              <p:cNvSpPr/>
              <p:nvPr/>
            </p:nvSpPr>
            <p:spPr>
              <a:xfrm>
                <a:off x="16985676" y="1207749"/>
                <a:ext cx="50120" cy="119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01">
                    <a:moveTo>
                      <a:pt x="0" y="12501"/>
                    </a:moveTo>
                    <a:lnTo>
                      <a:pt x="2875" y="5426"/>
                    </a:lnTo>
                    <a:lnTo>
                      <a:pt x="5262" y="0"/>
                    </a:lnTo>
                    <a:lnTo>
                      <a:pt x="2387" y="8129"/>
                    </a:lnTo>
                    <a:close/>
                  </a:path>
                </a:pathLst>
              </a:custGeom>
              <a:solidFill>
                <a:srgbClr val="f3d6c4"/>
              </a:solidFill>
              <a:ln w="3334" cap="flat" cmpd="sng" algn="ctr">
                <a:solidFill>
                  <a:srgbClr val="f3d6c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99" name="Surface mesh patch"/>
              <p:cNvSpPr/>
              <p:nvPr/>
            </p:nvSpPr>
            <p:spPr>
              <a:xfrm>
                <a:off x="17035796" y="1055056"/>
                <a:ext cx="50120" cy="1526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31">
                    <a:moveTo>
                      <a:pt x="0" y="16031"/>
                    </a:moveTo>
                    <a:lnTo>
                      <a:pt x="2875" y="6169"/>
                    </a:lnTo>
                    <a:lnTo>
                      <a:pt x="5262" y="0"/>
                    </a:lnTo>
                    <a:lnTo>
                      <a:pt x="2387" y="11017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00" name="Surface mesh patch"/>
              <p:cNvSpPr/>
              <p:nvPr/>
            </p:nvSpPr>
            <p:spPr>
              <a:xfrm>
                <a:off x="17085916" y="886489"/>
                <a:ext cx="50120" cy="1685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97">
                    <a:moveTo>
                      <a:pt x="0" y="17697"/>
                    </a:moveTo>
                    <a:lnTo>
                      <a:pt x="2875" y="6298"/>
                    </a:lnTo>
                    <a:lnTo>
                      <a:pt x="5262" y="0"/>
                    </a:lnTo>
                    <a:lnTo>
                      <a:pt x="2387" y="12378"/>
                    </a:lnTo>
                    <a:close/>
                  </a:path>
                </a:pathLst>
              </a:custGeom>
              <a:solidFill>
                <a:srgbClr val="f89077"/>
              </a:solidFill>
              <a:ln w="3334" cap="flat" cmpd="sng" algn="ctr">
                <a:solidFill>
                  <a:srgbClr val="f8907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01" name="Surface mesh patch"/>
              <p:cNvSpPr/>
              <p:nvPr/>
            </p:nvSpPr>
            <p:spPr>
              <a:xfrm>
                <a:off x="17136035" y="736675"/>
                <a:ext cx="50120" cy="149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29">
                    <a:moveTo>
                      <a:pt x="0" y="15729"/>
                    </a:moveTo>
                    <a:lnTo>
                      <a:pt x="2875" y="5392"/>
                    </a:lnTo>
                    <a:lnTo>
                      <a:pt x="5262" y="0"/>
                    </a:lnTo>
                    <a:lnTo>
                      <a:pt x="2387" y="10892"/>
                    </a:lnTo>
                    <a:close/>
                  </a:path>
                </a:pathLst>
              </a:custGeom>
              <a:solidFill>
                <a:srgbClr val="d84849"/>
              </a:solidFill>
              <a:ln w="3334" cap="flat" cmpd="sng" algn="ctr">
                <a:solidFill>
                  <a:srgbClr val="d8484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02" name="Surface mesh patch"/>
              <p:cNvSpPr/>
              <p:nvPr/>
            </p:nvSpPr>
            <p:spPr>
              <a:xfrm>
                <a:off x="17186155" y="646749"/>
                <a:ext cx="50120" cy="89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1">
                    <a:moveTo>
                      <a:pt x="0" y="9441"/>
                    </a:moveTo>
                    <a:lnTo>
                      <a:pt x="2875" y="3404"/>
                    </a:lnTo>
                    <a:lnTo>
                      <a:pt x="5262" y="0"/>
                    </a:lnTo>
                    <a:lnTo>
                      <a:pt x="2387" y="6139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03" name="Surface mesh patch"/>
              <p:cNvSpPr/>
              <p:nvPr/>
            </p:nvSpPr>
            <p:spPr>
              <a:xfrm>
                <a:off x="17236274" y="638175"/>
                <a:ext cx="50120" cy="155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">
                    <a:moveTo>
                      <a:pt x="0" y="900"/>
                    </a:moveTo>
                    <a:lnTo>
                      <a:pt x="2875" y="1637"/>
                    </a:lnTo>
                    <a:lnTo>
                      <a:pt x="5262" y="8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04" name="Surface mesh patch"/>
              <p:cNvSpPr/>
              <p:nvPr/>
            </p:nvSpPr>
            <p:spPr>
              <a:xfrm>
                <a:off x="17286394" y="646011"/>
                <a:ext cx="50120" cy="90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6">
                    <a:moveTo>
                      <a:pt x="0" y="0"/>
                    </a:moveTo>
                    <a:lnTo>
                      <a:pt x="2875" y="7928"/>
                    </a:lnTo>
                    <a:lnTo>
                      <a:pt x="5262" y="9486"/>
                    </a:lnTo>
                    <a:lnTo>
                      <a:pt x="2387" y="1704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05" name="Surface mesh patch"/>
              <p:cNvSpPr/>
              <p:nvPr/>
            </p:nvSpPr>
            <p:spPr>
              <a:xfrm>
                <a:off x="17336514" y="736369"/>
                <a:ext cx="50120" cy="1540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73">
                    <a:moveTo>
                      <a:pt x="0" y="0"/>
                    </a:moveTo>
                    <a:lnTo>
                      <a:pt x="2875" y="13183"/>
                    </a:lnTo>
                    <a:lnTo>
                      <a:pt x="5262" y="16173"/>
                    </a:lnTo>
                    <a:lnTo>
                      <a:pt x="2387" y="3675"/>
                    </a:lnTo>
                    <a:close/>
                  </a:path>
                </a:pathLst>
              </a:custGeom>
              <a:solidFill>
                <a:srgbClr val="d94c4b"/>
              </a:solidFill>
              <a:ln w="3334" cap="flat" cmpd="sng" algn="ctr">
                <a:solidFill>
                  <a:srgbClr val="d94c4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06" name="Surface mesh patch"/>
              <p:cNvSpPr/>
              <p:nvPr/>
            </p:nvSpPr>
            <p:spPr>
              <a:xfrm>
                <a:off x="17386633" y="890413"/>
                <a:ext cx="50120" cy="174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97">
                    <a:moveTo>
                      <a:pt x="0" y="0"/>
                    </a:moveTo>
                    <a:lnTo>
                      <a:pt x="2875" y="15090"/>
                    </a:lnTo>
                    <a:lnTo>
                      <a:pt x="5262" y="18297"/>
                    </a:lnTo>
                    <a:lnTo>
                      <a:pt x="2387" y="4445"/>
                    </a:lnTo>
                    <a:close/>
                  </a:path>
                </a:pathLst>
              </a:custGeom>
              <a:solidFill>
                <a:srgbClr val="fa967b"/>
              </a:solidFill>
              <a:ln w="3334" cap="flat" cmpd="sng" algn="ctr">
                <a:solidFill>
                  <a:srgbClr val="fa967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07" name="Surface mesh patch"/>
              <p:cNvSpPr/>
              <p:nvPr/>
            </p:nvSpPr>
            <p:spPr>
              <a:xfrm>
                <a:off x="17436753" y="1064691"/>
                <a:ext cx="50120" cy="154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15">
                    <a:moveTo>
                      <a:pt x="0" y="0"/>
                    </a:moveTo>
                    <a:lnTo>
                      <a:pt x="2875" y="13761"/>
                    </a:lnTo>
                    <a:lnTo>
                      <a:pt x="5262" y="16215"/>
                    </a:lnTo>
                    <a:lnTo>
                      <a:pt x="2387" y="3982"/>
                    </a:lnTo>
                    <a:close/>
                  </a:path>
                </a:pathLst>
              </a:custGeom>
              <a:solidFill>
                <a:srgbClr val="fbbfa3"/>
              </a:solidFill>
              <a:ln w="3334" cap="flat" cmpd="sng" algn="ctr">
                <a:solidFill>
                  <a:srgbClr val="fbbfa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08" name="Surface mesh patch"/>
              <p:cNvSpPr/>
              <p:nvPr/>
            </p:nvSpPr>
            <p:spPr>
              <a:xfrm>
                <a:off x="17486873" y="1219136"/>
                <a:ext cx="50120" cy="111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14">
                    <a:moveTo>
                      <a:pt x="0" y="0"/>
                    </a:moveTo>
                    <a:lnTo>
                      <a:pt x="2875" y="10468"/>
                    </a:lnTo>
                    <a:lnTo>
                      <a:pt x="5262" y="11714"/>
                    </a:lnTo>
                    <a:lnTo>
                      <a:pt x="2387" y="2715"/>
                    </a:lnTo>
                    <a:close/>
                  </a:path>
                </a:pathLst>
              </a:custGeom>
              <a:solidFill>
                <a:srgbClr val="eed9cd"/>
              </a:solidFill>
              <a:ln w="3334" cap="flat" cmpd="sng" algn="ctr">
                <a:solidFill>
                  <a:srgbClr val="eed9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09" name="Surface mesh patch"/>
              <p:cNvSpPr/>
              <p:nvPr/>
            </p:nvSpPr>
            <p:spPr>
              <a:xfrm>
                <a:off x="17536992" y="1330707"/>
                <a:ext cx="50120" cy="64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5">
                    <a:moveTo>
                      <a:pt x="0" y="0"/>
                    </a:moveTo>
                    <a:lnTo>
                      <a:pt x="2875" y="6749"/>
                    </a:lnTo>
                    <a:lnTo>
                      <a:pt x="5262" y="6815"/>
                    </a:lnTo>
                    <a:lnTo>
                      <a:pt x="2387" y="1223"/>
                    </a:lnTo>
                    <a:close/>
                  </a:path>
                </a:pathLst>
              </a:custGeom>
              <a:solidFill>
                <a:srgbClr val="dbe3f1"/>
              </a:solidFill>
              <a:ln w="3334" cap="flat" cmpd="sng" algn="ctr">
                <a:solidFill>
                  <a:srgbClr val="db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10" name="Surface mesh patch"/>
              <p:cNvSpPr/>
              <p:nvPr/>
            </p:nvSpPr>
            <p:spPr>
              <a:xfrm>
                <a:off x="17587112" y="1395140"/>
                <a:ext cx="50120" cy="355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35">
                    <a:moveTo>
                      <a:pt x="0" y="51"/>
                    </a:moveTo>
                    <a:lnTo>
                      <a:pt x="2875" y="3735"/>
                    </a:lnTo>
                    <a:lnTo>
                      <a:pt x="5262" y="29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11" name="Surface mesh patch"/>
              <p:cNvSpPr/>
              <p:nvPr/>
            </p:nvSpPr>
            <p:spPr>
              <a:xfrm>
                <a:off x="17637232" y="1414341"/>
                <a:ext cx="50120" cy="246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91">
                    <a:moveTo>
                      <a:pt x="0" y="911"/>
                    </a:moveTo>
                    <a:lnTo>
                      <a:pt x="2875" y="2591"/>
                    </a:lnTo>
                    <a:lnTo>
                      <a:pt x="5262" y="12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12" name="Surface mesh patch"/>
              <p:cNvSpPr/>
              <p:nvPr/>
            </p:nvSpPr>
            <p:spPr>
              <a:xfrm>
                <a:off x="17687351" y="1413561"/>
                <a:ext cx="50120" cy="19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4">
                    <a:moveTo>
                      <a:pt x="0" y="1361"/>
                    </a:moveTo>
                    <a:lnTo>
                      <a:pt x="2875" y="2024"/>
                    </a:lnTo>
                    <a:lnTo>
                      <a:pt x="5262" y="5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13" name="Surface mesh patch"/>
              <p:cNvSpPr/>
              <p:nvPr/>
            </p:nvSpPr>
            <p:spPr>
              <a:xfrm>
                <a:off x="17737471" y="1404254"/>
                <a:ext cx="50120" cy="17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">
                    <a:moveTo>
                      <a:pt x="0" y="1497"/>
                    </a:moveTo>
                    <a:lnTo>
                      <a:pt x="2875" y="1858"/>
                    </a:lnTo>
                    <a:lnTo>
                      <a:pt x="5262" y="3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14" name="Surface mesh patch"/>
              <p:cNvSpPr/>
              <p:nvPr/>
            </p:nvSpPr>
            <p:spPr>
              <a:xfrm>
                <a:off x="17787591" y="1394261"/>
                <a:ext cx="50120" cy="183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8">
                    <a:moveTo>
                      <a:pt x="0" y="1430"/>
                    </a:moveTo>
                    <a:lnTo>
                      <a:pt x="2875" y="1928"/>
                    </a:lnTo>
                    <a:lnTo>
                      <a:pt x="5262" y="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15" name="Surface mesh patch"/>
              <p:cNvSpPr/>
              <p:nvPr/>
            </p:nvSpPr>
            <p:spPr>
              <a:xfrm>
                <a:off x="17837710" y="1388138"/>
                <a:ext cx="50120" cy="20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3">
                    <a:moveTo>
                      <a:pt x="0" y="1250"/>
                    </a:moveTo>
                    <a:lnTo>
                      <a:pt x="2875" y="2113"/>
                    </a:lnTo>
                    <a:lnTo>
                      <a:pt x="5262" y="10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16" name="Surface mesh patch"/>
              <p:cNvSpPr/>
              <p:nvPr/>
            </p:nvSpPr>
            <p:spPr>
              <a:xfrm>
                <a:off x="17887830" y="1387936"/>
                <a:ext cx="50120" cy="22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0">
                    <a:moveTo>
                      <a:pt x="0" y="1030"/>
                    </a:moveTo>
                    <a:lnTo>
                      <a:pt x="2875" y="2330"/>
                    </a:lnTo>
                    <a:lnTo>
                      <a:pt x="5262" y="14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17" name="Surface mesh patch"/>
              <p:cNvSpPr/>
              <p:nvPr/>
            </p:nvSpPr>
            <p:spPr>
              <a:xfrm>
                <a:off x="15910432" y="1523865"/>
                <a:ext cx="50120" cy="243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51">
                    <a:moveTo>
                      <a:pt x="0" y="554"/>
                    </a:moveTo>
                    <a:lnTo>
                      <a:pt x="2875" y="2551"/>
                    </a:lnTo>
                    <a:lnTo>
                      <a:pt x="5262" y="19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18" name="Surface mesh patch"/>
              <p:cNvSpPr/>
              <p:nvPr/>
            </p:nvSpPr>
            <p:spPr>
              <a:xfrm>
                <a:off x="15960552" y="1536835"/>
                <a:ext cx="50120" cy="22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6">
                    <a:moveTo>
                      <a:pt x="0" y="598"/>
                    </a:moveTo>
                    <a:lnTo>
                      <a:pt x="2875" y="2356"/>
                    </a:lnTo>
                    <a:lnTo>
                      <a:pt x="5262" y="17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19" name="Surface mesh patch"/>
              <p:cNvSpPr/>
              <p:nvPr/>
            </p:nvSpPr>
            <p:spPr>
              <a:xfrm>
                <a:off x="16010671" y="1547285"/>
                <a:ext cx="50120" cy="199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9">
                    <a:moveTo>
                      <a:pt x="0" y="625"/>
                    </a:moveTo>
                    <a:lnTo>
                      <a:pt x="2875" y="2099"/>
                    </a:lnTo>
                    <a:lnTo>
                      <a:pt x="5262" y="14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20" name="Surface mesh patch"/>
              <p:cNvSpPr/>
              <p:nvPr/>
            </p:nvSpPr>
            <p:spPr>
              <a:xfrm>
                <a:off x="16060791" y="1555608"/>
                <a:ext cx="50120" cy="17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2">
                    <a:moveTo>
                      <a:pt x="0" y="594"/>
                    </a:moveTo>
                    <a:lnTo>
                      <a:pt x="2875" y="1792"/>
                    </a:lnTo>
                    <a:lnTo>
                      <a:pt x="5262" y="12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21" name="Surface mesh patch"/>
              <p:cNvSpPr/>
              <p:nvPr/>
            </p:nvSpPr>
            <p:spPr>
              <a:xfrm>
                <a:off x="16110910" y="1562865"/>
                <a:ext cx="50120" cy="137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45">
                    <a:moveTo>
                      <a:pt x="0" y="482"/>
                    </a:moveTo>
                    <a:lnTo>
                      <a:pt x="2875" y="1445"/>
                    </a:lnTo>
                    <a:lnTo>
                      <a:pt x="5262" y="10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22" name="Surface mesh patch"/>
              <p:cNvSpPr/>
              <p:nvPr/>
            </p:nvSpPr>
            <p:spPr>
              <a:xfrm>
                <a:off x="16161030" y="1570192"/>
                <a:ext cx="50120" cy="101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9">
                    <a:moveTo>
                      <a:pt x="0" y="296"/>
                    </a:moveTo>
                    <a:lnTo>
                      <a:pt x="2875" y="1069"/>
                    </a:lnTo>
                    <a:lnTo>
                      <a:pt x="5262" y="9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23" name="Surface mesh patch"/>
              <p:cNvSpPr/>
              <p:nvPr/>
            </p:nvSpPr>
            <p:spPr>
              <a:xfrm>
                <a:off x="16211150" y="1578179"/>
                <a:ext cx="50120" cy="72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">
                    <a:moveTo>
                      <a:pt x="0" y="77"/>
                    </a:moveTo>
                    <a:lnTo>
                      <a:pt x="2875" y="688"/>
                    </a:lnTo>
                    <a:lnTo>
                      <a:pt x="5262" y="7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24" name="Surface mesh patch"/>
              <p:cNvSpPr/>
              <p:nvPr/>
            </p:nvSpPr>
            <p:spPr>
              <a:xfrm>
                <a:off x="16261269" y="1585457"/>
                <a:ext cx="50120" cy="66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">
                    <a:moveTo>
                      <a:pt x="0" y="0"/>
                    </a:moveTo>
                    <a:lnTo>
                      <a:pt x="2875" y="460"/>
                    </a:lnTo>
                    <a:lnTo>
                      <a:pt x="5262" y="702"/>
                    </a:lnTo>
                    <a:lnTo>
                      <a:pt x="2387" y="11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25" name="Surface mesh patch"/>
              <p:cNvSpPr/>
              <p:nvPr/>
            </p:nvSpPr>
            <p:spPr>
              <a:xfrm>
                <a:off x="16311389" y="1592144"/>
                <a:ext cx="50120" cy="5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5">
                    <a:moveTo>
                      <a:pt x="0" y="0"/>
                    </a:moveTo>
                    <a:lnTo>
                      <a:pt x="2875" y="333"/>
                    </a:lnTo>
                    <a:lnTo>
                      <a:pt x="5262" y="615"/>
                    </a:lnTo>
                    <a:lnTo>
                      <a:pt x="2387" y="20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26" name="Surface mesh patch"/>
              <p:cNvSpPr/>
              <p:nvPr/>
            </p:nvSpPr>
            <p:spPr>
              <a:xfrm>
                <a:off x="16361509" y="1598003"/>
                <a:ext cx="50120" cy="4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0">
                    <a:moveTo>
                      <a:pt x="0" y="0"/>
                    </a:moveTo>
                    <a:lnTo>
                      <a:pt x="2875" y="269"/>
                    </a:lnTo>
                    <a:lnTo>
                      <a:pt x="5262" y="430"/>
                    </a:lnTo>
                    <a:lnTo>
                      <a:pt x="2387" y="147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27" name="Surface mesh patch"/>
              <p:cNvSpPr/>
              <p:nvPr/>
            </p:nvSpPr>
            <p:spPr>
              <a:xfrm>
                <a:off x="16411628" y="1601483"/>
                <a:ext cx="50120" cy="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">
                    <a:moveTo>
                      <a:pt x="0" y="65"/>
                    </a:moveTo>
                    <a:lnTo>
                      <a:pt x="2875" y="383"/>
                    </a:lnTo>
                    <a:lnTo>
                      <a:pt x="5262" y="2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28" name="Surface mesh patch"/>
              <p:cNvSpPr/>
              <p:nvPr/>
            </p:nvSpPr>
            <p:spPr>
              <a:xfrm>
                <a:off x="16461748" y="1599979"/>
                <a:ext cx="50120" cy="87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1">
                    <a:moveTo>
                      <a:pt x="0" y="416"/>
                    </a:moveTo>
                    <a:lnTo>
                      <a:pt x="2875" y="921"/>
                    </a:lnTo>
                    <a:lnTo>
                      <a:pt x="5262" y="3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29" name="Surface mesh patch"/>
              <p:cNvSpPr/>
              <p:nvPr/>
            </p:nvSpPr>
            <p:spPr>
              <a:xfrm>
                <a:off x="16511868" y="1595256"/>
                <a:ext cx="50120" cy="15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5">
                    <a:moveTo>
                      <a:pt x="0" y="864"/>
                    </a:moveTo>
                    <a:lnTo>
                      <a:pt x="2875" y="1665"/>
                    </a:lnTo>
                    <a:lnTo>
                      <a:pt x="5262" y="5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30" name="Surface mesh patch"/>
              <p:cNvSpPr/>
              <p:nvPr/>
            </p:nvSpPr>
            <p:spPr>
              <a:xfrm>
                <a:off x="16561987" y="1587936"/>
                <a:ext cx="50120" cy="23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1">
                    <a:moveTo>
                      <a:pt x="0" y="1356"/>
                    </a:moveTo>
                    <a:lnTo>
                      <a:pt x="2875" y="2481"/>
                    </a:lnTo>
                    <a:lnTo>
                      <a:pt x="5262" y="8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31" name="Surface mesh patch"/>
              <p:cNvSpPr/>
              <p:nvPr/>
            </p:nvSpPr>
            <p:spPr>
              <a:xfrm>
                <a:off x="16612107" y="1578387"/>
                <a:ext cx="50120" cy="305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05">
                    <a:moveTo>
                      <a:pt x="0" y="1841"/>
                    </a:moveTo>
                    <a:lnTo>
                      <a:pt x="2875" y="3205"/>
                    </a:lnTo>
                    <a:lnTo>
                      <a:pt x="5262" y="10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32" name="Surface mesh patch"/>
              <p:cNvSpPr/>
              <p:nvPr/>
            </p:nvSpPr>
            <p:spPr>
              <a:xfrm>
                <a:off x="16662227" y="1566424"/>
                <a:ext cx="50120" cy="351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4">
                    <a:moveTo>
                      <a:pt x="0" y="2274"/>
                    </a:moveTo>
                    <a:lnTo>
                      <a:pt x="2875" y="3694"/>
                    </a:lnTo>
                    <a:lnTo>
                      <a:pt x="5262" y="10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33" name="Surface mesh patch"/>
              <p:cNvSpPr/>
              <p:nvPr/>
            </p:nvSpPr>
            <p:spPr>
              <a:xfrm>
                <a:off x="16712346" y="1551277"/>
                <a:ext cx="50120" cy="36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53">
                    <a:moveTo>
                      <a:pt x="0" y="2626"/>
                    </a:moveTo>
                    <a:lnTo>
                      <a:pt x="2875" y="3853"/>
                    </a:lnTo>
                    <a:lnTo>
                      <a:pt x="5262" y="8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34" name="Surface mesh patch"/>
              <p:cNvSpPr/>
              <p:nvPr/>
            </p:nvSpPr>
            <p:spPr>
              <a:xfrm>
                <a:off x="16762466" y="1531566"/>
                <a:ext cx="50120" cy="3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897"/>
                    </a:moveTo>
                    <a:lnTo>
                      <a:pt x="2875" y="3638"/>
                    </a:lnTo>
                    <a:lnTo>
                      <a:pt x="5262" y="3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35" name="Surface mesh patch"/>
              <p:cNvSpPr/>
              <p:nvPr/>
            </p:nvSpPr>
            <p:spPr>
              <a:xfrm>
                <a:off x="16812585" y="1499462"/>
                <a:ext cx="50120" cy="352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00">
                    <a:moveTo>
                      <a:pt x="0" y="3700"/>
                    </a:moveTo>
                    <a:lnTo>
                      <a:pt x="2875" y="3593"/>
                    </a:lnTo>
                    <a:lnTo>
                      <a:pt x="5262" y="0"/>
                    </a:lnTo>
                    <a:lnTo>
                      <a:pt x="2387" y="572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36" name="Surface mesh patch"/>
              <p:cNvSpPr/>
              <p:nvPr/>
            </p:nvSpPr>
            <p:spPr>
              <a:xfrm>
                <a:off x="16862705" y="1447469"/>
                <a:ext cx="50120" cy="519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9">
                    <a:moveTo>
                      <a:pt x="0" y="5459"/>
                    </a:moveTo>
                    <a:lnTo>
                      <a:pt x="2875" y="4014"/>
                    </a:lnTo>
                    <a:lnTo>
                      <a:pt x="5262" y="0"/>
                    </a:lnTo>
                    <a:lnTo>
                      <a:pt x="2387" y="2051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37" name="Surface mesh patch"/>
              <p:cNvSpPr/>
              <p:nvPr/>
            </p:nvSpPr>
            <p:spPr>
              <a:xfrm>
                <a:off x="16912825" y="1370195"/>
                <a:ext cx="50120" cy="772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13">
                    <a:moveTo>
                      <a:pt x="0" y="8113"/>
                    </a:moveTo>
                    <a:lnTo>
                      <a:pt x="2875" y="4708"/>
                    </a:lnTo>
                    <a:lnTo>
                      <a:pt x="5262" y="0"/>
                    </a:lnTo>
                    <a:lnTo>
                      <a:pt x="2387" y="4256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38" name="Surface mesh patch"/>
              <p:cNvSpPr/>
              <p:nvPr/>
            </p:nvSpPr>
            <p:spPr>
              <a:xfrm>
                <a:off x="16962944" y="1259435"/>
                <a:ext cx="50120" cy="1107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28">
                    <a:moveTo>
                      <a:pt x="0" y="11628"/>
                    </a:moveTo>
                    <a:lnTo>
                      <a:pt x="2875" y="5689"/>
                    </a:lnTo>
                    <a:lnTo>
                      <a:pt x="5262" y="0"/>
                    </a:lnTo>
                    <a:lnTo>
                      <a:pt x="2387" y="7074"/>
                    </a:lnTo>
                    <a:close/>
                  </a:path>
                </a:pathLst>
              </a:custGeom>
              <a:solidFill>
                <a:srgbClr val="ebdad3"/>
              </a:solidFill>
              <a:ln w="3334" cap="flat" cmpd="sng" algn="ctr">
                <a:solidFill>
                  <a:srgbClr val="ebdad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39" name="Surface mesh patch"/>
              <p:cNvSpPr/>
              <p:nvPr/>
            </p:nvSpPr>
            <p:spPr>
              <a:xfrm>
                <a:off x="17013064" y="1113814"/>
                <a:ext cx="50120" cy="1456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88">
                    <a:moveTo>
                      <a:pt x="0" y="15288"/>
                    </a:moveTo>
                    <a:lnTo>
                      <a:pt x="2875" y="6740"/>
                    </a:lnTo>
                    <a:lnTo>
                      <a:pt x="5262" y="0"/>
                    </a:lnTo>
                    <a:lnTo>
                      <a:pt x="2387" y="9862"/>
                    </a:lnTo>
                    <a:close/>
                  </a:path>
                </a:pathLst>
              </a:custGeom>
              <a:solidFill>
                <a:srgbClr val="fbc5a8"/>
              </a:solidFill>
              <a:ln w="3334" cap="flat" cmpd="sng" algn="ctr">
                <a:solidFill>
                  <a:srgbClr val="fbc5a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40" name="Surface mesh patch"/>
              <p:cNvSpPr/>
              <p:nvPr/>
            </p:nvSpPr>
            <p:spPr>
              <a:xfrm>
                <a:off x="17063184" y="946477"/>
                <a:ext cx="50120" cy="1673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68">
                    <a:moveTo>
                      <a:pt x="0" y="17568"/>
                    </a:moveTo>
                    <a:lnTo>
                      <a:pt x="2875" y="7397"/>
                    </a:lnTo>
                    <a:lnTo>
                      <a:pt x="5262" y="0"/>
                    </a:lnTo>
                    <a:lnTo>
                      <a:pt x="2387" y="11399"/>
                    </a:lnTo>
                    <a:close/>
                  </a:path>
                </a:pathLst>
              </a:custGeom>
              <a:solidFill>
                <a:srgbClr val="fa9e83"/>
              </a:solidFill>
              <a:ln w="3334" cap="flat" cmpd="sng" algn="ctr">
                <a:solidFill>
                  <a:srgbClr val="fa9e8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41" name="Surface mesh patch"/>
              <p:cNvSpPr/>
              <p:nvPr/>
            </p:nvSpPr>
            <p:spPr>
              <a:xfrm>
                <a:off x="17113303" y="788030"/>
                <a:ext cx="50120" cy="1584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35">
                    <a:moveTo>
                      <a:pt x="0" y="16635"/>
                    </a:moveTo>
                    <a:lnTo>
                      <a:pt x="2875" y="7136"/>
                    </a:lnTo>
                    <a:lnTo>
                      <a:pt x="5262" y="0"/>
                    </a:lnTo>
                    <a:lnTo>
                      <a:pt x="2387" y="10337"/>
                    </a:lnTo>
                    <a:close/>
                  </a:path>
                </a:pathLst>
              </a:custGeom>
              <a:solidFill>
                <a:srgbClr val="e15d56"/>
              </a:solidFill>
              <a:ln w="3334" cap="flat" cmpd="sng" algn="ctr">
                <a:solidFill>
                  <a:srgbClr val="e15d5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42" name="Surface mesh patch"/>
              <p:cNvSpPr/>
              <p:nvPr/>
            </p:nvSpPr>
            <p:spPr>
              <a:xfrm>
                <a:off x="17163423" y="679173"/>
                <a:ext cx="50120" cy="108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29">
                    <a:moveTo>
                      <a:pt x="0" y="11429"/>
                    </a:moveTo>
                    <a:lnTo>
                      <a:pt x="2875" y="5699"/>
                    </a:lnTo>
                    <a:lnTo>
                      <a:pt x="5262" y="0"/>
                    </a:lnTo>
                    <a:lnTo>
                      <a:pt x="2387" y="6037"/>
                    </a:lnTo>
                    <a:close/>
                  </a:path>
                </a:pathLst>
              </a:custGeom>
              <a:solidFill>
                <a:srgbClr val="c6212f"/>
              </a:solidFill>
              <a:ln w="3334" cap="flat" cmpd="sng" algn="ctr">
                <a:solidFill>
                  <a:srgbClr val="c6212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43" name="Surface mesh patch"/>
              <p:cNvSpPr/>
              <p:nvPr/>
            </p:nvSpPr>
            <p:spPr>
              <a:xfrm>
                <a:off x="17213543" y="646749"/>
                <a:ext cx="50120" cy="38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4">
                    <a:moveTo>
                      <a:pt x="0" y="3404"/>
                    </a:moveTo>
                    <a:lnTo>
                      <a:pt x="2875" y="4074"/>
                    </a:lnTo>
                    <a:lnTo>
                      <a:pt x="5262" y="7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44" name="Surface mesh patch"/>
              <p:cNvSpPr/>
              <p:nvPr/>
            </p:nvSpPr>
            <p:spPr>
              <a:xfrm>
                <a:off x="17263662" y="646011"/>
                <a:ext cx="50120" cy="827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3">
                    <a:moveTo>
                      <a:pt x="0" y="815"/>
                    </a:moveTo>
                    <a:lnTo>
                      <a:pt x="2875" y="8693"/>
                    </a:lnTo>
                    <a:lnTo>
                      <a:pt x="5262" y="79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45" name="Surface mesh patch"/>
              <p:cNvSpPr/>
              <p:nvPr/>
            </p:nvSpPr>
            <p:spPr>
              <a:xfrm>
                <a:off x="17313782" y="721525"/>
                <a:ext cx="50120" cy="1404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42">
                    <a:moveTo>
                      <a:pt x="0" y="0"/>
                    </a:moveTo>
                    <a:lnTo>
                      <a:pt x="2875" y="13534"/>
                    </a:lnTo>
                    <a:lnTo>
                      <a:pt x="5262" y="14742"/>
                    </a:lnTo>
                    <a:lnTo>
                      <a:pt x="2387" y="1558"/>
                    </a:lnTo>
                    <a:close/>
                  </a:path>
                </a:pathLst>
              </a:custGeom>
              <a:solidFill>
                <a:srgbClr val="d33d41"/>
              </a:solidFill>
              <a:ln w="3334" cap="flat" cmpd="sng" algn="ctr">
                <a:solidFill>
                  <a:srgbClr val="d33d4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46" name="Surface mesh patch"/>
              <p:cNvSpPr/>
              <p:nvPr/>
            </p:nvSpPr>
            <p:spPr>
              <a:xfrm>
                <a:off x="17363902" y="861941"/>
                <a:ext cx="50120" cy="1722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9">
                    <a:moveTo>
                      <a:pt x="0" y="0"/>
                    </a:moveTo>
                    <a:lnTo>
                      <a:pt x="2875" y="15983"/>
                    </a:lnTo>
                    <a:lnTo>
                      <a:pt x="5262" y="18079"/>
                    </a:lnTo>
                    <a:lnTo>
                      <a:pt x="2387" y="2989"/>
                    </a:lnTo>
                    <a:close/>
                  </a:path>
                </a:pathLst>
              </a:custGeom>
              <a:solidFill>
                <a:srgbClr val="f38570"/>
              </a:solidFill>
              <a:ln w="3334" cap="flat" cmpd="sng" algn="ctr">
                <a:solidFill>
                  <a:srgbClr val="f3857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47" name="Surface mesh patch"/>
              <p:cNvSpPr/>
              <p:nvPr/>
            </p:nvSpPr>
            <p:spPr>
              <a:xfrm>
                <a:off x="17414021" y="1034144"/>
                <a:ext cx="50120" cy="1616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68">
                    <a:moveTo>
                      <a:pt x="0" y="0"/>
                    </a:moveTo>
                    <a:lnTo>
                      <a:pt x="2875" y="15042"/>
                    </a:lnTo>
                    <a:lnTo>
                      <a:pt x="5262" y="16968"/>
                    </a:lnTo>
                    <a:lnTo>
                      <a:pt x="2387" y="3207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48" name="Surface mesh patch"/>
              <p:cNvSpPr/>
              <p:nvPr/>
            </p:nvSpPr>
            <p:spPr>
              <a:xfrm>
                <a:off x="17464141" y="1195765"/>
                <a:ext cx="50120" cy="123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22">
                    <a:moveTo>
                      <a:pt x="0" y="0"/>
                    </a:moveTo>
                    <a:lnTo>
                      <a:pt x="2875" y="11822"/>
                    </a:lnTo>
                    <a:lnTo>
                      <a:pt x="5262" y="12922"/>
                    </a:lnTo>
                    <a:lnTo>
                      <a:pt x="2387" y="2454"/>
                    </a:lnTo>
                    <a:close/>
                  </a:path>
                </a:pathLst>
              </a:custGeom>
              <a:solidFill>
                <a:srgbClr val="f4d5c2"/>
              </a:solidFill>
              <a:ln w="3334" cap="flat" cmpd="sng" algn="ctr">
                <a:solidFill>
                  <a:srgbClr val="f4d5c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49" name="Surface mesh patch"/>
              <p:cNvSpPr/>
              <p:nvPr/>
            </p:nvSpPr>
            <p:spPr>
              <a:xfrm>
                <a:off x="17514260" y="1318846"/>
                <a:ext cx="50120" cy="761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95">
                    <a:moveTo>
                      <a:pt x="0" y="0"/>
                    </a:moveTo>
                    <a:lnTo>
                      <a:pt x="2875" y="7895"/>
                    </a:lnTo>
                    <a:lnTo>
                      <a:pt x="5262" y="7995"/>
                    </a:lnTo>
                    <a:lnTo>
                      <a:pt x="2387" y="1245"/>
                    </a:lnTo>
                    <a:close/>
                  </a:path>
                </a:pathLst>
              </a:custGeom>
              <a:solidFill>
                <a:srgbClr val="dee1ea"/>
              </a:solidFill>
              <a:ln w="3334" cap="flat" cmpd="sng" algn="ctr">
                <a:solidFill>
                  <a:srgbClr val="dee1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50" name="Surface mesh patch"/>
              <p:cNvSpPr/>
              <p:nvPr/>
            </p:nvSpPr>
            <p:spPr>
              <a:xfrm>
                <a:off x="17564380" y="1394996"/>
                <a:ext cx="50120" cy="427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5">
                    <a:moveTo>
                      <a:pt x="0" y="0"/>
                    </a:moveTo>
                    <a:lnTo>
                      <a:pt x="2875" y="4485"/>
                    </a:lnTo>
                    <a:lnTo>
                      <a:pt x="5262" y="3750"/>
                    </a:lnTo>
                    <a:lnTo>
                      <a:pt x="2387" y="66"/>
                    </a:lnTo>
                    <a:close/>
                  </a:path>
                </a:pathLst>
              </a:custGeom>
              <a:solidFill>
                <a:srgbClr val="ceddf5"/>
              </a:solidFill>
              <a:ln w="3334" cap="flat" cmpd="sng" algn="ctr">
                <a:solidFill>
                  <a:srgbClr val="ce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51" name="Surface mesh patch"/>
              <p:cNvSpPr/>
              <p:nvPr/>
            </p:nvSpPr>
            <p:spPr>
              <a:xfrm>
                <a:off x="17614500" y="1423014"/>
                <a:ext cx="50120" cy="280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7">
                    <a:moveTo>
                      <a:pt x="0" y="808"/>
                    </a:moveTo>
                    <a:lnTo>
                      <a:pt x="2875" y="2947"/>
                    </a:lnTo>
                    <a:lnTo>
                      <a:pt x="5262" y="16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52" name="Surface mesh patch"/>
              <p:cNvSpPr/>
              <p:nvPr/>
            </p:nvSpPr>
            <p:spPr>
              <a:xfrm>
                <a:off x="17664619" y="1426520"/>
                <a:ext cx="50120" cy="206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68">
                    <a:moveTo>
                      <a:pt x="0" y="1313"/>
                    </a:moveTo>
                    <a:lnTo>
                      <a:pt x="2875" y="2168"/>
                    </a:lnTo>
                    <a:lnTo>
                      <a:pt x="5262" y="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53" name="Surface mesh patch"/>
              <p:cNvSpPr/>
              <p:nvPr/>
            </p:nvSpPr>
            <p:spPr>
              <a:xfrm>
                <a:off x="17714739" y="1418513"/>
                <a:ext cx="50120" cy="1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9">
                    <a:moveTo>
                      <a:pt x="0" y="1504"/>
                    </a:moveTo>
                    <a:lnTo>
                      <a:pt x="2875" y="1879"/>
                    </a:lnTo>
                    <a:lnTo>
                      <a:pt x="5262" y="3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54" name="Surface mesh patch"/>
              <p:cNvSpPr/>
              <p:nvPr/>
            </p:nvSpPr>
            <p:spPr>
              <a:xfrm>
                <a:off x="17764859" y="1407879"/>
                <a:ext cx="50120" cy="17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5">
                    <a:moveTo>
                      <a:pt x="0" y="1478"/>
                    </a:moveTo>
                    <a:lnTo>
                      <a:pt x="2875" y="1885"/>
                    </a:lnTo>
                    <a:lnTo>
                      <a:pt x="5262" y="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55" name="Surface mesh patch"/>
              <p:cNvSpPr/>
              <p:nvPr/>
            </p:nvSpPr>
            <p:spPr>
              <a:xfrm>
                <a:off x="17814978" y="1400047"/>
                <a:ext cx="50120" cy="194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4">
                    <a:moveTo>
                      <a:pt x="0" y="1321"/>
                    </a:moveTo>
                    <a:lnTo>
                      <a:pt x="2875" y="2044"/>
                    </a:lnTo>
                    <a:lnTo>
                      <a:pt x="5262" y="8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56" name="Surface mesh patch"/>
              <p:cNvSpPr/>
              <p:nvPr/>
            </p:nvSpPr>
            <p:spPr>
              <a:xfrm>
                <a:off x="17865098" y="1397743"/>
                <a:ext cx="50120" cy="215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8">
                    <a:moveTo>
                      <a:pt x="0" y="1105"/>
                    </a:moveTo>
                    <a:lnTo>
                      <a:pt x="2875" y="2258"/>
                    </a:lnTo>
                    <a:lnTo>
                      <a:pt x="5262" y="13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57" name="Surface mesh patch"/>
              <p:cNvSpPr/>
              <p:nvPr/>
            </p:nvSpPr>
            <p:spPr>
              <a:xfrm>
                <a:off x="17915218" y="1401677"/>
                <a:ext cx="50120" cy="234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3">
                    <a:moveTo>
                      <a:pt x="0" y="888"/>
                    </a:moveTo>
                    <a:lnTo>
                      <a:pt x="2875" y="2463"/>
                    </a:lnTo>
                    <a:lnTo>
                      <a:pt x="5262" y="1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58" name="Surface mesh patch"/>
              <p:cNvSpPr/>
              <p:nvPr/>
            </p:nvSpPr>
            <p:spPr>
              <a:xfrm>
                <a:off x="15887700" y="1529145"/>
                <a:ext cx="50120" cy="245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82">
                    <a:moveTo>
                      <a:pt x="0" y="549"/>
                    </a:moveTo>
                    <a:lnTo>
                      <a:pt x="2875" y="2582"/>
                    </a:lnTo>
                    <a:lnTo>
                      <a:pt x="5262" y="19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59" name="Surface mesh patch"/>
              <p:cNvSpPr/>
              <p:nvPr/>
            </p:nvSpPr>
            <p:spPr>
              <a:xfrm>
                <a:off x="15937820" y="1542533"/>
                <a:ext cx="50120" cy="228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592"/>
                    </a:moveTo>
                    <a:lnTo>
                      <a:pt x="2875" y="2398"/>
                    </a:lnTo>
                    <a:lnTo>
                      <a:pt x="5262" y="17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60" name="Surface mesh patch"/>
              <p:cNvSpPr/>
              <p:nvPr/>
            </p:nvSpPr>
            <p:spPr>
              <a:xfrm>
                <a:off x="15987939" y="1553243"/>
                <a:ext cx="50120" cy="203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38">
                    <a:moveTo>
                      <a:pt x="0" y="634"/>
                    </a:moveTo>
                    <a:lnTo>
                      <a:pt x="2875" y="2138"/>
                    </a:lnTo>
                    <a:lnTo>
                      <a:pt x="5262" y="14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61" name="Surface mesh patch"/>
              <p:cNvSpPr/>
              <p:nvPr/>
            </p:nvSpPr>
            <p:spPr>
              <a:xfrm>
                <a:off x="16038059" y="1561269"/>
                <a:ext cx="50120" cy="17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8">
                    <a:moveTo>
                      <a:pt x="0" y="631"/>
                    </a:moveTo>
                    <a:lnTo>
                      <a:pt x="2875" y="1818"/>
                    </a:lnTo>
                    <a:lnTo>
                      <a:pt x="5262" y="1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62" name="Surface mesh patch"/>
              <p:cNvSpPr/>
              <p:nvPr/>
            </p:nvSpPr>
            <p:spPr>
              <a:xfrm>
                <a:off x="16088179" y="1567453"/>
                <a:ext cx="50120" cy="138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0">
                    <a:moveTo>
                      <a:pt x="0" y="548"/>
                    </a:moveTo>
                    <a:lnTo>
                      <a:pt x="2875" y="1450"/>
                    </a:lnTo>
                    <a:lnTo>
                      <a:pt x="5262" y="9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63" name="Surface mesh patch"/>
              <p:cNvSpPr/>
              <p:nvPr/>
            </p:nvSpPr>
            <p:spPr>
              <a:xfrm>
                <a:off x="16138298" y="1573008"/>
                <a:ext cx="50120" cy="99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6">
                    <a:moveTo>
                      <a:pt x="0" y="380"/>
                    </a:moveTo>
                    <a:lnTo>
                      <a:pt x="2875" y="1046"/>
                    </a:lnTo>
                    <a:lnTo>
                      <a:pt x="5262" y="7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64" name="Surface mesh patch"/>
              <p:cNvSpPr/>
              <p:nvPr/>
            </p:nvSpPr>
            <p:spPr>
              <a:xfrm>
                <a:off x="16188418" y="1578913"/>
                <a:ext cx="50120" cy="6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">
                    <a:moveTo>
                      <a:pt x="0" y="154"/>
                    </a:moveTo>
                    <a:lnTo>
                      <a:pt x="2875" y="634"/>
                    </a:lnTo>
                    <a:lnTo>
                      <a:pt x="5262" y="6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65" name="Surface mesh patch"/>
              <p:cNvSpPr/>
              <p:nvPr/>
            </p:nvSpPr>
            <p:spPr>
              <a:xfrm>
                <a:off x="16238538" y="1584729"/>
                <a:ext cx="50120" cy="5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7">
                    <a:moveTo>
                      <a:pt x="0" y="0"/>
                    </a:moveTo>
                    <a:lnTo>
                      <a:pt x="2875" y="338"/>
                    </a:lnTo>
                    <a:lnTo>
                      <a:pt x="5262" y="537"/>
                    </a:lnTo>
                    <a:lnTo>
                      <a:pt x="2387" y="76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66" name="Surface mesh patch"/>
              <p:cNvSpPr/>
              <p:nvPr/>
            </p:nvSpPr>
            <p:spPr>
              <a:xfrm>
                <a:off x="16288657" y="1589842"/>
                <a:ext cx="50120" cy="54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5">
                    <a:moveTo>
                      <a:pt x="0" y="0"/>
                    </a:moveTo>
                    <a:lnTo>
                      <a:pt x="2875" y="248"/>
                    </a:lnTo>
                    <a:lnTo>
                      <a:pt x="5262" y="575"/>
                    </a:lnTo>
                    <a:lnTo>
                      <a:pt x="2387" y="242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67" name="Surface mesh patch"/>
              <p:cNvSpPr/>
              <p:nvPr/>
            </p:nvSpPr>
            <p:spPr>
              <a:xfrm>
                <a:off x="16338777" y="1595319"/>
                <a:ext cx="50120" cy="52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1">
                    <a:moveTo>
                      <a:pt x="0" y="0"/>
                    </a:moveTo>
                    <a:lnTo>
                      <a:pt x="2875" y="243"/>
                    </a:lnTo>
                    <a:lnTo>
                      <a:pt x="5262" y="551"/>
                    </a:lnTo>
                    <a:lnTo>
                      <a:pt x="2387" y="28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68" name="Surface mesh patch"/>
              <p:cNvSpPr/>
              <p:nvPr/>
            </p:nvSpPr>
            <p:spPr>
              <a:xfrm>
                <a:off x="16388896" y="1600569"/>
                <a:ext cx="50120" cy="45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9">
                    <a:moveTo>
                      <a:pt x="0" y="0"/>
                    </a:moveTo>
                    <a:lnTo>
                      <a:pt x="2875" y="364"/>
                    </a:lnTo>
                    <a:lnTo>
                      <a:pt x="5262" y="479"/>
                    </a:lnTo>
                    <a:lnTo>
                      <a:pt x="2387" y="161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69" name="Surface mesh patch"/>
              <p:cNvSpPr/>
              <p:nvPr/>
            </p:nvSpPr>
            <p:spPr>
              <a:xfrm>
                <a:off x="16439016" y="1603940"/>
                <a:ext cx="50120" cy="7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8">
                    <a:moveTo>
                      <a:pt x="0" y="125"/>
                    </a:moveTo>
                    <a:lnTo>
                      <a:pt x="2875" y="758"/>
                    </a:lnTo>
                    <a:lnTo>
                      <a:pt x="5262" y="5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70" name="Surface mesh patch"/>
              <p:cNvSpPr/>
              <p:nvPr/>
            </p:nvSpPr>
            <p:spPr>
              <a:xfrm>
                <a:off x="16489136" y="1603481"/>
                <a:ext cx="50120" cy="149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2">
                    <a:moveTo>
                      <a:pt x="0" y="553"/>
                    </a:moveTo>
                    <a:lnTo>
                      <a:pt x="2875" y="1572"/>
                    </a:lnTo>
                    <a:lnTo>
                      <a:pt x="5262" y="8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71" name="Surface mesh patch"/>
              <p:cNvSpPr/>
              <p:nvPr/>
            </p:nvSpPr>
            <p:spPr>
              <a:xfrm>
                <a:off x="16539255" y="1600850"/>
                <a:ext cx="50120" cy="23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4">
                    <a:moveTo>
                      <a:pt x="0" y="1078"/>
                    </a:moveTo>
                    <a:lnTo>
                      <a:pt x="2875" y="2514"/>
                    </a:lnTo>
                    <a:lnTo>
                      <a:pt x="5262" y="11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72" name="Surface mesh patch"/>
              <p:cNvSpPr/>
              <p:nvPr/>
            </p:nvSpPr>
            <p:spPr>
              <a:xfrm>
                <a:off x="16589375" y="1595918"/>
                <a:ext cx="50120" cy="32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05">
                    <a:moveTo>
                      <a:pt x="0" y="1643"/>
                    </a:moveTo>
                    <a:lnTo>
                      <a:pt x="2875" y="3405"/>
                    </a:lnTo>
                    <a:lnTo>
                      <a:pt x="5262" y="13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73" name="Surface mesh patch"/>
              <p:cNvSpPr/>
              <p:nvPr/>
            </p:nvSpPr>
            <p:spPr>
              <a:xfrm>
                <a:off x="16639495" y="1588080"/>
                <a:ext cx="50120" cy="387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70">
                    <a:moveTo>
                      <a:pt x="0" y="2187"/>
                    </a:moveTo>
                    <a:lnTo>
                      <a:pt x="2875" y="4070"/>
                    </a:lnTo>
                    <a:lnTo>
                      <a:pt x="5262" y="1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74" name="Surface mesh patch"/>
              <p:cNvSpPr/>
              <p:nvPr/>
            </p:nvSpPr>
            <p:spPr>
              <a:xfrm>
                <a:off x="16689614" y="1576293"/>
                <a:ext cx="50120" cy="41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3">
                    <a:moveTo>
                      <a:pt x="0" y="2658"/>
                    </a:moveTo>
                    <a:lnTo>
                      <a:pt x="2875" y="4383"/>
                    </a:lnTo>
                    <a:lnTo>
                      <a:pt x="5262" y="12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75" name="Surface mesh patch"/>
              <p:cNvSpPr/>
              <p:nvPr/>
            </p:nvSpPr>
            <p:spPr>
              <a:xfrm>
                <a:off x="16739734" y="1559164"/>
                <a:ext cx="50120" cy="407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82">
                    <a:moveTo>
                      <a:pt x="0" y="3025"/>
                    </a:moveTo>
                    <a:lnTo>
                      <a:pt x="2875" y="4282"/>
                    </a:lnTo>
                    <a:lnTo>
                      <a:pt x="5262" y="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76" name="Surface mesh patch"/>
              <p:cNvSpPr/>
              <p:nvPr/>
            </p:nvSpPr>
            <p:spPr>
              <a:xfrm>
                <a:off x="16789854" y="1533682"/>
                <a:ext cx="50120" cy="367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1">
                    <a:moveTo>
                      <a:pt x="0" y="3416"/>
                    </a:moveTo>
                    <a:lnTo>
                      <a:pt x="2875" y="3861"/>
                    </a:lnTo>
                    <a:lnTo>
                      <a:pt x="5262" y="0"/>
                    </a:lnTo>
                    <a:lnTo>
                      <a:pt x="2387" y="107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77" name="Surface mesh patch"/>
              <p:cNvSpPr/>
              <p:nvPr/>
            </p:nvSpPr>
            <p:spPr>
              <a:xfrm>
                <a:off x="16839973" y="1485705"/>
                <a:ext cx="50120" cy="479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7">
                    <a:moveTo>
                      <a:pt x="0" y="5037"/>
                    </a:moveTo>
                    <a:lnTo>
                      <a:pt x="2875" y="4252"/>
                    </a:lnTo>
                    <a:lnTo>
                      <a:pt x="5262" y="0"/>
                    </a:lnTo>
                    <a:lnTo>
                      <a:pt x="2387" y="1444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78" name="Surface mesh patch"/>
              <p:cNvSpPr/>
              <p:nvPr/>
            </p:nvSpPr>
            <p:spPr>
              <a:xfrm>
                <a:off x="16890093" y="1415038"/>
                <a:ext cx="50120" cy="706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19">
                    <a:moveTo>
                      <a:pt x="0" y="7419"/>
                    </a:moveTo>
                    <a:lnTo>
                      <a:pt x="2875" y="4887"/>
                    </a:lnTo>
                    <a:lnTo>
                      <a:pt x="5262" y="0"/>
                    </a:lnTo>
                    <a:lnTo>
                      <a:pt x="2387" y="3405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79" name="Surface mesh patch"/>
              <p:cNvSpPr/>
              <p:nvPr/>
            </p:nvSpPr>
            <p:spPr>
              <a:xfrm>
                <a:off x="16940212" y="1313624"/>
                <a:ext cx="50120" cy="1014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647">
                    <a:moveTo>
                      <a:pt x="0" y="10647"/>
                    </a:moveTo>
                    <a:lnTo>
                      <a:pt x="2875" y="5863"/>
                    </a:lnTo>
                    <a:lnTo>
                      <a:pt x="5262" y="0"/>
                    </a:lnTo>
                    <a:lnTo>
                      <a:pt x="2387" y="5939"/>
                    </a:lnTo>
                    <a:close/>
                  </a:path>
                </a:pathLst>
              </a:custGeom>
              <a:solidFill>
                <a:srgbClr val="e3dfe2"/>
              </a:solidFill>
              <a:ln w="3334" cap="flat" cmpd="sng" algn="ctr">
                <a:solidFill>
                  <a:srgbClr val="e3df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80" name="Surface mesh patch"/>
              <p:cNvSpPr/>
              <p:nvPr/>
            </p:nvSpPr>
            <p:spPr>
              <a:xfrm>
                <a:off x="16990332" y="1178009"/>
                <a:ext cx="50120" cy="1356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38">
                    <a:moveTo>
                      <a:pt x="0" y="14238"/>
                    </a:moveTo>
                    <a:lnTo>
                      <a:pt x="2875" y="7070"/>
                    </a:lnTo>
                    <a:lnTo>
                      <a:pt x="5262" y="0"/>
                    </a:lnTo>
                    <a:lnTo>
                      <a:pt x="2387" y="8549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81" name="Surface mesh patch"/>
              <p:cNvSpPr/>
              <p:nvPr/>
            </p:nvSpPr>
            <p:spPr>
              <a:xfrm>
                <a:off x="17040452" y="1016931"/>
                <a:ext cx="50120" cy="1610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11">
                    <a:moveTo>
                      <a:pt x="0" y="16911"/>
                    </a:moveTo>
                    <a:lnTo>
                      <a:pt x="2875" y="8116"/>
                    </a:lnTo>
                    <a:lnTo>
                      <a:pt x="5262" y="0"/>
                    </a:lnTo>
                    <a:lnTo>
                      <a:pt x="2387" y="10171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82" name="Surface mesh patch"/>
              <p:cNvSpPr/>
              <p:nvPr/>
            </p:nvSpPr>
            <p:spPr>
              <a:xfrm>
                <a:off x="17090571" y="856004"/>
                <a:ext cx="50120" cy="1609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95">
                    <a:moveTo>
                      <a:pt x="0" y="16895"/>
                    </a:moveTo>
                    <a:lnTo>
                      <a:pt x="2875" y="8440"/>
                    </a:lnTo>
                    <a:lnTo>
                      <a:pt x="5262" y="0"/>
                    </a:lnTo>
                    <a:lnTo>
                      <a:pt x="2387" y="9499"/>
                    </a:lnTo>
                    <a:close/>
                  </a:path>
                </a:pathLst>
              </a:custGeom>
              <a:solidFill>
                <a:srgbClr val="ed7767"/>
              </a:solidFill>
              <a:ln w="3334" cap="flat" cmpd="sng" algn="ctr">
                <a:solidFill>
                  <a:srgbClr val="ed77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83" name="Surface mesh patch"/>
              <p:cNvSpPr/>
              <p:nvPr/>
            </p:nvSpPr>
            <p:spPr>
              <a:xfrm>
                <a:off x="17140691" y="733452"/>
                <a:ext cx="50120" cy="122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6">
                    <a:moveTo>
                      <a:pt x="0" y="12866"/>
                    </a:moveTo>
                    <a:lnTo>
                      <a:pt x="2875" y="7611"/>
                    </a:lnTo>
                    <a:lnTo>
                      <a:pt x="5262" y="0"/>
                    </a:lnTo>
                    <a:lnTo>
                      <a:pt x="2387" y="5730"/>
                    </a:lnTo>
                    <a:close/>
                  </a:path>
                </a:pathLst>
              </a:custGeom>
              <a:solidFill>
                <a:srgbClr val="d0383e"/>
              </a:solidFill>
              <a:ln w="3334" cap="flat" cmpd="sng" algn="ctr">
                <a:solidFill>
                  <a:srgbClr val="d0383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84" name="Surface mesh patch"/>
              <p:cNvSpPr/>
              <p:nvPr/>
            </p:nvSpPr>
            <p:spPr>
              <a:xfrm>
                <a:off x="17190811" y="679173"/>
                <a:ext cx="50120" cy="601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18">
                    <a:moveTo>
                      <a:pt x="0" y="5699"/>
                    </a:moveTo>
                    <a:lnTo>
                      <a:pt x="2875" y="6318"/>
                    </a:lnTo>
                    <a:lnTo>
                      <a:pt x="5262" y="6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85" name="Surface mesh patch"/>
              <p:cNvSpPr/>
              <p:nvPr/>
            </p:nvSpPr>
            <p:spPr>
              <a:xfrm>
                <a:off x="17240930" y="653772"/>
                <a:ext cx="50120" cy="1044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69">
                    <a:moveTo>
                      <a:pt x="0" y="3337"/>
                    </a:moveTo>
                    <a:lnTo>
                      <a:pt x="2875" y="10969"/>
                    </a:lnTo>
                    <a:lnTo>
                      <a:pt x="5262" y="78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1628"/>
              </a:solidFill>
              <a:ln w="3334" cap="flat" cmpd="sng" algn="ctr">
                <a:solidFill>
                  <a:srgbClr val="c1162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86" name="Surface mesh patch"/>
              <p:cNvSpPr/>
              <p:nvPr/>
            </p:nvSpPr>
            <p:spPr>
              <a:xfrm>
                <a:off x="17291050" y="721525"/>
                <a:ext cx="50120" cy="136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85">
                    <a:moveTo>
                      <a:pt x="0" y="765"/>
                    </a:moveTo>
                    <a:lnTo>
                      <a:pt x="2875" y="14285"/>
                    </a:lnTo>
                    <a:lnTo>
                      <a:pt x="5262" y="135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0373d"/>
              </a:solidFill>
              <a:ln w="3334" cap="flat" cmpd="sng" algn="ctr">
                <a:solidFill>
                  <a:srgbClr val="d0373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87" name="Surface mesh patch"/>
              <p:cNvSpPr/>
              <p:nvPr/>
            </p:nvSpPr>
            <p:spPr>
              <a:xfrm>
                <a:off x="17341170" y="850439"/>
                <a:ext cx="50120" cy="1637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91">
                    <a:moveTo>
                      <a:pt x="0" y="0"/>
                    </a:moveTo>
                    <a:lnTo>
                      <a:pt x="2875" y="16462"/>
                    </a:lnTo>
                    <a:lnTo>
                      <a:pt x="5262" y="17191"/>
                    </a:lnTo>
                    <a:lnTo>
                      <a:pt x="2387" y="1208"/>
                    </a:lnTo>
                    <a:close/>
                  </a:path>
                </a:pathLst>
              </a:custGeom>
              <a:solidFill>
                <a:srgbClr val="ed7867"/>
              </a:solidFill>
              <a:ln w="3334" cap="flat" cmpd="sng" algn="ctr">
                <a:solidFill>
                  <a:srgbClr val="ed78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88" name="Surface mesh patch"/>
              <p:cNvSpPr/>
              <p:nvPr/>
            </p:nvSpPr>
            <p:spPr>
              <a:xfrm>
                <a:off x="17391289" y="1014182"/>
                <a:ext cx="50120" cy="1632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37">
                    <a:moveTo>
                      <a:pt x="0" y="0"/>
                    </a:moveTo>
                    <a:lnTo>
                      <a:pt x="2875" y="15978"/>
                    </a:lnTo>
                    <a:lnTo>
                      <a:pt x="5262" y="17137"/>
                    </a:lnTo>
                    <a:lnTo>
                      <a:pt x="2387" y="2096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89" name="Surface mesh patch"/>
              <p:cNvSpPr/>
              <p:nvPr/>
            </p:nvSpPr>
            <p:spPr>
              <a:xfrm>
                <a:off x="17441409" y="1177416"/>
                <a:ext cx="50120" cy="1309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748">
                    <a:moveTo>
                      <a:pt x="0" y="0"/>
                    </a:moveTo>
                    <a:lnTo>
                      <a:pt x="2875" y="12965"/>
                    </a:lnTo>
                    <a:lnTo>
                      <a:pt x="5262" y="13748"/>
                    </a:lnTo>
                    <a:lnTo>
                      <a:pt x="2387" y="1926"/>
                    </a:lnTo>
                    <a:close/>
                  </a:path>
                </a:pathLst>
              </a:custGeom>
              <a:solidFill>
                <a:srgbClr val="f9d2b7"/>
              </a:solidFill>
              <a:ln w="3334" cap="flat" cmpd="sng" algn="ctr">
                <a:solidFill>
                  <a:srgbClr val="f9d2b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90" name="Surface mesh patch"/>
              <p:cNvSpPr/>
              <p:nvPr/>
            </p:nvSpPr>
            <p:spPr>
              <a:xfrm>
                <a:off x="17491529" y="1308366"/>
                <a:ext cx="50120" cy="856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95">
                    <a:moveTo>
                      <a:pt x="0" y="0"/>
                    </a:moveTo>
                    <a:lnTo>
                      <a:pt x="2875" y="8958"/>
                    </a:lnTo>
                    <a:lnTo>
                      <a:pt x="5262" y="8995"/>
                    </a:lnTo>
                    <a:lnTo>
                      <a:pt x="2387" y="1100"/>
                    </a:lnTo>
                    <a:close/>
                  </a:path>
                </a:pathLst>
              </a:custGeom>
              <a:solidFill>
                <a:srgbClr val="e2dfe4"/>
              </a:solidFill>
              <a:ln w="3334" cap="flat" cmpd="sng" algn="ctr">
                <a:solidFill>
                  <a:srgbClr val="e2df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91" name="Surface mesh patch"/>
              <p:cNvSpPr/>
              <p:nvPr/>
            </p:nvSpPr>
            <p:spPr>
              <a:xfrm>
                <a:off x="17541648" y="1394044"/>
                <a:ext cx="50120" cy="50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86">
                    <a:moveTo>
                      <a:pt x="0" y="0"/>
                    </a:moveTo>
                    <a:lnTo>
                      <a:pt x="2875" y="5286"/>
                    </a:lnTo>
                    <a:lnTo>
                      <a:pt x="5262" y="4585"/>
                    </a:lnTo>
                    <a:lnTo>
                      <a:pt x="2387" y="10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92" name="Surface mesh patch"/>
              <p:cNvSpPr/>
              <p:nvPr/>
            </p:nvSpPr>
            <p:spPr>
              <a:xfrm>
                <a:off x="17591768" y="1430715"/>
                <a:ext cx="50120" cy="32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67">
                    <a:moveTo>
                      <a:pt x="0" y="735"/>
                    </a:moveTo>
                    <a:lnTo>
                      <a:pt x="2875" y="3367"/>
                    </a:lnTo>
                    <a:lnTo>
                      <a:pt x="5262" y="21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93" name="Surface mesh patch"/>
              <p:cNvSpPr/>
              <p:nvPr/>
            </p:nvSpPr>
            <p:spPr>
              <a:xfrm>
                <a:off x="17641888" y="1439024"/>
                <a:ext cx="50120" cy="22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4">
                    <a:moveTo>
                      <a:pt x="0" y="1266"/>
                    </a:moveTo>
                    <a:lnTo>
                      <a:pt x="2875" y="2354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94" name="Surface mesh patch"/>
              <p:cNvSpPr/>
              <p:nvPr/>
            </p:nvSpPr>
            <p:spPr>
              <a:xfrm>
                <a:off x="17692007" y="1432841"/>
                <a:ext cx="50120" cy="183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5">
                    <a:moveTo>
                      <a:pt x="0" y="1504"/>
                    </a:moveTo>
                    <a:lnTo>
                      <a:pt x="2875" y="1925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95" name="Surface mesh patch"/>
              <p:cNvSpPr/>
              <p:nvPr/>
            </p:nvSpPr>
            <p:spPr>
              <a:xfrm>
                <a:off x="17742127" y="1421954"/>
                <a:ext cx="50120" cy="17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6">
                    <a:moveTo>
                      <a:pt x="0" y="1518"/>
                    </a:moveTo>
                    <a:lnTo>
                      <a:pt x="2875" y="1856"/>
                    </a:lnTo>
                    <a:lnTo>
                      <a:pt x="5262" y="40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96" name="Surface mesh patch"/>
              <p:cNvSpPr/>
              <p:nvPr/>
            </p:nvSpPr>
            <p:spPr>
              <a:xfrm>
                <a:off x="17792246" y="1412627"/>
                <a:ext cx="50120" cy="18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9">
                    <a:moveTo>
                      <a:pt x="0" y="1387"/>
                    </a:moveTo>
                    <a:lnTo>
                      <a:pt x="2875" y="1979"/>
                    </a:lnTo>
                    <a:lnTo>
                      <a:pt x="5262" y="7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97" name="Surface mesh patch"/>
              <p:cNvSpPr/>
              <p:nvPr/>
            </p:nvSpPr>
            <p:spPr>
              <a:xfrm>
                <a:off x="17842366" y="1408267"/>
                <a:ext cx="50120" cy="208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4">
                    <a:moveTo>
                      <a:pt x="0" y="1181"/>
                    </a:moveTo>
                    <a:lnTo>
                      <a:pt x="2875" y="2184"/>
                    </a:lnTo>
                    <a:lnTo>
                      <a:pt x="5262" y="1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98" name="Surface mesh patch"/>
              <p:cNvSpPr/>
              <p:nvPr/>
            </p:nvSpPr>
            <p:spPr>
              <a:xfrm>
                <a:off x="17892486" y="1410131"/>
                <a:ext cx="50120" cy="228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9">
                    <a:moveTo>
                      <a:pt x="0" y="957"/>
                    </a:moveTo>
                    <a:lnTo>
                      <a:pt x="2875" y="2399"/>
                    </a:lnTo>
                    <a:lnTo>
                      <a:pt x="5262" y="1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99" name="Surface mesh patch"/>
              <p:cNvSpPr/>
              <p:nvPr/>
            </p:nvSpPr>
            <p:spPr>
              <a:xfrm>
                <a:off x="17942605" y="1417847"/>
                <a:ext cx="50120" cy="244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1">
                    <a:moveTo>
                      <a:pt x="0" y="765"/>
                    </a:moveTo>
                    <a:lnTo>
                      <a:pt x="2875" y="2571"/>
                    </a:lnTo>
                    <a:lnTo>
                      <a:pt x="5262" y="18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7"/>
              </a:solidFill>
              <a:ln w="3334" cap="flat" cmpd="sng" algn="ctr">
                <a:solidFill>
                  <a:srgbClr val="c9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00" name="Surface mesh patch"/>
              <p:cNvSpPr/>
              <p:nvPr/>
            </p:nvSpPr>
            <p:spPr>
              <a:xfrm>
                <a:off x="15915088" y="1548168"/>
                <a:ext cx="50120" cy="23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8">
                    <a:moveTo>
                      <a:pt x="0" y="585"/>
                    </a:moveTo>
                    <a:lnTo>
                      <a:pt x="2875" y="2448"/>
                    </a:lnTo>
                    <a:lnTo>
                      <a:pt x="5262" y="18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01" name="Surface mesh patch"/>
              <p:cNvSpPr/>
              <p:nvPr/>
            </p:nvSpPr>
            <p:spPr>
              <a:xfrm>
                <a:off x="15965207" y="1559281"/>
                <a:ext cx="50120" cy="209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97">
                    <a:moveTo>
                      <a:pt x="0" y="640"/>
                    </a:moveTo>
                    <a:lnTo>
                      <a:pt x="2875" y="2197"/>
                    </a:lnTo>
                    <a:lnTo>
                      <a:pt x="5262" y="15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02" name="Surface mesh patch"/>
              <p:cNvSpPr/>
              <p:nvPr/>
            </p:nvSpPr>
            <p:spPr>
              <a:xfrm>
                <a:off x="16015327" y="1567275"/>
                <a:ext cx="50120" cy="178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665"/>
                    </a:moveTo>
                    <a:lnTo>
                      <a:pt x="2875" y="1876"/>
                    </a:lnTo>
                    <a:lnTo>
                      <a:pt x="5262" y="11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03" name="Surface mesh patch"/>
              <p:cNvSpPr/>
              <p:nvPr/>
            </p:nvSpPr>
            <p:spPr>
              <a:xfrm>
                <a:off x="16065447" y="1572676"/>
                <a:ext cx="50120" cy="142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9">
                    <a:moveTo>
                      <a:pt x="0" y="620"/>
                    </a:moveTo>
                    <a:lnTo>
                      <a:pt x="2875" y="1499"/>
                    </a:lnTo>
                    <a:lnTo>
                      <a:pt x="5262" y="9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04" name="Surface mesh patch"/>
              <p:cNvSpPr/>
              <p:nvPr/>
            </p:nvSpPr>
            <p:spPr>
              <a:xfrm>
                <a:off x="16115566" y="1576631"/>
                <a:ext cx="50120" cy="103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3">
                    <a:moveTo>
                      <a:pt x="0" y="486"/>
                    </a:moveTo>
                    <a:lnTo>
                      <a:pt x="2875" y="1083"/>
                    </a:lnTo>
                    <a:lnTo>
                      <a:pt x="5262" y="6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05" name="Surface mesh patch"/>
              <p:cNvSpPr/>
              <p:nvPr/>
            </p:nvSpPr>
            <p:spPr>
              <a:xfrm>
                <a:off x="16165686" y="1580377"/>
                <a:ext cx="50120" cy="62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">
                    <a:moveTo>
                      <a:pt x="0" y="273"/>
                    </a:moveTo>
                    <a:lnTo>
                      <a:pt x="2875" y="652"/>
                    </a:lnTo>
                    <a:lnTo>
                      <a:pt x="5262" y="4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06" name="Surface mesh patch"/>
              <p:cNvSpPr/>
              <p:nvPr/>
            </p:nvSpPr>
            <p:spPr>
              <a:xfrm>
                <a:off x="16215806" y="1584729"/>
                <a:ext cx="50120" cy="3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">
                    <a:moveTo>
                      <a:pt x="0" y="24"/>
                    </a:moveTo>
                    <a:lnTo>
                      <a:pt x="2875" y="255"/>
                    </a:lnTo>
                    <a:lnTo>
                      <a:pt x="5262" y="3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07" name="Surface mesh patch"/>
              <p:cNvSpPr/>
              <p:nvPr/>
            </p:nvSpPr>
            <p:spPr>
              <a:xfrm>
                <a:off x="16265925" y="1587951"/>
                <a:ext cx="50120" cy="42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">
                    <a:moveTo>
                      <a:pt x="0" y="0"/>
                    </a:moveTo>
                    <a:lnTo>
                      <a:pt x="2875" y="163"/>
                    </a:lnTo>
                    <a:lnTo>
                      <a:pt x="5262" y="447"/>
                    </a:lnTo>
                    <a:lnTo>
                      <a:pt x="2387" y="199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08" name="Surface mesh patch"/>
              <p:cNvSpPr/>
              <p:nvPr/>
            </p:nvSpPr>
            <p:spPr>
              <a:xfrm>
                <a:off x="16316045" y="1592208"/>
                <a:ext cx="50120" cy="5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">
                    <a:moveTo>
                      <a:pt x="0" y="0"/>
                    </a:moveTo>
                    <a:lnTo>
                      <a:pt x="2875" y="202"/>
                    </a:lnTo>
                    <a:lnTo>
                      <a:pt x="5262" y="570"/>
                    </a:lnTo>
                    <a:lnTo>
                      <a:pt x="2387" y="327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09" name="Surface mesh patch"/>
              <p:cNvSpPr/>
              <p:nvPr/>
            </p:nvSpPr>
            <p:spPr>
              <a:xfrm>
                <a:off x="16366165" y="1597635"/>
                <a:ext cx="50120" cy="64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2">
                    <a:moveTo>
                      <a:pt x="0" y="0"/>
                    </a:moveTo>
                    <a:lnTo>
                      <a:pt x="2875" y="385"/>
                    </a:lnTo>
                    <a:lnTo>
                      <a:pt x="5262" y="672"/>
                    </a:lnTo>
                    <a:lnTo>
                      <a:pt x="2387" y="308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10" name="Surface mesh patch"/>
              <p:cNvSpPr/>
              <p:nvPr/>
            </p:nvSpPr>
            <p:spPr>
              <a:xfrm>
                <a:off x="16416284" y="1604037"/>
                <a:ext cx="50120" cy="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8">
                    <a:moveTo>
                      <a:pt x="0" y="0"/>
                    </a:moveTo>
                    <a:lnTo>
                      <a:pt x="2875" y="731"/>
                    </a:lnTo>
                    <a:lnTo>
                      <a:pt x="5262" y="748"/>
                    </a:lnTo>
                    <a:lnTo>
                      <a:pt x="2387" y="115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11" name="Surface mesh patch"/>
              <p:cNvSpPr/>
              <p:nvPr/>
            </p:nvSpPr>
            <p:spPr>
              <a:xfrm>
                <a:off x="16466404" y="1608748"/>
                <a:ext cx="50120" cy="13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4">
                    <a:moveTo>
                      <a:pt x="0" y="253"/>
                    </a:moveTo>
                    <a:lnTo>
                      <a:pt x="2875" y="1464"/>
                    </a:lnTo>
                    <a:lnTo>
                      <a:pt x="5262" y="10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12" name="Surface mesh patch"/>
              <p:cNvSpPr/>
              <p:nvPr/>
            </p:nvSpPr>
            <p:spPr>
              <a:xfrm>
                <a:off x="16516523" y="1611115"/>
                <a:ext cx="50120" cy="238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6">
                    <a:moveTo>
                      <a:pt x="0" y="770"/>
                    </a:moveTo>
                    <a:lnTo>
                      <a:pt x="2875" y="2506"/>
                    </a:lnTo>
                    <a:lnTo>
                      <a:pt x="5262" y="1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13" name="Surface mesh patch"/>
              <p:cNvSpPr/>
              <p:nvPr/>
            </p:nvSpPr>
            <p:spPr>
              <a:xfrm>
                <a:off x="16566643" y="1611566"/>
                <a:ext cx="50120" cy="339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2">
                    <a:moveTo>
                      <a:pt x="0" y="1389"/>
                    </a:moveTo>
                    <a:lnTo>
                      <a:pt x="2875" y="3562"/>
                    </a:lnTo>
                    <a:lnTo>
                      <a:pt x="5262" y="17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14" name="Surface mesh patch"/>
              <p:cNvSpPr/>
              <p:nvPr/>
            </p:nvSpPr>
            <p:spPr>
              <a:xfrm>
                <a:off x="16616763" y="1608914"/>
                <a:ext cx="50120" cy="42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33">
                    <a:moveTo>
                      <a:pt x="0" y="2040"/>
                    </a:moveTo>
                    <a:lnTo>
                      <a:pt x="2875" y="4433"/>
                    </a:lnTo>
                    <a:lnTo>
                      <a:pt x="5262" y="18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15" name="Surface mesh patch"/>
              <p:cNvSpPr/>
              <p:nvPr/>
            </p:nvSpPr>
            <p:spPr>
              <a:xfrm>
                <a:off x="16666882" y="1601606"/>
                <a:ext cx="50120" cy="471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52">
                    <a:moveTo>
                      <a:pt x="0" y="2650"/>
                    </a:moveTo>
                    <a:lnTo>
                      <a:pt x="2875" y="4952"/>
                    </a:lnTo>
                    <a:lnTo>
                      <a:pt x="5262" y="17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16" name="Surface mesh patch"/>
              <p:cNvSpPr/>
              <p:nvPr/>
            </p:nvSpPr>
            <p:spPr>
              <a:xfrm>
                <a:off x="16717002" y="1587979"/>
                <a:ext cx="50120" cy="478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3">
                    <a:moveTo>
                      <a:pt x="0" y="3156"/>
                    </a:moveTo>
                    <a:lnTo>
                      <a:pt x="2875" y="5023"/>
                    </a:lnTo>
                    <a:lnTo>
                      <a:pt x="5262" y="12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17" name="Surface mesh patch"/>
              <p:cNvSpPr/>
              <p:nvPr/>
            </p:nvSpPr>
            <p:spPr>
              <a:xfrm>
                <a:off x="16767122" y="1566220"/>
                <a:ext cx="50120" cy="44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24">
                    <a:moveTo>
                      <a:pt x="0" y="3541"/>
                    </a:moveTo>
                    <a:lnTo>
                      <a:pt x="2875" y="4624"/>
                    </a:lnTo>
                    <a:lnTo>
                      <a:pt x="5262" y="4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18" name="Surface mesh patch"/>
              <p:cNvSpPr/>
              <p:nvPr/>
            </p:nvSpPr>
            <p:spPr>
              <a:xfrm>
                <a:off x="16817241" y="1526206"/>
                <a:ext cx="50120" cy="442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6">
                    <a:moveTo>
                      <a:pt x="0" y="4646"/>
                    </a:moveTo>
                    <a:lnTo>
                      <a:pt x="2875" y="4574"/>
                    </a:lnTo>
                    <a:lnTo>
                      <a:pt x="5262" y="0"/>
                    </a:lnTo>
                    <a:lnTo>
                      <a:pt x="2387" y="785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19" name="Surface mesh patch"/>
              <p:cNvSpPr/>
              <p:nvPr/>
            </p:nvSpPr>
            <p:spPr>
              <a:xfrm>
                <a:off x="16867361" y="1461582"/>
                <a:ext cx="50120" cy="64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85">
                    <a:moveTo>
                      <a:pt x="0" y="6785"/>
                    </a:moveTo>
                    <a:lnTo>
                      <a:pt x="2875" y="5132"/>
                    </a:lnTo>
                    <a:lnTo>
                      <a:pt x="5262" y="0"/>
                    </a:lnTo>
                    <a:lnTo>
                      <a:pt x="2387" y="2533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20" name="Surface mesh patch"/>
              <p:cNvSpPr/>
              <p:nvPr/>
            </p:nvSpPr>
            <p:spPr>
              <a:xfrm>
                <a:off x="16917481" y="1369471"/>
                <a:ext cx="50120" cy="921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70">
                    <a:moveTo>
                      <a:pt x="0" y="9670"/>
                    </a:moveTo>
                    <a:lnTo>
                      <a:pt x="2875" y="6020"/>
                    </a:lnTo>
                    <a:lnTo>
                      <a:pt x="5262" y="0"/>
                    </a:lnTo>
                    <a:lnTo>
                      <a:pt x="2387" y="4784"/>
                    </a:lnTo>
                    <a:close/>
                  </a:path>
                </a:pathLst>
              </a:custGeom>
              <a:solidFill>
                <a:srgbClr val="dae2f1"/>
              </a:solidFill>
              <a:ln w="3334" cap="flat" cmpd="sng" algn="ctr">
                <a:solidFill>
                  <a:srgbClr val="dae2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21" name="Surface mesh patch"/>
              <p:cNvSpPr/>
              <p:nvPr/>
            </p:nvSpPr>
            <p:spPr>
              <a:xfrm>
                <a:off x="16967600" y="1245356"/>
                <a:ext cx="50120" cy="1241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031">
                    <a:moveTo>
                      <a:pt x="0" y="13031"/>
                    </a:moveTo>
                    <a:lnTo>
                      <a:pt x="2875" y="7237"/>
                    </a:lnTo>
                    <a:lnTo>
                      <a:pt x="5262" y="0"/>
                    </a:lnTo>
                    <a:lnTo>
                      <a:pt x="2387" y="7167"/>
                    </a:lnTo>
                    <a:close/>
                  </a:path>
                </a:pathLst>
              </a:custGeom>
              <a:solidFill>
                <a:srgbClr val="f1d7c8"/>
              </a:solidFill>
              <a:ln w="3334" cap="flat" cmpd="sng" algn="ctr">
                <a:solidFill>
                  <a:srgbClr val="f1d7c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22" name="Surface mesh patch"/>
              <p:cNvSpPr/>
              <p:nvPr/>
            </p:nvSpPr>
            <p:spPr>
              <a:xfrm>
                <a:off x="17017720" y="1094238"/>
                <a:ext cx="50120" cy="151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65">
                    <a:moveTo>
                      <a:pt x="0" y="15865"/>
                    </a:moveTo>
                    <a:lnTo>
                      <a:pt x="2875" y="8499"/>
                    </a:lnTo>
                    <a:lnTo>
                      <a:pt x="5262" y="0"/>
                    </a:lnTo>
                    <a:lnTo>
                      <a:pt x="2387" y="8795"/>
                    </a:lnTo>
                    <a:close/>
                  </a:path>
                </a:pathLst>
              </a:custGeom>
              <a:solidFill>
                <a:srgbClr val="fbbb9f"/>
              </a:solidFill>
              <a:ln w="3334" cap="flat" cmpd="sng" algn="ctr">
                <a:solidFill>
                  <a:srgbClr val="fbbb9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23" name="Surface mesh patch"/>
              <p:cNvSpPr/>
              <p:nvPr/>
            </p:nvSpPr>
            <p:spPr>
              <a:xfrm>
                <a:off x="17067840" y="936392"/>
                <a:ext cx="50120" cy="1578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72">
                    <a:moveTo>
                      <a:pt x="0" y="16572"/>
                    </a:moveTo>
                    <a:lnTo>
                      <a:pt x="2875" y="9277"/>
                    </a:lnTo>
                    <a:lnTo>
                      <a:pt x="5262" y="0"/>
                    </a:lnTo>
                    <a:lnTo>
                      <a:pt x="2387" y="8456"/>
                    </a:lnTo>
                    <a:close/>
                  </a:path>
                </a:pathLst>
              </a:custGeom>
              <a:solidFill>
                <a:srgbClr val="fa967a"/>
              </a:solidFill>
              <a:ln w="3334" cap="flat" cmpd="sng" algn="ctr">
                <a:solidFill>
                  <a:srgbClr val="fa967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24" name="Surface mesh patch"/>
              <p:cNvSpPr/>
              <p:nvPr/>
            </p:nvSpPr>
            <p:spPr>
              <a:xfrm>
                <a:off x="17117959" y="805949"/>
                <a:ext cx="50120" cy="130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95">
                    <a:moveTo>
                      <a:pt x="0" y="13695"/>
                    </a:moveTo>
                    <a:lnTo>
                      <a:pt x="2875" y="9034"/>
                    </a:lnTo>
                    <a:lnTo>
                      <a:pt x="5262" y="0"/>
                    </a:lnTo>
                    <a:lnTo>
                      <a:pt x="2387" y="5255"/>
                    </a:lnTo>
                    <a:close/>
                  </a:path>
                </a:pathLst>
              </a:custGeom>
              <a:solidFill>
                <a:srgbClr val="dd5551"/>
              </a:solidFill>
              <a:ln w="3334" cap="flat" cmpd="sng" algn="ctr">
                <a:solidFill>
                  <a:srgbClr val="dd555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25" name="Surface mesh patch"/>
              <p:cNvSpPr/>
              <p:nvPr/>
            </p:nvSpPr>
            <p:spPr>
              <a:xfrm>
                <a:off x="17168079" y="733452"/>
                <a:ext cx="50120" cy="78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2">
                    <a:moveTo>
                      <a:pt x="0" y="7611"/>
                    </a:moveTo>
                    <a:lnTo>
                      <a:pt x="2875" y="8192"/>
                    </a:lnTo>
                    <a:lnTo>
                      <a:pt x="5262" y="6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2934"/>
              </a:solidFill>
              <a:ln w="3334" cap="flat" cmpd="sng" algn="ctr">
                <a:solidFill>
                  <a:srgbClr val="ca293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26" name="Surface mesh patch"/>
              <p:cNvSpPr/>
              <p:nvPr/>
            </p:nvSpPr>
            <p:spPr>
              <a:xfrm>
                <a:off x="17218198" y="685554"/>
                <a:ext cx="50120" cy="1224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58">
                    <a:moveTo>
                      <a:pt x="0" y="5648"/>
                    </a:moveTo>
                    <a:lnTo>
                      <a:pt x="2875" y="12858"/>
                    </a:lnTo>
                    <a:lnTo>
                      <a:pt x="5262" y="76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1f2e"/>
              </a:solidFill>
              <a:ln w="3334" cap="flat" cmpd="sng" algn="ctr">
                <a:solidFill>
                  <a:srgbClr val="c51f2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27" name="Surface mesh patch"/>
              <p:cNvSpPr/>
              <p:nvPr/>
            </p:nvSpPr>
            <p:spPr>
              <a:xfrm>
                <a:off x="17268318" y="728807"/>
                <a:ext cx="50120" cy="1546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36">
                    <a:moveTo>
                      <a:pt x="0" y="3092"/>
                    </a:moveTo>
                    <a:lnTo>
                      <a:pt x="2875" y="16236"/>
                    </a:lnTo>
                    <a:lnTo>
                      <a:pt x="5262" y="135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3a3f"/>
              </a:solidFill>
              <a:ln w="3334" cap="flat" cmpd="sng" algn="ctr">
                <a:solidFill>
                  <a:srgbClr val="d13a3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28" name="Surface mesh patch"/>
              <p:cNvSpPr/>
              <p:nvPr/>
            </p:nvSpPr>
            <p:spPr>
              <a:xfrm>
                <a:off x="17318438" y="850439"/>
                <a:ext cx="50120" cy="1641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38">
                    <a:moveTo>
                      <a:pt x="0" y="751"/>
                    </a:moveTo>
                    <a:lnTo>
                      <a:pt x="2875" y="17238"/>
                    </a:lnTo>
                    <a:lnTo>
                      <a:pt x="5262" y="164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364"/>
              </a:solidFill>
              <a:ln w="3334" cap="flat" cmpd="sng" algn="ctr">
                <a:solidFill>
                  <a:srgbClr val="eb73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29" name="Surface mesh patch"/>
              <p:cNvSpPr/>
              <p:nvPr/>
            </p:nvSpPr>
            <p:spPr>
              <a:xfrm>
                <a:off x="17368557" y="1007235"/>
                <a:ext cx="50120" cy="1591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08">
                    <a:moveTo>
                      <a:pt x="0" y="0"/>
                    </a:moveTo>
                    <a:lnTo>
                      <a:pt x="2875" y="16498"/>
                    </a:lnTo>
                    <a:lnTo>
                      <a:pt x="5262" y="16708"/>
                    </a:lnTo>
                    <a:lnTo>
                      <a:pt x="2387" y="729"/>
                    </a:lnTo>
                    <a:close/>
                  </a:path>
                </a:pathLst>
              </a:custGeom>
              <a:solidFill>
                <a:srgbClr val="faa98d"/>
              </a:solidFill>
              <a:ln w="3334" cap="flat" cmpd="sng" algn="ctr">
                <a:solidFill>
                  <a:srgbClr val="faa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30" name="Surface mesh patch"/>
              <p:cNvSpPr/>
              <p:nvPr/>
            </p:nvSpPr>
            <p:spPr>
              <a:xfrm>
                <a:off x="17418677" y="1166374"/>
                <a:ext cx="50120" cy="1345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24">
                    <a:moveTo>
                      <a:pt x="0" y="0"/>
                    </a:moveTo>
                    <a:lnTo>
                      <a:pt x="2875" y="13815"/>
                    </a:lnTo>
                    <a:lnTo>
                      <a:pt x="5262" y="14124"/>
                    </a:lnTo>
                    <a:lnTo>
                      <a:pt x="2387" y="1159"/>
                    </a:lnTo>
                    <a:close/>
                  </a:path>
                </a:pathLst>
              </a:custGeom>
              <a:solidFill>
                <a:srgbClr val="fbceb1"/>
              </a:solidFill>
              <a:ln w="3334" cap="flat" cmpd="sng" algn="ctr">
                <a:solidFill>
                  <a:srgbClr val="fbce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31" name="Surface mesh patch"/>
              <p:cNvSpPr/>
              <p:nvPr/>
            </p:nvSpPr>
            <p:spPr>
              <a:xfrm>
                <a:off x="17468797" y="1300909"/>
                <a:ext cx="50120" cy="93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67">
                    <a:moveTo>
                      <a:pt x="0" y="0"/>
                    </a:moveTo>
                    <a:lnTo>
                      <a:pt x="2875" y="9867"/>
                    </a:lnTo>
                    <a:lnTo>
                      <a:pt x="5262" y="9741"/>
                    </a:lnTo>
                    <a:lnTo>
                      <a:pt x="2387" y="783"/>
                    </a:lnTo>
                    <a:close/>
                  </a:path>
                </a:pathLst>
              </a:custGeom>
              <a:solidFill>
                <a:srgbClr val="e5ddde"/>
              </a:solidFill>
              <a:ln w="3334" cap="flat" cmpd="sng" algn="ctr">
                <a:solidFill>
                  <a:srgbClr val="e5dd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32" name="Surface mesh patch"/>
              <p:cNvSpPr/>
              <p:nvPr/>
            </p:nvSpPr>
            <p:spPr>
              <a:xfrm>
                <a:off x="17518916" y="1393692"/>
                <a:ext cx="50120" cy="575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39">
                    <a:moveTo>
                      <a:pt x="0" y="0"/>
                    </a:moveTo>
                    <a:lnTo>
                      <a:pt x="2875" y="6039"/>
                    </a:lnTo>
                    <a:lnTo>
                      <a:pt x="5262" y="5323"/>
                    </a:lnTo>
                    <a:lnTo>
                      <a:pt x="2387" y="37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33" name="Surface mesh patch"/>
              <p:cNvSpPr/>
              <p:nvPr/>
            </p:nvSpPr>
            <p:spPr>
              <a:xfrm>
                <a:off x="17569036" y="1437712"/>
                <a:ext cx="50120" cy="365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8">
                    <a:moveTo>
                      <a:pt x="0" y="701"/>
                    </a:moveTo>
                    <a:lnTo>
                      <a:pt x="2875" y="3838"/>
                    </a:lnTo>
                    <a:lnTo>
                      <a:pt x="5262" y="26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34" name="Surface mesh patch"/>
              <p:cNvSpPr/>
              <p:nvPr/>
            </p:nvSpPr>
            <p:spPr>
              <a:xfrm>
                <a:off x="17619156" y="1451087"/>
                <a:ext cx="50120" cy="245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9">
                    <a:moveTo>
                      <a:pt x="0" y="1229"/>
                    </a:moveTo>
                    <a:lnTo>
                      <a:pt x="2875" y="2579"/>
                    </a:lnTo>
                    <a:lnTo>
                      <a:pt x="5262" y="10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35" name="Surface mesh patch"/>
              <p:cNvSpPr/>
              <p:nvPr/>
            </p:nvSpPr>
            <p:spPr>
              <a:xfrm>
                <a:off x="17669275" y="1447167"/>
                <a:ext cx="50120" cy="190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7">
                    <a:moveTo>
                      <a:pt x="0" y="1499"/>
                    </a:moveTo>
                    <a:lnTo>
                      <a:pt x="2875" y="1997"/>
                    </a:lnTo>
                    <a:lnTo>
                      <a:pt x="5262" y="4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36" name="Surface mesh patch"/>
              <p:cNvSpPr/>
              <p:nvPr/>
            </p:nvSpPr>
            <p:spPr>
              <a:xfrm>
                <a:off x="17719395" y="1436411"/>
                <a:ext cx="50120" cy="175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1">
                    <a:moveTo>
                      <a:pt x="0" y="1550"/>
                    </a:moveTo>
                    <a:lnTo>
                      <a:pt x="2875" y="1841"/>
                    </a:lnTo>
                    <a:lnTo>
                      <a:pt x="5262" y="3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37" name="Surface mesh patch"/>
              <p:cNvSpPr/>
              <p:nvPr/>
            </p:nvSpPr>
            <p:spPr>
              <a:xfrm>
                <a:off x="17769515" y="1425838"/>
                <a:ext cx="50120" cy="182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1">
                    <a:moveTo>
                      <a:pt x="0" y="1448"/>
                    </a:moveTo>
                    <a:lnTo>
                      <a:pt x="2875" y="1921"/>
                    </a:lnTo>
                    <a:lnTo>
                      <a:pt x="5262" y="5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38" name="Surface mesh patch"/>
              <p:cNvSpPr/>
              <p:nvPr/>
            </p:nvSpPr>
            <p:spPr>
              <a:xfrm>
                <a:off x="17819634" y="1419514"/>
                <a:ext cx="50120" cy="20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0">
                    <a:moveTo>
                      <a:pt x="0" y="1256"/>
                    </a:moveTo>
                    <a:lnTo>
                      <a:pt x="2875" y="2110"/>
                    </a:lnTo>
                    <a:lnTo>
                      <a:pt x="5262" y="10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39" name="Surface mesh patch"/>
              <p:cNvSpPr/>
              <p:nvPr/>
            </p:nvSpPr>
            <p:spPr>
              <a:xfrm>
                <a:off x="17869754" y="1419251"/>
                <a:ext cx="50120" cy="221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9">
                    <a:moveTo>
                      <a:pt x="0" y="1031"/>
                    </a:moveTo>
                    <a:lnTo>
                      <a:pt x="2875" y="2329"/>
                    </a:lnTo>
                    <a:lnTo>
                      <a:pt x="5262" y="14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40" name="Surface mesh patch"/>
              <p:cNvSpPr/>
              <p:nvPr/>
            </p:nvSpPr>
            <p:spPr>
              <a:xfrm>
                <a:off x="17919873" y="1425136"/>
                <a:ext cx="50120" cy="240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0">
                    <a:moveTo>
                      <a:pt x="0" y="823"/>
                    </a:moveTo>
                    <a:lnTo>
                      <a:pt x="2875" y="2520"/>
                    </a:lnTo>
                    <a:lnTo>
                      <a:pt x="5262" y="18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41" name="Surface mesh patch"/>
              <p:cNvSpPr/>
              <p:nvPr/>
            </p:nvSpPr>
            <p:spPr>
              <a:xfrm>
                <a:off x="15942476" y="1565376"/>
                <a:ext cx="50120" cy="215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6">
                    <a:moveTo>
                      <a:pt x="0" y="641"/>
                    </a:moveTo>
                    <a:lnTo>
                      <a:pt x="2875" y="2266"/>
                    </a:lnTo>
                    <a:lnTo>
                      <a:pt x="5262" y="1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42" name="Surface mesh patch"/>
              <p:cNvSpPr/>
              <p:nvPr/>
            </p:nvSpPr>
            <p:spPr>
              <a:xfrm>
                <a:off x="15992595" y="1573611"/>
                <a:ext cx="50120" cy="186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5">
                    <a:moveTo>
                      <a:pt x="0" y="692"/>
                    </a:moveTo>
                    <a:lnTo>
                      <a:pt x="2875" y="1955"/>
                    </a:lnTo>
                    <a:lnTo>
                      <a:pt x="5262" y="12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43" name="Surface mesh patch"/>
              <p:cNvSpPr/>
              <p:nvPr/>
            </p:nvSpPr>
            <p:spPr>
              <a:xfrm>
                <a:off x="16042715" y="1578586"/>
                <a:ext cx="50120" cy="15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2">
                    <a:moveTo>
                      <a:pt x="0" y="688"/>
                    </a:moveTo>
                    <a:lnTo>
                      <a:pt x="2875" y="1582"/>
                    </a:lnTo>
                    <a:lnTo>
                      <a:pt x="5262" y="8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44" name="Surface mesh patch"/>
              <p:cNvSpPr/>
              <p:nvPr/>
            </p:nvSpPr>
            <p:spPr>
              <a:xfrm>
                <a:off x="16092834" y="1581261"/>
                <a:ext cx="50120" cy="110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5">
                    <a:moveTo>
                      <a:pt x="0" y="598"/>
                    </a:moveTo>
                    <a:lnTo>
                      <a:pt x="2875" y="1165"/>
                    </a:lnTo>
                    <a:lnTo>
                      <a:pt x="5262" y="5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45" name="Surface mesh patch"/>
              <p:cNvSpPr/>
              <p:nvPr/>
            </p:nvSpPr>
            <p:spPr>
              <a:xfrm>
                <a:off x="16142954" y="1582976"/>
                <a:ext cx="50120" cy="6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8">
                    <a:moveTo>
                      <a:pt x="0" y="417"/>
                    </a:moveTo>
                    <a:lnTo>
                      <a:pt x="2875" y="728"/>
                    </a:lnTo>
                    <a:lnTo>
                      <a:pt x="5262" y="3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46" name="Surface mesh patch"/>
              <p:cNvSpPr/>
              <p:nvPr/>
            </p:nvSpPr>
            <p:spPr>
              <a:xfrm>
                <a:off x="16193074" y="1584953"/>
                <a:ext cx="50120" cy="3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6">
                    <a:moveTo>
                      <a:pt x="0" y="172"/>
                    </a:moveTo>
                    <a:lnTo>
                      <a:pt x="2875" y="316"/>
                    </a:lnTo>
                    <a:lnTo>
                      <a:pt x="5262" y="2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47" name="Surface mesh patch"/>
              <p:cNvSpPr/>
              <p:nvPr/>
            </p:nvSpPr>
            <p:spPr>
              <a:xfrm>
                <a:off x="16243193" y="1587154"/>
                <a:ext cx="50120" cy="2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">
                    <a:moveTo>
                      <a:pt x="0" y="0"/>
                    </a:moveTo>
                    <a:lnTo>
                      <a:pt x="2875" y="81"/>
                    </a:lnTo>
                    <a:lnTo>
                      <a:pt x="5262" y="246"/>
                    </a:lnTo>
                    <a:lnTo>
                      <a:pt x="2387" y="84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48" name="Surface mesh patch"/>
              <p:cNvSpPr/>
              <p:nvPr/>
            </p:nvSpPr>
            <p:spPr>
              <a:xfrm>
                <a:off x="16293313" y="1589501"/>
                <a:ext cx="50120" cy="46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6">
                    <a:moveTo>
                      <a:pt x="0" y="0"/>
                    </a:moveTo>
                    <a:lnTo>
                      <a:pt x="2875" y="147"/>
                    </a:lnTo>
                    <a:lnTo>
                      <a:pt x="5262" y="486"/>
                    </a:lnTo>
                    <a:lnTo>
                      <a:pt x="2387" y="284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49" name="Surface mesh patch"/>
              <p:cNvSpPr/>
              <p:nvPr/>
            </p:nvSpPr>
            <p:spPr>
              <a:xfrm>
                <a:off x="16343433" y="1594131"/>
                <a:ext cx="50120" cy="7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3">
                    <a:moveTo>
                      <a:pt x="0" y="0"/>
                    </a:moveTo>
                    <a:lnTo>
                      <a:pt x="2875" y="376"/>
                    </a:lnTo>
                    <a:lnTo>
                      <a:pt x="5262" y="753"/>
                    </a:lnTo>
                    <a:lnTo>
                      <a:pt x="2387" y="368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50" name="Surface mesh patch"/>
              <p:cNvSpPr/>
              <p:nvPr/>
            </p:nvSpPr>
            <p:spPr>
              <a:xfrm>
                <a:off x="16393552" y="1601302"/>
                <a:ext cx="50120" cy="96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8">
                    <a:moveTo>
                      <a:pt x="0" y="0"/>
                    </a:moveTo>
                    <a:lnTo>
                      <a:pt x="2875" y="786"/>
                    </a:lnTo>
                    <a:lnTo>
                      <a:pt x="5262" y="1018"/>
                    </a:lnTo>
                    <a:lnTo>
                      <a:pt x="2387" y="287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51" name="Surface mesh patch"/>
              <p:cNvSpPr/>
              <p:nvPr/>
            </p:nvSpPr>
            <p:spPr>
              <a:xfrm>
                <a:off x="16443672" y="1610998"/>
                <a:ext cx="50120" cy="128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2">
                    <a:moveTo>
                      <a:pt x="0" y="0"/>
                    </a:moveTo>
                    <a:lnTo>
                      <a:pt x="2875" y="1352"/>
                    </a:lnTo>
                    <a:lnTo>
                      <a:pt x="5262" y="1227"/>
                    </a:lnTo>
                    <a:lnTo>
                      <a:pt x="2387" y="17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52" name="Surface mesh patch"/>
              <p:cNvSpPr/>
              <p:nvPr/>
            </p:nvSpPr>
            <p:spPr>
              <a:xfrm>
                <a:off x="16493792" y="1618452"/>
                <a:ext cx="50120" cy="23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4">
                    <a:moveTo>
                      <a:pt x="0" y="445"/>
                    </a:moveTo>
                    <a:lnTo>
                      <a:pt x="2875" y="2434"/>
                    </a:lnTo>
                    <a:lnTo>
                      <a:pt x="5262" y="17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53" name="Surface mesh patch"/>
              <p:cNvSpPr/>
              <p:nvPr/>
            </p:nvSpPr>
            <p:spPr>
              <a:xfrm>
                <a:off x="16543911" y="1624792"/>
                <a:ext cx="50120" cy="34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27">
                    <a:moveTo>
                      <a:pt x="0" y="1070"/>
                    </a:moveTo>
                    <a:lnTo>
                      <a:pt x="2875" y="3627"/>
                    </a:lnTo>
                    <a:lnTo>
                      <a:pt x="5262" y="21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9fd"/>
              </a:solidFill>
              <a:ln w="3334" cap="flat" cmpd="sng" algn="ctr">
                <a:solidFill>
                  <a:srgbClr val="9d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54" name="Surface mesh patch"/>
              <p:cNvSpPr/>
              <p:nvPr/>
            </p:nvSpPr>
            <p:spPr>
              <a:xfrm>
                <a:off x="16594031" y="1628349"/>
                <a:ext cx="50120" cy="44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06">
                    <a:moveTo>
                      <a:pt x="0" y="1800"/>
                    </a:moveTo>
                    <a:lnTo>
                      <a:pt x="2875" y="4706"/>
                    </a:lnTo>
                    <a:lnTo>
                      <a:pt x="5262" y="2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55" name="Surface mesh patch"/>
              <p:cNvSpPr/>
              <p:nvPr/>
            </p:nvSpPr>
            <p:spPr>
              <a:xfrm>
                <a:off x="16644151" y="1626849"/>
                <a:ext cx="50120" cy="520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69">
                    <a:moveTo>
                      <a:pt x="0" y="2550"/>
                    </a:moveTo>
                    <a:lnTo>
                      <a:pt x="2875" y="5469"/>
                    </a:lnTo>
                    <a:lnTo>
                      <a:pt x="5262" y="23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9b6fd"/>
              </a:solidFill>
              <a:ln w="3334" cap="flat" cmpd="sng" algn="ctr">
                <a:solidFill>
                  <a:srgbClr val="99b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56" name="Surface mesh patch"/>
              <p:cNvSpPr/>
              <p:nvPr/>
            </p:nvSpPr>
            <p:spPr>
              <a:xfrm>
                <a:off x="16694270" y="1618041"/>
                <a:ext cx="50120" cy="550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75">
                    <a:moveTo>
                      <a:pt x="0" y="3226"/>
                    </a:moveTo>
                    <a:lnTo>
                      <a:pt x="2875" y="5775"/>
                    </a:lnTo>
                    <a:lnTo>
                      <a:pt x="5262" y="18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57" name="Surface mesh patch"/>
              <p:cNvSpPr/>
              <p:nvPr/>
            </p:nvSpPr>
            <p:spPr>
              <a:xfrm>
                <a:off x="16744390" y="1599947"/>
                <a:ext cx="50120" cy="53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67">
                    <a:moveTo>
                      <a:pt x="0" y="3766"/>
                    </a:moveTo>
                    <a:lnTo>
                      <a:pt x="2875" y="5567"/>
                    </a:lnTo>
                    <a:lnTo>
                      <a:pt x="5262" y="10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58" name="Surface mesh patch"/>
              <p:cNvSpPr/>
              <p:nvPr/>
            </p:nvSpPr>
            <p:spPr>
              <a:xfrm>
                <a:off x="16794509" y="1569770"/>
                <a:ext cx="50120" cy="4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7">
                    <a:moveTo>
                      <a:pt x="0" y="4251"/>
                    </a:moveTo>
                    <a:lnTo>
                      <a:pt x="2875" y="4947"/>
                    </a:lnTo>
                    <a:lnTo>
                      <a:pt x="5262" y="0"/>
                    </a:lnTo>
                    <a:lnTo>
                      <a:pt x="2387" y="72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59" name="Surface mesh patch"/>
              <p:cNvSpPr/>
              <p:nvPr/>
            </p:nvSpPr>
            <p:spPr>
              <a:xfrm>
                <a:off x="16844629" y="1510465"/>
                <a:ext cx="50120" cy="59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26">
                    <a:moveTo>
                      <a:pt x="0" y="6226"/>
                    </a:moveTo>
                    <a:lnTo>
                      <a:pt x="2875" y="5459"/>
                    </a:lnTo>
                    <a:lnTo>
                      <a:pt x="5262" y="0"/>
                    </a:lnTo>
                    <a:lnTo>
                      <a:pt x="2387" y="1653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60" name="Surface mesh patch"/>
              <p:cNvSpPr/>
              <p:nvPr/>
            </p:nvSpPr>
            <p:spPr>
              <a:xfrm>
                <a:off x="16894749" y="1426810"/>
                <a:ext cx="50120" cy="83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83">
                    <a:moveTo>
                      <a:pt x="0" y="8783"/>
                    </a:moveTo>
                    <a:lnTo>
                      <a:pt x="2875" y="6221"/>
                    </a:lnTo>
                    <a:lnTo>
                      <a:pt x="5262" y="0"/>
                    </a:lnTo>
                    <a:lnTo>
                      <a:pt x="2387" y="3651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61" name="Surface mesh patch"/>
              <p:cNvSpPr/>
              <p:nvPr/>
            </p:nvSpPr>
            <p:spPr>
              <a:xfrm>
                <a:off x="16944868" y="1314286"/>
                <a:ext cx="50120" cy="1125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14">
                    <a:moveTo>
                      <a:pt x="0" y="11814"/>
                    </a:moveTo>
                    <a:lnTo>
                      <a:pt x="2875" y="7331"/>
                    </a:lnTo>
                    <a:lnTo>
                      <a:pt x="5262" y="0"/>
                    </a:lnTo>
                    <a:lnTo>
                      <a:pt x="2387" y="5794"/>
                    </a:lnTo>
                    <a:close/>
                  </a:path>
                </a:pathLst>
              </a:custGeom>
              <a:solidFill>
                <a:srgbClr val="e6dddd"/>
              </a:solidFill>
              <a:ln w="3334" cap="flat" cmpd="sng" algn="ctr">
                <a:solidFill>
                  <a:srgbClr val="e6ddd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62" name="Surface mesh patch"/>
              <p:cNvSpPr/>
              <p:nvPr/>
            </p:nvSpPr>
            <p:spPr>
              <a:xfrm>
                <a:off x="16994988" y="1175195"/>
                <a:ext cx="50120" cy="139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03">
                    <a:moveTo>
                      <a:pt x="0" y="14603"/>
                    </a:moveTo>
                    <a:lnTo>
                      <a:pt x="2875" y="8637"/>
                    </a:lnTo>
                    <a:lnTo>
                      <a:pt x="5262" y="0"/>
                    </a:lnTo>
                    <a:lnTo>
                      <a:pt x="2387" y="7366"/>
                    </a:lnTo>
                    <a:close/>
                  </a:path>
                </a:pathLst>
              </a:custGeom>
              <a:solidFill>
                <a:srgbClr val="fbcbae"/>
              </a:solidFill>
              <a:ln w="3334" cap="flat" cmpd="sng" algn="ctr">
                <a:solidFill>
                  <a:srgbClr val="fbcb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63" name="Surface mesh patch"/>
              <p:cNvSpPr/>
              <p:nvPr/>
            </p:nvSpPr>
            <p:spPr>
              <a:xfrm>
                <a:off x="17045108" y="1024752"/>
                <a:ext cx="50120" cy="1504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95">
                    <a:moveTo>
                      <a:pt x="0" y="15795"/>
                    </a:moveTo>
                    <a:lnTo>
                      <a:pt x="2875" y="9693"/>
                    </a:lnTo>
                    <a:lnTo>
                      <a:pt x="5262" y="0"/>
                    </a:lnTo>
                    <a:lnTo>
                      <a:pt x="2387" y="7295"/>
                    </a:lnTo>
                    <a:close/>
                  </a:path>
                </a:pathLst>
              </a:custGeom>
              <a:solidFill>
                <a:srgbClr val="faa88c"/>
              </a:solidFill>
              <a:ln w="3334" cap="flat" cmpd="sng" algn="ctr">
                <a:solidFill>
                  <a:srgbClr val="faa8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64" name="Surface mesh patch"/>
              <p:cNvSpPr/>
              <p:nvPr/>
            </p:nvSpPr>
            <p:spPr>
              <a:xfrm>
                <a:off x="17095227" y="891994"/>
                <a:ext cx="50120" cy="1327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38">
                    <a:moveTo>
                      <a:pt x="0" y="13938"/>
                    </a:moveTo>
                    <a:lnTo>
                      <a:pt x="2875" y="9935"/>
                    </a:lnTo>
                    <a:lnTo>
                      <a:pt x="5262" y="0"/>
                    </a:lnTo>
                    <a:lnTo>
                      <a:pt x="2387" y="4661"/>
                    </a:lnTo>
                    <a:close/>
                  </a:path>
                </a:pathLst>
              </a:custGeom>
              <a:solidFill>
                <a:srgbClr val="ed7867"/>
              </a:solidFill>
              <a:ln w="3334" cap="flat" cmpd="sng" algn="ctr">
                <a:solidFill>
                  <a:srgbClr val="ed786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65" name="Surface mesh patch"/>
              <p:cNvSpPr/>
              <p:nvPr/>
            </p:nvSpPr>
            <p:spPr>
              <a:xfrm>
                <a:off x="17145347" y="805949"/>
                <a:ext cx="50120" cy="91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81">
                    <a:moveTo>
                      <a:pt x="0" y="9034"/>
                    </a:moveTo>
                    <a:lnTo>
                      <a:pt x="2875" y="9581"/>
                    </a:lnTo>
                    <a:lnTo>
                      <a:pt x="5262" y="5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4848"/>
              </a:solidFill>
              <a:ln w="3334" cap="flat" cmpd="sng" algn="ctr">
                <a:solidFill>
                  <a:srgbClr val="d7484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66" name="Surface mesh patch"/>
              <p:cNvSpPr/>
              <p:nvPr/>
            </p:nvSpPr>
            <p:spPr>
              <a:xfrm>
                <a:off x="17195467" y="739348"/>
                <a:ext cx="50120" cy="1353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11">
                    <a:moveTo>
                      <a:pt x="0" y="7573"/>
                    </a:moveTo>
                    <a:lnTo>
                      <a:pt x="2875" y="14211"/>
                    </a:lnTo>
                    <a:lnTo>
                      <a:pt x="5262" y="7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353c"/>
              </a:solidFill>
              <a:ln w="3334" cap="flat" cmpd="sng" algn="ctr">
                <a:solidFill>
                  <a:srgbClr val="cf353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67" name="Surface mesh patch"/>
              <p:cNvSpPr/>
              <p:nvPr/>
            </p:nvSpPr>
            <p:spPr>
              <a:xfrm>
                <a:off x="17245586" y="758255"/>
                <a:ext cx="50120" cy="1682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61">
                    <a:moveTo>
                      <a:pt x="0" y="5225"/>
                    </a:moveTo>
                    <a:lnTo>
                      <a:pt x="2875" y="17661"/>
                    </a:lnTo>
                    <a:lnTo>
                      <a:pt x="5262" y="13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4647"/>
              </a:solidFill>
              <a:ln w="3334" cap="flat" cmpd="sng" algn="ctr">
                <a:solidFill>
                  <a:srgbClr val="d6464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68" name="Surface mesh patch"/>
              <p:cNvSpPr/>
              <p:nvPr/>
            </p:nvSpPr>
            <p:spPr>
              <a:xfrm>
                <a:off x="17295706" y="857594"/>
                <a:ext cx="50120" cy="1788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76">
                    <a:moveTo>
                      <a:pt x="0" y="2715"/>
                    </a:moveTo>
                    <a:lnTo>
                      <a:pt x="2875" y="18776"/>
                    </a:lnTo>
                    <a:lnTo>
                      <a:pt x="5262" y="16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7565"/>
              </a:solidFill>
              <a:ln w="3334" cap="flat" cmpd="sng" algn="ctr">
                <a:solidFill>
                  <a:srgbClr val="ec75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69" name="Surface mesh patch"/>
              <p:cNvSpPr/>
              <p:nvPr/>
            </p:nvSpPr>
            <p:spPr>
              <a:xfrm>
                <a:off x="17345826" y="1007235"/>
                <a:ext cx="50120" cy="16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39">
                    <a:moveTo>
                      <a:pt x="0" y="777"/>
                    </a:moveTo>
                    <a:lnTo>
                      <a:pt x="2875" y="17339"/>
                    </a:lnTo>
                    <a:lnTo>
                      <a:pt x="5262" y="16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78b"/>
              </a:solidFill>
              <a:ln w="3334" cap="flat" cmpd="sng" algn="ctr">
                <a:solidFill>
                  <a:srgbClr val="faa78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70" name="Surface mesh patch"/>
              <p:cNvSpPr/>
              <p:nvPr/>
            </p:nvSpPr>
            <p:spPr>
              <a:xfrm>
                <a:off x="17395945" y="1164381"/>
                <a:ext cx="50120" cy="136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06">
                    <a:moveTo>
                      <a:pt x="0" y="0"/>
                    </a:moveTo>
                    <a:lnTo>
                      <a:pt x="2875" y="14306"/>
                    </a:lnTo>
                    <a:lnTo>
                      <a:pt x="5262" y="14024"/>
                    </a:lnTo>
                    <a:lnTo>
                      <a:pt x="2387" y="209"/>
                    </a:lnTo>
                    <a:close/>
                  </a:path>
                </a:pathLst>
              </a:custGeom>
              <a:solidFill>
                <a:srgbClr val="fbcaae"/>
              </a:solidFill>
              <a:ln w="3334" cap="flat" cmpd="sng" algn="ctr">
                <a:solidFill>
                  <a:srgbClr val="fbcaa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71" name="Surface mesh patch"/>
              <p:cNvSpPr/>
              <p:nvPr/>
            </p:nvSpPr>
            <p:spPr>
              <a:xfrm>
                <a:off x="17446065" y="1297959"/>
                <a:ext cx="50120" cy="100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58">
                    <a:moveTo>
                      <a:pt x="0" y="0"/>
                    </a:moveTo>
                    <a:lnTo>
                      <a:pt x="2875" y="10558"/>
                    </a:lnTo>
                    <a:lnTo>
                      <a:pt x="5262" y="10177"/>
                    </a:lnTo>
                    <a:lnTo>
                      <a:pt x="2387" y="31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72" name="Surface mesh patch"/>
              <p:cNvSpPr/>
              <p:nvPr/>
            </p:nvSpPr>
            <p:spPr>
              <a:xfrm>
                <a:off x="17496184" y="1393692"/>
                <a:ext cx="50120" cy="649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21">
                    <a:moveTo>
                      <a:pt x="0" y="126"/>
                    </a:moveTo>
                    <a:lnTo>
                      <a:pt x="2875" y="6821"/>
                    </a:lnTo>
                    <a:lnTo>
                      <a:pt x="5262" y="60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73" name="Surface mesh patch"/>
              <p:cNvSpPr/>
              <p:nvPr/>
            </p:nvSpPr>
            <p:spPr>
              <a:xfrm>
                <a:off x="17546304" y="1444391"/>
                <a:ext cx="50120" cy="41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8">
                    <a:moveTo>
                      <a:pt x="0" y="716"/>
                    </a:moveTo>
                    <a:lnTo>
                      <a:pt x="2875" y="4338"/>
                    </a:lnTo>
                    <a:lnTo>
                      <a:pt x="5262" y="31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74" name="Surface mesh patch"/>
              <p:cNvSpPr/>
              <p:nvPr/>
            </p:nvSpPr>
            <p:spPr>
              <a:xfrm>
                <a:off x="17596424" y="1462790"/>
                <a:ext cx="50120" cy="270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5">
                    <a:moveTo>
                      <a:pt x="0" y="1205"/>
                    </a:moveTo>
                    <a:lnTo>
                      <a:pt x="2875" y="2835"/>
                    </a:lnTo>
                    <a:lnTo>
                      <a:pt x="5262" y="13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75" name="Surface mesh patch"/>
              <p:cNvSpPr/>
              <p:nvPr/>
            </p:nvSpPr>
            <p:spPr>
              <a:xfrm>
                <a:off x="17646543" y="1461444"/>
                <a:ext cx="50120" cy="199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2">
                    <a:moveTo>
                      <a:pt x="0" y="1492"/>
                    </a:moveTo>
                    <a:lnTo>
                      <a:pt x="2875" y="2092"/>
                    </a:lnTo>
                    <a:lnTo>
                      <a:pt x="5262" y="4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76" name="Surface mesh patch"/>
              <p:cNvSpPr/>
              <p:nvPr/>
            </p:nvSpPr>
            <p:spPr>
              <a:xfrm>
                <a:off x="17696663" y="1451178"/>
                <a:ext cx="50120" cy="175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2">
                    <a:moveTo>
                      <a:pt x="0" y="1576"/>
                    </a:moveTo>
                    <a:lnTo>
                      <a:pt x="2875" y="1842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77" name="Surface mesh patch"/>
              <p:cNvSpPr/>
              <p:nvPr/>
            </p:nvSpPr>
            <p:spPr>
              <a:xfrm>
                <a:off x="17746783" y="1439631"/>
                <a:ext cx="50120" cy="17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0">
                    <a:moveTo>
                      <a:pt x="0" y="1503"/>
                    </a:moveTo>
                    <a:lnTo>
                      <a:pt x="2875" y="1870"/>
                    </a:lnTo>
                    <a:lnTo>
                      <a:pt x="5262" y="4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78" name="Surface mesh patch"/>
              <p:cNvSpPr/>
              <p:nvPr/>
            </p:nvSpPr>
            <p:spPr>
              <a:xfrm>
                <a:off x="17796902" y="1431476"/>
                <a:ext cx="50120" cy="194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9">
                    <a:moveTo>
                      <a:pt x="0" y="1329"/>
                    </a:moveTo>
                    <a:lnTo>
                      <a:pt x="2875" y="2039"/>
                    </a:lnTo>
                    <a:lnTo>
                      <a:pt x="5262" y="8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79" name="Surface mesh patch"/>
              <p:cNvSpPr/>
              <p:nvPr/>
            </p:nvSpPr>
            <p:spPr>
              <a:xfrm>
                <a:off x="17847022" y="1429072"/>
                <a:ext cx="50120" cy="214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6">
                    <a:moveTo>
                      <a:pt x="0" y="1107"/>
                    </a:moveTo>
                    <a:lnTo>
                      <a:pt x="2875" y="2256"/>
                    </a:lnTo>
                    <a:lnTo>
                      <a:pt x="5262" y="1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80" name="Surface mesh patch"/>
              <p:cNvSpPr/>
              <p:nvPr/>
            </p:nvSpPr>
            <p:spPr>
              <a:xfrm>
                <a:off x="17897142" y="1432979"/>
                <a:ext cx="50120" cy="234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2">
                    <a:moveTo>
                      <a:pt x="0" y="888"/>
                    </a:moveTo>
                    <a:lnTo>
                      <a:pt x="2875" y="2462"/>
                    </a:lnTo>
                    <a:lnTo>
                      <a:pt x="5262" y="16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81" name="Surface mesh patch"/>
              <p:cNvSpPr/>
              <p:nvPr/>
            </p:nvSpPr>
            <p:spPr>
              <a:xfrm>
                <a:off x="15969863" y="1580207"/>
                <a:ext cx="50120" cy="19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7">
                    <a:moveTo>
                      <a:pt x="0" y="709"/>
                    </a:moveTo>
                    <a:lnTo>
                      <a:pt x="2875" y="2047"/>
                    </a:lnTo>
                    <a:lnTo>
                      <a:pt x="5262" y="1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82" name="Surface mesh patch"/>
              <p:cNvSpPr/>
              <p:nvPr/>
            </p:nvSpPr>
            <p:spPr>
              <a:xfrm>
                <a:off x="16019983" y="1585142"/>
                <a:ext cx="50120" cy="16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6">
                    <a:moveTo>
                      <a:pt x="0" y="744"/>
                    </a:moveTo>
                    <a:lnTo>
                      <a:pt x="2875" y="1686"/>
                    </a:lnTo>
                    <a:lnTo>
                      <a:pt x="5262" y="8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83" name="Surface mesh patch"/>
              <p:cNvSpPr/>
              <p:nvPr/>
            </p:nvSpPr>
            <p:spPr>
              <a:xfrm>
                <a:off x="16070103" y="1586955"/>
                <a:ext cx="50120" cy="121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8">
                    <a:moveTo>
                      <a:pt x="0" y="703"/>
                    </a:moveTo>
                    <a:lnTo>
                      <a:pt x="2875" y="1278"/>
                    </a:lnTo>
                    <a:lnTo>
                      <a:pt x="5262" y="5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84" name="Surface mesh patch"/>
              <p:cNvSpPr/>
              <p:nvPr/>
            </p:nvSpPr>
            <p:spPr>
              <a:xfrm>
                <a:off x="16120222" y="1586945"/>
                <a:ext cx="50120" cy="80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7">
                    <a:moveTo>
                      <a:pt x="0" y="568"/>
                    </a:moveTo>
                    <a:lnTo>
                      <a:pt x="2875" y="847"/>
                    </a:lnTo>
                    <a:lnTo>
                      <a:pt x="5262" y="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85" name="Surface mesh patch"/>
              <p:cNvSpPr/>
              <p:nvPr/>
            </p:nvSpPr>
            <p:spPr>
              <a:xfrm>
                <a:off x="16170342" y="1586590"/>
                <a:ext cx="50120" cy="4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">
                    <a:moveTo>
                      <a:pt x="0" y="349"/>
                    </a:moveTo>
                    <a:lnTo>
                      <a:pt x="2875" y="432"/>
                    </a:lnTo>
                    <a:lnTo>
                      <a:pt x="5262" y="1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86" name="Surface mesh patch"/>
              <p:cNvSpPr/>
              <p:nvPr/>
            </p:nvSpPr>
            <p:spPr>
              <a:xfrm>
                <a:off x="16220462" y="1587154"/>
                <a:ext cx="50120" cy="8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">
                    <a:moveTo>
                      <a:pt x="0" y="85"/>
                    </a:moveTo>
                    <a:lnTo>
                      <a:pt x="2875" y="94"/>
                    </a:lnTo>
                    <a:lnTo>
                      <a:pt x="5262" y="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87" name="Surface mesh patch"/>
              <p:cNvSpPr/>
              <p:nvPr/>
            </p:nvSpPr>
            <p:spPr>
              <a:xfrm>
                <a:off x="16270581" y="1587926"/>
                <a:ext cx="50120" cy="2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2">
                    <a:moveTo>
                      <a:pt x="0" y="0"/>
                    </a:moveTo>
                    <a:lnTo>
                      <a:pt x="2875" y="83"/>
                    </a:lnTo>
                    <a:lnTo>
                      <a:pt x="5262" y="312"/>
                    </a:lnTo>
                    <a:lnTo>
                      <a:pt x="2387" y="165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88" name="Surface mesh patch"/>
              <p:cNvSpPr/>
              <p:nvPr/>
            </p:nvSpPr>
            <p:spPr>
              <a:xfrm>
                <a:off x="16320701" y="1590901"/>
                <a:ext cx="50120" cy="68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">
                    <a:moveTo>
                      <a:pt x="0" y="0"/>
                    </a:moveTo>
                    <a:lnTo>
                      <a:pt x="2875" y="337"/>
                    </a:lnTo>
                    <a:lnTo>
                      <a:pt x="5262" y="715"/>
                    </a:lnTo>
                    <a:lnTo>
                      <a:pt x="2387" y="339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89" name="Surface mesh patch"/>
              <p:cNvSpPr/>
              <p:nvPr/>
            </p:nvSpPr>
            <p:spPr>
              <a:xfrm>
                <a:off x="16370820" y="1597709"/>
                <a:ext cx="50120" cy="11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3">
                    <a:moveTo>
                      <a:pt x="0" y="0"/>
                    </a:moveTo>
                    <a:lnTo>
                      <a:pt x="2875" y="790"/>
                    </a:lnTo>
                    <a:lnTo>
                      <a:pt x="5262" y="1163"/>
                    </a:lnTo>
                    <a:lnTo>
                      <a:pt x="2387" y="377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90" name="Surface mesh patch"/>
              <p:cNvSpPr/>
              <p:nvPr/>
            </p:nvSpPr>
            <p:spPr>
              <a:xfrm>
                <a:off x="16420940" y="1608784"/>
                <a:ext cx="50120" cy="150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5">
                    <a:moveTo>
                      <a:pt x="0" y="0"/>
                    </a:moveTo>
                    <a:lnTo>
                      <a:pt x="2875" y="1426"/>
                    </a:lnTo>
                    <a:lnTo>
                      <a:pt x="5262" y="1585"/>
                    </a:lnTo>
                    <a:lnTo>
                      <a:pt x="2387" y="232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91" name="Surface mesh patch"/>
              <p:cNvSpPr/>
              <p:nvPr/>
            </p:nvSpPr>
            <p:spPr>
              <a:xfrm>
                <a:off x="16471060" y="1622689"/>
                <a:ext cx="50120" cy="21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0">
                    <a:moveTo>
                      <a:pt x="0" y="125"/>
                    </a:moveTo>
                    <a:lnTo>
                      <a:pt x="2875" y="2290"/>
                    </a:lnTo>
                    <a:lnTo>
                      <a:pt x="5262" y="19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92" name="Surface mesh patch"/>
              <p:cNvSpPr/>
              <p:nvPr/>
            </p:nvSpPr>
            <p:spPr>
              <a:xfrm>
                <a:off x="16521179" y="1634984"/>
                <a:ext cx="50120" cy="33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7">
                    <a:moveTo>
                      <a:pt x="0" y="698"/>
                    </a:moveTo>
                    <a:lnTo>
                      <a:pt x="2875" y="3567"/>
                    </a:lnTo>
                    <a:lnTo>
                      <a:pt x="5262" y="2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93" name="Surface mesh patch"/>
              <p:cNvSpPr/>
              <p:nvPr/>
            </p:nvSpPr>
            <p:spPr>
              <a:xfrm>
                <a:off x="16571299" y="1645498"/>
                <a:ext cx="50120" cy="45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25">
                    <a:moveTo>
                      <a:pt x="0" y="1453"/>
                    </a:moveTo>
                    <a:lnTo>
                      <a:pt x="2875" y="4825"/>
                    </a:lnTo>
                    <a:lnTo>
                      <a:pt x="5262" y="29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94" name="Surface mesh patch"/>
              <p:cNvSpPr/>
              <p:nvPr/>
            </p:nvSpPr>
            <p:spPr>
              <a:xfrm>
                <a:off x="16621419" y="1651139"/>
                <a:ext cx="50120" cy="556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2313"/>
                    </a:moveTo>
                    <a:lnTo>
                      <a:pt x="2875" y="5841"/>
                    </a:lnTo>
                    <a:lnTo>
                      <a:pt x="5262" y="29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2fd"/>
              </a:solidFill>
              <a:ln w="3334" cap="flat" cmpd="sng" algn="ctr">
                <a:solidFill>
                  <a:srgbClr val="94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95" name="Surface mesh patch"/>
              <p:cNvSpPr/>
              <p:nvPr/>
            </p:nvSpPr>
            <p:spPr>
              <a:xfrm>
                <a:off x="16671538" y="1648773"/>
                <a:ext cx="50120" cy="612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29">
                    <a:moveTo>
                      <a:pt x="0" y="3167"/>
                    </a:moveTo>
                    <a:lnTo>
                      <a:pt x="2875" y="6429"/>
                    </a:lnTo>
                    <a:lnTo>
                      <a:pt x="5262" y="25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96" name="Surface mesh patch"/>
              <p:cNvSpPr/>
              <p:nvPr/>
            </p:nvSpPr>
            <p:spPr>
              <a:xfrm>
                <a:off x="16721658" y="1635821"/>
                <a:ext cx="50120" cy="617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82">
                    <a:moveTo>
                      <a:pt x="0" y="3908"/>
                    </a:moveTo>
                    <a:lnTo>
                      <a:pt x="2875" y="6482"/>
                    </a:lnTo>
                    <a:lnTo>
                      <a:pt x="5262" y="18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97" name="Surface mesh patch"/>
              <p:cNvSpPr/>
              <p:nvPr/>
            </p:nvSpPr>
            <p:spPr>
              <a:xfrm>
                <a:off x="16771778" y="1610265"/>
                <a:ext cx="50120" cy="571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7">
                    <a:moveTo>
                      <a:pt x="0" y="4484"/>
                    </a:moveTo>
                    <a:lnTo>
                      <a:pt x="2875" y="5997"/>
                    </a:lnTo>
                    <a:lnTo>
                      <a:pt x="5262" y="6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bfd"/>
              </a:solidFill>
              <a:ln w="3334" cap="flat" cmpd="sng" algn="ctr">
                <a:solidFill>
                  <a:srgbClr val="9f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98" name="Surface mesh patch"/>
              <p:cNvSpPr/>
              <p:nvPr/>
            </p:nvSpPr>
            <p:spPr>
              <a:xfrm>
                <a:off x="16821897" y="1562462"/>
                <a:ext cx="50120" cy="556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41">
                    <a:moveTo>
                      <a:pt x="0" y="5714"/>
                    </a:moveTo>
                    <a:lnTo>
                      <a:pt x="2875" y="5841"/>
                    </a:lnTo>
                    <a:lnTo>
                      <a:pt x="5262" y="0"/>
                    </a:lnTo>
                    <a:lnTo>
                      <a:pt x="2387" y="767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99" name="Surface mesh patch"/>
              <p:cNvSpPr/>
              <p:nvPr/>
            </p:nvSpPr>
            <p:spPr>
              <a:xfrm>
                <a:off x="16872017" y="1486064"/>
                <a:ext cx="50120" cy="76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21">
                    <a:moveTo>
                      <a:pt x="0" y="8021"/>
                    </a:moveTo>
                    <a:lnTo>
                      <a:pt x="2875" y="6498"/>
                    </a:lnTo>
                    <a:lnTo>
                      <a:pt x="5262" y="0"/>
                    </a:lnTo>
                    <a:lnTo>
                      <a:pt x="2387" y="2562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00" name="Surface mesh patch"/>
              <p:cNvSpPr/>
              <p:nvPr/>
            </p:nvSpPr>
            <p:spPr>
              <a:xfrm>
                <a:off x="16922137" y="1384118"/>
                <a:ext cx="50120" cy="1019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03">
                    <a:moveTo>
                      <a:pt x="0" y="10703"/>
                    </a:moveTo>
                    <a:lnTo>
                      <a:pt x="2875" y="7440"/>
                    </a:lnTo>
                    <a:lnTo>
                      <a:pt x="5262" y="0"/>
                    </a:lnTo>
                    <a:lnTo>
                      <a:pt x="2387" y="4482"/>
                    </a:lnTo>
                    <a:close/>
                  </a:path>
                </a:pathLst>
              </a:custGeom>
              <a:solidFill>
                <a:srgbClr val="dae3f1"/>
              </a:solidFill>
              <a:ln w="3334" cap="flat" cmpd="sng" algn="ctr">
                <a:solidFill>
                  <a:srgbClr val="dae3f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01" name="Surface mesh patch"/>
              <p:cNvSpPr/>
              <p:nvPr/>
            </p:nvSpPr>
            <p:spPr>
              <a:xfrm>
                <a:off x="16972256" y="1257463"/>
                <a:ext cx="50120" cy="1266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97">
                    <a:moveTo>
                      <a:pt x="0" y="13297"/>
                    </a:moveTo>
                    <a:lnTo>
                      <a:pt x="2875" y="8644"/>
                    </a:lnTo>
                    <a:lnTo>
                      <a:pt x="5262" y="0"/>
                    </a:lnTo>
                    <a:lnTo>
                      <a:pt x="2387" y="5966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02" name="Surface mesh patch"/>
              <p:cNvSpPr/>
              <p:nvPr/>
            </p:nvSpPr>
            <p:spPr>
              <a:xfrm>
                <a:off x="17022376" y="1117082"/>
                <a:ext cx="50120" cy="1403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38">
                    <a:moveTo>
                      <a:pt x="0" y="14738"/>
                    </a:moveTo>
                    <a:lnTo>
                      <a:pt x="2875" y="9793"/>
                    </a:lnTo>
                    <a:lnTo>
                      <a:pt x="5262" y="0"/>
                    </a:lnTo>
                    <a:lnTo>
                      <a:pt x="2387" y="6101"/>
                    </a:lnTo>
                    <a:close/>
                  </a:path>
                </a:pathLst>
              </a:custGeom>
              <a:solidFill>
                <a:srgbClr val="fbbb9e"/>
              </a:solidFill>
              <a:ln w="3334" cap="flat" cmpd="sng" algn="ctr">
                <a:solidFill>
                  <a:srgbClr val="fbbb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03" name="Surface mesh patch"/>
              <p:cNvSpPr/>
              <p:nvPr/>
            </p:nvSpPr>
            <p:spPr>
              <a:xfrm>
                <a:off x="17072495" y="986625"/>
                <a:ext cx="50120" cy="13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696">
                    <a:moveTo>
                      <a:pt x="0" y="13696"/>
                    </a:moveTo>
                    <a:lnTo>
                      <a:pt x="2875" y="10363"/>
                    </a:lnTo>
                    <a:lnTo>
                      <a:pt x="5262" y="0"/>
                    </a:lnTo>
                    <a:lnTo>
                      <a:pt x="2387" y="4003"/>
                    </a:lnTo>
                    <a:close/>
                  </a:path>
                </a:pathLst>
              </a:custGeom>
              <a:solidFill>
                <a:srgbClr val="fa997e"/>
              </a:solidFill>
              <a:ln w="3334" cap="flat" cmpd="sng" algn="ctr">
                <a:solidFill>
                  <a:srgbClr val="fa997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04" name="Surface mesh patch"/>
              <p:cNvSpPr/>
              <p:nvPr/>
            </p:nvSpPr>
            <p:spPr>
              <a:xfrm>
                <a:off x="17122615" y="891994"/>
                <a:ext cx="50120" cy="99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46">
                    <a:moveTo>
                      <a:pt x="0" y="9935"/>
                    </a:moveTo>
                    <a:lnTo>
                      <a:pt x="2875" y="10446"/>
                    </a:lnTo>
                    <a:lnTo>
                      <a:pt x="5262" y="5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6b5f"/>
              </a:solidFill>
              <a:ln w="3334" cap="flat" cmpd="sng" algn="ctr">
                <a:solidFill>
                  <a:srgbClr val="e76b5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05" name="Surface mesh patch"/>
              <p:cNvSpPr/>
              <p:nvPr/>
            </p:nvSpPr>
            <p:spPr>
              <a:xfrm>
                <a:off x="17172735" y="811477"/>
                <a:ext cx="50120" cy="142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56">
                    <a:moveTo>
                      <a:pt x="0" y="9000"/>
                    </a:moveTo>
                    <a:lnTo>
                      <a:pt x="2875" y="14956"/>
                    </a:lnTo>
                    <a:lnTo>
                      <a:pt x="5262" y="6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c524f"/>
              </a:solidFill>
              <a:ln w="3334" cap="flat" cmpd="sng" algn="ctr">
                <a:solidFill>
                  <a:srgbClr val="dc524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06" name="Surface mesh patch"/>
              <p:cNvSpPr/>
              <p:nvPr/>
            </p:nvSpPr>
            <p:spPr>
              <a:xfrm>
                <a:off x="17222854" y="808022"/>
                <a:ext cx="50120" cy="175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54">
                    <a:moveTo>
                      <a:pt x="0" y="7001"/>
                    </a:moveTo>
                    <a:lnTo>
                      <a:pt x="2875" y="18454"/>
                    </a:lnTo>
                    <a:lnTo>
                      <a:pt x="5262" y="124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5953"/>
              </a:solidFill>
              <a:ln w="3334" cap="flat" cmpd="sng" algn="ctr">
                <a:solidFill>
                  <a:srgbClr val="df595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07" name="Surface mesh patch"/>
              <p:cNvSpPr/>
              <p:nvPr/>
            </p:nvSpPr>
            <p:spPr>
              <a:xfrm>
                <a:off x="17272974" y="883457"/>
                <a:ext cx="50120" cy="1879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37">
                    <a:moveTo>
                      <a:pt x="0" y="4517"/>
                    </a:moveTo>
                    <a:lnTo>
                      <a:pt x="2875" y="19737"/>
                    </a:lnTo>
                    <a:lnTo>
                      <a:pt x="5262" y="160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07e6b"/>
              </a:solidFill>
              <a:ln w="3334" cap="flat" cmpd="sng" algn="ctr">
                <a:solidFill>
                  <a:srgbClr val="f07e6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08" name="Surface mesh patch"/>
              <p:cNvSpPr/>
              <p:nvPr/>
            </p:nvSpPr>
            <p:spPr>
              <a:xfrm>
                <a:off x="17323094" y="1014634"/>
                <a:ext cx="50120" cy="1758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60">
                    <a:moveTo>
                      <a:pt x="0" y="2289"/>
                    </a:moveTo>
                    <a:lnTo>
                      <a:pt x="2875" y="18460"/>
                    </a:lnTo>
                    <a:lnTo>
                      <a:pt x="5262" y="16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78c"/>
              </a:solidFill>
              <a:ln w="3334" cap="flat" cmpd="sng" algn="ctr">
                <a:solidFill>
                  <a:srgbClr val="faa78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09" name="Surface mesh patch"/>
              <p:cNvSpPr/>
              <p:nvPr/>
            </p:nvSpPr>
            <p:spPr>
              <a:xfrm>
                <a:off x="17373213" y="1164381"/>
                <a:ext cx="50120" cy="1452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47">
                    <a:moveTo>
                      <a:pt x="0" y="841"/>
                    </a:moveTo>
                    <a:lnTo>
                      <a:pt x="2875" y="15247"/>
                    </a:lnTo>
                    <a:lnTo>
                      <a:pt x="5262" y="143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10" name="Surface mesh patch"/>
              <p:cNvSpPr/>
              <p:nvPr/>
            </p:nvSpPr>
            <p:spPr>
              <a:xfrm>
                <a:off x="17423333" y="1297959"/>
                <a:ext cx="50120" cy="1072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262">
                    <a:moveTo>
                      <a:pt x="0" y="283"/>
                    </a:moveTo>
                    <a:lnTo>
                      <a:pt x="2875" y="11262"/>
                    </a:lnTo>
                    <a:lnTo>
                      <a:pt x="5262" y="105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bd5"/>
              </a:solidFill>
              <a:ln w="3334" cap="flat" cmpd="sng" algn="ctr">
                <a:solidFill>
                  <a:srgbClr val="eadbd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11" name="Surface mesh patch"/>
              <p:cNvSpPr/>
              <p:nvPr/>
            </p:nvSpPr>
            <p:spPr>
              <a:xfrm>
                <a:off x="17473453" y="1394895"/>
                <a:ext cx="50120" cy="722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90">
                    <a:moveTo>
                      <a:pt x="0" y="381"/>
                    </a:moveTo>
                    <a:lnTo>
                      <a:pt x="2875" y="7590"/>
                    </a:lnTo>
                    <a:lnTo>
                      <a:pt x="5262" y="66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12" name="Surface mesh patch"/>
              <p:cNvSpPr/>
              <p:nvPr/>
            </p:nvSpPr>
            <p:spPr>
              <a:xfrm>
                <a:off x="17523572" y="1451215"/>
                <a:ext cx="50120" cy="460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8">
                    <a:moveTo>
                      <a:pt x="0" y="782"/>
                    </a:moveTo>
                    <a:lnTo>
                      <a:pt x="2875" y="4838"/>
                    </a:lnTo>
                    <a:lnTo>
                      <a:pt x="5262" y="36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13" name="Surface mesh patch"/>
              <p:cNvSpPr/>
              <p:nvPr/>
            </p:nvSpPr>
            <p:spPr>
              <a:xfrm>
                <a:off x="17573692" y="1474271"/>
                <a:ext cx="50120" cy="296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0">
                    <a:moveTo>
                      <a:pt x="0" y="1201"/>
                    </a:moveTo>
                    <a:lnTo>
                      <a:pt x="2875" y="3110"/>
                    </a:lnTo>
                    <a:lnTo>
                      <a:pt x="5262" y="16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14" name="Surface mesh patch"/>
              <p:cNvSpPr/>
              <p:nvPr/>
            </p:nvSpPr>
            <p:spPr>
              <a:xfrm>
                <a:off x="17623812" y="1475651"/>
                <a:ext cx="50120" cy="210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8">
                    <a:moveTo>
                      <a:pt x="0" y="1485"/>
                    </a:moveTo>
                    <a:lnTo>
                      <a:pt x="2875" y="2208"/>
                    </a:lnTo>
                    <a:lnTo>
                      <a:pt x="5262" y="6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15" name="Surface mesh patch"/>
              <p:cNvSpPr/>
              <p:nvPr/>
            </p:nvSpPr>
            <p:spPr>
              <a:xfrm>
                <a:off x="17673931" y="1466187"/>
                <a:ext cx="50120" cy="17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">
                    <a:moveTo>
                      <a:pt x="0" y="1595"/>
                    </a:moveTo>
                    <a:lnTo>
                      <a:pt x="2875" y="1858"/>
                    </a:lnTo>
                    <a:lnTo>
                      <a:pt x="5262" y="2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16" name="Surface mesh patch"/>
              <p:cNvSpPr/>
              <p:nvPr/>
            </p:nvSpPr>
            <p:spPr>
              <a:xfrm>
                <a:off x="17724051" y="1453946"/>
                <a:ext cx="50120" cy="17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9">
                    <a:moveTo>
                      <a:pt x="0" y="1551"/>
                    </a:moveTo>
                    <a:lnTo>
                      <a:pt x="2875" y="1829"/>
                    </a:lnTo>
                    <a:lnTo>
                      <a:pt x="5262" y="3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17" name="Surface mesh patch"/>
              <p:cNvSpPr/>
              <p:nvPr/>
            </p:nvSpPr>
            <p:spPr>
              <a:xfrm>
                <a:off x="17774170" y="1444131"/>
                <a:ext cx="50120" cy="18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0">
                    <a:moveTo>
                      <a:pt x="0" y="1398"/>
                    </a:moveTo>
                    <a:lnTo>
                      <a:pt x="2875" y="1970"/>
                    </a:lnTo>
                    <a:lnTo>
                      <a:pt x="5262" y="7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18" name="Surface mesh patch"/>
              <p:cNvSpPr/>
              <p:nvPr/>
            </p:nvSpPr>
            <p:spPr>
              <a:xfrm>
                <a:off x="17824290" y="1439616"/>
                <a:ext cx="50120" cy="207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82">
                    <a:moveTo>
                      <a:pt x="0" y="1184"/>
                    </a:moveTo>
                    <a:lnTo>
                      <a:pt x="2875" y="2182"/>
                    </a:lnTo>
                    <a:lnTo>
                      <a:pt x="5262" y="11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19" name="Surface mesh patch"/>
              <p:cNvSpPr/>
              <p:nvPr/>
            </p:nvSpPr>
            <p:spPr>
              <a:xfrm>
                <a:off x="17874410" y="1441438"/>
                <a:ext cx="50120" cy="22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8">
                    <a:moveTo>
                      <a:pt x="0" y="958"/>
                    </a:moveTo>
                    <a:lnTo>
                      <a:pt x="2875" y="2398"/>
                    </a:lnTo>
                    <a:lnTo>
                      <a:pt x="5262" y="15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20" name="Surface mesh patch"/>
              <p:cNvSpPr/>
              <p:nvPr/>
            </p:nvSpPr>
            <p:spPr>
              <a:xfrm>
                <a:off x="15997251" y="1592233"/>
                <a:ext cx="50120" cy="171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2">
                    <a:moveTo>
                      <a:pt x="0" y="784"/>
                    </a:moveTo>
                    <a:lnTo>
                      <a:pt x="2875" y="1802"/>
                    </a:lnTo>
                    <a:lnTo>
                      <a:pt x="5262" y="9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21" name="Surface mesh patch"/>
              <p:cNvSpPr/>
              <p:nvPr/>
            </p:nvSpPr>
            <p:spPr>
              <a:xfrm>
                <a:off x="16047371" y="1593653"/>
                <a:ext cx="50120" cy="134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0">
                    <a:moveTo>
                      <a:pt x="0" y="793"/>
                    </a:moveTo>
                    <a:lnTo>
                      <a:pt x="2875" y="1410"/>
                    </a:lnTo>
                    <a:lnTo>
                      <a:pt x="5262" y="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22" name="Surface mesh patch"/>
              <p:cNvSpPr/>
              <p:nvPr/>
            </p:nvSpPr>
            <p:spPr>
              <a:xfrm>
                <a:off x="16097490" y="1592353"/>
                <a:ext cx="50120" cy="94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3">
                    <a:moveTo>
                      <a:pt x="0" y="711"/>
                    </a:moveTo>
                    <a:lnTo>
                      <a:pt x="2875" y="993"/>
                    </a:lnTo>
                    <a:lnTo>
                      <a:pt x="5262" y="2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23" name="Surface mesh patch"/>
              <p:cNvSpPr/>
              <p:nvPr/>
            </p:nvSpPr>
            <p:spPr>
              <a:xfrm>
                <a:off x="16147610" y="1589914"/>
                <a:ext cx="50120" cy="55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5">
                    <a:moveTo>
                      <a:pt x="0" y="535"/>
                    </a:moveTo>
                    <a:lnTo>
                      <a:pt x="2875" y="585"/>
                    </a:lnTo>
                    <a:lnTo>
                      <a:pt x="5262" y="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24" name="Surface mesh patch"/>
              <p:cNvSpPr/>
              <p:nvPr/>
            </p:nvSpPr>
            <p:spPr>
              <a:xfrm>
                <a:off x="16197730" y="1587967"/>
                <a:ext cx="50120" cy="27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">
                    <a:moveTo>
                      <a:pt x="0" y="287"/>
                    </a:moveTo>
                    <a:lnTo>
                      <a:pt x="2875" y="239"/>
                    </a:lnTo>
                    <a:lnTo>
                      <a:pt x="5262" y="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25" name="Surface mesh patch"/>
              <p:cNvSpPr/>
              <p:nvPr/>
            </p:nvSpPr>
            <p:spPr>
              <a:xfrm>
                <a:off x="16247849" y="1587926"/>
                <a:ext cx="50120" cy="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">
                    <a:moveTo>
                      <a:pt x="0" y="13"/>
                    </a:moveTo>
                    <a:lnTo>
                      <a:pt x="2875" y="29"/>
                    </a:lnTo>
                    <a:lnTo>
                      <a:pt x="5262" y="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26" name="Surface mesh patch"/>
              <p:cNvSpPr/>
              <p:nvPr/>
            </p:nvSpPr>
            <p:spPr>
              <a:xfrm>
                <a:off x="16297969" y="1588715"/>
                <a:ext cx="50120" cy="53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6">
                    <a:moveTo>
                      <a:pt x="0" y="0"/>
                    </a:moveTo>
                    <a:lnTo>
                      <a:pt x="2875" y="273"/>
                    </a:lnTo>
                    <a:lnTo>
                      <a:pt x="5262" y="566"/>
                    </a:lnTo>
                    <a:lnTo>
                      <a:pt x="2387" y="23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27" name="Surface mesh patch"/>
              <p:cNvSpPr/>
              <p:nvPr/>
            </p:nvSpPr>
            <p:spPr>
              <a:xfrm>
                <a:off x="16348089" y="1594106"/>
                <a:ext cx="50120" cy="111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8">
                    <a:moveTo>
                      <a:pt x="0" y="0"/>
                    </a:moveTo>
                    <a:lnTo>
                      <a:pt x="2875" y="747"/>
                    </a:lnTo>
                    <a:lnTo>
                      <a:pt x="5262" y="1168"/>
                    </a:lnTo>
                    <a:lnTo>
                      <a:pt x="2387" y="378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28" name="Surface mesh patch"/>
              <p:cNvSpPr/>
              <p:nvPr/>
            </p:nvSpPr>
            <p:spPr>
              <a:xfrm>
                <a:off x="16398208" y="1605236"/>
                <a:ext cx="50120" cy="17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9">
                    <a:moveTo>
                      <a:pt x="0" y="0"/>
                    </a:moveTo>
                    <a:lnTo>
                      <a:pt x="2875" y="1426"/>
                    </a:lnTo>
                    <a:lnTo>
                      <a:pt x="5262" y="1799"/>
                    </a:lnTo>
                    <a:lnTo>
                      <a:pt x="2387" y="37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29" name="Surface mesh patch"/>
              <p:cNvSpPr/>
              <p:nvPr/>
            </p:nvSpPr>
            <p:spPr>
              <a:xfrm>
                <a:off x="16448328" y="1622367"/>
                <a:ext cx="50120" cy="22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4">
                    <a:moveTo>
                      <a:pt x="0" y="0"/>
                    </a:moveTo>
                    <a:lnTo>
                      <a:pt x="2875" y="2246"/>
                    </a:lnTo>
                    <a:lnTo>
                      <a:pt x="5262" y="2324"/>
                    </a:lnTo>
                    <a:lnTo>
                      <a:pt x="2387" y="159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30" name="Surface mesh patch"/>
              <p:cNvSpPr/>
              <p:nvPr/>
            </p:nvSpPr>
            <p:spPr>
              <a:xfrm>
                <a:off x="16498448" y="1641632"/>
                <a:ext cx="50120" cy="321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77">
                    <a:moveTo>
                      <a:pt x="0" y="301"/>
                    </a:moveTo>
                    <a:lnTo>
                      <a:pt x="2875" y="3377"/>
                    </a:lnTo>
                    <a:lnTo>
                      <a:pt x="5262" y="28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31" name="Surface mesh patch"/>
              <p:cNvSpPr/>
              <p:nvPr/>
            </p:nvSpPr>
            <p:spPr>
              <a:xfrm>
                <a:off x="16548567" y="1659341"/>
                <a:ext cx="50120" cy="452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51">
                    <a:moveTo>
                      <a:pt x="0" y="1010"/>
                    </a:moveTo>
                    <a:lnTo>
                      <a:pt x="2875" y="4751"/>
                    </a:lnTo>
                    <a:lnTo>
                      <a:pt x="5262" y="33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32" name="Surface mesh patch"/>
              <p:cNvSpPr/>
              <p:nvPr/>
            </p:nvSpPr>
            <p:spPr>
              <a:xfrm>
                <a:off x="16598687" y="1673173"/>
                <a:ext cx="50120" cy="570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0">
                    <a:moveTo>
                      <a:pt x="0" y="1919"/>
                    </a:moveTo>
                    <a:lnTo>
                      <a:pt x="2875" y="5990"/>
                    </a:lnTo>
                    <a:lnTo>
                      <a:pt x="5262" y="35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33" name="Surface mesh patch"/>
              <p:cNvSpPr/>
              <p:nvPr/>
            </p:nvSpPr>
            <p:spPr>
              <a:xfrm>
                <a:off x="16648806" y="1678941"/>
                <a:ext cx="50120" cy="654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6">
                    <a:moveTo>
                      <a:pt x="0" y="2922"/>
                    </a:moveTo>
                    <a:lnTo>
                      <a:pt x="2875" y="6876"/>
                    </a:lnTo>
                    <a:lnTo>
                      <a:pt x="5262" y="3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eabfd"/>
              </a:solidFill>
              <a:ln w="3334" cap="flat" cmpd="sng" algn="ctr">
                <a:solidFill>
                  <a:srgbClr val="8e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34" name="Surface mesh patch"/>
              <p:cNvSpPr/>
              <p:nvPr/>
            </p:nvSpPr>
            <p:spPr>
              <a:xfrm>
                <a:off x="16698926" y="1673043"/>
                <a:ext cx="50120" cy="69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8">
                    <a:moveTo>
                      <a:pt x="0" y="3881"/>
                    </a:moveTo>
                    <a:lnTo>
                      <a:pt x="2875" y="7248"/>
                    </a:lnTo>
                    <a:lnTo>
                      <a:pt x="5262" y="25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35" name="Surface mesh patch"/>
              <p:cNvSpPr/>
              <p:nvPr/>
            </p:nvSpPr>
            <p:spPr>
              <a:xfrm>
                <a:off x="16749046" y="1652971"/>
                <a:ext cx="50120" cy="671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45">
                    <a:moveTo>
                      <a:pt x="0" y="4682"/>
                    </a:moveTo>
                    <a:lnTo>
                      <a:pt x="2875" y="7045"/>
                    </a:lnTo>
                    <a:lnTo>
                      <a:pt x="5262" y="15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36" name="Surface mesh patch"/>
              <p:cNvSpPr/>
              <p:nvPr/>
            </p:nvSpPr>
            <p:spPr>
              <a:xfrm>
                <a:off x="16799165" y="1616889"/>
                <a:ext cx="50120" cy="60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30">
                    <a:moveTo>
                      <a:pt x="0" y="5301"/>
                    </a:moveTo>
                    <a:lnTo>
                      <a:pt x="2875" y="6330"/>
                    </a:lnTo>
                    <a:lnTo>
                      <a:pt x="5262" y="1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37" name="Surface mesh patch"/>
              <p:cNvSpPr/>
              <p:nvPr/>
            </p:nvSpPr>
            <p:spPr>
              <a:xfrm>
                <a:off x="16849285" y="1547953"/>
                <a:ext cx="50120" cy="701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64">
                    <a:moveTo>
                      <a:pt x="0" y="7364"/>
                    </a:moveTo>
                    <a:lnTo>
                      <a:pt x="2875" y="6833"/>
                    </a:lnTo>
                    <a:lnTo>
                      <a:pt x="5262" y="0"/>
                    </a:lnTo>
                    <a:lnTo>
                      <a:pt x="2387" y="1523"/>
                    </a:lnTo>
                    <a:close/>
                  </a:path>
                </a:pathLst>
              </a:custGeom>
              <a:solidFill>
                <a:srgbClr val="afccfd"/>
              </a:solidFill>
              <a:ln w="3334" cap="flat" cmpd="sng" algn="ctr">
                <a:solidFill>
                  <a:srgbClr val="af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38" name="Surface mesh patch"/>
              <p:cNvSpPr/>
              <p:nvPr/>
            </p:nvSpPr>
            <p:spPr>
              <a:xfrm>
                <a:off x="16899405" y="1454983"/>
                <a:ext cx="50120" cy="92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61">
                    <a:moveTo>
                      <a:pt x="0" y="9761"/>
                    </a:moveTo>
                    <a:lnTo>
                      <a:pt x="2875" y="7615"/>
                    </a:lnTo>
                    <a:lnTo>
                      <a:pt x="5262" y="0"/>
                    </a:lnTo>
                    <a:lnTo>
                      <a:pt x="2387" y="3263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39" name="Surface mesh patch"/>
              <p:cNvSpPr/>
              <p:nvPr/>
            </p:nvSpPr>
            <p:spPr>
              <a:xfrm>
                <a:off x="16949524" y="1339794"/>
                <a:ext cx="50120" cy="115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93">
                    <a:moveTo>
                      <a:pt x="0" y="12093"/>
                    </a:moveTo>
                    <a:lnTo>
                      <a:pt x="2875" y="8630"/>
                    </a:lnTo>
                    <a:lnTo>
                      <a:pt x="5262" y="0"/>
                    </a:lnTo>
                    <a:lnTo>
                      <a:pt x="2387" y="4653"/>
                    </a:lnTo>
                    <a:close/>
                  </a:path>
                </a:pathLst>
              </a:custGeom>
              <a:solidFill>
                <a:srgbClr val="e4dedf"/>
              </a:solidFill>
              <a:ln w="3334" cap="flat" cmpd="sng" algn="ctr">
                <a:solidFill>
                  <a:srgbClr val="e4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40" name="Surface mesh patch"/>
              <p:cNvSpPr/>
              <p:nvPr/>
            </p:nvSpPr>
            <p:spPr>
              <a:xfrm>
                <a:off x="16999644" y="1210359"/>
                <a:ext cx="50120" cy="1294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589">
                    <a:moveTo>
                      <a:pt x="0" y="13589"/>
                    </a:moveTo>
                    <a:lnTo>
                      <a:pt x="2875" y="9709"/>
                    </a:lnTo>
                    <a:lnTo>
                      <a:pt x="5262" y="0"/>
                    </a:lnTo>
                    <a:lnTo>
                      <a:pt x="2387" y="4945"/>
                    </a:lnTo>
                    <a:close/>
                  </a:path>
                </a:pathLst>
              </a:custGeom>
              <a:solidFill>
                <a:srgbClr val="fbcdb1"/>
              </a:solidFill>
              <a:ln w="3334" cap="flat" cmpd="sng" algn="ctr">
                <a:solidFill>
                  <a:srgbClr val="fbcdb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41" name="Surface mesh patch"/>
              <p:cNvSpPr/>
              <p:nvPr/>
            </p:nvSpPr>
            <p:spPr>
              <a:xfrm>
                <a:off x="17049764" y="1085335"/>
                <a:ext cx="50120" cy="125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26">
                    <a:moveTo>
                      <a:pt x="0" y="13126"/>
                    </a:moveTo>
                    <a:lnTo>
                      <a:pt x="2875" y="10428"/>
                    </a:lnTo>
                    <a:lnTo>
                      <a:pt x="5262" y="0"/>
                    </a:lnTo>
                    <a:lnTo>
                      <a:pt x="2387" y="3333"/>
                    </a:lnTo>
                    <a:close/>
                  </a:path>
                </a:pathLst>
              </a:custGeom>
              <a:solidFill>
                <a:srgbClr val="faae92"/>
              </a:solidFill>
              <a:ln w="3334" cap="flat" cmpd="sng" algn="ctr">
                <a:solidFill>
                  <a:srgbClr val="faae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42" name="Surface mesh patch"/>
              <p:cNvSpPr/>
              <p:nvPr/>
            </p:nvSpPr>
            <p:spPr>
              <a:xfrm>
                <a:off x="17099883" y="986625"/>
                <a:ext cx="50120" cy="1031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26">
                    <a:moveTo>
                      <a:pt x="0" y="10363"/>
                    </a:moveTo>
                    <a:lnTo>
                      <a:pt x="2875" y="10826"/>
                    </a:lnTo>
                    <a:lnTo>
                      <a:pt x="5262" y="5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9278"/>
              </a:solidFill>
              <a:ln w="3334" cap="flat" cmpd="sng" algn="ctr">
                <a:solidFill>
                  <a:srgbClr val="f9927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43" name="Surface mesh patch"/>
              <p:cNvSpPr/>
              <p:nvPr/>
            </p:nvSpPr>
            <p:spPr>
              <a:xfrm>
                <a:off x="17150003" y="897204"/>
                <a:ext cx="50120" cy="1438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01">
                    <a:moveTo>
                      <a:pt x="0" y="9899"/>
                    </a:moveTo>
                    <a:lnTo>
                      <a:pt x="2875" y="15101"/>
                    </a:lnTo>
                    <a:lnTo>
                      <a:pt x="5262" y="5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465"/>
              </a:solidFill>
              <a:ln w="3334" cap="flat" cmpd="sng" algn="ctr">
                <a:solidFill>
                  <a:srgbClr val="eb74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44" name="Surface mesh patch"/>
              <p:cNvSpPr/>
              <p:nvPr/>
            </p:nvSpPr>
            <p:spPr>
              <a:xfrm>
                <a:off x="17200123" y="874708"/>
                <a:ext cx="50120" cy="1770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84">
                    <a:moveTo>
                      <a:pt x="0" y="8318"/>
                    </a:moveTo>
                    <a:lnTo>
                      <a:pt x="2875" y="18584"/>
                    </a:lnTo>
                    <a:lnTo>
                      <a:pt x="5262" y="114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b7364"/>
              </a:solidFill>
              <a:ln w="3334" cap="flat" cmpd="sng" algn="ctr">
                <a:solidFill>
                  <a:srgbClr val="eb73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45" name="Surface mesh patch"/>
              <p:cNvSpPr/>
              <p:nvPr/>
            </p:nvSpPr>
            <p:spPr>
              <a:xfrm>
                <a:off x="17250242" y="926479"/>
                <a:ext cx="50120" cy="191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54">
                    <a:moveTo>
                      <a:pt x="0" y="6017"/>
                    </a:moveTo>
                    <a:lnTo>
                      <a:pt x="2875" y="20054"/>
                    </a:lnTo>
                    <a:lnTo>
                      <a:pt x="5262" y="152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78e75"/>
              </a:solidFill>
              <a:ln w="3334" cap="flat" cmpd="sng" algn="ctr">
                <a:solidFill>
                  <a:srgbClr val="f78e7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46" name="Surface mesh patch"/>
              <p:cNvSpPr/>
              <p:nvPr/>
            </p:nvSpPr>
            <p:spPr>
              <a:xfrm>
                <a:off x="17300362" y="1036436"/>
                <a:ext cx="50120" cy="181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39">
                    <a:moveTo>
                      <a:pt x="0" y="3677"/>
                    </a:moveTo>
                    <a:lnTo>
                      <a:pt x="2875" y="19039"/>
                    </a:lnTo>
                    <a:lnTo>
                      <a:pt x="5262" y="161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b8f"/>
              </a:solidFill>
              <a:ln w="3334" cap="flat" cmpd="sng" algn="ctr">
                <a:solidFill>
                  <a:srgbClr val="faab8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47" name="Surface mesh patch"/>
              <p:cNvSpPr/>
              <p:nvPr/>
            </p:nvSpPr>
            <p:spPr>
              <a:xfrm>
                <a:off x="17350481" y="1172394"/>
                <a:ext cx="50120" cy="152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9">
                    <a:moveTo>
                      <a:pt x="0" y="1898"/>
                    </a:moveTo>
                    <a:lnTo>
                      <a:pt x="2875" y="16009"/>
                    </a:lnTo>
                    <a:lnTo>
                      <a:pt x="5262" y="144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9ac"/>
              </a:solidFill>
              <a:ln w="3334" cap="flat" cmpd="sng" algn="ctr">
                <a:solidFill>
                  <a:srgbClr val="fbc9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48" name="Surface mesh patch"/>
              <p:cNvSpPr/>
              <p:nvPr/>
            </p:nvSpPr>
            <p:spPr>
              <a:xfrm>
                <a:off x="17400601" y="1300650"/>
                <a:ext cx="50120" cy="1147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46">
                    <a:moveTo>
                      <a:pt x="0" y="941"/>
                    </a:moveTo>
                    <a:lnTo>
                      <a:pt x="2875" y="12046"/>
                    </a:lnTo>
                    <a:lnTo>
                      <a:pt x="5262" y="109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49" name="Surface mesh patch"/>
              <p:cNvSpPr/>
              <p:nvPr/>
            </p:nvSpPr>
            <p:spPr>
              <a:xfrm>
                <a:off x="17450721" y="1398520"/>
                <a:ext cx="50120" cy="785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51">
                    <a:moveTo>
                      <a:pt x="0" y="704"/>
                    </a:moveTo>
                    <a:lnTo>
                      <a:pt x="2875" y="8251"/>
                    </a:lnTo>
                    <a:lnTo>
                      <a:pt x="5262" y="7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50" name="Surface mesh patch"/>
              <p:cNvSpPr/>
              <p:nvPr/>
            </p:nvSpPr>
            <p:spPr>
              <a:xfrm>
                <a:off x="17500840" y="1458666"/>
                <a:ext cx="50120" cy="50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6">
                    <a:moveTo>
                      <a:pt x="0" y="894"/>
                    </a:moveTo>
                    <a:lnTo>
                      <a:pt x="2875" y="5306"/>
                    </a:lnTo>
                    <a:lnTo>
                      <a:pt x="5262" y="40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51" name="Surface mesh patch"/>
              <p:cNvSpPr/>
              <p:nvPr/>
            </p:nvSpPr>
            <p:spPr>
              <a:xfrm>
                <a:off x="17550960" y="1485708"/>
                <a:ext cx="50120" cy="32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88">
                    <a:moveTo>
                      <a:pt x="0" y="1216"/>
                    </a:moveTo>
                    <a:lnTo>
                      <a:pt x="2875" y="3388"/>
                    </a:lnTo>
                    <a:lnTo>
                      <a:pt x="5262" y="19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52" name="Surface mesh patch"/>
              <p:cNvSpPr/>
              <p:nvPr/>
            </p:nvSpPr>
            <p:spPr>
              <a:xfrm>
                <a:off x="17601080" y="1489793"/>
                <a:ext cx="50120" cy="222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9">
                    <a:moveTo>
                      <a:pt x="0" y="1480"/>
                    </a:moveTo>
                    <a:lnTo>
                      <a:pt x="2875" y="2339"/>
                    </a:lnTo>
                    <a:lnTo>
                      <a:pt x="5262" y="7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53" name="Surface mesh patch"/>
              <p:cNvSpPr/>
              <p:nvPr/>
            </p:nvSpPr>
            <p:spPr>
              <a:xfrm>
                <a:off x="17651199" y="1481375"/>
                <a:ext cx="50120" cy="17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607"/>
                    </a:moveTo>
                    <a:lnTo>
                      <a:pt x="2875" y="1888"/>
                    </a:lnTo>
                    <a:lnTo>
                      <a:pt x="5262" y="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7"/>
              </a:solidFill>
              <a:ln w="3334" cap="flat" cmpd="sng" algn="ctr">
                <a:solidFill>
                  <a:srgbClr val="c5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54" name="Surface mesh patch"/>
              <p:cNvSpPr/>
              <p:nvPr/>
            </p:nvSpPr>
            <p:spPr>
              <a:xfrm>
                <a:off x="17701319" y="1468720"/>
                <a:ext cx="50120" cy="171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8">
                    <a:moveTo>
                      <a:pt x="0" y="1592"/>
                    </a:moveTo>
                    <a:lnTo>
                      <a:pt x="2875" y="1798"/>
                    </a:lnTo>
                    <a:lnTo>
                      <a:pt x="5262" y="2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55" name="Surface mesh patch"/>
              <p:cNvSpPr/>
              <p:nvPr/>
            </p:nvSpPr>
            <p:spPr>
              <a:xfrm>
                <a:off x="17751439" y="1457445"/>
                <a:ext cx="50120" cy="181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6">
                    <a:moveTo>
                      <a:pt x="0" y="1462"/>
                    </a:moveTo>
                    <a:lnTo>
                      <a:pt x="2875" y="1906"/>
                    </a:lnTo>
                    <a:lnTo>
                      <a:pt x="5262" y="5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56" name="Surface mesh patch"/>
              <p:cNvSpPr/>
              <p:nvPr/>
            </p:nvSpPr>
            <p:spPr>
              <a:xfrm>
                <a:off x="17801558" y="1450893"/>
                <a:ext cx="50120" cy="200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6">
                    <a:moveTo>
                      <a:pt x="0" y="1260"/>
                    </a:moveTo>
                    <a:lnTo>
                      <a:pt x="2875" y="2106"/>
                    </a:lnTo>
                    <a:lnTo>
                      <a:pt x="5262" y="9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57" name="Surface mesh patch"/>
              <p:cNvSpPr/>
              <p:nvPr/>
            </p:nvSpPr>
            <p:spPr>
              <a:xfrm>
                <a:off x="17851678" y="1450565"/>
                <a:ext cx="50120" cy="221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8">
                    <a:moveTo>
                      <a:pt x="0" y="1032"/>
                    </a:moveTo>
                    <a:lnTo>
                      <a:pt x="2875" y="2328"/>
                    </a:lnTo>
                    <a:lnTo>
                      <a:pt x="5262" y="14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58" name="Surface mesh patch"/>
              <p:cNvSpPr/>
              <p:nvPr/>
            </p:nvSpPr>
            <p:spPr>
              <a:xfrm>
                <a:off x="16024639" y="1601203"/>
                <a:ext cx="50120" cy="14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1">
                    <a:moveTo>
                      <a:pt x="0" y="860"/>
                    </a:moveTo>
                    <a:lnTo>
                      <a:pt x="2875" y="1551"/>
                    </a:lnTo>
                    <a:lnTo>
                      <a:pt x="5262" y="6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59" name="Surface mesh patch"/>
              <p:cNvSpPr/>
              <p:nvPr/>
            </p:nvSpPr>
            <p:spPr>
              <a:xfrm>
                <a:off x="16074759" y="1599127"/>
                <a:ext cx="50120" cy="1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3">
                    <a:moveTo>
                      <a:pt x="0" y="835"/>
                    </a:moveTo>
                    <a:lnTo>
                      <a:pt x="2875" y="1153"/>
                    </a:lnTo>
                    <a:lnTo>
                      <a:pt x="5262" y="2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60" name="Surface mesh patch"/>
              <p:cNvSpPr/>
              <p:nvPr/>
            </p:nvSpPr>
            <p:spPr>
              <a:xfrm>
                <a:off x="16124878" y="1595011"/>
                <a:ext cx="50120" cy="7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9">
                    <a:moveTo>
                      <a:pt x="0" y="714"/>
                    </a:moveTo>
                    <a:lnTo>
                      <a:pt x="2875" y="759"/>
                    </a:lnTo>
                    <a:lnTo>
                      <a:pt x="5262" y="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61" name="Surface mesh patch"/>
              <p:cNvSpPr/>
              <p:nvPr/>
            </p:nvSpPr>
            <p:spPr>
              <a:xfrm>
                <a:off x="16174998" y="1590242"/>
                <a:ext cx="50120" cy="52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0">
                    <a:moveTo>
                      <a:pt x="0" y="550"/>
                    </a:moveTo>
                    <a:lnTo>
                      <a:pt x="2875" y="464"/>
                    </a:lnTo>
                    <a:lnTo>
                      <a:pt x="5262" y="0"/>
                    </a:lnTo>
                    <a:lnTo>
                      <a:pt x="2387" y="4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62" name="Surface mesh patch"/>
              <p:cNvSpPr/>
              <p:nvPr/>
            </p:nvSpPr>
            <p:spPr>
              <a:xfrm>
                <a:off x="16225117" y="1588050"/>
                <a:ext cx="50120" cy="2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">
                    <a:moveTo>
                      <a:pt x="0" y="230"/>
                    </a:moveTo>
                    <a:lnTo>
                      <a:pt x="2875" y="183"/>
                    </a:lnTo>
                    <a:lnTo>
                      <a:pt x="5262" y="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63" name="Surface mesh patch"/>
              <p:cNvSpPr/>
              <p:nvPr/>
            </p:nvSpPr>
            <p:spPr>
              <a:xfrm>
                <a:off x="16275237" y="1588201"/>
                <a:ext cx="50120" cy="31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7">
                    <a:moveTo>
                      <a:pt x="0" y="0"/>
                    </a:moveTo>
                    <a:lnTo>
                      <a:pt x="2875" y="195"/>
                    </a:lnTo>
                    <a:lnTo>
                      <a:pt x="5262" y="327"/>
                    </a:lnTo>
                    <a:lnTo>
                      <a:pt x="2387" y="54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64" name="Surface mesh patch"/>
              <p:cNvSpPr/>
              <p:nvPr/>
            </p:nvSpPr>
            <p:spPr>
              <a:xfrm>
                <a:off x="16325357" y="1591319"/>
                <a:ext cx="50120" cy="98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9">
                    <a:moveTo>
                      <a:pt x="0" y="0"/>
                    </a:moveTo>
                    <a:lnTo>
                      <a:pt x="2875" y="663"/>
                    </a:lnTo>
                    <a:lnTo>
                      <a:pt x="5262" y="1039"/>
                    </a:lnTo>
                    <a:lnTo>
                      <a:pt x="2387" y="293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65" name="Surface mesh patch"/>
              <p:cNvSpPr/>
              <p:nvPr/>
            </p:nvSpPr>
            <p:spPr>
              <a:xfrm>
                <a:off x="16375476" y="1601219"/>
                <a:ext cx="50120" cy="176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">
                    <a:moveTo>
                      <a:pt x="0" y="0"/>
                    </a:moveTo>
                    <a:lnTo>
                      <a:pt x="2875" y="1357"/>
                    </a:lnTo>
                    <a:lnTo>
                      <a:pt x="5262" y="1848"/>
                    </a:lnTo>
                    <a:lnTo>
                      <a:pt x="2387" y="422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66" name="Surface mesh patch"/>
              <p:cNvSpPr/>
              <p:nvPr/>
            </p:nvSpPr>
            <p:spPr>
              <a:xfrm>
                <a:off x="16425596" y="1618821"/>
                <a:ext cx="50120" cy="24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9">
                    <a:moveTo>
                      <a:pt x="0" y="0"/>
                    </a:moveTo>
                    <a:lnTo>
                      <a:pt x="2875" y="2227"/>
                    </a:lnTo>
                    <a:lnTo>
                      <a:pt x="5262" y="2619"/>
                    </a:lnTo>
                    <a:lnTo>
                      <a:pt x="2387" y="372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67" name="Surface mesh patch"/>
              <p:cNvSpPr/>
              <p:nvPr/>
            </p:nvSpPr>
            <p:spPr>
              <a:xfrm>
                <a:off x="16475716" y="1643763"/>
                <a:ext cx="50120" cy="300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57">
                    <a:moveTo>
                      <a:pt x="0" y="0"/>
                    </a:moveTo>
                    <a:lnTo>
                      <a:pt x="2875" y="3157"/>
                    </a:lnTo>
                    <a:lnTo>
                      <a:pt x="5262" y="3154"/>
                    </a:lnTo>
                    <a:lnTo>
                      <a:pt x="2387" y="77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68" name="Surface mesh patch"/>
              <p:cNvSpPr/>
              <p:nvPr/>
            </p:nvSpPr>
            <p:spPr>
              <a:xfrm>
                <a:off x="16525835" y="1668963"/>
                <a:ext cx="50120" cy="427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84">
                    <a:moveTo>
                      <a:pt x="0" y="508"/>
                    </a:moveTo>
                    <a:lnTo>
                      <a:pt x="2875" y="4484"/>
                    </a:lnTo>
                    <a:lnTo>
                      <a:pt x="5262" y="3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69" name="Surface mesh patch"/>
              <p:cNvSpPr/>
              <p:nvPr/>
            </p:nvSpPr>
            <p:spPr>
              <a:xfrm>
                <a:off x="16575955" y="1691453"/>
                <a:ext cx="50120" cy="559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75">
                    <a:moveTo>
                      <a:pt x="0" y="1380"/>
                    </a:moveTo>
                    <a:lnTo>
                      <a:pt x="2875" y="5875"/>
                    </a:lnTo>
                    <a:lnTo>
                      <a:pt x="5262" y="40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dfd"/>
              </a:solidFill>
              <a:ln w="3334" cap="flat" cmpd="sng" algn="ctr">
                <a:solidFill>
                  <a:srgbClr val="8fa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70" name="Surface mesh patch"/>
              <p:cNvSpPr/>
              <p:nvPr/>
            </p:nvSpPr>
            <p:spPr>
              <a:xfrm>
                <a:off x="16626075" y="1706773"/>
                <a:ext cx="50120" cy="669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28">
                    <a:moveTo>
                      <a:pt x="0" y="2463"/>
                    </a:moveTo>
                    <a:lnTo>
                      <a:pt x="2875" y="7028"/>
                    </a:lnTo>
                    <a:lnTo>
                      <a:pt x="5262" y="3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71" name="Surface mesh patch"/>
              <p:cNvSpPr/>
              <p:nvPr/>
            </p:nvSpPr>
            <p:spPr>
              <a:xfrm>
                <a:off x="16676194" y="1710009"/>
                <a:ext cx="50120" cy="737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41">
                    <a:moveTo>
                      <a:pt x="0" y="3615"/>
                    </a:moveTo>
                    <a:lnTo>
                      <a:pt x="2875" y="7741"/>
                    </a:lnTo>
                    <a:lnTo>
                      <a:pt x="5262" y="33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7a4fd"/>
              </a:solidFill>
              <a:ln w="3334" cap="flat" cmpd="sng" algn="ctr">
                <a:solidFill>
                  <a:srgbClr val="87a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72" name="Surface mesh patch"/>
              <p:cNvSpPr/>
              <p:nvPr/>
            </p:nvSpPr>
            <p:spPr>
              <a:xfrm>
                <a:off x="16726314" y="1697567"/>
                <a:ext cx="50120" cy="751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85">
                    <a:moveTo>
                      <a:pt x="0" y="4674"/>
                    </a:moveTo>
                    <a:lnTo>
                      <a:pt x="2875" y="7885"/>
                    </a:lnTo>
                    <a:lnTo>
                      <a:pt x="5262" y="23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aa7fd"/>
              </a:solidFill>
              <a:ln w="3334" cap="flat" cmpd="sng" algn="ctr">
                <a:solidFill>
                  <a:srgbClr val="8a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73" name="Surface mesh patch"/>
              <p:cNvSpPr/>
              <p:nvPr/>
            </p:nvSpPr>
            <p:spPr>
              <a:xfrm>
                <a:off x="16776434" y="1667382"/>
                <a:ext cx="50120" cy="71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61">
                    <a:moveTo>
                      <a:pt x="0" y="5532"/>
                    </a:moveTo>
                    <a:lnTo>
                      <a:pt x="2875" y="7461"/>
                    </a:lnTo>
                    <a:lnTo>
                      <a:pt x="5262" y="10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2b0fd"/>
              </a:solidFill>
              <a:ln w="3334" cap="flat" cmpd="sng" algn="ctr">
                <a:solidFill>
                  <a:srgbClr val="92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74" name="Surface mesh patch"/>
              <p:cNvSpPr/>
              <p:nvPr/>
            </p:nvSpPr>
            <p:spPr>
              <a:xfrm>
                <a:off x="16826553" y="1613038"/>
                <a:ext cx="50120" cy="681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5">
                    <a:moveTo>
                      <a:pt x="0" y="6734"/>
                    </a:moveTo>
                    <a:lnTo>
                      <a:pt x="2875" y="7155"/>
                    </a:lnTo>
                    <a:lnTo>
                      <a:pt x="5262" y="0"/>
                    </a:lnTo>
                    <a:lnTo>
                      <a:pt x="2387" y="531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75" name="Surface mesh patch"/>
              <p:cNvSpPr/>
              <p:nvPr/>
            </p:nvSpPr>
            <p:spPr>
              <a:xfrm>
                <a:off x="16876673" y="1527511"/>
                <a:ext cx="50120" cy="855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79">
                    <a:moveTo>
                      <a:pt x="0" y="8979"/>
                    </a:moveTo>
                    <a:lnTo>
                      <a:pt x="2875" y="7853"/>
                    </a:lnTo>
                    <a:lnTo>
                      <a:pt x="5262" y="0"/>
                    </a:lnTo>
                    <a:lnTo>
                      <a:pt x="2387" y="2146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76" name="Surface mesh patch"/>
              <p:cNvSpPr/>
              <p:nvPr/>
            </p:nvSpPr>
            <p:spPr>
              <a:xfrm>
                <a:off x="16926792" y="1421993"/>
                <a:ext cx="50120" cy="1055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78">
                    <a:moveTo>
                      <a:pt x="0" y="11078"/>
                    </a:moveTo>
                    <a:lnTo>
                      <a:pt x="2875" y="8670"/>
                    </a:lnTo>
                    <a:lnTo>
                      <a:pt x="5262" y="0"/>
                    </a:lnTo>
                    <a:lnTo>
                      <a:pt x="2387" y="3463"/>
                    </a:lnTo>
                    <a:close/>
                  </a:path>
                </a:pathLst>
              </a:custGeom>
              <a:solidFill>
                <a:srgbClr val="d4e0f3"/>
              </a:solidFill>
              <a:ln w="3334" cap="flat" cmpd="sng" algn="ctr">
                <a:solidFill>
                  <a:srgbClr val="d4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77" name="Surface mesh patch"/>
              <p:cNvSpPr/>
              <p:nvPr/>
            </p:nvSpPr>
            <p:spPr>
              <a:xfrm>
                <a:off x="16976912" y="1302833"/>
                <a:ext cx="50120" cy="1191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10">
                    <a:moveTo>
                      <a:pt x="0" y="12510"/>
                    </a:moveTo>
                    <a:lnTo>
                      <a:pt x="2875" y="9572"/>
                    </a:lnTo>
                    <a:lnTo>
                      <a:pt x="5262" y="0"/>
                    </a:lnTo>
                    <a:lnTo>
                      <a:pt x="2387" y="3880"/>
                    </a:lnTo>
                    <a:close/>
                  </a:path>
                </a:pathLst>
              </a:custGeom>
              <a:solidFill>
                <a:srgbClr val="eed8cd"/>
              </a:solidFill>
              <a:ln w="3334" cap="flat" cmpd="sng" algn="ctr">
                <a:solidFill>
                  <a:srgbClr val="eed8c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78" name="Surface mesh patch"/>
              <p:cNvSpPr/>
              <p:nvPr/>
            </p:nvSpPr>
            <p:spPr>
              <a:xfrm>
                <a:off x="17027032" y="1184663"/>
                <a:ext cx="50120" cy="118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06">
                    <a:moveTo>
                      <a:pt x="0" y="12406"/>
                    </a:moveTo>
                    <a:lnTo>
                      <a:pt x="2875" y="10275"/>
                    </a:lnTo>
                    <a:lnTo>
                      <a:pt x="5262" y="0"/>
                    </a:lnTo>
                    <a:lnTo>
                      <a:pt x="2387" y="2698"/>
                    </a:lnTo>
                    <a:close/>
                  </a:path>
                </a:pathLst>
              </a:custGeom>
              <a:solidFill>
                <a:srgbClr val="fbc3a7"/>
              </a:solidFill>
              <a:ln w="3334" cap="flat" cmpd="sng" algn="ctr">
                <a:solidFill>
                  <a:srgbClr val="fbc3a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79" name="Surface mesh patch"/>
              <p:cNvSpPr/>
              <p:nvPr/>
            </p:nvSpPr>
            <p:spPr>
              <a:xfrm>
                <a:off x="17077151" y="1085335"/>
                <a:ext cx="50120" cy="103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22">
                    <a:moveTo>
                      <a:pt x="0" y="10428"/>
                    </a:moveTo>
                    <a:lnTo>
                      <a:pt x="2875" y="10822"/>
                    </a:lnTo>
                    <a:lnTo>
                      <a:pt x="5262" y="4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98d"/>
              </a:solidFill>
              <a:ln w="3334" cap="flat" cmpd="sng" algn="ctr">
                <a:solidFill>
                  <a:srgbClr val="faa98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80" name="Surface mesh patch"/>
              <p:cNvSpPr/>
              <p:nvPr/>
            </p:nvSpPr>
            <p:spPr>
              <a:xfrm>
                <a:off x="17127271" y="991490"/>
                <a:ext cx="50120" cy="1403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30">
                    <a:moveTo>
                      <a:pt x="0" y="10315"/>
                    </a:moveTo>
                    <a:lnTo>
                      <a:pt x="2875" y="14730"/>
                    </a:lnTo>
                    <a:lnTo>
                      <a:pt x="5262" y="52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77c"/>
              </a:solidFill>
              <a:ln w="3334" cap="flat" cmpd="sng" algn="ctr">
                <a:solidFill>
                  <a:srgbClr val="fa977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81" name="Surface mesh patch"/>
              <p:cNvSpPr/>
              <p:nvPr/>
            </p:nvSpPr>
            <p:spPr>
              <a:xfrm>
                <a:off x="17177391" y="953935"/>
                <a:ext cx="50120" cy="1723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99">
                    <a:moveTo>
                      <a:pt x="0" y="9145"/>
                    </a:moveTo>
                    <a:lnTo>
                      <a:pt x="2875" y="18099"/>
                    </a:lnTo>
                    <a:lnTo>
                      <a:pt x="5262" y="102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9077"/>
              </a:solidFill>
              <a:ln w="3334" cap="flat" cmpd="sng" algn="ctr">
                <a:solidFill>
                  <a:srgbClr val="f8907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82" name="Surface mesh patch"/>
              <p:cNvSpPr/>
              <p:nvPr/>
            </p:nvSpPr>
            <p:spPr>
              <a:xfrm>
                <a:off x="17227510" y="983794"/>
                <a:ext cx="50120" cy="187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31">
                    <a:moveTo>
                      <a:pt x="0" y="7131"/>
                    </a:moveTo>
                    <a:lnTo>
                      <a:pt x="2875" y="19731"/>
                    </a:lnTo>
                    <a:lnTo>
                      <a:pt x="5262" y="14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9c81"/>
              </a:solidFill>
              <a:ln w="3334" cap="flat" cmpd="sng" algn="ctr">
                <a:solidFill>
                  <a:srgbClr val="fa9c8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83" name="Surface mesh patch"/>
              <p:cNvSpPr/>
              <p:nvPr/>
            </p:nvSpPr>
            <p:spPr>
              <a:xfrm>
                <a:off x="17277630" y="1071456"/>
                <a:ext cx="50120" cy="1813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40">
                    <a:moveTo>
                      <a:pt x="0" y="4834"/>
                    </a:moveTo>
                    <a:lnTo>
                      <a:pt x="2875" y="19040"/>
                    </a:lnTo>
                    <a:lnTo>
                      <a:pt x="5262" y="153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b195"/>
              </a:solidFill>
              <a:ln w="3334" cap="flat" cmpd="sng" algn="ctr">
                <a:solidFill>
                  <a:srgbClr val="fab19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84" name="Surface mesh patch"/>
              <p:cNvSpPr/>
              <p:nvPr/>
            </p:nvSpPr>
            <p:spPr>
              <a:xfrm>
                <a:off x="17327750" y="1190468"/>
                <a:ext cx="50120" cy="155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23">
                    <a:moveTo>
                      <a:pt x="0" y="2868"/>
                    </a:moveTo>
                    <a:lnTo>
                      <a:pt x="2875" y="16323"/>
                    </a:lnTo>
                    <a:lnTo>
                      <a:pt x="5262" y="14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caf"/>
              </a:solidFill>
              <a:ln w="3334" cap="flat" cmpd="sng" algn="ctr">
                <a:solidFill>
                  <a:srgbClr val="fbcca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85" name="Surface mesh patch"/>
              <p:cNvSpPr/>
              <p:nvPr/>
            </p:nvSpPr>
            <p:spPr>
              <a:xfrm>
                <a:off x="17377869" y="1309608"/>
                <a:ext cx="50120" cy="1194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37">
                    <a:moveTo>
                      <a:pt x="0" y="1603"/>
                    </a:moveTo>
                    <a:lnTo>
                      <a:pt x="2875" y="12537"/>
                    </a:lnTo>
                    <a:lnTo>
                      <a:pt x="5262" y="11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adad4"/>
              </a:solidFill>
              <a:ln w="3334" cap="flat" cmpd="sng" algn="ctr">
                <a:solidFill>
                  <a:srgbClr val="eadad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86" name="Surface mesh patch"/>
              <p:cNvSpPr/>
              <p:nvPr/>
            </p:nvSpPr>
            <p:spPr>
              <a:xfrm>
                <a:off x="17427989" y="1405229"/>
                <a:ext cx="50120" cy="833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54">
                    <a:moveTo>
                      <a:pt x="0" y="1066"/>
                    </a:moveTo>
                    <a:lnTo>
                      <a:pt x="2875" y="8754"/>
                    </a:lnTo>
                    <a:lnTo>
                      <a:pt x="5262" y="7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87" name="Surface mesh patch"/>
              <p:cNvSpPr/>
              <p:nvPr/>
            </p:nvSpPr>
            <p:spPr>
              <a:xfrm>
                <a:off x="17478109" y="1467186"/>
                <a:ext cx="50120" cy="543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9">
                    <a:moveTo>
                      <a:pt x="0" y="1042"/>
                    </a:moveTo>
                    <a:lnTo>
                      <a:pt x="2875" y="5709"/>
                    </a:lnTo>
                    <a:lnTo>
                      <a:pt x="5262" y="4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88" name="Surface mesh patch"/>
              <p:cNvSpPr/>
              <p:nvPr/>
            </p:nvSpPr>
            <p:spPr>
              <a:xfrm>
                <a:off x="17528228" y="1497295"/>
                <a:ext cx="50120" cy="34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2">
                    <a:moveTo>
                      <a:pt x="0" y="1250"/>
                    </a:moveTo>
                    <a:lnTo>
                      <a:pt x="2875" y="3652"/>
                    </a:lnTo>
                    <a:lnTo>
                      <a:pt x="5262" y="21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89" name="Surface mesh patch"/>
              <p:cNvSpPr/>
              <p:nvPr/>
            </p:nvSpPr>
            <p:spPr>
              <a:xfrm>
                <a:off x="17578348" y="1503893"/>
                <a:ext cx="50120" cy="235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75">
                    <a:moveTo>
                      <a:pt x="0" y="1479"/>
                    </a:moveTo>
                    <a:lnTo>
                      <a:pt x="2875" y="2475"/>
                    </a:lnTo>
                    <a:lnTo>
                      <a:pt x="5262" y="85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90" name="Surface mesh patch"/>
              <p:cNvSpPr/>
              <p:nvPr/>
            </p:nvSpPr>
            <p:spPr>
              <a:xfrm>
                <a:off x="17628467" y="1496686"/>
                <a:ext cx="50120" cy="183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0">
                    <a:moveTo>
                      <a:pt x="0" y="1615"/>
                    </a:moveTo>
                    <a:lnTo>
                      <a:pt x="2875" y="1930"/>
                    </a:lnTo>
                    <a:lnTo>
                      <a:pt x="5262" y="2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91" name="Surface mesh patch"/>
              <p:cNvSpPr/>
              <p:nvPr/>
            </p:nvSpPr>
            <p:spPr>
              <a:xfrm>
                <a:off x="17678587" y="1483881"/>
                <a:ext cx="50120" cy="16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8">
                    <a:moveTo>
                      <a:pt x="0" y="1625"/>
                    </a:moveTo>
                    <a:lnTo>
                      <a:pt x="2875" y="1778"/>
                    </a:lnTo>
                    <a:lnTo>
                      <a:pt x="5262" y="2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92" name="Surface mesh patch"/>
              <p:cNvSpPr/>
              <p:nvPr/>
            </p:nvSpPr>
            <p:spPr>
              <a:xfrm>
                <a:off x="17728707" y="1471370"/>
                <a:ext cx="50120" cy="176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">
                    <a:moveTo>
                      <a:pt x="0" y="1520"/>
                    </a:moveTo>
                    <a:lnTo>
                      <a:pt x="2875" y="1848"/>
                    </a:lnTo>
                    <a:lnTo>
                      <a:pt x="5262" y="44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93" name="Surface mesh patch"/>
              <p:cNvSpPr/>
              <p:nvPr/>
            </p:nvSpPr>
            <p:spPr>
              <a:xfrm>
                <a:off x="17778826" y="1462895"/>
                <a:ext cx="50120" cy="193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2">
                    <a:moveTo>
                      <a:pt x="0" y="1334"/>
                    </a:moveTo>
                    <a:lnTo>
                      <a:pt x="2875" y="2032"/>
                    </a:lnTo>
                    <a:lnTo>
                      <a:pt x="5262" y="8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94" name="Surface mesh patch"/>
              <p:cNvSpPr/>
              <p:nvPr/>
            </p:nvSpPr>
            <p:spPr>
              <a:xfrm>
                <a:off x="17828946" y="1460396"/>
                <a:ext cx="50120" cy="21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5">
                    <a:moveTo>
                      <a:pt x="0" y="1109"/>
                    </a:moveTo>
                    <a:lnTo>
                      <a:pt x="2875" y="2255"/>
                    </a:lnTo>
                    <a:lnTo>
                      <a:pt x="5262" y="12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95" name="Surface mesh patch"/>
              <p:cNvSpPr/>
              <p:nvPr/>
            </p:nvSpPr>
            <p:spPr>
              <a:xfrm>
                <a:off x="16052027" y="1607085"/>
                <a:ext cx="50120" cy="12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16">
                    <a:moveTo>
                      <a:pt x="0" y="933"/>
                    </a:moveTo>
                    <a:lnTo>
                      <a:pt x="2875" y="1316"/>
                    </a:lnTo>
                    <a:lnTo>
                      <a:pt x="5262" y="3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96" name="Surface mesh patch"/>
              <p:cNvSpPr/>
              <p:nvPr/>
            </p:nvSpPr>
            <p:spPr>
              <a:xfrm>
                <a:off x="16102146" y="1601808"/>
                <a:ext cx="50120" cy="8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1">
                    <a:moveTo>
                      <a:pt x="0" y="871"/>
                    </a:moveTo>
                    <a:lnTo>
                      <a:pt x="2875" y="941"/>
                    </a:lnTo>
                    <a:lnTo>
                      <a:pt x="5262" y="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97" name="Surface mesh patch"/>
              <p:cNvSpPr/>
              <p:nvPr/>
            </p:nvSpPr>
            <p:spPr>
              <a:xfrm>
                <a:off x="16152266" y="1594658"/>
                <a:ext cx="50120" cy="7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6">
                    <a:moveTo>
                      <a:pt x="0" y="796"/>
                    </a:moveTo>
                    <a:lnTo>
                      <a:pt x="2875" y="694"/>
                    </a:lnTo>
                    <a:lnTo>
                      <a:pt x="5262" y="0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98" name="Surface mesh patch"/>
              <p:cNvSpPr/>
              <p:nvPr/>
            </p:nvSpPr>
            <p:spPr>
              <a:xfrm>
                <a:off x="16202386" y="1589795"/>
                <a:ext cx="50120" cy="4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">
                    <a:moveTo>
                      <a:pt x="0" y="511"/>
                    </a:moveTo>
                    <a:lnTo>
                      <a:pt x="2875" y="412"/>
                    </a:lnTo>
                    <a:lnTo>
                      <a:pt x="5262" y="0"/>
                    </a:lnTo>
                    <a:lnTo>
                      <a:pt x="2387" y="47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99" name="Surface mesh patch"/>
              <p:cNvSpPr/>
              <p:nvPr/>
            </p:nvSpPr>
            <p:spPr>
              <a:xfrm>
                <a:off x="16252505" y="1588201"/>
                <a:ext cx="50120" cy="2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8">
                    <a:moveTo>
                      <a:pt x="0" y="167"/>
                    </a:moveTo>
                    <a:lnTo>
                      <a:pt x="2875" y="278"/>
                    </a:lnTo>
                    <a:lnTo>
                      <a:pt x="5262" y="1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00" name="Surface mesh patch"/>
              <p:cNvSpPr/>
              <p:nvPr/>
            </p:nvSpPr>
            <p:spPr>
              <a:xfrm>
                <a:off x="16302625" y="1590059"/>
                <a:ext cx="50120" cy="7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6">
                    <a:moveTo>
                      <a:pt x="0" y="0"/>
                    </a:moveTo>
                    <a:lnTo>
                      <a:pt x="2875" y="553"/>
                    </a:lnTo>
                    <a:lnTo>
                      <a:pt x="5262" y="796"/>
                    </a:lnTo>
                    <a:lnTo>
                      <a:pt x="2387" y="132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01" name="Surface mesh patch"/>
              <p:cNvSpPr/>
              <p:nvPr/>
            </p:nvSpPr>
            <p:spPr>
              <a:xfrm>
                <a:off x="16352745" y="1597637"/>
                <a:ext cx="50120" cy="165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3">
                    <a:moveTo>
                      <a:pt x="0" y="0"/>
                    </a:moveTo>
                    <a:lnTo>
                      <a:pt x="2875" y="1232"/>
                    </a:lnTo>
                    <a:lnTo>
                      <a:pt x="5262" y="1733"/>
                    </a:lnTo>
                    <a:lnTo>
                      <a:pt x="2387" y="376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02" name="Surface mesh patch"/>
              <p:cNvSpPr/>
              <p:nvPr/>
            </p:nvSpPr>
            <p:spPr>
              <a:xfrm>
                <a:off x="16402864" y="1614147"/>
                <a:ext cx="50120" cy="25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18">
                    <a:moveTo>
                      <a:pt x="0" y="0"/>
                    </a:moveTo>
                    <a:lnTo>
                      <a:pt x="2875" y="2116"/>
                    </a:lnTo>
                    <a:lnTo>
                      <a:pt x="5262" y="2718"/>
                    </a:lnTo>
                    <a:lnTo>
                      <a:pt x="2387" y="491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03" name="Surface mesh patch"/>
              <p:cNvSpPr/>
              <p:nvPr/>
            </p:nvSpPr>
            <p:spPr>
              <a:xfrm>
                <a:off x="16452984" y="1640033"/>
                <a:ext cx="50120" cy="338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9">
                    <a:moveTo>
                      <a:pt x="0" y="0"/>
                    </a:moveTo>
                    <a:lnTo>
                      <a:pt x="2875" y="3109"/>
                    </a:lnTo>
                    <a:lnTo>
                      <a:pt x="5262" y="3549"/>
                    </a:lnTo>
                    <a:lnTo>
                      <a:pt x="2387" y="39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04" name="Surface mesh patch"/>
              <p:cNvSpPr/>
              <p:nvPr/>
            </p:nvSpPr>
            <p:spPr>
              <a:xfrm>
                <a:off x="16503103" y="1673801"/>
                <a:ext cx="50120" cy="38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57">
                    <a:moveTo>
                      <a:pt x="0" y="3"/>
                    </a:moveTo>
                    <a:lnTo>
                      <a:pt x="2875" y="4057"/>
                    </a:lnTo>
                    <a:lnTo>
                      <a:pt x="5262" y="39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05" name="Surface mesh patch"/>
              <p:cNvSpPr/>
              <p:nvPr/>
            </p:nvSpPr>
            <p:spPr>
              <a:xfrm>
                <a:off x="16553223" y="1704596"/>
                <a:ext cx="50120" cy="523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99">
                    <a:moveTo>
                      <a:pt x="0" y="743"/>
                    </a:moveTo>
                    <a:lnTo>
                      <a:pt x="2875" y="5499"/>
                    </a:lnTo>
                    <a:lnTo>
                      <a:pt x="5262" y="44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06" name="Surface mesh patch"/>
              <p:cNvSpPr/>
              <p:nvPr/>
            </p:nvSpPr>
            <p:spPr>
              <a:xfrm>
                <a:off x="16603343" y="1730229"/>
                <a:ext cx="50120" cy="65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41">
                    <a:moveTo>
                      <a:pt x="0" y="1804"/>
                    </a:moveTo>
                    <a:lnTo>
                      <a:pt x="2875" y="6841"/>
                    </a:lnTo>
                    <a:lnTo>
                      <a:pt x="5262" y="45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6a3fd"/>
              </a:solidFill>
              <a:ln w="3334" cap="flat" cmpd="sng" algn="ctr">
                <a:solidFill>
                  <a:srgbClr val="86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07" name="Surface mesh patch"/>
              <p:cNvSpPr/>
              <p:nvPr/>
            </p:nvSpPr>
            <p:spPr>
              <a:xfrm>
                <a:off x="16653462" y="1744438"/>
                <a:ext cx="50120" cy="748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63">
                    <a:moveTo>
                      <a:pt x="0" y="3074"/>
                    </a:moveTo>
                    <a:lnTo>
                      <a:pt x="2875" y="7863"/>
                    </a:lnTo>
                    <a:lnTo>
                      <a:pt x="5262" y="41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08" name="Surface mesh patch"/>
              <p:cNvSpPr/>
              <p:nvPr/>
            </p:nvSpPr>
            <p:spPr>
              <a:xfrm>
                <a:off x="16703582" y="1742084"/>
                <a:ext cx="50120" cy="798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84">
                    <a:moveTo>
                      <a:pt x="0" y="4373"/>
                    </a:moveTo>
                    <a:lnTo>
                      <a:pt x="2875" y="8384"/>
                    </a:lnTo>
                    <a:lnTo>
                      <a:pt x="5262" y="32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f9dfd"/>
              </a:solidFill>
              <a:ln w="3334" cap="flat" cmpd="sng" algn="ctr">
                <a:solidFill>
                  <a:srgbClr val="7f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09" name="Surface mesh patch"/>
              <p:cNvSpPr/>
              <p:nvPr/>
            </p:nvSpPr>
            <p:spPr>
              <a:xfrm>
                <a:off x="16753702" y="1720073"/>
                <a:ext cx="50120" cy="792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25">
                    <a:moveTo>
                      <a:pt x="0" y="5523"/>
                    </a:moveTo>
                    <a:lnTo>
                      <a:pt x="2875" y="8325"/>
                    </a:lnTo>
                    <a:lnTo>
                      <a:pt x="5262" y="19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5a3fd"/>
              </a:solidFill>
              <a:ln w="3334" cap="flat" cmpd="sng" algn="ctr">
                <a:solidFill>
                  <a:srgbClr val="85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10" name="Surface mesh patch"/>
              <p:cNvSpPr/>
              <p:nvPr/>
            </p:nvSpPr>
            <p:spPr>
              <a:xfrm>
                <a:off x="16803821" y="1677182"/>
                <a:ext cx="50120" cy="739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2">
                    <a:moveTo>
                      <a:pt x="0" y="6432"/>
                    </a:moveTo>
                    <a:lnTo>
                      <a:pt x="2875" y="7762"/>
                    </a:lnTo>
                    <a:lnTo>
                      <a:pt x="5262" y="4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2affd"/>
              </a:solidFill>
              <a:ln w="3334" cap="flat" cmpd="sng" algn="ctr">
                <a:solidFill>
                  <a:srgbClr val="92a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11" name="Surface mesh patch"/>
              <p:cNvSpPr/>
              <p:nvPr/>
            </p:nvSpPr>
            <p:spPr>
              <a:xfrm>
                <a:off x="16853941" y="1602308"/>
                <a:ext cx="50120" cy="788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81">
                    <a:moveTo>
                      <a:pt x="0" y="8281"/>
                    </a:moveTo>
                    <a:lnTo>
                      <a:pt x="2875" y="8087"/>
                    </a:lnTo>
                    <a:lnTo>
                      <a:pt x="5262" y="0"/>
                    </a:lnTo>
                    <a:lnTo>
                      <a:pt x="2387" y="1127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12" name="Surface mesh patch"/>
              <p:cNvSpPr/>
              <p:nvPr/>
            </p:nvSpPr>
            <p:spPr>
              <a:xfrm>
                <a:off x="16904061" y="1504575"/>
                <a:ext cx="50120" cy="977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61">
                    <a:moveTo>
                      <a:pt x="0" y="10261"/>
                    </a:moveTo>
                    <a:lnTo>
                      <a:pt x="2875" y="8778"/>
                    </a:lnTo>
                    <a:lnTo>
                      <a:pt x="5262" y="0"/>
                    </a:lnTo>
                    <a:lnTo>
                      <a:pt x="2387" y="2408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13" name="Surface mesh patch"/>
              <p:cNvSpPr/>
              <p:nvPr/>
            </p:nvSpPr>
            <p:spPr>
              <a:xfrm>
                <a:off x="16954180" y="1394005"/>
                <a:ext cx="50120" cy="110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608">
                    <a:moveTo>
                      <a:pt x="0" y="11608"/>
                    </a:moveTo>
                    <a:lnTo>
                      <a:pt x="2875" y="9477"/>
                    </a:lnTo>
                    <a:lnTo>
                      <a:pt x="5262" y="0"/>
                    </a:lnTo>
                    <a:lnTo>
                      <a:pt x="2387" y="2938"/>
                    </a:lnTo>
                    <a:close/>
                  </a:path>
                </a:pathLst>
              </a:custGeom>
              <a:solidFill>
                <a:srgbClr val="dee1eb"/>
              </a:solidFill>
              <a:ln w="3334" cap="flat" cmpd="sng" algn="ctr">
                <a:solidFill>
                  <a:srgbClr val="dee1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14" name="Surface mesh patch"/>
              <p:cNvSpPr/>
              <p:nvPr/>
            </p:nvSpPr>
            <p:spPr>
              <a:xfrm>
                <a:off x="17004300" y="1282529"/>
                <a:ext cx="50120" cy="111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03">
                    <a:moveTo>
                      <a:pt x="0" y="11703"/>
                    </a:moveTo>
                    <a:lnTo>
                      <a:pt x="2875" y="10047"/>
                    </a:lnTo>
                    <a:lnTo>
                      <a:pt x="5262" y="0"/>
                    </a:lnTo>
                    <a:lnTo>
                      <a:pt x="2387" y="2132"/>
                    </a:lnTo>
                    <a:close/>
                  </a:path>
                </a:pathLst>
              </a:custGeom>
              <a:solidFill>
                <a:srgbClr val="f5d4bf"/>
              </a:solidFill>
              <a:ln w="3334" cap="flat" cmpd="sng" algn="ctr">
                <a:solidFill>
                  <a:srgbClr val="f5d4b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15" name="Surface mesh patch"/>
              <p:cNvSpPr/>
              <p:nvPr/>
            </p:nvSpPr>
            <p:spPr>
              <a:xfrm>
                <a:off x="17054420" y="1184663"/>
                <a:ext cx="50120" cy="1006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70">
                    <a:moveTo>
                      <a:pt x="0" y="10275"/>
                    </a:moveTo>
                    <a:lnTo>
                      <a:pt x="2875" y="10570"/>
                    </a:lnTo>
                    <a:lnTo>
                      <a:pt x="5262" y="3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ea2"/>
              </a:solidFill>
              <a:ln w="3334" cap="flat" cmpd="sng" algn="ctr">
                <a:solidFill>
                  <a:srgbClr val="fbbea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16" name="Surface mesh patch"/>
              <p:cNvSpPr/>
              <p:nvPr/>
            </p:nvSpPr>
            <p:spPr>
              <a:xfrm>
                <a:off x="17104539" y="1089741"/>
                <a:ext cx="50120" cy="1331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83">
                    <a:moveTo>
                      <a:pt x="0" y="10359"/>
                    </a:moveTo>
                    <a:lnTo>
                      <a:pt x="2875" y="13983"/>
                    </a:lnTo>
                    <a:lnTo>
                      <a:pt x="5262" y="44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c90"/>
              </a:solidFill>
              <a:ln w="3334" cap="flat" cmpd="sng" algn="ctr">
                <a:solidFill>
                  <a:srgbClr val="faac9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17" name="Surface mesh patch"/>
              <p:cNvSpPr/>
              <p:nvPr/>
            </p:nvSpPr>
            <p:spPr>
              <a:xfrm>
                <a:off x="17154659" y="1041045"/>
                <a:ext cx="50120" cy="163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19">
                    <a:moveTo>
                      <a:pt x="0" y="9528"/>
                    </a:moveTo>
                    <a:lnTo>
                      <a:pt x="2875" y="17119"/>
                    </a:lnTo>
                    <a:lnTo>
                      <a:pt x="5262" y="8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489"/>
              </a:solidFill>
              <a:ln w="3334" cap="flat" cmpd="sng" algn="ctr">
                <a:solidFill>
                  <a:srgbClr val="faa48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18" name="Surface mesh patch"/>
              <p:cNvSpPr/>
              <p:nvPr/>
            </p:nvSpPr>
            <p:spPr>
              <a:xfrm>
                <a:off x="17204778" y="1051715"/>
                <a:ext cx="50120" cy="1794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43">
                    <a:moveTo>
                      <a:pt x="0" y="7834"/>
                    </a:moveTo>
                    <a:lnTo>
                      <a:pt x="2875" y="18843"/>
                    </a:lnTo>
                    <a:lnTo>
                      <a:pt x="5262" y="12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aa98e"/>
              </a:solidFill>
              <a:ln w="3334" cap="flat" cmpd="sng" algn="ctr">
                <a:solidFill>
                  <a:srgbClr val="faa98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19" name="Surface mesh patch"/>
              <p:cNvSpPr/>
              <p:nvPr/>
            </p:nvSpPr>
            <p:spPr>
              <a:xfrm>
                <a:off x="17254898" y="1117497"/>
                <a:ext cx="50120" cy="1760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487">
                    <a:moveTo>
                      <a:pt x="0" y="5694"/>
                    </a:moveTo>
                    <a:lnTo>
                      <a:pt x="2875" y="18487"/>
                    </a:lnTo>
                    <a:lnTo>
                      <a:pt x="5262" y="142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99d"/>
              </a:solidFill>
              <a:ln w="3334" cap="flat" cmpd="sng" algn="ctr">
                <a:solidFill>
                  <a:srgbClr val="fbb99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20" name="Surface mesh patch"/>
              <p:cNvSpPr/>
              <p:nvPr/>
            </p:nvSpPr>
            <p:spPr>
              <a:xfrm>
                <a:off x="17305018" y="1217783"/>
                <a:ext cx="50120" cy="1540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174">
                    <a:moveTo>
                      <a:pt x="0" y="3677"/>
                    </a:moveTo>
                    <a:lnTo>
                      <a:pt x="2875" y="16174"/>
                    </a:lnTo>
                    <a:lnTo>
                      <a:pt x="5262" y="134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d0b3"/>
              </a:solidFill>
              <a:ln w="3334" cap="flat" cmpd="sng" algn="ctr">
                <a:solidFill>
                  <a:srgbClr val="fbd0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21" name="Surface mesh patch"/>
              <p:cNvSpPr/>
              <p:nvPr/>
            </p:nvSpPr>
            <p:spPr>
              <a:xfrm>
                <a:off x="17355137" y="1324880"/>
                <a:ext cx="50120" cy="1209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698">
                    <a:moveTo>
                      <a:pt x="0" y="2212"/>
                    </a:moveTo>
                    <a:lnTo>
                      <a:pt x="2875" y="12698"/>
                    </a:lnTo>
                    <a:lnTo>
                      <a:pt x="5262" y="109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9dbd6"/>
              </a:solidFill>
              <a:ln w="3334" cap="flat" cmpd="sng" algn="ctr">
                <a:solidFill>
                  <a:srgbClr val="e9dbd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22" name="Surface mesh patch"/>
              <p:cNvSpPr/>
              <p:nvPr/>
            </p:nvSpPr>
            <p:spPr>
              <a:xfrm>
                <a:off x="17405257" y="1415387"/>
                <a:ext cx="50120" cy="863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61">
                    <a:moveTo>
                      <a:pt x="0" y="1431"/>
                    </a:moveTo>
                    <a:lnTo>
                      <a:pt x="2875" y="9061"/>
                    </a:lnTo>
                    <a:lnTo>
                      <a:pt x="5262" y="76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23" name="Surface mesh patch"/>
              <p:cNvSpPr/>
              <p:nvPr/>
            </p:nvSpPr>
            <p:spPr>
              <a:xfrm>
                <a:off x="17455377" y="1477107"/>
                <a:ext cx="50120" cy="573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17">
                    <a:moveTo>
                      <a:pt x="0" y="1208"/>
                    </a:moveTo>
                    <a:lnTo>
                      <a:pt x="2875" y="6017"/>
                    </a:lnTo>
                    <a:lnTo>
                      <a:pt x="5262" y="46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24" name="Surface mesh patch"/>
              <p:cNvSpPr/>
              <p:nvPr/>
            </p:nvSpPr>
            <p:spPr>
              <a:xfrm>
                <a:off x="17505496" y="1509205"/>
                <a:ext cx="50120" cy="369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83">
                    <a:moveTo>
                      <a:pt x="0" y="1297"/>
                    </a:moveTo>
                    <a:lnTo>
                      <a:pt x="2875" y="3883"/>
                    </a:lnTo>
                    <a:lnTo>
                      <a:pt x="5262" y="240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25" name="Surface mesh patch"/>
              <p:cNvSpPr/>
              <p:nvPr/>
            </p:nvSpPr>
            <p:spPr>
              <a:xfrm>
                <a:off x="17555616" y="1517980"/>
                <a:ext cx="50120" cy="248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0">
                    <a:moveTo>
                      <a:pt x="0" y="1480"/>
                    </a:moveTo>
                    <a:lnTo>
                      <a:pt x="2875" y="2610"/>
                    </a:lnTo>
                    <a:lnTo>
                      <a:pt x="5262" y="99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26" name="Surface mesh patch"/>
              <p:cNvSpPr/>
              <p:nvPr/>
            </p:nvSpPr>
            <p:spPr>
              <a:xfrm>
                <a:off x="17605736" y="1512068"/>
                <a:ext cx="50120" cy="18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1">
                    <a:moveTo>
                      <a:pt x="0" y="1617"/>
                    </a:moveTo>
                    <a:lnTo>
                      <a:pt x="2875" y="1981"/>
                    </a:lnTo>
                    <a:lnTo>
                      <a:pt x="5262" y="3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27" name="Surface mesh patch"/>
              <p:cNvSpPr/>
              <p:nvPr/>
            </p:nvSpPr>
            <p:spPr>
              <a:xfrm>
                <a:off x="17655855" y="1499357"/>
                <a:ext cx="50120" cy="16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7">
                    <a:moveTo>
                      <a:pt x="0" y="1650"/>
                    </a:moveTo>
                    <a:lnTo>
                      <a:pt x="2875" y="1767"/>
                    </a:lnTo>
                    <a:lnTo>
                      <a:pt x="5262" y="1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28" name="Surface mesh patch"/>
              <p:cNvSpPr/>
              <p:nvPr/>
            </p:nvSpPr>
            <p:spPr>
              <a:xfrm>
                <a:off x="17705975" y="1485849"/>
                <a:ext cx="50120" cy="171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98">
                    <a:moveTo>
                      <a:pt x="0" y="1571"/>
                    </a:moveTo>
                    <a:lnTo>
                      <a:pt x="2875" y="1798"/>
                    </a:lnTo>
                    <a:lnTo>
                      <a:pt x="5262" y="3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29" name="Surface mesh patch"/>
              <p:cNvSpPr/>
              <p:nvPr/>
            </p:nvSpPr>
            <p:spPr>
              <a:xfrm>
                <a:off x="17756095" y="1475600"/>
                <a:ext cx="50120" cy="18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0">
                    <a:moveTo>
                      <a:pt x="0" y="1404"/>
                    </a:moveTo>
                    <a:lnTo>
                      <a:pt x="2875" y="1960"/>
                    </a:lnTo>
                    <a:lnTo>
                      <a:pt x="5262" y="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30" name="Surface mesh patch"/>
              <p:cNvSpPr/>
              <p:nvPr/>
            </p:nvSpPr>
            <p:spPr>
              <a:xfrm>
                <a:off x="17806214" y="1470954"/>
                <a:ext cx="50120" cy="207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9">
                    <a:moveTo>
                      <a:pt x="0" y="1186"/>
                    </a:moveTo>
                    <a:lnTo>
                      <a:pt x="2875" y="2179"/>
                    </a:lnTo>
                    <a:lnTo>
                      <a:pt x="5262" y="11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31" name="Surface mesh patch"/>
              <p:cNvSpPr/>
              <p:nvPr/>
            </p:nvSpPr>
            <p:spPr>
              <a:xfrm>
                <a:off x="16079414" y="1610106"/>
                <a:ext cx="50120" cy="106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22">
                    <a:moveTo>
                      <a:pt x="0" y="999"/>
                    </a:moveTo>
                    <a:lnTo>
                      <a:pt x="2875" y="1122"/>
                    </a:lnTo>
                    <a:lnTo>
                      <a:pt x="5262" y="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32" name="Surface mesh patch"/>
              <p:cNvSpPr/>
              <p:nvPr/>
            </p:nvSpPr>
            <p:spPr>
              <a:xfrm>
                <a:off x="16129534" y="1601267"/>
                <a:ext cx="50120" cy="9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8">
                    <a:moveTo>
                      <a:pt x="0" y="998"/>
                    </a:moveTo>
                    <a:lnTo>
                      <a:pt x="2875" y="904"/>
                    </a:lnTo>
                    <a:lnTo>
                      <a:pt x="5262" y="0"/>
                    </a:lnTo>
                    <a:lnTo>
                      <a:pt x="2387" y="102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33" name="Surface mesh patch"/>
              <p:cNvSpPr/>
              <p:nvPr/>
            </p:nvSpPr>
            <p:spPr>
              <a:xfrm>
                <a:off x="16179654" y="1593715"/>
                <a:ext cx="50120" cy="75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3">
                    <a:moveTo>
                      <a:pt x="0" y="793"/>
                    </a:moveTo>
                    <a:lnTo>
                      <a:pt x="2875" y="657"/>
                    </a:lnTo>
                    <a:lnTo>
                      <a:pt x="5262" y="0"/>
                    </a:lnTo>
                    <a:lnTo>
                      <a:pt x="2387" y="99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34" name="Surface mesh patch"/>
              <p:cNvSpPr/>
              <p:nvPr/>
            </p:nvSpPr>
            <p:spPr>
              <a:xfrm>
                <a:off x="16229773" y="1589795"/>
                <a:ext cx="50120" cy="42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2">
                    <a:moveTo>
                      <a:pt x="0" y="412"/>
                    </a:moveTo>
                    <a:lnTo>
                      <a:pt x="2875" y="442"/>
                    </a:lnTo>
                    <a:lnTo>
                      <a:pt x="5262" y="1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35" name="Surface mesh patch"/>
              <p:cNvSpPr/>
              <p:nvPr/>
            </p:nvSpPr>
            <p:spPr>
              <a:xfrm>
                <a:off x="16279893" y="1590059"/>
                <a:ext cx="50120" cy="52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3">
                    <a:moveTo>
                      <a:pt x="0" y="83"/>
                    </a:moveTo>
                    <a:lnTo>
                      <a:pt x="2875" y="512"/>
                    </a:lnTo>
                    <a:lnTo>
                      <a:pt x="5262" y="5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36" name="Surface mesh patch"/>
              <p:cNvSpPr/>
              <p:nvPr/>
            </p:nvSpPr>
            <p:spPr>
              <a:xfrm>
                <a:off x="16330013" y="1595325"/>
                <a:ext cx="50120" cy="14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5">
                    <a:moveTo>
                      <a:pt x="0" y="0"/>
                    </a:moveTo>
                    <a:lnTo>
                      <a:pt x="2875" y="1070"/>
                    </a:lnTo>
                    <a:lnTo>
                      <a:pt x="5262" y="1475"/>
                    </a:lnTo>
                    <a:lnTo>
                      <a:pt x="2387" y="243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37" name="Surface mesh patch"/>
              <p:cNvSpPr/>
              <p:nvPr/>
            </p:nvSpPr>
            <p:spPr>
              <a:xfrm>
                <a:off x="16380132" y="1609376"/>
                <a:ext cx="50120" cy="24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17">
                    <a:moveTo>
                      <a:pt x="0" y="0"/>
                    </a:moveTo>
                    <a:lnTo>
                      <a:pt x="2875" y="1933"/>
                    </a:lnTo>
                    <a:lnTo>
                      <a:pt x="5262" y="2617"/>
                    </a:lnTo>
                    <a:lnTo>
                      <a:pt x="2387" y="501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38" name="Surface mesh patch"/>
              <p:cNvSpPr/>
              <p:nvPr/>
            </p:nvSpPr>
            <p:spPr>
              <a:xfrm>
                <a:off x="16430252" y="1634301"/>
                <a:ext cx="50120" cy="353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1">
                    <a:moveTo>
                      <a:pt x="0" y="0"/>
                    </a:moveTo>
                    <a:lnTo>
                      <a:pt x="2875" y="2946"/>
                    </a:lnTo>
                    <a:lnTo>
                      <a:pt x="5262" y="3711"/>
                    </a:lnTo>
                    <a:lnTo>
                      <a:pt x="2387" y="602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39" name="Surface mesh patch"/>
              <p:cNvSpPr/>
              <p:nvPr/>
            </p:nvSpPr>
            <p:spPr>
              <a:xfrm>
                <a:off x="16480372" y="1669645"/>
                <a:ext cx="50120" cy="42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3">
                    <a:moveTo>
                      <a:pt x="0" y="0"/>
                    </a:moveTo>
                    <a:lnTo>
                      <a:pt x="2875" y="3976"/>
                    </a:lnTo>
                    <a:lnTo>
                      <a:pt x="5262" y="4493"/>
                    </a:lnTo>
                    <a:lnTo>
                      <a:pt x="2387" y="440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40" name="Surface mesh patch"/>
              <p:cNvSpPr/>
              <p:nvPr/>
            </p:nvSpPr>
            <p:spPr>
              <a:xfrm>
                <a:off x="16530491" y="1711668"/>
                <a:ext cx="50120" cy="46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16">
                    <a:moveTo>
                      <a:pt x="0" y="82"/>
                    </a:moveTo>
                    <a:lnTo>
                      <a:pt x="2875" y="4916"/>
                    </a:lnTo>
                    <a:lnTo>
                      <a:pt x="5262" y="47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41" name="Surface mesh patch"/>
              <p:cNvSpPr/>
              <p:nvPr/>
            </p:nvSpPr>
            <p:spPr>
              <a:xfrm>
                <a:off x="16580611" y="1747408"/>
                <a:ext cx="50120" cy="602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29">
                    <a:moveTo>
                      <a:pt x="0" y="1004"/>
                    </a:moveTo>
                    <a:lnTo>
                      <a:pt x="2875" y="6329"/>
                    </a:lnTo>
                    <a:lnTo>
                      <a:pt x="5262" y="50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4a2fd"/>
              </a:solidFill>
              <a:ln w="3334" cap="flat" cmpd="sng" algn="ctr">
                <a:solidFill>
                  <a:srgbClr val="84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42" name="Surface mesh patch"/>
              <p:cNvSpPr/>
              <p:nvPr/>
            </p:nvSpPr>
            <p:spPr>
              <a:xfrm>
                <a:off x="16630731" y="1773716"/>
                <a:ext cx="50120" cy="721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73">
                    <a:moveTo>
                      <a:pt x="0" y="2275"/>
                    </a:moveTo>
                    <a:lnTo>
                      <a:pt x="2875" y="7573"/>
                    </a:lnTo>
                    <a:lnTo>
                      <a:pt x="5262" y="47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997fb"/>
              </a:solidFill>
              <a:ln w="3334" cap="flat" cmpd="sng" algn="ctr">
                <a:solidFill>
                  <a:srgbClr val="7997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43" name="Surface mesh patch"/>
              <p:cNvSpPr/>
              <p:nvPr/>
            </p:nvSpPr>
            <p:spPr>
              <a:xfrm>
                <a:off x="16680850" y="1783738"/>
                <a:ext cx="50120" cy="803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40">
                    <a:moveTo>
                      <a:pt x="0" y="3737"/>
                    </a:moveTo>
                    <a:lnTo>
                      <a:pt x="2875" y="8440"/>
                    </a:lnTo>
                    <a:lnTo>
                      <a:pt x="5262" y="4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44" name="Surface mesh patch"/>
              <p:cNvSpPr/>
              <p:nvPr/>
            </p:nvSpPr>
            <p:spPr>
              <a:xfrm>
                <a:off x="16730970" y="1772676"/>
                <a:ext cx="50120" cy="836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81">
                    <a:moveTo>
                      <a:pt x="0" y="5172"/>
                    </a:moveTo>
                    <a:lnTo>
                      <a:pt x="2875" y="8781"/>
                    </a:lnTo>
                    <a:lnTo>
                      <a:pt x="5262" y="28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793fa"/>
              </a:solidFill>
              <a:ln w="3334" cap="flat" cmpd="sng" algn="ctr">
                <a:solidFill>
                  <a:srgbClr val="779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45" name="Surface mesh patch"/>
              <p:cNvSpPr/>
              <p:nvPr/>
            </p:nvSpPr>
            <p:spPr>
              <a:xfrm>
                <a:off x="16781089" y="1738449"/>
                <a:ext cx="50120" cy="817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9">
                    <a:moveTo>
                      <a:pt x="0" y="6396"/>
                    </a:moveTo>
                    <a:lnTo>
                      <a:pt x="2875" y="8579"/>
                    </a:lnTo>
                    <a:lnTo>
                      <a:pt x="5262" y="13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46" name="Surface mesh patch"/>
              <p:cNvSpPr/>
              <p:nvPr/>
            </p:nvSpPr>
            <p:spPr>
              <a:xfrm>
                <a:off x="16831209" y="1679340"/>
                <a:ext cx="50120" cy="780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95">
                    <a:moveTo>
                      <a:pt x="0" y="7535"/>
                    </a:moveTo>
                    <a:lnTo>
                      <a:pt x="2875" y="8195"/>
                    </a:lnTo>
                    <a:lnTo>
                      <a:pt x="5262" y="0"/>
                    </a:lnTo>
                    <a:lnTo>
                      <a:pt x="2387" y="194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47" name="Surface mesh patch"/>
              <p:cNvSpPr/>
              <p:nvPr/>
            </p:nvSpPr>
            <p:spPr>
              <a:xfrm>
                <a:off x="16881329" y="1588189"/>
                <a:ext cx="50120" cy="91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70">
                    <a:moveTo>
                      <a:pt x="0" y="9570"/>
                    </a:moveTo>
                    <a:lnTo>
                      <a:pt x="2875" y="8897"/>
                    </a:lnTo>
                    <a:lnTo>
                      <a:pt x="5262" y="0"/>
                    </a:lnTo>
                    <a:lnTo>
                      <a:pt x="2387" y="1482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48" name="Surface mesh patch"/>
              <p:cNvSpPr/>
              <p:nvPr/>
            </p:nvSpPr>
            <p:spPr>
              <a:xfrm>
                <a:off x="16931448" y="1484274"/>
                <a:ext cx="50120" cy="1039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10">
                    <a:moveTo>
                      <a:pt x="0" y="10910"/>
                    </a:moveTo>
                    <a:lnTo>
                      <a:pt x="2875" y="9454"/>
                    </a:lnTo>
                    <a:lnTo>
                      <a:pt x="5262" y="0"/>
                    </a:lnTo>
                    <a:lnTo>
                      <a:pt x="2387" y="2131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49" name="Surface mesh patch"/>
              <p:cNvSpPr/>
              <p:nvPr/>
            </p:nvSpPr>
            <p:spPr>
              <a:xfrm>
                <a:off x="16981568" y="1378225"/>
                <a:ext cx="50120" cy="106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34">
                    <a:moveTo>
                      <a:pt x="0" y="11134"/>
                    </a:moveTo>
                    <a:lnTo>
                      <a:pt x="2875" y="9852"/>
                    </a:lnTo>
                    <a:lnTo>
                      <a:pt x="5262" y="0"/>
                    </a:lnTo>
                    <a:lnTo>
                      <a:pt x="2387" y="1657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50" name="Surface mesh patch"/>
              <p:cNvSpPr/>
              <p:nvPr/>
            </p:nvSpPr>
            <p:spPr>
              <a:xfrm>
                <a:off x="17031688" y="1282529"/>
                <a:ext cx="50120" cy="97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208">
                    <a:moveTo>
                      <a:pt x="0" y="10047"/>
                    </a:moveTo>
                    <a:lnTo>
                      <a:pt x="2875" y="10208"/>
                    </a:lnTo>
                    <a:lnTo>
                      <a:pt x="5262" y="2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9d2b8"/>
              </a:solidFill>
              <a:ln w="3334" cap="flat" cmpd="sng" algn="ctr">
                <a:solidFill>
                  <a:srgbClr val="f9d2b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51" name="Surface mesh patch"/>
              <p:cNvSpPr/>
              <p:nvPr/>
            </p:nvSpPr>
            <p:spPr>
              <a:xfrm>
                <a:off x="17081807" y="1188410"/>
                <a:ext cx="50120" cy="124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025">
                    <a:moveTo>
                      <a:pt x="0" y="10176"/>
                    </a:moveTo>
                    <a:lnTo>
                      <a:pt x="2875" y="13025"/>
                    </a:lnTo>
                    <a:lnTo>
                      <a:pt x="5262" y="362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0a4"/>
              </a:solidFill>
              <a:ln w="3334" cap="flat" cmpd="sng" algn="ctr">
                <a:solidFill>
                  <a:srgbClr val="fbc0a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52" name="Surface mesh patch"/>
              <p:cNvSpPr/>
              <p:nvPr/>
            </p:nvSpPr>
            <p:spPr>
              <a:xfrm>
                <a:off x="17131927" y="1131797"/>
                <a:ext cx="50120" cy="1505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804">
                    <a:moveTo>
                      <a:pt x="0" y="9568"/>
                    </a:moveTo>
                    <a:lnTo>
                      <a:pt x="2875" y="15804"/>
                    </a:lnTo>
                    <a:lnTo>
                      <a:pt x="5262" y="75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69a"/>
              </a:solidFill>
              <a:ln w="3334" cap="flat" cmpd="sng" algn="ctr">
                <a:solidFill>
                  <a:srgbClr val="fbb69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53" name="Surface mesh patch"/>
              <p:cNvSpPr/>
              <p:nvPr/>
            </p:nvSpPr>
            <p:spPr>
              <a:xfrm>
                <a:off x="17182047" y="1126330"/>
                <a:ext cx="50120" cy="1668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20">
                    <a:moveTo>
                      <a:pt x="0" y="8165"/>
                    </a:moveTo>
                    <a:lnTo>
                      <a:pt x="2875" y="17520"/>
                    </a:lnTo>
                    <a:lnTo>
                      <a:pt x="5262" y="110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b89b"/>
              </a:solidFill>
              <a:ln w="3334" cap="flat" cmpd="sng" algn="ctr">
                <a:solidFill>
                  <a:srgbClr val="fbb89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54" name="Surface mesh patch"/>
              <p:cNvSpPr/>
              <p:nvPr/>
            </p:nvSpPr>
            <p:spPr>
              <a:xfrm>
                <a:off x="17232166" y="1171735"/>
                <a:ext cx="50120" cy="166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63">
                    <a:moveTo>
                      <a:pt x="0" y="6242"/>
                    </a:moveTo>
                    <a:lnTo>
                      <a:pt x="2875" y="17463"/>
                    </a:lnTo>
                    <a:lnTo>
                      <a:pt x="5262" y="127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3a6"/>
              </a:solidFill>
              <a:ln w="3334" cap="flat" cmpd="sng" algn="ctr">
                <a:solidFill>
                  <a:srgbClr val="fbc3a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55" name="Surface mesh patch"/>
              <p:cNvSpPr/>
              <p:nvPr/>
            </p:nvSpPr>
            <p:spPr>
              <a:xfrm>
                <a:off x="17282286" y="1252807"/>
                <a:ext cx="50120" cy="148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595">
                    <a:moveTo>
                      <a:pt x="0" y="4281"/>
                    </a:moveTo>
                    <a:lnTo>
                      <a:pt x="2875" y="15595"/>
                    </a:lnTo>
                    <a:lnTo>
                      <a:pt x="5262" y="124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56" name="Surface mesh patch"/>
              <p:cNvSpPr/>
              <p:nvPr/>
            </p:nvSpPr>
            <p:spPr>
              <a:xfrm>
                <a:off x="17332406" y="1345947"/>
                <a:ext cx="50120" cy="1193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27">
                    <a:moveTo>
                      <a:pt x="0" y="2719"/>
                    </a:moveTo>
                    <a:lnTo>
                      <a:pt x="2875" y="12527"/>
                    </a:lnTo>
                    <a:lnTo>
                      <a:pt x="5262" y="104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dcda"/>
              </a:solidFill>
              <a:ln w="3334" cap="flat" cmpd="sng" algn="ctr">
                <a:solidFill>
                  <a:srgbClr val="e7dcd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57" name="Surface mesh patch"/>
              <p:cNvSpPr/>
              <p:nvPr/>
            </p:nvSpPr>
            <p:spPr>
              <a:xfrm>
                <a:off x="17382525" y="1429021"/>
                <a:ext cx="50120" cy="871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52">
                    <a:moveTo>
                      <a:pt x="0" y="1765"/>
                    </a:moveTo>
                    <a:lnTo>
                      <a:pt x="2875" y="9152"/>
                    </a:lnTo>
                    <a:lnTo>
                      <a:pt x="5262" y="76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7e1f2"/>
              </a:solidFill>
              <a:ln w="3334" cap="flat" cmpd="sng" algn="ctr">
                <a:solidFill>
                  <a:srgbClr val="d7e1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58" name="Surface mesh patch"/>
              <p:cNvSpPr/>
              <p:nvPr/>
            </p:nvSpPr>
            <p:spPr>
              <a:xfrm>
                <a:off x="17432645" y="1488609"/>
                <a:ext cx="50120" cy="591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0">
                    <a:moveTo>
                      <a:pt x="0" y="1374"/>
                    </a:moveTo>
                    <a:lnTo>
                      <a:pt x="2875" y="6210"/>
                    </a:lnTo>
                    <a:lnTo>
                      <a:pt x="5262" y="48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59" name="Surface mesh patch"/>
              <p:cNvSpPr/>
              <p:nvPr/>
            </p:nvSpPr>
            <p:spPr>
              <a:xfrm>
                <a:off x="17482764" y="1521563"/>
                <a:ext cx="50120" cy="387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6">
                    <a:moveTo>
                      <a:pt x="0" y="1350"/>
                    </a:moveTo>
                    <a:lnTo>
                      <a:pt x="2875" y="4066"/>
                    </a:lnTo>
                    <a:lnTo>
                      <a:pt x="5262" y="25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60" name="Surface mesh patch"/>
              <p:cNvSpPr/>
              <p:nvPr/>
            </p:nvSpPr>
            <p:spPr>
              <a:xfrm>
                <a:off x="17532884" y="1532079"/>
                <a:ext cx="50120" cy="260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4">
                    <a:moveTo>
                      <a:pt x="0" y="1482"/>
                    </a:moveTo>
                    <a:lnTo>
                      <a:pt x="2875" y="2734"/>
                    </a:lnTo>
                    <a:lnTo>
                      <a:pt x="5262" y="11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61" name="Surface mesh patch"/>
              <p:cNvSpPr/>
              <p:nvPr/>
            </p:nvSpPr>
            <p:spPr>
              <a:xfrm>
                <a:off x="17583004" y="1527471"/>
                <a:ext cx="50120" cy="194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7">
                    <a:moveTo>
                      <a:pt x="0" y="1614"/>
                    </a:moveTo>
                    <a:lnTo>
                      <a:pt x="2875" y="2037"/>
                    </a:lnTo>
                    <a:lnTo>
                      <a:pt x="5262" y="3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62" name="Surface mesh patch"/>
              <p:cNvSpPr/>
              <p:nvPr/>
            </p:nvSpPr>
            <p:spPr>
              <a:xfrm>
                <a:off x="17633123" y="1515069"/>
                <a:ext cx="50120" cy="168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6">
                    <a:moveTo>
                      <a:pt x="0" y="1666"/>
                    </a:moveTo>
                    <a:lnTo>
                      <a:pt x="2875" y="1766"/>
                    </a:lnTo>
                    <a:lnTo>
                      <a:pt x="5262" y="1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63" name="Surface mesh patch"/>
              <p:cNvSpPr/>
              <p:nvPr/>
            </p:nvSpPr>
            <p:spPr>
              <a:xfrm>
                <a:off x="17683243" y="1500814"/>
                <a:ext cx="50120" cy="167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5">
                    <a:moveTo>
                      <a:pt x="0" y="1614"/>
                    </a:moveTo>
                    <a:lnTo>
                      <a:pt x="2875" y="1755"/>
                    </a:lnTo>
                    <a:lnTo>
                      <a:pt x="5262" y="2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64" name="Surface mesh patch"/>
              <p:cNvSpPr/>
              <p:nvPr/>
            </p:nvSpPr>
            <p:spPr>
              <a:xfrm>
                <a:off x="17733363" y="1488976"/>
                <a:ext cx="50120" cy="18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2">
                    <a:moveTo>
                      <a:pt x="0" y="1469"/>
                    </a:moveTo>
                    <a:lnTo>
                      <a:pt x="2875" y="1892"/>
                    </a:lnTo>
                    <a:lnTo>
                      <a:pt x="5262" y="5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65" name="Surface mesh patch"/>
              <p:cNvSpPr/>
              <p:nvPr/>
            </p:nvSpPr>
            <p:spPr>
              <a:xfrm>
                <a:off x="17783482" y="1482248"/>
                <a:ext cx="50120" cy="200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2">
                    <a:moveTo>
                      <a:pt x="0" y="1262"/>
                    </a:moveTo>
                    <a:lnTo>
                      <a:pt x="2875" y="2102"/>
                    </a:lnTo>
                    <a:lnTo>
                      <a:pt x="5262" y="9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66" name="Surface mesh patch"/>
              <p:cNvSpPr/>
              <p:nvPr/>
            </p:nvSpPr>
            <p:spPr>
              <a:xfrm>
                <a:off x="16106802" y="1609878"/>
                <a:ext cx="50120" cy="109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46">
                    <a:moveTo>
                      <a:pt x="0" y="1146"/>
                    </a:moveTo>
                    <a:lnTo>
                      <a:pt x="2875" y="1083"/>
                    </a:lnTo>
                    <a:lnTo>
                      <a:pt x="5262" y="0"/>
                    </a:lnTo>
                    <a:lnTo>
                      <a:pt x="2387" y="94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67" name="Surface mesh patch"/>
              <p:cNvSpPr/>
              <p:nvPr/>
            </p:nvSpPr>
            <p:spPr>
              <a:xfrm>
                <a:off x="16156922" y="1599976"/>
                <a:ext cx="50120" cy="9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0">
                    <a:moveTo>
                      <a:pt x="0" y="1040"/>
                    </a:moveTo>
                    <a:lnTo>
                      <a:pt x="2875" y="886"/>
                    </a:lnTo>
                    <a:lnTo>
                      <a:pt x="5262" y="0"/>
                    </a:lnTo>
                    <a:lnTo>
                      <a:pt x="2387" y="136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68" name="Surface mesh patch"/>
              <p:cNvSpPr/>
              <p:nvPr/>
            </p:nvSpPr>
            <p:spPr>
              <a:xfrm>
                <a:off x="16207042" y="1593715"/>
                <a:ext cx="50120" cy="62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7">
                    <a:moveTo>
                      <a:pt x="0" y="657"/>
                    </a:moveTo>
                    <a:lnTo>
                      <a:pt x="2875" y="618"/>
                    </a:lnTo>
                    <a:lnTo>
                      <a:pt x="5262" y="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69" name="Surface mesh patch"/>
              <p:cNvSpPr/>
              <p:nvPr/>
            </p:nvSpPr>
            <p:spPr>
              <a:xfrm>
                <a:off x="16257161" y="1590853"/>
                <a:ext cx="50120" cy="60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5">
                    <a:moveTo>
                      <a:pt x="0" y="331"/>
                    </a:moveTo>
                    <a:lnTo>
                      <a:pt x="2875" y="635"/>
                    </a:lnTo>
                    <a:lnTo>
                      <a:pt x="5262" y="4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70" name="Surface mesh patch"/>
              <p:cNvSpPr/>
              <p:nvPr/>
            </p:nvSpPr>
            <p:spPr>
              <a:xfrm>
                <a:off x="16307281" y="1594939"/>
                <a:ext cx="50120" cy="105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10">
                    <a:moveTo>
                      <a:pt x="0" y="0"/>
                    </a:moveTo>
                    <a:lnTo>
                      <a:pt x="2875" y="888"/>
                    </a:lnTo>
                    <a:lnTo>
                      <a:pt x="5262" y="1110"/>
                    </a:lnTo>
                    <a:lnTo>
                      <a:pt x="2387" y="4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71" name="Surface mesh patch"/>
              <p:cNvSpPr/>
              <p:nvPr/>
            </p:nvSpPr>
            <p:spPr>
              <a:xfrm>
                <a:off x="16357400" y="1605514"/>
                <a:ext cx="50120" cy="22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38">
                    <a:moveTo>
                      <a:pt x="0" y="0"/>
                    </a:moveTo>
                    <a:lnTo>
                      <a:pt x="2875" y="1702"/>
                    </a:lnTo>
                    <a:lnTo>
                      <a:pt x="5262" y="2338"/>
                    </a:lnTo>
                    <a:lnTo>
                      <a:pt x="2387" y="406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72" name="Surface mesh patch"/>
              <p:cNvSpPr/>
              <p:nvPr/>
            </p:nvSpPr>
            <p:spPr>
              <a:xfrm>
                <a:off x="16407520" y="1627785"/>
                <a:ext cx="50120" cy="345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0">
                    <a:moveTo>
                      <a:pt x="0" y="0"/>
                    </a:moveTo>
                    <a:lnTo>
                      <a:pt x="2875" y="2696"/>
                    </a:lnTo>
                    <a:lnTo>
                      <a:pt x="5262" y="3630"/>
                    </a:lnTo>
                    <a:lnTo>
                      <a:pt x="2387" y="684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73" name="Surface mesh patch"/>
              <p:cNvSpPr/>
              <p:nvPr/>
            </p:nvSpPr>
            <p:spPr>
              <a:xfrm>
                <a:off x="16457640" y="1662365"/>
                <a:ext cx="50120" cy="451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40">
                    <a:moveTo>
                      <a:pt x="0" y="0"/>
                    </a:moveTo>
                    <a:lnTo>
                      <a:pt x="2875" y="3761"/>
                    </a:lnTo>
                    <a:lnTo>
                      <a:pt x="5262" y="4740"/>
                    </a:lnTo>
                    <a:lnTo>
                      <a:pt x="2387" y="764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74" name="Surface mesh patch"/>
              <p:cNvSpPr/>
              <p:nvPr/>
            </p:nvSpPr>
            <p:spPr>
              <a:xfrm>
                <a:off x="16507759" y="1707512"/>
                <a:ext cx="50120" cy="50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52">
                    <a:moveTo>
                      <a:pt x="0" y="0"/>
                    </a:moveTo>
                    <a:lnTo>
                      <a:pt x="2875" y="4730"/>
                    </a:lnTo>
                    <a:lnTo>
                      <a:pt x="5262" y="5352"/>
                    </a:lnTo>
                    <a:lnTo>
                      <a:pt x="2387" y="518"/>
                    </a:lnTo>
                    <a:close/>
                  </a:path>
                </a:pathLst>
              </a:custGeom>
              <a:solidFill>
                <a:srgbClr val="94b2fd"/>
              </a:solidFill>
              <a:ln w="3334" cap="flat" cmpd="sng" algn="ctr">
                <a:solidFill>
                  <a:srgbClr val="94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75" name="Surface mesh patch"/>
              <p:cNvSpPr/>
              <p:nvPr/>
            </p:nvSpPr>
            <p:spPr>
              <a:xfrm>
                <a:off x="16557879" y="1756973"/>
                <a:ext cx="50120" cy="530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65">
                    <a:moveTo>
                      <a:pt x="0" y="159"/>
                    </a:moveTo>
                    <a:lnTo>
                      <a:pt x="2875" y="5565"/>
                    </a:lnTo>
                    <a:lnTo>
                      <a:pt x="5262" y="5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6a3fd"/>
              </a:solidFill>
              <a:ln w="3334" cap="flat" cmpd="sng" algn="ctr">
                <a:solidFill>
                  <a:srgbClr val="86a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76" name="Surface mesh patch"/>
              <p:cNvSpPr/>
              <p:nvPr/>
            </p:nvSpPr>
            <p:spPr>
              <a:xfrm>
                <a:off x="16607999" y="1795387"/>
                <a:ext cx="50120" cy="657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99">
                    <a:moveTo>
                      <a:pt x="0" y="1292"/>
                    </a:moveTo>
                    <a:lnTo>
                      <a:pt x="2875" y="6899"/>
                    </a:lnTo>
                    <a:lnTo>
                      <a:pt x="5262" y="52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693f9"/>
              </a:solidFill>
              <a:ln w="3334" cap="flat" cmpd="sng" algn="ctr">
                <a:solidFill>
                  <a:srgbClr val="7693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77" name="Surface mesh patch"/>
              <p:cNvSpPr/>
              <p:nvPr/>
            </p:nvSpPr>
            <p:spPr>
              <a:xfrm>
                <a:off x="16658118" y="1819330"/>
                <a:ext cx="50120" cy="763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16">
                    <a:moveTo>
                      <a:pt x="0" y="2784"/>
                    </a:moveTo>
                    <a:lnTo>
                      <a:pt x="2875" y="8016"/>
                    </a:lnTo>
                    <a:lnTo>
                      <a:pt x="5262" y="47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a85f5"/>
              </a:solidFill>
              <a:ln w="3334" cap="flat" cmpd="sng" algn="ctr">
                <a:solidFill>
                  <a:srgbClr val="6a85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78" name="Surface mesh patch"/>
              <p:cNvSpPr/>
              <p:nvPr/>
            </p:nvSpPr>
            <p:spPr>
              <a:xfrm>
                <a:off x="16708238" y="1821941"/>
                <a:ext cx="50120" cy="831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29">
                    <a:moveTo>
                      <a:pt x="0" y="4429"/>
                    </a:moveTo>
                    <a:lnTo>
                      <a:pt x="2875" y="8729"/>
                    </a:lnTo>
                    <a:lnTo>
                      <a:pt x="5262" y="36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782f4"/>
              </a:solidFill>
              <a:ln w="3334" cap="flat" cmpd="sng" algn="ctr">
                <a:solidFill>
                  <a:srgbClr val="6782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79" name="Surface mesh patch"/>
              <p:cNvSpPr/>
              <p:nvPr/>
            </p:nvSpPr>
            <p:spPr>
              <a:xfrm>
                <a:off x="16758358" y="1799369"/>
                <a:ext cx="50120" cy="850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33">
                    <a:moveTo>
                      <a:pt x="0" y="5979"/>
                    </a:moveTo>
                    <a:lnTo>
                      <a:pt x="2875" y="8933"/>
                    </a:lnTo>
                    <a:lnTo>
                      <a:pt x="5262" y="21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f8bf7"/>
              </a:solidFill>
              <a:ln w="3334" cap="flat" cmpd="sng" algn="ctr">
                <a:solidFill>
                  <a:srgbClr val="6f8b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0" name="Surface mesh patch"/>
              <p:cNvSpPr/>
              <p:nvPr/>
            </p:nvSpPr>
            <p:spPr>
              <a:xfrm>
                <a:off x="16808477" y="1751115"/>
                <a:ext cx="50120" cy="826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82">
                    <a:moveTo>
                      <a:pt x="0" y="7249"/>
                    </a:moveTo>
                    <a:lnTo>
                      <a:pt x="2875" y="8682"/>
                    </a:lnTo>
                    <a:lnTo>
                      <a:pt x="5262" y="6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1" name="Surface mesh patch"/>
              <p:cNvSpPr/>
              <p:nvPr/>
            </p:nvSpPr>
            <p:spPr>
              <a:xfrm>
                <a:off x="16858597" y="1672929"/>
                <a:ext cx="50120" cy="847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902">
                    <a:moveTo>
                      <a:pt x="0" y="8868"/>
                    </a:moveTo>
                    <a:lnTo>
                      <a:pt x="2875" y="8902"/>
                    </a:lnTo>
                    <a:lnTo>
                      <a:pt x="5262" y="0"/>
                    </a:lnTo>
                    <a:lnTo>
                      <a:pt x="2387" y="673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2" name="Surface mesh patch"/>
              <p:cNvSpPr/>
              <p:nvPr/>
            </p:nvSpPr>
            <p:spPr>
              <a:xfrm>
                <a:off x="16908717" y="1574326"/>
                <a:ext cx="50120" cy="986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52">
                    <a:moveTo>
                      <a:pt x="0" y="10352"/>
                    </a:moveTo>
                    <a:lnTo>
                      <a:pt x="2875" y="9455"/>
                    </a:lnTo>
                    <a:lnTo>
                      <a:pt x="5262" y="0"/>
                    </a:lnTo>
                    <a:lnTo>
                      <a:pt x="2387" y="1455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3" name="Surface mesh patch"/>
              <p:cNvSpPr/>
              <p:nvPr/>
            </p:nvSpPr>
            <p:spPr>
              <a:xfrm>
                <a:off x="16958836" y="1472066"/>
                <a:ext cx="50120" cy="1022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36">
                    <a:moveTo>
                      <a:pt x="0" y="10736"/>
                    </a:moveTo>
                    <a:lnTo>
                      <a:pt x="2875" y="9731"/>
                    </a:lnTo>
                    <a:lnTo>
                      <a:pt x="5262" y="0"/>
                    </a:lnTo>
                    <a:lnTo>
                      <a:pt x="2387" y="1282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4" name="Surface mesh patch"/>
              <p:cNvSpPr/>
              <p:nvPr/>
            </p:nvSpPr>
            <p:spPr>
              <a:xfrm>
                <a:off x="17008956" y="1378225"/>
                <a:ext cx="50120" cy="93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52">
                    <a:moveTo>
                      <a:pt x="0" y="9852"/>
                    </a:moveTo>
                    <a:lnTo>
                      <a:pt x="2875" y="9839"/>
                    </a:lnTo>
                    <a:lnTo>
                      <a:pt x="5262" y="16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7dcd9"/>
              </a:solidFill>
              <a:ln w="3334" cap="flat" cmpd="sng" algn="ctr">
                <a:solidFill>
                  <a:srgbClr val="e7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5" name="Surface mesh patch"/>
              <p:cNvSpPr/>
              <p:nvPr/>
            </p:nvSpPr>
            <p:spPr>
              <a:xfrm>
                <a:off x="17059075" y="1285339"/>
                <a:ext cx="50120" cy="1144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11">
                    <a:moveTo>
                      <a:pt x="0" y="9913"/>
                    </a:moveTo>
                    <a:lnTo>
                      <a:pt x="2875" y="12011"/>
                    </a:lnTo>
                    <a:lnTo>
                      <a:pt x="5262" y="28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9"/>
              </a:solidFill>
              <a:ln w="3334" cap="flat" cmpd="sng" algn="ctr">
                <a:solidFill>
                  <a:srgbClr val="f8d3b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6" name="Surface mesh patch"/>
              <p:cNvSpPr/>
              <p:nvPr/>
            </p:nvSpPr>
            <p:spPr>
              <a:xfrm>
                <a:off x="17109195" y="1222929"/>
                <a:ext cx="50120" cy="136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34">
                    <a:moveTo>
                      <a:pt x="0" y="9401"/>
                    </a:moveTo>
                    <a:lnTo>
                      <a:pt x="2875" y="14334"/>
                    </a:lnTo>
                    <a:lnTo>
                      <a:pt x="5262" y="62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8ac"/>
              </a:solidFill>
              <a:ln w="3334" cap="flat" cmpd="sng" algn="ctr">
                <a:solidFill>
                  <a:srgbClr val="fbc8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7" name="Surface mesh patch"/>
              <p:cNvSpPr/>
              <p:nvPr/>
            </p:nvSpPr>
            <p:spPr>
              <a:xfrm>
                <a:off x="17159315" y="1204098"/>
                <a:ext cx="50120" cy="1517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929">
                    <a:moveTo>
                      <a:pt x="0" y="8214"/>
                    </a:moveTo>
                    <a:lnTo>
                      <a:pt x="2875" y="15929"/>
                    </a:lnTo>
                    <a:lnTo>
                      <a:pt x="5262" y="93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6a9"/>
              </a:solidFill>
              <a:ln w="3334" cap="flat" cmpd="sng" algn="ctr">
                <a:solidFill>
                  <a:srgbClr val="fbc6a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8" name="Surface mesh patch"/>
              <p:cNvSpPr/>
              <p:nvPr/>
            </p:nvSpPr>
            <p:spPr>
              <a:xfrm>
                <a:off x="17209434" y="1231193"/>
                <a:ext cx="50120" cy="1532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93">
                    <a:moveTo>
                      <a:pt x="0" y="6511"/>
                    </a:moveTo>
                    <a:lnTo>
                      <a:pt x="2875" y="16093"/>
                    </a:lnTo>
                    <a:lnTo>
                      <a:pt x="5262" y="112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bcdb0"/>
              </a:solidFill>
              <a:ln w="3334" cap="flat" cmpd="sng" algn="ctr">
                <a:solidFill>
                  <a:srgbClr val="fbcd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89" name="Surface mesh patch"/>
              <p:cNvSpPr/>
              <p:nvPr/>
            </p:nvSpPr>
            <p:spPr>
              <a:xfrm>
                <a:off x="17259554" y="1293582"/>
                <a:ext cx="50120" cy="1396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659">
                    <a:moveTo>
                      <a:pt x="0" y="4670"/>
                    </a:moveTo>
                    <a:lnTo>
                      <a:pt x="2875" y="14659"/>
                    </a:lnTo>
                    <a:lnTo>
                      <a:pt x="5262" y="113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2d6c5"/>
              </a:solidFill>
              <a:ln w="3334" cap="flat" cmpd="sng" algn="ctr">
                <a:solidFill>
                  <a:srgbClr val="f2d6c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0" name="Surface mesh patch"/>
              <p:cNvSpPr/>
              <p:nvPr/>
            </p:nvSpPr>
            <p:spPr>
              <a:xfrm>
                <a:off x="17309674" y="1371843"/>
                <a:ext cx="50120" cy="1148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53">
                    <a:moveTo>
                      <a:pt x="0" y="3097"/>
                    </a:moveTo>
                    <a:lnTo>
                      <a:pt x="2875" y="12053"/>
                    </a:lnTo>
                    <a:lnTo>
                      <a:pt x="5262" y="98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4dee0"/>
              </a:solidFill>
              <a:ln w="3334" cap="flat" cmpd="sng" algn="ctr">
                <a:solidFill>
                  <a:srgbClr val="e4de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1" name="Surface mesh patch"/>
              <p:cNvSpPr/>
              <p:nvPr/>
            </p:nvSpPr>
            <p:spPr>
              <a:xfrm>
                <a:off x="17359793" y="1445832"/>
                <a:ext cx="50120" cy="85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27">
                    <a:moveTo>
                      <a:pt x="0" y="2041"/>
                    </a:moveTo>
                    <a:lnTo>
                      <a:pt x="2875" y="9027"/>
                    </a:lnTo>
                    <a:lnTo>
                      <a:pt x="5262" y="73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6e0f3"/>
              </a:solidFill>
              <a:ln w="3334" cap="flat" cmpd="sng" algn="ctr">
                <a:solidFill>
                  <a:srgbClr val="d6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2" name="Surface mesh patch"/>
              <p:cNvSpPr/>
              <p:nvPr/>
            </p:nvSpPr>
            <p:spPr>
              <a:xfrm>
                <a:off x="17409913" y="1501692"/>
                <a:ext cx="50120" cy="597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6">
                    <a:moveTo>
                      <a:pt x="0" y="1522"/>
                    </a:moveTo>
                    <a:lnTo>
                      <a:pt x="2875" y="6276"/>
                    </a:lnTo>
                    <a:lnTo>
                      <a:pt x="5262" y="483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3" name="Surface mesh patch"/>
              <p:cNvSpPr/>
              <p:nvPr/>
            </p:nvSpPr>
            <p:spPr>
              <a:xfrm>
                <a:off x="17460033" y="1534423"/>
                <a:ext cx="50120" cy="399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0">
                    <a:moveTo>
                      <a:pt x="0" y="1400"/>
                    </a:moveTo>
                    <a:lnTo>
                      <a:pt x="2875" y="4190"/>
                    </a:lnTo>
                    <a:lnTo>
                      <a:pt x="5262" y="27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4" name="Surface mesh patch"/>
              <p:cNvSpPr/>
              <p:nvPr/>
            </p:nvSpPr>
            <p:spPr>
              <a:xfrm>
                <a:off x="17510152" y="1546192"/>
                <a:ext cx="50120" cy="27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9">
                    <a:moveTo>
                      <a:pt x="0" y="1481"/>
                    </a:moveTo>
                    <a:lnTo>
                      <a:pt x="2875" y="2839"/>
                    </a:lnTo>
                    <a:lnTo>
                      <a:pt x="5262" y="12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5" name="Surface mesh patch"/>
              <p:cNvSpPr/>
              <p:nvPr/>
            </p:nvSpPr>
            <p:spPr>
              <a:xfrm>
                <a:off x="17560272" y="1542842"/>
                <a:ext cx="50120" cy="199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4">
                    <a:moveTo>
                      <a:pt x="0" y="1604"/>
                    </a:moveTo>
                    <a:lnTo>
                      <a:pt x="2875" y="2094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6" name="Surface mesh patch"/>
              <p:cNvSpPr/>
              <p:nvPr/>
            </p:nvSpPr>
            <p:spPr>
              <a:xfrm>
                <a:off x="17610392" y="1530936"/>
                <a:ext cx="50120" cy="168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3">
                    <a:moveTo>
                      <a:pt x="0" y="1673"/>
                    </a:moveTo>
                    <a:lnTo>
                      <a:pt x="2875" y="1773"/>
                    </a:lnTo>
                    <a:lnTo>
                      <a:pt x="5262" y="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7" name="Surface mesh patch"/>
              <p:cNvSpPr/>
              <p:nvPr/>
            </p:nvSpPr>
            <p:spPr>
              <a:xfrm>
                <a:off x="17660511" y="1516189"/>
                <a:ext cx="50120" cy="16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1">
                    <a:moveTo>
                      <a:pt x="0" y="1648"/>
                    </a:moveTo>
                    <a:lnTo>
                      <a:pt x="2875" y="1721"/>
                    </a:lnTo>
                    <a:lnTo>
                      <a:pt x="5262" y="1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8" name="Surface mesh patch"/>
              <p:cNvSpPr/>
              <p:nvPr/>
            </p:nvSpPr>
            <p:spPr>
              <a:xfrm>
                <a:off x="17710631" y="1502972"/>
                <a:ext cx="50120" cy="17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0">
                    <a:moveTo>
                      <a:pt x="0" y="1528"/>
                    </a:moveTo>
                    <a:lnTo>
                      <a:pt x="2875" y="1830"/>
                    </a:lnTo>
                    <a:lnTo>
                      <a:pt x="5262" y="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99" name="Surface mesh patch"/>
              <p:cNvSpPr/>
              <p:nvPr/>
            </p:nvSpPr>
            <p:spPr>
              <a:xfrm>
                <a:off x="17760750" y="1494271"/>
                <a:ext cx="50120" cy="193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7">
                    <a:moveTo>
                      <a:pt x="0" y="1337"/>
                    </a:moveTo>
                    <a:lnTo>
                      <a:pt x="2875" y="2027"/>
                    </a:lnTo>
                    <a:lnTo>
                      <a:pt x="5262" y="84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00" name="Surface mesh patch"/>
              <p:cNvSpPr/>
              <p:nvPr/>
            </p:nvSpPr>
            <p:spPr>
              <a:xfrm>
                <a:off x="16134190" y="1608418"/>
                <a:ext cx="50120" cy="117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6">
                    <a:moveTo>
                      <a:pt x="0" y="1236"/>
                    </a:moveTo>
                    <a:lnTo>
                      <a:pt x="2875" y="1086"/>
                    </a:lnTo>
                    <a:lnTo>
                      <a:pt x="5262" y="0"/>
                    </a:lnTo>
                    <a:lnTo>
                      <a:pt x="2387" y="153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01" name="Surface mesh patch"/>
              <p:cNvSpPr/>
              <p:nvPr/>
            </p:nvSpPr>
            <p:spPr>
              <a:xfrm>
                <a:off x="16184310" y="1599604"/>
                <a:ext cx="50120" cy="8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5">
                    <a:moveTo>
                      <a:pt x="0" y="925"/>
                    </a:moveTo>
                    <a:lnTo>
                      <a:pt x="2875" y="832"/>
                    </a:lnTo>
                    <a:lnTo>
                      <a:pt x="5262" y="0"/>
                    </a:lnTo>
                    <a:lnTo>
                      <a:pt x="2387" y="39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02" name="Surface mesh patch"/>
              <p:cNvSpPr/>
              <p:nvPr/>
            </p:nvSpPr>
            <p:spPr>
              <a:xfrm>
                <a:off x="16234429" y="1594008"/>
                <a:ext cx="50120" cy="73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6">
                    <a:moveTo>
                      <a:pt x="0" y="588"/>
                    </a:moveTo>
                    <a:lnTo>
                      <a:pt x="2875" y="776"/>
                    </a:lnTo>
                    <a:lnTo>
                      <a:pt x="5262" y="3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03" name="Surface mesh patch"/>
              <p:cNvSpPr/>
              <p:nvPr/>
            </p:nvSpPr>
            <p:spPr>
              <a:xfrm>
                <a:off x="16284549" y="1594939"/>
                <a:ext cx="50120" cy="8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1">
                    <a:moveTo>
                      <a:pt x="0" y="206"/>
                    </a:moveTo>
                    <a:lnTo>
                      <a:pt x="2875" y="911"/>
                    </a:lnTo>
                    <a:lnTo>
                      <a:pt x="5262" y="8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04" name="Surface mesh patch"/>
              <p:cNvSpPr/>
              <p:nvPr/>
            </p:nvSpPr>
            <p:spPr>
              <a:xfrm>
                <a:off x="16334669" y="1603399"/>
                <a:ext cx="50120" cy="183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4">
                    <a:moveTo>
                      <a:pt x="0" y="0"/>
                    </a:moveTo>
                    <a:lnTo>
                      <a:pt x="2875" y="1450"/>
                    </a:lnTo>
                    <a:lnTo>
                      <a:pt x="5262" y="1924"/>
                    </a:lnTo>
                    <a:lnTo>
                      <a:pt x="2387" y="222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05" name="Surface mesh patch"/>
              <p:cNvSpPr/>
              <p:nvPr/>
            </p:nvSpPr>
            <p:spPr>
              <a:xfrm>
                <a:off x="16384788" y="1621729"/>
                <a:ext cx="50120" cy="317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32">
                    <a:moveTo>
                      <a:pt x="0" y="0"/>
                    </a:moveTo>
                    <a:lnTo>
                      <a:pt x="2875" y="2390"/>
                    </a:lnTo>
                    <a:lnTo>
                      <a:pt x="5262" y="3332"/>
                    </a:lnTo>
                    <a:lnTo>
                      <a:pt x="2387" y="636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06" name="Surface mesh patch"/>
              <p:cNvSpPr/>
              <p:nvPr/>
            </p:nvSpPr>
            <p:spPr>
              <a:xfrm>
                <a:off x="16434908" y="1653463"/>
                <a:ext cx="50120" cy="447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5">
                    <a:moveTo>
                      <a:pt x="0" y="0"/>
                    </a:moveTo>
                    <a:lnTo>
                      <a:pt x="2875" y="3443"/>
                    </a:lnTo>
                    <a:lnTo>
                      <a:pt x="5262" y="4695"/>
                    </a:lnTo>
                    <a:lnTo>
                      <a:pt x="2387" y="935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07" name="Surface mesh patch"/>
              <p:cNvSpPr/>
              <p:nvPr/>
            </p:nvSpPr>
            <p:spPr>
              <a:xfrm>
                <a:off x="16485028" y="1698184"/>
                <a:ext cx="50120" cy="543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10">
                    <a:moveTo>
                      <a:pt x="0" y="0"/>
                    </a:moveTo>
                    <a:lnTo>
                      <a:pt x="2875" y="4470"/>
                    </a:lnTo>
                    <a:lnTo>
                      <a:pt x="5262" y="5710"/>
                    </a:lnTo>
                    <a:lnTo>
                      <a:pt x="2387" y="979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08" name="Surface mesh patch"/>
              <p:cNvSpPr/>
              <p:nvPr/>
            </p:nvSpPr>
            <p:spPr>
              <a:xfrm>
                <a:off x="16535147" y="1752569"/>
                <a:ext cx="50120" cy="574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28">
                    <a:moveTo>
                      <a:pt x="0" y="0"/>
                    </a:moveTo>
                    <a:lnTo>
                      <a:pt x="2875" y="5287"/>
                    </a:lnTo>
                    <a:lnTo>
                      <a:pt x="5262" y="6028"/>
                    </a:lnTo>
                    <a:lnTo>
                      <a:pt x="2387" y="622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09" name="Surface mesh patch"/>
              <p:cNvSpPr/>
              <p:nvPr/>
            </p:nvSpPr>
            <p:spPr>
              <a:xfrm>
                <a:off x="16585267" y="1807691"/>
                <a:ext cx="50120" cy="565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38">
                    <a:moveTo>
                      <a:pt x="0" y="241"/>
                    </a:moveTo>
                    <a:lnTo>
                      <a:pt x="2875" y="5938"/>
                    </a:lnTo>
                    <a:lnTo>
                      <a:pt x="5262" y="5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7794fa"/>
              </a:solidFill>
              <a:ln w="3334" cap="flat" cmpd="sng" algn="ctr">
                <a:solidFill>
                  <a:srgbClr val="779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10" name="Surface mesh patch"/>
              <p:cNvSpPr/>
              <p:nvPr/>
            </p:nvSpPr>
            <p:spPr>
              <a:xfrm>
                <a:off x="16635386" y="1845847"/>
                <a:ext cx="50120" cy="681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59">
                    <a:moveTo>
                      <a:pt x="0" y="1602"/>
                    </a:moveTo>
                    <a:lnTo>
                      <a:pt x="2875" y="7159"/>
                    </a:lnTo>
                    <a:lnTo>
                      <a:pt x="5262" y="52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580f3"/>
              </a:solidFill>
              <a:ln w="3334" cap="flat" cmpd="sng" algn="ctr">
                <a:solidFill>
                  <a:srgbClr val="658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11" name="Surface mesh patch"/>
              <p:cNvSpPr/>
              <p:nvPr/>
            </p:nvSpPr>
            <p:spPr>
              <a:xfrm>
                <a:off x="16685506" y="1864125"/>
                <a:ext cx="50120" cy="77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142">
                    <a:moveTo>
                      <a:pt x="0" y="3313"/>
                    </a:moveTo>
                    <a:lnTo>
                      <a:pt x="2875" y="8142"/>
                    </a:lnTo>
                    <a:lnTo>
                      <a:pt x="5262" y="43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c75ef"/>
              </a:solidFill>
              <a:ln w="3334" cap="flat" cmpd="sng" algn="ctr">
                <a:solidFill>
                  <a:srgbClr val="5c75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12" name="Surface mesh patch"/>
              <p:cNvSpPr/>
              <p:nvPr/>
            </p:nvSpPr>
            <p:spPr>
              <a:xfrm>
                <a:off x="16735626" y="1856316"/>
                <a:ext cx="50120" cy="831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27">
                    <a:moveTo>
                      <a:pt x="0" y="5120"/>
                    </a:moveTo>
                    <a:lnTo>
                      <a:pt x="2875" y="8727"/>
                    </a:lnTo>
                    <a:lnTo>
                      <a:pt x="5262" y="29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d77f0"/>
              </a:solidFill>
              <a:ln w="3334" cap="flat" cmpd="sng" algn="ctr">
                <a:solidFill>
                  <a:srgbClr val="5d77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13" name="Surface mesh patch"/>
              <p:cNvSpPr/>
              <p:nvPr/>
            </p:nvSpPr>
            <p:spPr>
              <a:xfrm>
                <a:off x="16785745" y="1820164"/>
                <a:ext cx="50120" cy="844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63">
                    <a:moveTo>
                      <a:pt x="0" y="6750"/>
                    </a:moveTo>
                    <a:lnTo>
                      <a:pt x="2875" y="8863"/>
                    </a:lnTo>
                    <a:lnTo>
                      <a:pt x="5262" y="14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14" name="Surface mesh patch"/>
              <p:cNvSpPr/>
              <p:nvPr/>
            </p:nvSpPr>
            <p:spPr>
              <a:xfrm>
                <a:off x="16835865" y="1757396"/>
                <a:ext cx="50120" cy="826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3">
                    <a:moveTo>
                      <a:pt x="0" y="8022"/>
                    </a:moveTo>
                    <a:lnTo>
                      <a:pt x="2875" y="8673"/>
                    </a:lnTo>
                    <a:lnTo>
                      <a:pt x="5262" y="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15" name="Surface mesh patch"/>
              <p:cNvSpPr/>
              <p:nvPr/>
            </p:nvSpPr>
            <p:spPr>
              <a:xfrm>
                <a:off x="16885985" y="1664385"/>
                <a:ext cx="50120" cy="933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99">
                    <a:moveTo>
                      <a:pt x="0" y="9799"/>
                    </a:moveTo>
                    <a:lnTo>
                      <a:pt x="2875" y="9361"/>
                    </a:lnTo>
                    <a:lnTo>
                      <a:pt x="5262" y="0"/>
                    </a:lnTo>
                    <a:lnTo>
                      <a:pt x="2387" y="897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16" name="Surface mesh patch"/>
              <p:cNvSpPr/>
              <p:nvPr/>
            </p:nvSpPr>
            <p:spPr>
              <a:xfrm>
                <a:off x="16936104" y="1564755"/>
                <a:ext cx="50120" cy="996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60">
                    <a:moveTo>
                      <a:pt x="0" y="10460"/>
                    </a:moveTo>
                    <a:lnTo>
                      <a:pt x="2875" y="9645"/>
                    </a:lnTo>
                    <a:lnTo>
                      <a:pt x="5262" y="0"/>
                    </a:lnTo>
                    <a:lnTo>
                      <a:pt x="2387" y="1005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17" name="Surface mesh patch"/>
              <p:cNvSpPr/>
              <p:nvPr/>
            </p:nvSpPr>
            <p:spPr>
              <a:xfrm>
                <a:off x="16986224" y="1471945"/>
                <a:ext cx="50120" cy="928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44">
                    <a:moveTo>
                      <a:pt x="0" y="9744"/>
                    </a:moveTo>
                    <a:lnTo>
                      <a:pt x="2875" y="9518"/>
                    </a:lnTo>
                    <a:lnTo>
                      <a:pt x="5262" y="0"/>
                    </a:lnTo>
                    <a:lnTo>
                      <a:pt x="2387" y="13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18" name="Surface mesh patch"/>
              <p:cNvSpPr/>
              <p:nvPr/>
            </p:nvSpPr>
            <p:spPr>
              <a:xfrm>
                <a:off x="17036344" y="1379758"/>
                <a:ext cx="50120" cy="105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54">
                    <a:moveTo>
                      <a:pt x="0" y="9678"/>
                    </a:moveTo>
                    <a:lnTo>
                      <a:pt x="2875" y="11054"/>
                    </a:lnTo>
                    <a:lnTo>
                      <a:pt x="5262" y="20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8dcd9"/>
              </a:solidFill>
              <a:ln w="3334" cap="flat" cmpd="sng" algn="ctr">
                <a:solidFill>
                  <a:srgbClr val="e8dcd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19" name="Surface mesh patch"/>
              <p:cNvSpPr/>
              <p:nvPr/>
            </p:nvSpPr>
            <p:spPr>
              <a:xfrm>
                <a:off x="17086463" y="1312471"/>
                <a:ext cx="50120" cy="122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866">
                    <a:moveTo>
                      <a:pt x="0" y="9163"/>
                    </a:moveTo>
                    <a:lnTo>
                      <a:pt x="2875" y="12866"/>
                    </a:lnTo>
                    <a:lnTo>
                      <a:pt x="5262" y="49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3d5c3"/>
              </a:solidFill>
              <a:ln w="3334" cap="flat" cmpd="sng" algn="ctr">
                <a:solidFill>
                  <a:srgbClr val="f3d5c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20" name="Surface mesh patch"/>
              <p:cNvSpPr/>
              <p:nvPr/>
            </p:nvSpPr>
            <p:spPr>
              <a:xfrm>
                <a:off x="17136583" y="1282333"/>
                <a:ext cx="50120" cy="1356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40">
                    <a:moveTo>
                      <a:pt x="0" y="8098"/>
                    </a:moveTo>
                    <a:lnTo>
                      <a:pt x="2875" y="14240"/>
                    </a:lnTo>
                    <a:lnTo>
                      <a:pt x="5262" y="77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8d3ba"/>
              </a:solidFill>
              <a:ln w="3334" cap="flat" cmpd="sng" algn="ctr">
                <a:solidFill>
                  <a:srgbClr val="f8d3b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21" name="Surface mesh patch"/>
              <p:cNvSpPr/>
              <p:nvPr/>
            </p:nvSpPr>
            <p:spPr>
              <a:xfrm>
                <a:off x="17186703" y="1293211"/>
                <a:ext cx="50120" cy="1383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27">
                    <a:moveTo>
                      <a:pt x="0" y="6574"/>
                    </a:moveTo>
                    <a:lnTo>
                      <a:pt x="2875" y="14527"/>
                    </a:lnTo>
                    <a:lnTo>
                      <a:pt x="5262" y="95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f5d4c0"/>
              </a:solidFill>
              <a:ln w="3334" cap="flat" cmpd="sng" algn="ctr">
                <a:solidFill>
                  <a:srgbClr val="f5d4c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22" name="Surface mesh patch"/>
              <p:cNvSpPr/>
              <p:nvPr/>
            </p:nvSpPr>
            <p:spPr>
              <a:xfrm>
                <a:off x="17236822" y="1338066"/>
                <a:ext cx="50120" cy="128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473">
                    <a:moveTo>
                      <a:pt x="0" y="4873"/>
                    </a:moveTo>
                    <a:lnTo>
                      <a:pt x="2875" y="13473"/>
                    </a:lnTo>
                    <a:lnTo>
                      <a:pt x="5262" y="99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9d0"/>
              </a:solidFill>
              <a:ln w="3334" cap="flat" cmpd="sng" algn="ctr">
                <a:solidFill>
                  <a:srgbClr val="ecd9d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23" name="Surface mesh patch"/>
              <p:cNvSpPr/>
              <p:nvPr/>
            </p:nvSpPr>
            <p:spPr>
              <a:xfrm>
                <a:off x="17286942" y="1401347"/>
                <a:ext cx="50120" cy="107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35">
                    <a:moveTo>
                      <a:pt x="0" y="3345"/>
                    </a:moveTo>
                    <a:lnTo>
                      <a:pt x="2875" y="11335"/>
                    </a:lnTo>
                    <a:lnTo>
                      <a:pt x="5262" y="8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1e0e6"/>
              </a:solidFill>
              <a:ln w="3334" cap="flat" cmpd="sng" algn="ctr">
                <a:solidFill>
                  <a:srgbClr val="e1e0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24" name="Surface mesh patch"/>
              <p:cNvSpPr/>
              <p:nvPr/>
            </p:nvSpPr>
            <p:spPr>
              <a:xfrm>
                <a:off x="17337061" y="1465270"/>
                <a:ext cx="50120" cy="829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711">
                    <a:moveTo>
                      <a:pt x="0" y="2245"/>
                    </a:moveTo>
                    <a:lnTo>
                      <a:pt x="2875" y="8711"/>
                    </a:lnTo>
                    <a:lnTo>
                      <a:pt x="5262" y="69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25" name="Surface mesh patch"/>
              <p:cNvSpPr/>
              <p:nvPr/>
            </p:nvSpPr>
            <p:spPr>
              <a:xfrm>
                <a:off x="17387181" y="1516190"/>
                <a:ext cx="50120" cy="59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8">
                    <a:moveTo>
                      <a:pt x="0" y="1641"/>
                    </a:moveTo>
                    <a:lnTo>
                      <a:pt x="2875" y="6218"/>
                    </a:lnTo>
                    <a:lnTo>
                      <a:pt x="5262" y="47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26" name="Surface mesh patch"/>
              <p:cNvSpPr/>
              <p:nvPr/>
            </p:nvSpPr>
            <p:spPr>
              <a:xfrm>
                <a:off x="17437301" y="1547758"/>
                <a:ext cx="50120" cy="404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50">
                    <a:moveTo>
                      <a:pt x="0" y="1440"/>
                    </a:moveTo>
                    <a:lnTo>
                      <a:pt x="2875" y="4250"/>
                    </a:lnTo>
                    <a:lnTo>
                      <a:pt x="5262" y="27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27" name="Surface mesh patch"/>
              <p:cNvSpPr/>
              <p:nvPr/>
            </p:nvSpPr>
            <p:spPr>
              <a:xfrm>
                <a:off x="17487420" y="1560296"/>
                <a:ext cx="50120" cy="278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1">
                    <a:moveTo>
                      <a:pt x="0" y="1474"/>
                    </a:moveTo>
                    <a:lnTo>
                      <a:pt x="2875" y="2921"/>
                    </a:lnTo>
                    <a:lnTo>
                      <a:pt x="5262" y="13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28" name="Surface mesh patch"/>
              <p:cNvSpPr/>
              <p:nvPr/>
            </p:nvSpPr>
            <p:spPr>
              <a:xfrm>
                <a:off x="17537540" y="1558120"/>
                <a:ext cx="50120" cy="204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0">
                    <a:moveTo>
                      <a:pt x="0" y="1587"/>
                    </a:moveTo>
                    <a:lnTo>
                      <a:pt x="2875" y="2150"/>
                    </a:lnTo>
                    <a:lnTo>
                      <a:pt x="5262" y="4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29" name="Surface mesh patch"/>
              <p:cNvSpPr/>
              <p:nvPr/>
            </p:nvSpPr>
            <p:spPr>
              <a:xfrm>
                <a:off x="17587660" y="1546873"/>
                <a:ext cx="50120" cy="170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7">
                    <a:moveTo>
                      <a:pt x="0" y="1671"/>
                    </a:moveTo>
                    <a:lnTo>
                      <a:pt x="2875" y="1787"/>
                    </a:lnTo>
                    <a:lnTo>
                      <a:pt x="5262" y="1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30" name="Surface mesh patch"/>
              <p:cNvSpPr/>
              <p:nvPr/>
            </p:nvSpPr>
            <p:spPr>
              <a:xfrm>
                <a:off x="17637779" y="1531888"/>
                <a:ext cx="50120" cy="161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5">
                    <a:moveTo>
                      <a:pt x="0" y="1673"/>
                    </a:moveTo>
                    <a:lnTo>
                      <a:pt x="2875" y="1695"/>
                    </a:lnTo>
                    <a:lnTo>
                      <a:pt x="5262" y="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31" name="Surface mesh patch"/>
              <p:cNvSpPr/>
              <p:nvPr/>
            </p:nvSpPr>
            <p:spPr>
              <a:xfrm>
                <a:off x="17687899" y="1517530"/>
                <a:ext cx="50120" cy="16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4">
                    <a:moveTo>
                      <a:pt x="0" y="1580"/>
                    </a:moveTo>
                    <a:lnTo>
                      <a:pt x="2875" y="1774"/>
                    </a:lnTo>
                    <a:lnTo>
                      <a:pt x="5262" y="3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32" name="Surface mesh patch"/>
              <p:cNvSpPr/>
              <p:nvPr/>
            </p:nvSpPr>
            <p:spPr>
              <a:xfrm>
                <a:off x="17738019" y="1507001"/>
                <a:ext cx="50120" cy="186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3">
                    <a:moveTo>
                      <a:pt x="0" y="1407"/>
                    </a:moveTo>
                    <a:lnTo>
                      <a:pt x="2875" y="1953"/>
                    </a:lnTo>
                    <a:lnTo>
                      <a:pt x="5262" y="6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cf5"/>
              </a:solidFill>
              <a:ln w="3334" cap="flat" cmpd="sng" algn="ctr">
                <a:solidFill>
                  <a:srgbClr val="cc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33" name="Surface mesh patch"/>
              <p:cNvSpPr/>
              <p:nvPr/>
            </p:nvSpPr>
            <p:spPr>
              <a:xfrm>
                <a:off x="16161578" y="1607531"/>
                <a:ext cx="50120" cy="11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79">
                    <a:moveTo>
                      <a:pt x="0" y="1179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9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34" name="Surface mesh patch"/>
              <p:cNvSpPr/>
              <p:nvPr/>
            </p:nvSpPr>
            <p:spPr>
              <a:xfrm>
                <a:off x="16211697" y="1599604"/>
                <a:ext cx="50120" cy="8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19">
                    <a:moveTo>
                      <a:pt x="0" y="832"/>
                    </a:moveTo>
                    <a:lnTo>
                      <a:pt x="2875" y="919"/>
                    </a:lnTo>
                    <a:lnTo>
                      <a:pt x="5262" y="1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35" name="Surface mesh patch"/>
              <p:cNvSpPr/>
              <p:nvPr/>
            </p:nvSpPr>
            <p:spPr>
              <a:xfrm>
                <a:off x="16261817" y="1596906"/>
                <a:ext cx="50120" cy="9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03">
                    <a:moveTo>
                      <a:pt x="0" y="472"/>
                    </a:moveTo>
                    <a:lnTo>
                      <a:pt x="2875" y="1003"/>
                    </a:lnTo>
                    <a:lnTo>
                      <a:pt x="5262" y="7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36" name="Surface mesh patch"/>
              <p:cNvSpPr/>
              <p:nvPr/>
            </p:nvSpPr>
            <p:spPr>
              <a:xfrm>
                <a:off x="16311937" y="1603399"/>
                <a:ext cx="50120" cy="138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50">
                    <a:moveTo>
                      <a:pt x="0" y="23"/>
                    </a:moveTo>
                    <a:lnTo>
                      <a:pt x="2875" y="1221"/>
                    </a:lnTo>
                    <a:lnTo>
                      <a:pt x="5262" y="14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37" name="Surface mesh patch"/>
              <p:cNvSpPr/>
              <p:nvPr/>
            </p:nvSpPr>
            <p:spPr>
              <a:xfrm>
                <a:off x="16362056" y="1617214"/>
                <a:ext cx="50120" cy="27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4">
                    <a:moveTo>
                      <a:pt x="0" y="0"/>
                    </a:moveTo>
                    <a:lnTo>
                      <a:pt x="2875" y="2062"/>
                    </a:lnTo>
                    <a:lnTo>
                      <a:pt x="5262" y="2864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38" name="Surface mesh patch"/>
              <p:cNvSpPr/>
              <p:nvPr/>
            </p:nvSpPr>
            <p:spPr>
              <a:xfrm>
                <a:off x="16412176" y="1644498"/>
                <a:ext cx="50120" cy="417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84">
                    <a:moveTo>
                      <a:pt x="0" y="0"/>
                    </a:moveTo>
                    <a:lnTo>
                      <a:pt x="2875" y="3065"/>
                    </a:lnTo>
                    <a:lnTo>
                      <a:pt x="5262" y="4384"/>
                    </a:lnTo>
                    <a:lnTo>
                      <a:pt x="2387" y="941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39" name="Surface mesh patch"/>
              <p:cNvSpPr/>
              <p:nvPr/>
            </p:nvSpPr>
            <p:spPr>
              <a:xfrm>
                <a:off x="16462296" y="1686260"/>
                <a:ext cx="50120" cy="545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2">
                    <a:moveTo>
                      <a:pt x="0" y="0"/>
                    </a:moveTo>
                    <a:lnTo>
                      <a:pt x="2875" y="4096"/>
                    </a:lnTo>
                    <a:lnTo>
                      <a:pt x="5262" y="5722"/>
                    </a:lnTo>
                    <a:lnTo>
                      <a:pt x="2387" y="1252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40" name="Surface mesh patch"/>
              <p:cNvSpPr/>
              <p:nvPr/>
            </p:nvSpPr>
            <p:spPr>
              <a:xfrm>
                <a:off x="16512415" y="1740765"/>
                <a:ext cx="50120" cy="62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6">
                    <a:moveTo>
                      <a:pt x="0" y="0"/>
                    </a:moveTo>
                    <a:lnTo>
                      <a:pt x="2875" y="4996"/>
                    </a:lnTo>
                    <a:lnTo>
                      <a:pt x="5262" y="6526"/>
                    </a:lnTo>
                    <a:lnTo>
                      <a:pt x="2387" y="1239"/>
                    </a:lnTo>
                    <a:close/>
                  </a:path>
                </a:pathLst>
              </a:custGeom>
              <a:solidFill>
                <a:srgbClr val="8fadfd"/>
              </a:solidFill>
              <a:ln w="3334" cap="flat" cmpd="sng" algn="ctr">
                <a:solidFill>
                  <a:srgbClr val="8fa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41" name="Surface mesh patch"/>
              <p:cNvSpPr/>
              <p:nvPr/>
            </p:nvSpPr>
            <p:spPr>
              <a:xfrm>
                <a:off x="16562535" y="1802924"/>
                <a:ext cx="50120" cy="613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39">
                    <a:moveTo>
                      <a:pt x="0" y="0"/>
                    </a:moveTo>
                    <a:lnTo>
                      <a:pt x="2875" y="5575"/>
                    </a:lnTo>
                    <a:lnTo>
                      <a:pt x="5262" y="6439"/>
                    </a:lnTo>
                    <a:lnTo>
                      <a:pt x="2387" y="741"/>
                    </a:lnTo>
                    <a:close/>
                  </a:path>
                </a:pathLst>
              </a:custGeom>
              <a:solidFill>
                <a:srgbClr val="7d9afc"/>
              </a:solidFill>
              <a:ln w="3334" cap="flat" cmpd="sng" algn="ctr">
                <a:solidFill>
                  <a:srgbClr val="7d9a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42" name="Surface mesh patch"/>
              <p:cNvSpPr/>
              <p:nvPr/>
            </p:nvSpPr>
            <p:spPr>
              <a:xfrm>
                <a:off x="16612655" y="1861101"/>
                <a:ext cx="50120" cy="57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90">
                    <a:moveTo>
                      <a:pt x="0" y="331"/>
                    </a:moveTo>
                    <a:lnTo>
                      <a:pt x="2875" y="5990"/>
                    </a:lnTo>
                    <a:lnTo>
                      <a:pt x="5262" y="55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680f3"/>
              </a:solidFill>
              <a:ln w="3334" cap="flat" cmpd="sng" algn="ctr">
                <a:solidFill>
                  <a:srgbClr val="668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43" name="Surface mesh patch"/>
              <p:cNvSpPr/>
              <p:nvPr/>
            </p:nvSpPr>
            <p:spPr>
              <a:xfrm>
                <a:off x="16662774" y="1895685"/>
                <a:ext cx="50120" cy="674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4">
                    <a:moveTo>
                      <a:pt x="0" y="1927"/>
                    </a:moveTo>
                    <a:lnTo>
                      <a:pt x="2875" y="7084"/>
                    </a:lnTo>
                    <a:lnTo>
                      <a:pt x="5262" y="48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66eed"/>
              </a:solidFill>
              <a:ln w="3334" cap="flat" cmpd="sng" algn="ctr">
                <a:solidFill>
                  <a:srgbClr val="566e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44" name="Surface mesh patch"/>
              <p:cNvSpPr/>
              <p:nvPr/>
            </p:nvSpPr>
            <p:spPr>
              <a:xfrm>
                <a:off x="16712894" y="1905085"/>
                <a:ext cx="50120" cy="756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47">
                    <a:moveTo>
                      <a:pt x="0" y="3841"/>
                    </a:moveTo>
                    <a:lnTo>
                      <a:pt x="2875" y="7947"/>
                    </a:lnTo>
                    <a:lnTo>
                      <a:pt x="5262" y="36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067ea"/>
              </a:solidFill>
              <a:ln w="3334" cap="flat" cmpd="sng" algn="ctr">
                <a:solidFill>
                  <a:srgbClr val="5067e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45" name="Surface mesh patch"/>
              <p:cNvSpPr/>
              <p:nvPr/>
            </p:nvSpPr>
            <p:spPr>
              <a:xfrm>
                <a:off x="16763014" y="1884455"/>
                <a:ext cx="50120" cy="805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5">
                    <a:moveTo>
                      <a:pt x="0" y="5773"/>
                    </a:moveTo>
                    <a:lnTo>
                      <a:pt x="2875" y="8455"/>
                    </a:lnTo>
                    <a:lnTo>
                      <a:pt x="5262" y="21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66fed"/>
              </a:solidFill>
              <a:ln w="3334" cap="flat" cmpd="sng" algn="ctr">
                <a:solidFill>
                  <a:srgbClr val="566f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46" name="Surface mesh patch"/>
              <p:cNvSpPr/>
              <p:nvPr/>
            </p:nvSpPr>
            <p:spPr>
              <a:xfrm>
                <a:off x="16813133" y="1833807"/>
                <a:ext cx="50120" cy="819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08">
                    <a:moveTo>
                      <a:pt x="0" y="7431"/>
                    </a:moveTo>
                    <a:lnTo>
                      <a:pt x="2875" y="8608"/>
                    </a:lnTo>
                    <a:lnTo>
                      <a:pt x="5262" y="6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6a85f4"/>
              </a:solidFill>
              <a:ln w="3334" cap="flat" cmpd="sng" algn="ctr">
                <a:solidFill>
                  <a:srgbClr val="6a85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47" name="Surface mesh patch"/>
              <p:cNvSpPr/>
              <p:nvPr/>
            </p:nvSpPr>
            <p:spPr>
              <a:xfrm>
                <a:off x="16863253" y="1753552"/>
                <a:ext cx="50120" cy="864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076">
                    <a:moveTo>
                      <a:pt x="0" y="9076"/>
                    </a:moveTo>
                    <a:lnTo>
                      <a:pt x="2875" y="9015"/>
                    </a:lnTo>
                    <a:lnTo>
                      <a:pt x="5262" y="0"/>
                    </a:lnTo>
                    <a:lnTo>
                      <a:pt x="2387" y="438"/>
                    </a:lnTo>
                    <a:close/>
                  </a:path>
                </a:pathLst>
              </a:custGeom>
              <a:solidFill>
                <a:srgbClr val="85a2fd"/>
              </a:solidFill>
              <a:ln w="3334" cap="flat" cmpd="sng" algn="ctr">
                <a:solidFill>
                  <a:srgbClr val="85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48" name="Surface mesh patch"/>
              <p:cNvSpPr/>
              <p:nvPr/>
            </p:nvSpPr>
            <p:spPr>
              <a:xfrm>
                <a:off x="16913372" y="1656623"/>
                <a:ext cx="50120" cy="969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76">
                    <a:moveTo>
                      <a:pt x="0" y="10176"/>
                    </a:moveTo>
                    <a:lnTo>
                      <a:pt x="2875" y="9481"/>
                    </a:lnTo>
                    <a:lnTo>
                      <a:pt x="5262" y="0"/>
                    </a:lnTo>
                    <a:lnTo>
                      <a:pt x="2387" y="815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49" name="Surface mesh patch"/>
              <p:cNvSpPr/>
              <p:nvPr/>
            </p:nvSpPr>
            <p:spPr>
              <a:xfrm>
                <a:off x="16963492" y="1562606"/>
                <a:ext cx="50120" cy="940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71">
                    <a:moveTo>
                      <a:pt x="0" y="9871"/>
                    </a:moveTo>
                    <a:lnTo>
                      <a:pt x="2875" y="9398"/>
                    </a:lnTo>
                    <a:lnTo>
                      <a:pt x="5262" y="0"/>
                    </a:lnTo>
                    <a:lnTo>
                      <a:pt x="2387" y="226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50" name="Surface mesh patch"/>
              <p:cNvSpPr/>
              <p:nvPr/>
            </p:nvSpPr>
            <p:spPr>
              <a:xfrm>
                <a:off x="17013612" y="1471945"/>
                <a:ext cx="50120" cy="971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197">
                    <a:moveTo>
                      <a:pt x="0" y="9518"/>
                    </a:moveTo>
                    <a:lnTo>
                      <a:pt x="2875" y="10197"/>
                    </a:lnTo>
                    <a:lnTo>
                      <a:pt x="5262" y="137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5e0f3"/>
              </a:solidFill>
              <a:ln w="3334" cap="flat" cmpd="sng" algn="ctr">
                <a:solidFill>
                  <a:srgbClr val="d5e0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51" name="Surface mesh patch"/>
              <p:cNvSpPr/>
              <p:nvPr/>
            </p:nvSpPr>
            <p:spPr>
              <a:xfrm>
                <a:off x="17063731" y="1399746"/>
                <a:ext cx="50120" cy="109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09">
                    <a:moveTo>
                      <a:pt x="0" y="8956"/>
                    </a:moveTo>
                    <a:lnTo>
                      <a:pt x="2875" y="11509"/>
                    </a:lnTo>
                    <a:lnTo>
                      <a:pt x="5262" y="3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5dedf"/>
              </a:solidFill>
              <a:ln w="3334" cap="flat" cmpd="sng" algn="ctr">
                <a:solidFill>
                  <a:srgbClr val="e5de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52" name="Surface mesh patch"/>
              <p:cNvSpPr/>
              <p:nvPr/>
            </p:nvSpPr>
            <p:spPr>
              <a:xfrm>
                <a:off x="17113851" y="1359462"/>
                <a:ext cx="50120" cy="1199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97">
                    <a:moveTo>
                      <a:pt x="0" y="7933"/>
                    </a:moveTo>
                    <a:lnTo>
                      <a:pt x="2875" y="12597"/>
                    </a:lnTo>
                    <a:lnTo>
                      <a:pt x="5262" y="61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53" name="Surface mesh patch"/>
              <p:cNvSpPr/>
              <p:nvPr/>
            </p:nvSpPr>
            <p:spPr>
              <a:xfrm>
                <a:off x="17163971" y="1355827"/>
                <a:ext cx="50120" cy="1229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10">
                    <a:moveTo>
                      <a:pt x="0" y="6524"/>
                    </a:moveTo>
                    <a:lnTo>
                      <a:pt x="2875" y="12910"/>
                    </a:lnTo>
                    <a:lnTo>
                      <a:pt x="5262" y="79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cdad1"/>
              </a:solidFill>
              <a:ln w="3334" cap="flat" cmpd="sng" algn="ctr">
                <a:solidFill>
                  <a:srgbClr val="ecdad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54" name="Surface mesh patch"/>
              <p:cNvSpPr/>
              <p:nvPr/>
            </p:nvSpPr>
            <p:spPr>
              <a:xfrm>
                <a:off x="17214090" y="1384482"/>
                <a:ext cx="50120" cy="1157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155">
                    <a:moveTo>
                      <a:pt x="0" y="4945"/>
                    </a:moveTo>
                    <a:lnTo>
                      <a:pt x="2875" y="12155"/>
                    </a:lnTo>
                    <a:lnTo>
                      <a:pt x="5262" y="8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6dddc"/>
              </a:solidFill>
              <a:ln w="3334" cap="flat" cmpd="sng" algn="ctr">
                <a:solidFill>
                  <a:srgbClr val="e6ddd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55" name="Surface mesh patch"/>
              <p:cNvSpPr/>
              <p:nvPr/>
            </p:nvSpPr>
            <p:spPr>
              <a:xfrm>
                <a:off x="17264210" y="1433210"/>
                <a:ext cx="50120" cy="99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52">
                    <a:moveTo>
                      <a:pt x="0" y="3484"/>
                    </a:moveTo>
                    <a:lnTo>
                      <a:pt x="2875" y="10452"/>
                    </a:lnTo>
                    <a:lnTo>
                      <a:pt x="5262" y="799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de2ed"/>
              </a:solidFill>
              <a:ln w="3334" cap="flat" cmpd="sng" algn="ctr">
                <a:solidFill>
                  <a:srgbClr val="dde2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56" name="Surface mesh patch"/>
              <p:cNvSpPr/>
              <p:nvPr/>
            </p:nvSpPr>
            <p:spPr>
              <a:xfrm>
                <a:off x="17314330" y="1486653"/>
                <a:ext cx="50120" cy="785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43">
                    <a:moveTo>
                      <a:pt x="0" y="2379"/>
                    </a:moveTo>
                    <a:lnTo>
                      <a:pt x="2875" y="8243"/>
                    </a:lnTo>
                    <a:lnTo>
                      <a:pt x="5262" y="64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1def4"/>
              </a:solidFill>
              <a:ln w="3334" cap="flat" cmpd="sng" algn="ctr">
                <a:solidFill>
                  <a:srgbClr val="d1de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57" name="Surface mesh patch"/>
              <p:cNvSpPr/>
              <p:nvPr/>
            </p:nvSpPr>
            <p:spPr>
              <a:xfrm>
                <a:off x="17364449" y="1531819"/>
                <a:ext cx="50120" cy="576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50">
                    <a:moveTo>
                      <a:pt x="0" y="1724"/>
                    </a:moveTo>
                    <a:lnTo>
                      <a:pt x="2875" y="6050"/>
                    </a:lnTo>
                    <a:lnTo>
                      <a:pt x="5262" y="45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58" name="Surface mesh patch"/>
              <p:cNvSpPr/>
              <p:nvPr/>
            </p:nvSpPr>
            <p:spPr>
              <a:xfrm>
                <a:off x="17414569" y="1561469"/>
                <a:ext cx="50120" cy="404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46">
                    <a:moveTo>
                      <a:pt x="0" y="1464"/>
                    </a:moveTo>
                    <a:lnTo>
                      <a:pt x="2875" y="4246"/>
                    </a:lnTo>
                    <a:lnTo>
                      <a:pt x="5262" y="28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59" name="Surface mesh patch"/>
              <p:cNvSpPr/>
              <p:nvPr/>
            </p:nvSpPr>
            <p:spPr>
              <a:xfrm>
                <a:off x="17464689" y="1574337"/>
                <a:ext cx="50120" cy="283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75">
                    <a:moveTo>
                      <a:pt x="0" y="1459"/>
                    </a:moveTo>
                    <a:lnTo>
                      <a:pt x="2875" y="2975"/>
                    </a:lnTo>
                    <a:lnTo>
                      <a:pt x="5262" y="14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60" name="Surface mesh patch"/>
              <p:cNvSpPr/>
              <p:nvPr/>
            </p:nvSpPr>
            <p:spPr>
              <a:xfrm>
                <a:off x="17514808" y="1573237"/>
                <a:ext cx="50120" cy="20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0">
                    <a:moveTo>
                      <a:pt x="0" y="1562"/>
                    </a:moveTo>
                    <a:lnTo>
                      <a:pt x="2875" y="2200"/>
                    </a:lnTo>
                    <a:lnTo>
                      <a:pt x="5262" y="5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61" name="Surface mesh patch"/>
              <p:cNvSpPr/>
              <p:nvPr/>
            </p:nvSpPr>
            <p:spPr>
              <a:xfrm>
                <a:off x="17564928" y="1562790"/>
                <a:ext cx="50120" cy="172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7">
                    <a:moveTo>
                      <a:pt x="0" y="1659"/>
                    </a:moveTo>
                    <a:lnTo>
                      <a:pt x="2875" y="1807"/>
                    </a:lnTo>
                    <a:lnTo>
                      <a:pt x="5262" y="1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62" name="Surface mesh patch"/>
              <p:cNvSpPr/>
              <p:nvPr/>
            </p:nvSpPr>
            <p:spPr>
              <a:xfrm>
                <a:off x="17615047" y="1547821"/>
                <a:ext cx="50120" cy="160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7">
                    <a:moveTo>
                      <a:pt x="0" y="1687"/>
                    </a:moveTo>
                    <a:lnTo>
                      <a:pt x="2875" y="1678"/>
                    </a:lnTo>
                    <a:lnTo>
                      <a:pt x="5262" y="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63" name="Surface mesh patch"/>
              <p:cNvSpPr/>
              <p:nvPr/>
            </p:nvSpPr>
            <p:spPr>
              <a:xfrm>
                <a:off x="17665167" y="1532577"/>
                <a:ext cx="50120" cy="164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5">
                    <a:moveTo>
                      <a:pt x="0" y="1623"/>
                    </a:moveTo>
                    <a:lnTo>
                      <a:pt x="2875" y="1725"/>
                    </a:lnTo>
                    <a:lnTo>
                      <a:pt x="5262" y="1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64" name="Surface mesh patch"/>
              <p:cNvSpPr/>
              <p:nvPr/>
            </p:nvSpPr>
            <p:spPr>
              <a:xfrm>
                <a:off x="17715287" y="1520403"/>
                <a:ext cx="50120" cy="17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4">
                    <a:moveTo>
                      <a:pt x="0" y="1472"/>
                    </a:moveTo>
                    <a:lnTo>
                      <a:pt x="2875" y="1884"/>
                    </a:lnTo>
                    <a:lnTo>
                      <a:pt x="5262" y="5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cdbf6"/>
              </a:solidFill>
              <a:ln w="3334" cap="flat" cmpd="sng" algn="ctr">
                <a:solidFill>
                  <a:srgbClr val="cc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65" name="Surface mesh patch"/>
              <p:cNvSpPr/>
              <p:nvPr/>
            </p:nvSpPr>
            <p:spPr>
              <a:xfrm>
                <a:off x="16188966" y="1607531"/>
                <a:ext cx="50120" cy="100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5">
                    <a:moveTo>
                      <a:pt x="0" y="1050"/>
                    </a:moveTo>
                    <a:lnTo>
                      <a:pt x="2875" y="1055"/>
                    </a:lnTo>
                    <a:lnTo>
                      <a:pt x="5262" y="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66" name="Surface mesh patch"/>
              <p:cNvSpPr/>
              <p:nvPr/>
            </p:nvSpPr>
            <p:spPr>
              <a:xfrm>
                <a:off x="16239085" y="1601397"/>
                <a:ext cx="50120" cy="10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6">
                    <a:moveTo>
                      <a:pt x="0" y="731"/>
                    </a:moveTo>
                    <a:lnTo>
                      <a:pt x="2875" y="1106"/>
                    </a:lnTo>
                    <a:lnTo>
                      <a:pt x="5262" y="53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67" name="Surface mesh patch"/>
              <p:cNvSpPr/>
              <p:nvPr/>
            </p:nvSpPr>
            <p:spPr>
              <a:xfrm>
                <a:off x="16289205" y="1603616"/>
                <a:ext cx="50120" cy="11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58">
                    <a:moveTo>
                      <a:pt x="0" y="298"/>
                    </a:moveTo>
                    <a:lnTo>
                      <a:pt x="2875" y="1258"/>
                    </a:lnTo>
                    <a:lnTo>
                      <a:pt x="5262" y="1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68" name="Surface mesh patch"/>
              <p:cNvSpPr/>
              <p:nvPr/>
            </p:nvSpPr>
            <p:spPr>
              <a:xfrm>
                <a:off x="16339325" y="1615026"/>
                <a:ext cx="50120" cy="21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2">
                    <a:moveTo>
                      <a:pt x="0" y="0"/>
                    </a:moveTo>
                    <a:lnTo>
                      <a:pt x="2875" y="1739"/>
                    </a:lnTo>
                    <a:lnTo>
                      <a:pt x="5262" y="2292"/>
                    </a:lnTo>
                    <a:lnTo>
                      <a:pt x="2387" y="23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69" name="Surface mesh patch"/>
              <p:cNvSpPr/>
              <p:nvPr/>
            </p:nvSpPr>
            <p:spPr>
              <a:xfrm>
                <a:off x="16389444" y="1636858"/>
                <a:ext cx="50120" cy="36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67">
                    <a:moveTo>
                      <a:pt x="0" y="0"/>
                    </a:moveTo>
                    <a:lnTo>
                      <a:pt x="2875" y="2664"/>
                    </a:lnTo>
                    <a:lnTo>
                      <a:pt x="5262" y="3867"/>
                    </a:lnTo>
                    <a:lnTo>
                      <a:pt x="2387" y="802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70" name="Surface mesh patch"/>
              <p:cNvSpPr/>
              <p:nvPr/>
            </p:nvSpPr>
            <p:spPr>
              <a:xfrm>
                <a:off x="16439564" y="1673689"/>
                <a:ext cx="50120" cy="51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16">
                    <a:moveTo>
                      <a:pt x="0" y="0"/>
                    </a:moveTo>
                    <a:lnTo>
                      <a:pt x="2875" y="3656"/>
                    </a:lnTo>
                    <a:lnTo>
                      <a:pt x="5262" y="5416"/>
                    </a:lnTo>
                    <a:lnTo>
                      <a:pt x="2387" y="1320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71" name="Surface mesh patch"/>
              <p:cNvSpPr/>
              <p:nvPr/>
            </p:nvSpPr>
            <p:spPr>
              <a:xfrm>
                <a:off x="16489683" y="1725274"/>
                <a:ext cx="50120" cy="630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23">
                    <a:moveTo>
                      <a:pt x="0" y="0"/>
                    </a:moveTo>
                    <a:lnTo>
                      <a:pt x="2875" y="4583"/>
                    </a:lnTo>
                    <a:lnTo>
                      <a:pt x="5262" y="6623"/>
                    </a:lnTo>
                    <a:lnTo>
                      <a:pt x="2387" y="1626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72" name="Surface mesh patch"/>
              <p:cNvSpPr/>
              <p:nvPr/>
            </p:nvSpPr>
            <p:spPr>
              <a:xfrm>
                <a:off x="16539803" y="1788353"/>
                <a:ext cx="50120" cy="676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05">
                    <a:moveTo>
                      <a:pt x="0" y="0"/>
                    </a:moveTo>
                    <a:lnTo>
                      <a:pt x="2875" y="5274"/>
                    </a:lnTo>
                    <a:lnTo>
                      <a:pt x="5262" y="7105"/>
                    </a:lnTo>
                    <a:lnTo>
                      <a:pt x="2387" y="1530"/>
                    </a:lnTo>
                    <a:close/>
                  </a:path>
                </a:pathLst>
              </a:custGeom>
              <a:solidFill>
                <a:srgbClr val="84a2fd"/>
              </a:solidFill>
              <a:ln w="3334" cap="flat" cmpd="sng" algn="ctr">
                <a:solidFill>
                  <a:srgbClr val="84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73" name="Surface mesh patch"/>
              <p:cNvSpPr/>
              <p:nvPr/>
            </p:nvSpPr>
            <p:spPr>
              <a:xfrm>
                <a:off x="16589923" y="1856026"/>
                <a:ext cx="50120" cy="62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3">
                    <a:moveTo>
                      <a:pt x="0" y="0"/>
                    </a:moveTo>
                    <a:lnTo>
                      <a:pt x="2875" y="5548"/>
                    </a:lnTo>
                    <a:lnTo>
                      <a:pt x="5262" y="6523"/>
                    </a:lnTo>
                    <a:lnTo>
                      <a:pt x="2387" y="864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74" name="Surface mesh patch"/>
              <p:cNvSpPr/>
              <p:nvPr/>
            </p:nvSpPr>
            <p:spPr>
              <a:xfrm>
                <a:off x="16640042" y="1914036"/>
                <a:ext cx="50120" cy="543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6">
                    <a:moveTo>
                      <a:pt x="0" y="433"/>
                    </a:moveTo>
                    <a:lnTo>
                      <a:pt x="2875" y="5706"/>
                    </a:lnTo>
                    <a:lnTo>
                      <a:pt x="5262" y="51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56dec"/>
              </a:solidFill>
              <a:ln w="3334" cap="flat" cmpd="sng" algn="ctr">
                <a:solidFill>
                  <a:srgbClr val="556d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75" name="Surface mesh patch"/>
              <p:cNvSpPr/>
              <p:nvPr/>
            </p:nvSpPr>
            <p:spPr>
              <a:xfrm>
                <a:off x="16690162" y="1941675"/>
                <a:ext cx="50120" cy="636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678">
                    <a:moveTo>
                      <a:pt x="0" y="2256"/>
                    </a:moveTo>
                    <a:lnTo>
                      <a:pt x="2875" y="6678"/>
                    </a:lnTo>
                    <a:lnTo>
                      <a:pt x="5262" y="41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85ee7"/>
              </a:solidFill>
              <a:ln w="3334" cap="flat" cmpd="sng" algn="ctr">
                <a:solidFill>
                  <a:srgbClr val="485e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76" name="Surface mesh patch"/>
              <p:cNvSpPr/>
              <p:nvPr/>
            </p:nvSpPr>
            <p:spPr>
              <a:xfrm>
                <a:off x="16740282" y="1939441"/>
                <a:ext cx="50120" cy="710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57">
                    <a:moveTo>
                      <a:pt x="0" y="4340"/>
                    </a:moveTo>
                    <a:lnTo>
                      <a:pt x="2875" y="7457"/>
                    </a:lnTo>
                    <a:lnTo>
                      <a:pt x="5262" y="26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75de7"/>
              </a:solidFill>
              <a:ln w="3334" cap="flat" cmpd="sng" algn="ctr">
                <a:solidFill>
                  <a:srgbClr val="475d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77" name="Surface mesh patch"/>
              <p:cNvSpPr/>
              <p:nvPr/>
            </p:nvSpPr>
            <p:spPr>
              <a:xfrm>
                <a:off x="16790401" y="1904583"/>
                <a:ext cx="50120" cy="757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54">
                    <a:moveTo>
                      <a:pt x="0" y="6342"/>
                    </a:moveTo>
                    <a:lnTo>
                      <a:pt x="2875" y="7954"/>
                    </a:lnTo>
                    <a:lnTo>
                      <a:pt x="5262" y="11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36bec"/>
              </a:solidFill>
              <a:ln w="3334" cap="flat" cmpd="sng" algn="ctr">
                <a:solidFill>
                  <a:srgbClr val="536b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78" name="Surface mesh patch"/>
              <p:cNvSpPr/>
              <p:nvPr/>
            </p:nvSpPr>
            <p:spPr>
              <a:xfrm>
                <a:off x="16840521" y="1839422"/>
                <a:ext cx="50120" cy="787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67">
                    <a:moveTo>
                      <a:pt x="0" y="8019"/>
                    </a:moveTo>
                    <a:lnTo>
                      <a:pt x="2875" y="8267"/>
                    </a:lnTo>
                    <a:lnTo>
                      <a:pt x="5262" y="0"/>
                    </a:lnTo>
                    <a:lnTo>
                      <a:pt x="2387" y="61"/>
                    </a:lnTo>
                    <a:close/>
                  </a:path>
                </a:pathLst>
              </a:custGeom>
              <a:solidFill>
                <a:srgbClr val="6b87f5"/>
              </a:solidFill>
              <a:ln w="3334" cap="flat" cmpd="sng" algn="ctr">
                <a:solidFill>
                  <a:srgbClr val="6b87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79" name="Surface mesh patch"/>
              <p:cNvSpPr/>
              <p:nvPr/>
            </p:nvSpPr>
            <p:spPr>
              <a:xfrm>
                <a:off x="16890641" y="1746928"/>
                <a:ext cx="50120" cy="924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11">
                    <a:moveTo>
                      <a:pt x="0" y="9711"/>
                    </a:moveTo>
                    <a:lnTo>
                      <a:pt x="2875" y="9084"/>
                    </a:lnTo>
                    <a:lnTo>
                      <a:pt x="5262" y="0"/>
                    </a:lnTo>
                    <a:lnTo>
                      <a:pt x="2387" y="695"/>
                    </a:lnTo>
                    <a:close/>
                  </a:path>
                </a:pathLst>
              </a:custGeom>
              <a:solidFill>
                <a:srgbClr val="89a6fd"/>
              </a:solidFill>
              <a:ln w="3334" cap="flat" cmpd="sng" algn="ctr">
                <a:solidFill>
                  <a:srgbClr val="89a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80" name="Surface mesh patch"/>
              <p:cNvSpPr/>
              <p:nvPr/>
            </p:nvSpPr>
            <p:spPr>
              <a:xfrm>
                <a:off x="16940760" y="1652124"/>
                <a:ext cx="50120" cy="948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53">
                    <a:moveTo>
                      <a:pt x="0" y="9953"/>
                    </a:moveTo>
                    <a:lnTo>
                      <a:pt x="2875" y="9212"/>
                    </a:lnTo>
                    <a:lnTo>
                      <a:pt x="5262" y="0"/>
                    </a:lnTo>
                    <a:lnTo>
                      <a:pt x="2387" y="472"/>
                    </a:lnTo>
                    <a:close/>
                  </a:path>
                </a:pathLst>
              </a:custGeom>
              <a:solidFill>
                <a:srgbClr val="a3bffd"/>
              </a:solidFill>
              <a:ln w="3334" cap="flat" cmpd="sng" algn="ctr">
                <a:solidFill>
                  <a:srgbClr val="a3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81" name="Surface mesh patch"/>
              <p:cNvSpPr/>
              <p:nvPr/>
            </p:nvSpPr>
            <p:spPr>
              <a:xfrm>
                <a:off x="16990880" y="1562606"/>
                <a:ext cx="50120" cy="89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05">
                    <a:moveTo>
                      <a:pt x="0" y="9398"/>
                    </a:moveTo>
                    <a:lnTo>
                      <a:pt x="2875" y="9405"/>
                    </a:lnTo>
                    <a:lnTo>
                      <a:pt x="5262" y="6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82" name="Surface mesh patch"/>
              <p:cNvSpPr/>
              <p:nvPr/>
            </p:nvSpPr>
            <p:spPr>
              <a:xfrm>
                <a:off x="17041000" y="1485050"/>
                <a:ext cx="50120" cy="981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00">
                    <a:moveTo>
                      <a:pt x="0" y="8821"/>
                    </a:moveTo>
                    <a:lnTo>
                      <a:pt x="2875" y="10300"/>
                    </a:lnTo>
                    <a:lnTo>
                      <a:pt x="5262" y="25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4dff3"/>
              </a:solidFill>
              <a:ln w="3334" cap="flat" cmpd="sng" algn="ctr">
                <a:solidFill>
                  <a:srgbClr val="d4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83" name="Surface mesh patch"/>
              <p:cNvSpPr/>
              <p:nvPr/>
            </p:nvSpPr>
            <p:spPr>
              <a:xfrm>
                <a:off x="17091119" y="1435024"/>
                <a:ext cx="50120" cy="1056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094">
                    <a:moveTo>
                      <a:pt x="0" y="7805"/>
                    </a:moveTo>
                    <a:lnTo>
                      <a:pt x="2875" y="11094"/>
                    </a:lnTo>
                    <a:lnTo>
                      <a:pt x="5262" y="46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fe1e9"/>
              </a:solidFill>
              <a:ln w="3334" cap="flat" cmpd="sng" algn="ctr">
                <a:solidFill>
                  <a:srgbClr val="dfe1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84" name="Surface mesh patch"/>
              <p:cNvSpPr/>
              <p:nvPr/>
            </p:nvSpPr>
            <p:spPr>
              <a:xfrm>
                <a:off x="17141239" y="1417971"/>
                <a:ext cx="50120" cy="1082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361">
                    <a:moveTo>
                      <a:pt x="0" y="6455"/>
                    </a:moveTo>
                    <a:lnTo>
                      <a:pt x="2875" y="11361"/>
                    </a:lnTo>
                    <a:lnTo>
                      <a:pt x="5262" y="63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2dfe3"/>
              </a:solidFill>
              <a:ln w="3334" cap="flat" cmpd="sng" algn="ctr">
                <a:solidFill>
                  <a:srgbClr val="e2df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85" name="Surface mesh patch"/>
              <p:cNvSpPr/>
              <p:nvPr/>
            </p:nvSpPr>
            <p:spPr>
              <a:xfrm>
                <a:off x="17191358" y="1431583"/>
                <a:ext cx="50120" cy="1030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18">
                    <a:moveTo>
                      <a:pt x="0" y="4957"/>
                    </a:moveTo>
                    <a:lnTo>
                      <a:pt x="2875" y="10818"/>
                    </a:lnTo>
                    <a:lnTo>
                      <a:pt x="5262" y="72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e0e0e8"/>
              </a:solidFill>
              <a:ln w="3334" cap="flat" cmpd="sng" algn="ctr">
                <a:solidFill>
                  <a:srgbClr val="e0e0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86" name="Surface mesh patch"/>
              <p:cNvSpPr/>
              <p:nvPr/>
            </p:nvSpPr>
            <p:spPr>
              <a:xfrm>
                <a:off x="17241478" y="1466398"/>
                <a:ext cx="50120" cy="903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88">
                    <a:moveTo>
                      <a:pt x="0" y="3555"/>
                    </a:moveTo>
                    <a:lnTo>
                      <a:pt x="2875" y="9488"/>
                    </a:lnTo>
                    <a:lnTo>
                      <a:pt x="5262" y="69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87" name="Surface mesh patch"/>
              <p:cNvSpPr/>
              <p:nvPr/>
            </p:nvSpPr>
            <p:spPr>
              <a:xfrm>
                <a:off x="17291598" y="1509317"/>
                <a:ext cx="50120" cy="731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75">
                    <a:moveTo>
                      <a:pt x="0" y="2462"/>
                    </a:moveTo>
                    <a:lnTo>
                      <a:pt x="2875" y="7675"/>
                    </a:lnTo>
                    <a:lnTo>
                      <a:pt x="5262" y="58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edcf5"/>
              </a:solidFill>
              <a:ln w="3334" cap="flat" cmpd="sng" algn="ctr">
                <a:solidFill>
                  <a:srgbClr val="ce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88" name="Surface mesh patch"/>
              <p:cNvSpPr/>
              <p:nvPr/>
            </p:nvSpPr>
            <p:spPr>
              <a:xfrm>
                <a:off x="17341717" y="1548242"/>
                <a:ext cx="50120" cy="552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97">
                    <a:moveTo>
                      <a:pt x="0" y="1777"/>
                    </a:moveTo>
                    <a:lnTo>
                      <a:pt x="2875" y="5797"/>
                    </a:lnTo>
                    <a:lnTo>
                      <a:pt x="5262" y="4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89" name="Surface mesh patch"/>
              <p:cNvSpPr/>
              <p:nvPr/>
            </p:nvSpPr>
            <p:spPr>
              <a:xfrm>
                <a:off x="17391837" y="1575413"/>
                <a:ext cx="50120" cy="398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88">
                    <a:moveTo>
                      <a:pt x="0" y="1473"/>
                    </a:moveTo>
                    <a:lnTo>
                      <a:pt x="2875" y="4188"/>
                    </a:lnTo>
                    <a:lnTo>
                      <a:pt x="5262" y="27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90" name="Surface mesh patch"/>
              <p:cNvSpPr/>
              <p:nvPr/>
            </p:nvSpPr>
            <p:spPr>
              <a:xfrm>
                <a:off x="17441957" y="1588237"/>
                <a:ext cx="50120" cy="286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04">
                    <a:moveTo>
                      <a:pt x="0" y="1436"/>
                    </a:moveTo>
                    <a:lnTo>
                      <a:pt x="2875" y="3004"/>
                    </a:lnTo>
                    <a:lnTo>
                      <a:pt x="5262" y="15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91" name="Surface mesh patch"/>
              <p:cNvSpPr/>
              <p:nvPr/>
            </p:nvSpPr>
            <p:spPr>
              <a:xfrm>
                <a:off x="17492076" y="1588115"/>
                <a:ext cx="50120" cy="213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45">
                    <a:moveTo>
                      <a:pt x="0" y="1529"/>
                    </a:moveTo>
                    <a:lnTo>
                      <a:pt x="2875" y="2245"/>
                    </a:lnTo>
                    <a:lnTo>
                      <a:pt x="5262" y="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92" name="Surface mesh patch"/>
              <p:cNvSpPr/>
              <p:nvPr/>
            </p:nvSpPr>
            <p:spPr>
              <a:xfrm>
                <a:off x="17542196" y="1578595"/>
                <a:ext cx="50120" cy="174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2">
                    <a:moveTo>
                      <a:pt x="0" y="1638"/>
                    </a:moveTo>
                    <a:lnTo>
                      <a:pt x="2875" y="1832"/>
                    </a:lnTo>
                    <a:lnTo>
                      <a:pt x="5262" y="1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93" name="Surface mesh patch"/>
              <p:cNvSpPr/>
              <p:nvPr/>
            </p:nvSpPr>
            <p:spPr>
              <a:xfrm>
                <a:off x="17592316" y="1563806"/>
                <a:ext cx="50120" cy="161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0">
                    <a:moveTo>
                      <a:pt x="0" y="1700"/>
                    </a:moveTo>
                    <a:lnTo>
                      <a:pt x="2875" y="1679"/>
                    </a:lnTo>
                    <a:lnTo>
                      <a:pt x="5262" y="0"/>
                    </a:lnTo>
                    <a:lnTo>
                      <a:pt x="2387" y="9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94" name="Surface mesh patch"/>
              <p:cNvSpPr/>
              <p:nvPr/>
            </p:nvSpPr>
            <p:spPr>
              <a:xfrm>
                <a:off x="17642435" y="1548033"/>
                <a:ext cx="50120" cy="16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5">
                    <a:moveTo>
                      <a:pt x="0" y="1656"/>
                    </a:moveTo>
                    <a:lnTo>
                      <a:pt x="2875" y="1685"/>
                    </a:lnTo>
                    <a:lnTo>
                      <a:pt x="5262" y="1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95" name="Surface mesh patch"/>
              <p:cNvSpPr/>
              <p:nvPr/>
            </p:nvSpPr>
            <p:spPr>
              <a:xfrm>
                <a:off x="17692555" y="1534428"/>
                <a:ext cx="50120" cy="173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9">
                    <a:moveTo>
                      <a:pt x="0" y="1531"/>
                    </a:moveTo>
                    <a:lnTo>
                      <a:pt x="2875" y="1819"/>
                    </a:lnTo>
                    <a:lnTo>
                      <a:pt x="5262" y="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96" name="Surface mesh patch"/>
              <p:cNvSpPr/>
              <p:nvPr/>
            </p:nvSpPr>
            <p:spPr>
              <a:xfrm>
                <a:off x="16216353" y="1608361"/>
                <a:ext cx="50120" cy="115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9">
                    <a:moveTo>
                      <a:pt x="0" y="968"/>
                    </a:moveTo>
                    <a:lnTo>
                      <a:pt x="2875" y="1209"/>
                    </a:lnTo>
                    <a:lnTo>
                      <a:pt x="5262" y="3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97" name="Surface mesh patch"/>
              <p:cNvSpPr/>
              <p:nvPr/>
            </p:nvSpPr>
            <p:spPr>
              <a:xfrm>
                <a:off x="16266473" y="1606454"/>
                <a:ext cx="50120" cy="125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576"/>
                    </a:moveTo>
                    <a:lnTo>
                      <a:pt x="2875" y="1322"/>
                    </a:lnTo>
                    <a:lnTo>
                      <a:pt x="5262" y="9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98" name="Surface mesh patch"/>
              <p:cNvSpPr/>
              <p:nvPr/>
            </p:nvSpPr>
            <p:spPr>
              <a:xfrm>
                <a:off x="16316593" y="1615026"/>
                <a:ext cx="50120" cy="16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9">
                    <a:moveTo>
                      <a:pt x="0" y="60"/>
                    </a:moveTo>
                    <a:lnTo>
                      <a:pt x="2875" y="1497"/>
                    </a:lnTo>
                    <a:lnTo>
                      <a:pt x="5262" y="173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99" name="Surface mesh patch"/>
              <p:cNvSpPr/>
              <p:nvPr/>
            </p:nvSpPr>
            <p:spPr>
              <a:xfrm>
                <a:off x="16366712" y="1631586"/>
                <a:ext cx="50120" cy="306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18">
                    <a:moveTo>
                      <a:pt x="0" y="0"/>
                    </a:moveTo>
                    <a:lnTo>
                      <a:pt x="2875" y="2274"/>
                    </a:lnTo>
                    <a:lnTo>
                      <a:pt x="5262" y="3218"/>
                    </a:lnTo>
                    <a:lnTo>
                      <a:pt x="2387" y="554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00" name="Surface mesh patch"/>
              <p:cNvSpPr/>
              <p:nvPr/>
            </p:nvSpPr>
            <p:spPr>
              <a:xfrm>
                <a:off x="16416832" y="1662237"/>
                <a:ext cx="50120" cy="462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58">
                    <a:moveTo>
                      <a:pt x="0" y="0"/>
                    </a:moveTo>
                    <a:lnTo>
                      <a:pt x="2875" y="3196"/>
                    </a:lnTo>
                    <a:lnTo>
                      <a:pt x="5262" y="4858"/>
                    </a:lnTo>
                    <a:lnTo>
                      <a:pt x="2387" y="1202"/>
                    </a:lnTo>
                    <a:close/>
                  </a:path>
                </a:pathLst>
              </a:custGeom>
              <a:solidFill>
                <a:srgbClr val="aecbfd"/>
              </a:solidFill>
              <a:ln w="3334" cap="flat" cmpd="sng" algn="ctr">
                <a:solidFill>
                  <a:srgbClr val="ae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01" name="Surface mesh patch"/>
              <p:cNvSpPr/>
              <p:nvPr/>
            </p:nvSpPr>
            <p:spPr>
              <a:xfrm>
                <a:off x="16466952" y="1708510"/>
                <a:ext cx="50120" cy="604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43">
                    <a:moveTo>
                      <a:pt x="0" y="0"/>
                    </a:moveTo>
                    <a:lnTo>
                      <a:pt x="2875" y="4101"/>
                    </a:lnTo>
                    <a:lnTo>
                      <a:pt x="5262" y="6343"/>
                    </a:lnTo>
                    <a:lnTo>
                      <a:pt x="2387" y="176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02" name="Surface mesh patch"/>
              <p:cNvSpPr/>
              <p:nvPr/>
            </p:nvSpPr>
            <p:spPr>
              <a:xfrm>
                <a:off x="16517071" y="1768923"/>
                <a:ext cx="50120" cy="696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14">
                    <a:moveTo>
                      <a:pt x="0" y="0"/>
                    </a:moveTo>
                    <a:lnTo>
                      <a:pt x="2875" y="4845"/>
                    </a:lnTo>
                    <a:lnTo>
                      <a:pt x="5262" y="7314"/>
                    </a:lnTo>
                    <a:lnTo>
                      <a:pt x="2387" y="2040"/>
                    </a:lnTo>
                    <a:close/>
                  </a:path>
                </a:pathLst>
              </a:custGeom>
              <a:solidFill>
                <a:srgbClr val="8caafd"/>
              </a:solidFill>
              <a:ln w="3334" cap="flat" cmpd="sng" algn="ctr">
                <a:solidFill>
                  <a:srgbClr val="8c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03" name="Surface mesh patch"/>
              <p:cNvSpPr/>
              <p:nvPr/>
            </p:nvSpPr>
            <p:spPr>
              <a:xfrm>
                <a:off x="16567191" y="1838584"/>
                <a:ext cx="50120" cy="7028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79">
                    <a:moveTo>
                      <a:pt x="0" y="0"/>
                    </a:moveTo>
                    <a:lnTo>
                      <a:pt x="2875" y="5258"/>
                    </a:lnTo>
                    <a:lnTo>
                      <a:pt x="5262" y="7379"/>
                    </a:lnTo>
                    <a:lnTo>
                      <a:pt x="2387" y="1831"/>
                    </a:lnTo>
                    <a:close/>
                  </a:path>
                </a:pathLst>
              </a:custGeom>
              <a:solidFill>
                <a:srgbClr val="7591f9"/>
              </a:solidFill>
              <a:ln w="3334" cap="flat" cmpd="sng" algn="ctr">
                <a:solidFill>
                  <a:srgbClr val="7591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04" name="Surface mesh patch"/>
              <p:cNvSpPr/>
              <p:nvPr/>
            </p:nvSpPr>
            <p:spPr>
              <a:xfrm>
                <a:off x="16617311" y="1908872"/>
                <a:ext cx="50120" cy="595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8">
                    <a:moveTo>
                      <a:pt x="0" y="0"/>
                    </a:moveTo>
                    <a:lnTo>
                      <a:pt x="2875" y="5186"/>
                    </a:lnTo>
                    <a:lnTo>
                      <a:pt x="5262" y="6248"/>
                    </a:lnTo>
                    <a:lnTo>
                      <a:pt x="2387" y="975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05" name="Surface mesh patch"/>
              <p:cNvSpPr/>
              <p:nvPr/>
            </p:nvSpPr>
            <p:spPr>
              <a:xfrm>
                <a:off x="16667430" y="1963161"/>
                <a:ext cx="50120" cy="485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8">
                    <a:moveTo>
                      <a:pt x="0" y="548"/>
                    </a:moveTo>
                    <a:lnTo>
                      <a:pt x="2875" y="5098"/>
                    </a:lnTo>
                    <a:lnTo>
                      <a:pt x="5262" y="4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65de7"/>
              </a:solidFill>
              <a:ln w="3334" cap="flat" cmpd="sng" algn="ctr">
                <a:solidFill>
                  <a:srgbClr val="465d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06" name="Surface mesh patch"/>
              <p:cNvSpPr/>
              <p:nvPr/>
            </p:nvSpPr>
            <p:spPr>
              <a:xfrm>
                <a:off x="16717550" y="1980780"/>
                <a:ext cx="50120" cy="569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76">
                    <a:moveTo>
                      <a:pt x="0" y="2573"/>
                    </a:moveTo>
                    <a:lnTo>
                      <a:pt x="2875" y="5976"/>
                    </a:lnTo>
                    <a:lnTo>
                      <a:pt x="5262" y="31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d52e3"/>
              </a:solidFill>
              <a:ln w="3334" cap="flat" cmpd="sng" algn="ctr">
                <a:solidFill>
                  <a:srgbClr val="3d52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07" name="Surface mesh patch"/>
              <p:cNvSpPr/>
              <p:nvPr/>
            </p:nvSpPr>
            <p:spPr>
              <a:xfrm>
                <a:off x="16767669" y="1964989"/>
                <a:ext cx="50120" cy="640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22">
                    <a:moveTo>
                      <a:pt x="0" y="4775"/>
                    </a:moveTo>
                    <a:lnTo>
                      <a:pt x="2875" y="6722"/>
                    </a:lnTo>
                    <a:lnTo>
                      <a:pt x="5262" y="16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257e5"/>
              </a:solidFill>
              <a:ln w="3334" cap="flat" cmpd="sng" algn="ctr">
                <a:solidFill>
                  <a:srgbClr val="4257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08" name="Surface mesh patch"/>
              <p:cNvSpPr/>
              <p:nvPr/>
            </p:nvSpPr>
            <p:spPr>
              <a:xfrm>
                <a:off x="16817789" y="1915800"/>
                <a:ext cx="50120" cy="692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75">
                    <a:moveTo>
                      <a:pt x="0" y="6776"/>
                    </a:moveTo>
                    <a:lnTo>
                      <a:pt x="2875" y="7275"/>
                    </a:lnTo>
                    <a:lnTo>
                      <a:pt x="5262" y="2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536bec"/>
              </a:solidFill>
              <a:ln w="3334" cap="flat" cmpd="sng" algn="ctr">
                <a:solidFill>
                  <a:srgbClr val="536b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09" name="Surface mesh patch"/>
              <p:cNvSpPr/>
              <p:nvPr/>
            </p:nvSpPr>
            <p:spPr>
              <a:xfrm>
                <a:off x="16867909" y="1833457"/>
                <a:ext cx="50120" cy="847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93">
                    <a:moveTo>
                      <a:pt x="0" y="8893"/>
                    </a:moveTo>
                    <a:lnTo>
                      <a:pt x="2875" y="8306"/>
                    </a:lnTo>
                    <a:lnTo>
                      <a:pt x="5262" y="0"/>
                    </a:lnTo>
                    <a:lnTo>
                      <a:pt x="2387" y="626"/>
                    </a:lnTo>
                    <a:close/>
                  </a:path>
                </a:pathLst>
              </a:custGeom>
              <a:solidFill>
                <a:srgbClr val="708cf7"/>
              </a:solidFill>
              <a:ln w="3334" cap="flat" cmpd="sng" algn="ctr">
                <a:solidFill>
                  <a:srgbClr val="708c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10" name="Surface mesh patch"/>
              <p:cNvSpPr/>
              <p:nvPr/>
            </p:nvSpPr>
            <p:spPr>
              <a:xfrm>
                <a:off x="16918028" y="1739872"/>
                <a:ext cx="50120" cy="935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825">
                    <a:moveTo>
                      <a:pt x="0" y="9825"/>
                    </a:moveTo>
                    <a:lnTo>
                      <a:pt x="2875" y="8813"/>
                    </a:lnTo>
                    <a:lnTo>
                      <a:pt x="5262" y="0"/>
                    </a:lnTo>
                    <a:lnTo>
                      <a:pt x="2387" y="741"/>
                    </a:lnTo>
                    <a:close/>
                  </a:path>
                </a:pathLst>
              </a:custGeom>
              <a:solidFill>
                <a:srgbClr val="8dabfd"/>
              </a:solidFill>
              <a:ln w="3334" cap="flat" cmpd="sng" algn="ctr">
                <a:solidFill>
                  <a:srgbClr val="8d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11" name="Surface mesh patch"/>
              <p:cNvSpPr/>
              <p:nvPr/>
            </p:nvSpPr>
            <p:spPr>
              <a:xfrm>
                <a:off x="16968148" y="1652124"/>
                <a:ext cx="50120" cy="877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12">
                    <a:moveTo>
                      <a:pt x="0" y="9212"/>
                    </a:moveTo>
                    <a:lnTo>
                      <a:pt x="2875" y="8578"/>
                    </a:lnTo>
                    <a:lnTo>
                      <a:pt x="5262" y="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12" name="Surface mesh patch"/>
              <p:cNvSpPr/>
              <p:nvPr/>
            </p:nvSpPr>
            <p:spPr>
              <a:xfrm>
                <a:off x="17018268" y="1569071"/>
                <a:ext cx="50120" cy="876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01">
                    <a:moveTo>
                      <a:pt x="0" y="8726"/>
                    </a:moveTo>
                    <a:lnTo>
                      <a:pt x="2875" y="9201"/>
                    </a:lnTo>
                    <a:lnTo>
                      <a:pt x="5262" y="14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13" name="Surface mesh patch"/>
              <p:cNvSpPr/>
              <p:nvPr/>
            </p:nvSpPr>
            <p:spPr>
              <a:xfrm>
                <a:off x="17068387" y="1509370"/>
                <a:ext cx="50120" cy="929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757">
                    <a:moveTo>
                      <a:pt x="0" y="7747"/>
                    </a:moveTo>
                    <a:lnTo>
                      <a:pt x="2875" y="9757"/>
                    </a:lnTo>
                    <a:lnTo>
                      <a:pt x="5262" y="32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4"/>
              </a:solidFill>
              <a:ln w="3334" cap="flat" cmpd="sng" algn="ctr">
                <a:solidFill>
                  <a:srgbClr val="cfdd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14" name="Surface mesh patch"/>
              <p:cNvSpPr/>
              <p:nvPr/>
            </p:nvSpPr>
            <p:spPr>
              <a:xfrm>
                <a:off x="17118507" y="1479451"/>
                <a:ext cx="50120" cy="947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51">
                    <a:moveTo>
                      <a:pt x="0" y="6430"/>
                    </a:moveTo>
                    <a:lnTo>
                      <a:pt x="2875" y="9951"/>
                    </a:lnTo>
                    <a:lnTo>
                      <a:pt x="5262" y="49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8e2f2"/>
              </a:solidFill>
              <a:ln w="3334" cap="flat" cmpd="sng" algn="ctr">
                <a:solidFill>
                  <a:srgbClr val="d8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15" name="Surface mesh patch"/>
              <p:cNvSpPr/>
              <p:nvPr/>
            </p:nvSpPr>
            <p:spPr>
              <a:xfrm>
                <a:off x="17168627" y="1478796"/>
                <a:ext cx="50120" cy="909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50">
                    <a:moveTo>
                      <a:pt x="0" y="4975"/>
                    </a:moveTo>
                    <a:lnTo>
                      <a:pt x="2875" y="9550"/>
                    </a:lnTo>
                    <a:lnTo>
                      <a:pt x="5262" y="58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9e2f2"/>
              </a:solidFill>
              <a:ln w="3334" cap="flat" cmpd="sng" algn="ctr">
                <a:solidFill>
                  <a:srgbClr val="d9e2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16" name="Surface mesh patch"/>
              <p:cNvSpPr/>
              <p:nvPr/>
            </p:nvSpPr>
            <p:spPr>
              <a:xfrm>
                <a:off x="17218746" y="1500261"/>
                <a:ext cx="50120" cy="81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21">
                    <a:moveTo>
                      <a:pt x="0" y="3608"/>
                    </a:moveTo>
                    <a:lnTo>
                      <a:pt x="2875" y="8521"/>
                    </a:lnTo>
                    <a:lnTo>
                      <a:pt x="5262" y="59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d3dff3"/>
              </a:solidFill>
              <a:ln w="3334" cap="flat" cmpd="sng" algn="ctr">
                <a:solidFill>
                  <a:srgbClr val="d3d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17" name="Surface mesh patch"/>
              <p:cNvSpPr/>
              <p:nvPr/>
            </p:nvSpPr>
            <p:spPr>
              <a:xfrm>
                <a:off x="17268866" y="1532763"/>
                <a:ext cx="50120" cy="67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62">
                    <a:moveTo>
                      <a:pt x="0" y="2520"/>
                    </a:moveTo>
                    <a:lnTo>
                      <a:pt x="2875" y="7062"/>
                    </a:lnTo>
                    <a:lnTo>
                      <a:pt x="5262" y="52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18" name="Surface mesh patch"/>
              <p:cNvSpPr/>
              <p:nvPr/>
            </p:nvSpPr>
            <p:spPr>
              <a:xfrm>
                <a:off x="17318986" y="1565165"/>
                <a:ext cx="50120" cy="522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90">
                    <a:moveTo>
                      <a:pt x="0" y="1812"/>
                    </a:moveTo>
                    <a:lnTo>
                      <a:pt x="2875" y="5490"/>
                    </a:lnTo>
                    <a:lnTo>
                      <a:pt x="5262" y="40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19" name="Surface mesh patch"/>
              <p:cNvSpPr/>
              <p:nvPr/>
            </p:nvSpPr>
            <p:spPr>
              <a:xfrm>
                <a:off x="17369105" y="1589442"/>
                <a:ext cx="50120" cy="38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88">
                    <a:moveTo>
                      <a:pt x="0" y="1472"/>
                    </a:moveTo>
                    <a:lnTo>
                      <a:pt x="2875" y="4088"/>
                    </a:lnTo>
                    <a:lnTo>
                      <a:pt x="5262" y="271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20" name="Surface mesh patch"/>
              <p:cNvSpPr/>
              <p:nvPr/>
            </p:nvSpPr>
            <p:spPr>
              <a:xfrm>
                <a:off x="17419225" y="1601914"/>
                <a:ext cx="50120" cy="286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11">
                    <a:moveTo>
                      <a:pt x="0" y="1405"/>
                    </a:moveTo>
                    <a:lnTo>
                      <a:pt x="2875" y="3011"/>
                    </a:lnTo>
                    <a:lnTo>
                      <a:pt x="5262" y="15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21" name="Surface mesh patch"/>
              <p:cNvSpPr/>
              <p:nvPr/>
            </p:nvSpPr>
            <p:spPr>
              <a:xfrm>
                <a:off x="17469344" y="1602676"/>
                <a:ext cx="50120" cy="21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5">
                    <a:moveTo>
                      <a:pt x="0" y="1488"/>
                    </a:moveTo>
                    <a:lnTo>
                      <a:pt x="2875" y="2285"/>
                    </a:lnTo>
                    <a:lnTo>
                      <a:pt x="5262" y="7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22" name="Surface mesh patch"/>
              <p:cNvSpPr/>
              <p:nvPr/>
            </p:nvSpPr>
            <p:spPr>
              <a:xfrm>
                <a:off x="17519464" y="1594196"/>
                <a:ext cx="50120" cy="177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1607"/>
                    </a:moveTo>
                    <a:lnTo>
                      <a:pt x="2875" y="1861"/>
                    </a:lnTo>
                    <a:lnTo>
                      <a:pt x="5262" y="1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23" name="Surface mesh patch"/>
              <p:cNvSpPr/>
              <p:nvPr/>
            </p:nvSpPr>
            <p:spPr>
              <a:xfrm>
                <a:off x="17569584" y="1579802"/>
                <a:ext cx="50120" cy="16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5">
                    <a:moveTo>
                      <a:pt x="0" y="1705"/>
                    </a:moveTo>
                    <a:lnTo>
                      <a:pt x="2875" y="1692"/>
                    </a:lnTo>
                    <a:lnTo>
                      <a:pt x="5262" y="0"/>
                    </a:lnTo>
                    <a:lnTo>
                      <a:pt x="2387" y="21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24" name="Surface mesh patch"/>
              <p:cNvSpPr/>
              <p:nvPr/>
            </p:nvSpPr>
            <p:spPr>
              <a:xfrm>
                <a:off x="17619703" y="1563806"/>
                <a:ext cx="50120" cy="159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79">
                    <a:moveTo>
                      <a:pt x="0" y="1679"/>
                    </a:moveTo>
                    <a:lnTo>
                      <a:pt x="2875" y="1654"/>
                    </a:lnTo>
                    <a:lnTo>
                      <a:pt x="5262" y="2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25" name="Surface mesh patch"/>
              <p:cNvSpPr/>
              <p:nvPr/>
            </p:nvSpPr>
            <p:spPr>
              <a:xfrm>
                <a:off x="17669823" y="1549013"/>
                <a:ext cx="50120" cy="16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1">
                    <a:moveTo>
                      <a:pt x="0" y="1582"/>
                    </a:moveTo>
                    <a:lnTo>
                      <a:pt x="2875" y="1761"/>
                    </a:lnTo>
                    <a:lnTo>
                      <a:pt x="5262" y="2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af6"/>
              </a:solidFill>
              <a:ln w="3334" cap="flat" cmpd="sng" algn="ctr">
                <a:solidFill>
                  <a:srgbClr val="ca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26" name="Surface mesh patch"/>
              <p:cNvSpPr/>
              <p:nvPr/>
            </p:nvSpPr>
            <p:spPr>
              <a:xfrm>
                <a:off x="16243741" y="1611936"/>
                <a:ext cx="50120" cy="132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93">
                    <a:moveTo>
                      <a:pt x="0" y="833"/>
                    </a:moveTo>
                    <a:lnTo>
                      <a:pt x="2875" y="1393"/>
                    </a:lnTo>
                    <a:lnTo>
                      <a:pt x="5262" y="7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9f7"/>
              </a:solidFill>
              <a:ln w="3334" cap="flat" cmpd="sng" algn="ctr">
                <a:solidFill>
                  <a:srgbClr val="c8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27" name="Surface mesh patch"/>
              <p:cNvSpPr/>
              <p:nvPr/>
            </p:nvSpPr>
            <p:spPr>
              <a:xfrm>
                <a:off x="16293861" y="1615602"/>
                <a:ext cx="50120" cy="145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29">
                    <a:moveTo>
                      <a:pt x="0" y="362"/>
                    </a:moveTo>
                    <a:lnTo>
                      <a:pt x="2875" y="1529"/>
                    </a:lnTo>
                    <a:lnTo>
                      <a:pt x="5262" y="14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28" name="Surface mesh patch"/>
              <p:cNvSpPr/>
              <p:nvPr/>
            </p:nvSpPr>
            <p:spPr>
              <a:xfrm>
                <a:off x="16343980" y="1629289"/>
                <a:ext cx="50120" cy="239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16">
                    <a:moveTo>
                      <a:pt x="0" y="0"/>
                    </a:moveTo>
                    <a:lnTo>
                      <a:pt x="2875" y="1916"/>
                    </a:lnTo>
                    <a:lnTo>
                      <a:pt x="5262" y="2516"/>
                    </a:lnTo>
                    <a:lnTo>
                      <a:pt x="2387" y="241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29" name="Surface mesh patch"/>
              <p:cNvSpPr/>
              <p:nvPr/>
            </p:nvSpPr>
            <p:spPr>
              <a:xfrm>
                <a:off x="16394100" y="1653250"/>
                <a:ext cx="50120" cy="39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40">
                    <a:moveTo>
                      <a:pt x="0" y="0"/>
                    </a:moveTo>
                    <a:lnTo>
                      <a:pt x="2875" y="2753"/>
                    </a:lnTo>
                    <a:lnTo>
                      <a:pt x="5262" y="4140"/>
                    </a:lnTo>
                    <a:lnTo>
                      <a:pt x="2387" y="944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30" name="Surface mesh patch"/>
              <p:cNvSpPr/>
              <p:nvPr/>
            </p:nvSpPr>
            <p:spPr>
              <a:xfrm>
                <a:off x="16444220" y="1692680"/>
                <a:ext cx="50120" cy="548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63">
                    <a:moveTo>
                      <a:pt x="0" y="0"/>
                    </a:moveTo>
                    <a:lnTo>
                      <a:pt x="2875" y="3603"/>
                    </a:lnTo>
                    <a:lnTo>
                      <a:pt x="5262" y="5763"/>
                    </a:lnTo>
                    <a:lnTo>
                      <a:pt x="2387" y="1662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31" name="Surface mesh patch"/>
              <p:cNvSpPr/>
              <p:nvPr/>
            </p:nvSpPr>
            <p:spPr>
              <a:xfrm>
                <a:off x="16494339" y="1747570"/>
                <a:ext cx="50120" cy="675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7">
                    <a:moveTo>
                      <a:pt x="0" y="0"/>
                    </a:moveTo>
                    <a:lnTo>
                      <a:pt x="2875" y="4349"/>
                    </a:lnTo>
                    <a:lnTo>
                      <a:pt x="5262" y="7087"/>
                    </a:lnTo>
                    <a:lnTo>
                      <a:pt x="2387" y="2242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32" name="Surface mesh patch"/>
              <p:cNvSpPr/>
              <p:nvPr/>
            </p:nvSpPr>
            <p:spPr>
              <a:xfrm>
                <a:off x="16544459" y="1815073"/>
                <a:ext cx="50120" cy="735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27">
                    <a:moveTo>
                      <a:pt x="0" y="0"/>
                    </a:moveTo>
                    <a:lnTo>
                      <a:pt x="2875" y="4844"/>
                    </a:lnTo>
                    <a:lnTo>
                      <a:pt x="5262" y="7727"/>
                    </a:lnTo>
                    <a:lnTo>
                      <a:pt x="2387" y="2468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33" name="Surface mesh patch"/>
              <p:cNvSpPr/>
              <p:nvPr/>
            </p:nvSpPr>
            <p:spPr>
              <a:xfrm>
                <a:off x="16594579" y="1888671"/>
                <a:ext cx="50120" cy="695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07">
                    <a:moveTo>
                      <a:pt x="0" y="0"/>
                    </a:moveTo>
                    <a:lnTo>
                      <a:pt x="2875" y="4931"/>
                    </a:lnTo>
                    <a:lnTo>
                      <a:pt x="5262" y="7307"/>
                    </a:lnTo>
                    <a:lnTo>
                      <a:pt x="2387" y="2121"/>
                    </a:lnTo>
                    <a:close/>
                  </a:path>
                </a:pathLst>
              </a:custGeom>
              <a:solidFill>
                <a:srgbClr val="657ff3"/>
              </a:solidFill>
              <a:ln w="3334" cap="flat" cmpd="sng" algn="ctr">
                <a:solidFill>
                  <a:srgbClr val="657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34" name="Surface mesh patch"/>
              <p:cNvSpPr/>
              <p:nvPr/>
            </p:nvSpPr>
            <p:spPr>
              <a:xfrm>
                <a:off x="16644698" y="1958266"/>
                <a:ext cx="50120" cy="534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612">
                    <a:moveTo>
                      <a:pt x="0" y="0"/>
                    </a:moveTo>
                    <a:lnTo>
                      <a:pt x="2875" y="4497"/>
                    </a:lnTo>
                    <a:lnTo>
                      <a:pt x="5262" y="5612"/>
                    </a:lnTo>
                    <a:lnTo>
                      <a:pt x="2387" y="1062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35" name="Surface mesh patch"/>
              <p:cNvSpPr/>
              <p:nvPr/>
            </p:nvSpPr>
            <p:spPr>
              <a:xfrm>
                <a:off x="16694818" y="2005288"/>
                <a:ext cx="50120" cy="40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09">
                    <a:moveTo>
                      <a:pt x="0" y="675"/>
                    </a:moveTo>
                    <a:lnTo>
                      <a:pt x="2875" y="4209"/>
                    </a:lnTo>
                    <a:lnTo>
                      <a:pt x="5262" y="34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b50e2"/>
              </a:solidFill>
              <a:ln w="3334" cap="flat" cmpd="sng" algn="ctr">
                <a:solidFill>
                  <a:srgbClr val="3b50e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36" name="Surface mesh patch"/>
              <p:cNvSpPr/>
              <p:nvPr/>
            </p:nvSpPr>
            <p:spPr>
              <a:xfrm>
                <a:off x="16744938" y="2010473"/>
                <a:ext cx="50120" cy="47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5">
                    <a:moveTo>
                      <a:pt x="0" y="2858"/>
                    </a:moveTo>
                    <a:lnTo>
                      <a:pt x="2875" y="5035"/>
                    </a:lnTo>
                    <a:lnTo>
                      <a:pt x="5262" y="19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74be0"/>
              </a:solidFill>
              <a:ln w="3334" cap="flat" cmpd="sng" algn="ctr">
                <a:solidFill>
                  <a:srgbClr val="374b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37" name="Surface mesh patch"/>
              <p:cNvSpPr/>
              <p:nvPr/>
            </p:nvSpPr>
            <p:spPr>
              <a:xfrm>
                <a:off x="16795057" y="1980345"/>
                <a:ext cx="50120" cy="553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07">
                    <a:moveTo>
                      <a:pt x="0" y="5110"/>
                    </a:moveTo>
                    <a:lnTo>
                      <a:pt x="2875" y="5807"/>
                    </a:lnTo>
                    <a:lnTo>
                      <a:pt x="5262" y="4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4156e4"/>
              </a:solidFill>
              <a:ln w="3334" cap="flat" cmpd="sng" algn="ctr">
                <a:solidFill>
                  <a:srgbClr val="4156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38" name="Surface mesh patch"/>
              <p:cNvSpPr/>
              <p:nvPr/>
            </p:nvSpPr>
            <p:spPr>
              <a:xfrm>
                <a:off x="16845177" y="1912575"/>
                <a:ext cx="50120" cy="725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14">
                    <a:moveTo>
                      <a:pt x="0" y="7614"/>
                    </a:moveTo>
                    <a:lnTo>
                      <a:pt x="2875" y="7057"/>
                    </a:lnTo>
                    <a:lnTo>
                      <a:pt x="5262" y="0"/>
                    </a:lnTo>
                    <a:lnTo>
                      <a:pt x="2387" y="587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39" name="Surface mesh patch"/>
              <p:cNvSpPr/>
              <p:nvPr/>
            </p:nvSpPr>
            <p:spPr>
              <a:xfrm>
                <a:off x="16895297" y="1823811"/>
                <a:ext cx="50120" cy="887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9">
                    <a:moveTo>
                      <a:pt x="0" y="9319"/>
                    </a:moveTo>
                    <a:lnTo>
                      <a:pt x="2875" y="8054"/>
                    </a:lnTo>
                    <a:lnTo>
                      <a:pt x="5262" y="0"/>
                    </a:lnTo>
                    <a:lnTo>
                      <a:pt x="2387" y="1013"/>
                    </a:lnTo>
                    <a:close/>
                  </a:path>
                </a:pathLst>
              </a:custGeom>
              <a:solidFill>
                <a:srgbClr val="7794fa"/>
              </a:solidFill>
              <a:ln w="3334" cap="flat" cmpd="sng" algn="ctr">
                <a:solidFill>
                  <a:srgbClr val="779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40" name="Surface mesh patch"/>
              <p:cNvSpPr/>
              <p:nvPr/>
            </p:nvSpPr>
            <p:spPr>
              <a:xfrm>
                <a:off x="16945416" y="1733833"/>
                <a:ext cx="50120" cy="899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46">
                    <a:moveTo>
                      <a:pt x="0" y="9446"/>
                    </a:moveTo>
                    <a:lnTo>
                      <a:pt x="2875" y="8217"/>
                    </a:lnTo>
                    <a:lnTo>
                      <a:pt x="5262" y="0"/>
                    </a:lnTo>
                    <a:lnTo>
                      <a:pt x="2387" y="634"/>
                    </a:lnTo>
                    <a:close/>
                  </a:path>
                </a:pathLst>
              </a:custGeom>
              <a:solidFill>
                <a:srgbClr val="92b0fd"/>
              </a:solidFill>
              <a:ln w="3334" cap="flat" cmpd="sng" algn="ctr">
                <a:solidFill>
                  <a:srgbClr val="92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41" name="Surface mesh patch"/>
              <p:cNvSpPr/>
              <p:nvPr/>
            </p:nvSpPr>
            <p:spPr>
              <a:xfrm>
                <a:off x="16995536" y="1652189"/>
                <a:ext cx="50120" cy="816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72">
                    <a:moveTo>
                      <a:pt x="0" y="8572"/>
                    </a:moveTo>
                    <a:lnTo>
                      <a:pt x="2875" y="8113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42" name="Surface mesh patch"/>
              <p:cNvSpPr/>
              <p:nvPr/>
            </p:nvSpPr>
            <p:spPr>
              <a:xfrm>
                <a:off x="17045655" y="1583157"/>
                <a:ext cx="50120" cy="813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543">
                    <a:moveTo>
                      <a:pt x="0" y="7722"/>
                    </a:moveTo>
                    <a:lnTo>
                      <a:pt x="2875" y="8543"/>
                    </a:lnTo>
                    <a:lnTo>
                      <a:pt x="5262" y="20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43" name="Surface mesh patch"/>
              <p:cNvSpPr/>
              <p:nvPr/>
            </p:nvSpPr>
            <p:spPr>
              <a:xfrm>
                <a:off x="17095775" y="1540693"/>
                <a:ext cx="50120" cy="828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94">
                    <a:moveTo>
                      <a:pt x="0" y="6468"/>
                    </a:moveTo>
                    <a:lnTo>
                      <a:pt x="2875" y="8694"/>
                    </a:lnTo>
                    <a:lnTo>
                      <a:pt x="5262" y="35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44" name="Surface mesh patch"/>
              <p:cNvSpPr/>
              <p:nvPr/>
            </p:nvSpPr>
            <p:spPr>
              <a:xfrm>
                <a:off x="17145895" y="1526186"/>
                <a:ext cx="50120" cy="79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96">
                    <a:moveTo>
                      <a:pt x="0" y="5045"/>
                    </a:moveTo>
                    <a:lnTo>
                      <a:pt x="2875" y="8396"/>
                    </a:lnTo>
                    <a:lnTo>
                      <a:pt x="5262" y="457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fddf5"/>
              </a:solidFill>
              <a:ln w="3334" cap="flat" cmpd="sng" algn="ctr">
                <a:solidFill>
                  <a:srgbClr val="cfdd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45" name="Surface mesh patch"/>
              <p:cNvSpPr/>
              <p:nvPr/>
            </p:nvSpPr>
            <p:spPr>
              <a:xfrm>
                <a:off x="17196014" y="1534628"/>
                <a:ext cx="50120" cy="72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08">
                    <a:moveTo>
                      <a:pt x="0" y="3688"/>
                    </a:moveTo>
                    <a:lnTo>
                      <a:pt x="2875" y="7608"/>
                    </a:lnTo>
                    <a:lnTo>
                      <a:pt x="5262" y="4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ddcf5"/>
              </a:solidFill>
              <a:ln w="3334" cap="flat" cmpd="sng" algn="ctr">
                <a:solidFill>
                  <a:srgbClr val="cddc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46" name="Surface mesh patch"/>
              <p:cNvSpPr/>
              <p:nvPr/>
            </p:nvSpPr>
            <p:spPr>
              <a:xfrm>
                <a:off x="17246134" y="1556766"/>
                <a:ext cx="50120" cy="61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52">
                    <a:moveTo>
                      <a:pt x="0" y="2588"/>
                    </a:moveTo>
                    <a:lnTo>
                      <a:pt x="2875" y="6452"/>
                    </a:lnTo>
                    <a:lnTo>
                      <a:pt x="5262" y="45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47" name="Surface mesh patch"/>
              <p:cNvSpPr/>
              <p:nvPr/>
            </p:nvSpPr>
            <p:spPr>
              <a:xfrm>
                <a:off x="17296254" y="1582421"/>
                <a:ext cx="50120" cy="491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61">
                    <a:moveTo>
                      <a:pt x="0" y="1849"/>
                    </a:moveTo>
                    <a:lnTo>
                      <a:pt x="2875" y="5161"/>
                    </a:lnTo>
                    <a:lnTo>
                      <a:pt x="5262" y="36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48" name="Surface mesh patch"/>
              <p:cNvSpPr/>
              <p:nvPr/>
            </p:nvSpPr>
            <p:spPr>
              <a:xfrm>
                <a:off x="17346373" y="1603459"/>
                <a:ext cx="50120" cy="377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63">
                    <a:moveTo>
                      <a:pt x="0" y="1470"/>
                    </a:moveTo>
                    <a:lnTo>
                      <a:pt x="2875" y="3963"/>
                    </a:lnTo>
                    <a:lnTo>
                      <a:pt x="5262" y="26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49" name="Surface mesh patch"/>
              <p:cNvSpPr/>
              <p:nvPr/>
            </p:nvSpPr>
            <p:spPr>
              <a:xfrm>
                <a:off x="17396493" y="1615302"/>
                <a:ext cx="50120" cy="28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01">
                    <a:moveTo>
                      <a:pt x="0" y="1373"/>
                    </a:moveTo>
                    <a:lnTo>
                      <a:pt x="2875" y="3001"/>
                    </a:lnTo>
                    <a:lnTo>
                      <a:pt x="5262" y="16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50" name="Surface mesh patch"/>
              <p:cNvSpPr/>
              <p:nvPr/>
            </p:nvSpPr>
            <p:spPr>
              <a:xfrm>
                <a:off x="17446613" y="1616851"/>
                <a:ext cx="50120" cy="220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0">
                    <a:moveTo>
                      <a:pt x="0" y="1443"/>
                    </a:moveTo>
                    <a:lnTo>
                      <a:pt x="2875" y="2320"/>
                    </a:lnTo>
                    <a:lnTo>
                      <a:pt x="5262" y="79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51" name="Surface mesh patch"/>
              <p:cNvSpPr/>
              <p:nvPr/>
            </p:nvSpPr>
            <p:spPr>
              <a:xfrm>
                <a:off x="17496732" y="1609503"/>
                <a:ext cx="50120" cy="180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6">
                    <a:moveTo>
                      <a:pt x="0" y="1568"/>
                    </a:moveTo>
                    <a:lnTo>
                      <a:pt x="2875" y="1896"/>
                    </a:lnTo>
                    <a:lnTo>
                      <a:pt x="5262" y="2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52" name="Surface mesh patch"/>
              <p:cNvSpPr/>
              <p:nvPr/>
            </p:nvSpPr>
            <p:spPr>
              <a:xfrm>
                <a:off x="17546852" y="1595920"/>
                <a:ext cx="50120" cy="16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4">
                    <a:moveTo>
                      <a:pt x="0" y="1680"/>
                    </a:moveTo>
                    <a:lnTo>
                      <a:pt x="2875" y="1694"/>
                    </a:lnTo>
                    <a:lnTo>
                      <a:pt x="5262" y="0"/>
                    </a:lnTo>
                    <a:lnTo>
                      <a:pt x="2387" y="13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53" name="Surface mesh patch"/>
              <p:cNvSpPr/>
              <p:nvPr/>
            </p:nvSpPr>
            <p:spPr>
              <a:xfrm>
                <a:off x="17596972" y="1579561"/>
                <a:ext cx="50120" cy="163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7">
                    <a:moveTo>
                      <a:pt x="0" y="1717"/>
                    </a:moveTo>
                    <a:lnTo>
                      <a:pt x="2875" y="1658"/>
                    </a:lnTo>
                    <a:lnTo>
                      <a:pt x="5262" y="0"/>
                    </a:lnTo>
                    <a:lnTo>
                      <a:pt x="2387" y="25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54" name="Surface mesh patch"/>
              <p:cNvSpPr/>
              <p:nvPr/>
            </p:nvSpPr>
            <p:spPr>
              <a:xfrm>
                <a:off x="17647091" y="1564085"/>
                <a:ext cx="50120" cy="162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1">
                    <a:moveTo>
                      <a:pt x="0" y="1625"/>
                    </a:moveTo>
                    <a:lnTo>
                      <a:pt x="2875" y="1711"/>
                    </a:lnTo>
                    <a:lnTo>
                      <a:pt x="5262" y="1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7"/>
              </a:solidFill>
              <a:ln w="3334" cap="flat" cmpd="sng" algn="ctr">
                <a:solidFill>
                  <a:srgbClr val="c9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55" name="Surface mesh patch"/>
              <p:cNvSpPr/>
              <p:nvPr/>
            </p:nvSpPr>
            <p:spPr>
              <a:xfrm>
                <a:off x="16271129" y="1619046"/>
                <a:ext cx="50120" cy="150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8">
                    <a:moveTo>
                      <a:pt x="0" y="647"/>
                    </a:moveTo>
                    <a:lnTo>
                      <a:pt x="2875" y="1578"/>
                    </a:lnTo>
                    <a:lnTo>
                      <a:pt x="5262" y="11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8daf7"/>
              </a:solidFill>
              <a:ln w="3334" cap="flat" cmpd="sng" algn="ctr">
                <a:solidFill>
                  <a:srgbClr val="c8da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56" name="Surface mesh patch"/>
              <p:cNvSpPr/>
              <p:nvPr/>
            </p:nvSpPr>
            <p:spPr>
              <a:xfrm>
                <a:off x="16321249" y="1629289"/>
                <a:ext cx="50120" cy="182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6">
                    <a:moveTo>
                      <a:pt x="0" y="92"/>
                    </a:moveTo>
                    <a:lnTo>
                      <a:pt x="2875" y="1690"/>
                    </a:lnTo>
                    <a:lnTo>
                      <a:pt x="5262" y="19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57" name="Surface mesh patch"/>
              <p:cNvSpPr/>
              <p:nvPr/>
            </p:nvSpPr>
            <p:spPr>
              <a:xfrm>
                <a:off x="16371368" y="1647536"/>
                <a:ext cx="50120" cy="319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53">
                    <a:moveTo>
                      <a:pt x="0" y="0"/>
                    </a:moveTo>
                    <a:lnTo>
                      <a:pt x="2875" y="2351"/>
                    </a:lnTo>
                    <a:lnTo>
                      <a:pt x="5262" y="3353"/>
                    </a:lnTo>
                    <a:lnTo>
                      <a:pt x="2387" y="60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58" name="Surface mesh patch"/>
              <p:cNvSpPr/>
              <p:nvPr/>
            </p:nvSpPr>
            <p:spPr>
              <a:xfrm>
                <a:off x="16421488" y="1679477"/>
                <a:ext cx="50120" cy="47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89">
                    <a:moveTo>
                      <a:pt x="0" y="0"/>
                    </a:moveTo>
                    <a:lnTo>
                      <a:pt x="2875" y="3128"/>
                    </a:lnTo>
                    <a:lnTo>
                      <a:pt x="5262" y="4989"/>
                    </a:lnTo>
                    <a:lnTo>
                      <a:pt x="2387" y="1386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59" name="Surface mesh patch"/>
              <p:cNvSpPr/>
              <p:nvPr/>
            </p:nvSpPr>
            <p:spPr>
              <a:xfrm>
                <a:off x="16471608" y="1726994"/>
                <a:ext cx="50120" cy="619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9">
                    <a:moveTo>
                      <a:pt x="0" y="0"/>
                    </a:moveTo>
                    <a:lnTo>
                      <a:pt x="2875" y="3839"/>
                    </a:lnTo>
                    <a:lnTo>
                      <a:pt x="5262" y="6509"/>
                    </a:lnTo>
                    <a:lnTo>
                      <a:pt x="2387" y="2160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60" name="Surface mesh patch"/>
              <p:cNvSpPr/>
              <p:nvPr/>
            </p:nvSpPr>
            <p:spPr>
              <a:xfrm>
                <a:off x="16521727" y="1788992"/>
                <a:ext cx="50120" cy="722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82">
                    <a:moveTo>
                      <a:pt x="0" y="0"/>
                    </a:moveTo>
                    <a:lnTo>
                      <a:pt x="2875" y="4364"/>
                    </a:lnTo>
                    <a:lnTo>
                      <a:pt x="5262" y="7582"/>
                    </a:lnTo>
                    <a:lnTo>
                      <a:pt x="2387" y="2738"/>
                    </a:lnTo>
                    <a:close/>
                  </a:path>
                </a:pathLst>
              </a:custGeom>
              <a:solidFill>
                <a:srgbClr val="8ca9fd"/>
              </a:solidFill>
              <a:ln w="3334" cap="flat" cmpd="sng" algn="ctr">
                <a:solidFill>
                  <a:srgbClr val="8c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61" name="Surface mesh patch"/>
              <p:cNvSpPr/>
              <p:nvPr/>
            </p:nvSpPr>
            <p:spPr>
              <a:xfrm>
                <a:off x="16571847" y="1861211"/>
                <a:ext cx="50120" cy="744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14">
                    <a:moveTo>
                      <a:pt x="0" y="0"/>
                    </a:moveTo>
                    <a:lnTo>
                      <a:pt x="2875" y="4561"/>
                    </a:lnTo>
                    <a:lnTo>
                      <a:pt x="5262" y="7814"/>
                    </a:lnTo>
                    <a:lnTo>
                      <a:pt x="2387" y="2883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62" name="Surface mesh patch"/>
              <p:cNvSpPr/>
              <p:nvPr/>
            </p:nvSpPr>
            <p:spPr>
              <a:xfrm>
                <a:off x="16621966" y="1935640"/>
                <a:ext cx="50120" cy="65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73">
                    <a:moveTo>
                      <a:pt x="0" y="0"/>
                    </a:moveTo>
                    <a:lnTo>
                      <a:pt x="2875" y="4300"/>
                    </a:lnTo>
                    <a:lnTo>
                      <a:pt x="5262" y="6873"/>
                    </a:lnTo>
                    <a:lnTo>
                      <a:pt x="2387" y="2375"/>
                    </a:lnTo>
                    <a:close/>
                  </a:path>
                </a:pathLst>
              </a:custGeom>
              <a:solidFill>
                <a:srgbClr val="576fed"/>
              </a:solidFill>
              <a:ln w="3334" cap="flat" cmpd="sng" algn="ctr">
                <a:solidFill>
                  <a:srgbClr val="576f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63" name="Surface mesh patch"/>
              <p:cNvSpPr/>
              <p:nvPr/>
            </p:nvSpPr>
            <p:spPr>
              <a:xfrm>
                <a:off x="16672086" y="2001104"/>
                <a:ext cx="50120" cy="442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8">
                    <a:moveTo>
                      <a:pt x="0" y="0"/>
                    </a:moveTo>
                    <a:lnTo>
                      <a:pt x="2875" y="3524"/>
                    </a:lnTo>
                    <a:lnTo>
                      <a:pt x="5262" y="4648"/>
                    </a:lnTo>
                    <a:lnTo>
                      <a:pt x="2387" y="1114"/>
                    </a:lnTo>
                    <a:close/>
                  </a:path>
                </a:pathLst>
              </a:custGeom>
              <a:solidFill>
                <a:srgbClr val="4055e4"/>
              </a:solidFill>
              <a:ln w="3334" cap="flat" cmpd="sng" algn="ctr">
                <a:solidFill>
                  <a:srgbClr val="4055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64" name="Surface mesh patch"/>
              <p:cNvSpPr/>
              <p:nvPr/>
            </p:nvSpPr>
            <p:spPr>
              <a:xfrm>
                <a:off x="16722206" y="2037697"/>
                <a:ext cx="50120" cy="29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10">
                    <a:moveTo>
                      <a:pt x="0" y="807"/>
                    </a:moveTo>
                    <a:lnTo>
                      <a:pt x="2875" y="3110"/>
                    </a:lnTo>
                    <a:lnTo>
                      <a:pt x="5262" y="21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448df"/>
              </a:solidFill>
              <a:ln w="3334" cap="flat" cmpd="sng" algn="ctr">
                <a:solidFill>
                  <a:srgbClr val="3448d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65" name="Surface mesh patch"/>
              <p:cNvSpPr/>
              <p:nvPr/>
            </p:nvSpPr>
            <p:spPr>
              <a:xfrm>
                <a:off x="16772325" y="2029017"/>
                <a:ext cx="50120" cy="375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37">
                    <a:moveTo>
                      <a:pt x="0" y="3088"/>
                    </a:moveTo>
                    <a:lnTo>
                      <a:pt x="2875" y="3937"/>
                    </a:lnTo>
                    <a:lnTo>
                      <a:pt x="5262" y="6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549e0"/>
              </a:solidFill>
              <a:ln w="3334" cap="flat" cmpd="sng" algn="ctr">
                <a:solidFill>
                  <a:srgbClr val="3549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66" name="Surface mesh patch"/>
              <p:cNvSpPr/>
              <p:nvPr/>
            </p:nvSpPr>
            <p:spPr>
              <a:xfrm>
                <a:off x="16822445" y="1979789"/>
                <a:ext cx="50120" cy="55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66">
                    <a:moveTo>
                      <a:pt x="0" y="5866"/>
                    </a:moveTo>
                    <a:lnTo>
                      <a:pt x="2875" y="5344"/>
                    </a:lnTo>
                    <a:lnTo>
                      <a:pt x="5262" y="0"/>
                    </a:lnTo>
                    <a:lnTo>
                      <a:pt x="2387" y="557"/>
                    </a:lnTo>
                    <a:close/>
                  </a:path>
                </a:pathLst>
              </a:custGeom>
              <a:solidFill>
                <a:srgbClr val="455ae6"/>
              </a:solidFill>
              <a:ln w="3334" cap="flat" cmpd="sng" algn="ctr">
                <a:solidFill>
                  <a:srgbClr val="45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67" name="Surface mesh patch"/>
              <p:cNvSpPr/>
              <p:nvPr/>
            </p:nvSpPr>
            <p:spPr>
              <a:xfrm>
                <a:off x="16872565" y="1900530"/>
                <a:ext cx="50120" cy="792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321">
                    <a:moveTo>
                      <a:pt x="0" y="8321"/>
                    </a:moveTo>
                    <a:lnTo>
                      <a:pt x="2875" y="6850"/>
                    </a:lnTo>
                    <a:lnTo>
                      <a:pt x="5262" y="0"/>
                    </a:lnTo>
                    <a:lnTo>
                      <a:pt x="2387" y="1265"/>
                    </a:lnTo>
                    <a:close/>
                  </a:path>
                </a:pathLst>
              </a:custGeom>
              <a:solidFill>
                <a:srgbClr val="5f78f0"/>
              </a:solidFill>
              <a:ln w="3334" cap="flat" cmpd="sng" algn="ctr">
                <a:solidFill>
                  <a:srgbClr val="5f78f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68" name="Surface mesh patch"/>
              <p:cNvSpPr/>
              <p:nvPr/>
            </p:nvSpPr>
            <p:spPr>
              <a:xfrm>
                <a:off x="16922684" y="1812104"/>
                <a:ext cx="50120" cy="88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284">
                    <a:moveTo>
                      <a:pt x="0" y="9284"/>
                    </a:moveTo>
                    <a:lnTo>
                      <a:pt x="2875" y="7529"/>
                    </a:lnTo>
                    <a:lnTo>
                      <a:pt x="5262" y="0"/>
                    </a:lnTo>
                    <a:lnTo>
                      <a:pt x="2387" y="1229"/>
                    </a:lnTo>
                    <a:close/>
                  </a:path>
                </a:pathLst>
              </a:custGeom>
              <a:solidFill>
                <a:srgbClr val="809dfd"/>
              </a:solidFill>
              <a:ln w="3334" cap="flat" cmpd="sng" algn="ctr">
                <a:solidFill>
                  <a:srgbClr val="80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69" name="Surface mesh patch"/>
              <p:cNvSpPr/>
              <p:nvPr/>
            </p:nvSpPr>
            <p:spPr>
              <a:xfrm>
                <a:off x="16972804" y="1729468"/>
                <a:ext cx="50120" cy="826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76">
                    <a:moveTo>
                      <a:pt x="0" y="8676"/>
                    </a:moveTo>
                    <a:lnTo>
                      <a:pt x="2875" y="7367"/>
                    </a:lnTo>
                    <a:lnTo>
                      <a:pt x="5262" y="0"/>
                    </a:lnTo>
                    <a:lnTo>
                      <a:pt x="2387" y="458"/>
                    </a:lnTo>
                    <a:close/>
                  </a:path>
                </a:pathLst>
              </a:custGeom>
              <a:solidFill>
                <a:srgbClr val="97b5fd"/>
              </a:solidFill>
              <a:ln w="3334" cap="flat" cmpd="sng" algn="ctr">
                <a:solidFill>
                  <a:srgbClr val="97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70" name="Surface mesh patch"/>
              <p:cNvSpPr/>
              <p:nvPr/>
            </p:nvSpPr>
            <p:spPr>
              <a:xfrm>
                <a:off x="17022924" y="1656710"/>
                <a:ext cx="50120" cy="727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39">
                    <a:moveTo>
                      <a:pt x="0" y="7639"/>
                    </a:moveTo>
                    <a:lnTo>
                      <a:pt x="2875" y="7358"/>
                    </a:lnTo>
                    <a:lnTo>
                      <a:pt x="5262" y="82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71" name="Surface mesh patch"/>
              <p:cNvSpPr/>
              <p:nvPr/>
            </p:nvSpPr>
            <p:spPr>
              <a:xfrm>
                <a:off x="17073043" y="1602301"/>
                <a:ext cx="50120" cy="71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42">
                    <a:moveTo>
                      <a:pt x="0" y="6533"/>
                    </a:moveTo>
                    <a:lnTo>
                      <a:pt x="2875" y="7542"/>
                    </a:lnTo>
                    <a:lnTo>
                      <a:pt x="5262" y="2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72" name="Surface mesh patch"/>
              <p:cNvSpPr/>
              <p:nvPr/>
            </p:nvSpPr>
            <p:spPr>
              <a:xfrm>
                <a:off x="17123163" y="1574239"/>
                <a:ext cx="50120" cy="70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8">
                    <a:moveTo>
                      <a:pt x="0" y="5172"/>
                    </a:moveTo>
                    <a:lnTo>
                      <a:pt x="2875" y="7358"/>
                    </a:lnTo>
                    <a:lnTo>
                      <a:pt x="5262" y="33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73" name="Surface mesh patch"/>
              <p:cNvSpPr/>
              <p:nvPr/>
            </p:nvSpPr>
            <p:spPr>
              <a:xfrm>
                <a:off x="17173283" y="1569757"/>
                <a:ext cx="50120" cy="645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775">
                    <a:moveTo>
                      <a:pt x="0" y="3822"/>
                    </a:moveTo>
                    <a:lnTo>
                      <a:pt x="2875" y="6775"/>
                    </a:lnTo>
                    <a:lnTo>
                      <a:pt x="5262" y="3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9f7"/>
              </a:solidFill>
              <a:ln w="3334" cap="flat" cmpd="sng" algn="ctr">
                <a:solidFill>
                  <a:srgbClr val="c6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74" name="Surface mesh patch"/>
              <p:cNvSpPr/>
              <p:nvPr/>
            </p:nvSpPr>
            <p:spPr>
              <a:xfrm>
                <a:off x="17223402" y="1581420"/>
                <a:ext cx="50120" cy="559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77">
                    <a:moveTo>
                      <a:pt x="0" y="2695"/>
                    </a:moveTo>
                    <a:lnTo>
                      <a:pt x="2875" y="5877"/>
                    </a:lnTo>
                    <a:lnTo>
                      <a:pt x="5262" y="3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75" name="Surface mesh patch"/>
              <p:cNvSpPr/>
              <p:nvPr/>
            </p:nvSpPr>
            <p:spPr>
              <a:xfrm>
                <a:off x="17273522" y="1600030"/>
                <a:ext cx="50120" cy="46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5">
                    <a:moveTo>
                      <a:pt x="0" y="1910"/>
                    </a:moveTo>
                    <a:lnTo>
                      <a:pt x="2875" y="4835"/>
                    </a:lnTo>
                    <a:lnTo>
                      <a:pt x="5262" y="3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76" name="Surface mesh patch"/>
              <p:cNvSpPr/>
              <p:nvPr/>
            </p:nvSpPr>
            <p:spPr>
              <a:xfrm>
                <a:off x="17323641" y="1617461"/>
                <a:ext cx="50120" cy="364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8">
                    <a:moveTo>
                      <a:pt x="0" y="1482"/>
                    </a:moveTo>
                    <a:lnTo>
                      <a:pt x="2875" y="3828"/>
                    </a:lnTo>
                    <a:lnTo>
                      <a:pt x="5262" y="24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77" name="Surface mesh patch"/>
              <p:cNvSpPr/>
              <p:nvPr/>
            </p:nvSpPr>
            <p:spPr>
              <a:xfrm>
                <a:off x="17373761" y="1628380"/>
                <a:ext cx="50120" cy="284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84">
                    <a:moveTo>
                      <a:pt x="0" y="1346"/>
                    </a:moveTo>
                    <a:lnTo>
                      <a:pt x="2875" y="2984"/>
                    </a:lnTo>
                    <a:lnTo>
                      <a:pt x="5262" y="16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78" name="Surface mesh patch"/>
              <p:cNvSpPr/>
              <p:nvPr/>
            </p:nvSpPr>
            <p:spPr>
              <a:xfrm>
                <a:off x="17423881" y="1630591"/>
                <a:ext cx="50120" cy="224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54">
                    <a:moveTo>
                      <a:pt x="0" y="1396"/>
                    </a:moveTo>
                    <a:lnTo>
                      <a:pt x="2875" y="2354"/>
                    </a:lnTo>
                    <a:lnTo>
                      <a:pt x="5262" y="8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79" name="Surface mesh patch"/>
              <p:cNvSpPr/>
              <p:nvPr/>
            </p:nvSpPr>
            <p:spPr>
              <a:xfrm>
                <a:off x="17474000" y="1624440"/>
                <a:ext cx="50120" cy="184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5">
                    <a:moveTo>
                      <a:pt x="0" y="1523"/>
                    </a:moveTo>
                    <a:lnTo>
                      <a:pt x="2875" y="1935"/>
                    </a:lnTo>
                    <a:lnTo>
                      <a:pt x="5262" y="3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80" name="Surface mesh patch"/>
              <p:cNvSpPr/>
              <p:nvPr/>
            </p:nvSpPr>
            <p:spPr>
              <a:xfrm>
                <a:off x="17524120" y="1611926"/>
                <a:ext cx="50120" cy="161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1">
                    <a:moveTo>
                      <a:pt x="0" y="1641"/>
                    </a:moveTo>
                    <a:lnTo>
                      <a:pt x="2875" y="1701"/>
                    </a:lnTo>
                    <a:lnTo>
                      <a:pt x="5262" y="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81" name="Surface mesh patch"/>
              <p:cNvSpPr/>
              <p:nvPr/>
            </p:nvSpPr>
            <p:spPr>
              <a:xfrm>
                <a:off x="17574240" y="1595352"/>
                <a:ext cx="50120" cy="167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54">
                    <a:moveTo>
                      <a:pt x="0" y="1754"/>
                    </a:moveTo>
                    <a:lnTo>
                      <a:pt x="2875" y="1681"/>
                    </a:lnTo>
                    <a:lnTo>
                      <a:pt x="5262" y="0"/>
                    </a:lnTo>
                    <a:lnTo>
                      <a:pt x="2387" y="6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82" name="Surface mesh patch"/>
              <p:cNvSpPr/>
              <p:nvPr/>
            </p:nvSpPr>
            <p:spPr>
              <a:xfrm>
                <a:off x="17624359" y="1579561"/>
                <a:ext cx="50120" cy="15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69">
                    <a:moveTo>
                      <a:pt x="0" y="1658"/>
                    </a:moveTo>
                    <a:lnTo>
                      <a:pt x="2875" y="1669"/>
                    </a:lnTo>
                    <a:lnTo>
                      <a:pt x="5262" y="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83" name="Surface mesh patch"/>
              <p:cNvSpPr/>
              <p:nvPr/>
            </p:nvSpPr>
            <p:spPr>
              <a:xfrm>
                <a:off x="16298517" y="1630162"/>
                <a:ext cx="50120" cy="165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4">
                    <a:moveTo>
                      <a:pt x="0" y="411"/>
                    </a:moveTo>
                    <a:lnTo>
                      <a:pt x="2875" y="1734"/>
                    </a:lnTo>
                    <a:lnTo>
                      <a:pt x="5262" y="15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84" name="Surface mesh patch"/>
              <p:cNvSpPr/>
              <p:nvPr/>
            </p:nvSpPr>
            <p:spPr>
              <a:xfrm>
                <a:off x="16348636" y="1645385"/>
                <a:ext cx="50120" cy="24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7">
                    <a:moveTo>
                      <a:pt x="0" y="0"/>
                    </a:moveTo>
                    <a:lnTo>
                      <a:pt x="2875" y="2000"/>
                    </a:lnTo>
                    <a:lnTo>
                      <a:pt x="5262" y="2577"/>
                    </a:lnTo>
                    <a:lnTo>
                      <a:pt x="2387" y="226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85" name="Surface mesh patch"/>
              <p:cNvSpPr/>
              <p:nvPr/>
            </p:nvSpPr>
            <p:spPr>
              <a:xfrm>
                <a:off x="16398756" y="1669933"/>
                <a:ext cx="50120" cy="393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30">
                    <a:moveTo>
                      <a:pt x="0" y="0"/>
                    </a:moveTo>
                    <a:lnTo>
                      <a:pt x="2875" y="2703"/>
                    </a:lnTo>
                    <a:lnTo>
                      <a:pt x="5262" y="4130"/>
                    </a:lnTo>
                    <a:lnTo>
                      <a:pt x="2387" y="1002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86" name="Surface mesh patch"/>
              <p:cNvSpPr/>
              <p:nvPr/>
            </p:nvSpPr>
            <p:spPr>
              <a:xfrm>
                <a:off x="16448876" y="1709272"/>
                <a:ext cx="50120" cy="542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00">
                    <a:moveTo>
                      <a:pt x="0" y="0"/>
                    </a:moveTo>
                    <a:lnTo>
                      <a:pt x="2875" y="3359"/>
                    </a:lnTo>
                    <a:lnTo>
                      <a:pt x="5262" y="5700"/>
                    </a:lnTo>
                    <a:lnTo>
                      <a:pt x="2387" y="1861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87" name="Surface mesh patch"/>
              <p:cNvSpPr/>
              <p:nvPr/>
            </p:nvSpPr>
            <p:spPr>
              <a:xfrm>
                <a:off x="16498995" y="1763563"/>
                <a:ext cx="50120" cy="670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34">
                    <a:moveTo>
                      <a:pt x="0" y="0"/>
                    </a:moveTo>
                    <a:lnTo>
                      <a:pt x="2875" y="3876"/>
                    </a:lnTo>
                    <a:lnTo>
                      <a:pt x="5262" y="7034"/>
                    </a:lnTo>
                    <a:lnTo>
                      <a:pt x="2387" y="2670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88" name="Surface mesh patch"/>
              <p:cNvSpPr/>
              <p:nvPr/>
            </p:nvSpPr>
            <p:spPr>
              <a:xfrm>
                <a:off x="16549115" y="1830563"/>
                <a:ext cx="50120" cy="740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778">
                    <a:moveTo>
                      <a:pt x="0" y="0"/>
                    </a:moveTo>
                    <a:lnTo>
                      <a:pt x="2875" y="4132"/>
                    </a:lnTo>
                    <a:lnTo>
                      <a:pt x="5262" y="7778"/>
                    </a:lnTo>
                    <a:lnTo>
                      <a:pt x="2387" y="3218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89" name="Surface mesh patch"/>
              <p:cNvSpPr/>
              <p:nvPr/>
            </p:nvSpPr>
            <p:spPr>
              <a:xfrm>
                <a:off x="16599235" y="1904651"/>
                <a:ext cx="50120" cy="719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53">
                    <a:moveTo>
                      <a:pt x="0" y="0"/>
                    </a:moveTo>
                    <a:lnTo>
                      <a:pt x="2875" y="4002"/>
                    </a:lnTo>
                    <a:lnTo>
                      <a:pt x="5262" y="7553"/>
                    </a:lnTo>
                    <a:lnTo>
                      <a:pt x="2387" y="3253"/>
                    </a:lnTo>
                    <a:close/>
                  </a:path>
                </a:pathLst>
              </a:custGeom>
              <a:solidFill>
                <a:srgbClr val="6681f3"/>
              </a:solidFill>
              <a:ln w="3334" cap="flat" cmpd="sng" algn="ctr">
                <a:solidFill>
                  <a:srgbClr val="6681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90" name="Surface mesh patch"/>
              <p:cNvSpPr/>
              <p:nvPr/>
            </p:nvSpPr>
            <p:spPr>
              <a:xfrm>
                <a:off x="16649354" y="1976593"/>
                <a:ext cx="50120" cy="58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98">
                    <a:moveTo>
                      <a:pt x="0" y="0"/>
                    </a:moveTo>
                    <a:lnTo>
                      <a:pt x="2875" y="3401"/>
                    </a:lnTo>
                    <a:lnTo>
                      <a:pt x="5262" y="6098"/>
                    </a:lnTo>
                    <a:lnTo>
                      <a:pt x="2387" y="2573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91" name="Surface mesh patch"/>
              <p:cNvSpPr/>
              <p:nvPr/>
            </p:nvSpPr>
            <p:spPr>
              <a:xfrm>
                <a:off x="16699474" y="2034674"/>
                <a:ext cx="50120" cy="326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7">
                    <a:moveTo>
                      <a:pt x="0" y="0"/>
                    </a:moveTo>
                    <a:lnTo>
                      <a:pt x="2875" y="2338"/>
                    </a:lnTo>
                    <a:lnTo>
                      <a:pt x="5262" y="3427"/>
                    </a:lnTo>
                    <a:lnTo>
                      <a:pt x="2387" y="1124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92" name="Surface mesh patch"/>
              <p:cNvSpPr/>
              <p:nvPr/>
            </p:nvSpPr>
            <p:spPr>
              <a:xfrm>
                <a:off x="16749594" y="2058432"/>
                <a:ext cx="50120" cy="18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2">
                    <a:moveTo>
                      <a:pt x="0" y="933"/>
                    </a:moveTo>
                    <a:lnTo>
                      <a:pt x="2875" y="1892"/>
                    </a:lnTo>
                    <a:lnTo>
                      <a:pt x="5262" y="84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3245de"/>
              </a:solidFill>
              <a:ln w="3334" cap="flat" cmpd="sng" algn="ctr">
                <a:solidFill>
                  <a:srgbClr val="3245d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93" name="Surface mesh patch"/>
              <p:cNvSpPr/>
              <p:nvPr/>
            </p:nvSpPr>
            <p:spPr>
              <a:xfrm>
                <a:off x="16799713" y="2030693"/>
                <a:ext cx="50120" cy="358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1">
                    <a:moveTo>
                      <a:pt x="0" y="3761"/>
                    </a:moveTo>
                    <a:lnTo>
                      <a:pt x="2875" y="3294"/>
                    </a:lnTo>
                    <a:lnTo>
                      <a:pt x="5262" y="0"/>
                    </a:lnTo>
                    <a:lnTo>
                      <a:pt x="2387" y="522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94" name="Surface mesh patch"/>
              <p:cNvSpPr/>
              <p:nvPr/>
            </p:nvSpPr>
            <p:spPr>
              <a:xfrm>
                <a:off x="16849833" y="1965775"/>
                <a:ext cx="50120" cy="649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16">
                    <a:moveTo>
                      <a:pt x="0" y="6816"/>
                    </a:moveTo>
                    <a:lnTo>
                      <a:pt x="2875" y="5206"/>
                    </a:lnTo>
                    <a:lnTo>
                      <a:pt x="5262" y="0"/>
                    </a:lnTo>
                    <a:lnTo>
                      <a:pt x="2387" y="1471"/>
                    </a:lnTo>
                    <a:close/>
                  </a:path>
                </a:pathLst>
              </a:custGeom>
              <a:solidFill>
                <a:srgbClr val="4c63e9"/>
              </a:solidFill>
              <a:ln w="3334" cap="flat" cmpd="sng" algn="ctr">
                <a:solidFill>
                  <a:srgbClr val="4c63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95" name="Surface mesh patch"/>
              <p:cNvSpPr/>
              <p:nvPr/>
            </p:nvSpPr>
            <p:spPr>
              <a:xfrm>
                <a:off x="16899952" y="1883814"/>
                <a:ext cx="50120" cy="819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605">
                    <a:moveTo>
                      <a:pt x="0" y="8605"/>
                    </a:moveTo>
                    <a:lnTo>
                      <a:pt x="2875" y="6422"/>
                    </a:lnTo>
                    <a:lnTo>
                      <a:pt x="5262" y="0"/>
                    </a:lnTo>
                    <a:lnTo>
                      <a:pt x="2387" y="1755"/>
                    </a:lnTo>
                    <a:close/>
                  </a:path>
                </a:pathLst>
              </a:custGeom>
              <a:solidFill>
                <a:srgbClr val="6984f4"/>
              </a:solidFill>
              <a:ln w="3334" cap="flat" cmpd="sng" algn="ctr">
                <a:solidFill>
                  <a:srgbClr val="6984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96" name="Surface mesh patch"/>
              <p:cNvSpPr/>
              <p:nvPr/>
            </p:nvSpPr>
            <p:spPr>
              <a:xfrm>
                <a:off x="16950072" y="1799642"/>
                <a:ext cx="50120" cy="841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37">
                    <a:moveTo>
                      <a:pt x="0" y="8837"/>
                    </a:moveTo>
                    <a:lnTo>
                      <a:pt x="2875" y="6785"/>
                    </a:lnTo>
                    <a:lnTo>
                      <a:pt x="5262" y="0"/>
                    </a:lnTo>
                    <a:lnTo>
                      <a:pt x="2387" y="1308"/>
                    </a:lnTo>
                    <a:close/>
                  </a:path>
                </a:pathLst>
              </a:custGeom>
              <a:solidFill>
                <a:srgbClr val="86a4fd"/>
              </a:solidFill>
              <a:ln w="3334" cap="flat" cmpd="sng" algn="ctr">
                <a:solidFill>
                  <a:srgbClr val="86a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97" name="Surface mesh patch"/>
              <p:cNvSpPr/>
              <p:nvPr/>
            </p:nvSpPr>
            <p:spPr>
              <a:xfrm>
                <a:off x="17000192" y="1726793"/>
                <a:ext cx="50120" cy="72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8">
                    <a:moveTo>
                      <a:pt x="0" y="7648"/>
                    </a:moveTo>
                    <a:lnTo>
                      <a:pt x="2875" y="6365"/>
                    </a:lnTo>
                    <a:lnTo>
                      <a:pt x="5262" y="0"/>
                    </a:lnTo>
                    <a:lnTo>
                      <a:pt x="2387" y="281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98" name="Surface mesh patch"/>
              <p:cNvSpPr/>
              <p:nvPr/>
            </p:nvSpPr>
            <p:spPr>
              <a:xfrm>
                <a:off x="17050311" y="1664528"/>
                <a:ext cx="50120" cy="62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37">
                    <a:moveTo>
                      <a:pt x="0" y="6537"/>
                    </a:moveTo>
                    <a:lnTo>
                      <a:pt x="2875" y="6409"/>
                    </a:lnTo>
                    <a:lnTo>
                      <a:pt x="5262" y="10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99" name="Surface mesh patch"/>
              <p:cNvSpPr/>
              <p:nvPr/>
            </p:nvSpPr>
            <p:spPr>
              <a:xfrm>
                <a:off x="17100431" y="1623499"/>
                <a:ext cx="50120" cy="608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387">
                    <a:moveTo>
                      <a:pt x="0" y="5316"/>
                    </a:moveTo>
                    <a:lnTo>
                      <a:pt x="2875" y="6387"/>
                    </a:lnTo>
                    <a:lnTo>
                      <a:pt x="5262" y="21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00" name="Surface mesh patch"/>
              <p:cNvSpPr/>
              <p:nvPr/>
            </p:nvSpPr>
            <p:spPr>
              <a:xfrm>
                <a:off x="17150551" y="1606161"/>
                <a:ext cx="50120" cy="572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11">
                    <a:moveTo>
                      <a:pt x="0" y="4006"/>
                    </a:moveTo>
                    <a:lnTo>
                      <a:pt x="2875" y="6011"/>
                    </a:lnTo>
                    <a:lnTo>
                      <a:pt x="5262" y="29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01" name="Surface mesh patch"/>
              <p:cNvSpPr/>
              <p:nvPr/>
            </p:nvSpPr>
            <p:spPr>
              <a:xfrm>
                <a:off x="17200670" y="1607093"/>
                <a:ext cx="50120" cy="509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47">
                    <a:moveTo>
                      <a:pt x="0" y="2855"/>
                    </a:moveTo>
                    <a:lnTo>
                      <a:pt x="2875" y="5347"/>
                    </a:lnTo>
                    <a:lnTo>
                      <a:pt x="5262" y="31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5f9"/>
              </a:solidFill>
              <a:ln w="3334" cap="flat" cmpd="sng" algn="ctr">
                <a:solidFill>
                  <a:srgbClr val="c0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02" name="Surface mesh patch"/>
              <p:cNvSpPr/>
              <p:nvPr/>
            </p:nvSpPr>
            <p:spPr>
              <a:xfrm>
                <a:off x="17250790" y="1618225"/>
                <a:ext cx="50120" cy="431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26">
                    <a:moveTo>
                      <a:pt x="0" y="2013"/>
                    </a:moveTo>
                    <a:lnTo>
                      <a:pt x="2875" y="4526"/>
                    </a:lnTo>
                    <a:lnTo>
                      <a:pt x="5262" y="29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03" name="Surface mesh patch"/>
              <p:cNvSpPr/>
              <p:nvPr/>
            </p:nvSpPr>
            <p:spPr>
              <a:xfrm>
                <a:off x="17300910" y="1631581"/>
                <a:ext cx="50120" cy="351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5">
                    <a:moveTo>
                      <a:pt x="0" y="1523"/>
                    </a:moveTo>
                    <a:lnTo>
                      <a:pt x="2875" y="3695"/>
                    </a:lnTo>
                    <a:lnTo>
                      <a:pt x="5262" y="23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04" name="Surface mesh patch"/>
              <p:cNvSpPr/>
              <p:nvPr/>
            </p:nvSpPr>
            <p:spPr>
              <a:xfrm>
                <a:off x="17351029" y="1641206"/>
                <a:ext cx="50120" cy="282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64">
                    <a:moveTo>
                      <a:pt x="0" y="1335"/>
                    </a:moveTo>
                    <a:lnTo>
                      <a:pt x="2875" y="2964"/>
                    </a:lnTo>
                    <a:lnTo>
                      <a:pt x="5262" y="16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05" name="Surface mesh patch"/>
              <p:cNvSpPr/>
              <p:nvPr/>
            </p:nvSpPr>
            <p:spPr>
              <a:xfrm>
                <a:off x="17401149" y="1643891"/>
                <a:ext cx="50120" cy="227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88">
                    <a:moveTo>
                      <a:pt x="0" y="1355"/>
                    </a:moveTo>
                    <a:lnTo>
                      <a:pt x="2875" y="2388"/>
                    </a:lnTo>
                    <a:lnTo>
                      <a:pt x="5262" y="9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06" name="Surface mesh patch"/>
              <p:cNvSpPr/>
              <p:nvPr/>
            </p:nvSpPr>
            <p:spPr>
              <a:xfrm>
                <a:off x="17451269" y="1638950"/>
                <a:ext cx="50120" cy="188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0">
                    <a:moveTo>
                      <a:pt x="0" y="1476"/>
                    </a:moveTo>
                    <a:lnTo>
                      <a:pt x="2875" y="1980"/>
                    </a:lnTo>
                    <a:lnTo>
                      <a:pt x="5262" y="4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07" name="Surface mesh patch"/>
              <p:cNvSpPr/>
              <p:nvPr/>
            </p:nvSpPr>
            <p:spPr>
              <a:xfrm>
                <a:off x="17501388" y="1627559"/>
                <a:ext cx="50120" cy="16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9">
                    <a:moveTo>
                      <a:pt x="0" y="1607"/>
                    </a:moveTo>
                    <a:lnTo>
                      <a:pt x="2875" y="1729"/>
                    </a:lnTo>
                    <a:lnTo>
                      <a:pt x="5262" y="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08" name="Surface mesh patch"/>
              <p:cNvSpPr/>
              <p:nvPr/>
            </p:nvSpPr>
            <p:spPr>
              <a:xfrm>
                <a:off x="17551508" y="1611362"/>
                <a:ext cx="50120" cy="167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0">
                    <a:moveTo>
                      <a:pt x="0" y="1760"/>
                    </a:moveTo>
                    <a:lnTo>
                      <a:pt x="2875" y="1694"/>
                    </a:lnTo>
                    <a:lnTo>
                      <a:pt x="5262" y="0"/>
                    </a:lnTo>
                    <a:lnTo>
                      <a:pt x="2387" y="7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09" name="Surface mesh patch"/>
              <p:cNvSpPr/>
              <p:nvPr/>
            </p:nvSpPr>
            <p:spPr>
              <a:xfrm>
                <a:off x="17601627" y="1595352"/>
                <a:ext cx="50120" cy="160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1">
                    <a:moveTo>
                      <a:pt x="0" y="1681"/>
                    </a:moveTo>
                    <a:lnTo>
                      <a:pt x="2875" y="1637"/>
                    </a:lnTo>
                    <a:lnTo>
                      <a:pt x="5262" y="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10" name="Surface mesh patch"/>
              <p:cNvSpPr/>
              <p:nvPr/>
            </p:nvSpPr>
            <p:spPr>
              <a:xfrm>
                <a:off x="16325905" y="1645385"/>
                <a:ext cx="50120" cy="190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0">
                    <a:moveTo>
                      <a:pt x="0" y="136"/>
                    </a:moveTo>
                    <a:lnTo>
                      <a:pt x="2875" y="1835"/>
                    </a:lnTo>
                    <a:lnTo>
                      <a:pt x="5262" y="20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11" name="Surface mesh patch"/>
              <p:cNvSpPr/>
              <p:nvPr/>
            </p:nvSpPr>
            <p:spPr>
              <a:xfrm>
                <a:off x="16376024" y="1664437"/>
                <a:ext cx="50120" cy="312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0">
                    <a:moveTo>
                      <a:pt x="0" y="0"/>
                    </a:moveTo>
                    <a:lnTo>
                      <a:pt x="2875" y="2336"/>
                    </a:lnTo>
                    <a:lnTo>
                      <a:pt x="5262" y="3280"/>
                    </a:lnTo>
                    <a:lnTo>
                      <a:pt x="2387" y="577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12" name="Surface mesh patch"/>
              <p:cNvSpPr/>
              <p:nvPr/>
            </p:nvSpPr>
            <p:spPr>
              <a:xfrm>
                <a:off x="16426144" y="1695676"/>
                <a:ext cx="50120" cy="455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87">
                    <a:moveTo>
                      <a:pt x="0" y="0"/>
                    </a:moveTo>
                    <a:lnTo>
                      <a:pt x="2875" y="2935"/>
                    </a:lnTo>
                    <a:lnTo>
                      <a:pt x="5262" y="4787"/>
                    </a:lnTo>
                    <a:lnTo>
                      <a:pt x="2387" y="1427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13" name="Surface mesh patch"/>
              <p:cNvSpPr/>
              <p:nvPr/>
            </p:nvSpPr>
            <p:spPr>
              <a:xfrm>
                <a:off x="16476263" y="1741270"/>
                <a:ext cx="50120" cy="5921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16">
                    <a:moveTo>
                      <a:pt x="0" y="0"/>
                    </a:moveTo>
                    <a:lnTo>
                      <a:pt x="2875" y="3420"/>
                    </a:lnTo>
                    <a:lnTo>
                      <a:pt x="5262" y="6216"/>
                    </a:lnTo>
                    <a:lnTo>
                      <a:pt x="2387" y="2341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14" name="Surface mesh patch"/>
              <p:cNvSpPr/>
              <p:nvPr/>
            </p:nvSpPr>
            <p:spPr>
              <a:xfrm>
                <a:off x="16526383" y="1800480"/>
                <a:ext cx="50120" cy="69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90">
                    <a:moveTo>
                      <a:pt x="0" y="0"/>
                    </a:moveTo>
                    <a:lnTo>
                      <a:pt x="2875" y="3697"/>
                    </a:lnTo>
                    <a:lnTo>
                      <a:pt x="5262" y="7290"/>
                    </a:lnTo>
                    <a:lnTo>
                      <a:pt x="2387" y="3158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15" name="Surface mesh patch"/>
              <p:cNvSpPr/>
              <p:nvPr/>
            </p:nvSpPr>
            <p:spPr>
              <a:xfrm>
                <a:off x="16576503" y="1869918"/>
                <a:ext cx="50120" cy="728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649">
                    <a:moveTo>
                      <a:pt x="0" y="0"/>
                    </a:moveTo>
                    <a:lnTo>
                      <a:pt x="2875" y="3656"/>
                    </a:lnTo>
                    <a:lnTo>
                      <a:pt x="5262" y="7649"/>
                    </a:lnTo>
                    <a:lnTo>
                      <a:pt x="2387" y="3647"/>
                    </a:lnTo>
                    <a:close/>
                  </a:path>
                </a:pathLst>
              </a:custGeom>
              <a:solidFill>
                <a:srgbClr val="7895fa"/>
              </a:solidFill>
              <a:ln w="3334" cap="flat" cmpd="sng" algn="ctr">
                <a:solidFill>
                  <a:srgbClr val="789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16" name="Surface mesh patch"/>
              <p:cNvSpPr/>
              <p:nvPr/>
            </p:nvSpPr>
            <p:spPr>
              <a:xfrm>
                <a:off x="16626622" y="1942770"/>
                <a:ext cx="50120" cy="662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52">
                    <a:moveTo>
                      <a:pt x="0" y="0"/>
                    </a:moveTo>
                    <a:lnTo>
                      <a:pt x="2875" y="3201"/>
                    </a:lnTo>
                    <a:lnTo>
                      <a:pt x="5262" y="6952"/>
                    </a:lnTo>
                    <a:lnTo>
                      <a:pt x="2387" y="3551"/>
                    </a:lnTo>
                    <a:close/>
                  </a:path>
                </a:pathLst>
              </a:custGeom>
              <a:solidFill>
                <a:srgbClr val="5c75ef"/>
              </a:solidFill>
              <a:ln w="3334" cap="flat" cmpd="sng" algn="ctr">
                <a:solidFill>
                  <a:srgbClr val="5c75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17" name="Surface mesh patch"/>
              <p:cNvSpPr/>
              <p:nvPr/>
            </p:nvSpPr>
            <p:spPr>
              <a:xfrm>
                <a:off x="16676742" y="2008985"/>
                <a:ext cx="50120" cy="479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35">
                    <a:moveTo>
                      <a:pt x="0" y="0"/>
                    </a:moveTo>
                    <a:lnTo>
                      <a:pt x="2875" y="2300"/>
                    </a:lnTo>
                    <a:lnTo>
                      <a:pt x="5262" y="5035"/>
                    </a:lnTo>
                    <a:lnTo>
                      <a:pt x="2387" y="2697"/>
                    </a:lnTo>
                    <a:close/>
                  </a:path>
                </a:pathLst>
              </a:custGeom>
              <a:solidFill>
                <a:srgbClr val="445ae6"/>
              </a:solidFill>
              <a:ln w="3334" cap="flat" cmpd="sng" algn="ctr">
                <a:solidFill>
                  <a:srgbClr val="44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18" name="Surface mesh patch"/>
              <p:cNvSpPr/>
              <p:nvPr/>
            </p:nvSpPr>
            <p:spPr>
              <a:xfrm>
                <a:off x="16726862" y="2056943"/>
                <a:ext cx="50120" cy="195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8">
                    <a:moveTo>
                      <a:pt x="0" y="0"/>
                    </a:moveTo>
                    <a:lnTo>
                      <a:pt x="2875" y="1034"/>
                    </a:lnTo>
                    <a:lnTo>
                      <a:pt x="5262" y="2048"/>
                    </a:lnTo>
                    <a:lnTo>
                      <a:pt x="2387" y="1089"/>
                    </a:lnTo>
                    <a:close/>
                  </a:path>
                </a:pathLst>
              </a:custGeom>
              <a:solidFill>
                <a:srgbClr val="364ae0"/>
              </a:solidFill>
              <a:ln w="3334" cap="flat" cmpd="sng" algn="ctr">
                <a:solidFill>
                  <a:srgbClr val="364a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19" name="Surface mesh patch"/>
              <p:cNvSpPr/>
              <p:nvPr/>
            </p:nvSpPr>
            <p:spPr>
              <a:xfrm>
                <a:off x="16776981" y="2062066"/>
                <a:ext cx="50120" cy="143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10">
                    <a:moveTo>
                      <a:pt x="0" y="1510"/>
                    </a:moveTo>
                    <a:lnTo>
                      <a:pt x="2875" y="1123"/>
                    </a:lnTo>
                    <a:lnTo>
                      <a:pt x="5262" y="0"/>
                    </a:lnTo>
                    <a:lnTo>
                      <a:pt x="2387" y="467"/>
                    </a:lnTo>
                    <a:close/>
                  </a:path>
                </a:pathLst>
              </a:custGeom>
              <a:solidFill>
                <a:srgbClr val="3548e0"/>
              </a:solidFill>
              <a:ln w="3334" cap="flat" cmpd="sng" algn="ctr">
                <a:solidFill>
                  <a:srgbClr val="3548e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20" name="Surface mesh patch"/>
              <p:cNvSpPr/>
              <p:nvPr/>
            </p:nvSpPr>
            <p:spPr>
              <a:xfrm>
                <a:off x="16827101" y="2015366"/>
                <a:ext cx="50120" cy="467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3">
                    <a:moveTo>
                      <a:pt x="0" y="4903"/>
                    </a:moveTo>
                    <a:lnTo>
                      <a:pt x="2875" y="3242"/>
                    </a:lnTo>
                    <a:lnTo>
                      <a:pt x="5262" y="0"/>
                    </a:lnTo>
                    <a:lnTo>
                      <a:pt x="2387" y="1609"/>
                    </a:lnTo>
                    <a:close/>
                  </a:path>
                </a:pathLst>
              </a:custGeom>
              <a:solidFill>
                <a:srgbClr val="4056e4"/>
              </a:solidFill>
              <a:ln w="3334" cap="flat" cmpd="sng" algn="ctr">
                <a:solidFill>
                  <a:srgbClr val="4056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21" name="Surface mesh patch"/>
              <p:cNvSpPr/>
              <p:nvPr/>
            </p:nvSpPr>
            <p:spPr>
              <a:xfrm>
                <a:off x="16877221" y="1944985"/>
                <a:ext cx="50120" cy="70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89">
                    <a:moveTo>
                      <a:pt x="0" y="7389"/>
                    </a:moveTo>
                    <a:lnTo>
                      <a:pt x="2875" y="4905"/>
                    </a:lnTo>
                    <a:lnTo>
                      <a:pt x="5262" y="0"/>
                    </a:lnTo>
                    <a:lnTo>
                      <a:pt x="2387" y="2183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22" name="Surface mesh patch"/>
              <p:cNvSpPr/>
              <p:nvPr/>
            </p:nvSpPr>
            <p:spPr>
              <a:xfrm>
                <a:off x="16927340" y="1864272"/>
                <a:ext cx="50120" cy="807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74">
                    <a:moveTo>
                      <a:pt x="0" y="8474"/>
                    </a:moveTo>
                    <a:lnTo>
                      <a:pt x="2875" y="5817"/>
                    </a:lnTo>
                    <a:lnTo>
                      <a:pt x="5262" y="0"/>
                    </a:lnTo>
                    <a:lnTo>
                      <a:pt x="2387" y="2052"/>
                    </a:lnTo>
                    <a:close/>
                  </a:path>
                </a:pathLst>
              </a:custGeom>
              <a:solidFill>
                <a:srgbClr val="7591f9"/>
              </a:solidFill>
              <a:ln w="3334" cap="flat" cmpd="sng" algn="ctr">
                <a:solidFill>
                  <a:srgbClr val="7591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23" name="Surface mesh patch"/>
              <p:cNvSpPr/>
              <p:nvPr/>
            </p:nvSpPr>
            <p:spPr>
              <a:xfrm>
                <a:off x="16977460" y="1787418"/>
                <a:ext cx="50120" cy="76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69">
                    <a:moveTo>
                      <a:pt x="0" y="8069"/>
                    </a:moveTo>
                    <a:lnTo>
                      <a:pt x="2875" y="5907"/>
                    </a:lnTo>
                    <a:lnTo>
                      <a:pt x="5262" y="0"/>
                    </a:lnTo>
                    <a:lnTo>
                      <a:pt x="2387" y="1283"/>
                    </a:lnTo>
                    <a:close/>
                  </a:path>
                </a:pathLst>
              </a:custGeom>
              <a:solidFill>
                <a:srgbClr val="8eabfd"/>
              </a:solidFill>
              <a:ln w="3334" cap="flat" cmpd="sng" algn="ctr">
                <a:solidFill>
                  <a:srgbClr val="8ea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24" name="Surface mesh patch"/>
              <p:cNvSpPr/>
              <p:nvPr/>
            </p:nvSpPr>
            <p:spPr>
              <a:xfrm>
                <a:off x="17027580" y="1725570"/>
                <a:ext cx="50120" cy="61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3">
                    <a:moveTo>
                      <a:pt x="0" y="6493"/>
                    </a:moveTo>
                    <a:lnTo>
                      <a:pt x="2875" y="5320"/>
                    </a:lnTo>
                    <a:lnTo>
                      <a:pt x="5262" y="0"/>
                    </a:lnTo>
                    <a:lnTo>
                      <a:pt x="2387" y="128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25" name="Surface mesh patch"/>
              <p:cNvSpPr/>
              <p:nvPr/>
            </p:nvSpPr>
            <p:spPr>
              <a:xfrm>
                <a:off x="17077699" y="1674138"/>
                <a:ext cx="50120" cy="51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09">
                    <a:moveTo>
                      <a:pt x="0" y="5400"/>
                    </a:moveTo>
                    <a:lnTo>
                      <a:pt x="2875" y="5409"/>
                    </a:lnTo>
                    <a:lnTo>
                      <a:pt x="5262" y="10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26" name="Surface mesh patch"/>
              <p:cNvSpPr/>
              <p:nvPr/>
            </p:nvSpPr>
            <p:spPr>
              <a:xfrm>
                <a:off x="17127819" y="1644320"/>
                <a:ext cx="50120" cy="502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72">
                    <a:moveTo>
                      <a:pt x="0" y="4202"/>
                    </a:moveTo>
                    <a:lnTo>
                      <a:pt x="2875" y="5272"/>
                    </a:lnTo>
                    <a:lnTo>
                      <a:pt x="5262" y="20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27" name="Surface mesh patch"/>
              <p:cNvSpPr/>
              <p:nvPr/>
            </p:nvSpPr>
            <p:spPr>
              <a:xfrm>
                <a:off x="17177938" y="1634287"/>
                <a:ext cx="50120" cy="461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43">
                    <a:moveTo>
                      <a:pt x="0" y="3058"/>
                    </a:moveTo>
                    <a:lnTo>
                      <a:pt x="2875" y="4843"/>
                    </a:lnTo>
                    <a:lnTo>
                      <a:pt x="5262" y="249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a"/>
              </a:solidFill>
              <a:ln w="3334" cap="flat" cmpd="sng" algn="ctr">
                <a:solidFill>
                  <a:srgbClr val="bb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28" name="Surface mesh patch"/>
              <p:cNvSpPr/>
              <p:nvPr/>
            </p:nvSpPr>
            <p:spPr>
              <a:xfrm>
                <a:off x="17228058" y="1637403"/>
                <a:ext cx="50120" cy="403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34">
                    <a:moveTo>
                      <a:pt x="0" y="2164"/>
                    </a:moveTo>
                    <a:lnTo>
                      <a:pt x="2875" y="4234"/>
                    </a:lnTo>
                    <a:lnTo>
                      <a:pt x="5262" y="25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29" name="Surface mesh patch"/>
              <p:cNvSpPr/>
              <p:nvPr/>
            </p:nvSpPr>
            <p:spPr>
              <a:xfrm>
                <a:off x="17278178" y="1646084"/>
                <a:ext cx="50120" cy="33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68">
                    <a:moveTo>
                      <a:pt x="0" y="1602"/>
                    </a:moveTo>
                    <a:lnTo>
                      <a:pt x="2875" y="3568"/>
                    </a:lnTo>
                    <a:lnTo>
                      <a:pt x="5262" y="21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30" name="Surface mesh patch"/>
              <p:cNvSpPr/>
              <p:nvPr/>
            </p:nvSpPr>
            <p:spPr>
              <a:xfrm>
                <a:off x="17328297" y="1653925"/>
                <a:ext cx="50120" cy="28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45">
                    <a:moveTo>
                      <a:pt x="0" y="1349"/>
                    </a:moveTo>
                    <a:lnTo>
                      <a:pt x="2875" y="2945"/>
                    </a:lnTo>
                    <a:lnTo>
                      <a:pt x="5262" y="162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31" name="Surface mesh patch"/>
              <p:cNvSpPr/>
              <p:nvPr/>
            </p:nvSpPr>
            <p:spPr>
              <a:xfrm>
                <a:off x="17378417" y="1656800"/>
                <a:ext cx="50120" cy="230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24">
                    <a:moveTo>
                      <a:pt x="0" y="1326"/>
                    </a:moveTo>
                    <a:lnTo>
                      <a:pt x="2875" y="2424"/>
                    </a:lnTo>
                    <a:lnTo>
                      <a:pt x="5262" y="103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32" name="Surface mesh patch"/>
              <p:cNvSpPr/>
              <p:nvPr/>
            </p:nvSpPr>
            <p:spPr>
              <a:xfrm>
                <a:off x="17428537" y="1653009"/>
                <a:ext cx="50120" cy="193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30">
                    <a:moveTo>
                      <a:pt x="0" y="1431"/>
                    </a:moveTo>
                    <a:lnTo>
                      <a:pt x="2875" y="2030"/>
                    </a:lnTo>
                    <a:lnTo>
                      <a:pt x="5262" y="5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33" name="Surface mesh patch"/>
              <p:cNvSpPr/>
              <p:nvPr/>
            </p:nvSpPr>
            <p:spPr>
              <a:xfrm>
                <a:off x="17478656" y="1642869"/>
                <a:ext cx="50120" cy="168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7">
                    <a:moveTo>
                      <a:pt x="0" y="1568"/>
                    </a:moveTo>
                    <a:lnTo>
                      <a:pt x="2875" y="1767"/>
                    </a:lnTo>
                    <a:lnTo>
                      <a:pt x="5262" y="12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34" name="Surface mesh patch"/>
              <p:cNvSpPr/>
              <p:nvPr/>
            </p:nvSpPr>
            <p:spPr>
              <a:xfrm>
                <a:off x="17528776" y="1627495"/>
                <a:ext cx="50120" cy="165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6">
                    <a:moveTo>
                      <a:pt x="0" y="1736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66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35" name="Surface mesh patch"/>
              <p:cNvSpPr/>
              <p:nvPr/>
            </p:nvSpPr>
            <p:spPr>
              <a:xfrm>
                <a:off x="17578896" y="1610942"/>
                <a:ext cx="50120" cy="165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8">
                    <a:moveTo>
                      <a:pt x="0" y="1738"/>
                    </a:moveTo>
                    <a:lnTo>
                      <a:pt x="2875" y="1659"/>
                    </a:lnTo>
                    <a:lnTo>
                      <a:pt x="5262" y="0"/>
                    </a:lnTo>
                    <a:lnTo>
                      <a:pt x="2387" y="44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36" name="Surface mesh patch"/>
              <p:cNvSpPr/>
              <p:nvPr/>
            </p:nvSpPr>
            <p:spPr>
              <a:xfrm>
                <a:off x="16353292" y="1662866"/>
                <a:ext cx="50120" cy="238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1">
                    <a:moveTo>
                      <a:pt x="0" y="0"/>
                    </a:moveTo>
                    <a:lnTo>
                      <a:pt x="2875" y="2027"/>
                    </a:lnTo>
                    <a:lnTo>
                      <a:pt x="5262" y="2501"/>
                    </a:lnTo>
                    <a:lnTo>
                      <a:pt x="2387" y="165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37" name="Surface mesh patch"/>
              <p:cNvSpPr/>
              <p:nvPr/>
            </p:nvSpPr>
            <p:spPr>
              <a:xfrm>
                <a:off x="16403412" y="1686690"/>
                <a:ext cx="50120" cy="36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8">
                    <a:moveTo>
                      <a:pt x="0" y="0"/>
                    </a:moveTo>
                    <a:lnTo>
                      <a:pt x="2875" y="2575"/>
                    </a:lnTo>
                    <a:lnTo>
                      <a:pt x="5262" y="3878"/>
                    </a:lnTo>
                    <a:lnTo>
                      <a:pt x="2387" y="943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38" name="Surface mesh patch"/>
              <p:cNvSpPr/>
              <p:nvPr/>
            </p:nvSpPr>
            <p:spPr>
              <a:xfrm>
                <a:off x="16453532" y="1723629"/>
                <a:ext cx="50120" cy="502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72">
                    <a:moveTo>
                      <a:pt x="0" y="0"/>
                    </a:moveTo>
                    <a:lnTo>
                      <a:pt x="2875" y="3023"/>
                    </a:lnTo>
                    <a:lnTo>
                      <a:pt x="5262" y="5272"/>
                    </a:lnTo>
                    <a:lnTo>
                      <a:pt x="2387" y="1852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39" name="Surface mesh patch"/>
              <p:cNvSpPr/>
              <p:nvPr/>
            </p:nvSpPr>
            <p:spPr>
              <a:xfrm>
                <a:off x="16503651" y="1773847"/>
                <a:ext cx="50120" cy="61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93">
                    <a:moveTo>
                      <a:pt x="0" y="0"/>
                    </a:moveTo>
                    <a:lnTo>
                      <a:pt x="2875" y="3297"/>
                    </a:lnTo>
                    <a:lnTo>
                      <a:pt x="5262" y="6493"/>
                    </a:lnTo>
                    <a:lnTo>
                      <a:pt x="2387" y="2796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40" name="Surface mesh patch"/>
              <p:cNvSpPr/>
              <p:nvPr/>
            </p:nvSpPr>
            <p:spPr>
              <a:xfrm>
                <a:off x="16553771" y="1835696"/>
                <a:ext cx="50120" cy="690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249">
                    <a:moveTo>
                      <a:pt x="0" y="0"/>
                    </a:moveTo>
                    <a:lnTo>
                      <a:pt x="2875" y="3308"/>
                    </a:lnTo>
                    <a:lnTo>
                      <a:pt x="5262" y="7249"/>
                    </a:lnTo>
                    <a:lnTo>
                      <a:pt x="2387" y="3593"/>
                    </a:lnTo>
                    <a:close/>
                  </a:path>
                </a:pathLst>
              </a:custGeom>
              <a:solidFill>
                <a:srgbClr val="87a5fd"/>
              </a:solidFill>
              <a:ln w="3334" cap="flat" cmpd="sng" algn="ctr">
                <a:solidFill>
                  <a:srgbClr val="87a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41" name="Surface mesh patch"/>
              <p:cNvSpPr/>
              <p:nvPr/>
            </p:nvSpPr>
            <p:spPr>
              <a:xfrm>
                <a:off x="16603891" y="1904742"/>
                <a:ext cx="50120" cy="685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93">
                    <a:moveTo>
                      <a:pt x="0" y="0"/>
                    </a:moveTo>
                    <a:lnTo>
                      <a:pt x="2875" y="2966"/>
                    </a:lnTo>
                    <a:lnTo>
                      <a:pt x="5262" y="7193"/>
                    </a:lnTo>
                    <a:lnTo>
                      <a:pt x="2387" y="3992"/>
                    </a:lnTo>
                    <a:close/>
                  </a:path>
                </a:pathLst>
              </a:custGeom>
              <a:solidFill>
                <a:srgbClr val="6f8bf7"/>
              </a:solidFill>
              <a:ln w="3334" cap="flat" cmpd="sng" algn="ctr">
                <a:solidFill>
                  <a:srgbClr val="6f8b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42" name="Surface mesh patch"/>
              <p:cNvSpPr/>
              <p:nvPr/>
            </p:nvSpPr>
            <p:spPr>
              <a:xfrm>
                <a:off x="16654010" y="1973259"/>
                <a:ext cx="50120" cy="576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51">
                    <a:moveTo>
                      <a:pt x="0" y="0"/>
                    </a:moveTo>
                    <a:lnTo>
                      <a:pt x="2875" y="2215"/>
                    </a:lnTo>
                    <a:lnTo>
                      <a:pt x="5262" y="6051"/>
                    </a:lnTo>
                    <a:lnTo>
                      <a:pt x="2387" y="3751"/>
                    </a:lnTo>
                    <a:close/>
                  </a:path>
                </a:pathLst>
              </a:custGeom>
              <a:solidFill>
                <a:srgbClr val="556dec"/>
              </a:solidFill>
              <a:ln w="3334" cap="flat" cmpd="sng" algn="ctr">
                <a:solidFill>
                  <a:srgbClr val="556d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43" name="Surface mesh patch"/>
              <p:cNvSpPr/>
              <p:nvPr/>
            </p:nvSpPr>
            <p:spPr>
              <a:xfrm>
                <a:off x="16704130" y="2030891"/>
                <a:ext cx="50120" cy="358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69">
                    <a:moveTo>
                      <a:pt x="0" y="0"/>
                    </a:moveTo>
                    <a:lnTo>
                      <a:pt x="2875" y="1085"/>
                    </a:lnTo>
                    <a:lnTo>
                      <a:pt x="5262" y="3769"/>
                    </a:lnTo>
                    <a:lnTo>
                      <a:pt x="2387" y="2735"/>
                    </a:lnTo>
                    <a:close/>
                  </a:path>
                </a:pathLst>
              </a:custGeom>
              <a:solidFill>
                <a:srgbClr val="4257e5"/>
              </a:solidFill>
              <a:ln w="3334" cap="flat" cmpd="sng" algn="ctr">
                <a:solidFill>
                  <a:srgbClr val="4257e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44" name="Surface mesh patch"/>
              <p:cNvSpPr/>
              <p:nvPr/>
            </p:nvSpPr>
            <p:spPr>
              <a:xfrm>
                <a:off x="16754249" y="2064135"/>
                <a:ext cx="50120" cy="12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93">
                    <a:moveTo>
                      <a:pt x="0" y="279"/>
                    </a:moveTo>
                    <a:lnTo>
                      <a:pt x="2875" y="0"/>
                    </a:lnTo>
                    <a:lnTo>
                      <a:pt x="5262" y="906"/>
                    </a:lnTo>
                    <a:lnTo>
                      <a:pt x="2387" y="1293"/>
                    </a:lnTo>
                    <a:close/>
                  </a:path>
                </a:pathLst>
              </a:custGeom>
              <a:solidFill>
                <a:srgbClr val="394de1"/>
              </a:solidFill>
              <a:ln w="3334" cap="flat" cmpd="sng" algn="ctr">
                <a:solidFill>
                  <a:srgbClr val="394de1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45" name="Surface mesh patch"/>
              <p:cNvSpPr/>
              <p:nvPr/>
            </p:nvSpPr>
            <p:spPr>
              <a:xfrm>
                <a:off x="16804369" y="2046243"/>
                <a:ext cx="50120" cy="265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84">
                    <a:moveTo>
                      <a:pt x="0" y="2784"/>
                    </a:moveTo>
                    <a:lnTo>
                      <a:pt x="2875" y="1164"/>
                    </a:lnTo>
                    <a:lnTo>
                      <a:pt x="5262" y="0"/>
                    </a:lnTo>
                    <a:lnTo>
                      <a:pt x="2387" y="1661"/>
                    </a:lnTo>
                    <a:close/>
                  </a:path>
                </a:pathLst>
              </a:custGeom>
              <a:solidFill>
                <a:srgbClr val="3c51e3"/>
              </a:solidFill>
              <a:ln w="3334" cap="flat" cmpd="sng" algn="ctr">
                <a:solidFill>
                  <a:srgbClr val="3c51e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46" name="Surface mesh patch"/>
              <p:cNvSpPr/>
              <p:nvPr/>
            </p:nvSpPr>
            <p:spPr>
              <a:xfrm>
                <a:off x="16854489" y="1991704"/>
                <a:ext cx="50120" cy="545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6">
                    <a:moveTo>
                      <a:pt x="0" y="5726"/>
                    </a:moveTo>
                    <a:lnTo>
                      <a:pt x="2875" y="3087"/>
                    </a:lnTo>
                    <a:lnTo>
                      <a:pt x="5262" y="0"/>
                    </a:lnTo>
                    <a:lnTo>
                      <a:pt x="2387" y="2484"/>
                    </a:lnTo>
                    <a:close/>
                  </a:path>
                </a:pathLst>
              </a:custGeom>
              <a:solidFill>
                <a:srgbClr val="4c63e9"/>
              </a:solidFill>
              <a:ln w="3334" cap="flat" cmpd="sng" algn="ctr">
                <a:solidFill>
                  <a:srgbClr val="4c63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47" name="Surface mesh patch"/>
              <p:cNvSpPr/>
              <p:nvPr/>
            </p:nvSpPr>
            <p:spPr>
              <a:xfrm>
                <a:off x="16904608" y="1919680"/>
                <a:ext cx="50120" cy="72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62">
                    <a:moveTo>
                      <a:pt x="0" y="7562"/>
                    </a:moveTo>
                    <a:lnTo>
                      <a:pt x="2875" y="4470"/>
                    </a:lnTo>
                    <a:lnTo>
                      <a:pt x="5262" y="0"/>
                    </a:lnTo>
                    <a:lnTo>
                      <a:pt x="2387" y="2657"/>
                    </a:lnTo>
                    <a:close/>
                  </a:path>
                </a:pathLst>
              </a:custGeom>
              <a:solidFill>
                <a:srgbClr val="657ff3"/>
              </a:solidFill>
              <a:ln w="3334" cap="flat" cmpd="sng" algn="ctr">
                <a:solidFill>
                  <a:srgbClr val="657f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48" name="Surface mesh patch"/>
              <p:cNvSpPr/>
              <p:nvPr/>
            </p:nvSpPr>
            <p:spPr>
              <a:xfrm>
                <a:off x="16954728" y="1843683"/>
                <a:ext cx="50120" cy="759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79">
                    <a:moveTo>
                      <a:pt x="0" y="7979"/>
                    </a:moveTo>
                    <a:lnTo>
                      <a:pt x="2875" y="5098"/>
                    </a:lnTo>
                    <a:lnTo>
                      <a:pt x="5262" y="0"/>
                    </a:lnTo>
                    <a:lnTo>
                      <a:pt x="2387" y="2162"/>
                    </a:lnTo>
                    <a:close/>
                  </a:path>
                </a:pathLst>
              </a:custGeom>
              <a:solidFill>
                <a:srgbClr val="819ffd"/>
              </a:solidFill>
              <a:ln w="3334" cap="flat" cmpd="sng" algn="ctr">
                <a:solidFill>
                  <a:srgbClr val="81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49" name="Surface mesh patch"/>
              <p:cNvSpPr/>
              <p:nvPr/>
            </p:nvSpPr>
            <p:spPr>
              <a:xfrm>
                <a:off x="17004848" y="1776244"/>
                <a:ext cx="50120" cy="674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080">
                    <a:moveTo>
                      <a:pt x="0" y="7080"/>
                    </a:moveTo>
                    <a:lnTo>
                      <a:pt x="2875" y="4984"/>
                    </a:lnTo>
                    <a:lnTo>
                      <a:pt x="5262" y="0"/>
                    </a:lnTo>
                    <a:lnTo>
                      <a:pt x="2387" y="1173"/>
                    </a:lnTo>
                    <a:close/>
                  </a:path>
                </a:pathLst>
              </a:custGeom>
              <a:solidFill>
                <a:srgbClr val="95b2fd"/>
              </a:solidFill>
              <a:ln w="3334" cap="flat" cmpd="sng" algn="ctr">
                <a:solidFill>
                  <a:srgbClr val="95b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50" name="Surface mesh patch"/>
              <p:cNvSpPr/>
              <p:nvPr/>
            </p:nvSpPr>
            <p:spPr>
              <a:xfrm>
                <a:off x="17054967" y="1725570"/>
                <a:ext cx="50120" cy="5067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20">
                    <a:moveTo>
                      <a:pt x="0" y="5320"/>
                    </a:moveTo>
                    <a:lnTo>
                      <a:pt x="2875" y="4337"/>
                    </a:lnTo>
                    <a:lnTo>
                      <a:pt x="5262" y="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51" name="Surface mesh patch"/>
              <p:cNvSpPr/>
              <p:nvPr/>
            </p:nvSpPr>
            <p:spPr>
              <a:xfrm>
                <a:off x="17105087" y="1684339"/>
                <a:ext cx="50120" cy="427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3">
                    <a:moveTo>
                      <a:pt x="0" y="4338"/>
                    </a:moveTo>
                    <a:lnTo>
                      <a:pt x="2875" y="4493"/>
                    </a:lnTo>
                    <a:lnTo>
                      <a:pt x="5262" y="107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52" name="Surface mesh patch"/>
              <p:cNvSpPr/>
              <p:nvPr/>
            </p:nvSpPr>
            <p:spPr>
              <a:xfrm>
                <a:off x="17155207" y="1663412"/>
                <a:ext cx="50120" cy="412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7">
                    <a:moveTo>
                      <a:pt x="0" y="3267"/>
                    </a:moveTo>
                    <a:lnTo>
                      <a:pt x="2875" y="4327"/>
                    </a:lnTo>
                    <a:lnTo>
                      <a:pt x="5262" y="17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53" name="Surface mesh patch"/>
              <p:cNvSpPr/>
              <p:nvPr/>
            </p:nvSpPr>
            <p:spPr>
              <a:xfrm>
                <a:off x="17205326" y="1658019"/>
                <a:ext cx="50120" cy="375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38">
                    <a:moveTo>
                      <a:pt x="0" y="2351"/>
                    </a:moveTo>
                    <a:lnTo>
                      <a:pt x="2875" y="3938"/>
                    </a:lnTo>
                    <a:lnTo>
                      <a:pt x="5262" y="20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54" name="Surface mesh patch"/>
              <p:cNvSpPr/>
              <p:nvPr/>
            </p:nvSpPr>
            <p:spPr>
              <a:xfrm>
                <a:off x="17255446" y="1661339"/>
                <a:ext cx="50120" cy="327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38">
                    <a:moveTo>
                      <a:pt x="0" y="1721"/>
                    </a:moveTo>
                    <a:lnTo>
                      <a:pt x="2875" y="3438"/>
                    </a:lnTo>
                    <a:lnTo>
                      <a:pt x="5262" y="19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55" name="Surface mesh patch"/>
              <p:cNvSpPr/>
              <p:nvPr/>
            </p:nvSpPr>
            <p:spPr>
              <a:xfrm>
                <a:off x="17305566" y="1666778"/>
                <a:ext cx="50120" cy="278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5">
                    <a:moveTo>
                      <a:pt x="0" y="1395"/>
                    </a:moveTo>
                    <a:lnTo>
                      <a:pt x="2875" y="2925"/>
                    </a:lnTo>
                    <a:lnTo>
                      <a:pt x="5262" y="1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56" name="Surface mesh patch"/>
              <p:cNvSpPr/>
              <p:nvPr/>
            </p:nvSpPr>
            <p:spPr>
              <a:xfrm>
                <a:off x="17355685" y="1669435"/>
                <a:ext cx="50120" cy="234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2">
                    <a:moveTo>
                      <a:pt x="0" y="1316"/>
                    </a:moveTo>
                    <a:lnTo>
                      <a:pt x="2875" y="2462"/>
                    </a:lnTo>
                    <a:lnTo>
                      <a:pt x="5262" y="10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57" name="Surface mesh patch"/>
              <p:cNvSpPr/>
              <p:nvPr/>
            </p:nvSpPr>
            <p:spPr>
              <a:xfrm>
                <a:off x="17405805" y="1666635"/>
                <a:ext cx="50120" cy="19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6">
                    <a:moveTo>
                      <a:pt x="0" y="1392"/>
                    </a:moveTo>
                    <a:lnTo>
                      <a:pt x="2875" y="2086"/>
                    </a:lnTo>
                    <a:lnTo>
                      <a:pt x="5262" y="60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58" name="Surface mesh patch"/>
              <p:cNvSpPr/>
              <p:nvPr/>
            </p:nvSpPr>
            <p:spPr>
              <a:xfrm>
                <a:off x="17455924" y="1657805"/>
                <a:ext cx="50120" cy="17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3">
                    <a:moveTo>
                      <a:pt x="0" y="1527"/>
                    </a:moveTo>
                    <a:lnTo>
                      <a:pt x="2875" y="1813"/>
                    </a:lnTo>
                    <a:lnTo>
                      <a:pt x="5262" y="1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59" name="Surface mesh patch"/>
              <p:cNvSpPr/>
              <p:nvPr/>
            </p:nvSpPr>
            <p:spPr>
              <a:xfrm>
                <a:off x="17506044" y="1643656"/>
                <a:ext cx="50120" cy="161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90">
                    <a:moveTo>
                      <a:pt x="0" y="1684"/>
                    </a:moveTo>
                    <a:lnTo>
                      <a:pt x="2875" y="1690"/>
                    </a:lnTo>
                    <a:lnTo>
                      <a:pt x="5262" y="0"/>
                    </a:lnTo>
                    <a:lnTo>
                      <a:pt x="2387" y="3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60" name="Surface mesh patch"/>
              <p:cNvSpPr/>
              <p:nvPr/>
            </p:nvSpPr>
            <p:spPr>
              <a:xfrm>
                <a:off x="17556164" y="1626743"/>
                <a:ext cx="50120" cy="169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6">
                    <a:moveTo>
                      <a:pt x="0" y="1776"/>
                    </a:moveTo>
                    <a:lnTo>
                      <a:pt x="2875" y="1683"/>
                    </a:lnTo>
                    <a:lnTo>
                      <a:pt x="5262" y="0"/>
                    </a:lnTo>
                    <a:lnTo>
                      <a:pt x="2387" y="79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61" name="Surface mesh patch"/>
              <p:cNvSpPr/>
              <p:nvPr/>
            </p:nvSpPr>
            <p:spPr>
              <a:xfrm>
                <a:off x="16380680" y="1682178"/>
                <a:ext cx="50120" cy="29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49">
                    <a:moveTo>
                      <a:pt x="0" y="0"/>
                    </a:moveTo>
                    <a:lnTo>
                      <a:pt x="2875" y="2278"/>
                    </a:lnTo>
                    <a:lnTo>
                      <a:pt x="5262" y="3049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62" name="Surface mesh patch"/>
              <p:cNvSpPr/>
              <p:nvPr/>
            </p:nvSpPr>
            <p:spPr>
              <a:xfrm>
                <a:off x="16430800" y="1711218"/>
                <a:ext cx="50120" cy="41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6">
                    <a:moveTo>
                      <a:pt x="0" y="0"/>
                    </a:moveTo>
                    <a:lnTo>
                      <a:pt x="2875" y="2694"/>
                    </a:lnTo>
                    <a:lnTo>
                      <a:pt x="5262" y="4326"/>
                    </a:lnTo>
                    <a:lnTo>
                      <a:pt x="2387" y="1303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63" name="Surface mesh patch"/>
              <p:cNvSpPr/>
              <p:nvPr/>
            </p:nvSpPr>
            <p:spPr>
              <a:xfrm>
                <a:off x="16480919" y="1752425"/>
                <a:ext cx="50120" cy="528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6">
                    <a:moveTo>
                      <a:pt x="0" y="0"/>
                    </a:moveTo>
                    <a:lnTo>
                      <a:pt x="2875" y="2955"/>
                    </a:lnTo>
                    <a:lnTo>
                      <a:pt x="5262" y="5546"/>
                    </a:lnTo>
                    <a:lnTo>
                      <a:pt x="2387" y="2249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64" name="Surface mesh patch"/>
              <p:cNvSpPr/>
              <p:nvPr/>
            </p:nvSpPr>
            <p:spPr>
              <a:xfrm>
                <a:off x="16531039" y="1805254"/>
                <a:ext cx="50120" cy="619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04">
                    <a:moveTo>
                      <a:pt x="0" y="0"/>
                    </a:moveTo>
                    <a:lnTo>
                      <a:pt x="2875" y="2993"/>
                    </a:lnTo>
                    <a:lnTo>
                      <a:pt x="5262" y="6504"/>
                    </a:lnTo>
                    <a:lnTo>
                      <a:pt x="2387" y="3196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65" name="Surface mesh patch"/>
              <p:cNvSpPr/>
              <p:nvPr/>
            </p:nvSpPr>
            <p:spPr>
              <a:xfrm>
                <a:off x="16581159" y="1867208"/>
                <a:ext cx="50120" cy="657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6">
                    <a:moveTo>
                      <a:pt x="0" y="0"/>
                    </a:moveTo>
                    <a:lnTo>
                      <a:pt x="2875" y="2732"/>
                    </a:lnTo>
                    <a:lnTo>
                      <a:pt x="5262" y="6906"/>
                    </a:lnTo>
                    <a:lnTo>
                      <a:pt x="2387" y="3941"/>
                    </a:lnTo>
                    <a:close/>
                  </a:path>
                </a:pathLst>
              </a:custGeom>
              <a:solidFill>
                <a:srgbClr val="829ffd"/>
              </a:solidFill>
              <a:ln w="3334" cap="flat" cmpd="sng" algn="ctr">
                <a:solidFill>
                  <a:srgbClr val="829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66" name="Surface mesh patch"/>
              <p:cNvSpPr/>
              <p:nvPr/>
            </p:nvSpPr>
            <p:spPr>
              <a:xfrm>
                <a:off x="16631278" y="1932991"/>
                <a:ext cx="50120" cy="613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443">
                    <a:moveTo>
                      <a:pt x="0" y="0"/>
                    </a:moveTo>
                    <a:lnTo>
                      <a:pt x="2875" y="2111"/>
                    </a:lnTo>
                    <a:lnTo>
                      <a:pt x="5262" y="6443"/>
                    </a:lnTo>
                    <a:lnTo>
                      <a:pt x="2387" y="4228"/>
                    </a:lnTo>
                    <a:close/>
                  </a:path>
                </a:pathLst>
              </a:custGeom>
              <a:solidFill>
                <a:srgbClr val="6983f4"/>
              </a:solidFill>
              <a:ln w="3334" cap="flat" cmpd="sng" algn="ctr">
                <a:solidFill>
                  <a:srgbClr val="6983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67" name="Surface mesh patch"/>
              <p:cNvSpPr/>
              <p:nvPr/>
            </p:nvSpPr>
            <p:spPr>
              <a:xfrm>
                <a:off x="16681398" y="1994356"/>
                <a:ext cx="50120" cy="468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20">
                    <a:moveTo>
                      <a:pt x="0" y="0"/>
                    </a:moveTo>
                    <a:lnTo>
                      <a:pt x="2875" y="1123"/>
                    </a:lnTo>
                    <a:lnTo>
                      <a:pt x="5262" y="4920"/>
                    </a:lnTo>
                    <a:lnTo>
                      <a:pt x="2387" y="3836"/>
                    </a:lnTo>
                    <a:close/>
                  </a:path>
                </a:pathLst>
              </a:custGeom>
              <a:solidFill>
                <a:srgbClr val="526aeb"/>
              </a:solidFill>
              <a:ln w="3334" cap="flat" cmpd="sng" algn="ctr">
                <a:solidFill>
                  <a:srgbClr val="526ae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68" name="Surface mesh patch"/>
              <p:cNvSpPr/>
              <p:nvPr/>
            </p:nvSpPr>
            <p:spPr>
              <a:xfrm>
                <a:off x="16731518" y="2039859"/>
                <a:ext cx="50120" cy="269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7">
                    <a:moveTo>
                      <a:pt x="0" y="143"/>
                    </a:moveTo>
                    <a:lnTo>
                      <a:pt x="2875" y="0"/>
                    </a:lnTo>
                    <a:lnTo>
                      <a:pt x="5262" y="2549"/>
                    </a:lnTo>
                    <a:lnTo>
                      <a:pt x="2387" y="2827"/>
                    </a:lnTo>
                    <a:close/>
                  </a:path>
                </a:pathLst>
              </a:custGeom>
              <a:solidFill>
                <a:srgbClr val="445ae6"/>
              </a:solidFill>
              <a:ln w="3334" cap="flat" cmpd="sng" algn="ctr">
                <a:solidFill>
                  <a:srgbClr val="445ae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69" name="Surface mesh patch"/>
              <p:cNvSpPr/>
              <p:nvPr/>
            </p:nvSpPr>
            <p:spPr>
              <a:xfrm>
                <a:off x="16781637" y="2049961"/>
                <a:ext cx="50120" cy="228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4">
                    <a:moveTo>
                      <a:pt x="0" y="1488"/>
                    </a:moveTo>
                    <a:lnTo>
                      <a:pt x="2875" y="0"/>
                    </a:lnTo>
                    <a:lnTo>
                      <a:pt x="5262" y="774"/>
                    </a:lnTo>
                    <a:lnTo>
                      <a:pt x="2387" y="2394"/>
                    </a:lnTo>
                    <a:close/>
                  </a:path>
                </a:pathLst>
              </a:custGeom>
              <a:solidFill>
                <a:srgbClr val="4055e4"/>
              </a:solidFill>
              <a:ln w="3334" cap="flat" cmpd="sng" algn="ctr">
                <a:solidFill>
                  <a:srgbClr val="4055e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0" name="Surface mesh patch"/>
              <p:cNvSpPr/>
              <p:nvPr/>
            </p:nvSpPr>
            <p:spPr>
              <a:xfrm>
                <a:off x="16831757" y="2021107"/>
                <a:ext cx="50120" cy="362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03">
                    <a:moveTo>
                      <a:pt x="0" y="3803"/>
                    </a:moveTo>
                    <a:lnTo>
                      <a:pt x="2875" y="1163"/>
                    </a:lnTo>
                    <a:lnTo>
                      <a:pt x="5262" y="0"/>
                    </a:lnTo>
                    <a:lnTo>
                      <a:pt x="2387" y="2639"/>
                    </a:lnTo>
                    <a:close/>
                  </a:path>
                </a:pathLst>
              </a:custGeom>
              <a:solidFill>
                <a:srgbClr val="485ee7"/>
              </a:solidFill>
              <a:ln w="3334" cap="flat" cmpd="sng" algn="ctr">
                <a:solidFill>
                  <a:srgbClr val="485e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1" name="Surface mesh patch"/>
              <p:cNvSpPr/>
              <p:nvPr/>
            </p:nvSpPr>
            <p:spPr>
              <a:xfrm>
                <a:off x="16881877" y="1962259"/>
                <a:ext cx="50120" cy="588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78">
                    <a:moveTo>
                      <a:pt x="0" y="6178"/>
                    </a:moveTo>
                    <a:lnTo>
                      <a:pt x="2875" y="2846"/>
                    </a:lnTo>
                    <a:lnTo>
                      <a:pt x="5262" y="0"/>
                    </a:lnTo>
                    <a:lnTo>
                      <a:pt x="2387" y="3091"/>
                    </a:lnTo>
                    <a:close/>
                  </a:path>
                </a:pathLst>
              </a:custGeom>
              <a:solidFill>
                <a:srgbClr val="5b73ef"/>
              </a:solidFill>
              <a:ln w="3334" cap="flat" cmpd="sng" algn="ctr">
                <a:solidFill>
                  <a:srgbClr val="5b73e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2" name="Surface mesh patch"/>
              <p:cNvSpPr/>
              <p:nvPr/>
            </p:nvSpPr>
            <p:spPr>
              <a:xfrm>
                <a:off x="16931996" y="1892246"/>
                <a:ext cx="50120" cy="700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50">
                    <a:moveTo>
                      <a:pt x="0" y="7350"/>
                    </a:moveTo>
                    <a:lnTo>
                      <a:pt x="2875" y="3947"/>
                    </a:lnTo>
                    <a:lnTo>
                      <a:pt x="5262" y="0"/>
                    </a:lnTo>
                    <a:lnTo>
                      <a:pt x="2387" y="2880"/>
                    </a:lnTo>
                    <a:close/>
                  </a:path>
                </a:pathLst>
              </a:custGeom>
              <a:solidFill>
                <a:srgbClr val="7490f9"/>
              </a:solidFill>
              <a:ln w="3334" cap="flat" cmpd="sng" algn="ctr">
                <a:solidFill>
                  <a:srgbClr val="7490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3" name="Surface mesh patch"/>
              <p:cNvSpPr/>
              <p:nvPr/>
            </p:nvSpPr>
            <p:spPr>
              <a:xfrm>
                <a:off x="16982116" y="1823715"/>
                <a:ext cx="50120" cy="685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195">
                    <a:moveTo>
                      <a:pt x="0" y="7195"/>
                    </a:moveTo>
                    <a:lnTo>
                      <a:pt x="2875" y="4336"/>
                    </a:lnTo>
                    <a:lnTo>
                      <a:pt x="5262" y="0"/>
                    </a:lnTo>
                    <a:lnTo>
                      <a:pt x="2387" y="209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4" name="Surface mesh patch"/>
              <p:cNvSpPr/>
              <p:nvPr/>
            </p:nvSpPr>
            <p:spPr>
              <a:xfrm>
                <a:off x="17032235" y="1766878"/>
                <a:ext cx="50120" cy="56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7">
                    <a:moveTo>
                      <a:pt x="0" y="5967"/>
                    </a:moveTo>
                    <a:lnTo>
                      <a:pt x="2875" y="4094"/>
                    </a:lnTo>
                    <a:lnTo>
                      <a:pt x="5262" y="0"/>
                    </a:lnTo>
                    <a:lnTo>
                      <a:pt x="2387" y="983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5" name="Surface mesh patch"/>
              <p:cNvSpPr/>
              <p:nvPr/>
            </p:nvSpPr>
            <p:spPr>
              <a:xfrm>
                <a:off x="17082355" y="1725654"/>
                <a:ext cx="50120" cy="412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28">
                    <a:moveTo>
                      <a:pt x="0" y="4328"/>
                    </a:moveTo>
                    <a:lnTo>
                      <a:pt x="2875" y="3608"/>
                    </a:lnTo>
                    <a:lnTo>
                      <a:pt x="5262" y="15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6" name="Surface mesh patch"/>
              <p:cNvSpPr/>
              <p:nvPr/>
            </p:nvSpPr>
            <p:spPr>
              <a:xfrm>
                <a:off x="17132475" y="1694531"/>
                <a:ext cx="50120" cy="356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47">
                    <a:moveTo>
                      <a:pt x="0" y="3423"/>
                    </a:moveTo>
                    <a:lnTo>
                      <a:pt x="2875" y="3747"/>
                    </a:lnTo>
                    <a:lnTo>
                      <a:pt x="5262" y="106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7" name="Surface mesh patch"/>
              <p:cNvSpPr/>
              <p:nvPr/>
            </p:nvSpPr>
            <p:spPr>
              <a:xfrm>
                <a:off x="17182594" y="1680415"/>
                <a:ext cx="50120" cy="34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06">
                    <a:moveTo>
                      <a:pt x="0" y="2542"/>
                    </a:moveTo>
                    <a:lnTo>
                      <a:pt x="2875" y="3606"/>
                    </a:lnTo>
                    <a:lnTo>
                      <a:pt x="5262" y="15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8" name="Surface mesh patch"/>
              <p:cNvSpPr/>
              <p:nvPr/>
            </p:nvSpPr>
            <p:spPr>
              <a:xfrm>
                <a:off x="17232714" y="1677729"/>
                <a:ext cx="50120" cy="313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89">
                    <a:moveTo>
                      <a:pt x="0" y="1869"/>
                    </a:moveTo>
                    <a:lnTo>
                      <a:pt x="2875" y="3289"/>
                    </a:lnTo>
                    <a:lnTo>
                      <a:pt x="5262" y="17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9" name="Surface mesh patch"/>
              <p:cNvSpPr/>
              <p:nvPr/>
            </p:nvSpPr>
            <p:spPr>
              <a:xfrm>
                <a:off x="17282834" y="1680066"/>
                <a:ext cx="50120" cy="27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5">
                    <a:moveTo>
                      <a:pt x="0" y="1472"/>
                    </a:moveTo>
                    <a:lnTo>
                      <a:pt x="2875" y="2895"/>
                    </a:lnTo>
                    <a:lnTo>
                      <a:pt x="5262" y="15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80" name="Surface mesh patch"/>
              <p:cNvSpPr/>
              <p:nvPr/>
            </p:nvSpPr>
            <p:spPr>
              <a:xfrm>
                <a:off x="17332953" y="1681974"/>
                <a:ext cx="50120" cy="237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98">
                    <a:moveTo>
                      <a:pt x="0" y="1329"/>
                    </a:moveTo>
                    <a:lnTo>
                      <a:pt x="2875" y="2498"/>
                    </a:lnTo>
                    <a:lnTo>
                      <a:pt x="5262" y="11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81" name="Surface mesh patch"/>
              <p:cNvSpPr/>
              <p:nvPr/>
            </p:nvSpPr>
            <p:spPr>
              <a:xfrm>
                <a:off x="17383073" y="1679891"/>
                <a:ext cx="50120" cy="204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45">
                    <a:moveTo>
                      <a:pt x="0" y="1364"/>
                    </a:moveTo>
                    <a:lnTo>
                      <a:pt x="2875" y="2145"/>
                    </a:lnTo>
                    <a:lnTo>
                      <a:pt x="5262" y="6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82" name="Surface mesh patch"/>
              <p:cNvSpPr/>
              <p:nvPr/>
            </p:nvSpPr>
            <p:spPr>
              <a:xfrm>
                <a:off x="17433193" y="1672345"/>
                <a:ext cx="50120" cy="17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7">
                    <a:moveTo>
                      <a:pt x="0" y="1486"/>
                    </a:moveTo>
                    <a:lnTo>
                      <a:pt x="2875" y="1867"/>
                    </a:lnTo>
                    <a:lnTo>
                      <a:pt x="5262" y="2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83" name="Surface mesh patch"/>
              <p:cNvSpPr/>
              <p:nvPr/>
            </p:nvSpPr>
            <p:spPr>
              <a:xfrm>
                <a:off x="17483312" y="1659695"/>
                <a:ext cx="50120" cy="16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2">
                    <a:moveTo>
                      <a:pt x="0" y="1614"/>
                    </a:moveTo>
                    <a:lnTo>
                      <a:pt x="2875" y="1682"/>
                    </a:lnTo>
                    <a:lnTo>
                      <a:pt x="5262" y="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84" name="Surface mesh patch"/>
              <p:cNvSpPr/>
              <p:nvPr/>
            </p:nvSpPr>
            <p:spPr>
              <a:xfrm>
                <a:off x="17533432" y="1642769"/>
                <a:ext cx="50120" cy="1698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3">
                    <a:moveTo>
                      <a:pt x="0" y="1783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93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85" name="Surface mesh patch"/>
              <p:cNvSpPr/>
              <p:nvPr/>
            </p:nvSpPr>
            <p:spPr>
              <a:xfrm>
                <a:off x="16408068" y="1703873"/>
                <a:ext cx="50120" cy="330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65">
                    <a:moveTo>
                      <a:pt x="0" y="0"/>
                    </a:moveTo>
                    <a:lnTo>
                      <a:pt x="2875" y="2428"/>
                    </a:lnTo>
                    <a:lnTo>
                      <a:pt x="5262" y="3465"/>
                    </a:lnTo>
                    <a:lnTo>
                      <a:pt x="2387" y="771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86" name="Surface mesh patch"/>
              <p:cNvSpPr/>
              <p:nvPr/>
            </p:nvSpPr>
            <p:spPr>
              <a:xfrm>
                <a:off x="16458188" y="1736877"/>
                <a:ext cx="50120" cy="43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8">
                    <a:moveTo>
                      <a:pt x="0" y="0"/>
                    </a:moveTo>
                    <a:lnTo>
                      <a:pt x="2875" y="2679"/>
                    </a:lnTo>
                    <a:lnTo>
                      <a:pt x="5262" y="4588"/>
                    </a:lnTo>
                    <a:lnTo>
                      <a:pt x="2387" y="1632"/>
                    </a:lnTo>
                    <a:close/>
                  </a:path>
                </a:pathLst>
              </a:custGeom>
              <a:solidFill>
                <a:srgbClr val="adcafd"/>
              </a:solidFill>
              <a:ln w="3334" cap="flat" cmpd="sng" algn="ctr">
                <a:solidFill>
                  <a:srgbClr val="ad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87" name="Surface mesh patch"/>
              <p:cNvSpPr/>
              <p:nvPr/>
            </p:nvSpPr>
            <p:spPr>
              <a:xfrm>
                <a:off x="16508307" y="1780576"/>
                <a:ext cx="50120" cy="531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84">
                    <a:moveTo>
                      <a:pt x="0" y="0"/>
                    </a:moveTo>
                    <a:lnTo>
                      <a:pt x="2875" y="2732"/>
                    </a:lnTo>
                    <a:lnTo>
                      <a:pt x="5262" y="5584"/>
                    </a:lnTo>
                    <a:lnTo>
                      <a:pt x="2387" y="2591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88" name="Surface mesh patch"/>
              <p:cNvSpPr/>
              <p:nvPr/>
            </p:nvSpPr>
            <p:spPr>
              <a:xfrm>
                <a:off x="16558427" y="1833767"/>
                <a:ext cx="50120" cy="59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3">
                    <a:moveTo>
                      <a:pt x="0" y="0"/>
                    </a:moveTo>
                    <a:lnTo>
                      <a:pt x="2875" y="2527"/>
                    </a:lnTo>
                    <a:lnTo>
                      <a:pt x="5262" y="6243"/>
                    </a:lnTo>
                    <a:lnTo>
                      <a:pt x="2387" y="3511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89" name="Surface mesh patch"/>
              <p:cNvSpPr/>
              <p:nvPr/>
            </p:nvSpPr>
            <p:spPr>
              <a:xfrm>
                <a:off x="16608546" y="1893232"/>
                <a:ext cx="50120" cy="59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85">
                    <a:moveTo>
                      <a:pt x="0" y="0"/>
                    </a:moveTo>
                    <a:lnTo>
                      <a:pt x="2875" y="2011"/>
                    </a:lnTo>
                    <a:lnTo>
                      <a:pt x="5262" y="6285"/>
                    </a:lnTo>
                    <a:lnTo>
                      <a:pt x="2387" y="4174"/>
                    </a:lnTo>
                    <a:close/>
                  </a:path>
                </a:pathLst>
              </a:custGeom>
              <a:solidFill>
                <a:srgbClr val="7d9bfc"/>
              </a:solidFill>
              <a:ln w="3334" cap="flat" cmpd="sng" algn="ctr">
                <a:solidFill>
                  <a:srgbClr val="7d9b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90" name="Surface mesh patch"/>
              <p:cNvSpPr/>
              <p:nvPr/>
            </p:nvSpPr>
            <p:spPr>
              <a:xfrm>
                <a:off x="16658666" y="1953096"/>
                <a:ext cx="50120" cy="519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54">
                    <a:moveTo>
                      <a:pt x="0" y="0"/>
                    </a:moveTo>
                    <a:lnTo>
                      <a:pt x="2875" y="1159"/>
                    </a:lnTo>
                    <a:lnTo>
                      <a:pt x="5262" y="5454"/>
                    </a:lnTo>
                    <a:lnTo>
                      <a:pt x="2387" y="4332"/>
                    </a:lnTo>
                    <a:close/>
                  </a:path>
                </a:pathLst>
              </a:custGeom>
              <a:solidFill>
                <a:srgbClr val="6681f3"/>
              </a:solidFill>
              <a:ln w="3334" cap="flat" cmpd="sng" algn="ctr">
                <a:solidFill>
                  <a:srgbClr val="6681f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91" name="Surface mesh patch"/>
              <p:cNvSpPr/>
              <p:nvPr/>
            </p:nvSpPr>
            <p:spPr>
              <a:xfrm>
                <a:off x="16708786" y="2005050"/>
                <a:ext cx="50120" cy="361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98">
                    <a:moveTo>
                      <a:pt x="0" y="0"/>
                    </a:moveTo>
                    <a:lnTo>
                      <a:pt x="2875" y="15"/>
                    </a:lnTo>
                    <a:lnTo>
                      <a:pt x="5262" y="3655"/>
                    </a:lnTo>
                    <a:lnTo>
                      <a:pt x="2387" y="3798"/>
                    </a:lnTo>
                    <a:close/>
                  </a:path>
                </a:pathLst>
              </a:custGeom>
              <a:solidFill>
                <a:srgbClr val="546cec"/>
              </a:solidFill>
              <a:ln w="3334" cap="flat" cmpd="sng" algn="ctr">
                <a:solidFill>
                  <a:srgbClr val="546c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92" name="Surface mesh patch"/>
              <p:cNvSpPr/>
              <p:nvPr/>
            </p:nvSpPr>
            <p:spPr>
              <a:xfrm>
                <a:off x="16758905" y="2027670"/>
                <a:ext cx="50120" cy="364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28">
                    <a:moveTo>
                      <a:pt x="0" y="1280"/>
                    </a:moveTo>
                    <a:lnTo>
                      <a:pt x="2875" y="0"/>
                    </a:lnTo>
                    <a:lnTo>
                      <a:pt x="5262" y="2340"/>
                    </a:lnTo>
                    <a:lnTo>
                      <a:pt x="2387" y="3828"/>
                    </a:lnTo>
                    <a:close/>
                  </a:path>
                </a:pathLst>
              </a:custGeom>
              <a:solidFill>
                <a:srgbClr val="4b61e8"/>
              </a:solidFill>
              <a:ln w="3334" cap="flat" cmpd="sng" algn="ctr">
                <a:solidFill>
                  <a:srgbClr val="4b61e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93" name="Surface mesh patch"/>
              <p:cNvSpPr/>
              <p:nvPr/>
            </p:nvSpPr>
            <p:spPr>
              <a:xfrm>
                <a:off x="16809025" y="2026187"/>
                <a:ext cx="50120" cy="311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270">
                    <a:moveTo>
                      <a:pt x="0" y="2496"/>
                    </a:moveTo>
                    <a:lnTo>
                      <a:pt x="2875" y="0"/>
                    </a:lnTo>
                    <a:lnTo>
                      <a:pt x="5262" y="630"/>
                    </a:lnTo>
                    <a:lnTo>
                      <a:pt x="2387" y="3270"/>
                    </a:lnTo>
                    <a:close/>
                  </a:path>
                </a:pathLst>
              </a:custGeom>
              <a:solidFill>
                <a:srgbClr val="4c62e9"/>
              </a:solidFill>
              <a:ln w="3334" cap="flat" cmpd="sng" algn="ctr">
                <a:solidFill>
                  <a:srgbClr val="4c62e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94" name="Surface mesh patch"/>
              <p:cNvSpPr/>
              <p:nvPr/>
            </p:nvSpPr>
            <p:spPr>
              <a:xfrm>
                <a:off x="16859145" y="1989367"/>
                <a:ext cx="50120" cy="42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96">
                    <a:moveTo>
                      <a:pt x="0" y="4496"/>
                    </a:moveTo>
                    <a:lnTo>
                      <a:pt x="2875" y="1123"/>
                    </a:lnTo>
                    <a:lnTo>
                      <a:pt x="5262" y="0"/>
                    </a:lnTo>
                    <a:lnTo>
                      <a:pt x="2387" y="3332"/>
                    </a:lnTo>
                    <a:close/>
                  </a:path>
                </a:pathLst>
              </a:custGeom>
              <a:solidFill>
                <a:srgbClr val="5770ed"/>
              </a:solidFill>
              <a:ln w="3334" cap="flat" cmpd="sng" algn="ctr">
                <a:solidFill>
                  <a:srgbClr val="5770e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95" name="Surface mesh patch"/>
              <p:cNvSpPr/>
              <p:nvPr/>
            </p:nvSpPr>
            <p:spPr>
              <a:xfrm>
                <a:off x="16909264" y="1929841"/>
                <a:ext cx="50120" cy="595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49">
                    <a:moveTo>
                      <a:pt x="0" y="6249"/>
                    </a:moveTo>
                    <a:lnTo>
                      <a:pt x="2875" y="2544"/>
                    </a:lnTo>
                    <a:lnTo>
                      <a:pt x="5262" y="0"/>
                    </a:lnTo>
                    <a:lnTo>
                      <a:pt x="2387" y="3403"/>
                    </a:lnTo>
                    <a:close/>
                  </a:path>
                </a:pathLst>
              </a:custGeom>
              <a:solidFill>
                <a:srgbClr val="6b86f5"/>
              </a:solidFill>
              <a:ln w="3334" cap="flat" cmpd="sng" algn="ctr">
                <a:solidFill>
                  <a:srgbClr val="6b86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96" name="Surface mesh patch"/>
              <p:cNvSpPr/>
              <p:nvPr/>
            </p:nvSpPr>
            <p:spPr>
              <a:xfrm>
                <a:off x="16959384" y="1865012"/>
                <a:ext cx="50120" cy="648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806">
                    <a:moveTo>
                      <a:pt x="0" y="6806"/>
                    </a:moveTo>
                    <a:lnTo>
                      <a:pt x="2875" y="3385"/>
                    </a:lnTo>
                    <a:lnTo>
                      <a:pt x="5262" y="0"/>
                    </a:lnTo>
                    <a:lnTo>
                      <a:pt x="2387" y="2859"/>
                    </a:lnTo>
                    <a:close/>
                  </a:path>
                </a:pathLst>
              </a:custGeom>
              <a:solidFill>
                <a:srgbClr val="82a0fd"/>
              </a:solidFill>
              <a:ln w="3334" cap="flat" cmpd="sng" algn="ctr">
                <a:solidFill>
                  <a:srgbClr val="82a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97" name="Surface mesh patch"/>
              <p:cNvSpPr/>
              <p:nvPr/>
            </p:nvSpPr>
            <p:spPr>
              <a:xfrm>
                <a:off x="17009504" y="1805874"/>
                <a:ext cx="50120" cy="591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09">
                    <a:moveTo>
                      <a:pt x="0" y="6209"/>
                    </a:moveTo>
                    <a:lnTo>
                      <a:pt x="2875" y="3591"/>
                    </a:lnTo>
                    <a:lnTo>
                      <a:pt x="5262" y="0"/>
                    </a:lnTo>
                    <a:lnTo>
                      <a:pt x="2387" y="1873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98" name="Surface mesh patch"/>
              <p:cNvSpPr/>
              <p:nvPr/>
            </p:nvSpPr>
            <p:spPr>
              <a:xfrm>
                <a:off x="17059623" y="1760025"/>
                <a:ext cx="50120" cy="45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4">
                    <a:moveTo>
                      <a:pt x="0" y="4814"/>
                    </a:moveTo>
                    <a:lnTo>
                      <a:pt x="2875" y="3295"/>
                    </a:lnTo>
                    <a:lnTo>
                      <a:pt x="5262" y="0"/>
                    </a:lnTo>
                    <a:lnTo>
                      <a:pt x="2387" y="719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99" name="Surface mesh patch"/>
              <p:cNvSpPr/>
              <p:nvPr/>
            </p:nvSpPr>
            <p:spPr>
              <a:xfrm>
                <a:off x="17109743" y="1727132"/>
                <a:ext cx="50120" cy="328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53">
                    <a:moveTo>
                      <a:pt x="0" y="3453"/>
                    </a:moveTo>
                    <a:lnTo>
                      <a:pt x="2875" y="3055"/>
                    </a:lnTo>
                    <a:lnTo>
                      <a:pt x="5262" y="3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00" name="Surface mesh patch"/>
              <p:cNvSpPr/>
              <p:nvPr/>
            </p:nvSpPr>
            <p:spPr>
              <a:xfrm>
                <a:off x="17159863" y="1704628"/>
                <a:ext cx="50120" cy="304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98">
                    <a:moveTo>
                      <a:pt x="0" y="2687"/>
                    </a:moveTo>
                    <a:lnTo>
                      <a:pt x="2875" y="3198"/>
                    </a:lnTo>
                    <a:lnTo>
                      <a:pt x="5262" y="10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01" name="Surface mesh patch"/>
              <p:cNvSpPr/>
              <p:nvPr/>
            </p:nvSpPr>
            <p:spPr>
              <a:xfrm>
                <a:off x="17209982" y="1695528"/>
                <a:ext cx="50120" cy="294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93">
                    <a:moveTo>
                      <a:pt x="0" y="2019"/>
                    </a:moveTo>
                    <a:lnTo>
                      <a:pt x="2875" y="3093"/>
                    </a:lnTo>
                    <a:lnTo>
                      <a:pt x="5262" y="14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02" name="Surface mesh patch"/>
              <p:cNvSpPr/>
              <p:nvPr/>
            </p:nvSpPr>
            <p:spPr>
              <a:xfrm>
                <a:off x="17260102" y="1694089"/>
                <a:ext cx="50120" cy="27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9">
                    <a:moveTo>
                      <a:pt x="0" y="1571"/>
                    </a:moveTo>
                    <a:lnTo>
                      <a:pt x="2875" y="2839"/>
                    </a:lnTo>
                    <a:lnTo>
                      <a:pt x="5262" y="142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03" name="Surface mesh patch"/>
              <p:cNvSpPr/>
              <p:nvPr/>
            </p:nvSpPr>
            <p:spPr>
              <a:xfrm>
                <a:off x="17310221" y="1694637"/>
                <a:ext cx="50120" cy="24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2">
                    <a:moveTo>
                      <a:pt x="0" y="1365"/>
                    </a:moveTo>
                    <a:lnTo>
                      <a:pt x="2875" y="2522"/>
                    </a:lnTo>
                    <a:lnTo>
                      <a:pt x="5262" y="11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04" name="Surface mesh patch"/>
              <p:cNvSpPr/>
              <p:nvPr/>
            </p:nvSpPr>
            <p:spPr>
              <a:xfrm>
                <a:off x="17360341" y="1692888"/>
                <a:ext cx="50120" cy="209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3">
                    <a:moveTo>
                      <a:pt x="0" y="1352"/>
                    </a:moveTo>
                    <a:lnTo>
                      <a:pt x="2875" y="2203"/>
                    </a:lnTo>
                    <a:lnTo>
                      <a:pt x="5262" y="7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05" name="Surface mesh patch"/>
              <p:cNvSpPr/>
              <p:nvPr/>
            </p:nvSpPr>
            <p:spPr>
              <a:xfrm>
                <a:off x="17410461" y="1686503"/>
                <a:ext cx="50120" cy="183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6">
                    <a:moveTo>
                      <a:pt x="0" y="1451"/>
                    </a:moveTo>
                    <a:lnTo>
                      <a:pt x="2875" y="1926"/>
                    </a:lnTo>
                    <a:lnTo>
                      <a:pt x="5262" y="38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06" name="Surface mesh patch"/>
              <p:cNvSpPr/>
              <p:nvPr/>
            </p:nvSpPr>
            <p:spPr>
              <a:xfrm>
                <a:off x="17460580" y="1675072"/>
                <a:ext cx="50120" cy="164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23">
                    <a:moveTo>
                      <a:pt x="0" y="1581"/>
                    </a:moveTo>
                    <a:lnTo>
                      <a:pt x="2875" y="1723"/>
                    </a:lnTo>
                    <a:lnTo>
                      <a:pt x="5262" y="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07" name="Surface mesh patch"/>
              <p:cNvSpPr/>
              <p:nvPr/>
            </p:nvSpPr>
            <p:spPr>
              <a:xfrm>
                <a:off x="17510700" y="1658928"/>
                <a:ext cx="50120" cy="167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63">
                    <a:moveTo>
                      <a:pt x="0" y="1763"/>
                    </a:moveTo>
                    <a:lnTo>
                      <a:pt x="2875" y="1701"/>
                    </a:lnTo>
                    <a:lnTo>
                      <a:pt x="5262" y="0"/>
                    </a:lnTo>
                    <a:lnTo>
                      <a:pt x="2387" y="87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08" name="Surface mesh patch"/>
              <p:cNvSpPr/>
              <p:nvPr/>
            </p:nvSpPr>
            <p:spPr>
              <a:xfrm>
                <a:off x="16435456" y="1726997"/>
                <a:ext cx="50120" cy="353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6">
                    <a:moveTo>
                      <a:pt x="0" y="0"/>
                    </a:moveTo>
                    <a:lnTo>
                      <a:pt x="2875" y="2463"/>
                    </a:lnTo>
                    <a:lnTo>
                      <a:pt x="5262" y="3716"/>
                    </a:lnTo>
                    <a:lnTo>
                      <a:pt x="2387" y="1037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09" name="Surface mesh patch"/>
              <p:cNvSpPr/>
              <p:nvPr/>
            </p:nvSpPr>
            <p:spPr>
              <a:xfrm>
                <a:off x="16485575" y="1762395"/>
                <a:ext cx="50120" cy="442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41">
                    <a:moveTo>
                      <a:pt x="0" y="0"/>
                    </a:moveTo>
                    <a:lnTo>
                      <a:pt x="2875" y="2529"/>
                    </a:lnTo>
                    <a:lnTo>
                      <a:pt x="5262" y="4641"/>
                    </a:lnTo>
                    <a:lnTo>
                      <a:pt x="2387" y="1909"/>
                    </a:lnTo>
                    <a:close/>
                  </a:path>
                </a:pathLst>
              </a:custGeom>
              <a:solidFill>
                <a:srgbClr val="a9c5fd"/>
              </a:solidFill>
              <a:ln w="3334" cap="flat" cmpd="sng" algn="ctr">
                <a:solidFill>
                  <a:srgbClr val="a9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10" name="Surface mesh patch"/>
              <p:cNvSpPr/>
              <p:nvPr/>
            </p:nvSpPr>
            <p:spPr>
              <a:xfrm>
                <a:off x="16535695" y="1806597"/>
                <a:ext cx="50120" cy="5124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80">
                    <a:moveTo>
                      <a:pt x="0" y="0"/>
                    </a:moveTo>
                    <a:lnTo>
                      <a:pt x="2875" y="2367"/>
                    </a:lnTo>
                    <a:lnTo>
                      <a:pt x="5262" y="5380"/>
                    </a:lnTo>
                    <a:lnTo>
                      <a:pt x="2387" y="2853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11" name="Surface mesh patch"/>
              <p:cNvSpPr/>
              <p:nvPr/>
            </p:nvSpPr>
            <p:spPr>
              <a:xfrm>
                <a:off x="16585815" y="1857841"/>
                <a:ext cx="50120" cy="545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727">
                    <a:moveTo>
                      <a:pt x="0" y="0"/>
                    </a:moveTo>
                    <a:lnTo>
                      <a:pt x="2875" y="1934"/>
                    </a:lnTo>
                    <a:lnTo>
                      <a:pt x="5262" y="5727"/>
                    </a:lnTo>
                    <a:lnTo>
                      <a:pt x="2387" y="3716"/>
                    </a:lnTo>
                    <a:close/>
                  </a:path>
                </a:pathLst>
              </a:custGeom>
              <a:solidFill>
                <a:srgbClr val="8ba9fd"/>
              </a:solidFill>
              <a:ln w="3334" cap="flat" cmpd="sng" algn="ctr">
                <a:solidFill>
                  <a:srgbClr val="8b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12" name="Surface mesh patch"/>
              <p:cNvSpPr/>
              <p:nvPr/>
            </p:nvSpPr>
            <p:spPr>
              <a:xfrm>
                <a:off x="16635934" y="1912388"/>
                <a:ext cx="50120" cy="517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33">
                    <a:moveTo>
                      <a:pt x="0" y="0"/>
                    </a:moveTo>
                    <a:lnTo>
                      <a:pt x="2875" y="1202"/>
                    </a:lnTo>
                    <a:lnTo>
                      <a:pt x="5262" y="5433"/>
                    </a:lnTo>
                    <a:lnTo>
                      <a:pt x="2387" y="4274"/>
                    </a:lnTo>
                    <a:close/>
                  </a:path>
                </a:pathLst>
              </a:custGeom>
              <a:solidFill>
                <a:srgbClr val="7b98fb"/>
              </a:solidFill>
              <a:ln w="3334" cap="flat" cmpd="sng" algn="ctr">
                <a:solidFill>
                  <a:srgbClr val="7b98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13" name="Surface mesh patch"/>
              <p:cNvSpPr/>
              <p:nvPr/>
            </p:nvSpPr>
            <p:spPr>
              <a:xfrm>
                <a:off x="16686054" y="1964134"/>
                <a:ext cx="50120" cy="410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1">
                    <a:moveTo>
                      <a:pt x="0" y="0"/>
                    </a:moveTo>
                    <a:lnTo>
                      <a:pt x="2875" y="189"/>
                    </a:lnTo>
                    <a:lnTo>
                      <a:pt x="5262" y="4311"/>
                    </a:lnTo>
                    <a:lnTo>
                      <a:pt x="2387" y="4296"/>
                    </a:lnTo>
                    <a:close/>
                  </a:path>
                </a:pathLst>
              </a:custGeom>
              <a:solidFill>
                <a:srgbClr val="6882f4"/>
              </a:solidFill>
              <a:ln w="3334" cap="flat" cmpd="sng" algn="ctr">
                <a:solidFill>
                  <a:srgbClr val="6882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14" name="Surface mesh patch"/>
              <p:cNvSpPr/>
              <p:nvPr/>
            </p:nvSpPr>
            <p:spPr>
              <a:xfrm>
                <a:off x="16736174" y="1995526"/>
                <a:ext cx="50120" cy="4433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54">
                    <a:moveTo>
                      <a:pt x="0" y="1015"/>
                    </a:moveTo>
                    <a:lnTo>
                      <a:pt x="2875" y="0"/>
                    </a:lnTo>
                    <a:lnTo>
                      <a:pt x="5262" y="3375"/>
                    </a:lnTo>
                    <a:lnTo>
                      <a:pt x="2387" y="4654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15" name="Surface mesh patch"/>
              <p:cNvSpPr/>
              <p:nvPr/>
            </p:nvSpPr>
            <p:spPr>
              <a:xfrm>
                <a:off x="16786293" y="2006414"/>
                <a:ext cx="50120" cy="435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72">
                    <a:moveTo>
                      <a:pt x="0" y="2232"/>
                    </a:moveTo>
                    <a:lnTo>
                      <a:pt x="2875" y="0"/>
                    </a:lnTo>
                    <a:lnTo>
                      <a:pt x="5262" y="2076"/>
                    </a:lnTo>
                    <a:lnTo>
                      <a:pt x="2387" y="4572"/>
                    </a:lnTo>
                    <a:close/>
                  </a:path>
                </a:pathLst>
              </a:custGeom>
              <a:solidFill>
                <a:srgbClr val="556eec"/>
              </a:solidFill>
              <a:ln w="3334" cap="flat" cmpd="sng" algn="ctr">
                <a:solidFill>
                  <a:srgbClr val="556ee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16" name="Surface mesh patch"/>
              <p:cNvSpPr/>
              <p:nvPr/>
            </p:nvSpPr>
            <p:spPr>
              <a:xfrm>
                <a:off x="16836413" y="1995449"/>
                <a:ext cx="50120" cy="367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57">
                    <a:moveTo>
                      <a:pt x="0" y="3227"/>
                    </a:moveTo>
                    <a:lnTo>
                      <a:pt x="2875" y="0"/>
                    </a:lnTo>
                    <a:lnTo>
                      <a:pt x="5262" y="484"/>
                    </a:lnTo>
                    <a:lnTo>
                      <a:pt x="2387" y="3857"/>
                    </a:lnTo>
                    <a:close/>
                  </a:path>
                </a:pathLst>
              </a:custGeom>
              <a:solidFill>
                <a:srgbClr val="5a73ee"/>
              </a:solidFill>
              <a:ln w="3334" cap="flat" cmpd="sng" algn="ctr">
                <a:solidFill>
                  <a:srgbClr val="5a73e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17" name="Surface mesh patch"/>
              <p:cNvSpPr/>
              <p:nvPr/>
            </p:nvSpPr>
            <p:spPr>
              <a:xfrm>
                <a:off x="16886532" y="1954076"/>
                <a:ext cx="50120" cy="459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28">
                    <a:moveTo>
                      <a:pt x="0" y="4828"/>
                    </a:moveTo>
                    <a:lnTo>
                      <a:pt x="2875" y="1050"/>
                    </a:lnTo>
                    <a:lnTo>
                      <a:pt x="5262" y="0"/>
                    </a:lnTo>
                    <a:lnTo>
                      <a:pt x="2387" y="3705"/>
                    </a:lnTo>
                    <a:close/>
                  </a:path>
                </a:pathLst>
              </a:custGeom>
              <a:solidFill>
                <a:srgbClr val="6883f4"/>
              </a:solidFill>
              <a:ln w="3334" cap="flat" cmpd="sng" algn="ctr">
                <a:solidFill>
                  <a:srgbClr val="6883f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18" name="Surface mesh patch"/>
              <p:cNvSpPr/>
              <p:nvPr/>
            </p:nvSpPr>
            <p:spPr>
              <a:xfrm>
                <a:off x="16936652" y="1897251"/>
                <a:ext cx="50120" cy="568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966">
                    <a:moveTo>
                      <a:pt x="0" y="5966"/>
                    </a:moveTo>
                    <a:lnTo>
                      <a:pt x="2875" y="2212"/>
                    </a:lnTo>
                    <a:lnTo>
                      <a:pt x="5262" y="0"/>
                    </a:lnTo>
                    <a:lnTo>
                      <a:pt x="2387" y="3422"/>
                    </a:lnTo>
                    <a:close/>
                  </a:path>
                </a:pathLst>
              </a:custGeom>
              <a:solidFill>
                <a:srgbClr val="7c9afc"/>
              </a:solidFill>
              <a:ln w="3334" cap="flat" cmpd="sng" algn="ctr">
                <a:solidFill>
                  <a:srgbClr val="7c9a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19" name="Surface mesh patch"/>
              <p:cNvSpPr/>
              <p:nvPr/>
            </p:nvSpPr>
            <p:spPr>
              <a:xfrm>
                <a:off x="16986772" y="1840081"/>
                <a:ext cx="50120" cy="571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002">
                    <a:moveTo>
                      <a:pt x="0" y="6002"/>
                    </a:moveTo>
                    <a:lnTo>
                      <a:pt x="2875" y="2829"/>
                    </a:lnTo>
                    <a:lnTo>
                      <a:pt x="5262" y="0"/>
                    </a:lnTo>
                    <a:lnTo>
                      <a:pt x="2387" y="2617"/>
                    </a:lnTo>
                    <a:close/>
                  </a:path>
                </a:pathLst>
              </a:custGeom>
              <a:solidFill>
                <a:srgbClr val="8daafd"/>
              </a:solidFill>
              <a:ln w="3334" cap="flat" cmpd="sng" algn="ctr">
                <a:solidFill>
                  <a:srgbClr val="8d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20" name="Surface mesh patch"/>
              <p:cNvSpPr/>
              <p:nvPr/>
            </p:nvSpPr>
            <p:spPr>
              <a:xfrm>
                <a:off x="17036891" y="1791411"/>
                <a:ext cx="50120" cy="48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10">
                    <a:moveTo>
                      <a:pt x="0" y="5110"/>
                    </a:moveTo>
                    <a:lnTo>
                      <a:pt x="2875" y="2913"/>
                    </a:lnTo>
                    <a:lnTo>
                      <a:pt x="5262" y="0"/>
                    </a:lnTo>
                    <a:lnTo>
                      <a:pt x="2387" y="1518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21" name="Surface mesh patch"/>
              <p:cNvSpPr/>
              <p:nvPr/>
            </p:nvSpPr>
            <p:spPr>
              <a:xfrm>
                <a:off x="17087011" y="1756231"/>
                <a:ext cx="50120" cy="35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3">
                    <a:moveTo>
                      <a:pt x="0" y="3693"/>
                    </a:moveTo>
                    <a:lnTo>
                      <a:pt x="2875" y="2621"/>
                    </a:lnTo>
                    <a:lnTo>
                      <a:pt x="5262" y="0"/>
                    </a:lnTo>
                    <a:lnTo>
                      <a:pt x="2387" y="398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22" name="Surface mesh patch"/>
              <p:cNvSpPr/>
              <p:nvPr/>
            </p:nvSpPr>
            <p:spPr>
              <a:xfrm>
                <a:off x="17137131" y="1730225"/>
                <a:ext cx="50120" cy="260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0">
                    <a:moveTo>
                      <a:pt x="0" y="2730"/>
                    </a:moveTo>
                    <a:lnTo>
                      <a:pt x="2875" y="2678"/>
                    </a:lnTo>
                    <a:lnTo>
                      <a:pt x="5262" y="5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23" name="Surface mesh patch"/>
              <p:cNvSpPr/>
              <p:nvPr/>
            </p:nvSpPr>
            <p:spPr>
              <a:xfrm>
                <a:off x="17187250" y="1714761"/>
                <a:ext cx="50120" cy="268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19">
                    <a:moveTo>
                      <a:pt x="0" y="2134"/>
                    </a:moveTo>
                    <a:lnTo>
                      <a:pt x="2875" y="2819"/>
                    </a:lnTo>
                    <a:lnTo>
                      <a:pt x="5262" y="10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24" name="Surface mesh patch"/>
              <p:cNvSpPr/>
              <p:nvPr/>
            </p:nvSpPr>
            <p:spPr>
              <a:xfrm>
                <a:off x="17237370" y="1709056"/>
                <a:ext cx="50120" cy="260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36">
                    <a:moveTo>
                      <a:pt x="0" y="1672"/>
                    </a:moveTo>
                    <a:lnTo>
                      <a:pt x="2875" y="2736"/>
                    </a:lnTo>
                    <a:lnTo>
                      <a:pt x="5262" y="126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25" name="Surface mesh patch"/>
              <p:cNvSpPr/>
              <p:nvPr/>
            </p:nvSpPr>
            <p:spPr>
              <a:xfrm>
                <a:off x="17287490" y="1707640"/>
                <a:ext cx="50120" cy="240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21">
                    <a:moveTo>
                      <a:pt x="0" y="1416"/>
                    </a:moveTo>
                    <a:lnTo>
                      <a:pt x="2875" y="2521"/>
                    </a:lnTo>
                    <a:lnTo>
                      <a:pt x="5262" y="11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26" name="Surface mesh patch"/>
              <p:cNvSpPr/>
              <p:nvPr/>
            </p:nvSpPr>
            <p:spPr>
              <a:xfrm>
                <a:off x="17337609" y="1705764"/>
                <a:ext cx="50120" cy="214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52">
                    <a:moveTo>
                      <a:pt x="0" y="1353"/>
                    </a:moveTo>
                    <a:lnTo>
                      <a:pt x="2875" y="2252"/>
                    </a:lnTo>
                    <a:lnTo>
                      <a:pt x="5262" y="85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27" name="Surface mesh patch"/>
              <p:cNvSpPr/>
              <p:nvPr/>
            </p:nvSpPr>
            <p:spPr>
              <a:xfrm>
                <a:off x="17387729" y="1700322"/>
                <a:ext cx="50120" cy="189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7">
                    <a:moveTo>
                      <a:pt x="0" y="1422"/>
                    </a:moveTo>
                    <a:lnTo>
                      <a:pt x="2875" y="1987"/>
                    </a:lnTo>
                    <a:lnTo>
                      <a:pt x="5262" y="47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28" name="Surface mesh patch"/>
              <p:cNvSpPr/>
              <p:nvPr/>
            </p:nvSpPr>
            <p:spPr>
              <a:xfrm>
                <a:off x="17437849" y="1690126"/>
                <a:ext cx="50120" cy="16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71">
                    <a:moveTo>
                      <a:pt x="0" y="1546"/>
                    </a:moveTo>
                    <a:lnTo>
                      <a:pt x="2875" y="1771"/>
                    </a:lnTo>
                    <a:lnTo>
                      <a:pt x="5262" y="14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29" name="Surface mesh patch"/>
              <p:cNvSpPr/>
              <p:nvPr/>
            </p:nvSpPr>
            <p:spPr>
              <a:xfrm>
                <a:off x="17487968" y="1675133"/>
                <a:ext cx="50120" cy="163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17">
                    <a:moveTo>
                      <a:pt x="0" y="1717"/>
                    </a:moveTo>
                    <a:lnTo>
                      <a:pt x="2875" y="1697"/>
                    </a:lnTo>
                    <a:lnTo>
                      <a:pt x="5262" y="0"/>
                    </a:lnTo>
                    <a:lnTo>
                      <a:pt x="2387" y="62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30" name="Surface mesh patch"/>
              <p:cNvSpPr/>
              <p:nvPr/>
            </p:nvSpPr>
            <p:spPr>
              <a:xfrm>
                <a:off x="16462843" y="1750460"/>
                <a:ext cx="50120" cy="360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82">
                    <a:moveTo>
                      <a:pt x="0" y="0"/>
                    </a:moveTo>
                    <a:lnTo>
                      <a:pt x="2875" y="2380"/>
                    </a:lnTo>
                    <a:lnTo>
                      <a:pt x="5262" y="3782"/>
                    </a:lnTo>
                    <a:lnTo>
                      <a:pt x="2387" y="1253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31" name="Surface mesh patch"/>
              <p:cNvSpPr/>
              <p:nvPr/>
            </p:nvSpPr>
            <p:spPr>
              <a:xfrm>
                <a:off x="16512963" y="1786484"/>
                <a:ext cx="50120" cy="4265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78">
                    <a:moveTo>
                      <a:pt x="0" y="0"/>
                    </a:moveTo>
                    <a:lnTo>
                      <a:pt x="2875" y="2254"/>
                    </a:lnTo>
                    <a:lnTo>
                      <a:pt x="5262" y="4478"/>
                    </a:lnTo>
                    <a:lnTo>
                      <a:pt x="2387" y="2112"/>
                    </a:lnTo>
                    <a:close/>
                  </a:path>
                </a:pathLst>
              </a:custGeom>
              <a:solidFill>
                <a:srgbClr val="a5c1fd"/>
              </a:solidFill>
              <a:ln w="3334" cap="flat" cmpd="sng" algn="ctr">
                <a:solidFill>
                  <a:srgbClr val="a5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32" name="Surface mesh patch"/>
              <p:cNvSpPr/>
              <p:nvPr/>
            </p:nvSpPr>
            <p:spPr>
              <a:xfrm>
                <a:off x="16563083" y="1829139"/>
                <a:ext cx="50120" cy="471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47">
                    <a:moveTo>
                      <a:pt x="0" y="0"/>
                    </a:moveTo>
                    <a:lnTo>
                      <a:pt x="2875" y="1887"/>
                    </a:lnTo>
                    <a:lnTo>
                      <a:pt x="5262" y="4947"/>
                    </a:lnTo>
                    <a:lnTo>
                      <a:pt x="2387" y="3013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33" name="Surface mesh patch"/>
              <p:cNvSpPr/>
              <p:nvPr/>
            </p:nvSpPr>
            <p:spPr>
              <a:xfrm>
                <a:off x="16613202" y="1876259"/>
                <a:ext cx="50120" cy="4758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96">
                    <a:moveTo>
                      <a:pt x="0" y="0"/>
                    </a:moveTo>
                    <a:lnTo>
                      <a:pt x="2875" y="1260"/>
                    </a:lnTo>
                    <a:lnTo>
                      <a:pt x="5262" y="4996"/>
                    </a:lnTo>
                    <a:lnTo>
                      <a:pt x="2387" y="3793"/>
                    </a:lnTo>
                    <a:close/>
                  </a:path>
                </a:pathLst>
              </a:custGeom>
              <a:solidFill>
                <a:srgbClr val="8aa7fd"/>
              </a:solidFill>
              <a:ln w="3334" cap="flat" cmpd="sng" algn="ctr">
                <a:solidFill>
                  <a:srgbClr val="8a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34" name="Surface mesh patch"/>
              <p:cNvSpPr/>
              <p:nvPr/>
            </p:nvSpPr>
            <p:spPr>
              <a:xfrm>
                <a:off x="16663322" y="1923842"/>
                <a:ext cx="50120" cy="4209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19">
                    <a:moveTo>
                      <a:pt x="0" y="0"/>
                    </a:moveTo>
                    <a:lnTo>
                      <a:pt x="2875" y="373"/>
                    </a:lnTo>
                    <a:lnTo>
                      <a:pt x="5262" y="4419"/>
                    </a:lnTo>
                    <a:lnTo>
                      <a:pt x="2387" y="4230"/>
                    </a:lnTo>
                    <a:close/>
                  </a:path>
                </a:pathLst>
              </a:custGeom>
              <a:solidFill>
                <a:srgbClr val="7c99fc"/>
              </a:solidFill>
              <a:ln w="3334" cap="flat" cmpd="sng" algn="ctr">
                <a:solidFill>
                  <a:srgbClr val="7c99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35" name="Surface mesh patch"/>
              <p:cNvSpPr/>
              <p:nvPr/>
            </p:nvSpPr>
            <p:spPr>
              <a:xfrm>
                <a:off x="16713442" y="1959110"/>
                <a:ext cx="50120" cy="460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38">
                    <a:moveTo>
                      <a:pt x="0" y="717"/>
                    </a:moveTo>
                    <a:lnTo>
                      <a:pt x="2875" y="0"/>
                    </a:lnTo>
                    <a:lnTo>
                      <a:pt x="5262" y="3823"/>
                    </a:lnTo>
                    <a:lnTo>
                      <a:pt x="2387" y="4838"/>
                    </a:lnTo>
                    <a:close/>
                  </a:path>
                </a:pathLst>
              </a:custGeom>
              <a:solidFill>
                <a:srgbClr val="6d88f6"/>
              </a:solidFill>
              <a:ln w="3334" cap="flat" cmpd="sng" algn="ctr">
                <a:solidFill>
                  <a:srgbClr val="6d88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36" name="Surface mesh patch"/>
              <p:cNvSpPr/>
              <p:nvPr/>
            </p:nvSpPr>
            <p:spPr>
              <a:xfrm>
                <a:off x="16763561" y="1977605"/>
                <a:ext cx="50120" cy="500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256">
                    <a:moveTo>
                      <a:pt x="0" y="1881"/>
                    </a:moveTo>
                    <a:lnTo>
                      <a:pt x="2875" y="0"/>
                    </a:lnTo>
                    <a:lnTo>
                      <a:pt x="5262" y="3025"/>
                    </a:lnTo>
                    <a:lnTo>
                      <a:pt x="2387" y="5256"/>
                    </a:lnTo>
                    <a:close/>
                  </a:path>
                </a:pathLst>
              </a:custGeom>
              <a:solidFill>
                <a:srgbClr val="647ef2"/>
              </a:solidFill>
              <a:ln w="3334" cap="flat" cmpd="sng" algn="ctr">
                <a:solidFill>
                  <a:srgbClr val="647e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37" name="Surface mesh patch"/>
              <p:cNvSpPr/>
              <p:nvPr/>
            </p:nvSpPr>
            <p:spPr>
              <a:xfrm>
                <a:off x="16813681" y="1978533"/>
                <a:ext cx="50120" cy="4765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03">
                    <a:moveTo>
                      <a:pt x="0" y="2927"/>
                    </a:moveTo>
                    <a:lnTo>
                      <a:pt x="2875" y="0"/>
                    </a:lnTo>
                    <a:lnTo>
                      <a:pt x="5262" y="1776"/>
                    </a:lnTo>
                    <a:lnTo>
                      <a:pt x="2387" y="5003"/>
                    </a:lnTo>
                    <a:close/>
                  </a:path>
                </a:pathLst>
              </a:custGeom>
              <a:solidFill>
                <a:srgbClr val="637ef2"/>
              </a:solidFill>
              <a:ln w="3334" cap="flat" cmpd="sng" algn="ctr">
                <a:solidFill>
                  <a:srgbClr val="637ef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38" name="Surface mesh patch"/>
              <p:cNvSpPr/>
              <p:nvPr/>
            </p:nvSpPr>
            <p:spPr>
              <a:xfrm>
                <a:off x="16863801" y="1960798"/>
                <a:ext cx="50120" cy="392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22">
                    <a:moveTo>
                      <a:pt x="0" y="3638"/>
                    </a:moveTo>
                    <a:lnTo>
                      <a:pt x="2875" y="0"/>
                    </a:lnTo>
                    <a:lnTo>
                      <a:pt x="5262" y="344"/>
                    </a:lnTo>
                    <a:lnTo>
                      <a:pt x="2387" y="4122"/>
                    </a:lnTo>
                    <a:close/>
                  </a:path>
                </a:pathLst>
              </a:custGeom>
              <a:solidFill>
                <a:srgbClr val="6b87f5"/>
              </a:solidFill>
              <a:ln w="3334" cap="flat" cmpd="sng" algn="ctr">
                <a:solidFill>
                  <a:srgbClr val="6b87f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39" name="Surface mesh patch"/>
              <p:cNvSpPr/>
              <p:nvPr/>
            </p:nvSpPr>
            <p:spPr>
              <a:xfrm>
                <a:off x="16913920" y="1918317"/>
                <a:ext cx="50120" cy="457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04">
                    <a:moveTo>
                      <a:pt x="0" y="4804"/>
                    </a:moveTo>
                    <a:lnTo>
                      <a:pt x="2875" y="956"/>
                    </a:lnTo>
                    <a:lnTo>
                      <a:pt x="5262" y="0"/>
                    </a:lnTo>
                    <a:lnTo>
                      <a:pt x="2387" y="3754"/>
                    </a:lnTo>
                    <a:close/>
                  </a:path>
                </a:pathLst>
              </a:custGeom>
              <a:solidFill>
                <a:srgbClr val="7a98fb"/>
              </a:solidFill>
              <a:ln w="3334" cap="flat" cmpd="sng" algn="ctr">
                <a:solidFill>
                  <a:srgbClr val="7a98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40" name="Surface mesh patch"/>
              <p:cNvSpPr/>
              <p:nvPr/>
            </p:nvSpPr>
            <p:spPr>
              <a:xfrm>
                <a:off x="16964040" y="1867026"/>
                <a:ext cx="50120" cy="5129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85">
                    <a:moveTo>
                      <a:pt x="0" y="5385"/>
                    </a:moveTo>
                    <a:lnTo>
                      <a:pt x="2875" y="1876"/>
                    </a:lnTo>
                    <a:lnTo>
                      <a:pt x="5262" y="0"/>
                    </a:lnTo>
                    <a:lnTo>
                      <a:pt x="2387" y="3173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41" name="Surface mesh patch"/>
              <p:cNvSpPr/>
              <p:nvPr/>
            </p:nvSpPr>
            <p:spPr>
              <a:xfrm>
                <a:off x="17014160" y="1819159"/>
                <a:ext cx="50120" cy="478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25">
                    <a:moveTo>
                      <a:pt x="0" y="5025"/>
                    </a:moveTo>
                    <a:lnTo>
                      <a:pt x="2875" y="2316"/>
                    </a:lnTo>
                    <a:lnTo>
                      <a:pt x="5262" y="0"/>
                    </a:lnTo>
                    <a:lnTo>
                      <a:pt x="2387" y="2197"/>
                    </a:lnTo>
                    <a:close/>
                  </a:path>
                </a:pathLst>
              </a:custGeom>
              <a:solidFill>
                <a:srgbClr val="97b4fd"/>
              </a:solidFill>
              <a:ln w="3334" cap="flat" cmpd="sng" algn="ctr">
                <a:solidFill>
                  <a:srgbClr val="97b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42" name="Surface mesh patch"/>
              <p:cNvSpPr/>
              <p:nvPr/>
            </p:nvSpPr>
            <p:spPr>
              <a:xfrm>
                <a:off x="17064279" y="1781194"/>
                <a:ext cx="50120" cy="379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86">
                    <a:moveTo>
                      <a:pt x="0" y="3986"/>
                    </a:moveTo>
                    <a:lnTo>
                      <a:pt x="2875" y="2332"/>
                    </a:lnTo>
                    <a:lnTo>
                      <a:pt x="5262" y="0"/>
                    </a:lnTo>
                    <a:lnTo>
                      <a:pt x="2387" y="1073"/>
                    </a:lnTo>
                    <a:close/>
                  </a:path>
                </a:pathLst>
              </a:custGeom>
              <a:solidFill>
                <a:srgbClr val="a2bffd"/>
              </a:solidFill>
              <a:ln w="3334" cap="flat" cmpd="sng" algn="ctr">
                <a:solidFill>
                  <a:srgbClr val="a2b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43" name="Surface mesh patch"/>
              <p:cNvSpPr/>
              <p:nvPr/>
            </p:nvSpPr>
            <p:spPr>
              <a:xfrm>
                <a:off x="17114399" y="1755736"/>
                <a:ext cx="50120" cy="254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673">
                    <a:moveTo>
                      <a:pt x="0" y="2673"/>
                    </a:moveTo>
                    <a:lnTo>
                      <a:pt x="2875" y="2084"/>
                    </a:lnTo>
                    <a:lnTo>
                      <a:pt x="5262" y="0"/>
                    </a:lnTo>
                    <a:lnTo>
                      <a:pt x="2387" y="52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44" name="Surface mesh patch"/>
              <p:cNvSpPr/>
              <p:nvPr/>
            </p:nvSpPr>
            <p:spPr>
              <a:xfrm>
                <a:off x="17164518" y="1735085"/>
                <a:ext cx="50120" cy="2329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5">
                    <a:moveTo>
                      <a:pt x="0" y="2168"/>
                    </a:moveTo>
                    <a:lnTo>
                      <a:pt x="2875" y="2445"/>
                    </a:lnTo>
                    <a:lnTo>
                      <a:pt x="5262" y="6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45" name="Surface mesh patch"/>
              <p:cNvSpPr/>
              <p:nvPr/>
            </p:nvSpPr>
            <p:spPr>
              <a:xfrm>
                <a:off x="17214638" y="1724984"/>
                <a:ext cx="50120" cy="244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64">
                    <a:moveTo>
                      <a:pt x="0" y="1746"/>
                    </a:moveTo>
                    <a:lnTo>
                      <a:pt x="2875" y="2564"/>
                    </a:lnTo>
                    <a:lnTo>
                      <a:pt x="5262" y="10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46" name="Surface mesh patch"/>
              <p:cNvSpPr/>
              <p:nvPr/>
            </p:nvSpPr>
            <p:spPr>
              <a:xfrm>
                <a:off x="17264758" y="1721130"/>
                <a:ext cx="50120" cy="236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80">
                    <a:moveTo>
                      <a:pt x="0" y="1468"/>
                    </a:moveTo>
                    <a:lnTo>
                      <a:pt x="2875" y="2480"/>
                    </a:lnTo>
                    <a:lnTo>
                      <a:pt x="5262" y="1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47" name="Surface mesh patch"/>
              <p:cNvSpPr/>
              <p:nvPr/>
            </p:nvSpPr>
            <p:spPr>
              <a:xfrm>
                <a:off x="17314877" y="1718655"/>
                <a:ext cx="50120" cy="217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2">
                    <a:moveTo>
                      <a:pt x="0" y="1365"/>
                    </a:moveTo>
                    <a:lnTo>
                      <a:pt x="2875" y="2282"/>
                    </a:lnTo>
                    <a:lnTo>
                      <a:pt x="5262" y="8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48" name="Surface mesh patch"/>
              <p:cNvSpPr/>
              <p:nvPr/>
            </p:nvSpPr>
            <p:spPr>
              <a:xfrm>
                <a:off x="17364997" y="1713868"/>
                <a:ext cx="50120" cy="1946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43">
                    <a:moveTo>
                      <a:pt x="0" y="1401"/>
                    </a:moveTo>
                    <a:lnTo>
                      <a:pt x="2875" y="2043"/>
                    </a:lnTo>
                    <a:lnTo>
                      <a:pt x="5262" y="5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49" name="Surface mesh patch"/>
              <p:cNvSpPr/>
              <p:nvPr/>
            </p:nvSpPr>
            <p:spPr>
              <a:xfrm>
                <a:off x="17415117" y="1704849"/>
                <a:ext cx="50120" cy="173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4">
                    <a:moveTo>
                      <a:pt x="0" y="1512"/>
                    </a:moveTo>
                    <a:lnTo>
                      <a:pt x="2875" y="1824"/>
                    </a:lnTo>
                    <a:lnTo>
                      <a:pt x="5262" y="22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50" name="Surface mesh patch"/>
              <p:cNvSpPr/>
              <p:nvPr/>
            </p:nvSpPr>
            <p:spPr>
              <a:xfrm>
                <a:off x="17465236" y="1691300"/>
                <a:ext cx="50120" cy="16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5">
                    <a:moveTo>
                      <a:pt x="0" y="1648"/>
                    </a:moveTo>
                    <a:lnTo>
                      <a:pt x="2875" y="1685"/>
                    </a:lnTo>
                    <a:lnTo>
                      <a:pt x="5262" y="0"/>
                    </a:lnTo>
                    <a:lnTo>
                      <a:pt x="2387" y="19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51" name="Surface mesh patch"/>
              <p:cNvSpPr/>
              <p:nvPr/>
            </p:nvSpPr>
            <p:spPr>
              <a:xfrm>
                <a:off x="16490231" y="1773129"/>
                <a:ext cx="50120" cy="348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6">
                    <a:moveTo>
                      <a:pt x="0" y="0"/>
                    </a:moveTo>
                    <a:lnTo>
                      <a:pt x="2875" y="2183"/>
                    </a:lnTo>
                    <a:lnTo>
                      <a:pt x="5262" y="3656"/>
                    </a:lnTo>
                    <a:lnTo>
                      <a:pt x="2387" y="1402"/>
                    </a:lnTo>
                    <a:close/>
                  </a:path>
                </a:pathLst>
              </a:custGeom>
              <a:solidFill>
                <a:srgbClr val="adc9fd"/>
              </a:solidFill>
              <a:ln w="3334" cap="flat" cmpd="sng" algn="ctr">
                <a:solidFill>
                  <a:srgbClr val="ad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52" name="Surface mesh patch"/>
              <p:cNvSpPr/>
              <p:nvPr/>
            </p:nvSpPr>
            <p:spPr>
              <a:xfrm>
                <a:off x="16540351" y="1807950"/>
                <a:ext cx="50120" cy="391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12">
                    <a:moveTo>
                      <a:pt x="0" y="0"/>
                    </a:moveTo>
                    <a:lnTo>
                      <a:pt x="2875" y="1874"/>
                    </a:lnTo>
                    <a:lnTo>
                      <a:pt x="5262" y="4112"/>
                    </a:lnTo>
                    <a:lnTo>
                      <a:pt x="2387" y="2225"/>
                    </a:lnTo>
                    <a:close/>
                  </a:path>
                </a:pathLst>
              </a:custGeom>
              <a:solidFill>
                <a:srgbClr val="a2befd"/>
              </a:solidFill>
              <a:ln w="3334" cap="flat" cmpd="sng" algn="ctr">
                <a:solidFill>
                  <a:srgbClr val="a2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53" name="Surface mesh patch"/>
              <p:cNvSpPr/>
              <p:nvPr/>
            </p:nvSpPr>
            <p:spPr>
              <a:xfrm>
                <a:off x="16590471" y="1847116"/>
                <a:ext cx="50120" cy="41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9">
                    <a:moveTo>
                      <a:pt x="0" y="0"/>
                    </a:moveTo>
                    <a:lnTo>
                      <a:pt x="2875" y="1332"/>
                    </a:lnTo>
                    <a:lnTo>
                      <a:pt x="5262" y="4319"/>
                    </a:lnTo>
                    <a:lnTo>
                      <a:pt x="2387" y="3060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54" name="Surface mesh patch"/>
              <p:cNvSpPr/>
              <p:nvPr/>
            </p:nvSpPr>
            <p:spPr>
              <a:xfrm>
                <a:off x="16640590" y="1888256"/>
                <a:ext cx="50120" cy="39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09">
                    <a:moveTo>
                      <a:pt x="0" y="0"/>
                    </a:moveTo>
                    <a:lnTo>
                      <a:pt x="2875" y="561"/>
                    </a:lnTo>
                    <a:lnTo>
                      <a:pt x="5262" y="4109"/>
                    </a:lnTo>
                    <a:lnTo>
                      <a:pt x="2387" y="373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55" name="Surface mesh patch"/>
              <p:cNvSpPr/>
              <p:nvPr/>
            </p:nvSpPr>
            <p:spPr>
              <a:xfrm>
                <a:off x="16690710" y="1923518"/>
                <a:ext cx="50120" cy="424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53">
                    <a:moveTo>
                      <a:pt x="0" y="407"/>
                    </a:moveTo>
                    <a:lnTo>
                      <a:pt x="2875" y="0"/>
                    </a:lnTo>
                    <a:lnTo>
                      <a:pt x="5262" y="3737"/>
                    </a:lnTo>
                    <a:lnTo>
                      <a:pt x="2387" y="4453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56" name="Surface mesh patch"/>
              <p:cNvSpPr/>
              <p:nvPr/>
            </p:nvSpPr>
            <p:spPr>
              <a:xfrm>
                <a:off x="16740829" y="1944978"/>
                <a:ext cx="50120" cy="505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07">
                    <a:moveTo>
                      <a:pt x="0" y="1484"/>
                    </a:moveTo>
                    <a:lnTo>
                      <a:pt x="2875" y="0"/>
                    </a:lnTo>
                    <a:lnTo>
                      <a:pt x="5262" y="3425"/>
                    </a:lnTo>
                    <a:lnTo>
                      <a:pt x="2387" y="5307"/>
                    </a:lnTo>
                    <a:close/>
                  </a:path>
                </a:pathLst>
              </a:custGeom>
              <a:solidFill>
                <a:srgbClr val="7592f9"/>
              </a:solidFill>
              <a:ln w="3334" cap="flat" cmpd="sng" algn="ctr">
                <a:solidFill>
                  <a:srgbClr val="7592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57" name="Surface mesh patch"/>
              <p:cNvSpPr/>
              <p:nvPr/>
            </p:nvSpPr>
            <p:spPr>
              <a:xfrm>
                <a:off x="16790949" y="1953612"/>
                <a:ext cx="50120" cy="528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44">
                    <a:moveTo>
                      <a:pt x="0" y="2519"/>
                    </a:moveTo>
                    <a:lnTo>
                      <a:pt x="2875" y="0"/>
                    </a:lnTo>
                    <a:lnTo>
                      <a:pt x="5262" y="2616"/>
                    </a:lnTo>
                    <a:lnTo>
                      <a:pt x="2387" y="5544"/>
                    </a:lnTo>
                    <a:close/>
                  </a:path>
                </a:pathLst>
              </a:custGeom>
              <a:solidFill>
                <a:srgbClr val="718df7"/>
              </a:solidFill>
              <a:ln w="3334" cap="flat" cmpd="sng" algn="ctr">
                <a:solidFill>
                  <a:srgbClr val="718d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58" name="Surface mesh patch"/>
              <p:cNvSpPr/>
              <p:nvPr/>
            </p:nvSpPr>
            <p:spPr>
              <a:xfrm>
                <a:off x="16841069" y="1946878"/>
                <a:ext cx="50120" cy="485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099">
                    <a:moveTo>
                      <a:pt x="0" y="3323"/>
                    </a:moveTo>
                    <a:lnTo>
                      <a:pt x="2875" y="0"/>
                    </a:lnTo>
                    <a:lnTo>
                      <a:pt x="5262" y="1461"/>
                    </a:lnTo>
                    <a:lnTo>
                      <a:pt x="2387" y="5099"/>
                    </a:lnTo>
                    <a:close/>
                  </a:path>
                </a:pathLst>
              </a:custGeom>
              <a:solidFill>
                <a:srgbClr val="7390f8"/>
              </a:solidFill>
              <a:ln w="3334" cap="flat" cmpd="sng" algn="ctr">
                <a:solidFill>
                  <a:srgbClr val="7390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59" name="Surface mesh patch"/>
              <p:cNvSpPr/>
              <p:nvPr/>
            </p:nvSpPr>
            <p:spPr>
              <a:xfrm>
                <a:off x="16891188" y="1925359"/>
                <a:ext cx="50120" cy="387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065">
                    <a:moveTo>
                      <a:pt x="0" y="3721"/>
                    </a:moveTo>
                    <a:lnTo>
                      <a:pt x="2875" y="0"/>
                    </a:lnTo>
                    <a:lnTo>
                      <a:pt x="5262" y="216"/>
                    </a:lnTo>
                    <a:lnTo>
                      <a:pt x="2387" y="4065"/>
                    </a:lnTo>
                    <a:close/>
                  </a:path>
                </a:pathLst>
              </a:custGeom>
              <a:solidFill>
                <a:srgbClr val="7d9bfc"/>
              </a:solidFill>
              <a:ln w="3334" cap="flat" cmpd="sng" algn="ctr">
                <a:solidFill>
                  <a:srgbClr val="7d9b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60" name="Surface mesh patch"/>
              <p:cNvSpPr/>
              <p:nvPr/>
            </p:nvSpPr>
            <p:spPr>
              <a:xfrm>
                <a:off x="16941308" y="1884898"/>
                <a:ext cx="50120" cy="425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464">
                    <a:moveTo>
                      <a:pt x="0" y="4464"/>
                    </a:moveTo>
                    <a:lnTo>
                      <a:pt x="2875" y="852"/>
                    </a:lnTo>
                    <a:lnTo>
                      <a:pt x="5262" y="0"/>
                    </a:lnTo>
                    <a:lnTo>
                      <a:pt x="2387" y="3509"/>
                    </a:lnTo>
                    <a:close/>
                  </a:path>
                </a:pathLst>
              </a:custGeom>
              <a:solidFill>
                <a:srgbClr val="88a6fd"/>
              </a:solidFill>
              <a:ln w="3334" cap="flat" cmpd="sng" algn="ctr">
                <a:solidFill>
                  <a:srgbClr val="88a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61" name="Surface mesh patch"/>
              <p:cNvSpPr/>
              <p:nvPr/>
            </p:nvSpPr>
            <p:spPr>
              <a:xfrm>
                <a:off x="16991428" y="1841220"/>
                <a:ext cx="50120" cy="436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86">
                    <a:moveTo>
                      <a:pt x="0" y="4586"/>
                    </a:moveTo>
                    <a:lnTo>
                      <a:pt x="2875" y="1562"/>
                    </a:lnTo>
                    <a:lnTo>
                      <a:pt x="5262" y="0"/>
                    </a:lnTo>
                    <a:lnTo>
                      <a:pt x="2387" y="2709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62" name="Surface mesh patch"/>
              <p:cNvSpPr/>
              <p:nvPr/>
            </p:nvSpPr>
            <p:spPr>
              <a:xfrm>
                <a:off x="17041547" y="1803403"/>
                <a:ext cx="50120" cy="378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0">
                    <a:moveTo>
                      <a:pt x="0" y="3970"/>
                    </a:moveTo>
                    <a:lnTo>
                      <a:pt x="2875" y="1871"/>
                    </a:lnTo>
                    <a:lnTo>
                      <a:pt x="5262" y="0"/>
                    </a:lnTo>
                    <a:lnTo>
                      <a:pt x="2387" y="1654"/>
                    </a:lnTo>
                    <a:close/>
                  </a:path>
                </a:pathLst>
              </a:custGeom>
              <a:solidFill>
                <a:srgbClr val="9fbcfd"/>
              </a:solidFill>
              <a:ln w="3334" cap="flat" cmpd="sng" algn="ctr">
                <a:solidFill>
                  <a:srgbClr val="9f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63" name="Surface mesh patch"/>
              <p:cNvSpPr/>
              <p:nvPr/>
            </p:nvSpPr>
            <p:spPr>
              <a:xfrm>
                <a:off x="17091667" y="1775590"/>
                <a:ext cx="50120" cy="27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0">
                    <a:moveTo>
                      <a:pt x="0" y="2920"/>
                    </a:moveTo>
                    <a:lnTo>
                      <a:pt x="2875" y="1862"/>
                    </a:lnTo>
                    <a:lnTo>
                      <a:pt x="5262" y="0"/>
                    </a:lnTo>
                    <a:lnTo>
                      <a:pt x="2387" y="588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64" name="Surface mesh patch"/>
              <p:cNvSpPr/>
              <p:nvPr/>
            </p:nvSpPr>
            <p:spPr>
              <a:xfrm>
                <a:off x="17141787" y="1755736"/>
                <a:ext cx="50120" cy="198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4">
                    <a:moveTo>
                      <a:pt x="0" y="2084"/>
                    </a:moveTo>
                    <a:lnTo>
                      <a:pt x="2875" y="1963"/>
                    </a:lnTo>
                    <a:lnTo>
                      <a:pt x="5262" y="27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65" name="Surface mesh patch"/>
              <p:cNvSpPr/>
              <p:nvPr/>
            </p:nvSpPr>
            <p:spPr>
              <a:xfrm>
                <a:off x="17191906" y="1741615"/>
                <a:ext cx="50120" cy="219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08">
                    <a:moveTo>
                      <a:pt x="0" y="1760"/>
                    </a:moveTo>
                    <a:lnTo>
                      <a:pt x="2875" y="2308"/>
                    </a:lnTo>
                    <a:lnTo>
                      <a:pt x="5262" y="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66" name="Surface mesh patch"/>
              <p:cNvSpPr/>
              <p:nvPr/>
            </p:nvSpPr>
            <p:spPr>
              <a:xfrm>
                <a:off x="17242026" y="1735117"/>
                <a:ext cx="50120" cy="227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83">
                    <a:moveTo>
                      <a:pt x="0" y="1501"/>
                    </a:moveTo>
                    <a:lnTo>
                      <a:pt x="2875" y="2383"/>
                    </a:lnTo>
                    <a:lnTo>
                      <a:pt x="5262" y="10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67" name="Surface mesh patch"/>
              <p:cNvSpPr/>
              <p:nvPr/>
            </p:nvSpPr>
            <p:spPr>
              <a:xfrm>
                <a:off x="17292146" y="1731653"/>
                <a:ext cx="50120" cy="217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81">
                    <a:moveTo>
                      <a:pt x="0" y="1375"/>
                    </a:moveTo>
                    <a:lnTo>
                      <a:pt x="2875" y="2281"/>
                    </a:lnTo>
                    <a:lnTo>
                      <a:pt x="5262" y="9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68" name="Surface mesh patch"/>
              <p:cNvSpPr/>
              <p:nvPr/>
            </p:nvSpPr>
            <p:spPr>
              <a:xfrm>
                <a:off x="17342265" y="1727210"/>
                <a:ext cx="50120" cy="198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7">
                    <a:moveTo>
                      <a:pt x="0" y="1383"/>
                    </a:moveTo>
                    <a:lnTo>
                      <a:pt x="2875" y="2087"/>
                    </a:lnTo>
                    <a:lnTo>
                      <a:pt x="5262" y="6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69" name="Surface mesh patch"/>
              <p:cNvSpPr/>
              <p:nvPr/>
            </p:nvSpPr>
            <p:spPr>
              <a:xfrm>
                <a:off x="17392385" y="1719247"/>
                <a:ext cx="50120" cy="1787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6">
                    <a:moveTo>
                      <a:pt x="0" y="1478"/>
                    </a:moveTo>
                    <a:lnTo>
                      <a:pt x="2875" y="1876"/>
                    </a:lnTo>
                    <a:lnTo>
                      <a:pt x="5262" y="31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70" name="Surface mesh patch"/>
              <p:cNvSpPr/>
              <p:nvPr/>
            </p:nvSpPr>
            <p:spPr>
              <a:xfrm>
                <a:off x="17442504" y="1706996"/>
                <a:ext cx="50120" cy="162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4">
                    <a:moveTo>
                      <a:pt x="0" y="1598"/>
                    </a:moveTo>
                    <a:lnTo>
                      <a:pt x="2875" y="1704"/>
                    </a:lnTo>
                    <a:lnTo>
                      <a:pt x="5262" y="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71" name="Surface mesh patch"/>
              <p:cNvSpPr/>
              <p:nvPr/>
            </p:nvSpPr>
            <p:spPr>
              <a:xfrm>
                <a:off x="16517619" y="1793921"/>
                <a:ext cx="50120" cy="318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346">
                    <a:moveTo>
                      <a:pt x="0" y="0"/>
                    </a:moveTo>
                    <a:lnTo>
                      <a:pt x="2875" y="1887"/>
                    </a:lnTo>
                    <a:lnTo>
                      <a:pt x="5262" y="3346"/>
                    </a:lnTo>
                    <a:lnTo>
                      <a:pt x="2387" y="1473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72" name="Surface mesh patch"/>
              <p:cNvSpPr/>
              <p:nvPr/>
            </p:nvSpPr>
            <p:spPr>
              <a:xfrm>
                <a:off x="16567739" y="1825796"/>
                <a:ext cx="50120" cy="340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71">
                    <a:moveTo>
                      <a:pt x="0" y="0"/>
                    </a:moveTo>
                    <a:lnTo>
                      <a:pt x="2875" y="1420"/>
                    </a:lnTo>
                    <a:lnTo>
                      <a:pt x="5262" y="3571"/>
                    </a:lnTo>
                    <a:lnTo>
                      <a:pt x="2387" y="2238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73" name="Surface mesh patch"/>
              <p:cNvSpPr/>
              <p:nvPr/>
            </p:nvSpPr>
            <p:spPr>
              <a:xfrm>
                <a:off x="16617858" y="1859807"/>
                <a:ext cx="50120" cy="3379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548">
                    <a:moveTo>
                      <a:pt x="0" y="0"/>
                    </a:moveTo>
                    <a:lnTo>
                      <a:pt x="2875" y="747"/>
                    </a:lnTo>
                    <a:lnTo>
                      <a:pt x="5262" y="3548"/>
                    </a:lnTo>
                    <a:lnTo>
                      <a:pt x="2387" y="2987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74" name="Surface mesh patch"/>
              <p:cNvSpPr/>
              <p:nvPr/>
            </p:nvSpPr>
            <p:spPr>
              <a:xfrm>
                <a:off x="16667978" y="1892609"/>
                <a:ext cx="50120" cy="347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52">
                    <a:moveTo>
                      <a:pt x="0" y="104"/>
                    </a:moveTo>
                    <a:lnTo>
                      <a:pt x="2875" y="0"/>
                    </a:lnTo>
                    <a:lnTo>
                      <a:pt x="5262" y="3245"/>
                    </a:lnTo>
                    <a:lnTo>
                      <a:pt x="2387" y="3652"/>
                    </a:lnTo>
                    <a:close/>
                  </a:path>
                </a:pathLst>
              </a:custGeom>
              <a:solidFill>
                <a:srgbClr val="8caafd"/>
              </a:solidFill>
              <a:ln w="3334" cap="flat" cmpd="sng" algn="ctr">
                <a:solidFill>
                  <a:srgbClr val="8ca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75" name="Surface mesh patch"/>
              <p:cNvSpPr/>
              <p:nvPr/>
            </p:nvSpPr>
            <p:spPr>
              <a:xfrm>
                <a:off x="16718098" y="1913288"/>
                <a:ext cx="50120" cy="458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11">
                    <a:moveTo>
                      <a:pt x="0" y="1074"/>
                    </a:moveTo>
                    <a:lnTo>
                      <a:pt x="2875" y="0"/>
                    </a:lnTo>
                    <a:lnTo>
                      <a:pt x="5262" y="3327"/>
                    </a:lnTo>
                    <a:lnTo>
                      <a:pt x="2387" y="4811"/>
                    </a:lnTo>
                    <a:close/>
                  </a:path>
                </a:pathLst>
              </a:custGeom>
              <a:solidFill>
                <a:srgbClr val="85a2fd"/>
              </a:solidFill>
              <a:ln w="3334" cap="flat" cmpd="sng" algn="ctr">
                <a:solidFill>
                  <a:srgbClr val="85a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76" name="Surface mesh patch"/>
              <p:cNvSpPr/>
              <p:nvPr/>
            </p:nvSpPr>
            <p:spPr>
              <a:xfrm>
                <a:off x="16768217" y="1925421"/>
                <a:ext cx="50120" cy="521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479">
                    <a:moveTo>
                      <a:pt x="0" y="2053"/>
                    </a:moveTo>
                    <a:lnTo>
                      <a:pt x="2875" y="0"/>
                    </a:lnTo>
                    <a:lnTo>
                      <a:pt x="5262" y="2960"/>
                    </a:lnTo>
                    <a:lnTo>
                      <a:pt x="2387" y="5479"/>
                    </a:lnTo>
                    <a:close/>
                  </a:path>
                </a:pathLst>
              </a:custGeom>
              <a:solidFill>
                <a:srgbClr val="809efd"/>
              </a:solidFill>
              <a:ln w="3334" cap="flat" cmpd="sng" algn="ctr">
                <a:solidFill>
                  <a:srgbClr val="809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77" name="Surface mesh patch"/>
              <p:cNvSpPr/>
              <p:nvPr/>
            </p:nvSpPr>
            <p:spPr>
              <a:xfrm>
                <a:off x="16818337" y="1926110"/>
                <a:ext cx="50120" cy="52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504">
                    <a:moveTo>
                      <a:pt x="0" y="2887"/>
                    </a:moveTo>
                    <a:lnTo>
                      <a:pt x="2875" y="0"/>
                    </a:lnTo>
                    <a:lnTo>
                      <a:pt x="5262" y="2180"/>
                    </a:lnTo>
                    <a:lnTo>
                      <a:pt x="2387" y="5504"/>
                    </a:lnTo>
                    <a:close/>
                  </a:path>
                </a:pathLst>
              </a:custGeom>
              <a:solidFill>
                <a:srgbClr val="7f9dfd"/>
              </a:solidFill>
              <a:ln w="3334" cap="flat" cmpd="sng" algn="ctr">
                <a:solidFill>
                  <a:srgbClr val="7f9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78" name="Surface mesh patch"/>
              <p:cNvSpPr/>
              <p:nvPr/>
            </p:nvSpPr>
            <p:spPr>
              <a:xfrm>
                <a:off x="16868457" y="1914389"/>
                <a:ext cx="50120" cy="464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872">
                    <a:moveTo>
                      <a:pt x="0" y="3411"/>
                    </a:moveTo>
                    <a:lnTo>
                      <a:pt x="2875" y="0"/>
                    </a:lnTo>
                    <a:lnTo>
                      <a:pt x="5262" y="1152"/>
                    </a:lnTo>
                    <a:lnTo>
                      <a:pt x="2387" y="4872"/>
                    </a:lnTo>
                    <a:close/>
                  </a:path>
                </a:pathLst>
              </a:custGeom>
              <a:solidFill>
                <a:srgbClr val="83a1fd"/>
              </a:solidFill>
              <a:ln w="3334" cap="flat" cmpd="sng" algn="ctr">
                <a:solidFill>
                  <a:srgbClr val="83a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79" name="Surface mesh patch"/>
              <p:cNvSpPr/>
              <p:nvPr/>
            </p:nvSpPr>
            <p:spPr>
              <a:xfrm>
                <a:off x="16918576" y="1892015"/>
                <a:ext cx="50120" cy="354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17">
                    <a:moveTo>
                      <a:pt x="0" y="3501"/>
                    </a:moveTo>
                    <a:lnTo>
                      <a:pt x="2875" y="0"/>
                    </a:lnTo>
                    <a:lnTo>
                      <a:pt x="5262" y="104"/>
                    </a:lnTo>
                    <a:lnTo>
                      <a:pt x="2387" y="3717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80" name="Surface mesh patch"/>
              <p:cNvSpPr/>
              <p:nvPr/>
            </p:nvSpPr>
            <p:spPr>
              <a:xfrm>
                <a:off x="16968696" y="1856098"/>
                <a:ext cx="50120" cy="36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75">
                    <a:moveTo>
                      <a:pt x="0" y="3875"/>
                    </a:moveTo>
                    <a:lnTo>
                      <a:pt x="2875" y="748"/>
                    </a:lnTo>
                    <a:lnTo>
                      <a:pt x="5262" y="0"/>
                    </a:lnTo>
                    <a:lnTo>
                      <a:pt x="2387" y="3024"/>
                    </a:lnTo>
                    <a:close/>
                  </a:path>
                </a:pathLst>
              </a:custGeom>
              <a:solidFill>
                <a:srgbClr val="94b1fd"/>
              </a:solidFill>
              <a:ln w="3334" cap="flat" cmpd="sng" algn="ctr">
                <a:solidFill>
                  <a:srgbClr val="94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81" name="Surface mesh patch"/>
              <p:cNvSpPr/>
              <p:nvPr/>
            </p:nvSpPr>
            <p:spPr>
              <a:xfrm>
                <a:off x="17018815" y="1821228"/>
                <a:ext cx="50120" cy="348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61">
                    <a:moveTo>
                      <a:pt x="0" y="3661"/>
                    </a:moveTo>
                    <a:lnTo>
                      <a:pt x="2875" y="1287"/>
                    </a:lnTo>
                    <a:lnTo>
                      <a:pt x="5262" y="0"/>
                    </a:lnTo>
                    <a:lnTo>
                      <a:pt x="2387" y="2099"/>
                    </a:lnTo>
                    <a:close/>
                  </a:path>
                </a:pathLst>
              </a:custGeom>
              <a:solidFill>
                <a:srgbClr val="9ebafd"/>
              </a:solidFill>
              <a:ln w="3334" cap="flat" cmpd="sng" algn="ctr">
                <a:solidFill>
                  <a:srgbClr val="9e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82" name="Surface mesh patch"/>
              <p:cNvSpPr/>
              <p:nvPr/>
            </p:nvSpPr>
            <p:spPr>
              <a:xfrm>
                <a:off x="17068935" y="1793330"/>
                <a:ext cx="50120" cy="2789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29">
                    <a:moveTo>
                      <a:pt x="0" y="2929"/>
                    </a:moveTo>
                    <a:lnTo>
                      <a:pt x="2875" y="1509"/>
                    </a:lnTo>
                    <a:lnTo>
                      <a:pt x="5262" y="0"/>
                    </a:lnTo>
                    <a:lnTo>
                      <a:pt x="2387" y="1058"/>
                    </a:lnTo>
                    <a:close/>
                  </a:path>
                </a:pathLst>
              </a:custGeom>
              <a:solidFill>
                <a:srgbClr val="a6c3fd"/>
              </a:solidFill>
              <a:ln w="3334" cap="flat" cmpd="sng" algn="ctr">
                <a:solidFill>
                  <a:srgbClr val="a6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83" name="Surface mesh patch"/>
              <p:cNvSpPr/>
              <p:nvPr/>
            </p:nvSpPr>
            <p:spPr>
              <a:xfrm>
                <a:off x="17119055" y="1774433"/>
                <a:ext cx="50120" cy="18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4">
                    <a:moveTo>
                      <a:pt x="0" y="1984"/>
                    </a:moveTo>
                    <a:lnTo>
                      <a:pt x="2875" y="1509"/>
                    </a:lnTo>
                    <a:lnTo>
                      <a:pt x="5262" y="0"/>
                    </a:lnTo>
                    <a:lnTo>
                      <a:pt x="2387" y="121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84" name="Surface mesh patch"/>
              <p:cNvSpPr/>
              <p:nvPr/>
            </p:nvSpPr>
            <p:spPr>
              <a:xfrm>
                <a:off x="17169174" y="1758377"/>
                <a:ext cx="50120" cy="187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63">
                    <a:moveTo>
                      <a:pt x="0" y="1686"/>
                    </a:moveTo>
                    <a:lnTo>
                      <a:pt x="2875" y="1963"/>
                    </a:lnTo>
                    <a:lnTo>
                      <a:pt x="5262" y="54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85" name="Surface mesh patch"/>
              <p:cNvSpPr/>
              <p:nvPr/>
            </p:nvSpPr>
            <p:spPr>
              <a:xfrm>
                <a:off x="17219294" y="1749410"/>
                <a:ext cx="50120" cy="211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20">
                    <a:moveTo>
                      <a:pt x="0" y="1489"/>
                    </a:moveTo>
                    <a:lnTo>
                      <a:pt x="2875" y="2220"/>
                    </a:lnTo>
                    <a:lnTo>
                      <a:pt x="5262" y="88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86" name="Surface mesh patch"/>
              <p:cNvSpPr/>
              <p:nvPr/>
            </p:nvSpPr>
            <p:spPr>
              <a:xfrm>
                <a:off x="17269414" y="1744754"/>
                <a:ext cx="50120" cy="21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38">
                    <a:moveTo>
                      <a:pt x="0" y="1371"/>
                    </a:moveTo>
                    <a:lnTo>
                      <a:pt x="2875" y="2238"/>
                    </a:lnTo>
                    <a:lnTo>
                      <a:pt x="5262" y="9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87" name="Surface mesh patch"/>
              <p:cNvSpPr/>
              <p:nvPr/>
            </p:nvSpPr>
            <p:spPr>
              <a:xfrm>
                <a:off x="17319533" y="1740387"/>
                <a:ext cx="50120" cy="201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11">
                    <a:moveTo>
                      <a:pt x="0" y="1364"/>
                    </a:moveTo>
                    <a:lnTo>
                      <a:pt x="2875" y="2111"/>
                    </a:lnTo>
                    <a:lnTo>
                      <a:pt x="5262" y="7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88" name="Surface mesh patch"/>
              <p:cNvSpPr/>
              <p:nvPr/>
            </p:nvSpPr>
            <p:spPr>
              <a:xfrm>
                <a:off x="17369653" y="1733330"/>
                <a:ext cx="50120" cy="183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3">
                    <a:moveTo>
                      <a:pt x="0" y="1445"/>
                    </a:moveTo>
                    <a:lnTo>
                      <a:pt x="2875" y="1923"/>
                    </a:lnTo>
                    <a:lnTo>
                      <a:pt x="5262" y="39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89" name="Surface mesh patch"/>
              <p:cNvSpPr/>
              <p:nvPr/>
            </p:nvSpPr>
            <p:spPr>
              <a:xfrm>
                <a:off x="17419773" y="1722220"/>
                <a:ext cx="50120" cy="166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5">
                    <a:moveTo>
                      <a:pt x="0" y="1564"/>
                    </a:moveTo>
                    <a:lnTo>
                      <a:pt x="2875" y="1745"/>
                    </a:lnTo>
                    <a:lnTo>
                      <a:pt x="5262" y="10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90" name="Surface mesh patch"/>
              <p:cNvSpPr/>
              <p:nvPr/>
            </p:nvSpPr>
            <p:spPr>
              <a:xfrm>
                <a:off x="16545007" y="1811899"/>
                <a:ext cx="50120" cy="2741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9">
                    <a:moveTo>
                      <a:pt x="0" y="0"/>
                    </a:moveTo>
                    <a:lnTo>
                      <a:pt x="2875" y="1518"/>
                    </a:lnTo>
                    <a:lnTo>
                      <a:pt x="5262" y="2879"/>
                    </a:lnTo>
                    <a:lnTo>
                      <a:pt x="2387" y="1459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91" name="Surface mesh patch"/>
              <p:cNvSpPr/>
              <p:nvPr/>
            </p:nvSpPr>
            <p:spPr>
              <a:xfrm>
                <a:off x="16595126" y="1839318"/>
                <a:ext cx="50120" cy="27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99">
                    <a:moveTo>
                      <a:pt x="0" y="0"/>
                    </a:moveTo>
                    <a:lnTo>
                      <a:pt x="2875" y="929"/>
                    </a:lnTo>
                    <a:lnTo>
                      <a:pt x="5262" y="2899"/>
                    </a:lnTo>
                    <a:lnTo>
                      <a:pt x="2387" y="2151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92" name="Surface mesh patch"/>
              <p:cNvSpPr/>
              <p:nvPr/>
            </p:nvSpPr>
            <p:spPr>
              <a:xfrm>
                <a:off x="16645246" y="1866927"/>
                <a:ext cx="50120" cy="266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00">
                    <a:moveTo>
                      <a:pt x="0" y="0"/>
                    </a:moveTo>
                    <a:lnTo>
                      <a:pt x="2875" y="182"/>
                    </a:lnTo>
                    <a:lnTo>
                      <a:pt x="5262" y="2696"/>
                    </a:lnTo>
                    <a:lnTo>
                      <a:pt x="2387" y="2800"/>
                    </a:lnTo>
                    <a:close/>
                  </a:path>
                </a:pathLst>
              </a:custGeom>
              <a:solidFill>
                <a:srgbClr val="98b5fd"/>
              </a:solidFill>
              <a:ln w="3334" cap="flat" cmpd="sng" algn="ctr">
                <a:solidFill>
                  <a:srgbClr val="98b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93" name="Surface mesh patch"/>
              <p:cNvSpPr/>
              <p:nvPr/>
            </p:nvSpPr>
            <p:spPr>
              <a:xfrm>
                <a:off x="16695366" y="1886133"/>
                <a:ext cx="50120" cy="373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25">
                    <a:moveTo>
                      <a:pt x="0" y="680"/>
                    </a:moveTo>
                    <a:lnTo>
                      <a:pt x="2875" y="0"/>
                    </a:lnTo>
                    <a:lnTo>
                      <a:pt x="5262" y="2851"/>
                    </a:lnTo>
                    <a:lnTo>
                      <a:pt x="2387" y="3925"/>
                    </a:lnTo>
                    <a:close/>
                  </a:path>
                </a:pathLst>
              </a:custGeom>
              <a:solidFill>
                <a:srgbClr val="91aefd"/>
              </a:solidFill>
              <a:ln w="3334" cap="flat" cmpd="sng" algn="ctr">
                <a:solidFill>
                  <a:srgbClr val="91a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94" name="Surface mesh patch"/>
              <p:cNvSpPr/>
              <p:nvPr/>
            </p:nvSpPr>
            <p:spPr>
              <a:xfrm>
                <a:off x="16745485" y="1898278"/>
                <a:ext cx="50120" cy="466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03">
                    <a:moveTo>
                      <a:pt x="0" y="1576"/>
                    </a:moveTo>
                    <a:lnTo>
                      <a:pt x="2875" y="0"/>
                    </a:lnTo>
                    <a:lnTo>
                      <a:pt x="5262" y="2850"/>
                    </a:lnTo>
                    <a:lnTo>
                      <a:pt x="2387" y="4903"/>
                    </a:lnTo>
                    <a:close/>
                  </a:path>
                </a:pathLst>
              </a:custGeom>
              <a:solidFill>
                <a:srgbClr val="8ca9fd"/>
              </a:solidFill>
              <a:ln w="3334" cap="flat" cmpd="sng" algn="ctr">
                <a:solidFill>
                  <a:srgbClr val="8ca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95" name="Surface mesh patch"/>
              <p:cNvSpPr/>
              <p:nvPr/>
            </p:nvSpPr>
            <p:spPr>
              <a:xfrm>
                <a:off x="16795605" y="1902674"/>
                <a:ext cx="50120" cy="509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348">
                    <a:moveTo>
                      <a:pt x="0" y="2388"/>
                    </a:moveTo>
                    <a:lnTo>
                      <a:pt x="2875" y="0"/>
                    </a:lnTo>
                    <a:lnTo>
                      <a:pt x="5262" y="2460"/>
                    </a:lnTo>
                    <a:lnTo>
                      <a:pt x="2387" y="5348"/>
                    </a:lnTo>
                    <a:close/>
                  </a:path>
                </a:pathLst>
              </a:custGeom>
              <a:solidFill>
                <a:srgbClr val="89a7fd"/>
              </a:solidFill>
              <a:ln w="3334" cap="flat" cmpd="sng" algn="ctr">
                <a:solidFill>
                  <a:srgbClr val="89a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96" name="Surface mesh patch"/>
              <p:cNvSpPr/>
              <p:nvPr/>
            </p:nvSpPr>
            <p:spPr>
              <a:xfrm>
                <a:off x="16845725" y="1897766"/>
                <a:ext cx="50120" cy="491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156">
                    <a:moveTo>
                      <a:pt x="0" y="2976"/>
                    </a:moveTo>
                    <a:lnTo>
                      <a:pt x="2875" y="0"/>
                    </a:lnTo>
                    <a:lnTo>
                      <a:pt x="5262" y="1745"/>
                    </a:lnTo>
                    <a:lnTo>
                      <a:pt x="2387" y="5156"/>
                    </a:lnTo>
                    <a:close/>
                  </a:path>
                </a:pathLst>
              </a:custGeom>
              <a:solidFill>
                <a:srgbClr val="8aa8fd"/>
              </a:solidFill>
              <a:ln w="3334" cap="flat" cmpd="sng" algn="ctr">
                <a:solidFill>
                  <a:srgbClr val="8aa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97" name="Surface mesh patch"/>
              <p:cNvSpPr/>
              <p:nvPr/>
            </p:nvSpPr>
            <p:spPr>
              <a:xfrm>
                <a:off x="16895844" y="1883796"/>
                <a:ext cx="50120" cy="415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64">
                    <a:moveTo>
                      <a:pt x="0" y="3212"/>
                    </a:moveTo>
                    <a:lnTo>
                      <a:pt x="2875" y="0"/>
                    </a:lnTo>
                    <a:lnTo>
                      <a:pt x="5262" y="863"/>
                    </a:lnTo>
                    <a:lnTo>
                      <a:pt x="2387" y="4364"/>
                    </a:lnTo>
                    <a:close/>
                  </a:path>
                </a:pathLst>
              </a:custGeom>
              <a:solidFill>
                <a:srgbClr val="8facfd"/>
              </a:solidFill>
              <a:ln w="3334" cap="flat" cmpd="sng" algn="ctr">
                <a:solidFill>
                  <a:srgbClr val="8fa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98" name="Surface mesh patch"/>
              <p:cNvSpPr/>
              <p:nvPr/>
            </p:nvSpPr>
            <p:spPr>
              <a:xfrm>
                <a:off x="16945964" y="1863135"/>
                <a:ext cx="50120" cy="2987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37">
                    <a:moveTo>
                      <a:pt x="0" y="3032"/>
                    </a:moveTo>
                    <a:lnTo>
                      <a:pt x="2875" y="0"/>
                    </a:lnTo>
                    <a:lnTo>
                      <a:pt x="5262" y="10"/>
                    </a:lnTo>
                    <a:lnTo>
                      <a:pt x="2387" y="3137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99" name="Surface mesh patch"/>
              <p:cNvSpPr/>
              <p:nvPr/>
            </p:nvSpPr>
            <p:spPr>
              <a:xfrm>
                <a:off x="16996084" y="1833483"/>
                <a:ext cx="50120" cy="2974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123">
                    <a:moveTo>
                      <a:pt x="0" y="3123"/>
                    </a:moveTo>
                    <a:lnTo>
                      <a:pt x="2875" y="655"/>
                    </a:lnTo>
                    <a:lnTo>
                      <a:pt x="5262" y="0"/>
                    </a:lnTo>
                    <a:lnTo>
                      <a:pt x="2387" y="2374"/>
                    </a:lnTo>
                    <a:close/>
                  </a:path>
                </a:pathLst>
              </a:custGeom>
              <a:solidFill>
                <a:srgbClr val="9ebbfd"/>
              </a:solidFill>
              <a:ln w="3334" cap="flat" cmpd="sng" algn="ctr">
                <a:solidFill>
                  <a:srgbClr val="9eb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00" name="Surface mesh patch"/>
              <p:cNvSpPr/>
              <p:nvPr/>
            </p:nvSpPr>
            <p:spPr>
              <a:xfrm>
                <a:off x="17046203" y="1807708"/>
                <a:ext cx="50120" cy="257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06">
                    <a:moveTo>
                      <a:pt x="0" y="2706"/>
                    </a:moveTo>
                    <a:lnTo>
                      <a:pt x="2875" y="1062"/>
                    </a:lnTo>
                    <a:lnTo>
                      <a:pt x="5262" y="0"/>
                    </a:lnTo>
                    <a:lnTo>
                      <a:pt x="2387" y="1419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01" name="Surface mesh patch"/>
              <p:cNvSpPr/>
              <p:nvPr/>
            </p:nvSpPr>
            <p:spPr>
              <a:xfrm>
                <a:off x="17096323" y="1788810"/>
                <a:ext cx="50120" cy="1889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4">
                    <a:moveTo>
                      <a:pt x="0" y="1984"/>
                    </a:moveTo>
                    <a:lnTo>
                      <a:pt x="2875" y="1237"/>
                    </a:lnTo>
                    <a:lnTo>
                      <a:pt x="5262" y="0"/>
                    </a:lnTo>
                    <a:lnTo>
                      <a:pt x="2387" y="474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02" name="Surface mesh patch"/>
              <p:cNvSpPr/>
              <p:nvPr/>
            </p:nvSpPr>
            <p:spPr>
              <a:xfrm>
                <a:off x="17146443" y="1774433"/>
                <a:ext cx="50120" cy="1472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46">
                    <a:moveTo>
                      <a:pt x="0" y="1509"/>
                    </a:moveTo>
                    <a:lnTo>
                      <a:pt x="2875" y="1546"/>
                    </a:lnTo>
                    <a:lnTo>
                      <a:pt x="5262" y="27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03" name="Surface mesh patch"/>
              <p:cNvSpPr/>
              <p:nvPr/>
            </p:nvSpPr>
            <p:spPr>
              <a:xfrm>
                <a:off x="17196562" y="1763597"/>
                <a:ext cx="50120" cy="1893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88">
                    <a:moveTo>
                      <a:pt x="0" y="1415"/>
                    </a:moveTo>
                    <a:lnTo>
                      <a:pt x="2875" y="1988"/>
                    </a:lnTo>
                    <a:lnTo>
                      <a:pt x="5262" y="7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04" name="Surface mesh patch"/>
              <p:cNvSpPr/>
              <p:nvPr/>
            </p:nvSpPr>
            <p:spPr>
              <a:xfrm>
                <a:off x="17246682" y="1757817"/>
                <a:ext cx="50120" cy="204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46">
                    <a:moveTo>
                      <a:pt x="0" y="1337"/>
                    </a:moveTo>
                    <a:lnTo>
                      <a:pt x="2875" y="2146"/>
                    </a:lnTo>
                    <a:lnTo>
                      <a:pt x="5262" y="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05" name="Surface mesh patch"/>
              <p:cNvSpPr/>
              <p:nvPr/>
            </p:nvSpPr>
            <p:spPr>
              <a:xfrm>
                <a:off x="17296801" y="1753377"/>
                <a:ext cx="50120" cy="200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5">
                    <a:moveTo>
                      <a:pt x="0" y="1333"/>
                    </a:moveTo>
                    <a:lnTo>
                      <a:pt x="2875" y="2105"/>
                    </a:lnTo>
                    <a:lnTo>
                      <a:pt x="5262" y="7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06" name="Surface mesh patch"/>
              <p:cNvSpPr/>
              <p:nvPr/>
            </p:nvSpPr>
            <p:spPr>
              <a:xfrm>
                <a:off x="17346921" y="1747092"/>
                <a:ext cx="50120" cy="18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9">
                    <a:moveTo>
                      <a:pt x="0" y="1407"/>
                    </a:moveTo>
                    <a:lnTo>
                      <a:pt x="2875" y="1959"/>
                    </a:lnTo>
                    <a:lnTo>
                      <a:pt x="5262" y="47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07" name="Surface mesh patch"/>
              <p:cNvSpPr/>
              <p:nvPr/>
            </p:nvSpPr>
            <p:spPr>
              <a:xfrm>
                <a:off x="17397041" y="1737119"/>
                <a:ext cx="50120" cy="17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7">
                    <a:moveTo>
                      <a:pt x="0" y="1526"/>
                    </a:moveTo>
                    <a:lnTo>
                      <a:pt x="2875" y="1787"/>
                    </a:lnTo>
                    <a:lnTo>
                      <a:pt x="5262" y="18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08" name="Surface mesh patch"/>
              <p:cNvSpPr/>
              <p:nvPr/>
            </p:nvSpPr>
            <p:spPr>
              <a:xfrm>
                <a:off x="16572395" y="1826354"/>
                <a:ext cx="50120" cy="218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0">
                    <a:moveTo>
                      <a:pt x="0" y="0"/>
                    </a:moveTo>
                    <a:lnTo>
                      <a:pt x="2875" y="1104"/>
                    </a:lnTo>
                    <a:lnTo>
                      <a:pt x="5262" y="2290"/>
                    </a:lnTo>
                    <a:lnTo>
                      <a:pt x="2387" y="1361"/>
                    </a:lnTo>
                    <a:close/>
                  </a:path>
                </a:pathLst>
              </a:custGeom>
              <a:solidFill>
                <a:srgbClr val="a7c4fd"/>
              </a:solidFill>
              <a:ln w="3334" cap="flat" cmpd="sng" algn="ctr">
                <a:solidFill>
                  <a:srgbClr val="a7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09" name="Surface mesh patch"/>
              <p:cNvSpPr/>
              <p:nvPr/>
            </p:nvSpPr>
            <p:spPr>
              <a:xfrm>
                <a:off x="16622514" y="1848170"/>
                <a:ext cx="50120" cy="204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51">
                    <a:moveTo>
                      <a:pt x="0" y="0"/>
                    </a:moveTo>
                    <a:lnTo>
                      <a:pt x="2875" y="443"/>
                    </a:lnTo>
                    <a:lnTo>
                      <a:pt x="5262" y="2151"/>
                    </a:lnTo>
                    <a:lnTo>
                      <a:pt x="2387" y="1969"/>
                    </a:lnTo>
                    <a:close/>
                  </a:path>
                </a:pathLst>
              </a:custGeom>
              <a:solidFill>
                <a:srgbClr val="a1befd"/>
              </a:solidFill>
              <a:ln w="3334" cap="flat" cmpd="sng" algn="ctr">
                <a:solidFill>
                  <a:srgbClr val="a1b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10" name="Surface mesh patch"/>
              <p:cNvSpPr/>
              <p:nvPr/>
            </p:nvSpPr>
            <p:spPr>
              <a:xfrm>
                <a:off x="16672634" y="1865617"/>
                <a:ext cx="50120" cy="269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34">
                    <a:moveTo>
                      <a:pt x="0" y="319"/>
                    </a:moveTo>
                    <a:lnTo>
                      <a:pt x="2875" y="0"/>
                    </a:lnTo>
                    <a:lnTo>
                      <a:pt x="5262" y="2154"/>
                    </a:lnTo>
                    <a:lnTo>
                      <a:pt x="2387" y="2834"/>
                    </a:lnTo>
                    <a:close/>
                  </a:path>
                </a:pathLst>
              </a:custGeom>
              <a:solidFill>
                <a:srgbClr val="9bb8fd"/>
              </a:solidFill>
              <a:ln w="3334" cap="flat" cmpd="sng" algn="ctr">
                <a:solidFill>
                  <a:srgbClr val="9bb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11" name="Surface mesh patch"/>
              <p:cNvSpPr/>
              <p:nvPr/>
            </p:nvSpPr>
            <p:spPr>
              <a:xfrm>
                <a:off x="16722754" y="1875441"/>
                <a:ext cx="50120" cy="3784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973">
                    <a:moveTo>
                      <a:pt x="0" y="1122"/>
                    </a:moveTo>
                    <a:lnTo>
                      <a:pt x="2875" y="0"/>
                    </a:lnTo>
                    <a:lnTo>
                      <a:pt x="5262" y="2398"/>
                    </a:lnTo>
                    <a:lnTo>
                      <a:pt x="2387" y="3973"/>
                    </a:lnTo>
                    <a:close/>
                  </a:path>
                </a:pathLst>
              </a:custGeom>
              <a:solidFill>
                <a:srgbClr val="96b3fd"/>
              </a:solidFill>
              <a:ln w="3334" cap="flat" cmpd="sng" algn="ctr">
                <a:solidFill>
                  <a:srgbClr val="96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12" name="Surface mesh patch"/>
              <p:cNvSpPr/>
              <p:nvPr/>
            </p:nvSpPr>
            <p:spPr>
              <a:xfrm>
                <a:off x="16772873" y="1880380"/>
                <a:ext cx="50120" cy="45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729">
                    <a:moveTo>
                      <a:pt x="0" y="1879"/>
                    </a:moveTo>
                    <a:lnTo>
                      <a:pt x="2875" y="0"/>
                    </a:lnTo>
                    <a:lnTo>
                      <a:pt x="5262" y="2341"/>
                    </a:lnTo>
                    <a:lnTo>
                      <a:pt x="2387" y="4729"/>
                    </a:lnTo>
                    <a:close/>
                  </a:path>
                </a:pathLst>
              </a:custGeom>
              <a:solidFill>
                <a:srgbClr val="93b1fd"/>
              </a:solidFill>
              <a:ln w="3334" cap="flat" cmpd="sng" algn="ctr">
                <a:solidFill>
                  <a:srgbClr val="93b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13" name="Surface mesh patch"/>
              <p:cNvSpPr/>
              <p:nvPr/>
            </p:nvSpPr>
            <p:spPr>
              <a:xfrm>
                <a:off x="16822993" y="1879080"/>
                <a:ext cx="50120" cy="470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937">
                    <a:moveTo>
                      <a:pt x="0" y="2477"/>
                    </a:moveTo>
                    <a:lnTo>
                      <a:pt x="2875" y="0"/>
                    </a:lnTo>
                    <a:lnTo>
                      <a:pt x="5262" y="1962"/>
                    </a:lnTo>
                    <a:lnTo>
                      <a:pt x="2387" y="4937"/>
                    </a:lnTo>
                    <a:close/>
                  </a:path>
                </a:pathLst>
              </a:custGeom>
              <a:solidFill>
                <a:srgbClr val="93b0fd"/>
              </a:solidFill>
              <a:ln w="3334" cap="flat" cmpd="sng" algn="ctr">
                <a:solidFill>
                  <a:srgbClr val="93b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14" name="Surface mesh patch"/>
              <p:cNvSpPr/>
              <p:nvPr/>
            </p:nvSpPr>
            <p:spPr>
              <a:xfrm>
                <a:off x="16873112" y="1871074"/>
                <a:ext cx="50120" cy="43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548">
                    <a:moveTo>
                      <a:pt x="0" y="2802"/>
                    </a:moveTo>
                    <a:lnTo>
                      <a:pt x="2875" y="0"/>
                    </a:lnTo>
                    <a:lnTo>
                      <a:pt x="5262" y="1336"/>
                    </a:lnTo>
                    <a:lnTo>
                      <a:pt x="2387" y="4548"/>
                    </a:lnTo>
                    <a:close/>
                  </a:path>
                </a:pathLst>
              </a:custGeom>
              <a:solidFill>
                <a:srgbClr val="95b3fd"/>
              </a:solidFill>
              <a:ln w="3334" cap="flat" cmpd="sng" algn="ctr">
                <a:solidFill>
                  <a:srgbClr val="95b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15" name="Surface mesh patch"/>
              <p:cNvSpPr/>
              <p:nvPr/>
            </p:nvSpPr>
            <p:spPr>
              <a:xfrm>
                <a:off x="16923232" y="1857361"/>
                <a:ext cx="50120" cy="34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38">
                    <a:moveTo>
                      <a:pt x="0" y="2775"/>
                    </a:moveTo>
                    <a:lnTo>
                      <a:pt x="2875" y="0"/>
                    </a:lnTo>
                    <a:lnTo>
                      <a:pt x="5262" y="606"/>
                    </a:lnTo>
                    <a:lnTo>
                      <a:pt x="2387" y="3638"/>
                    </a:lnTo>
                    <a:close/>
                  </a:path>
                </a:pathLst>
              </a:custGeom>
              <a:solidFill>
                <a:srgbClr val="9ab7fd"/>
              </a:solidFill>
              <a:ln w="3334" cap="flat" cmpd="sng" algn="ctr">
                <a:solidFill>
                  <a:srgbClr val="9ab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16" name="Surface mesh patch"/>
              <p:cNvSpPr/>
              <p:nvPr/>
            </p:nvSpPr>
            <p:spPr>
              <a:xfrm>
                <a:off x="16973352" y="1839726"/>
                <a:ext cx="50120" cy="2350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67">
                    <a:moveTo>
                      <a:pt x="0" y="2458"/>
                    </a:moveTo>
                    <a:lnTo>
                      <a:pt x="2875" y="70"/>
                    </a:lnTo>
                    <a:lnTo>
                      <a:pt x="5262" y="0"/>
                    </a:lnTo>
                    <a:lnTo>
                      <a:pt x="2387" y="2467"/>
                    </a:lnTo>
                    <a:close/>
                  </a:path>
                </a:pathLst>
              </a:custGeom>
              <a:solidFill>
                <a:srgbClr val="a0bdfd"/>
              </a:solidFill>
              <a:ln w="3334" cap="flat" cmpd="sng" algn="ctr">
                <a:solidFill>
                  <a:srgbClr val="a0b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17" name="Surface mesh patch"/>
              <p:cNvSpPr/>
              <p:nvPr/>
            </p:nvSpPr>
            <p:spPr>
              <a:xfrm>
                <a:off x="17023471" y="1817825"/>
                <a:ext cx="50120" cy="219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99">
                    <a:moveTo>
                      <a:pt x="0" y="2299"/>
                    </a:moveTo>
                    <a:lnTo>
                      <a:pt x="2875" y="581"/>
                    </a:lnTo>
                    <a:lnTo>
                      <a:pt x="5262" y="0"/>
                    </a:lnTo>
                    <a:lnTo>
                      <a:pt x="2387" y="1644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18" name="Surface mesh patch"/>
              <p:cNvSpPr/>
              <p:nvPr/>
            </p:nvSpPr>
            <p:spPr>
              <a:xfrm>
                <a:off x="17073591" y="1800592"/>
                <a:ext cx="50120" cy="172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9">
                    <a:moveTo>
                      <a:pt x="0" y="1809"/>
                    </a:moveTo>
                    <a:lnTo>
                      <a:pt x="2875" y="896"/>
                    </a:lnTo>
                    <a:lnTo>
                      <a:pt x="5262" y="0"/>
                    </a:lnTo>
                    <a:lnTo>
                      <a:pt x="2387" y="747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19" name="Surface mesh patch"/>
              <p:cNvSpPr/>
              <p:nvPr/>
            </p:nvSpPr>
            <p:spPr>
              <a:xfrm>
                <a:off x="17123711" y="1788810"/>
                <a:ext cx="50120" cy="117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37">
                    <a:moveTo>
                      <a:pt x="0" y="1237"/>
                    </a:moveTo>
                    <a:lnTo>
                      <a:pt x="2875" y="1090"/>
                    </a:lnTo>
                    <a:lnTo>
                      <a:pt x="5262" y="3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20" name="Surface mesh patch"/>
              <p:cNvSpPr/>
              <p:nvPr/>
            </p:nvSpPr>
            <p:spPr>
              <a:xfrm>
                <a:off x="17173830" y="1777078"/>
                <a:ext cx="50120" cy="1621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2">
                    <a:moveTo>
                      <a:pt x="0" y="1268"/>
                    </a:moveTo>
                    <a:lnTo>
                      <a:pt x="2875" y="1702"/>
                    </a:lnTo>
                    <a:lnTo>
                      <a:pt x="5262" y="5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21" name="Surface mesh patch"/>
              <p:cNvSpPr/>
              <p:nvPr/>
            </p:nvSpPr>
            <p:spPr>
              <a:xfrm>
                <a:off x="17223950" y="1770551"/>
                <a:ext cx="50120" cy="190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5">
                    <a:moveTo>
                      <a:pt x="0" y="1258"/>
                    </a:moveTo>
                    <a:lnTo>
                      <a:pt x="2875" y="2005"/>
                    </a:lnTo>
                    <a:lnTo>
                      <a:pt x="5262" y="8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22" name="Surface mesh patch"/>
              <p:cNvSpPr/>
              <p:nvPr/>
            </p:nvSpPr>
            <p:spPr>
              <a:xfrm>
                <a:off x="17274070" y="1766069"/>
                <a:ext cx="50120" cy="196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67">
                    <a:moveTo>
                      <a:pt x="0" y="1279"/>
                    </a:moveTo>
                    <a:lnTo>
                      <a:pt x="2875" y="2067"/>
                    </a:lnTo>
                    <a:lnTo>
                      <a:pt x="5262" y="7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23" name="Surface mesh patch"/>
              <p:cNvSpPr/>
              <p:nvPr/>
            </p:nvSpPr>
            <p:spPr>
              <a:xfrm>
                <a:off x="17324189" y="1760491"/>
                <a:ext cx="50120" cy="188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8">
                    <a:moveTo>
                      <a:pt x="0" y="1359"/>
                    </a:moveTo>
                    <a:lnTo>
                      <a:pt x="2875" y="1978"/>
                    </a:lnTo>
                    <a:lnTo>
                      <a:pt x="5262" y="5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24" name="Surface mesh patch"/>
              <p:cNvSpPr/>
              <p:nvPr/>
            </p:nvSpPr>
            <p:spPr>
              <a:xfrm>
                <a:off x="17374309" y="1751651"/>
                <a:ext cx="50120" cy="1738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5">
                    <a:moveTo>
                      <a:pt x="0" y="1480"/>
                    </a:moveTo>
                    <a:lnTo>
                      <a:pt x="2875" y="1825"/>
                    </a:lnTo>
                    <a:lnTo>
                      <a:pt x="5262" y="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25" name="Surface mesh patch"/>
              <p:cNvSpPr/>
              <p:nvPr/>
            </p:nvSpPr>
            <p:spPr>
              <a:xfrm>
                <a:off x="16599782" y="1836866"/>
                <a:ext cx="50120" cy="155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0">
                    <a:moveTo>
                      <a:pt x="0" y="0"/>
                    </a:moveTo>
                    <a:lnTo>
                      <a:pt x="2875" y="680"/>
                    </a:lnTo>
                    <a:lnTo>
                      <a:pt x="5262" y="1630"/>
                    </a:lnTo>
                    <a:lnTo>
                      <a:pt x="2387" y="1187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26" name="Surface mesh patch"/>
              <p:cNvSpPr/>
              <p:nvPr/>
            </p:nvSpPr>
            <p:spPr>
              <a:xfrm>
                <a:off x="16649902" y="1852391"/>
                <a:ext cx="50120" cy="162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08">
                    <a:moveTo>
                      <a:pt x="0" y="0"/>
                    </a:moveTo>
                    <a:lnTo>
                      <a:pt x="2875" y="1"/>
                    </a:lnTo>
                    <a:lnTo>
                      <a:pt x="5262" y="1389"/>
                    </a:lnTo>
                    <a:lnTo>
                      <a:pt x="2387" y="1708"/>
                    </a:lnTo>
                    <a:close/>
                  </a:path>
                </a:pathLst>
              </a:custGeom>
              <a:solidFill>
                <a:srgbClr val="a3c0fd"/>
              </a:solidFill>
              <a:ln w="3334" cap="flat" cmpd="sng" algn="ctr">
                <a:solidFill>
                  <a:srgbClr val="a3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27" name="Surface mesh patch"/>
              <p:cNvSpPr/>
              <p:nvPr/>
            </p:nvSpPr>
            <p:spPr>
              <a:xfrm>
                <a:off x="16700022" y="1858807"/>
                <a:ext cx="50120" cy="273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69">
                    <a:moveTo>
                      <a:pt x="0" y="715"/>
                    </a:moveTo>
                    <a:lnTo>
                      <a:pt x="2875" y="0"/>
                    </a:lnTo>
                    <a:lnTo>
                      <a:pt x="5262" y="1746"/>
                    </a:lnTo>
                    <a:lnTo>
                      <a:pt x="2387" y="2869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28" name="Surface mesh patch"/>
              <p:cNvSpPr/>
              <p:nvPr/>
            </p:nvSpPr>
            <p:spPr>
              <a:xfrm>
                <a:off x="16750141" y="1862100"/>
                <a:ext cx="50120" cy="361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98">
                    <a:moveTo>
                      <a:pt x="0" y="1401"/>
                    </a:moveTo>
                    <a:lnTo>
                      <a:pt x="2875" y="0"/>
                    </a:lnTo>
                    <a:lnTo>
                      <a:pt x="5262" y="1919"/>
                    </a:lnTo>
                    <a:lnTo>
                      <a:pt x="2387" y="3798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29" name="Surface mesh patch"/>
              <p:cNvSpPr/>
              <p:nvPr/>
            </p:nvSpPr>
            <p:spPr>
              <a:xfrm>
                <a:off x="16800261" y="1861605"/>
                <a:ext cx="50120" cy="410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12">
                    <a:moveTo>
                      <a:pt x="0" y="1971"/>
                    </a:moveTo>
                    <a:lnTo>
                      <a:pt x="2875" y="0"/>
                    </a:lnTo>
                    <a:lnTo>
                      <a:pt x="5262" y="1835"/>
                    </a:lnTo>
                    <a:lnTo>
                      <a:pt x="2387" y="4312"/>
                    </a:lnTo>
                    <a:close/>
                  </a:path>
                </a:pathLst>
              </a:custGeom>
              <a:solidFill>
                <a:srgbClr val="9cb9fd"/>
              </a:solidFill>
              <a:ln w="3334" cap="flat" cmpd="sng" algn="ctr">
                <a:solidFill>
                  <a:srgbClr val="9cb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30" name="Surface mesh patch"/>
              <p:cNvSpPr/>
              <p:nvPr/>
            </p:nvSpPr>
            <p:spPr>
              <a:xfrm>
                <a:off x="16850381" y="1856857"/>
                <a:ext cx="50120" cy="409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95">
                    <a:moveTo>
                      <a:pt x="0" y="2333"/>
                    </a:moveTo>
                    <a:lnTo>
                      <a:pt x="2875" y="0"/>
                    </a:lnTo>
                    <a:lnTo>
                      <a:pt x="5262" y="1493"/>
                    </a:lnTo>
                    <a:lnTo>
                      <a:pt x="2387" y="4295"/>
                    </a:lnTo>
                    <a:close/>
                  </a:path>
                </a:pathLst>
              </a:custGeom>
              <a:solidFill>
                <a:srgbClr val="9dbafd"/>
              </a:solidFill>
              <a:ln w="3334" cap="flat" cmpd="sng" algn="ctr">
                <a:solidFill>
                  <a:srgbClr val="9db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31" name="Surface mesh patch"/>
              <p:cNvSpPr/>
              <p:nvPr/>
            </p:nvSpPr>
            <p:spPr>
              <a:xfrm>
                <a:off x="16900500" y="1848128"/>
                <a:ext cx="50120" cy="356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745">
                    <a:moveTo>
                      <a:pt x="0" y="2409"/>
                    </a:moveTo>
                    <a:lnTo>
                      <a:pt x="2875" y="0"/>
                    </a:lnTo>
                    <a:lnTo>
                      <a:pt x="5262" y="969"/>
                    </a:lnTo>
                    <a:lnTo>
                      <a:pt x="2387" y="3745"/>
                    </a:lnTo>
                    <a:close/>
                  </a:path>
                </a:pathLst>
              </a:custGeom>
              <a:solidFill>
                <a:srgbClr val="a0bcfd"/>
              </a:solidFill>
              <a:ln w="3334" cap="flat" cmpd="sng" algn="ctr">
                <a:solidFill>
                  <a:srgbClr val="a0b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32" name="Surface mesh patch"/>
              <p:cNvSpPr/>
              <p:nvPr/>
            </p:nvSpPr>
            <p:spPr>
              <a:xfrm>
                <a:off x="16950620" y="1836707"/>
                <a:ext cx="50120" cy="264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75">
                    <a:moveTo>
                      <a:pt x="0" y="2168"/>
                    </a:moveTo>
                    <a:lnTo>
                      <a:pt x="2875" y="0"/>
                    </a:lnTo>
                    <a:lnTo>
                      <a:pt x="5262" y="387"/>
                    </a:lnTo>
                    <a:lnTo>
                      <a:pt x="2387" y="2775"/>
                    </a:lnTo>
                    <a:close/>
                  </a:path>
                </a:pathLst>
              </a:custGeom>
              <a:solidFill>
                <a:srgbClr val="a4c0fd"/>
              </a:solidFill>
              <a:ln w="3334" cap="flat" cmpd="sng" algn="ctr">
                <a:solidFill>
                  <a:srgbClr val="a4c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33" name="Surface mesh patch"/>
              <p:cNvSpPr/>
              <p:nvPr/>
            </p:nvSpPr>
            <p:spPr>
              <a:xfrm>
                <a:off x="17000740" y="1823362"/>
                <a:ext cx="50120" cy="170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8">
                    <a:moveTo>
                      <a:pt x="0" y="1788"/>
                    </a:moveTo>
                    <a:lnTo>
                      <a:pt x="2875" y="138"/>
                    </a:lnTo>
                    <a:lnTo>
                      <a:pt x="5262" y="0"/>
                    </a:lnTo>
                    <a:lnTo>
                      <a:pt x="2387" y="1718"/>
                    </a:lnTo>
                    <a:close/>
                  </a:path>
                </a:pathLst>
              </a:custGeom>
              <a:solidFill>
                <a:srgbClr val="a8c4fd"/>
              </a:solidFill>
              <a:ln w="3334" cap="flat" cmpd="sng" algn="ctr">
                <a:solidFill>
                  <a:srgbClr val="a8c4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34" name="Surface mesh patch"/>
              <p:cNvSpPr/>
              <p:nvPr/>
            </p:nvSpPr>
            <p:spPr>
              <a:xfrm>
                <a:off x="17050859" y="1809128"/>
                <a:ext cx="50120" cy="1423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94">
                    <a:moveTo>
                      <a:pt x="0" y="1494"/>
                    </a:moveTo>
                    <a:lnTo>
                      <a:pt x="2875" y="533"/>
                    </a:lnTo>
                    <a:lnTo>
                      <a:pt x="5262" y="0"/>
                    </a:lnTo>
                    <a:lnTo>
                      <a:pt x="2387" y="913"/>
                    </a:lnTo>
                    <a:close/>
                  </a:path>
                </a:pathLst>
              </a:custGeom>
              <a:solidFill>
                <a:srgbClr val="acc8fd"/>
              </a:solidFill>
              <a:ln w="3334" cap="flat" cmpd="sng" algn="ctr">
                <a:solidFill>
                  <a:srgbClr val="ac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35" name="Surface mesh patch"/>
              <p:cNvSpPr/>
              <p:nvPr/>
            </p:nvSpPr>
            <p:spPr>
              <a:xfrm>
                <a:off x="17100979" y="1799194"/>
                <a:ext cx="50120" cy="99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43">
                    <a:moveTo>
                      <a:pt x="0" y="1043"/>
                    </a:moveTo>
                    <a:lnTo>
                      <a:pt x="2875" y="792"/>
                    </a:lnTo>
                    <a:lnTo>
                      <a:pt x="5262" y="0"/>
                    </a:lnTo>
                    <a:lnTo>
                      <a:pt x="2387" y="147"/>
                    </a:lnTo>
                    <a:close/>
                  </a:path>
                </a:pathLst>
              </a:custGeom>
              <a:solidFill>
                <a:srgbClr val="afcbfd"/>
              </a:solidFill>
              <a:ln w="3334" cap="flat" cmpd="sng" algn="ctr">
                <a:solidFill>
                  <a:srgbClr val="afcb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36" name="Surface mesh patch"/>
              <p:cNvSpPr/>
              <p:nvPr/>
            </p:nvSpPr>
            <p:spPr>
              <a:xfrm>
                <a:off x="17151098" y="1789159"/>
                <a:ext cx="50120" cy="13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88">
                    <a:moveTo>
                      <a:pt x="0" y="1053"/>
                    </a:moveTo>
                    <a:lnTo>
                      <a:pt x="2875" y="1388"/>
                    </a:lnTo>
                    <a:lnTo>
                      <a:pt x="5262" y="43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37" name="Surface mesh patch"/>
              <p:cNvSpPr/>
              <p:nvPr/>
            </p:nvSpPr>
            <p:spPr>
              <a:xfrm>
                <a:off x="17201218" y="1782536"/>
                <a:ext cx="50120" cy="173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25">
                    <a:moveTo>
                      <a:pt x="0" y="1129"/>
                    </a:moveTo>
                    <a:lnTo>
                      <a:pt x="2875" y="1825"/>
                    </a:lnTo>
                    <a:lnTo>
                      <a:pt x="5262" y="74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38" name="Surface mesh patch"/>
              <p:cNvSpPr/>
              <p:nvPr/>
            </p:nvSpPr>
            <p:spPr>
              <a:xfrm>
                <a:off x="17251338" y="1778256"/>
                <a:ext cx="50120" cy="190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5">
                    <a:moveTo>
                      <a:pt x="0" y="1196"/>
                    </a:moveTo>
                    <a:lnTo>
                      <a:pt x="2875" y="1995"/>
                    </a:lnTo>
                    <a:lnTo>
                      <a:pt x="5262" y="78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39" name="Surface mesh patch"/>
              <p:cNvSpPr/>
              <p:nvPr/>
            </p:nvSpPr>
            <p:spPr>
              <a:xfrm>
                <a:off x="17301457" y="1773431"/>
                <a:ext cx="50120" cy="188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6">
                    <a:moveTo>
                      <a:pt x="0" y="1294"/>
                    </a:moveTo>
                    <a:lnTo>
                      <a:pt x="2875" y="1976"/>
                    </a:lnTo>
                    <a:lnTo>
                      <a:pt x="5262" y="6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40" name="Surface mesh patch"/>
              <p:cNvSpPr/>
              <p:nvPr/>
            </p:nvSpPr>
            <p:spPr>
              <a:xfrm>
                <a:off x="17351577" y="1765752"/>
                <a:ext cx="50120" cy="176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5">
                    <a:moveTo>
                      <a:pt x="0" y="1425"/>
                    </a:moveTo>
                    <a:lnTo>
                      <a:pt x="2875" y="1855"/>
                    </a:lnTo>
                    <a:lnTo>
                      <a:pt x="5262" y="34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41" name="Surface mesh patch"/>
              <p:cNvSpPr/>
              <p:nvPr/>
            </p:nvSpPr>
            <p:spPr>
              <a:xfrm>
                <a:off x="16627170" y="1843343"/>
                <a:ext cx="50120" cy="90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51">
                    <a:moveTo>
                      <a:pt x="0" y="0"/>
                    </a:moveTo>
                    <a:lnTo>
                      <a:pt x="2875" y="281"/>
                    </a:lnTo>
                    <a:lnTo>
                      <a:pt x="5262" y="951"/>
                    </a:lnTo>
                    <a:lnTo>
                      <a:pt x="2387" y="950"/>
                    </a:lnTo>
                    <a:close/>
                  </a:path>
                </a:pathLst>
              </a:custGeom>
              <a:solidFill>
                <a:srgbClr val="aac6fd"/>
              </a:solidFill>
              <a:ln w="3334" cap="flat" cmpd="sng" algn="ctr">
                <a:solidFill>
                  <a:srgbClr val="aac6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42" name="Surface mesh patch"/>
              <p:cNvSpPr/>
              <p:nvPr/>
            </p:nvSpPr>
            <p:spPr>
              <a:xfrm>
                <a:off x="16677290" y="1848956"/>
                <a:ext cx="50120" cy="166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9">
                    <a:moveTo>
                      <a:pt x="0" y="362"/>
                    </a:moveTo>
                    <a:lnTo>
                      <a:pt x="2875" y="0"/>
                    </a:lnTo>
                    <a:lnTo>
                      <a:pt x="5262" y="1034"/>
                    </a:lnTo>
                    <a:lnTo>
                      <a:pt x="2387" y="1749"/>
                    </a:lnTo>
                    <a:close/>
                  </a:path>
                </a:pathLst>
              </a:custGeom>
              <a:solidFill>
                <a:srgbClr val="a7c3fd"/>
              </a:solidFill>
              <a:ln w="3334" cap="flat" cmpd="sng" algn="ctr">
                <a:solidFill>
                  <a:srgbClr val="a7c3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43" name="Surface mesh patch"/>
              <p:cNvSpPr/>
              <p:nvPr/>
            </p:nvSpPr>
            <p:spPr>
              <a:xfrm>
                <a:off x="16727409" y="1849497"/>
                <a:ext cx="50120" cy="25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724">
                    <a:moveTo>
                      <a:pt x="0" y="977"/>
                    </a:moveTo>
                    <a:lnTo>
                      <a:pt x="2875" y="0"/>
                    </a:lnTo>
                    <a:lnTo>
                      <a:pt x="5262" y="1323"/>
                    </a:lnTo>
                    <a:lnTo>
                      <a:pt x="2387" y="2724"/>
                    </a:lnTo>
                    <a:close/>
                  </a:path>
                </a:pathLst>
              </a:custGeom>
              <a:solidFill>
                <a:srgbClr val="a5c2fd"/>
              </a:solidFill>
              <a:ln w="3334" cap="flat" cmpd="sng" algn="ctr">
                <a:solidFill>
                  <a:srgbClr val="a5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44" name="Surface mesh patch"/>
              <p:cNvSpPr/>
              <p:nvPr/>
            </p:nvSpPr>
            <p:spPr>
              <a:xfrm>
                <a:off x="16777529" y="1847804"/>
                <a:ext cx="50120" cy="325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20">
                    <a:moveTo>
                      <a:pt x="0" y="1501"/>
                    </a:moveTo>
                    <a:lnTo>
                      <a:pt x="2875" y="0"/>
                    </a:lnTo>
                    <a:lnTo>
                      <a:pt x="5262" y="1449"/>
                    </a:lnTo>
                    <a:lnTo>
                      <a:pt x="2387" y="3420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45" name="Surface mesh patch"/>
              <p:cNvSpPr/>
              <p:nvPr/>
            </p:nvSpPr>
            <p:spPr>
              <a:xfrm>
                <a:off x="16827649" y="1843884"/>
                <a:ext cx="50120" cy="3519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695">
                    <a:moveTo>
                      <a:pt x="0" y="1861"/>
                    </a:moveTo>
                    <a:lnTo>
                      <a:pt x="2875" y="0"/>
                    </a:lnTo>
                    <a:lnTo>
                      <a:pt x="5262" y="1362"/>
                    </a:lnTo>
                    <a:lnTo>
                      <a:pt x="2387" y="3695"/>
                    </a:lnTo>
                    <a:close/>
                  </a:path>
                </a:pathLst>
              </a:custGeom>
              <a:solidFill>
                <a:srgbClr val="a4c1fd"/>
              </a:solidFill>
              <a:ln w="3334" cap="flat" cmpd="sng" algn="ctr">
                <a:solidFill>
                  <a:srgbClr val="a4c1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46" name="Surface mesh patch"/>
              <p:cNvSpPr/>
              <p:nvPr/>
            </p:nvSpPr>
            <p:spPr>
              <a:xfrm>
                <a:off x="16877768" y="1837892"/>
                <a:ext cx="50120" cy="331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484">
                    <a:moveTo>
                      <a:pt x="0" y="1991"/>
                    </a:moveTo>
                    <a:lnTo>
                      <a:pt x="2875" y="0"/>
                    </a:lnTo>
                    <a:lnTo>
                      <a:pt x="5262" y="1075"/>
                    </a:lnTo>
                    <a:lnTo>
                      <a:pt x="2387" y="3484"/>
                    </a:lnTo>
                    <a:close/>
                  </a:path>
                </a:pathLst>
              </a:custGeom>
              <a:solidFill>
                <a:srgbClr val="a6c2fd"/>
              </a:solidFill>
              <a:ln w="3334" cap="flat" cmpd="sng" algn="ctr">
                <a:solidFill>
                  <a:srgbClr val="a6c2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47" name="Surface mesh patch"/>
              <p:cNvSpPr/>
              <p:nvPr/>
            </p:nvSpPr>
            <p:spPr>
              <a:xfrm>
                <a:off x="16927888" y="1830456"/>
                <a:ext cx="50120" cy="2690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25">
                    <a:moveTo>
                      <a:pt x="0" y="1855"/>
                    </a:moveTo>
                    <a:lnTo>
                      <a:pt x="2875" y="0"/>
                    </a:lnTo>
                    <a:lnTo>
                      <a:pt x="5262" y="656"/>
                    </a:lnTo>
                    <a:lnTo>
                      <a:pt x="2387" y="2825"/>
                    </a:lnTo>
                    <a:close/>
                  </a:path>
                </a:pathLst>
              </a:custGeom>
              <a:solidFill>
                <a:srgbClr val="a8c5fd"/>
              </a:solidFill>
              <a:ln w="3334" cap="flat" cmpd="sng" algn="ctr">
                <a:solidFill>
                  <a:srgbClr val="a8c5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48" name="Surface mesh patch"/>
              <p:cNvSpPr/>
              <p:nvPr/>
            </p:nvSpPr>
            <p:spPr>
              <a:xfrm>
                <a:off x="16978008" y="1822736"/>
                <a:ext cx="50120" cy="1765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3">
                    <a:moveTo>
                      <a:pt x="0" y="1467"/>
                    </a:moveTo>
                    <a:lnTo>
                      <a:pt x="2875" y="0"/>
                    </a:lnTo>
                    <a:lnTo>
                      <a:pt x="5262" y="203"/>
                    </a:lnTo>
                    <a:lnTo>
                      <a:pt x="2387" y="185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49" name="Surface mesh patch"/>
              <p:cNvSpPr/>
              <p:nvPr/>
            </p:nvSpPr>
            <p:spPr>
              <a:xfrm>
                <a:off x="17028127" y="1814206"/>
                <a:ext cx="50120" cy="1046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9">
                    <a:moveTo>
                      <a:pt x="0" y="1099"/>
                    </a:moveTo>
                    <a:lnTo>
                      <a:pt x="2875" y="201"/>
                    </a:lnTo>
                    <a:lnTo>
                      <a:pt x="5262" y="0"/>
                    </a:lnTo>
                    <a:lnTo>
                      <a:pt x="2387" y="961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50" name="Surface mesh patch"/>
              <p:cNvSpPr/>
              <p:nvPr/>
            </p:nvSpPr>
            <p:spPr>
              <a:xfrm>
                <a:off x="17078247" y="1806735"/>
                <a:ext cx="50120" cy="747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84">
                    <a:moveTo>
                      <a:pt x="0" y="784"/>
                    </a:moveTo>
                    <a:lnTo>
                      <a:pt x="2875" y="517"/>
                    </a:lnTo>
                    <a:lnTo>
                      <a:pt x="5262" y="0"/>
                    </a:lnTo>
                    <a:lnTo>
                      <a:pt x="2387" y="251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51" name="Surface mesh patch"/>
              <p:cNvSpPr/>
              <p:nvPr/>
            </p:nvSpPr>
            <p:spPr>
              <a:xfrm>
                <a:off x="17128367" y="1799194"/>
                <a:ext cx="50120" cy="1031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83">
                    <a:moveTo>
                      <a:pt x="0" y="792"/>
                    </a:moveTo>
                    <a:lnTo>
                      <a:pt x="2875" y="1083"/>
                    </a:lnTo>
                    <a:lnTo>
                      <a:pt x="5262" y="3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52" name="Surface mesh patch"/>
              <p:cNvSpPr/>
              <p:nvPr/>
            </p:nvSpPr>
            <p:spPr>
              <a:xfrm>
                <a:off x="17178486" y="1793293"/>
                <a:ext cx="50120" cy="154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25">
                    <a:moveTo>
                      <a:pt x="0" y="954"/>
                    </a:moveTo>
                    <a:lnTo>
                      <a:pt x="2875" y="1625"/>
                    </a:lnTo>
                    <a:lnTo>
                      <a:pt x="5262" y="6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53" name="Surface mesh patch"/>
              <p:cNvSpPr/>
              <p:nvPr/>
            </p:nvSpPr>
            <p:spPr>
              <a:xfrm>
                <a:off x="17228606" y="1789646"/>
                <a:ext cx="50120" cy="180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7">
                    <a:moveTo>
                      <a:pt x="0" y="1078"/>
                    </a:moveTo>
                    <a:lnTo>
                      <a:pt x="2875" y="1897"/>
                    </a:lnTo>
                    <a:lnTo>
                      <a:pt x="5262" y="79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54" name="Surface mesh patch"/>
              <p:cNvSpPr/>
              <p:nvPr/>
            </p:nvSpPr>
            <p:spPr>
              <a:xfrm>
                <a:off x="17278725" y="1785754"/>
                <a:ext cx="50120" cy="1860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3">
                    <a:moveTo>
                      <a:pt x="0" y="1208"/>
                    </a:moveTo>
                    <a:lnTo>
                      <a:pt x="2875" y="1953"/>
                    </a:lnTo>
                    <a:lnTo>
                      <a:pt x="5262" y="68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55" name="Surface mesh patch"/>
              <p:cNvSpPr/>
              <p:nvPr/>
            </p:nvSpPr>
            <p:spPr>
              <a:xfrm>
                <a:off x="17328845" y="1779328"/>
                <a:ext cx="50120" cy="178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5">
                    <a:moveTo>
                      <a:pt x="0" y="1357"/>
                    </a:moveTo>
                    <a:lnTo>
                      <a:pt x="2875" y="1875"/>
                    </a:lnTo>
                    <a:lnTo>
                      <a:pt x="5262" y="4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56" name="Surface mesh patch"/>
              <p:cNvSpPr/>
              <p:nvPr/>
            </p:nvSpPr>
            <p:spPr>
              <a:xfrm>
                <a:off x="16654558" y="1845437"/>
                <a:ext cx="50120" cy="696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1">
                    <a:moveTo>
                      <a:pt x="0" y="61"/>
                    </a:moveTo>
                    <a:lnTo>
                      <a:pt x="2875" y="0"/>
                    </a:lnTo>
                    <a:lnTo>
                      <a:pt x="5262" y="370"/>
                    </a:lnTo>
                    <a:lnTo>
                      <a:pt x="2387" y="731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57" name="Surface mesh patch"/>
              <p:cNvSpPr/>
              <p:nvPr/>
            </p:nvSpPr>
            <p:spPr>
              <a:xfrm>
                <a:off x="16704678" y="1843065"/>
                <a:ext cx="50120" cy="157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53">
                    <a:moveTo>
                      <a:pt x="0" y="618"/>
                    </a:moveTo>
                    <a:lnTo>
                      <a:pt x="2875" y="0"/>
                    </a:lnTo>
                    <a:lnTo>
                      <a:pt x="5262" y="675"/>
                    </a:lnTo>
                    <a:lnTo>
                      <a:pt x="2387" y="1653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58" name="Surface mesh patch"/>
              <p:cNvSpPr/>
              <p:nvPr/>
            </p:nvSpPr>
            <p:spPr>
              <a:xfrm>
                <a:off x="16754797" y="1839097"/>
                <a:ext cx="50120" cy="2300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15">
                    <a:moveTo>
                      <a:pt x="0" y="1092"/>
                    </a:moveTo>
                    <a:lnTo>
                      <a:pt x="2875" y="0"/>
                    </a:lnTo>
                    <a:lnTo>
                      <a:pt x="5262" y="914"/>
                    </a:lnTo>
                    <a:lnTo>
                      <a:pt x="2387" y="2415"/>
                    </a:lnTo>
                    <a:close/>
                  </a:path>
                </a:pathLst>
              </a:custGeom>
              <a:solidFill>
                <a:srgbClr val="abc7fd"/>
              </a:solidFill>
              <a:ln w="3334" cap="flat" cmpd="sng" algn="ctr">
                <a:solidFill>
                  <a:srgbClr val="abc7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59" name="Surface mesh patch"/>
              <p:cNvSpPr/>
              <p:nvPr/>
            </p:nvSpPr>
            <p:spPr>
              <a:xfrm>
                <a:off x="16804917" y="1834213"/>
                <a:ext cx="50120" cy="2739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876">
                    <a:moveTo>
                      <a:pt x="0" y="1427"/>
                    </a:moveTo>
                    <a:lnTo>
                      <a:pt x="2875" y="0"/>
                    </a:lnTo>
                    <a:lnTo>
                      <a:pt x="5262" y="1015"/>
                    </a:lnTo>
                    <a:lnTo>
                      <a:pt x="2387" y="2876"/>
                    </a:lnTo>
                    <a:close/>
                  </a:path>
                </a:pathLst>
              </a:custGeom>
              <a:solidFill>
                <a:srgbClr val="abc8fd"/>
              </a:solidFill>
              <a:ln w="3334" cap="flat" cmpd="sng" algn="ctr">
                <a:solidFill>
                  <a:srgbClr val="abc8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60" name="Surface mesh patch"/>
              <p:cNvSpPr/>
              <p:nvPr/>
            </p:nvSpPr>
            <p:spPr>
              <a:xfrm>
                <a:off x="16855036" y="1828891"/>
                <a:ext cx="50120" cy="279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936">
                    <a:moveTo>
                      <a:pt x="0" y="1574"/>
                    </a:moveTo>
                    <a:lnTo>
                      <a:pt x="2875" y="0"/>
                    </a:lnTo>
                    <a:lnTo>
                      <a:pt x="5262" y="945"/>
                    </a:lnTo>
                    <a:lnTo>
                      <a:pt x="2387" y="2936"/>
                    </a:lnTo>
                    <a:close/>
                  </a:path>
                </a:pathLst>
              </a:custGeom>
              <a:solidFill>
                <a:srgbClr val="acc9fd"/>
              </a:solidFill>
              <a:ln w="3334" cap="flat" cmpd="sng" algn="ctr">
                <a:solidFill>
                  <a:srgbClr val="acc9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61" name="Surface mesh patch"/>
              <p:cNvSpPr/>
              <p:nvPr/>
            </p:nvSpPr>
            <p:spPr>
              <a:xfrm>
                <a:off x="16905156" y="1823596"/>
                <a:ext cx="50120" cy="245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76">
                    <a:moveTo>
                      <a:pt x="0" y="1501"/>
                    </a:moveTo>
                    <a:lnTo>
                      <a:pt x="2875" y="0"/>
                    </a:lnTo>
                    <a:lnTo>
                      <a:pt x="5262" y="720"/>
                    </a:lnTo>
                    <a:lnTo>
                      <a:pt x="2387" y="2576"/>
                    </a:lnTo>
                    <a:close/>
                  </a:path>
                </a:pathLst>
              </a:custGeom>
              <a:solidFill>
                <a:srgbClr val="aecafd"/>
              </a:solidFill>
              <a:ln w="3334" cap="flat" cmpd="sng" algn="ctr">
                <a:solidFill>
                  <a:srgbClr val="aeca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62" name="Surface mesh patch"/>
              <p:cNvSpPr/>
              <p:nvPr/>
            </p:nvSpPr>
            <p:spPr>
              <a:xfrm>
                <a:off x="16955276" y="1818941"/>
                <a:ext cx="50120" cy="177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5">
                    <a:moveTo>
                      <a:pt x="0" y="1209"/>
                    </a:moveTo>
                    <a:lnTo>
                      <a:pt x="2875" y="0"/>
                    </a:lnTo>
                    <a:lnTo>
                      <a:pt x="5262" y="398"/>
                    </a:lnTo>
                    <a:lnTo>
                      <a:pt x="2387" y="1865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63" name="Surface mesh patch"/>
              <p:cNvSpPr/>
              <p:nvPr/>
            </p:nvSpPr>
            <p:spPr>
              <a:xfrm>
                <a:off x="17005395" y="1815637"/>
                <a:ext cx="50120" cy="903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49">
                    <a:moveTo>
                      <a:pt x="0" y="745"/>
                    </a:moveTo>
                    <a:lnTo>
                      <a:pt x="2875" y="0"/>
                    </a:lnTo>
                    <a:lnTo>
                      <a:pt x="5262" y="51"/>
                    </a:lnTo>
                    <a:lnTo>
                      <a:pt x="2387" y="949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64" name="Surface mesh patch"/>
              <p:cNvSpPr/>
              <p:nvPr/>
            </p:nvSpPr>
            <p:spPr>
              <a:xfrm>
                <a:off x="17055515" y="1811656"/>
                <a:ext cx="50120" cy="446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69">
                    <a:moveTo>
                      <a:pt x="0" y="469"/>
                    </a:moveTo>
                    <a:lnTo>
                      <a:pt x="2875" y="268"/>
                    </a:lnTo>
                    <a:lnTo>
                      <a:pt x="5262" y="0"/>
                    </a:lnTo>
                    <a:lnTo>
                      <a:pt x="2387" y="268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65" name="Surface mesh patch"/>
              <p:cNvSpPr/>
              <p:nvPr/>
            </p:nvSpPr>
            <p:spPr>
              <a:xfrm>
                <a:off x="17105635" y="1806735"/>
                <a:ext cx="50120" cy="78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27">
                    <a:moveTo>
                      <a:pt x="0" y="517"/>
                    </a:moveTo>
                    <a:lnTo>
                      <a:pt x="2875" y="827"/>
                    </a:lnTo>
                    <a:lnTo>
                      <a:pt x="5262" y="29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66" name="Surface mesh patch"/>
              <p:cNvSpPr/>
              <p:nvPr/>
            </p:nvSpPr>
            <p:spPr>
              <a:xfrm>
                <a:off x="17155754" y="1802382"/>
                <a:ext cx="50120" cy="136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33">
                    <a:moveTo>
                      <a:pt x="0" y="748"/>
                    </a:moveTo>
                    <a:lnTo>
                      <a:pt x="2875" y="1433"/>
                    </a:lnTo>
                    <a:lnTo>
                      <a:pt x="5262" y="67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67" name="Surface mesh patch"/>
              <p:cNvSpPr/>
              <p:nvPr/>
            </p:nvSpPr>
            <p:spPr>
              <a:xfrm>
                <a:off x="17205874" y="1799916"/>
                <a:ext cx="50120" cy="170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86">
                    <a:moveTo>
                      <a:pt x="0" y="930"/>
                    </a:moveTo>
                    <a:lnTo>
                      <a:pt x="2875" y="1786"/>
                    </a:lnTo>
                    <a:lnTo>
                      <a:pt x="5262" y="8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68" name="Surface mesh patch"/>
              <p:cNvSpPr/>
              <p:nvPr/>
            </p:nvSpPr>
            <p:spPr>
              <a:xfrm>
                <a:off x="17255994" y="1797256"/>
                <a:ext cx="50120" cy="182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5">
                    <a:moveTo>
                      <a:pt x="0" y="1098"/>
                    </a:moveTo>
                    <a:lnTo>
                      <a:pt x="2875" y="1915"/>
                    </a:lnTo>
                    <a:lnTo>
                      <a:pt x="5262" y="74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69" name="Surface mesh patch"/>
              <p:cNvSpPr/>
              <p:nvPr/>
            </p:nvSpPr>
            <p:spPr>
              <a:xfrm>
                <a:off x="17306113" y="1792249"/>
                <a:ext cx="50120" cy="179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5">
                    <a:moveTo>
                      <a:pt x="0" y="1272"/>
                    </a:moveTo>
                    <a:lnTo>
                      <a:pt x="2875" y="1885"/>
                    </a:lnTo>
                    <a:lnTo>
                      <a:pt x="5262" y="5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70" name="Surface mesh patch"/>
              <p:cNvSpPr/>
              <p:nvPr/>
            </p:nvSpPr>
            <p:spPr>
              <a:xfrm>
                <a:off x="16681946" y="1842384"/>
                <a:ext cx="50120" cy="65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90">
                    <a:moveTo>
                      <a:pt x="0" y="321"/>
                    </a:moveTo>
                    <a:lnTo>
                      <a:pt x="2875" y="0"/>
                    </a:lnTo>
                    <a:lnTo>
                      <a:pt x="5262" y="72"/>
                    </a:lnTo>
                    <a:lnTo>
                      <a:pt x="2387" y="690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71" name="Surface mesh patch"/>
              <p:cNvSpPr/>
              <p:nvPr/>
            </p:nvSpPr>
            <p:spPr>
              <a:xfrm>
                <a:off x="16732065" y="1835898"/>
                <a:ext cx="50120" cy="1359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8">
                    <a:moveTo>
                      <a:pt x="0" y="753"/>
                    </a:moveTo>
                    <a:lnTo>
                      <a:pt x="2875" y="0"/>
                    </a:lnTo>
                    <a:lnTo>
                      <a:pt x="5262" y="336"/>
                    </a:lnTo>
                    <a:lnTo>
                      <a:pt x="2387" y="1428"/>
                    </a:lnTo>
                    <a:close/>
                  </a:path>
                </a:pathLst>
              </a:custGeom>
              <a:solidFill>
                <a:srgbClr val="b0ccfd"/>
              </a:solidFill>
              <a:ln w="3334" cap="flat" cmpd="sng" algn="ctr">
                <a:solidFill>
                  <a:srgbClr val="b0cc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72" name="Surface mesh patch"/>
              <p:cNvSpPr/>
              <p:nvPr/>
            </p:nvSpPr>
            <p:spPr>
              <a:xfrm>
                <a:off x="16782185" y="1829030"/>
                <a:ext cx="50120" cy="1877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71">
                    <a:moveTo>
                      <a:pt x="0" y="1057"/>
                    </a:moveTo>
                    <a:lnTo>
                      <a:pt x="2875" y="0"/>
                    </a:lnTo>
                    <a:lnTo>
                      <a:pt x="5262" y="544"/>
                    </a:lnTo>
                    <a:lnTo>
                      <a:pt x="2387" y="1971"/>
                    </a:lnTo>
                    <a:close/>
                  </a:path>
                </a:pathLst>
              </a:custGeom>
              <a:solidFill>
                <a:srgbClr val="b1cdfd"/>
              </a:solidFill>
              <a:ln w="3334" cap="flat" cmpd="sng" algn="ctr">
                <a:solidFill>
                  <a:srgbClr val="b1cd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73" name="Surface mesh patch"/>
              <p:cNvSpPr/>
              <p:nvPr/>
            </p:nvSpPr>
            <p:spPr>
              <a:xfrm>
                <a:off x="16832305" y="1822804"/>
                <a:ext cx="50120" cy="210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13">
                    <a:moveTo>
                      <a:pt x="0" y="1198"/>
                    </a:moveTo>
                    <a:lnTo>
                      <a:pt x="2875" y="0"/>
                    </a:lnTo>
                    <a:lnTo>
                      <a:pt x="5262" y="639"/>
                    </a:lnTo>
                    <a:lnTo>
                      <a:pt x="2387" y="2213"/>
                    </a:lnTo>
                    <a:close/>
                  </a:path>
                </a:pathLst>
              </a:custGeom>
              <a:solidFill>
                <a:srgbClr val="b2cefd"/>
              </a:solidFill>
              <a:ln w="3334" cap="flat" cmpd="sng" algn="ctr">
                <a:solidFill>
                  <a:srgbClr val="b2ce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74" name="Surface mesh patch"/>
              <p:cNvSpPr/>
              <p:nvPr/>
            </p:nvSpPr>
            <p:spPr>
              <a:xfrm>
                <a:off x="16882424" y="1817915"/>
                <a:ext cx="50120" cy="1997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97">
                    <a:moveTo>
                      <a:pt x="0" y="1152"/>
                    </a:moveTo>
                    <a:lnTo>
                      <a:pt x="2875" y="0"/>
                    </a:lnTo>
                    <a:lnTo>
                      <a:pt x="5262" y="596"/>
                    </a:lnTo>
                    <a:lnTo>
                      <a:pt x="2387" y="2097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75" name="Surface mesh patch"/>
              <p:cNvSpPr/>
              <p:nvPr/>
            </p:nvSpPr>
            <p:spPr>
              <a:xfrm>
                <a:off x="16932544" y="1814824"/>
                <a:ext cx="50120" cy="156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41">
                    <a:moveTo>
                      <a:pt x="0" y="921"/>
                    </a:moveTo>
                    <a:lnTo>
                      <a:pt x="2875" y="0"/>
                    </a:lnTo>
                    <a:lnTo>
                      <a:pt x="5262" y="432"/>
                    </a:lnTo>
                    <a:lnTo>
                      <a:pt x="2387" y="1641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76" name="Surface mesh patch"/>
              <p:cNvSpPr/>
              <p:nvPr/>
            </p:nvSpPr>
            <p:spPr>
              <a:xfrm>
                <a:off x="16982664" y="1813825"/>
                <a:ext cx="50120" cy="89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6">
                    <a:moveTo>
                      <a:pt x="0" y="537"/>
                    </a:moveTo>
                    <a:lnTo>
                      <a:pt x="2875" y="0"/>
                    </a:lnTo>
                    <a:lnTo>
                      <a:pt x="5262" y="190"/>
                    </a:lnTo>
                    <a:lnTo>
                      <a:pt x="2387" y="936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77" name="Surface mesh patch"/>
              <p:cNvSpPr/>
              <p:nvPr/>
            </p:nvSpPr>
            <p:spPr>
              <a:xfrm>
                <a:off x="17032783" y="1814206"/>
                <a:ext cx="50120" cy="19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">
                    <a:moveTo>
                      <a:pt x="0" y="150"/>
                    </a:moveTo>
                    <a:lnTo>
                      <a:pt x="2875" y="80"/>
                    </a:lnTo>
                    <a:lnTo>
                      <a:pt x="5262" y="0"/>
                    </a:lnTo>
                    <a:lnTo>
                      <a:pt x="2387" y="201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78" name="Surface mesh patch"/>
              <p:cNvSpPr/>
              <p:nvPr/>
            </p:nvSpPr>
            <p:spPr>
              <a:xfrm>
                <a:off x="17082903" y="1811656"/>
                <a:ext cx="50120" cy="6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5">
                    <a:moveTo>
                      <a:pt x="0" y="268"/>
                    </a:moveTo>
                    <a:lnTo>
                      <a:pt x="2875" y="655"/>
                    </a:lnTo>
                    <a:lnTo>
                      <a:pt x="5262" y="31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79" name="Surface mesh patch"/>
              <p:cNvSpPr/>
              <p:nvPr/>
            </p:nvSpPr>
            <p:spPr>
              <a:xfrm>
                <a:off x="17133022" y="1809509"/>
                <a:ext cx="50120" cy="121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76">
                    <a:moveTo>
                      <a:pt x="0" y="536"/>
                    </a:moveTo>
                    <a:lnTo>
                      <a:pt x="2875" y="1276"/>
                    </a:lnTo>
                    <a:lnTo>
                      <a:pt x="5262" y="6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80" name="Surface mesh patch"/>
              <p:cNvSpPr/>
              <p:nvPr/>
            </p:nvSpPr>
            <p:spPr>
              <a:xfrm>
                <a:off x="17183142" y="1808773"/>
                <a:ext cx="50120" cy="1602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82">
                    <a:moveTo>
                      <a:pt x="0" y="762"/>
                    </a:moveTo>
                    <a:lnTo>
                      <a:pt x="2875" y="1682"/>
                    </a:lnTo>
                    <a:lnTo>
                      <a:pt x="5262" y="85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81" name="Surface mesh patch"/>
              <p:cNvSpPr/>
              <p:nvPr/>
            </p:nvSpPr>
            <p:spPr>
              <a:xfrm>
                <a:off x="17233262" y="1807714"/>
                <a:ext cx="50120" cy="1782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71">
                    <a:moveTo>
                      <a:pt x="0" y="968"/>
                    </a:moveTo>
                    <a:lnTo>
                      <a:pt x="2875" y="1871"/>
                    </a:lnTo>
                    <a:lnTo>
                      <a:pt x="5262" y="8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3cffd"/>
              </a:solidFill>
              <a:ln w="3334" cap="flat" cmpd="sng" algn="ctr">
                <a:solidFill>
                  <a:srgbClr val="b3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82" name="Surface mesh patch"/>
              <p:cNvSpPr/>
              <p:nvPr/>
            </p:nvSpPr>
            <p:spPr>
              <a:xfrm>
                <a:off x="17283381" y="1804360"/>
                <a:ext cx="50120" cy="1797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170"/>
                    </a:moveTo>
                    <a:lnTo>
                      <a:pt x="2875" y="1888"/>
                    </a:lnTo>
                    <a:lnTo>
                      <a:pt x="5262" y="61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83" name="Surface mesh patch"/>
              <p:cNvSpPr/>
              <p:nvPr/>
            </p:nvSpPr>
            <p:spPr>
              <a:xfrm>
                <a:off x="16709333" y="1835898"/>
                <a:ext cx="50120" cy="716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3">
                    <a:moveTo>
                      <a:pt x="0" y="681"/>
                    </a:moveTo>
                    <a:lnTo>
                      <a:pt x="2875" y="202"/>
                    </a:lnTo>
                    <a:lnTo>
                      <a:pt x="5262" y="0"/>
                    </a:lnTo>
                    <a:lnTo>
                      <a:pt x="2387" y="753"/>
                    </a:lnTo>
                    <a:close/>
                  </a:path>
                </a:pathLst>
              </a:custGeom>
              <a:solidFill>
                <a:srgbClr val="b4d0fd"/>
              </a:solidFill>
              <a:ln w="3334" cap="flat" cmpd="sng" algn="ctr">
                <a:solidFill>
                  <a:srgbClr val="b4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84" name="Surface mesh patch"/>
              <p:cNvSpPr/>
              <p:nvPr/>
            </p:nvSpPr>
            <p:spPr>
              <a:xfrm>
                <a:off x="16759453" y="1828673"/>
                <a:ext cx="50120" cy="104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94">
                    <a:moveTo>
                      <a:pt x="0" y="758"/>
                    </a:moveTo>
                    <a:lnTo>
                      <a:pt x="2875" y="0"/>
                    </a:lnTo>
                    <a:lnTo>
                      <a:pt x="5262" y="37"/>
                    </a:lnTo>
                    <a:lnTo>
                      <a:pt x="2387" y="1094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85" name="Surface mesh patch"/>
              <p:cNvSpPr/>
              <p:nvPr/>
            </p:nvSpPr>
            <p:spPr>
              <a:xfrm>
                <a:off x="16809573" y="1820602"/>
                <a:ext cx="50120" cy="1361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29">
                    <a:moveTo>
                      <a:pt x="0" y="885"/>
                    </a:moveTo>
                    <a:lnTo>
                      <a:pt x="2875" y="0"/>
                    </a:lnTo>
                    <a:lnTo>
                      <a:pt x="5262" y="231"/>
                    </a:lnTo>
                    <a:lnTo>
                      <a:pt x="2387" y="1429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86" name="Surface mesh patch"/>
              <p:cNvSpPr/>
              <p:nvPr/>
            </p:nvSpPr>
            <p:spPr>
              <a:xfrm>
                <a:off x="16859692" y="1814757"/>
                <a:ext cx="50120" cy="141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84">
                    <a:moveTo>
                      <a:pt x="0" y="845"/>
                    </a:moveTo>
                    <a:lnTo>
                      <a:pt x="2875" y="0"/>
                    </a:lnTo>
                    <a:lnTo>
                      <a:pt x="5262" y="332"/>
                    </a:lnTo>
                    <a:lnTo>
                      <a:pt x="2387" y="1484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87" name="Surface mesh patch"/>
              <p:cNvSpPr/>
              <p:nvPr/>
            </p:nvSpPr>
            <p:spPr>
              <a:xfrm>
                <a:off x="16909812" y="1811783"/>
                <a:ext cx="50120" cy="118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40">
                    <a:moveTo>
                      <a:pt x="0" y="644"/>
                    </a:moveTo>
                    <a:lnTo>
                      <a:pt x="2875" y="0"/>
                    </a:lnTo>
                    <a:lnTo>
                      <a:pt x="5262" y="319"/>
                    </a:lnTo>
                    <a:lnTo>
                      <a:pt x="2387" y="124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88" name="Surface mesh patch"/>
              <p:cNvSpPr/>
              <p:nvPr/>
            </p:nvSpPr>
            <p:spPr>
              <a:xfrm>
                <a:off x="16959932" y="1811866"/>
                <a:ext cx="50120" cy="70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43">
                    <a:moveTo>
                      <a:pt x="0" y="311"/>
                    </a:moveTo>
                    <a:lnTo>
                      <a:pt x="2875" y="0"/>
                    </a:lnTo>
                    <a:lnTo>
                      <a:pt x="5262" y="206"/>
                    </a:lnTo>
                    <a:lnTo>
                      <a:pt x="2387" y="743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89" name="Surface mesh patch"/>
              <p:cNvSpPr/>
              <p:nvPr/>
            </p:nvSpPr>
            <p:spPr>
              <a:xfrm>
                <a:off x="17010051" y="1813825"/>
                <a:ext cx="50120" cy="18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0">
                    <a:moveTo>
                      <a:pt x="0" y="0"/>
                    </a:moveTo>
                    <a:lnTo>
                      <a:pt x="2875" y="99"/>
                    </a:lnTo>
                    <a:lnTo>
                      <a:pt x="5262" y="120"/>
                    </a:lnTo>
                    <a:lnTo>
                      <a:pt x="2387" y="19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90" name="Surface mesh patch"/>
              <p:cNvSpPr/>
              <p:nvPr/>
            </p:nvSpPr>
            <p:spPr>
              <a:xfrm>
                <a:off x="17060171" y="1814206"/>
                <a:ext cx="50120" cy="560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589">
                    <a:moveTo>
                      <a:pt x="0" y="80"/>
                    </a:moveTo>
                    <a:lnTo>
                      <a:pt x="2875" y="589"/>
                    </a:lnTo>
                    <a:lnTo>
                      <a:pt x="5262" y="38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91" name="Surface mesh patch"/>
              <p:cNvSpPr/>
              <p:nvPr/>
            </p:nvSpPr>
            <p:spPr>
              <a:xfrm>
                <a:off x="17110291" y="1814613"/>
                <a:ext cx="50120" cy="112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0">
                    <a:moveTo>
                      <a:pt x="0" y="345"/>
                    </a:moveTo>
                    <a:lnTo>
                      <a:pt x="2875" y="1180"/>
                    </a:lnTo>
                    <a:lnTo>
                      <a:pt x="5262" y="74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92" name="Surface mesh patch"/>
              <p:cNvSpPr/>
              <p:nvPr/>
            </p:nvSpPr>
            <p:spPr>
              <a:xfrm>
                <a:off x="17160410" y="1816030"/>
                <a:ext cx="50120" cy="152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3">
                    <a:moveTo>
                      <a:pt x="0" y="592"/>
                    </a:moveTo>
                    <a:lnTo>
                      <a:pt x="2875" y="1603"/>
                    </a:lnTo>
                    <a:lnTo>
                      <a:pt x="5262" y="9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93" name="Surface mesh patch"/>
              <p:cNvSpPr/>
              <p:nvPr/>
            </p:nvSpPr>
            <p:spPr>
              <a:xfrm>
                <a:off x="17210530" y="1816932"/>
                <a:ext cx="50120" cy="1744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32">
                    <a:moveTo>
                      <a:pt x="0" y="825"/>
                    </a:moveTo>
                    <a:lnTo>
                      <a:pt x="2875" y="1832"/>
                    </a:lnTo>
                    <a:lnTo>
                      <a:pt x="5262" y="9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94" name="Surface mesh patch"/>
              <p:cNvSpPr/>
              <p:nvPr/>
            </p:nvSpPr>
            <p:spPr>
              <a:xfrm>
                <a:off x="17260650" y="1815501"/>
                <a:ext cx="50120" cy="179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88">
                    <a:moveTo>
                      <a:pt x="0" y="1053"/>
                    </a:moveTo>
                    <a:lnTo>
                      <a:pt x="2875" y="1888"/>
                    </a:lnTo>
                    <a:lnTo>
                      <a:pt x="5262" y="71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95" name="Surface mesh patch"/>
              <p:cNvSpPr/>
              <p:nvPr/>
            </p:nvSpPr>
            <p:spPr>
              <a:xfrm>
                <a:off x="16736721" y="1828673"/>
                <a:ext cx="50120" cy="915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1">
                    <a:moveTo>
                      <a:pt x="0" y="961"/>
                    </a:moveTo>
                    <a:lnTo>
                      <a:pt x="2875" y="435"/>
                    </a:lnTo>
                    <a:lnTo>
                      <a:pt x="5262" y="0"/>
                    </a:lnTo>
                    <a:lnTo>
                      <a:pt x="2387" y="758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96" name="Surface mesh patch"/>
              <p:cNvSpPr/>
              <p:nvPr/>
            </p:nvSpPr>
            <p:spPr>
              <a:xfrm>
                <a:off x="16786841" y="1820602"/>
                <a:ext cx="50120" cy="842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85">
                    <a:moveTo>
                      <a:pt x="0" y="847"/>
                    </a:moveTo>
                    <a:lnTo>
                      <a:pt x="2875" y="205"/>
                    </a:lnTo>
                    <a:lnTo>
                      <a:pt x="5262" y="0"/>
                    </a:lnTo>
                    <a:lnTo>
                      <a:pt x="2387" y="885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97" name="Surface mesh patch"/>
              <p:cNvSpPr/>
              <p:nvPr/>
            </p:nvSpPr>
            <p:spPr>
              <a:xfrm>
                <a:off x="16836961" y="1814757"/>
                <a:ext cx="50120" cy="804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">
                    <a:moveTo>
                      <a:pt x="0" y="614"/>
                    </a:moveTo>
                    <a:lnTo>
                      <a:pt x="2875" y="15"/>
                    </a:lnTo>
                    <a:lnTo>
                      <a:pt x="5262" y="0"/>
                    </a:lnTo>
                    <a:lnTo>
                      <a:pt x="2387" y="845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98" name="Surface mesh patch"/>
              <p:cNvSpPr/>
              <p:nvPr/>
            </p:nvSpPr>
            <p:spPr>
              <a:xfrm>
                <a:off x="16887080" y="1810875"/>
                <a:ext cx="50120" cy="70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39">
                    <a:moveTo>
                      <a:pt x="0" y="408"/>
                    </a:moveTo>
                    <a:lnTo>
                      <a:pt x="2875" y="0"/>
                    </a:lnTo>
                    <a:lnTo>
                      <a:pt x="5262" y="95"/>
                    </a:lnTo>
                    <a:lnTo>
                      <a:pt x="2387" y="73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99" name="Surface mesh patch"/>
              <p:cNvSpPr/>
              <p:nvPr/>
            </p:nvSpPr>
            <p:spPr>
              <a:xfrm>
                <a:off x="16937200" y="1810837"/>
                <a:ext cx="50120" cy="398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19">
                    <a:moveTo>
                      <a:pt x="0" y="99"/>
                    </a:moveTo>
                    <a:lnTo>
                      <a:pt x="2875" y="0"/>
                    </a:lnTo>
                    <a:lnTo>
                      <a:pt x="5262" y="108"/>
                    </a:lnTo>
                    <a:lnTo>
                      <a:pt x="2387" y="419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00" name="Surface mesh patch"/>
              <p:cNvSpPr/>
              <p:nvPr/>
            </p:nvSpPr>
            <p:spPr>
              <a:xfrm>
                <a:off x="16987319" y="1811866"/>
                <a:ext cx="50120" cy="29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05">
                    <a:moveTo>
                      <a:pt x="0" y="0"/>
                    </a:moveTo>
                    <a:lnTo>
                      <a:pt x="2875" y="276"/>
                    </a:lnTo>
                    <a:lnTo>
                      <a:pt x="5262" y="305"/>
                    </a:lnTo>
                    <a:lnTo>
                      <a:pt x="2387" y="206"/>
                    </a:lnTo>
                    <a:close/>
                  </a:path>
                </a:pathLst>
              </a:custGeom>
              <a:solidFill>
                <a:srgbClr val="bdd4fa"/>
              </a:solidFill>
              <a:ln w="3334" cap="flat" cmpd="sng" algn="ctr">
                <a:solidFill>
                  <a:srgbClr val="bd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01" name="Surface mesh patch"/>
              <p:cNvSpPr/>
              <p:nvPr/>
            </p:nvSpPr>
            <p:spPr>
              <a:xfrm>
                <a:off x="17037439" y="1814769"/>
                <a:ext cx="50120" cy="620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52">
                    <a:moveTo>
                      <a:pt x="0" y="0"/>
                    </a:moveTo>
                    <a:lnTo>
                      <a:pt x="2875" y="652"/>
                    </a:lnTo>
                    <a:lnTo>
                      <a:pt x="5262" y="530"/>
                    </a:lnTo>
                    <a:lnTo>
                      <a:pt x="2387" y="21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02" name="Surface mesh patch"/>
              <p:cNvSpPr/>
              <p:nvPr/>
            </p:nvSpPr>
            <p:spPr>
              <a:xfrm>
                <a:off x="17087559" y="1817898"/>
                <a:ext cx="50120" cy="1101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57">
                    <a:moveTo>
                      <a:pt x="0" y="201"/>
                    </a:moveTo>
                    <a:lnTo>
                      <a:pt x="2875" y="1157"/>
                    </a:lnTo>
                    <a:lnTo>
                      <a:pt x="5262" y="8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03" name="Surface mesh patch"/>
              <p:cNvSpPr/>
              <p:nvPr/>
            </p:nvSpPr>
            <p:spPr>
              <a:xfrm>
                <a:off x="17137678" y="1821667"/>
                <a:ext cx="50120" cy="1490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65">
                    <a:moveTo>
                      <a:pt x="0" y="439"/>
                    </a:moveTo>
                    <a:lnTo>
                      <a:pt x="2875" y="1565"/>
                    </a:lnTo>
                    <a:lnTo>
                      <a:pt x="5262" y="1011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04" name="Surface mesh patch"/>
              <p:cNvSpPr/>
              <p:nvPr/>
            </p:nvSpPr>
            <p:spPr>
              <a:xfrm>
                <a:off x="17187798" y="1824794"/>
                <a:ext cx="50120" cy="1724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0">
                    <a:moveTo>
                      <a:pt x="0" y="683"/>
                    </a:moveTo>
                    <a:lnTo>
                      <a:pt x="2875" y="1810"/>
                    </a:lnTo>
                    <a:lnTo>
                      <a:pt x="5262" y="100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c"/>
              </a:solidFill>
              <a:ln w="3334" cap="flat" cmpd="sng" algn="ctr">
                <a:solidFill>
                  <a:srgbClr val="b5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05" name="Surface mesh patch"/>
              <p:cNvSpPr/>
              <p:nvPr/>
            </p:nvSpPr>
            <p:spPr>
              <a:xfrm>
                <a:off x="17237918" y="1825534"/>
                <a:ext cx="50120" cy="1804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94">
                    <a:moveTo>
                      <a:pt x="0" y="929"/>
                    </a:moveTo>
                    <a:lnTo>
                      <a:pt x="2875" y="1894"/>
                    </a:lnTo>
                    <a:lnTo>
                      <a:pt x="5262" y="83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4cffd"/>
              </a:solidFill>
              <a:ln w="3334" cap="flat" cmpd="sng" algn="ctr">
                <a:solidFill>
                  <a:srgbClr val="b4cf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06" name="Surface mesh patch"/>
              <p:cNvSpPr/>
              <p:nvPr/>
            </p:nvSpPr>
            <p:spPr>
              <a:xfrm>
                <a:off x="16764109" y="1822557"/>
                <a:ext cx="50120" cy="102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77">
                    <a:moveTo>
                      <a:pt x="0" y="1077"/>
                    </a:moveTo>
                    <a:lnTo>
                      <a:pt x="2875" y="613"/>
                    </a:lnTo>
                    <a:lnTo>
                      <a:pt x="5262" y="0"/>
                    </a:lnTo>
                    <a:lnTo>
                      <a:pt x="2387" y="642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07" name="Surface mesh patch"/>
              <p:cNvSpPr/>
              <p:nvPr/>
            </p:nvSpPr>
            <p:spPr>
              <a:xfrm>
                <a:off x="16814229" y="1814899"/>
                <a:ext cx="50120" cy="765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04">
                    <a:moveTo>
                      <a:pt x="0" y="804"/>
                    </a:moveTo>
                    <a:lnTo>
                      <a:pt x="2875" y="385"/>
                    </a:lnTo>
                    <a:lnTo>
                      <a:pt x="5262" y="0"/>
                    </a:lnTo>
                    <a:lnTo>
                      <a:pt x="2387" y="599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08" name="Surface mesh patch"/>
              <p:cNvSpPr/>
              <p:nvPr/>
            </p:nvSpPr>
            <p:spPr>
              <a:xfrm>
                <a:off x="16864348" y="1810875"/>
                <a:ext cx="50120" cy="402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22">
                    <a:moveTo>
                      <a:pt x="0" y="422"/>
                    </a:moveTo>
                    <a:lnTo>
                      <a:pt x="2875" y="193"/>
                    </a:lnTo>
                    <a:lnTo>
                      <a:pt x="5262" y="0"/>
                    </a:lnTo>
                    <a:lnTo>
                      <a:pt x="2387" y="408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09" name="Surface mesh patch"/>
              <p:cNvSpPr/>
              <p:nvPr/>
            </p:nvSpPr>
            <p:spPr>
              <a:xfrm>
                <a:off x="16914468" y="1810837"/>
                <a:ext cx="50120" cy="9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9">
                    <a:moveTo>
                      <a:pt x="0" y="4"/>
                    </a:moveTo>
                    <a:lnTo>
                      <a:pt x="2875" y="76"/>
                    </a:lnTo>
                    <a:lnTo>
                      <a:pt x="5262" y="0"/>
                    </a:lnTo>
                    <a:lnTo>
                      <a:pt x="2387" y="99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10" name="Surface mesh patch"/>
              <p:cNvSpPr/>
              <p:nvPr/>
            </p:nvSpPr>
            <p:spPr>
              <a:xfrm>
                <a:off x="16964588" y="1810837"/>
                <a:ext cx="50120" cy="412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433">
                    <a:moveTo>
                      <a:pt x="0" y="0"/>
                    </a:moveTo>
                    <a:lnTo>
                      <a:pt x="2875" y="433"/>
                    </a:lnTo>
                    <a:lnTo>
                      <a:pt x="5262" y="384"/>
                    </a:lnTo>
                    <a:lnTo>
                      <a:pt x="2387" y="108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11" name="Surface mesh patch"/>
              <p:cNvSpPr/>
              <p:nvPr/>
            </p:nvSpPr>
            <p:spPr>
              <a:xfrm>
                <a:off x="17014707" y="1814494"/>
                <a:ext cx="50120" cy="755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93">
                    <a:moveTo>
                      <a:pt x="0" y="0"/>
                    </a:moveTo>
                    <a:lnTo>
                      <a:pt x="2875" y="793"/>
                    </a:lnTo>
                    <a:lnTo>
                      <a:pt x="5262" y="681"/>
                    </a:lnTo>
                    <a:lnTo>
                      <a:pt x="2387" y="29"/>
                    </a:lnTo>
                    <a:close/>
                  </a:path>
                </a:pathLst>
              </a:custGeom>
              <a:solidFill>
                <a:srgbClr val="bfd5fa"/>
              </a:solidFill>
              <a:ln w="3334" cap="flat" cmpd="sng" algn="ctr">
                <a:solidFill>
                  <a:srgbClr val="bf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12" name="Surface mesh patch"/>
              <p:cNvSpPr/>
              <p:nvPr/>
            </p:nvSpPr>
            <p:spPr>
              <a:xfrm>
                <a:off x="17064827" y="1819815"/>
                <a:ext cx="50120" cy="115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8">
                    <a:moveTo>
                      <a:pt x="0" y="122"/>
                    </a:moveTo>
                    <a:lnTo>
                      <a:pt x="2875" y="1208"/>
                    </a:lnTo>
                    <a:lnTo>
                      <a:pt x="5262" y="95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3fa"/>
              </a:solidFill>
              <a:ln w="3334" cap="flat" cmpd="sng" algn="ctr">
                <a:solidFill>
                  <a:srgbClr val="bcd3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13" name="Surface mesh patch"/>
              <p:cNvSpPr/>
              <p:nvPr/>
            </p:nvSpPr>
            <p:spPr>
              <a:xfrm>
                <a:off x="17114947" y="1825850"/>
                <a:ext cx="50120" cy="1501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576">
                    <a:moveTo>
                      <a:pt x="0" y="322"/>
                    </a:moveTo>
                    <a:lnTo>
                      <a:pt x="2875" y="1576"/>
                    </a:lnTo>
                    <a:lnTo>
                      <a:pt x="5262" y="112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9d2fb"/>
              </a:solidFill>
              <a:ln w="3334" cap="flat" cmpd="sng" algn="ctr">
                <a:solidFill>
                  <a:srgbClr val="b9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14" name="Surface mesh patch"/>
              <p:cNvSpPr/>
              <p:nvPr/>
            </p:nvSpPr>
            <p:spPr>
              <a:xfrm>
                <a:off x="17165066" y="1831297"/>
                <a:ext cx="50120" cy="1730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16">
                    <a:moveTo>
                      <a:pt x="0" y="554"/>
                    </a:moveTo>
                    <a:lnTo>
                      <a:pt x="2875" y="1816"/>
                    </a:lnTo>
                    <a:lnTo>
                      <a:pt x="5262" y="112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1fc"/>
              </a:solidFill>
              <a:ln w="3334" cap="flat" cmpd="sng" algn="ctr">
                <a:solidFill>
                  <a:srgbClr val="b6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15" name="Surface mesh patch"/>
              <p:cNvSpPr/>
              <p:nvPr/>
            </p:nvSpPr>
            <p:spPr>
              <a:xfrm>
                <a:off x="17215186" y="1834378"/>
                <a:ext cx="50120" cy="1822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13">
                    <a:moveTo>
                      <a:pt x="0" y="804"/>
                    </a:moveTo>
                    <a:lnTo>
                      <a:pt x="2875" y="1913"/>
                    </a:lnTo>
                    <a:lnTo>
                      <a:pt x="5262" y="9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5d0fd"/>
              </a:solidFill>
              <a:ln w="3334" cap="flat" cmpd="sng" algn="ctr">
                <a:solidFill>
                  <a:srgbClr val="b5d0f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16" name="Surface mesh patch"/>
              <p:cNvSpPr/>
              <p:nvPr/>
            </p:nvSpPr>
            <p:spPr>
              <a:xfrm>
                <a:off x="16791497" y="1818567"/>
                <a:ext cx="50120" cy="983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32">
                    <a:moveTo>
                      <a:pt x="0" y="1032"/>
                    </a:moveTo>
                    <a:lnTo>
                      <a:pt x="2875" y="733"/>
                    </a:lnTo>
                    <a:lnTo>
                      <a:pt x="5262" y="0"/>
                    </a:lnTo>
                    <a:lnTo>
                      <a:pt x="2387" y="419"/>
                    </a:lnTo>
                    <a:close/>
                  </a:path>
                </a:pathLst>
              </a:custGeom>
              <a:solidFill>
                <a:srgbClr val="c2d7f8"/>
              </a:solidFill>
              <a:ln w="3334" cap="flat" cmpd="sng" algn="ctr">
                <a:solidFill>
                  <a:srgbClr val="c2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17" name="Surface mesh patch"/>
              <p:cNvSpPr/>
              <p:nvPr/>
            </p:nvSpPr>
            <p:spPr>
              <a:xfrm>
                <a:off x="16841616" y="1812718"/>
                <a:ext cx="50120" cy="58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14">
                    <a:moveTo>
                      <a:pt x="0" y="614"/>
                    </a:moveTo>
                    <a:lnTo>
                      <a:pt x="2875" y="502"/>
                    </a:lnTo>
                    <a:lnTo>
                      <a:pt x="5262" y="0"/>
                    </a:lnTo>
                    <a:lnTo>
                      <a:pt x="2387" y="229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18" name="Surface mesh patch"/>
              <p:cNvSpPr/>
              <p:nvPr/>
            </p:nvSpPr>
            <p:spPr>
              <a:xfrm>
                <a:off x="16891736" y="1810875"/>
                <a:ext cx="50120" cy="364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383">
                    <a:moveTo>
                      <a:pt x="0" y="193"/>
                    </a:moveTo>
                    <a:lnTo>
                      <a:pt x="2875" y="383"/>
                    </a:lnTo>
                    <a:lnTo>
                      <a:pt x="5262" y="7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19" name="Surface mesh patch"/>
              <p:cNvSpPr/>
              <p:nvPr/>
            </p:nvSpPr>
            <p:spPr>
              <a:xfrm>
                <a:off x="16941856" y="1810837"/>
                <a:ext cx="50120" cy="597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627">
                    <a:moveTo>
                      <a:pt x="0" y="76"/>
                    </a:moveTo>
                    <a:lnTo>
                      <a:pt x="2875" y="627"/>
                    </a:lnTo>
                    <a:lnTo>
                      <a:pt x="5262" y="4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20" name="Surface mesh patch"/>
              <p:cNvSpPr/>
              <p:nvPr/>
            </p:nvSpPr>
            <p:spPr>
              <a:xfrm>
                <a:off x="16991975" y="1814494"/>
                <a:ext cx="50120" cy="916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62">
                    <a:moveTo>
                      <a:pt x="0" y="49"/>
                    </a:moveTo>
                    <a:lnTo>
                      <a:pt x="2875" y="962"/>
                    </a:lnTo>
                    <a:lnTo>
                      <a:pt x="5262" y="79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21" name="Surface mesh patch"/>
              <p:cNvSpPr/>
              <p:nvPr/>
            </p:nvSpPr>
            <p:spPr>
              <a:xfrm>
                <a:off x="17042095" y="1820976"/>
                <a:ext cx="50120" cy="1258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322">
                    <a:moveTo>
                      <a:pt x="0" y="113"/>
                    </a:moveTo>
                    <a:lnTo>
                      <a:pt x="2875" y="1322"/>
                    </a:lnTo>
                    <a:lnTo>
                      <a:pt x="5262" y="108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fd5f9"/>
              </a:solidFill>
              <a:ln w="3334" cap="flat" cmpd="sng" algn="ctr">
                <a:solidFill>
                  <a:srgbClr val="bfd5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22" name="Surface mesh patch"/>
              <p:cNvSpPr/>
              <p:nvPr/>
            </p:nvSpPr>
            <p:spPr>
              <a:xfrm>
                <a:off x="17092215" y="1828917"/>
                <a:ext cx="50120" cy="1559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37">
                    <a:moveTo>
                      <a:pt x="0" y="253"/>
                    </a:moveTo>
                    <a:lnTo>
                      <a:pt x="2875" y="1637"/>
                    </a:lnTo>
                    <a:lnTo>
                      <a:pt x="5262" y="12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bd3fb"/>
              </a:solidFill>
              <a:ln w="3334" cap="flat" cmpd="sng" algn="ctr">
                <a:solidFill>
                  <a:srgbClr val="bb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23" name="Surface mesh patch"/>
              <p:cNvSpPr/>
              <p:nvPr/>
            </p:nvSpPr>
            <p:spPr>
              <a:xfrm>
                <a:off x="17142334" y="1836571"/>
                <a:ext cx="50120" cy="17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55">
                    <a:moveTo>
                      <a:pt x="0" y="451"/>
                    </a:moveTo>
                    <a:lnTo>
                      <a:pt x="2875" y="1855"/>
                    </a:lnTo>
                    <a:lnTo>
                      <a:pt x="5262" y="126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1fc"/>
              </a:solidFill>
              <a:ln w="3334" cap="flat" cmpd="sng" algn="ctr">
                <a:solidFill>
                  <a:srgbClr val="b8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24" name="Surface mesh patch"/>
              <p:cNvSpPr/>
              <p:nvPr/>
            </p:nvSpPr>
            <p:spPr>
              <a:xfrm>
                <a:off x="17192454" y="1842036"/>
                <a:ext cx="50120" cy="185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51">
                    <a:moveTo>
                      <a:pt x="0" y="689"/>
                    </a:moveTo>
                    <a:lnTo>
                      <a:pt x="2875" y="1951"/>
                    </a:lnTo>
                    <a:lnTo>
                      <a:pt x="5262" y="11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6d0fc"/>
              </a:solidFill>
              <a:ln w="3334" cap="flat" cmpd="sng" algn="ctr">
                <a:solidFill>
                  <a:srgbClr val="b6d0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25" name="Surface mesh patch"/>
              <p:cNvSpPr/>
              <p:nvPr/>
            </p:nvSpPr>
            <p:spPr>
              <a:xfrm>
                <a:off x="16818885" y="1817500"/>
                <a:ext cx="50120" cy="80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845">
                    <a:moveTo>
                      <a:pt x="0" y="845"/>
                    </a:moveTo>
                    <a:lnTo>
                      <a:pt x="2875" y="795"/>
                    </a:lnTo>
                    <a:lnTo>
                      <a:pt x="5262" y="0"/>
                    </a:lnTo>
                    <a:lnTo>
                      <a:pt x="2387" y="112"/>
                    </a:lnTo>
                    <a:close/>
                  </a:path>
                </a:pathLst>
              </a:custGeom>
              <a:solidFill>
                <a:srgbClr val="c6d8f7"/>
              </a:solidFill>
              <a:ln w="3334" cap="flat" cmpd="sng" algn="ctr">
                <a:solidFill>
                  <a:srgbClr val="c6d8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26" name="Surface mesh patch"/>
              <p:cNvSpPr/>
              <p:nvPr/>
            </p:nvSpPr>
            <p:spPr>
              <a:xfrm>
                <a:off x="16869004" y="1812718"/>
                <a:ext cx="50120" cy="71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752">
                    <a:moveTo>
                      <a:pt x="0" y="502"/>
                    </a:moveTo>
                    <a:lnTo>
                      <a:pt x="2875" y="752"/>
                    </a:lnTo>
                    <a:lnTo>
                      <a:pt x="5262" y="1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27" name="Surface mesh patch"/>
              <p:cNvSpPr/>
              <p:nvPr/>
            </p:nvSpPr>
            <p:spPr>
              <a:xfrm>
                <a:off x="16919124" y="1811559"/>
                <a:ext cx="50120" cy="886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931">
                    <a:moveTo>
                      <a:pt x="0" y="311"/>
                    </a:moveTo>
                    <a:lnTo>
                      <a:pt x="2875" y="931"/>
                    </a:lnTo>
                    <a:lnTo>
                      <a:pt x="5262" y="55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28" name="Surface mesh patch"/>
              <p:cNvSpPr/>
              <p:nvPr/>
            </p:nvSpPr>
            <p:spPr>
              <a:xfrm>
                <a:off x="16969244" y="1814965"/>
                <a:ext cx="50120" cy="1131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188">
                    <a:moveTo>
                      <a:pt x="0" y="194"/>
                    </a:moveTo>
                    <a:lnTo>
                      <a:pt x="2875" y="1188"/>
                    </a:lnTo>
                    <a:lnTo>
                      <a:pt x="5262" y="91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29" name="Surface mesh patch"/>
              <p:cNvSpPr/>
              <p:nvPr/>
            </p:nvSpPr>
            <p:spPr>
              <a:xfrm>
                <a:off x="17019363" y="1822051"/>
                <a:ext cx="50120" cy="1405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76">
                    <a:moveTo>
                      <a:pt x="0" y="169"/>
                    </a:moveTo>
                    <a:lnTo>
                      <a:pt x="2875" y="1476"/>
                    </a:lnTo>
                    <a:lnTo>
                      <a:pt x="5262" y="120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30" name="Surface mesh patch"/>
              <p:cNvSpPr/>
              <p:nvPr/>
            </p:nvSpPr>
            <p:spPr>
              <a:xfrm>
                <a:off x="17069483" y="1831323"/>
                <a:ext cx="50120" cy="16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38">
                    <a:moveTo>
                      <a:pt x="0" y="235"/>
                    </a:moveTo>
                    <a:lnTo>
                      <a:pt x="2875" y="1738"/>
                    </a:lnTo>
                    <a:lnTo>
                      <a:pt x="5262" y="138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4fa"/>
              </a:solidFill>
              <a:ln w="3334" cap="flat" cmpd="sng" algn="ctr">
                <a:solidFill>
                  <a:srgbClr val="be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31" name="Surface mesh patch"/>
              <p:cNvSpPr/>
              <p:nvPr/>
            </p:nvSpPr>
            <p:spPr>
              <a:xfrm>
                <a:off x="17119602" y="1840865"/>
                <a:ext cx="50120" cy="1833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25">
                    <a:moveTo>
                      <a:pt x="0" y="383"/>
                    </a:moveTo>
                    <a:lnTo>
                      <a:pt x="2875" y="1925"/>
                    </a:lnTo>
                    <a:lnTo>
                      <a:pt x="5262" y="140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2fb"/>
              </a:solidFill>
              <a:ln w="3334" cap="flat" cmpd="sng" algn="ctr">
                <a:solidFill>
                  <a:srgbClr val="ba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32" name="Surface mesh patch"/>
              <p:cNvSpPr/>
              <p:nvPr/>
            </p:nvSpPr>
            <p:spPr>
              <a:xfrm>
                <a:off x="17169722" y="1848598"/>
                <a:ext cx="50120" cy="1914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09">
                    <a:moveTo>
                      <a:pt x="0" y="592"/>
                    </a:moveTo>
                    <a:lnTo>
                      <a:pt x="2875" y="2009"/>
                    </a:lnTo>
                    <a:lnTo>
                      <a:pt x="5262" y="126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7d1fc"/>
              </a:solidFill>
              <a:ln w="3334" cap="flat" cmpd="sng" algn="ctr">
                <a:solidFill>
                  <a:srgbClr val="b7d1f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33" name="Surface mesh patch"/>
              <p:cNvSpPr/>
              <p:nvPr/>
            </p:nvSpPr>
            <p:spPr>
              <a:xfrm>
                <a:off x="16846272" y="1817500"/>
                <a:ext cx="50120" cy="1006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056">
                    <a:moveTo>
                      <a:pt x="0" y="795"/>
                    </a:moveTo>
                    <a:lnTo>
                      <a:pt x="2875" y="1056"/>
                    </a:lnTo>
                    <a:lnTo>
                      <a:pt x="5262" y="25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34" name="Surface mesh patch"/>
              <p:cNvSpPr/>
              <p:nvPr/>
            </p:nvSpPr>
            <p:spPr>
              <a:xfrm>
                <a:off x="16896392" y="1814520"/>
                <a:ext cx="50120" cy="1143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201">
                    <a:moveTo>
                      <a:pt x="0" y="563"/>
                    </a:moveTo>
                    <a:lnTo>
                      <a:pt x="2875" y="1201"/>
                    </a:lnTo>
                    <a:lnTo>
                      <a:pt x="5262" y="62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35" name="Surface mesh patch"/>
              <p:cNvSpPr/>
              <p:nvPr/>
            </p:nvSpPr>
            <p:spPr>
              <a:xfrm>
                <a:off x="16946512" y="1816813"/>
                <a:ext cx="50120" cy="1342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09">
                    <a:moveTo>
                      <a:pt x="0" y="379"/>
                    </a:moveTo>
                    <a:lnTo>
                      <a:pt x="2875" y="1409"/>
                    </a:lnTo>
                    <a:lnTo>
                      <a:pt x="5262" y="99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36" name="Surface mesh patch"/>
              <p:cNvSpPr/>
              <p:nvPr/>
            </p:nvSpPr>
            <p:spPr>
              <a:xfrm>
                <a:off x="16996631" y="1823658"/>
                <a:ext cx="50120" cy="1566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44">
                    <a:moveTo>
                      <a:pt x="0" y="275"/>
                    </a:moveTo>
                    <a:lnTo>
                      <a:pt x="2875" y="1644"/>
                    </a:lnTo>
                    <a:lnTo>
                      <a:pt x="5262" y="130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8f8"/>
              </a:solidFill>
              <a:ln w="3334" cap="flat" cmpd="sng" algn="ctr">
                <a:solidFill>
                  <a:srgbClr val="c4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37" name="Surface mesh patch"/>
              <p:cNvSpPr/>
              <p:nvPr/>
            </p:nvSpPr>
            <p:spPr>
              <a:xfrm>
                <a:off x="17046751" y="1833566"/>
                <a:ext cx="50120" cy="1773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61">
                    <a:moveTo>
                      <a:pt x="0" y="267"/>
                    </a:moveTo>
                    <a:lnTo>
                      <a:pt x="2875" y="1861"/>
                    </a:lnTo>
                    <a:lnTo>
                      <a:pt x="5262" y="15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38" name="Surface mesh patch"/>
              <p:cNvSpPr/>
              <p:nvPr/>
            </p:nvSpPr>
            <p:spPr>
              <a:xfrm>
                <a:off x="17096871" y="1844511"/>
                <a:ext cx="50120" cy="19225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18">
                    <a:moveTo>
                      <a:pt x="0" y="353"/>
                    </a:moveTo>
                    <a:lnTo>
                      <a:pt x="2875" y="2018"/>
                    </a:lnTo>
                    <a:lnTo>
                      <a:pt x="5262" y="154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39" name="Surface mesh patch"/>
              <p:cNvSpPr/>
              <p:nvPr/>
            </p:nvSpPr>
            <p:spPr>
              <a:xfrm>
                <a:off x="17146990" y="1854241"/>
                <a:ext cx="50120" cy="198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87">
                    <a:moveTo>
                      <a:pt x="0" y="521"/>
                    </a:moveTo>
                    <a:lnTo>
                      <a:pt x="2875" y="2087"/>
                    </a:lnTo>
                    <a:lnTo>
                      <a:pt x="5262" y="141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8d2fb"/>
              </a:solidFill>
              <a:ln w="3334" cap="flat" cmpd="sng" algn="ctr">
                <a:solidFill>
                  <a:srgbClr val="b8d2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40" name="Surface mesh patch"/>
              <p:cNvSpPr/>
              <p:nvPr/>
            </p:nvSpPr>
            <p:spPr>
              <a:xfrm>
                <a:off x="16873660" y="1819884"/>
                <a:ext cx="50120" cy="1348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415">
                    <a:moveTo>
                      <a:pt x="0" y="806"/>
                    </a:moveTo>
                    <a:lnTo>
                      <a:pt x="2875" y="1415"/>
                    </a:lnTo>
                    <a:lnTo>
                      <a:pt x="5262" y="638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41" name="Surface mesh patch"/>
              <p:cNvSpPr/>
              <p:nvPr/>
            </p:nvSpPr>
            <p:spPr>
              <a:xfrm>
                <a:off x="16923780" y="1820426"/>
                <a:ext cx="50120" cy="152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600">
                    <a:moveTo>
                      <a:pt x="0" y="581"/>
                    </a:moveTo>
                    <a:lnTo>
                      <a:pt x="2875" y="1600"/>
                    </a:lnTo>
                    <a:lnTo>
                      <a:pt x="5262" y="1030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42" name="Surface mesh patch"/>
              <p:cNvSpPr/>
              <p:nvPr/>
            </p:nvSpPr>
            <p:spPr>
              <a:xfrm>
                <a:off x="16973899" y="1826282"/>
                <a:ext cx="50120" cy="1718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804">
                    <a:moveTo>
                      <a:pt x="0" y="415"/>
                    </a:moveTo>
                    <a:lnTo>
                      <a:pt x="2875" y="1804"/>
                    </a:lnTo>
                    <a:lnTo>
                      <a:pt x="5262" y="136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43" name="Surface mesh patch"/>
              <p:cNvSpPr/>
              <p:nvPr/>
            </p:nvSpPr>
            <p:spPr>
              <a:xfrm>
                <a:off x="17024019" y="1836107"/>
                <a:ext cx="50120" cy="1895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90">
                    <a:moveTo>
                      <a:pt x="0" y="337"/>
                    </a:moveTo>
                    <a:lnTo>
                      <a:pt x="2875" y="1990"/>
                    </a:lnTo>
                    <a:lnTo>
                      <a:pt x="5262" y="159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44" name="Surface mesh patch"/>
              <p:cNvSpPr/>
              <p:nvPr/>
            </p:nvSpPr>
            <p:spPr>
              <a:xfrm>
                <a:off x="17074139" y="1847873"/>
                <a:ext cx="50120" cy="202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24">
                    <a:moveTo>
                      <a:pt x="0" y="359"/>
                    </a:moveTo>
                    <a:lnTo>
                      <a:pt x="2875" y="2124"/>
                    </a:lnTo>
                    <a:lnTo>
                      <a:pt x="5262" y="16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45" name="Surface mesh patch"/>
              <p:cNvSpPr/>
              <p:nvPr/>
            </p:nvSpPr>
            <p:spPr>
              <a:xfrm>
                <a:off x="17124258" y="1859200"/>
                <a:ext cx="50120" cy="2075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79">
                    <a:moveTo>
                      <a:pt x="0" y="476"/>
                    </a:moveTo>
                    <a:lnTo>
                      <a:pt x="2875" y="2179"/>
                    </a:lnTo>
                    <a:lnTo>
                      <a:pt x="5262" y="1567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ad3fb"/>
              </a:solidFill>
              <a:ln w="3334" cap="flat" cmpd="sng" algn="ctr">
                <a:solidFill>
                  <a:srgbClr val="bad3f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46" name="Surface mesh patch"/>
              <p:cNvSpPr/>
              <p:nvPr/>
            </p:nvSpPr>
            <p:spPr>
              <a:xfrm>
                <a:off x="16901048" y="1825957"/>
                <a:ext cx="50120" cy="1661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744">
                    <a:moveTo>
                      <a:pt x="0" y="778"/>
                    </a:moveTo>
                    <a:lnTo>
                      <a:pt x="2875" y="1744"/>
                    </a:lnTo>
                    <a:lnTo>
                      <a:pt x="5262" y="101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bdbf6"/>
              </a:solidFill>
              <a:ln w="3334" cap="flat" cmpd="sng" algn="ctr">
                <a:solidFill>
                  <a:srgbClr val="cb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47" name="Surface mesh patch"/>
              <p:cNvSpPr/>
              <p:nvPr/>
            </p:nvSpPr>
            <p:spPr>
              <a:xfrm>
                <a:off x="16951168" y="1830235"/>
                <a:ext cx="50120" cy="18436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1936">
                    <a:moveTo>
                      <a:pt x="0" y="570"/>
                    </a:moveTo>
                    <a:lnTo>
                      <a:pt x="2875" y="1936"/>
                    </a:lnTo>
                    <a:lnTo>
                      <a:pt x="5262" y="138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48" name="Surface mesh patch"/>
              <p:cNvSpPr/>
              <p:nvPr/>
            </p:nvSpPr>
            <p:spPr>
              <a:xfrm>
                <a:off x="17001287" y="1839320"/>
                <a:ext cx="50120" cy="20077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108">
                    <a:moveTo>
                      <a:pt x="0" y="435"/>
                    </a:moveTo>
                    <a:lnTo>
                      <a:pt x="2875" y="2108"/>
                    </a:lnTo>
                    <a:lnTo>
                      <a:pt x="5262" y="165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49" name="Surface mesh patch"/>
              <p:cNvSpPr/>
              <p:nvPr/>
            </p:nvSpPr>
            <p:spPr>
              <a:xfrm>
                <a:off x="17051407" y="1851295"/>
                <a:ext cx="50120" cy="2122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29">
                    <a:moveTo>
                      <a:pt x="0" y="396"/>
                    </a:moveTo>
                    <a:lnTo>
                      <a:pt x="2875" y="2229"/>
                    </a:lnTo>
                    <a:lnTo>
                      <a:pt x="5262" y="1765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1d6f9"/>
              </a:solidFill>
              <a:ln w="3334" cap="flat" cmpd="sng" algn="ctr">
                <a:solidFill>
                  <a:srgbClr val="c1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50" name="Surface mesh patch"/>
              <p:cNvSpPr/>
              <p:nvPr/>
            </p:nvSpPr>
            <p:spPr>
              <a:xfrm>
                <a:off x="17101527" y="1863736"/>
                <a:ext cx="50120" cy="2167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75">
                    <a:moveTo>
                      <a:pt x="0" y="459"/>
                    </a:moveTo>
                    <a:lnTo>
                      <a:pt x="2875" y="2275"/>
                    </a:lnTo>
                    <a:lnTo>
                      <a:pt x="5262" y="1702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cd4fa"/>
              </a:solidFill>
              <a:ln w="3334" cap="flat" cmpd="sng" algn="ctr">
                <a:solidFill>
                  <a:srgbClr val="bcd4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51" name="Surface mesh patch"/>
              <p:cNvSpPr/>
              <p:nvPr/>
            </p:nvSpPr>
            <p:spPr>
              <a:xfrm>
                <a:off x="16928436" y="1835662"/>
                <a:ext cx="50120" cy="19331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029">
                    <a:moveTo>
                      <a:pt x="0" y="725"/>
                    </a:moveTo>
                    <a:lnTo>
                      <a:pt x="2875" y="2029"/>
                    </a:lnTo>
                    <a:lnTo>
                      <a:pt x="5262" y="13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adbf6"/>
              </a:solidFill>
              <a:ln w="3334" cap="flat" cmpd="sng" algn="ctr">
                <a:solidFill>
                  <a:srgbClr val="cadb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52" name="Surface mesh patch"/>
              <p:cNvSpPr/>
              <p:nvPr/>
            </p:nvSpPr>
            <p:spPr>
              <a:xfrm>
                <a:off x="16978555" y="1843462"/>
                <a:ext cx="50120" cy="2096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01">
                    <a:moveTo>
                      <a:pt x="0" y="547"/>
                    </a:moveTo>
                    <a:lnTo>
                      <a:pt x="2875" y="2201"/>
                    </a:lnTo>
                    <a:lnTo>
                      <a:pt x="5262" y="167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53" name="Surface mesh patch"/>
              <p:cNvSpPr/>
              <p:nvPr/>
            </p:nvSpPr>
            <p:spPr>
              <a:xfrm>
                <a:off x="17028675" y="1855066"/>
                <a:ext cx="50120" cy="221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21">
                    <a:moveTo>
                      <a:pt x="0" y="455"/>
                    </a:moveTo>
                    <a:lnTo>
                      <a:pt x="2875" y="2321"/>
                    </a:lnTo>
                    <a:lnTo>
                      <a:pt x="5262" y="183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3d7f8"/>
              </a:solidFill>
              <a:ln w="3334" cap="flat" cmpd="sng" algn="ctr">
                <a:solidFill>
                  <a:srgbClr val="c3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54" name="Surface mesh patch"/>
              <p:cNvSpPr/>
              <p:nvPr/>
            </p:nvSpPr>
            <p:spPr>
              <a:xfrm>
                <a:off x="17078795" y="1868104"/>
                <a:ext cx="50120" cy="22550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67">
                    <a:moveTo>
                      <a:pt x="0" y="464"/>
                    </a:moveTo>
                    <a:lnTo>
                      <a:pt x="2875" y="2367"/>
                    </a:lnTo>
                    <a:lnTo>
                      <a:pt x="5262" y="181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bed5fa"/>
              </a:solidFill>
              <a:ln w="3334" cap="flat" cmpd="sng" algn="ctr">
                <a:solidFill>
                  <a:srgbClr val="bed5fa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55" name="Surface mesh patch"/>
              <p:cNvSpPr/>
              <p:nvPr/>
            </p:nvSpPr>
            <p:spPr>
              <a:xfrm>
                <a:off x="16955824" y="1848672"/>
                <a:ext cx="50120" cy="21549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262">
                    <a:moveTo>
                      <a:pt x="0" y="664"/>
                    </a:moveTo>
                    <a:lnTo>
                      <a:pt x="2875" y="2262"/>
                    </a:lnTo>
                    <a:lnTo>
                      <a:pt x="5262" y="165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9daf6"/>
              </a:solidFill>
              <a:ln w="3334" cap="flat" cmpd="sng" algn="ctr">
                <a:solidFill>
                  <a:srgbClr val="c9daf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56" name="Surface mesh patch"/>
              <p:cNvSpPr/>
              <p:nvPr/>
            </p:nvSpPr>
            <p:spPr>
              <a:xfrm>
                <a:off x="17005943" y="1859398"/>
                <a:ext cx="50120" cy="2278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392">
                    <a:moveTo>
                      <a:pt x="0" y="528"/>
                    </a:moveTo>
                    <a:lnTo>
                      <a:pt x="2875" y="2392"/>
                    </a:lnTo>
                    <a:lnTo>
                      <a:pt x="5262" y="1866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5d8f8"/>
              </a:solidFill>
              <a:ln w="3334" cap="flat" cmpd="sng" algn="ctr">
                <a:solidFill>
                  <a:srgbClr val="c5d8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57" name="Surface mesh patch"/>
              <p:cNvSpPr/>
              <p:nvPr/>
            </p:nvSpPr>
            <p:spPr>
              <a:xfrm>
                <a:off x="17056063" y="1872525"/>
                <a:ext cx="50120" cy="23313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48">
                    <a:moveTo>
                      <a:pt x="0" y="488"/>
                    </a:moveTo>
                    <a:lnTo>
                      <a:pt x="2875" y="2448"/>
                    </a:lnTo>
                    <a:lnTo>
                      <a:pt x="5262" y="1903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0d6f9"/>
              </a:solidFill>
              <a:ln w="3334" cap="flat" cmpd="sng" algn="ctr">
                <a:solidFill>
                  <a:srgbClr val="c0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58" name="Surface mesh patch"/>
              <p:cNvSpPr/>
              <p:nvPr/>
            </p:nvSpPr>
            <p:spPr>
              <a:xfrm>
                <a:off x="16983211" y="1864425"/>
                <a:ext cx="50120" cy="23208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437">
                    <a:moveTo>
                      <a:pt x="0" y="608"/>
                    </a:moveTo>
                    <a:lnTo>
                      <a:pt x="2875" y="2437"/>
                    </a:lnTo>
                    <a:lnTo>
                      <a:pt x="5262" y="186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7d9f7"/>
              </a:solidFill>
              <a:ln w="3334" cap="flat" cmpd="sng" algn="ctr">
                <a:solidFill>
                  <a:srgbClr val="c7d9f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59" name="Surface mesh patch"/>
              <p:cNvSpPr/>
              <p:nvPr/>
            </p:nvSpPr>
            <p:spPr>
              <a:xfrm>
                <a:off x="17033331" y="1877174"/>
                <a:ext cx="50120" cy="23902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09">
                    <a:moveTo>
                      <a:pt x="0" y="526"/>
                    </a:moveTo>
                    <a:lnTo>
                      <a:pt x="2875" y="2509"/>
                    </a:lnTo>
                    <a:lnTo>
                      <a:pt x="5262" y="1959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2d6f9"/>
              </a:solidFill>
              <a:ln w="3334" cap="flat" cmpd="sng" algn="ctr">
                <a:solidFill>
                  <a:srgbClr val="c2d6f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60" name="Surface mesh patch"/>
              <p:cNvSpPr/>
              <p:nvPr/>
            </p:nvSpPr>
            <p:spPr>
              <a:xfrm>
                <a:off x="17010599" y="1882180"/>
                <a:ext cx="50120" cy="24284"/>
              </a:xfrm>
              <a:custGeom>
                <a:avLst/>
                <a:gdLst/>
                <a:ahLst/>
                <a:cxnLst/>
                <a:rect l="0" t="0" r="r" b="b"/>
                <a:pathLst>
                  <a:path w="5262" h="2549">
                    <a:moveTo>
                      <a:pt x="0" y="573"/>
                    </a:moveTo>
                    <a:lnTo>
                      <a:pt x="2875" y="2549"/>
                    </a:lnTo>
                    <a:lnTo>
                      <a:pt x="5262" y="1984"/>
                    </a:lnTo>
                    <a:lnTo>
                      <a:pt x="2387" y="0"/>
                    </a:lnTo>
                    <a:close/>
                  </a:path>
                </a:pathLst>
              </a:custGeom>
              <a:solidFill>
                <a:srgbClr val="c4d7f8"/>
              </a:solidFill>
              <a:ln w="3334" cap="flat" cmpd="sng" algn="ctr">
                <a:solidFill>
                  <a:srgbClr val="c4d7f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61" name="Surface grid line"/>
              <p:cNvSpPr/>
              <p:nvPr/>
            </p:nvSpPr>
            <p:spPr>
              <a:xfrm>
                <a:off x="15887700" y="1534371"/>
                <a:ext cx="1150287" cy="372092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65">
                    <a:moveTo>
                      <a:pt x="0" y="0"/>
                    </a:moveTo>
                    <a:lnTo>
                      <a:pt x="2875" y="2034"/>
                    </a:lnTo>
                    <a:lnTo>
                      <a:pt x="5751" y="3896"/>
                    </a:lnTo>
                    <a:lnTo>
                      <a:pt x="8626" y="5522"/>
                    </a:lnTo>
                    <a:lnTo>
                      <a:pt x="11501" y="6859"/>
                    </a:lnTo>
                    <a:lnTo>
                      <a:pt x="14377" y="7877"/>
                    </a:lnTo>
                    <a:lnTo>
                      <a:pt x="17252" y="8567"/>
                    </a:lnTo>
                    <a:lnTo>
                      <a:pt x="20128" y="8950"/>
                    </a:lnTo>
                    <a:lnTo>
                      <a:pt x="23003" y="9073"/>
                    </a:lnTo>
                    <a:lnTo>
                      <a:pt x="25878" y="9010"/>
                    </a:lnTo>
                    <a:lnTo>
                      <a:pt x="28754" y="8860"/>
                    </a:lnTo>
                    <a:lnTo>
                      <a:pt x="31629" y="8731"/>
                    </a:lnTo>
                    <a:lnTo>
                      <a:pt x="34504" y="8736"/>
                    </a:lnTo>
                    <a:lnTo>
                      <a:pt x="37380" y="8977"/>
                    </a:lnTo>
                    <a:lnTo>
                      <a:pt x="40255" y="9536"/>
                    </a:lnTo>
                    <a:lnTo>
                      <a:pt x="43130" y="10468"/>
                    </a:lnTo>
                    <a:lnTo>
                      <a:pt x="46006" y="11791"/>
                    </a:lnTo>
                    <a:lnTo>
                      <a:pt x="48881" y="13490"/>
                    </a:lnTo>
                    <a:lnTo>
                      <a:pt x="51756" y="15518"/>
                    </a:lnTo>
                    <a:lnTo>
                      <a:pt x="54632" y="17795"/>
                    </a:lnTo>
                    <a:lnTo>
                      <a:pt x="57507" y="20223"/>
                    </a:lnTo>
                    <a:lnTo>
                      <a:pt x="60383" y="22686"/>
                    </a:lnTo>
                    <a:lnTo>
                      <a:pt x="63258" y="25066"/>
                    </a:lnTo>
                    <a:lnTo>
                      <a:pt x="66133" y="27249"/>
                    </a:lnTo>
                    <a:lnTo>
                      <a:pt x="69009" y="29137"/>
                    </a:lnTo>
                    <a:lnTo>
                      <a:pt x="71884" y="30654"/>
                    </a:lnTo>
                    <a:lnTo>
                      <a:pt x="74759" y="31758"/>
                    </a:lnTo>
                    <a:lnTo>
                      <a:pt x="77635" y="32438"/>
                    </a:lnTo>
                    <a:lnTo>
                      <a:pt x="80510" y="32719"/>
                    </a:lnTo>
                    <a:lnTo>
                      <a:pt x="83385" y="32658"/>
                    </a:lnTo>
                    <a:lnTo>
                      <a:pt x="86261" y="32337"/>
                    </a:lnTo>
                    <a:lnTo>
                      <a:pt x="89136" y="31859"/>
                    </a:lnTo>
                    <a:lnTo>
                      <a:pt x="92011" y="31332"/>
                    </a:lnTo>
                    <a:lnTo>
                      <a:pt x="94887" y="30869"/>
                    </a:lnTo>
                    <a:lnTo>
                      <a:pt x="97762" y="30570"/>
                    </a:lnTo>
                    <a:lnTo>
                      <a:pt x="100638" y="30520"/>
                    </a:lnTo>
                    <a:lnTo>
                      <a:pt x="103513" y="30781"/>
                    </a:lnTo>
                    <a:lnTo>
                      <a:pt x="106388" y="31390"/>
                    </a:lnTo>
                    <a:lnTo>
                      <a:pt x="109264" y="32357"/>
                    </a:lnTo>
                    <a:lnTo>
                      <a:pt x="112139" y="33661"/>
                    </a:lnTo>
                    <a:lnTo>
                      <a:pt x="115014" y="35260"/>
                    </a:lnTo>
                    <a:lnTo>
                      <a:pt x="117890" y="37088"/>
                    </a:lnTo>
                    <a:lnTo>
                      <a:pt x="120765" y="3906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62" name="Surface grid line"/>
              <p:cNvSpPr/>
              <p:nvPr/>
            </p:nvSpPr>
            <p:spPr>
              <a:xfrm>
                <a:off x="15910432" y="1529145"/>
                <a:ext cx="1150287" cy="3719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48">
                    <a:moveTo>
                      <a:pt x="0" y="0"/>
                    </a:moveTo>
                    <a:lnTo>
                      <a:pt x="2875" y="1997"/>
                    </a:lnTo>
                    <a:lnTo>
                      <a:pt x="5751" y="3804"/>
                    </a:lnTo>
                    <a:lnTo>
                      <a:pt x="8626" y="5361"/>
                    </a:lnTo>
                    <a:lnTo>
                      <a:pt x="11501" y="6623"/>
                    </a:lnTo>
                    <a:lnTo>
                      <a:pt x="14377" y="7565"/>
                    </a:lnTo>
                    <a:lnTo>
                      <a:pt x="17252" y="8183"/>
                    </a:lnTo>
                    <a:lnTo>
                      <a:pt x="20128" y="8500"/>
                    </a:lnTo>
                    <a:lnTo>
                      <a:pt x="23003" y="8570"/>
                    </a:lnTo>
                    <a:lnTo>
                      <a:pt x="25878" y="8476"/>
                    </a:lnTo>
                    <a:lnTo>
                      <a:pt x="28754" y="8323"/>
                    </a:lnTo>
                    <a:lnTo>
                      <a:pt x="31629" y="8230"/>
                    </a:lnTo>
                    <a:lnTo>
                      <a:pt x="34504" y="8317"/>
                    </a:lnTo>
                    <a:lnTo>
                      <a:pt x="37380" y="8692"/>
                    </a:lnTo>
                    <a:lnTo>
                      <a:pt x="40255" y="9439"/>
                    </a:lnTo>
                    <a:lnTo>
                      <a:pt x="43130" y="10606"/>
                    </a:lnTo>
                    <a:lnTo>
                      <a:pt x="46006" y="12204"/>
                    </a:lnTo>
                    <a:lnTo>
                      <a:pt x="48881" y="14204"/>
                    </a:lnTo>
                    <a:lnTo>
                      <a:pt x="51756" y="16540"/>
                    </a:lnTo>
                    <a:lnTo>
                      <a:pt x="54632" y="19115"/>
                    </a:lnTo>
                    <a:lnTo>
                      <a:pt x="57507" y="21809"/>
                    </a:lnTo>
                    <a:lnTo>
                      <a:pt x="60383" y="24488"/>
                    </a:lnTo>
                    <a:lnTo>
                      <a:pt x="63258" y="27017"/>
                    </a:lnTo>
                    <a:lnTo>
                      <a:pt x="66133" y="29271"/>
                    </a:lnTo>
                    <a:lnTo>
                      <a:pt x="69009" y="31144"/>
                    </a:lnTo>
                    <a:lnTo>
                      <a:pt x="71884" y="32564"/>
                    </a:lnTo>
                    <a:lnTo>
                      <a:pt x="74759" y="33493"/>
                    </a:lnTo>
                    <a:lnTo>
                      <a:pt x="77635" y="33937"/>
                    </a:lnTo>
                    <a:lnTo>
                      <a:pt x="80510" y="33938"/>
                    </a:lnTo>
                    <a:lnTo>
                      <a:pt x="83385" y="33576"/>
                    </a:lnTo>
                    <a:lnTo>
                      <a:pt x="86261" y="32958"/>
                    </a:lnTo>
                    <a:lnTo>
                      <a:pt x="89136" y="32205"/>
                    </a:lnTo>
                    <a:lnTo>
                      <a:pt x="92011" y="31447"/>
                    </a:lnTo>
                    <a:lnTo>
                      <a:pt x="94887" y="30804"/>
                    </a:lnTo>
                    <a:lnTo>
                      <a:pt x="97762" y="30386"/>
                    </a:lnTo>
                    <a:lnTo>
                      <a:pt x="100638" y="30274"/>
                    </a:lnTo>
                    <a:lnTo>
                      <a:pt x="103513" y="30524"/>
                    </a:lnTo>
                    <a:lnTo>
                      <a:pt x="106388" y="31161"/>
                    </a:lnTo>
                    <a:lnTo>
                      <a:pt x="109264" y="32180"/>
                    </a:lnTo>
                    <a:lnTo>
                      <a:pt x="112139" y="33546"/>
                    </a:lnTo>
                    <a:lnTo>
                      <a:pt x="115014" y="35200"/>
                    </a:lnTo>
                    <a:lnTo>
                      <a:pt x="117890" y="37064"/>
                    </a:lnTo>
                    <a:lnTo>
                      <a:pt x="120765" y="390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63" name="Surface grid line"/>
              <p:cNvSpPr/>
              <p:nvPr/>
            </p:nvSpPr>
            <p:spPr>
              <a:xfrm>
                <a:off x="15933164" y="1523865"/>
                <a:ext cx="1150287" cy="37197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052">
                    <a:moveTo>
                      <a:pt x="0" y="0"/>
                    </a:moveTo>
                    <a:lnTo>
                      <a:pt x="2875" y="1960"/>
                    </a:lnTo>
                    <a:lnTo>
                      <a:pt x="5751" y="3718"/>
                    </a:lnTo>
                    <a:lnTo>
                      <a:pt x="8626" y="5223"/>
                    </a:lnTo>
                    <a:lnTo>
                      <a:pt x="11501" y="6433"/>
                    </a:lnTo>
                    <a:lnTo>
                      <a:pt x="14377" y="7327"/>
                    </a:lnTo>
                    <a:lnTo>
                      <a:pt x="17252" y="7901"/>
                    </a:lnTo>
                    <a:lnTo>
                      <a:pt x="20128" y="8183"/>
                    </a:lnTo>
                    <a:lnTo>
                      <a:pt x="23003" y="8228"/>
                    </a:lnTo>
                    <a:lnTo>
                      <a:pt x="25878" y="8126"/>
                    </a:lnTo>
                    <a:lnTo>
                      <a:pt x="28754" y="7991"/>
                    </a:lnTo>
                    <a:lnTo>
                      <a:pt x="31629" y="7952"/>
                    </a:lnTo>
                    <a:lnTo>
                      <a:pt x="34504" y="8140"/>
                    </a:lnTo>
                    <a:lnTo>
                      <a:pt x="37380" y="8671"/>
                    </a:lnTo>
                    <a:lnTo>
                      <a:pt x="40255" y="9631"/>
                    </a:lnTo>
                    <a:lnTo>
                      <a:pt x="43130" y="11068"/>
                    </a:lnTo>
                    <a:lnTo>
                      <a:pt x="46006" y="12984"/>
                    </a:lnTo>
                    <a:lnTo>
                      <a:pt x="48881" y="15335"/>
                    </a:lnTo>
                    <a:lnTo>
                      <a:pt x="51756" y="18038"/>
                    </a:lnTo>
                    <a:lnTo>
                      <a:pt x="54632" y="20973"/>
                    </a:lnTo>
                    <a:lnTo>
                      <a:pt x="57507" y="23996"/>
                    </a:lnTo>
                    <a:lnTo>
                      <a:pt x="60383" y="26951"/>
                    </a:lnTo>
                    <a:lnTo>
                      <a:pt x="63258" y="29683"/>
                    </a:lnTo>
                    <a:lnTo>
                      <a:pt x="66133" y="32050"/>
                    </a:lnTo>
                    <a:lnTo>
                      <a:pt x="69009" y="33937"/>
                    </a:lnTo>
                    <a:lnTo>
                      <a:pt x="71884" y="35270"/>
                    </a:lnTo>
                    <a:lnTo>
                      <a:pt x="74759" y="36017"/>
                    </a:lnTo>
                    <a:lnTo>
                      <a:pt x="77635" y="36199"/>
                    </a:lnTo>
                    <a:lnTo>
                      <a:pt x="80510" y="35879"/>
                    </a:lnTo>
                    <a:lnTo>
                      <a:pt x="83385" y="35165"/>
                    </a:lnTo>
                    <a:lnTo>
                      <a:pt x="86261" y="34187"/>
                    </a:lnTo>
                    <a:lnTo>
                      <a:pt x="89136" y="33095"/>
                    </a:lnTo>
                    <a:lnTo>
                      <a:pt x="92011" y="32038"/>
                    </a:lnTo>
                    <a:lnTo>
                      <a:pt x="94887" y="31153"/>
                    </a:lnTo>
                    <a:lnTo>
                      <a:pt x="97762" y="30555"/>
                    </a:lnTo>
                    <a:lnTo>
                      <a:pt x="100638" y="30326"/>
                    </a:lnTo>
                    <a:lnTo>
                      <a:pt x="103513" y="30515"/>
                    </a:lnTo>
                    <a:lnTo>
                      <a:pt x="106388" y="31135"/>
                    </a:lnTo>
                    <a:lnTo>
                      <a:pt x="109264" y="32165"/>
                    </a:lnTo>
                    <a:lnTo>
                      <a:pt x="112139" y="33554"/>
                    </a:lnTo>
                    <a:lnTo>
                      <a:pt x="115014" y="35227"/>
                    </a:lnTo>
                    <a:lnTo>
                      <a:pt x="117890" y="37093"/>
                    </a:lnTo>
                    <a:lnTo>
                      <a:pt x="120765" y="3905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64" name="Surface grid line"/>
              <p:cNvSpPr/>
              <p:nvPr/>
            </p:nvSpPr>
            <p:spPr>
              <a:xfrm>
                <a:off x="15955896" y="1518490"/>
                <a:ext cx="1150287" cy="37510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382">
                    <a:moveTo>
                      <a:pt x="0" y="0"/>
                    </a:moveTo>
                    <a:lnTo>
                      <a:pt x="2875" y="1926"/>
                    </a:lnTo>
                    <a:lnTo>
                      <a:pt x="5751" y="3649"/>
                    </a:lnTo>
                    <a:lnTo>
                      <a:pt x="8626" y="5122"/>
                    </a:lnTo>
                    <a:lnTo>
                      <a:pt x="11501" y="6309"/>
                    </a:lnTo>
                    <a:lnTo>
                      <a:pt x="14377" y="7188"/>
                    </a:lnTo>
                    <a:lnTo>
                      <a:pt x="17252" y="7755"/>
                    </a:lnTo>
                    <a:lnTo>
                      <a:pt x="20128" y="8034"/>
                    </a:lnTo>
                    <a:lnTo>
                      <a:pt x="23003" y="8083"/>
                    </a:lnTo>
                    <a:lnTo>
                      <a:pt x="25878" y="7997"/>
                    </a:lnTo>
                    <a:lnTo>
                      <a:pt x="28754" y="7898"/>
                    </a:lnTo>
                    <a:lnTo>
                      <a:pt x="31629" y="7928"/>
                    </a:lnTo>
                    <a:lnTo>
                      <a:pt x="34504" y="8233"/>
                    </a:lnTo>
                    <a:lnTo>
                      <a:pt x="37380" y="8937"/>
                    </a:lnTo>
                    <a:lnTo>
                      <a:pt x="40255" y="10135"/>
                    </a:lnTo>
                    <a:lnTo>
                      <a:pt x="43130" y="11874"/>
                    </a:lnTo>
                    <a:lnTo>
                      <a:pt x="46006" y="14148"/>
                    </a:lnTo>
                    <a:lnTo>
                      <a:pt x="48881" y="16902"/>
                    </a:lnTo>
                    <a:lnTo>
                      <a:pt x="51756" y="20030"/>
                    </a:lnTo>
                    <a:lnTo>
                      <a:pt x="54632" y="23389"/>
                    </a:lnTo>
                    <a:lnTo>
                      <a:pt x="57507" y="26809"/>
                    </a:lnTo>
                    <a:lnTo>
                      <a:pt x="60383" y="30107"/>
                    </a:lnTo>
                    <a:lnTo>
                      <a:pt x="63258" y="33100"/>
                    </a:lnTo>
                    <a:lnTo>
                      <a:pt x="66133" y="35627"/>
                    </a:lnTo>
                    <a:lnTo>
                      <a:pt x="69009" y="37561"/>
                    </a:lnTo>
                    <a:lnTo>
                      <a:pt x="71884" y="38821"/>
                    </a:lnTo>
                    <a:lnTo>
                      <a:pt x="74759" y="39382"/>
                    </a:lnTo>
                    <a:lnTo>
                      <a:pt x="77635" y="39278"/>
                    </a:lnTo>
                    <a:lnTo>
                      <a:pt x="80510" y="38598"/>
                    </a:lnTo>
                    <a:lnTo>
                      <a:pt x="83385" y="37475"/>
                    </a:lnTo>
                    <a:lnTo>
                      <a:pt x="86261" y="36075"/>
                    </a:lnTo>
                    <a:lnTo>
                      <a:pt x="89136" y="34574"/>
                    </a:lnTo>
                    <a:lnTo>
                      <a:pt x="92011" y="33147"/>
                    </a:lnTo>
                    <a:lnTo>
                      <a:pt x="94887" y="31949"/>
                    </a:lnTo>
                    <a:lnTo>
                      <a:pt x="97762" y="31104"/>
                    </a:lnTo>
                    <a:lnTo>
                      <a:pt x="100638" y="30697"/>
                    </a:lnTo>
                    <a:lnTo>
                      <a:pt x="103513" y="30768"/>
                    </a:lnTo>
                    <a:lnTo>
                      <a:pt x="106388" y="31320"/>
                    </a:lnTo>
                    <a:lnTo>
                      <a:pt x="109264" y="32314"/>
                    </a:lnTo>
                    <a:lnTo>
                      <a:pt x="112139" y="33683"/>
                    </a:lnTo>
                    <a:lnTo>
                      <a:pt x="115014" y="35336"/>
                    </a:lnTo>
                    <a:lnTo>
                      <a:pt x="117890" y="37169"/>
                    </a:lnTo>
                    <a:lnTo>
                      <a:pt x="120765" y="390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65" name="Surface grid line"/>
              <p:cNvSpPr/>
              <p:nvPr/>
            </p:nvSpPr>
            <p:spPr>
              <a:xfrm>
                <a:off x="15978627" y="1512968"/>
                <a:ext cx="1150287" cy="41442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3510">
                    <a:moveTo>
                      <a:pt x="0" y="0"/>
                    </a:moveTo>
                    <a:lnTo>
                      <a:pt x="2875" y="1899"/>
                    </a:lnTo>
                    <a:lnTo>
                      <a:pt x="5751" y="3603"/>
                    </a:lnTo>
                    <a:lnTo>
                      <a:pt x="8626" y="5071"/>
                    </a:lnTo>
                    <a:lnTo>
                      <a:pt x="11501" y="6269"/>
                    </a:lnTo>
                    <a:lnTo>
                      <a:pt x="14377" y="7170"/>
                    </a:lnTo>
                    <a:lnTo>
                      <a:pt x="17252" y="7767"/>
                    </a:lnTo>
                    <a:lnTo>
                      <a:pt x="20128" y="8078"/>
                    </a:lnTo>
                    <a:lnTo>
                      <a:pt x="23003" y="8161"/>
                    </a:lnTo>
                    <a:lnTo>
                      <a:pt x="25878" y="8113"/>
                    </a:lnTo>
                    <a:lnTo>
                      <a:pt x="28754" y="8066"/>
                    </a:lnTo>
                    <a:lnTo>
                      <a:pt x="31629" y="8177"/>
                    </a:lnTo>
                    <a:lnTo>
                      <a:pt x="34504" y="8606"/>
                    </a:lnTo>
                    <a:lnTo>
                      <a:pt x="37380" y="9494"/>
                    </a:lnTo>
                    <a:lnTo>
                      <a:pt x="40255" y="10944"/>
                    </a:lnTo>
                    <a:lnTo>
                      <a:pt x="43130" y="13007"/>
                    </a:lnTo>
                    <a:lnTo>
                      <a:pt x="46006" y="15671"/>
                    </a:lnTo>
                    <a:lnTo>
                      <a:pt x="48881" y="18867"/>
                    </a:lnTo>
                    <a:lnTo>
                      <a:pt x="51756" y="22470"/>
                    </a:lnTo>
                    <a:lnTo>
                      <a:pt x="54632" y="26309"/>
                    </a:lnTo>
                    <a:lnTo>
                      <a:pt x="57507" y="30185"/>
                    </a:lnTo>
                    <a:lnTo>
                      <a:pt x="60383" y="33882"/>
                    </a:lnTo>
                    <a:lnTo>
                      <a:pt x="63258" y="37191"/>
                    </a:lnTo>
                    <a:lnTo>
                      <a:pt x="66133" y="39923"/>
                    </a:lnTo>
                    <a:lnTo>
                      <a:pt x="69009" y="41934"/>
                    </a:lnTo>
                    <a:lnTo>
                      <a:pt x="71884" y="43136"/>
                    </a:lnTo>
                    <a:lnTo>
                      <a:pt x="74759" y="43510"/>
                    </a:lnTo>
                    <a:lnTo>
                      <a:pt x="77635" y="43102"/>
                    </a:lnTo>
                    <a:lnTo>
                      <a:pt x="80510" y="42028"/>
                    </a:lnTo>
                    <a:lnTo>
                      <a:pt x="83385" y="40453"/>
                    </a:lnTo>
                    <a:lnTo>
                      <a:pt x="86261" y="38574"/>
                    </a:lnTo>
                    <a:lnTo>
                      <a:pt x="89136" y="36602"/>
                    </a:lnTo>
                    <a:lnTo>
                      <a:pt x="92011" y="34742"/>
                    </a:lnTo>
                    <a:lnTo>
                      <a:pt x="94887" y="33168"/>
                    </a:lnTo>
                    <a:lnTo>
                      <a:pt x="97762" y="32015"/>
                    </a:lnTo>
                    <a:lnTo>
                      <a:pt x="100638" y="31372"/>
                    </a:lnTo>
                    <a:lnTo>
                      <a:pt x="103513" y="31272"/>
                    </a:lnTo>
                    <a:lnTo>
                      <a:pt x="106388" y="31706"/>
                    </a:lnTo>
                    <a:lnTo>
                      <a:pt x="109264" y="32618"/>
                    </a:lnTo>
                    <a:lnTo>
                      <a:pt x="112139" y="33925"/>
                    </a:lnTo>
                    <a:lnTo>
                      <a:pt x="115014" y="35520"/>
                    </a:lnTo>
                    <a:lnTo>
                      <a:pt x="117890" y="37285"/>
                    </a:lnTo>
                    <a:lnTo>
                      <a:pt x="120765" y="391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66" name="Surface grid line"/>
              <p:cNvSpPr/>
              <p:nvPr/>
            </p:nvSpPr>
            <p:spPr>
              <a:xfrm>
                <a:off x="16001359" y="1507234"/>
                <a:ext cx="1150287" cy="45870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8158">
                    <a:moveTo>
                      <a:pt x="0" y="0"/>
                    </a:moveTo>
                    <a:lnTo>
                      <a:pt x="2875" y="1882"/>
                    </a:lnTo>
                    <a:lnTo>
                      <a:pt x="5751" y="3587"/>
                    </a:lnTo>
                    <a:lnTo>
                      <a:pt x="8626" y="5079"/>
                    </a:lnTo>
                    <a:lnTo>
                      <a:pt x="11501" y="6322"/>
                    </a:lnTo>
                    <a:lnTo>
                      <a:pt x="14377" y="7286"/>
                    </a:lnTo>
                    <a:lnTo>
                      <a:pt x="17252" y="7952"/>
                    </a:lnTo>
                    <a:lnTo>
                      <a:pt x="20128" y="8331"/>
                    </a:lnTo>
                    <a:lnTo>
                      <a:pt x="23003" y="8476"/>
                    </a:lnTo>
                    <a:lnTo>
                      <a:pt x="25878" y="8485"/>
                    </a:lnTo>
                    <a:lnTo>
                      <a:pt x="28754" y="8500"/>
                    </a:lnTo>
                    <a:lnTo>
                      <a:pt x="31629" y="8695"/>
                    </a:lnTo>
                    <a:lnTo>
                      <a:pt x="34504" y="9248"/>
                    </a:lnTo>
                    <a:lnTo>
                      <a:pt x="37380" y="10318"/>
                    </a:lnTo>
                    <a:lnTo>
                      <a:pt x="40255" y="12020"/>
                    </a:lnTo>
                    <a:lnTo>
                      <a:pt x="43130" y="14411"/>
                    </a:lnTo>
                    <a:lnTo>
                      <a:pt x="46006" y="17476"/>
                    </a:lnTo>
                    <a:lnTo>
                      <a:pt x="48881" y="21131"/>
                    </a:lnTo>
                    <a:lnTo>
                      <a:pt x="51756" y="25232"/>
                    </a:lnTo>
                    <a:lnTo>
                      <a:pt x="54632" y="29581"/>
                    </a:lnTo>
                    <a:lnTo>
                      <a:pt x="57507" y="33945"/>
                    </a:lnTo>
                    <a:lnTo>
                      <a:pt x="60383" y="38077"/>
                    </a:lnTo>
                    <a:lnTo>
                      <a:pt x="63258" y="41733"/>
                    </a:lnTo>
                    <a:lnTo>
                      <a:pt x="66133" y="44699"/>
                    </a:lnTo>
                    <a:lnTo>
                      <a:pt x="69009" y="46810"/>
                    </a:lnTo>
                    <a:lnTo>
                      <a:pt x="71884" y="47968"/>
                    </a:lnTo>
                    <a:lnTo>
                      <a:pt x="74759" y="48158"/>
                    </a:lnTo>
                    <a:lnTo>
                      <a:pt x="77635" y="47441"/>
                    </a:lnTo>
                    <a:lnTo>
                      <a:pt x="80510" y="45957"/>
                    </a:lnTo>
                    <a:lnTo>
                      <a:pt x="83385" y="43904"/>
                    </a:lnTo>
                    <a:lnTo>
                      <a:pt x="86261" y="41516"/>
                    </a:lnTo>
                    <a:lnTo>
                      <a:pt x="89136" y="39039"/>
                    </a:lnTo>
                    <a:lnTo>
                      <a:pt x="92011" y="36706"/>
                    </a:lnTo>
                    <a:lnTo>
                      <a:pt x="94887" y="34715"/>
                    </a:lnTo>
                    <a:lnTo>
                      <a:pt x="97762" y="33214"/>
                    </a:lnTo>
                    <a:lnTo>
                      <a:pt x="100638" y="32293"/>
                    </a:lnTo>
                    <a:lnTo>
                      <a:pt x="103513" y="31982"/>
                    </a:lnTo>
                    <a:lnTo>
                      <a:pt x="106388" y="32258"/>
                    </a:lnTo>
                    <a:lnTo>
                      <a:pt x="109264" y="33052"/>
                    </a:lnTo>
                    <a:lnTo>
                      <a:pt x="112139" y="34261"/>
                    </a:lnTo>
                    <a:lnTo>
                      <a:pt x="115014" y="35763"/>
                    </a:lnTo>
                    <a:lnTo>
                      <a:pt x="117890" y="37428"/>
                    </a:lnTo>
                    <a:lnTo>
                      <a:pt x="120765" y="391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67" name="Surface grid line"/>
              <p:cNvSpPr/>
              <p:nvPr/>
            </p:nvSpPr>
            <p:spPr>
              <a:xfrm>
                <a:off x="16024091" y="1501204"/>
                <a:ext cx="1150287" cy="50398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2912">
                    <a:moveTo>
                      <a:pt x="0" y="0"/>
                    </a:moveTo>
                    <a:lnTo>
                      <a:pt x="2875" y="1876"/>
                    </a:lnTo>
                    <a:lnTo>
                      <a:pt x="5751" y="3602"/>
                    </a:lnTo>
                    <a:lnTo>
                      <a:pt x="8626" y="5148"/>
                    </a:lnTo>
                    <a:lnTo>
                      <a:pt x="11501" y="6474"/>
                    </a:lnTo>
                    <a:lnTo>
                      <a:pt x="14377" y="7538"/>
                    </a:lnTo>
                    <a:lnTo>
                      <a:pt x="17252" y="8312"/>
                    </a:lnTo>
                    <a:lnTo>
                      <a:pt x="20128" y="8793"/>
                    </a:lnTo>
                    <a:lnTo>
                      <a:pt x="23003" y="9024"/>
                    </a:lnTo>
                    <a:lnTo>
                      <a:pt x="25878" y="9105"/>
                    </a:lnTo>
                    <a:lnTo>
                      <a:pt x="28754" y="9187"/>
                    </a:lnTo>
                    <a:lnTo>
                      <a:pt x="31629" y="9461"/>
                    </a:lnTo>
                    <a:lnTo>
                      <a:pt x="34504" y="10124"/>
                    </a:lnTo>
                    <a:lnTo>
                      <a:pt x="37380" y="11357"/>
                    </a:lnTo>
                    <a:lnTo>
                      <a:pt x="40255" y="13289"/>
                    </a:lnTo>
                    <a:lnTo>
                      <a:pt x="43130" y="15985"/>
                    </a:lnTo>
                    <a:lnTo>
                      <a:pt x="46006" y="19428"/>
                    </a:lnTo>
                    <a:lnTo>
                      <a:pt x="48881" y="23524"/>
                    </a:lnTo>
                    <a:lnTo>
                      <a:pt x="51756" y="28107"/>
                    </a:lnTo>
                    <a:lnTo>
                      <a:pt x="54632" y="32952"/>
                    </a:lnTo>
                    <a:lnTo>
                      <a:pt x="57507" y="37796"/>
                    </a:lnTo>
                    <a:lnTo>
                      <a:pt x="60383" y="42357"/>
                    </a:lnTo>
                    <a:lnTo>
                      <a:pt x="63258" y="46359"/>
                    </a:lnTo>
                    <a:lnTo>
                      <a:pt x="66133" y="49560"/>
                    </a:lnTo>
                    <a:lnTo>
                      <a:pt x="69009" y="51775"/>
                    </a:lnTo>
                    <a:lnTo>
                      <a:pt x="71884" y="52897"/>
                    </a:lnTo>
                    <a:lnTo>
                      <a:pt x="74759" y="52912"/>
                    </a:lnTo>
                    <a:lnTo>
                      <a:pt x="77635" y="51897"/>
                    </a:lnTo>
                    <a:lnTo>
                      <a:pt x="80510" y="50016"/>
                    </a:lnTo>
                    <a:lnTo>
                      <a:pt x="83385" y="47497"/>
                    </a:lnTo>
                    <a:lnTo>
                      <a:pt x="86261" y="44610"/>
                    </a:lnTo>
                    <a:lnTo>
                      <a:pt x="89136" y="41634"/>
                    </a:lnTo>
                    <a:lnTo>
                      <a:pt x="92011" y="38832"/>
                    </a:lnTo>
                    <a:lnTo>
                      <a:pt x="94887" y="36422"/>
                    </a:lnTo>
                    <a:lnTo>
                      <a:pt x="97762" y="34567"/>
                    </a:lnTo>
                    <a:lnTo>
                      <a:pt x="100638" y="33358"/>
                    </a:lnTo>
                    <a:lnTo>
                      <a:pt x="103513" y="32821"/>
                    </a:lnTo>
                    <a:lnTo>
                      <a:pt x="106388" y="32920"/>
                    </a:lnTo>
                    <a:lnTo>
                      <a:pt x="109264" y="33572"/>
                    </a:lnTo>
                    <a:lnTo>
                      <a:pt x="112139" y="34658"/>
                    </a:lnTo>
                    <a:lnTo>
                      <a:pt x="115014" y="36043"/>
                    </a:lnTo>
                    <a:lnTo>
                      <a:pt x="117890" y="37585"/>
                    </a:lnTo>
                    <a:lnTo>
                      <a:pt x="120765" y="3915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68" name="Surface grid line"/>
              <p:cNvSpPr/>
              <p:nvPr/>
            </p:nvSpPr>
            <p:spPr>
              <a:xfrm>
                <a:off x="16046823" y="1494766"/>
                <a:ext cx="1150287" cy="54645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7371">
                    <a:moveTo>
                      <a:pt x="0" y="0"/>
                    </a:moveTo>
                    <a:lnTo>
                      <a:pt x="2875" y="1881"/>
                    </a:lnTo>
                    <a:lnTo>
                      <a:pt x="5751" y="3649"/>
                    </a:lnTo>
                    <a:lnTo>
                      <a:pt x="8626" y="5275"/>
                    </a:lnTo>
                    <a:lnTo>
                      <a:pt x="11501" y="6717"/>
                    </a:lnTo>
                    <a:lnTo>
                      <a:pt x="14377" y="7919"/>
                    </a:lnTo>
                    <a:lnTo>
                      <a:pt x="17252" y="8834"/>
                    </a:lnTo>
                    <a:lnTo>
                      <a:pt x="20128" y="9445"/>
                    </a:lnTo>
                    <a:lnTo>
                      <a:pt x="23003" y="9783"/>
                    </a:lnTo>
                    <a:lnTo>
                      <a:pt x="25878" y="9946"/>
                    </a:lnTo>
                    <a:lnTo>
                      <a:pt x="28754" y="10093"/>
                    </a:lnTo>
                    <a:lnTo>
                      <a:pt x="31629" y="10429"/>
                    </a:lnTo>
                    <a:lnTo>
                      <a:pt x="34504" y="11176"/>
                    </a:lnTo>
                    <a:lnTo>
                      <a:pt x="37380" y="12533"/>
                    </a:lnTo>
                    <a:lnTo>
                      <a:pt x="40255" y="14649"/>
                    </a:lnTo>
                    <a:lnTo>
                      <a:pt x="43130" y="17596"/>
                    </a:lnTo>
                    <a:lnTo>
                      <a:pt x="46006" y="21356"/>
                    </a:lnTo>
                    <a:lnTo>
                      <a:pt x="48881" y="25827"/>
                    </a:lnTo>
                    <a:lnTo>
                      <a:pt x="51756" y="30823"/>
                    </a:lnTo>
                    <a:lnTo>
                      <a:pt x="54632" y="36096"/>
                    </a:lnTo>
                    <a:lnTo>
                      <a:pt x="57507" y="41355"/>
                    </a:lnTo>
                    <a:lnTo>
                      <a:pt x="60383" y="46286"/>
                    </a:lnTo>
                    <a:lnTo>
                      <a:pt x="63258" y="50585"/>
                    </a:lnTo>
                    <a:lnTo>
                      <a:pt x="66133" y="53986"/>
                    </a:lnTo>
                    <a:lnTo>
                      <a:pt x="69009" y="56286"/>
                    </a:lnTo>
                    <a:lnTo>
                      <a:pt x="71884" y="57371"/>
                    </a:lnTo>
                    <a:lnTo>
                      <a:pt x="74759" y="57228"/>
                    </a:lnTo>
                    <a:lnTo>
                      <a:pt x="77635" y="55948"/>
                    </a:lnTo>
                    <a:lnTo>
                      <a:pt x="80510" y="53716"/>
                    </a:lnTo>
                    <a:lnTo>
                      <a:pt x="83385" y="50789"/>
                    </a:lnTo>
                    <a:lnTo>
                      <a:pt x="86261" y="47466"/>
                    </a:lnTo>
                    <a:lnTo>
                      <a:pt x="89136" y="44055"/>
                    </a:lnTo>
                    <a:lnTo>
                      <a:pt x="92011" y="40843"/>
                    </a:lnTo>
                    <a:lnTo>
                      <a:pt x="94887" y="38068"/>
                    </a:lnTo>
                    <a:lnTo>
                      <a:pt x="97762" y="35899"/>
                    </a:lnTo>
                    <a:lnTo>
                      <a:pt x="100638" y="34433"/>
                    </a:lnTo>
                    <a:lnTo>
                      <a:pt x="103513" y="33687"/>
                    </a:lnTo>
                    <a:lnTo>
                      <a:pt x="106388" y="33617"/>
                    </a:lnTo>
                    <a:lnTo>
                      <a:pt x="109264" y="34126"/>
                    </a:lnTo>
                    <a:lnTo>
                      <a:pt x="112139" y="35081"/>
                    </a:lnTo>
                    <a:lnTo>
                      <a:pt x="115014" y="36336"/>
                    </a:lnTo>
                    <a:lnTo>
                      <a:pt x="117890" y="37740"/>
                    </a:lnTo>
                    <a:lnTo>
                      <a:pt x="120765" y="3915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69" name="Surface grid line"/>
              <p:cNvSpPr/>
              <p:nvPr/>
            </p:nvSpPr>
            <p:spPr>
              <a:xfrm>
                <a:off x="16069555" y="1487785"/>
                <a:ext cx="1150287" cy="57900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0788">
                    <a:moveTo>
                      <a:pt x="0" y="0"/>
                    </a:moveTo>
                    <a:lnTo>
                      <a:pt x="2875" y="1894"/>
                    </a:lnTo>
                    <a:lnTo>
                      <a:pt x="5751" y="3719"/>
                    </a:lnTo>
                    <a:lnTo>
                      <a:pt x="8626" y="5450"/>
                    </a:lnTo>
                    <a:lnTo>
                      <a:pt x="11501" y="7035"/>
                    </a:lnTo>
                    <a:lnTo>
                      <a:pt x="14377" y="8404"/>
                    </a:lnTo>
                    <a:lnTo>
                      <a:pt x="17252" y="9490"/>
                    </a:lnTo>
                    <a:lnTo>
                      <a:pt x="20128" y="10254"/>
                    </a:lnTo>
                    <a:lnTo>
                      <a:pt x="23003" y="10715"/>
                    </a:lnTo>
                    <a:lnTo>
                      <a:pt x="25878" y="10963"/>
                    </a:lnTo>
                    <a:lnTo>
                      <a:pt x="28754" y="11165"/>
                    </a:lnTo>
                    <a:lnTo>
                      <a:pt x="31629" y="11541"/>
                    </a:lnTo>
                    <a:lnTo>
                      <a:pt x="34504" y="12331"/>
                    </a:lnTo>
                    <a:lnTo>
                      <a:pt x="37380" y="13757"/>
                    </a:lnTo>
                    <a:lnTo>
                      <a:pt x="40255" y="15984"/>
                    </a:lnTo>
                    <a:lnTo>
                      <a:pt x="43130" y="19093"/>
                    </a:lnTo>
                    <a:lnTo>
                      <a:pt x="46006" y="23068"/>
                    </a:lnTo>
                    <a:lnTo>
                      <a:pt x="48881" y="27799"/>
                    </a:lnTo>
                    <a:lnTo>
                      <a:pt x="51756" y="33086"/>
                    </a:lnTo>
                    <a:lnTo>
                      <a:pt x="54632" y="38660"/>
                    </a:lnTo>
                    <a:lnTo>
                      <a:pt x="57507" y="44209"/>
                    </a:lnTo>
                    <a:lnTo>
                      <a:pt x="60383" y="49394"/>
                    </a:lnTo>
                    <a:lnTo>
                      <a:pt x="63258" y="53892"/>
                    </a:lnTo>
                    <a:lnTo>
                      <a:pt x="66133" y="57416"/>
                    </a:lnTo>
                    <a:lnTo>
                      <a:pt x="69009" y="59754"/>
                    </a:lnTo>
                    <a:lnTo>
                      <a:pt x="71884" y="60788"/>
                    </a:lnTo>
                    <a:lnTo>
                      <a:pt x="74759" y="60509"/>
                    </a:lnTo>
                    <a:lnTo>
                      <a:pt x="77635" y="59021"/>
                    </a:lnTo>
                    <a:lnTo>
                      <a:pt x="80510" y="56525"/>
                    </a:lnTo>
                    <a:lnTo>
                      <a:pt x="83385" y="53298"/>
                    </a:lnTo>
                    <a:lnTo>
                      <a:pt x="86261" y="49660"/>
                    </a:lnTo>
                    <a:lnTo>
                      <a:pt x="89136" y="45940"/>
                    </a:lnTo>
                    <a:lnTo>
                      <a:pt x="92011" y="42439"/>
                    </a:lnTo>
                    <a:lnTo>
                      <a:pt x="94887" y="39407"/>
                    </a:lnTo>
                    <a:lnTo>
                      <a:pt x="97762" y="37019"/>
                    </a:lnTo>
                    <a:lnTo>
                      <a:pt x="100638" y="35369"/>
                    </a:lnTo>
                    <a:lnTo>
                      <a:pt x="103513" y="34471"/>
                    </a:lnTo>
                    <a:lnTo>
                      <a:pt x="106388" y="34270"/>
                    </a:lnTo>
                    <a:lnTo>
                      <a:pt x="109264" y="34658"/>
                    </a:lnTo>
                    <a:lnTo>
                      <a:pt x="112139" y="35492"/>
                    </a:lnTo>
                    <a:lnTo>
                      <a:pt x="115014" y="36618"/>
                    </a:lnTo>
                    <a:lnTo>
                      <a:pt x="117890" y="37881"/>
                    </a:lnTo>
                    <a:lnTo>
                      <a:pt x="120765" y="3914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70" name="Surface grid line"/>
              <p:cNvSpPr/>
              <p:nvPr/>
            </p:nvSpPr>
            <p:spPr>
              <a:xfrm>
                <a:off x="16092287" y="1480101"/>
                <a:ext cx="1150287" cy="59634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2609">
                    <a:moveTo>
                      <a:pt x="0" y="0"/>
                    </a:moveTo>
                    <a:lnTo>
                      <a:pt x="2875" y="1911"/>
                    </a:lnTo>
                    <a:lnTo>
                      <a:pt x="5751" y="3806"/>
                    </a:lnTo>
                    <a:lnTo>
                      <a:pt x="8626" y="5657"/>
                    </a:lnTo>
                    <a:lnTo>
                      <a:pt x="11501" y="7405"/>
                    </a:lnTo>
                    <a:lnTo>
                      <a:pt x="14377" y="8962"/>
                    </a:lnTo>
                    <a:lnTo>
                      <a:pt x="17252" y="10238"/>
                    </a:lnTo>
                    <a:lnTo>
                      <a:pt x="20128" y="11171"/>
                    </a:lnTo>
                    <a:lnTo>
                      <a:pt x="23003" y="11763"/>
                    </a:lnTo>
                    <a:lnTo>
                      <a:pt x="25878" y="12096"/>
                    </a:lnTo>
                    <a:lnTo>
                      <a:pt x="28754" y="12339"/>
                    </a:lnTo>
                    <a:lnTo>
                      <a:pt x="31629" y="12724"/>
                    </a:lnTo>
                    <a:lnTo>
                      <a:pt x="34504" y="13510"/>
                    </a:lnTo>
                    <a:lnTo>
                      <a:pt x="37380" y="14936"/>
                    </a:lnTo>
                    <a:lnTo>
                      <a:pt x="40255" y="17182"/>
                    </a:lnTo>
                    <a:lnTo>
                      <a:pt x="43130" y="20339"/>
                    </a:lnTo>
                    <a:lnTo>
                      <a:pt x="46006" y="24393"/>
                    </a:lnTo>
                    <a:lnTo>
                      <a:pt x="48881" y="29227"/>
                    </a:lnTo>
                    <a:lnTo>
                      <a:pt x="51756" y="34633"/>
                    </a:lnTo>
                    <a:lnTo>
                      <a:pt x="54632" y="40331"/>
                    </a:lnTo>
                    <a:lnTo>
                      <a:pt x="57507" y="45990"/>
                    </a:lnTo>
                    <a:lnTo>
                      <a:pt x="60383" y="51263"/>
                    </a:lnTo>
                    <a:lnTo>
                      <a:pt x="63258" y="55813"/>
                    </a:lnTo>
                    <a:lnTo>
                      <a:pt x="66133" y="59347"/>
                    </a:lnTo>
                    <a:lnTo>
                      <a:pt x="69009" y="61650"/>
                    </a:lnTo>
                    <a:lnTo>
                      <a:pt x="71884" y="62609"/>
                    </a:lnTo>
                    <a:lnTo>
                      <a:pt x="74759" y="62222"/>
                    </a:lnTo>
                    <a:lnTo>
                      <a:pt x="77635" y="60602"/>
                    </a:lnTo>
                    <a:lnTo>
                      <a:pt x="80510" y="57962"/>
                    </a:lnTo>
                    <a:lnTo>
                      <a:pt x="83385" y="54589"/>
                    </a:lnTo>
                    <a:lnTo>
                      <a:pt x="86261" y="50811"/>
                    </a:lnTo>
                    <a:lnTo>
                      <a:pt x="89136" y="46963"/>
                    </a:lnTo>
                    <a:lnTo>
                      <a:pt x="92011" y="43350"/>
                    </a:lnTo>
                    <a:lnTo>
                      <a:pt x="94887" y="40223"/>
                    </a:lnTo>
                    <a:lnTo>
                      <a:pt x="97762" y="37756"/>
                    </a:lnTo>
                    <a:lnTo>
                      <a:pt x="100638" y="36038"/>
                    </a:lnTo>
                    <a:lnTo>
                      <a:pt x="103513" y="35077"/>
                    </a:lnTo>
                    <a:lnTo>
                      <a:pt x="106388" y="34809"/>
                    </a:lnTo>
                    <a:lnTo>
                      <a:pt x="109264" y="35119"/>
                    </a:lnTo>
                    <a:lnTo>
                      <a:pt x="112139" y="35860"/>
                    </a:lnTo>
                    <a:lnTo>
                      <a:pt x="115014" y="36871"/>
                    </a:lnTo>
                    <a:lnTo>
                      <a:pt x="117890" y="37998"/>
                    </a:lnTo>
                    <a:lnTo>
                      <a:pt x="120765" y="3910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71" name="Surface grid line"/>
              <p:cNvSpPr/>
              <p:nvPr/>
            </p:nvSpPr>
            <p:spPr>
              <a:xfrm>
                <a:off x="16115019" y="1471542"/>
                <a:ext cx="1150287" cy="59497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2465">
                    <a:moveTo>
                      <a:pt x="0" y="0"/>
                    </a:moveTo>
                    <a:lnTo>
                      <a:pt x="2875" y="1928"/>
                    </a:lnTo>
                    <a:lnTo>
                      <a:pt x="5751" y="3894"/>
                    </a:lnTo>
                    <a:lnTo>
                      <a:pt x="8626" y="5872"/>
                    </a:lnTo>
                    <a:lnTo>
                      <a:pt x="11501" y="7792"/>
                    </a:lnTo>
                    <a:lnTo>
                      <a:pt x="14377" y="9547"/>
                    </a:lnTo>
                    <a:lnTo>
                      <a:pt x="17252" y="11024"/>
                    </a:lnTo>
                    <a:lnTo>
                      <a:pt x="20128" y="12135"/>
                    </a:lnTo>
                    <a:lnTo>
                      <a:pt x="23003" y="12862"/>
                    </a:lnTo>
                    <a:lnTo>
                      <a:pt x="25878" y="13277"/>
                    </a:lnTo>
                    <a:lnTo>
                      <a:pt x="28754" y="13546"/>
                    </a:lnTo>
                    <a:lnTo>
                      <a:pt x="31629" y="13910"/>
                    </a:lnTo>
                    <a:lnTo>
                      <a:pt x="34504" y="14641"/>
                    </a:lnTo>
                    <a:lnTo>
                      <a:pt x="37380" y="15993"/>
                    </a:lnTo>
                    <a:lnTo>
                      <a:pt x="40255" y="18158"/>
                    </a:lnTo>
                    <a:lnTo>
                      <a:pt x="43130" y="21234"/>
                    </a:lnTo>
                    <a:lnTo>
                      <a:pt x="46006" y="25210"/>
                    </a:lnTo>
                    <a:lnTo>
                      <a:pt x="48881" y="29967"/>
                    </a:lnTo>
                    <a:lnTo>
                      <a:pt x="51756" y="35291"/>
                    </a:lnTo>
                    <a:lnTo>
                      <a:pt x="54632" y="40899"/>
                    </a:lnTo>
                    <a:lnTo>
                      <a:pt x="57507" y="46456"/>
                    </a:lnTo>
                    <a:lnTo>
                      <a:pt x="60383" y="51613"/>
                    </a:lnTo>
                    <a:lnTo>
                      <a:pt x="63258" y="56036"/>
                    </a:lnTo>
                    <a:lnTo>
                      <a:pt x="66133" y="59439"/>
                    </a:lnTo>
                    <a:lnTo>
                      <a:pt x="69009" y="61616"/>
                    </a:lnTo>
                    <a:lnTo>
                      <a:pt x="71884" y="62465"/>
                    </a:lnTo>
                    <a:lnTo>
                      <a:pt x="74759" y="61997"/>
                    </a:lnTo>
                    <a:lnTo>
                      <a:pt x="77635" y="60336"/>
                    </a:lnTo>
                    <a:lnTo>
                      <a:pt x="80510" y="57697"/>
                    </a:lnTo>
                    <a:lnTo>
                      <a:pt x="83385" y="54365"/>
                    </a:lnTo>
                    <a:lnTo>
                      <a:pt x="86261" y="50660"/>
                    </a:lnTo>
                    <a:lnTo>
                      <a:pt x="89136" y="46905"/>
                    </a:lnTo>
                    <a:lnTo>
                      <a:pt x="92011" y="43397"/>
                    </a:lnTo>
                    <a:lnTo>
                      <a:pt x="94887" y="40373"/>
                    </a:lnTo>
                    <a:lnTo>
                      <a:pt x="97762" y="37999"/>
                    </a:lnTo>
                    <a:lnTo>
                      <a:pt x="100638" y="36355"/>
                    </a:lnTo>
                    <a:lnTo>
                      <a:pt x="103513" y="35442"/>
                    </a:lnTo>
                    <a:lnTo>
                      <a:pt x="106388" y="35191"/>
                    </a:lnTo>
                    <a:lnTo>
                      <a:pt x="109264" y="35482"/>
                    </a:lnTo>
                    <a:lnTo>
                      <a:pt x="112139" y="36167"/>
                    </a:lnTo>
                    <a:lnTo>
                      <a:pt x="115014" y="37087"/>
                    </a:lnTo>
                    <a:lnTo>
                      <a:pt x="117890" y="38093"/>
                    </a:lnTo>
                    <a:lnTo>
                      <a:pt x="120765" y="3905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72" name="Surface grid line"/>
              <p:cNvSpPr/>
              <p:nvPr/>
            </p:nvSpPr>
            <p:spPr>
              <a:xfrm>
                <a:off x="16137750" y="1461937"/>
                <a:ext cx="1150287" cy="57372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0234">
                    <a:moveTo>
                      <a:pt x="0" y="0"/>
                    </a:moveTo>
                    <a:lnTo>
                      <a:pt x="2875" y="1938"/>
                    </a:lnTo>
                    <a:lnTo>
                      <a:pt x="5751" y="3971"/>
                    </a:lnTo>
                    <a:lnTo>
                      <a:pt x="8626" y="6072"/>
                    </a:lnTo>
                    <a:lnTo>
                      <a:pt x="11501" y="8160"/>
                    </a:lnTo>
                    <a:lnTo>
                      <a:pt x="14377" y="10113"/>
                    </a:lnTo>
                    <a:lnTo>
                      <a:pt x="17252" y="11789"/>
                    </a:lnTo>
                    <a:lnTo>
                      <a:pt x="20128" y="13079"/>
                    </a:lnTo>
                    <a:lnTo>
                      <a:pt x="23003" y="13940"/>
                    </a:lnTo>
                    <a:lnTo>
                      <a:pt x="25878" y="14432"/>
                    </a:lnTo>
                    <a:lnTo>
                      <a:pt x="28754" y="14716"/>
                    </a:lnTo>
                    <a:lnTo>
                      <a:pt x="31629" y="15034"/>
                    </a:lnTo>
                    <a:lnTo>
                      <a:pt x="34504" y="15666"/>
                    </a:lnTo>
                    <a:lnTo>
                      <a:pt x="37380" y="16877"/>
                    </a:lnTo>
                    <a:lnTo>
                      <a:pt x="40255" y="18866"/>
                    </a:lnTo>
                    <a:lnTo>
                      <a:pt x="43130" y="21735"/>
                    </a:lnTo>
                    <a:lnTo>
                      <a:pt x="46006" y="25476"/>
                    </a:lnTo>
                    <a:lnTo>
                      <a:pt x="48881" y="29971"/>
                    </a:lnTo>
                    <a:lnTo>
                      <a:pt x="51756" y="35008"/>
                    </a:lnTo>
                    <a:lnTo>
                      <a:pt x="54632" y="40306"/>
                    </a:lnTo>
                    <a:lnTo>
                      <a:pt x="57507" y="45538"/>
                    </a:lnTo>
                    <a:lnTo>
                      <a:pt x="60383" y="50366"/>
                    </a:lnTo>
                    <a:lnTo>
                      <a:pt x="63258" y="54472"/>
                    </a:lnTo>
                    <a:lnTo>
                      <a:pt x="66133" y="57589"/>
                    </a:lnTo>
                    <a:lnTo>
                      <a:pt x="69009" y="59536"/>
                    </a:lnTo>
                    <a:lnTo>
                      <a:pt x="71884" y="60234"/>
                    </a:lnTo>
                    <a:lnTo>
                      <a:pt x="74759" y="59712"/>
                    </a:lnTo>
                    <a:lnTo>
                      <a:pt x="77635" y="58103"/>
                    </a:lnTo>
                    <a:lnTo>
                      <a:pt x="80510" y="55619"/>
                    </a:lnTo>
                    <a:lnTo>
                      <a:pt x="83385" y="52527"/>
                    </a:lnTo>
                    <a:lnTo>
                      <a:pt x="86261" y="49124"/>
                    </a:lnTo>
                    <a:lnTo>
                      <a:pt x="89136" y="45702"/>
                    </a:lnTo>
                    <a:lnTo>
                      <a:pt x="92011" y="42529"/>
                    </a:lnTo>
                    <a:lnTo>
                      <a:pt x="94887" y="39820"/>
                    </a:lnTo>
                    <a:lnTo>
                      <a:pt x="97762" y="37721"/>
                    </a:lnTo>
                    <a:lnTo>
                      <a:pt x="100638" y="36301"/>
                    </a:lnTo>
                    <a:lnTo>
                      <a:pt x="103513" y="35554"/>
                    </a:lnTo>
                    <a:lnTo>
                      <a:pt x="106388" y="35408"/>
                    </a:lnTo>
                    <a:lnTo>
                      <a:pt x="109264" y="35742"/>
                    </a:lnTo>
                    <a:lnTo>
                      <a:pt x="112139" y="36413"/>
                    </a:lnTo>
                    <a:lnTo>
                      <a:pt x="115014" y="37270"/>
                    </a:lnTo>
                    <a:lnTo>
                      <a:pt x="117890" y="38173"/>
                    </a:lnTo>
                    <a:lnTo>
                      <a:pt x="120765" y="3900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73" name="Surface grid line"/>
              <p:cNvSpPr/>
              <p:nvPr/>
            </p:nvSpPr>
            <p:spPr>
              <a:xfrm>
                <a:off x="16160482" y="1451127"/>
                <a:ext cx="1150287" cy="53396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6060">
                    <a:moveTo>
                      <a:pt x="0" y="0"/>
                    </a:moveTo>
                    <a:lnTo>
                      <a:pt x="2875" y="1935"/>
                    </a:lnTo>
                    <a:lnTo>
                      <a:pt x="5751" y="4020"/>
                    </a:lnTo>
                    <a:lnTo>
                      <a:pt x="8626" y="6229"/>
                    </a:lnTo>
                    <a:lnTo>
                      <a:pt x="11501" y="8473"/>
                    </a:lnTo>
                    <a:lnTo>
                      <a:pt x="14377" y="10608"/>
                    </a:lnTo>
                    <a:lnTo>
                      <a:pt x="17252" y="12474"/>
                    </a:lnTo>
                    <a:lnTo>
                      <a:pt x="20128" y="13935"/>
                    </a:lnTo>
                    <a:lnTo>
                      <a:pt x="23003" y="14927"/>
                    </a:lnTo>
                    <a:lnTo>
                      <a:pt x="25878" y="15493"/>
                    </a:lnTo>
                    <a:lnTo>
                      <a:pt x="28754" y="15785"/>
                    </a:lnTo>
                    <a:lnTo>
                      <a:pt x="31629" y="16043"/>
                    </a:lnTo>
                    <a:lnTo>
                      <a:pt x="34504" y="16548"/>
                    </a:lnTo>
                    <a:lnTo>
                      <a:pt x="37380" y="17567"/>
                    </a:lnTo>
                    <a:lnTo>
                      <a:pt x="40255" y="19303"/>
                    </a:lnTo>
                    <a:lnTo>
                      <a:pt x="43130" y="21860"/>
                    </a:lnTo>
                    <a:lnTo>
                      <a:pt x="46006" y="25231"/>
                    </a:lnTo>
                    <a:lnTo>
                      <a:pt x="48881" y="29302"/>
                    </a:lnTo>
                    <a:lnTo>
                      <a:pt x="51756" y="33868"/>
                    </a:lnTo>
                    <a:lnTo>
                      <a:pt x="54632" y="38656"/>
                    </a:lnTo>
                    <a:lnTo>
                      <a:pt x="57507" y="43359"/>
                    </a:lnTo>
                    <a:lnTo>
                      <a:pt x="60383" y="47660"/>
                    </a:lnTo>
                    <a:lnTo>
                      <a:pt x="63258" y="51267"/>
                    </a:lnTo>
                    <a:lnTo>
                      <a:pt x="66133" y="53949"/>
                    </a:lnTo>
                    <a:lnTo>
                      <a:pt x="69009" y="55561"/>
                    </a:lnTo>
                    <a:lnTo>
                      <a:pt x="71884" y="56060"/>
                    </a:lnTo>
                    <a:lnTo>
                      <a:pt x="74759" y="55502"/>
                    </a:lnTo>
                    <a:lnTo>
                      <a:pt x="77635" y="54031"/>
                    </a:lnTo>
                    <a:lnTo>
                      <a:pt x="80510" y="51849"/>
                    </a:lnTo>
                    <a:lnTo>
                      <a:pt x="83385" y="49192"/>
                    </a:lnTo>
                    <a:lnTo>
                      <a:pt x="86261" y="46312"/>
                    </a:lnTo>
                    <a:lnTo>
                      <a:pt x="89136" y="43452"/>
                    </a:lnTo>
                    <a:lnTo>
                      <a:pt x="92011" y="40835"/>
                    </a:lnTo>
                    <a:lnTo>
                      <a:pt x="94887" y="38638"/>
                    </a:lnTo>
                    <a:lnTo>
                      <a:pt x="97762" y="36984"/>
                    </a:lnTo>
                    <a:lnTo>
                      <a:pt x="100638" y="35927"/>
                    </a:lnTo>
                    <a:lnTo>
                      <a:pt x="103513" y="35452"/>
                    </a:lnTo>
                    <a:lnTo>
                      <a:pt x="106388" y="35489"/>
                    </a:lnTo>
                    <a:lnTo>
                      <a:pt x="109264" y="35923"/>
                    </a:lnTo>
                    <a:lnTo>
                      <a:pt x="112139" y="36618"/>
                    </a:lnTo>
                    <a:lnTo>
                      <a:pt x="115014" y="37437"/>
                    </a:lnTo>
                    <a:lnTo>
                      <a:pt x="117890" y="38254"/>
                    </a:lnTo>
                    <a:lnTo>
                      <a:pt x="120765" y="389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74" name="Surface grid line"/>
              <p:cNvSpPr/>
              <p:nvPr/>
            </p:nvSpPr>
            <p:spPr>
              <a:xfrm>
                <a:off x="16183214" y="1438993"/>
                <a:ext cx="1150287" cy="479170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0307">
                    <a:moveTo>
                      <a:pt x="0" y="0"/>
                    </a:moveTo>
                    <a:lnTo>
                      <a:pt x="2875" y="1913"/>
                    </a:lnTo>
                    <a:lnTo>
                      <a:pt x="5751" y="4029"/>
                    </a:lnTo>
                    <a:lnTo>
                      <a:pt x="8626" y="6322"/>
                    </a:lnTo>
                    <a:lnTo>
                      <a:pt x="11501" y="8694"/>
                    </a:lnTo>
                    <a:lnTo>
                      <a:pt x="14377" y="10989"/>
                    </a:lnTo>
                    <a:lnTo>
                      <a:pt x="17252" y="13024"/>
                    </a:lnTo>
                    <a:lnTo>
                      <a:pt x="20128" y="14642"/>
                    </a:lnTo>
                    <a:lnTo>
                      <a:pt x="23003" y="15760"/>
                    </a:lnTo>
                    <a:lnTo>
                      <a:pt x="25878" y="16400"/>
                    </a:lnTo>
                    <a:lnTo>
                      <a:pt x="28754" y="16704"/>
                    </a:lnTo>
                    <a:lnTo>
                      <a:pt x="31629" y="16901"/>
                    </a:lnTo>
                    <a:lnTo>
                      <a:pt x="34504" y="17269"/>
                    </a:lnTo>
                    <a:lnTo>
                      <a:pt x="37380" y="18071"/>
                    </a:lnTo>
                    <a:lnTo>
                      <a:pt x="40255" y="19506"/>
                    </a:lnTo>
                    <a:lnTo>
                      <a:pt x="43130" y="21680"/>
                    </a:lnTo>
                    <a:lnTo>
                      <a:pt x="46006" y="24586"/>
                    </a:lnTo>
                    <a:lnTo>
                      <a:pt x="48881" y="28113"/>
                    </a:lnTo>
                    <a:lnTo>
                      <a:pt x="51756" y="32068"/>
                    </a:lnTo>
                    <a:lnTo>
                      <a:pt x="54632" y="36194"/>
                    </a:lnTo>
                    <a:lnTo>
                      <a:pt x="57507" y="40205"/>
                    </a:lnTo>
                    <a:lnTo>
                      <a:pt x="60383" y="43813"/>
                    </a:lnTo>
                    <a:lnTo>
                      <a:pt x="63258" y="46768"/>
                    </a:lnTo>
                    <a:lnTo>
                      <a:pt x="66133" y="48881"/>
                    </a:lnTo>
                    <a:lnTo>
                      <a:pt x="69009" y="50058"/>
                    </a:lnTo>
                    <a:lnTo>
                      <a:pt x="71884" y="50307"/>
                    </a:lnTo>
                    <a:lnTo>
                      <a:pt x="74759" y="49720"/>
                    </a:lnTo>
                    <a:lnTo>
                      <a:pt x="77635" y="48455"/>
                    </a:lnTo>
                    <a:lnTo>
                      <a:pt x="80510" y="46700"/>
                    </a:lnTo>
                    <a:lnTo>
                      <a:pt x="83385" y="44649"/>
                    </a:lnTo>
                    <a:lnTo>
                      <a:pt x="86261" y="42487"/>
                    </a:lnTo>
                    <a:lnTo>
                      <a:pt x="89136" y="40391"/>
                    </a:lnTo>
                    <a:lnTo>
                      <a:pt x="92011" y="38518"/>
                    </a:lnTo>
                    <a:lnTo>
                      <a:pt x="94887" y="36999"/>
                    </a:lnTo>
                    <a:lnTo>
                      <a:pt x="97762" y="35927"/>
                    </a:lnTo>
                    <a:lnTo>
                      <a:pt x="100638" y="35338"/>
                    </a:lnTo>
                    <a:lnTo>
                      <a:pt x="103513" y="35217"/>
                    </a:lnTo>
                    <a:lnTo>
                      <a:pt x="106388" y="35494"/>
                    </a:lnTo>
                    <a:lnTo>
                      <a:pt x="109264" y="36067"/>
                    </a:lnTo>
                    <a:lnTo>
                      <a:pt x="112139" y="36814"/>
                    </a:lnTo>
                    <a:lnTo>
                      <a:pt x="115014" y="37613"/>
                    </a:lnTo>
                    <a:lnTo>
                      <a:pt x="117890" y="38359"/>
                    </a:lnTo>
                    <a:lnTo>
                      <a:pt x="120765" y="3897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75" name="Surface grid line"/>
              <p:cNvSpPr/>
              <p:nvPr/>
            </p:nvSpPr>
            <p:spPr>
              <a:xfrm>
                <a:off x="16205946" y="1425463"/>
                <a:ext cx="1150287" cy="414540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3521">
                    <a:moveTo>
                      <a:pt x="0" y="0"/>
                    </a:moveTo>
                    <a:lnTo>
                      <a:pt x="2875" y="1868"/>
                    </a:lnTo>
                    <a:lnTo>
                      <a:pt x="5751" y="3988"/>
                    </a:lnTo>
                    <a:lnTo>
                      <a:pt x="8626" y="6332"/>
                    </a:lnTo>
                    <a:lnTo>
                      <a:pt x="11501" y="8798"/>
                    </a:lnTo>
                    <a:lnTo>
                      <a:pt x="14377" y="11218"/>
                    </a:lnTo>
                    <a:lnTo>
                      <a:pt x="17252" y="13394"/>
                    </a:lnTo>
                    <a:lnTo>
                      <a:pt x="20128" y="15151"/>
                    </a:lnTo>
                    <a:lnTo>
                      <a:pt x="23003" y="16386"/>
                    </a:lnTo>
                    <a:lnTo>
                      <a:pt x="25878" y="17104"/>
                    </a:lnTo>
                    <a:lnTo>
                      <a:pt x="28754" y="17431"/>
                    </a:lnTo>
                    <a:lnTo>
                      <a:pt x="31629" y="17583"/>
                    </a:lnTo>
                    <a:lnTo>
                      <a:pt x="34504" y="17826"/>
                    </a:lnTo>
                    <a:lnTo>
                      <a:pt x="37380" y="18413"/>
                    </a:lnTo>
                    <a:lnTo>
                      <a:pt x="40255" y="19538"/>
                    </a:lnTo>
                    <a:lnTo>
                      <a:pt x="43130" y="21300"/>
                    </a:lnTo>
                    <a:lnTo>
                      <a:pt x="46006" y="23693"/>
                    </a:lnTo>
                    <a:lnTo>
                      <a:pt x="48881" y="26612"/>
                    </a:lnTo>
                    <a:lnTo>
                      <a:pt x="51756" y="29874"/>
                    </a:lnTo>
                    <a:lnTo>
                      <a:pt x="54632" y="33241"/>
                    </a:lnTo>
                    <a:lnTo>
                      <a:pt x="57507" y="36453"/>
                    </a:lnTo>
                    <a:lnTo>
                      <a:pt x="60383" y="39255"/>
                    </a:lnTo>
                    <a:lnTo>
                      <a:pt x="63258" y="41438"/>
                    </a:lnTo>
                    <a:lnTo>
                      <a:pt x="66133" y="42871"/>
                    </a:lnTo>
                    <a:lnTo>
                      <a:pt x="69009" y="43521"/>
                    </a:lnTo>
                    <a:lnTo>
                      <a:pt x="71884" y="43460"/>
                    </a:lnTo>
                    <a:lnTo>
                      <a:pt x="74759" y="42834"/>
                    </a:lnTo>
                    <a:lnTo>
                      <a:pt x="77635" y="41821"/>
                    </a:lnTo>
                    <a:lnTo>
                      <a:pt x="80510" y="40592"/>
                    </a:lnTo>
                    <a:lnTo>
                      <a:pt x="83385" y="39284"/>
                    </a:lnTo>
                    <a:lnTo>
                      <a:pt x="86261" y="38001"/>
                    </a:lnTo>
                    <a:lnTo>
                      <a:pt x="89136" y="36827"/>
                    </a:lnTo>
                    <a:lnTo>
                      <a:pt x="92011" y="35844"/>
                    </a:lnTo>
                    <a:lnTo>
                      <a:pt x="94887" y="35125"/>
                    </a:lnTo>
                    <a:lnTo>
                      <a:pt x="97762" y="34726"/>
                    </a:lnTo>
                    <a:lnTo>
                      <a:pt x="100638" y="34674"/>
                    </a:lnTo>
                    <a:lnTo>
                      <a:pt x="103513" y="34952"/>
                    </a:lnTo>
                    <a:lnTo>
                      <a:pt x="106388" y="35500"/>
                    </a:lnTo>
                    <a:lnTo>
                      <a:pt x="109264" y="36230"/>
                    </a:lnTo>
                    <a:lnTo>
                      <a:pt x="112139" y="37039"/>
                    </a:lnTo>
                    <a:lnTo>
                      <a:pt x="115014" y="37826"/>
                    </a:lnTo>
                    <a:lnTo>
                      <a:pt x="117890" y="38508"/>
                    </a:lnTo>
                    <a:lnTo>
                      <a:pt x="120765" y="3902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76" name="Surface grid line"/>
              <p:cNvSpPr/>
              <p:nvPr/>
            </p:nvSpPr>
            <p:spPr>
              <a:xfrm>
                <a:off x="16228678" y="1410529"/>
                <a:ext cx="1150287" cy="37289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149">
                    <a:moveTo>
                      <a:pt x="0" y="0"/>
                    </a:moveTo>
                    <a:lnTo>
                      <a:pt x="2875" y="1799"/>
                    </a:lnTo>
                    <a:lnTo>
                      <a:pt x="5751" y="3890"/>
                    </a:lnTo>
                    <a:lnTo>
                      <a:pt x="8626" y="6247"/>
                    </a:lnTo>
                    <a:lnTo>
                      <a:pt x="11501" y="8766"/>
                    </a:lnTo>
                    <a:lnTo>
                      <a:pt x="14377" y="11271"/>
                    </a:lnTo>
                    <a:lnTo>
                      <a:pt x="17252" y="13553"/>
                    </a:lnTo>
                    <a:lnTo>
                      <a:pt x="20128" y="15425"/>
                    </a:lnTo>
                    <a:lnTo>
                      <a:pt x="23003" y="16767"/>
                    </a:lnTo>
                    <a:lnTo>
                      <a:pt x="25878" y="17569"/>
                    </a:lnTo>
                    <a:lnTo>
                      <a:pt x="28754" y="17938"/>
                    </a:lnTo>
                    <a:lnTo>
                      <a:pt x="31629" y="18073"/>
                    </a:lnTo>
                    <a:lnTo>
                      <a:pt x="34504" y="18222"/>
                    </a:lnTo>
                    <a:lnTo>
                      <a:pt x="37380" y="18625"/>
                    </a:lnTo>
                    <a:lnTo>
                      <a:pt x="40255" y="19463"/>
                    </a:lnTo>
                    <a:lnTo>
                      <a:pt x="43130" y="20828"/>
                    </a:lnTo>
                    <a:lnTo>
                      <a:pt x="46006" y="22711"/>
                    </a:lnTo>
                    <a:lnTo>
                      <a:pt x="48881" y="25012"/>
                    </a:lnTo>
                    <a:lnTo>
                      <a:pt x="51756" y="27561"/>
                    </a:lnTo>
                    <a:lnTo>
                      <a:pt x="54632" y="30135"/>
                    </a:lnTo>
                    <a:lnTo>
                      <a:pt x="57507" y="32498"/>
                    </a:lnTo>
                    <a:lnTo>
                      <a:pt x="60383" y="34427"/>
                    </a:lnTo>
                    <a:lnTo>
                      <a:pt x="63258" y="35757"/>
                    </a:lnTo>
                    <a:lnTo>
                      <a:pt x="66133" y="36416"/>
                    </a:lnTo>
                    <a:lnTo>
                      <a:pt x="69009" y="36451"/>
                    </a:lnTo>
                    <a:lnTo>
                      <a:pt x="71884" y="36013"/>
                    </a:lnTo>
                    <a:lnTo>
                      <a:pt x="74759" y="35317"/>
                    </a:lnTo>
                    <a:lnTo>
                      <a:pt x="77635" y="34577"/>
                    </a:lnTo>
                    <a:lnTo>
                      <a:pt x="80510" y="33943"/>
                    </a:lnTo>
                    <a:lnTo>
                      <a:pt x="83385" y="33484"/>
                    </a:lnTo>
                    <a:lnTo>
                      <a:pt x="86261" y="33204"/>
                    </a:lnTo>
                    <a:lnTo>
                      <a:pt x="89136" y="33075"/>
                    </a:lnTo>
                    <a:lnTo>
                      <a:pt x="92011" y="33084"/>
                    </a:lnTo>
                    <a:lnTo>
                      <a:pt x="94887" y="33239"/>
                    </a:lnTo>
                    <a:lnTo>
                      <a:pt x="97762" y="33564"/>
                    </a:lnTo>
                    <a:lnTo>
                      <a:pt x="100638" y="34074"/>
                    </a:lnTo>
                    <a:lnTo>
                      <a:pt x="103513" y="34760"/>
                    </a:lnTo>
                    <a:lnTo>
                      <a:pt x="106388" y="35578"/>
                    </a:lnTo>
                    <a:lnTo>
                      <a:pt x="109264" y="36461"/>
                    </a:lnTo>
                    <a:lnTo>
                      <a:pt x="112139" y="37327"/>
                    </a:lnTo>
                    <a:lnTo>
                      <a:pt x="115014" y="38100"/>
                    </a:lnTo>
                    <a:lnTo>
                      <a:pt x="117890" y="38719"/>
                    </a:lnTo>
                    <a:lnTo>
                      <a:pt x="120765" y="3914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77" name="Surface grid line"/>
              <p:cNvSpPr/>
              <p:nvPr/>
            </p:nvSpPr>
            <p:spPr>
              <a:xfrm>
                <a:off x="16251410" y="1394254"/>
                <a:ext cx="1150287" cy="374782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347">
                    <a:moveTo>
                      <a:pt x="0" y="0"/>
                    </a:moveTo>
                    <a:lnTo>
                      <a:pt x="2875" y="1705"/>
                    </a:lnTo>
                    <a:lnTo>
                      <a:pt x="5751" y="3735"/>
                    </a:lnTo>
                    <a:lnTo>
                      <a:pt x="8626" y="6066"/>
                    </a:lnTo>
                    <a:lnTo>
                      <a:pt x="11501" y="8592"/>
                    </a:lnTo>
                    <a:lnTo>
                      <a:pt x="14377" y="11136"/>
                    </a:lnTo>
                    <a:lnTo>
                      <a:pt x="17252" y="13486"/>
                    </a:lnTo>
                    <a:lnTo>
                      <a:pt x="20128" y="15443"/>
                    </a:lnTo>
                    <a:lnTo>
                      <a:pt x="23003" y="16880"/>
                    </a:lnTo>
                    <a:lnTo>
                      <a:pt x="25878" y="17770"/>
                    </a:lnTo>
                    <a:lnTo>
                      <a:pt x="28754" y="18202"/>
                    </a:lnTo>
                    <a:lnTo>
                      <a:pt x="31629" y="18355"/>
                    </a:lnTo>
                    <a:lnTo>
                      <a:pt x="34504" y="18458"/>
                    </a:lnTo>
                    <a:lnTo>
                      <a:pt x="37380" y="18728"/>
                    </a:lnTo>
                    <a:lnTo>
                      <a:pt x="40255" y="19332"/>
                    </a:lnTo>
                    <a:lnTo>
                      <a:pt x="43130" y="20349"/>
                    </a:lnTo>
                    <a:lnTo>
                      <a:pt x="46006" y="21769"/>
                    </a:lnTo>
                    <a:lnTo>
                      <a:pt x="48881" y="23495"/>
                    </a:lnTo>
                    <a:lnTo>
                      <a:pt x="51756" y="25361"/>
                    </a:lnTo>
                    <a:lnTo>
                      <a:pt x="54632" y="27162"/>
                    </a:lnTo>
                    <a:lnTo>
                      <a:pt x="57507" y="28675"/>
                    </a:lnTo>
                    <a:lnTo>
                      <a:pt x="60383" y="29704"/>
                    </a:lnTo>
                    <a:lnTo>
                      <a:pt x="63258" y="30124"/>
                    </a:lnTo>
                    <a:lnTo>
                      <a:pt x="66133" y="29930"/>
                    </a:lnTo>
                    <a:lnTo>
                      <a:pt x="69009" y="29257"/>
                    </a:lnTo>
                    <a:lnTo>
                      <a:pt x="71884" y="28360"/>
                    </a:lnTo>
                    <a:lnTo>
                      <a:pt x="74759" y="27545"/>
                    </a:lnTo>
                    <a:lnTo>
                      <a:pt x="77635" y="27073"/>
                    </a:lnTo>
                    <a:lnTo>
                      <a:pt x="80510" y="27080"/>
                    </a:lnTo>
                    <a:lnTo>
                      <a:pt x="83385" y="27554"/>
                    </a:lnTo>
                    <a:lnTo>
                      <a:pt x="86261" y="28375"/>
                    </a:lnTo>
                    <a:lnTo>
                      <a:pt x="89136" y="29384"/>
                    </a:lnTo>
                    <a:lnTo>
                      <a:pt x="92011" y="30455"/>
                    </a:lnTo>
                    <a:lnTo>
                      <a:pt x="94887" y="31525"/>
                    </a:lnTo>
                    <a:lnTo>
                      <a:pt x="97762" y="32585"/>
                    </a:lnTo>
                    <a:lnTo>
                      <a:pt x="100638" y="33649"/>
                    </a:lnTo>
                    <a:lnTo>
                      <a:pt x="103513" y="34722"/>
                    </a:lnTo>
                    <a:lnTo>
                      <a:pt x="106388" y="35786"/>
                    </a:lnTo>
                    <a:lnTo>
                      <a:pt x="109264" y="36798"/>
                    </a:lnTo>
                    <a:lnTo>
                      <a:pt x="112139" y="37703"/>
                    </a:lnTo>
                    <a:lnTo>
                      <a:pt x="115014" y="38450"/>
                    </a:lnTo>
                    <a:lnTo>
                      <a:pt x="117890" y="39002"/>
                    </a:lnTo>
                    <a:lnTo>
                      <a:pt x="120765" y="3934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78" name="Surface grid line"/>
              <p:cNvSpPr/>
              <p:nvPr/>
            </p:nvSpPr>
            <p:spPr>
              <a:xfrm>
                <a:off x="16274142" y="1376769"/>
                <a:ext cx="1150287" cy="37737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619">
                    <a:moveTo>
                      <a:pt x="0" y="0"/>
                    </a:moveTo>
                    <a:lnTo>
                      <a:pt x="2875" y="1590"/>
                    </a:lnTo>
                    <a:lnTo>
                      <a:pt x="5751" y="3527"/>
                    </a:lnTo>
                    <a:lnTo>
                      <a:pt x="8626" y="5792"/>
                    </a:lnTo>
                    <a:lnTo>
                      <a:pt x="11501" y="8280"/>
                    </a:lnTo>
                    <a:lnTo>
                      <a:pt x="14377" y="10816"/>
                    </a:lnTo>
                    <a:lnTo>
                      <a:pt x="17252" y="13189"/>
                    </a:lnTo>
                    <a:lnTo>
                      <a:pt x="20128" y="15199"/>
                    </a:lnTo>
                    <a:lnTo>
                      <a:pt x="23003" y="16712"/>
                    </a:lnTo>
                    <a:lnTo>
                      <a:pt x="25878" y="17690"/>
                    </a:lnTo>
                    <a:lnTo>
                      <a:pt x="28754" y="18205"/>
                    </a:lnTo>
                    <a:lnTo>
                      <a:pt x="31629" y="18414"/>
                    </a:lnTo>
                    <a:lnTo>
                      <a:pt x="34504" y="18522"/>
                    </a:lnTo>
                    <a:lnTo>
                      <a:pt x="37380" y="18723"/>
                    </a:lnTo>
                    <a:lnTo>
                      <a:pt x="40255" y="19164"/>
                    </a:lnTo>
                    <a:lnTo>
                      <a:pt x="43130" y="19911"/>
                    </a:lnTo>
                    <a:lnTo>
                      <a:pt x="46006" y="20947"/>
                    </a:lnTo>
                    <a:lnTo>
                      <a:pt x="48881" y="22174"/>
                    </a:lnTo>
                    <a:lnTo>
                      <a:pt x="51756" y="23431"/>
                    </a:lnTo>
                    <a:lnTo>
                      <a:pt x="54632" y="24514"/>
                    </a:lnTo>
                    <a:lnTo>
                      <a:pt x="57507" y="25209"/>
                    </a:lnTo>
                    <a:lnTo>
                      <a:pt x="60383" y="25336"/>
                    </a:lnTo>
                    <a:lnTo>
                      <a:pt x="63258" y="24805"/>
                    </a:lnTo>
                    <a:lnTo>
                      <a:pt x="66133" y="23679"/>
                    </a:lnTo>
                    <a:lnTo>
                      <a:pt x="69009" y="22196"/>
                    </a:lnTo>
                    <a:lnTo>
                      <a:pt x="71884" y="20741"/>
                    </a:lnTo>
                    <a:lnTo>
                      <a:pt x="74759" y="19736"/>
                    </a:lnTo>
                    <a:lnTo>
                      <a:pt x="77635" y="19510"/>
                    </a:lnTo>
                    <a:lnTo>
                      <a:pt x="80510" y="20189"/>
                    </a:lnTo>
                    <a:lnTo>
                      <a:pt x="83385" y="21668"/>
                    </a:lnTo>
                    <a:lnTo>
                      <a:pt x="86261" y="23678"/>
                    </a:lnTo>
                    <a:lnTo>
                      <a:pt x="89136" y="25903"/>
                    </a:lnTo>
                    <a:lnTo>
                      <a:pt x="92011" y="28089"/>
                    </a:lnTo>
                    <a:lnTo>
                      <a:pt x="94887" y="30094"/>
                    </a:lnTo>
                    <a:lnTo>
                      <a:pt x="97762" y="31879"/>
                    </a:lnTo>
                    <a:lnTo>
                      <a:pt x="100638" y="33465"/>
                    </a:lnTo>
                    <a:lnTo>
                      <a:pt x="103513" y="34886"/>
                    </a:lnTo>
                    <a:lnTo>
                      <a:pt x="106388" y="36153"/>
                    </a:lnTo>
                    <a:lnTo>
                      <a:pt x="109264" y="37258"/>
                    </a:lnTo>
                    <a:lnTo>
                      <a:pt x="112139" y="38175"/>
                    </a:lnTo>
                    <a:lnTo>
                      <a:pt x="115014" y="38879"/>
                    </a:lnTo>
                    <a:lnTo>
                      <a:pt x="117890" y="39358"/>
                    </a:lnTo>
                    <a:lnTo>
                      <a:pt x="120765" y="3961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79" name="Surface grid line"/>
              <p:cNvSpPr/>
              <p:nvPr/>
            </p:nvSpPr>
            <p:spPr>
              <a:xfrm>
                <a:off x="16296873" y="1358265"/>
                <a:ext cx="1150287" cy="38057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39956">
                    <a:moveTo>
                      <a:pt x="0" y="0"/>
                    </a:moveTo>
                    <a:lnTo>
                      <a:pt x="2875" y="1456"/>
                    </a:lnTo>
                    <a:lnTo>
                      <a:pt x="5751" y="3275"/>
                    </a:lnTo>
                    <a:lnTo>
                      <a:pt x="8626" y="5437"/>
                    </a:lnTo>
                    <a:lnTo>
                      <a:pt x="11501" y="7843"/>
                    </a:lnTo>
                    <a:lnTo>
                      <a:pt x="14377" y="10323"/>
                    </a:lnTo>
                    <a:lnTo>
                      <a:pt x="17252" y="12672"/>
                    </a:lnTo>
                    <a:lnTo>
                      <a:pt x="20128" y="14696"/>
                    </a:lnTo>
                    <a:lnTo>
                      <a:pt x="23003" y="16259"/>
                    </a:lnTo>
                    <a:lnTo>
                      <a:pt x="25878" y="17317"/>
                    </a:lnTo>
                    <a:lnTo>
                      <a:pt x="28754" y="17926"/>
                    </a:lnTo>
                    <a:lnTo>
                      <a:pt x="31629" y="18224"/>
                    </a:lnTo>
                    <a:lnTo>
                      <a:pt x="34504" y="18387"/>
                    </a:lnTo>
                    <a:lnTo>
                      <a:pt x="37380" y="18586"/>
                    </a:lnTo>
                    <a:lnTo>
                      <a:pt x="40255" y="18945"/>
                    </a:lnTo>
                    <a:lnTo>
                      <a:pt x="43130" y="19514"/>
                    </a:lnTo>
                    <a:lnTo>
                      <a:pt x="46006" y="20264"/>
                    </a:lnTo>
                    <a:lnTo>
                      <a:pt x="48881" y="21092"/>
                    </a:lnTo>
                    <a:lnTo>
                      <a:pt x="51756" y="21833"/>
                    </a:lnTo>
                    <a:lnTo>
                      <a:pt x="54632" y="22277"/>
                    </a:lnTo>
                    <a:lnTo>
                      <a:pt x="57507" y="22205"/>
                    </a:lnTo>
                    <a:lnTo>
                      <a:pt x="60383" y="21438"/>
                    </a:lnTo>
                    <a:lnTo>
                      <a:pt x="63258" y="19915"/>
                    </a:lnTo>
                    <a:lnTo>
                      <a:pt x="66133" y="17769"/>
                    </a:lnTo>
                    <a:lnTo>
                      <a:pt x="69009" y="15361"/>
                    </a:lnTo>
                    <a:lnTo>
                      <a:pt x="71884" y="13229"/>
                    </a:lnTo>
                    <a:lnTo>
                      <a:pt x="74759" y="11948"/>
                    </a:lnTo>
                    <a:lnTo>
                      <a:pt x="77635" y="11935"/>
                    </a:lnTo>
                    <a:lnTo>
                      <a:pt x="80510" y="13311"/>
                    </a:lnTo>
                    <a:lnTo>
                      <a:pt x="83385" y="15864"/>
                    </a:lnTo>
                    <a:lnTo>
                      <a:pt x="86261" y="19153"/>
                    </a:lnTo>
                    <a:lnTo>
                      <a:pt x="89136" y="22674"/>
                    </a:lnTo>
                    <a:lnTo>
                      <a:pt x="92011" y="26026"/>
                    </a:lnTo>
                    <a:lnTo>
                      <a:pt x="94887" y="28979"/>
                    </a:lnTo>
                    <a:lnTo>
                      <a:pt x="97762" y="31470"/>
                    </a:lnTo>
                    <a:lnTo>
                      <a:pt x="100638" y="33539"/>
                    </a:lnTo>
                    <a:lnTo>
                      <a:pt x="103513" y="35257"/>
                    </a:lnTo>
                    <a:lnTo>
                      <a:pt x="106388" y="36680"/>
                    </a:lnTo>
                    <a:lnTo>
                      <a:pt x="109264" y="37836"/>
                    </a:lnTo>
                    <a:lnTo>
                      <a:pt x="112139" y="38734"/>
                    </a:lnTo>
                    <a:lnTo>
                      <a:pt x="115014" y="39377"/>
                    </a:lnTo>
                    <a:lnTo>
                      <a:pt x="117890" y="39775"/>
                    </a:lnTo>
                    <a:lnTo>
                      <a:pt x="120765" y="3995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80" name="Surface grid line"/>
              <p:cNvSpPr/>
              <p:nvPr/>
            </p:nvSpPr>
            <p:spPr>
              <a:xfrm>
                <a:off x="16319605" y="1338978"/>
                <a:ext cx="1150287" cy="38424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0341">
                    <a:moveTo>
                      <a:pt x="0" y="0"/>
                    </a:moveTo>
                    <a:lnTo>
                      <a:pt x="2875" y="1312"/>
                    </a:lnTo>
                    <a:lnTo>
                      <a:pt x="5751" y="2990"/>
                    </a:lnTo>
                    <a:lnTo>
                      <a:pt x="8626" y="5017"/>
                    </a:lnTo>
                    <a:lnTo>
                      <a:pt x="11501" y="7298"/>
                    </a:lnTo>
                    <a:lnTo>
                      <a:pt x="14377" y="9675"/>
                    </a:lnTo>
                    <a:lnTo>
                      <a:pt x="17252" y="11951"/>
                    </a:lnTo>
                    <a:lnTo>
                      <a:pt x="20128" y="13943"/>
                    </a:lnTo>
                    <a:lnTo>
                      <a:pt x="23003" y="15520"/>
                    </a:lnTo>
                    <a:lnTo>
                      <a:pt x="25878" y="16637"/>
                    </a:lnTo>
                    <a:lnTo>
                      <a:pt x="28754" y="17340"/>
                    </a:lnTo>
                    <a:lnTo>
                      <a:pt x="31629" y="17746"/>
                    </a:lnTo>
                    <a:lnTo>
                      <a:pt x="34504" y="18008"/>
                    </a:lnTo>
                    <a:lnTo>
                      <a:pt x="37380" y="18268"/>
                    </a:lnTo>
                    <a:lnTo>
                      <a:pt x="40255" y="18626"/>
                    </a:lnTo>
                    <a:lnTo>
                      <a:pt x="43130" y="19111"/>
                    </a:lnTo>
                    <a:lnTo>
                      <a:pt x="46006" y="19681"/>
                    </a:lnTo>
                    <a:lnTo>
                      <a:pt x="48881" y="20219"/>
                    </a:lnTo>
                    <a:lnTo>
                      <a:pt x="51756" y="20548"/>
                    </a:lnTo>
                    <a:lnTo>
                      <a:pt x="54632" y="20441"/>
                    </a:lnTo>
                    <a:lnTo>
                      <a:pt x="57507" y="19657"/>
                    </a:lnTo>
                    <a:lnTo>
                      <a:pt x="60383" y="18004"/>
                    </a:lnTo>
                    <a:lnTo>
                      <a:pt x="63258" y="15442"/>
                    </a:lnTo>
                    <a:lnTo>
                      <a:pt x="66133" y="12179"/>
                    </a:lnTo>
                    <a:lnTo>
                      <a:pt x="69009" y="8716"/>
                    </a:lnTo>
                    <a:lnTo>
                      <a:pt x="71884" y="5777"/>
                    </a:lnTo>
                    <a:lnTo>
                      <a:pt x="74759" y="4120"/>
                    </a:lnTo>
                    <a:lnTo>
                      <a:pt x="77635" y="4281"/>
                    </a:lnTo>
                    <a:lnTo>
                      <a:pt x="80510" y="6380"/>
                    </a:lnTo>
                    <a:lnTo>
                      <a:pt x="83385" y="10084"/>
                    </a:lnTo>
                    <a:lnTo>
                      <a:pt x="86261" y="14748"/>
                    </a:lnTo>
                    <a:lnTo>
                      <a:pt x="89136" y="19654"/>
                    </a:lnTo>
                    <a:lnTo>
                      <a:pt x="92011" y="24229"/>
                    </a:lnTo>
                    <a:lnTo>
                      <a:pt x="94887" y="28149"/>
                    </a:lnTo>
                    <a:lnTo>
                      <a:pt x="97762" y="31331"/>
                    </a:lnTo>
                    <a:lnTo>
                      <a:pt x="100638" y="33844"/>
                    </a:lnTo>
                    <a:lnTo>
                      <a:pt x="103513" y="35810"/>
                    </a:lnTo>
                    <a:lnTo>
                      <a:pt x="106388" y="37340"/>
                    </a:lnTo>
                    <a:lnTo>
                      <a:pt x="109264" y="38508"/>
                    </a:lnTo>
                    <a:lnTo>
                      <a:pt x="112139" y="39359"/>
                    </a:lnTo>
                    <a:lnTo>
                      <a:pt x="115014" y="39923"/>
                    </a:lnTo>
                    <a:lnTo>
                      <a:pt x="117890" y="40235"/>
                    </a:lnTo>
                    <a:lnTo>
                      <a:pt x="120765" y="4034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81" name="Surface grid line"/>
              <p:cNvSpPr/>
              <p:nvPr/>
            </p:nvSpPr>
            <p:spPr>
              <a:xfrm>
                <a:off x="16342337" y="1282529"/>
                <a:ext cx="1150287" cy="42482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44601">
                    <a:moveTo>
                      <a:pt x="0" y="3847"/>
                    </a:moveTo>
                    <a:lnTo>
                      <a:pt x="2875" y="5008"/>
                    </a:lnTo>
                    <a:lnTo>
                      <a:pt x="5751" y="6530"/>
                    </a:lnTo>
                    <a:lnTo>
                      <a:pt x="8626" y="8395"/>
                    </a:lnTo>
                    <a:lnTo>
                      <a:pt x="11501" y="10514"/>
                    </a:lnTo>
                    <a:lnTo>
                      <a:pt x="14377" y="12738"/>
                    </a:lnTo>
                    <a:lnTo>
                      <a:pt x="17252" y="14887"/>
                    </a:lnTo>
                    <a:lnTo>
                      <a:pt x="20128" y="16792"/>
                    </a:lnTo>
                    <a:lnTo>
                      <a:pt x="23003" y="18336"/>
                    </a:lnTo>
                    <a:lnTo>
                      <a:pt x="25878" y="19478"/>
                    </a:lnTo>
                    <a:lnTo>
                      <a:pt x="28754" y="20257"/>
                    </a:lnTo>
                    <a:lnTo>
                      <a:pt x="31629" y="20776"/>
                    </a:lnTo>
                    <a:lnTo>
                      <a:pt x="34504" y="21165"/>
                    </a:lnTo>
                    <a:lnTo>
                      <a:pt x="37380" y="21541"/>
                    </a:lnTo>
                    <a:lnTo>
                      <a:pt x="40255" y="21973"/>
                    </a:lnTo>
                    <a:lnTo>
                      <a:pt x="43130" y="22468"/>
                    </a:lnTo>
                    <a:lnTo>
                      <a:pt x="46006" y="22964"/>
                    </a:lnTo>
                    <a:lnTo>
                      <a:pt x="48881" y="23324"/>
                    </a:lnTo>
                    <a:lnTo>
                      <a:pt x="51756" y="23347"/>
                    </a:lnTo>
                    <a:lnTo>
                      <a:pt x="54632" y="22775"/>
                    </a:lnTo>
                    <a:lnTo>
                      <a:pt x="57507" y="21331"/>
                    </a:lnTo>
                    <a:lnTo>
                      <a:pt x="60383" y="18798"/>
                    </a:lnTo>
                    <a:lnTo>
                      <a:pt x="63258" y="15148"/>
                    </a:lnTo>
                    <a:lnTo>
                      <a:pt x="66133" y="10666"/>
                    </a:lnTo>
                    <a:lnTo>
                      <a:pt x="69009" y="6012"/>
                    </a:lnTo>
                    <a:lnTo>
                      <a:pt x="71884" y="2132"/>
                    </a:lnTo>
                    <a:lnTo>
                      <a:pt x="74759" y="0"/>
                    </a:lnTo>
                    <a:lnTo>
                      <a:pt x="77635" y="295"/>
                    </a:lnTo>
                    <a:lnTo>
                      <a:pt x="80510" y="3144"/>
                    </a:lnTo>
                    <a:lnTo>
                      <a:pt x="83385" y="8077"/>
                    </a:lnTo>
                    <a:lnTo>
                      <a:pt x="86261" y="14220"/>
                    </a:lnTo>
                    <a:lnTo>
                      <a:pt x="89136" y="20606"/>
                    </a:lnTo>
                    <a:lnTo>
                      <a:pt x="92011" y="26467"/>
                    </a:lnTo>
                    <a:lnTo>
                      <a:pt x="94887" y="31380"/>
                    </a:lnTo>
                    <a:lnTo>
                      <a:pt x="97762" y="35244"/>
                    </a:lnTo>
                    <a:lnTo>
                      <a:pt x="100638" y="38169"/>
                    </a:lnTo>
                    <a:lnTo>
                      <a:pt x="103513" y="40341"/>
                    </a:lnTo>
                    <a:lnTo>
                      <a:pt x="106388" y="41937"/>
                    </a:lnTo>
                    <a:lnTo>
                      <a:pt x="109264" y="43082"/>
                    </a:lnTo>
                    <a:lnTo>
                      <a:pt x="112139" y="43863"/>
                    </a:lnTo>
                    <a:lnTo>
                      <a:pt x="115014" y="44338"/>
                    </a:lnTo>
                    <a:lnTo>
                      <a:pt x="117890" y="44564"/>
                    </a:lnTo>
                    <a:lnTo>
                      <a:pt x="120765" y="446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82" name="Surface grid line"/>
              <p:cNvSpPr/>
              <p:nvPr/>
            </p:nvSpPr>
            <p:spPr>
              <a:xfrm>
                <a:off x="16365069" y="1184663"/>
                <a:ext cx="1150287" cy="50682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3210">
                    <a:moveTo>
                      <a:pt x="0" y="12014"/>
                    </a:moveTo>
                    <a:lnTo>
                      <a:pt x="2875" y="13026"/>
                    </a:lnTo>
                    <a:lnTo>
                      <a:pt x="5751" y="14381"/>
                    </a:lnTo>
                    <a:lnTo>
                      <a:pt x="8626" y="16061"/>
                    </a:lnTo>
                    <a:lnTo>
                      <a:pt x="11501" y="17981"/>
                    </a:lnTo>
                    <a:lnTo>
                      <a:pt x="14377" y="20003"/>
                    </a:lnTo>
                    <a:lnTo>
                      <a:pt x="17252" y="21966"/>
                    </a:lnTo>
                    <a:lnTo>
                      <a:pt x="20128" y="23721"/>
                    </a:lnTo>
                    <a:lnTo>
                      <a:pt x="23003" y="25170"/>
                    </a:lnTo>
                    <a:lnTo>
                      <a:pt x="25878" y="26282"/>
                    </a:lnTo>
                    <a:lnTo>
                      <a:pt x="28754" y="27102"/>
                    </a:lnTo>
                    <a:lnTo>
                      <a:pt x="31629" y="27723"/>
                    </a:lnTo>
                    <a:lnTo>
                      <a:pt x="34504" y="28255"/>
                    </a:lnTo>
                    <a:lnTo>
                      <a:pt x="37380" y="28787"/>
                    </a:lnTo>
                    <a:lnTo>
                      <a:pt x="40255" y="29362"/>
                    </a:lnTo>
                    <a:lnTo>
                      <a:pt x="43130" y="29957"/>
                    </a:lnTo>
                    <a:lnTo>
                      <a:pt x="46006" y="30481"/>
                    </a:lnTo>
                    <a:lnTo>
                      <a:pt x="48881" y="30772"/>
                    </a:lnTo>
                    <a:lnTo>
                      <a:pt x="51756" y="30593"/>
                    </a:lnTo>
                    <a:lnTo>
                      <a:pt x="54632" y="29642"/>
                    </a:lnTo>
                    <a:lnTo>
                      <a:pt x="57507" y="27591"/>
                    </a:lnTo>
                    <a:lnTo>
                      <a:pt x="60383" y="24186"/>
                    </a:lnTo>
                    <a:lnTo>
                      <a:pt x="63258" y="19402"/>
                    </a:lnTo>
                    <a:lnTo>
                      <a:pt x="66133" y="13609"/>
                    </a:lnTo>
                    <a:lnTo>
                      <a:pt x="69009" y="7643"/>
                    </a:lnTo>
                    <a:lnTo>
                      <a:pt x="71884" y="2698"/>
                    </a:lnTo>
                    <a:lnTo>
                      <a:pt x="74759" y="0"/>
                    </a:lnTo>
                    <a:lnTo>
                      <a:pt x="77635" y="393"/>
                    </a:lnTo>
                    <a:lnTo>
                      <a:pt x="80510" y="4017"/>
                    </a:lnTo>
                    <a:lnTo>
                      <a:pt x="83385" y="10254"/>
                    </a:lnTo>
                    <a:lnTo>
                      <a:pt x="86261" y="17970"/>
                    </a:lnTo>
                    <a:lnTo>
                      <a:pt x="89136" y="25923"/>
                    </a:lnTo>
                    <a:lnTo>
                      <a:pt x="92011" y="33134"/>
                    </a:lnTo>
                    <a:lnTo>
                      <a:pt x="94887" y="39066"/>
                    </a:lnTo>
                    <a:lnTo>
                      <a:pt x="97762" y="43608"/>
                    </a:lnTo>
                    <a:lnTo>
                      <a:pt x="100638" y="46920"/>
                    </a:lnTo>
                    <a:lnTo>
                      <a:pt x="103513" y="49266"/>
                    </a:lnTo>
                    <a:lnTo>
                      <a:pt x="106388" y="50895"/>
                    </a:lnTo>
                    <a:lnTo>
                      <a:pt x="109264" y="51992"/>
                    </a:lnTo>
                    <a:lnTo>
                      <a:pt x="112139" y="52687"/>
                    </a:lnTo>
                    <a:lnTo>
                      <a:pt x="115014" y="53067"/>
                    </a:lnTo>
                    <a:lnTo>
                      <a:pt x="117890" y="53210"/>
                    </a:lnTo>
                    <a:lnTo>
                      <a:pt x="120765" y="5319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83" name="Surface grid line"/>
              <p:cNvSpPr/>
              <p:nvPr/>
            </p:nvSpPr>
            <p:spPr>
              <a:xfrm>
                <a:off x="16387801" y="1085335"/>
                <a:ext cx="1150287" cy="59038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1983">
                    <a:moveTo>
                      <a:pt x="0" y="20335"/>
                    </a:moveTo>
                    <a:lnTo>
                      <a:pt x="2875" y="21201"/>
                    </a:lnTo>
                    <a:lnTo>
                      <a:pt x="5751" y="22385"/>
                    </a:lnTo>
                    <a:lnTo>
                      <a:pt x="8626" y="23860"/>
                    </a:lnTo>
                    <a:lnTo>
                      <a:pt x="11501" y="25546"/>
                    </a:lnTo>
                    <a:lnTo>
                      <a:pt x="14377" y="27315"/>
                    </a:lnTo>
                    <a:lnTo>
                      <a:pt x="17252" y="29025"/>
                    </a:lnTo>
                    <a:lnTo>
                      <a:pt x="20128" y="30555"/>
                    </a:lnTo>
                    <a:lnTo>
                      <a:pt x="23003" y="31830"/>
                    </a:lnTo>
                    <a:lnTo>
                      <a:pt x="25878" y="32845"/>
                    </a:lnTo>
                    <a:lnTo>
                      <a:pt x="28754" y="33652"/>
                    </a:lnTo>
                    <a:lnTo>
                      <a:pt x="31629" y="34345"/>
                    </a:lnTo>
                    <a:lnTo>
                      <a:pt x="34504" y="35019"/>
                    </a:lnTo>
                    <a:lnTo>
                      <a:pt x="37380" y="35740"/>
                    </a:lnTo>
                    <a:lnTo>
                      <a:pt x="40255" y="36518"/>
                    </a:lnTo>
                    <a:lnTo>
                      <a:pt x="43130" y="37297"/>
                    </a:lnTo>
                    <a:lnTo>
                      <a:pt x="46006" y="37951"/>
                    </a:lnTo>
                    <a:lnTo>
                      <a:pt x="48881" y="38280"/>
                    </a:lnTo>
                    <a:lnTo>
                      <a:pt x="51756" y="38002"/>
                    </a:lnTo>
                    <a:lnTo>
                      <a:pt x="54632" y="36760"/>
                    </a:lnTo>
                    <a:lnTo>
                      <a:pt x="57507" y="34162"/>
                    </a:lnTo>
                    <a:lnTo>
                      <a:pt x="60383" y="29907"/>
                    </a:lnTo>
                    <a:lnTo>
                      <a:pt x="63258" y="23967"/>
                    </a:lnTo>
                    <a:lnTo>
                      <a:pt x="66133" y="16800"/>
                    </a:lnTo>
                    <a:lnTo>
                      <a:pt x="69009" y="9434"/>
                    </a:lnTo>
                    <a:lnTo>
                      <a:pt x="71884" y="3333"/>
                    </a:lnTo>
                    <a:lnTo>
                      <a:pt x="74759" y="0"/>
                    </a:lnTo>
                    <a:lnTo>
                      <a:pt x="77635" y="463"/>
                    </a:lnTo>
                    <a:lnTo>
                      <a:pt x="80510" y="4878"/>
                    </a:lnTo>
                    <a:lnTo>
                      <a:pt x="83385" y="12469"/>
                    </a:lnTo>
                    <a:lnTo>
                      <a:pt x="86261" y="21824"/>
                    </a:lnTo>
                    <a:lnTo>
                      <a:pt x="89136" y="31406"/>
                    </a:lnTo>
                    <a:lnTo>
                      <a:pt x="92011" y="40007"/>
                    </a:lnTo>
                    <a:lnTo>
                      <a:pt x="94887" y="46974"/>
                    </a:lnTo>
                    <a:lnTo>
                      <a:pt x="97762" y="52187"/>
                    </a:lnTo>
                    <a:lnTo>
                      <a:pt x="100638" y="55866"/>
                    </a:lnTo>
                    <a:lnTo>
                      <a:pt x="103513" y="58359"/>
                    </a:lnTo>
                    <a:lnTo>
                      <a:pt x="106388" y="59996"/>
                    </a:lnTo>
                    <a:lnTo>
                      <a:pt x="109264" y="61029"/>
                    </a:lnTo>
                    <a:lnTo>
                      <a:pt x="112139" y="61628"/>
                    </a:lnTo>
                    <a:lnTo>
                      <a:pt x="115014" y="61915"/>
                    </a:lnTo>
                    <a:lnTo>
                      <a:pt x="117890" y="61983"/>
                    </a:lnTo>
                    <a:lnTo>
                      <a:pt x="120765" y="6192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84" name="Surface grid line"/>
              <p:cNvSpPr/>
              <p:nvPr/>
            </p:nvSpPr>
            <p:spPr>
              <a:xfrm>
                <a:off x="16410533" y="986625"/>
                <a:ext cx="1150287" cy="6731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0670">
                    <a:moveTo>
                      <a:pt x="0" y="28615"/>
                    </a:moveTo>
                    <a:lnTo>
                      <a:pt x="2875" y="29344"/>
                    </a:lnTo>
                    <a:lnTo>
                      <a:pt x="5751" y="30352"/>
                    </a:lnTo>
                    <a:lnTo>
                      <a:pt x="8626" y="31605"/>
                    </a:lnTo>
                    <a:lnTo>
                      <a:pt x="11501" y="33020"/>
                    </a:lnTo>
                    <a:lnTo>
                      <a:pt x="14377" y="34480"/>
                    </a:lnTo>
                    <a:lnTo>
                      <a:pt x="17252" y="35866"/>
                    </a:lnTo>
                    <a:lnTo>
                      <a:pt x="20128" y="37084"/>
                    </a:lnTo>
                    <a:lnTo>
                      <a:pt x="23003" y="38095"/>
                    </a:lnTo>
                    <a:lnTo>
                      <a:pt x="25878" y="38925"/>
                    </a:lnTo>
                    <a:lnTo>
                      <a:pt x="28754" y="39649"/>
                    </a:lnTo>
                    <a:lnTo>
                      <a:pt x="31629" y="40370"/>
                    </a:lnTo>
                    <a:lnTo>
                      <a:pt x="34504" y="41175"/>
                    </a:lnTo>
                    <a:lnTo>
                      <a:pt x="37380" y="42107"/>
                    </a:lnTo>
                    <a:lnTo>
                      <a:pt x="40255" y="43144"/>
                    </a:lnTo>
                    <a:lnTo>
                      <a:pt x="43130" y="44189"/>
                    </a:lnTo>
                    <a:lnTo>
                      <a:pt x="46006" y="45074"/>
                    </a:lnTo>
                    <a:lnTo>
                      <a:pt x="48881" y="45549"/>
                    </a:lnTo>
                    <a:lnTo>
                      <a:pt x="51756" y="45279"/>
                    </a:lnTo>
                    <a:lnTo>
                      <a:pt x="54632" y="43840"/>
                    </a:lnTo>
                    <a:lnTo>
                      <a:pt x="57507" y="40772"/>
                    </a:lnTo>
                    <a:lnTo>
                      <a:pt x="60383" y="35716"/>
                    </a:lnTo>
                    <a:lnTo>
                      <a:pt x="63258" y="28641"/>
                    </a:lnTo>
                    <a:lnTo>
                      <a:pt x="66133" y="20093"/>
                    </a:lnTo>
                    <a:lnTo>
                      <a:pt x="69009" y="11298"/>
                    </a:lnTo>
                    <a:lnTo>
                      <a:pt x="71884" y="4003"/>
                    </a:lnTo>
                    <a:lnTo>
                      <a:pt x="74759" y="0"/>
                    </a:lnTo>
                    <a:lnTo>
                      <a:pt x="77635" y="511"/>
                    </a:lnTo>
                    <a:lnTo>
                      <a:pt x="80510" y="5713"/>
                    </a:lnTo>
                    <a:lnTo>
                      <a:pt x="83385" y="14667"/>
                    </a:lnTo>
                    <a:lnTo>
                      <a:pt x="86261" y="25676"/>
                    </a:lnTo>
                    <a:lnTo>
                      <a:pt x="89136" y="36897"/>
                    </a:lnTo>
                    <a:lnTo>
                      <a:pt x="92011" y="46886"/>
                    </a:lnTo>
                    <a:lnTo>
                      <a:pt x="94887" y="54876"/>
                    </a:lnTo>
                    <a:lnTo>
                      <a:pt x="97762" y="60739"/>
                    </a:lnTo>
                    <a:lnTo>
                      <a:pt x="100638" y="64759"/>
                    </a:lnTo>
                    <a:lnTo>
                      <a:pt x="103513" y="67376"/>
                    </a:lnTo>
                    <a:lnTo>
                      <a:pt x="106388" y="69004"/>
                    </a:lnTo>
                    <a:lnTo>
                      <a:pt x="109264" y="69962"/>
                    </a:lnTo>
                    <a:lnTo>
                      <a:pt x="112139" y="70465"/>
                    </a:lnTo>
                    <a:lnTo>
                      <a:pt x="115014" y="70663"/>
                    </a:lnTo>
                    <a:lnTo>
                      <a:pt x="117890" y="70670"/>
                    </a:lnTo>
                    <a:lnTo>
                      <a:pt x="120765" y="7058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85" name="Surface grid line"/>
              <p:cNvSpPr/>
              <p:nvPr/>
            </p:nvSpPr>
            <p:spPr>
              <a:xfrm>
                <a:off x="16433265" y="891994"/>
                <a:ext cx="1150287" cy="75203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954">
                    <a:moveTo>
                      <a:pt x="0" y="36509"/>
                    </a:moveTo>
                    <a:lnTo>
                      <a:pt x="2875" y="37112"/>
                    </a:lnTo>
                    <a:lnTo>
                      <a:pt x="5751" y="37944"/>
                    </a:lnTo>
                    <a:lnTo>
                      <a:pt x="8626" y="38957"/>
                    </a:lnTo>
                    <a:lnTo>
                      <a:pt x="11501" y="40063"/>
                    </a:lnTo>
                    <a:lnTo>
                      <a:pt x="14377" y="41156"/>
                    </a:lnTo>
                    <a:lnTo>
                      <a:pt x="17252" y="42137"/>
                    </a:lnTo>
                    <a:lnTo>
                      <a:pt x="20128" y="42948"/>
                    </a:lnTo>
                    <a:lnTo>
                      <a:pt x="23003" y="43593"/>
                    </a:lnTo>
                    <a:lnTo>
                      <a:pt x="25878" y="44138"/>
                    </a:lnTo>
                    <a:lnTo>
                      <a:pt x="28754" y="44696"/>
                    </a:lnTo>
                    <a:lnTo>
                      <a:pt x="31629" y="45388"/>
                    </a:lnTo>
                    <a:lnTo>
                      <a:pt x="34504" y="46303"/>
                    </a:lnTo>
                    <a:lnTo>
                      <a:pt x="37380" y="47463"/>
                    </a:lnTo>
                    <a:lnTo>
                      <a:pt x="40255" y="48812"/>
                    </a:lnTo>
                    <a:lnTo>
                      <a:pt x="43130" y="50205"/>
                    </a:lnTo>
                    <a:lnTo>
                      <a:pt x="46006" y="51421"/>
                    </a:lnTo>
                    <a:lnTo>
                      <a:pt x="48881" y="52154"/>
                    </a:lnTo>
                    <a:lnTo>
                      <a:pt x="51756" y="52006"/>
                    </a:lnTo>
                    <a:lnTo>
                      <a:pt x="54632" y="50481"/>
                    </a:lnTo>
                    <a:lnTo>
                      <a:pt x="57507" y="47044"/>
                    </a:lnTo>
                    <a:lnTo>
                      <a:pt x="60383" y="41279"/>
                    </a:lnTo>
                    <a:lnTo>
                      <a:pt x="63258" y="33150"/>
                    </a:lnTo>
                    <a:lnTo>
                      <a:pt x="66133" y="23288"/>
                    </a:lnTo>
                    <a:lnTo>
                      <a:pt x="69009" y="13117"/>
                    </a:lnTo>
                    <a:lnTo>
                      <a:pt x="71884" y="4661"/>
                    </a:lnTo>
                    <a:lnTo>
                      <a:pt x="74759" y="0"/>
                    </a:lnTo>
                    <a:lnTo>
                      <a:pt x="77635" y="547"/>
                    </a:lnTo>
                    <a:lnTo>
                      <a:pt x="80510" y="6503"/>
                    </a:lnTo>
                    <a:lnTo>
                      <a:pt x="83385" y="16769"/>
                    </a:lnTo>
                    <a:lnTo>
                      <a:pt x="86261" y="29369"/>
                    </a:lnTo>
                    <a:lnTo>
                      <a:pt x="89136" y="42161"/>
                    </a:lnTo>
                    <a:lnTo>
                      <a:pt x="92011" y="53475"/>
                    </a:lnTo>
                    <a:lnTo>
                      <a:pt x="94887" y="62431"/>
                    </a:lnTo>
                    <a:lnTo>
                      <a:pt x="97762" y="68897"/>
                    </a:lnTo>
                    <a:lnTo>
                      <a:pt x="100638" y="73223"/>
                    </a:lnTo>
                    <a:lnTo>
                      <a:pt x="103513" y="75938"/>
                    </a:lnTo>
                    <a:lnTo>
                      <a:pt x="106388" y="77543"/>
                    </a:lnTo>
                    <a:lnTo>
                      <a:pt x="109264" y="78421"/>
                    </a:lnTo>
                    <a:lnTo>
                      <a:pt x="112139" y="78832"/>
                    </a:lnTo>
                    <a:lnTo>
                      <a:pt x="115014" y="78954"/>
                    </a:lnTo>
                    <a:lnTo>
                      <a:pt x="117890" y="78915"/>
                    </a:lnTo>
                    <a:lnTo>
                      <a:pt x="120765" y="7882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86" name="Surface grid line"/>
              <p:cNvSpPr/>
              <p:nvPr/>
            </p:nvSpPr>
            <p:spPr>
              <a:xfrm>
                <a:off x="16455996" y="805949"/>
                <a:ext cx="1150287" cy="82217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6318">
                    <a:moveTo>
                      <a:pt x="0" y="43562"/>
                    </a:moveTo>
                    <a:lnTo>
                      <a:pt x="2875" y="44050"/>
                    </a:lnTo>
                    <a:lnTo>
                      <a:pt x="5751" y="44704"/>
                    </a:lnTo>
                    <a:lnTo>
                      <a:pt x="8626" y="45459"/>
                    </a:lnTo>
                    <a:lnTo>
                      <a:pt x="11501" y="46219"/>
                    </a:lnTo>
                    <a:lnTo>
                      <a:pt x="14377" y="46883"/>
                    </a:lnTo>
                    <a:lnTo>
                      <a:pt x="17252" y="47377"/>
                    </a:lnTo>
                    <a:lnTo>
                      <a:pt x="20128" y="47680"/>
                    </a:lnTo>
                    <a:lnTo>
                      <a:pt x="23003" y="47848"/>
                    </a:lnTo>
                    <a:lnTo>
                      <a:pt x="25878" y="48002"/>
                    </a:lnTo>
                    <a:lnTo>
                      <a:pt x="28754" y="48303"/>
                    </a:lnTo>
                    <a:lnTo>
                      <a:pt x="31629" y="48904"/>
                    </a:lnTo>
                    <a:lnTo>
                      <a:pt x="34504" y="49901"/>
                    </a:lnTo>
                    <a:lnTo>
                      <a:pt x="37380" y="51303"/>
                    </a:lnTo>
                    <a:lnTo>
                      <a:pt x="40255" y="53013"/>
                    </a:lnTo>
                    <a:lnTo>
                      <a:pt x="43130" y="54834"/>
                    </a:lnTo>
                    <a:lnTo>
                      <a:pt x="46006" y="56483"/>
                    </a:lnTo>
                    <a:lnTo>
                      <a:pt x="48881" y="57590"/>
                    </a:lnTo>
                    <a:lnTo>
                      <a:pt x="51756" y="57685"/>
                    </a:lnTo>
                    <a:lnTo>
                      <a:pt x="54632" y="56201"/>
                    </a:lnTo>
                    <a:lnTo>
                      <a:pt x="57507" y="52529"/>
                    </a:lnTo>
                    <a:lnTo>
                      <a:pt x="60383" y="46198"/>
                    </a:lnTo>
                    <a:lnTo>
                      <a:pt x="63258" y="37170"/>
                    </a:lnTo>
                    <a:lnTo>
                      <a:pt x="66133" y="26153"/>
                    </a:lnTo>
                    <a:lnTo>
                      <a:pt x="69009" y="14754"/>
                    </a:lnTo>
                    <a:lnTo>
                      <a:pt x="71884" y="5255"/>
                    </a:lnTo>
                    <a:lnTo>
                      <a:pt x="74759" y="0"/>
                    </a:lnTo>
                    <a:lnTo>
                      <a:pt x="77635" y="580"/>
                    </a:lnTo>
                    <a:lnTo>
                      <a:pt x="80510" y="7219"/>
                    </a:lnTo>
                    <a:lnTo>
                      <a:pt x="83385" y="18671"/>
                    </a:lnTo>
                    <a:lnTo>
                      <a:pt x="86261" y="32708"/>
                    </a:lnTo>
                    <a:lnTo>
                      <a:pt x="89136" y="46914"/>
                    </a:lnTo>
                    <a:lnTo>
                      <a:pt x="92011" y="59411"/>
                    </a:lnTo>
                    <a:lnTo>
                      <a:pt x="94887" y="69220"/>
                    </a:lnTo>
                    <a:lnTo>
                      <a:pt x="97762" y="76207"/>
                    </a:lnTo>
                    <a:lnTo>
                      <a:pt x="100638" y="80784"/>
                    </a:lnTo>
                    <a:lnTo>
                      <a:pt x="103513" y="83566"/>
                    </a:lnTo>
                    <a:lnTo>
                      <a:pt x="106388" y="85134"/>
                    </a:lnTo>
                    <a:lnTo>
                      <a:pt x="109264" y="85931"/>
                    </a:lnTo>
                    <a:lnTo>
                      <a:pt x="112139" y="86258"/>
                    </a:lnTo>
                    <a:lnTo>
                      <a:pt x="115014" y="86318"/>
                    </a:lnTo>
                    <a:lnTo>
                      <a:pt x="117890" y="86252"/>
                    </a:lnTo>
                    <a:lnTo>
                      <a:pt x="120765" y="8617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87" name="Surface grid line"/>
              <p:cNvSpPr/>
              <p:nvPr/>
            </p:nvSpPr>
            <p:spPr>
              <a:xfrm>
                <a:off x="16478728" y="733452"/>
                <a:ext cx="1150287" cy="87860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2242">
                    <a:moveTo>
                      <a:pt x="0" y="49266"/>
                    </a:moveTo>
                    <a:lnTo>
                      <a:pt x="2875" y="49649"/>
                    </a:lnTo>
                    <a:lnTo>
                      <a:pt x="5751" y="50125"/>
                    </a:lnTo>
                    <a:lnTo>
                      <a:pt x="8626" y="50604"/>
                    </a:lnTo>
                    <a:lnTo>
                      <a:pt x="11501" y="50981"/>
                    </a:lnTo>
                    <a:lnTo>
                      <a:pt x="14377" y="51157"/>
                    </a:lnTo>
                    <a:lnTo>
                      <a:pt x="17252" y="51081"/>
                    </a:lnTo>
                    <a:lnTo>
                      <a:pt x="20128" y="50777"/>
                    </a:lnTo>
                    <a:lnTo>
                      <a:pt x="23003" y="50360"/>
                    </a:lnTo>
                    <a:lnTo>
                      <a:pt x="25878" y="50016"/>
                    </a:lnTo>
                    <a:lnTo>
                      <a:pt x="28754" y="49969"/>
                    </a:lnTo>
                    <a:lnTo>
                      <a:pt x="31629" y="50413"/>
                    </a:lnTo>
                    <a:lnTo>
                      <a:pt x="34504" y="51464"/>
                    </a:lnTo>
                    <a:lnTo>
                      <a:pt x="37380" y="53117"/>
                    </a:lnTo>
                    <a:lnTo>
                      <a:pt x="40255" y="55234"/>
                    </a:lnTo>
                    <a:lnTo>
                      <a:pt x="43130" y="57561"/>
                    </a:lnTo>
                    <a:lnTo>
                      <a:pt x="46006" y="59743"/>
                    </a:lnTo>
                    <a:lnTo>
                      <a:pt x="48881" y="61337"/>
                    </a:lnTo>
                    <a:lnTo>
                      <a:pt x="51756" y="61803"/>
                    </a:lnTo>
                    <a:lnTo>
                      <a:pt x="54632" y="60502"/>
                    </a:lnTo>
                    <a:lnTo>
                      <a:pt x="57507" y="56761"/>
                    </a:lnTo>
                    <a:lnTo>
                      <a:pt x="60383" y="50062"/>
                    </a:lnTo>
                    <a:lnTo>
                      <a:pt x="63258" y="40364"/>
                    </a:lnTo>
                    <a:lnTo>
                      <a:pt x="66133" y="28445"/>
                    </a:lnTo>
                    <a:lnTo>
                      <a:pt x="69009" y="16067"/>
                    </a:lnTo>
                    <a:lnTo>
                      <a:pt x="71884" y="5730"/>
                    </a:lnTo>
                    <a:lnTo>
                      <a:pt x="74759" y="0"/>
                    </a:lnTo>
                    <a:lnTo>
                      <a:pt x="77635" y="619"/>
                    </a:lnTo>
                    <a:lnTo>
                      <a:pt x="80510" y="7829"/>
                    </a:lnTo>
                    <a:lnTo>
                      <a:pt x="83385" y="20265"/>
                    </a:lnTo>
                    <a:lnTo>
                      <a:pt x="86261" y="35486"/>
                    </a:lnTo>
                    <a:lnTo>
                      <a:pt x="89136" y="50848"/>
                    </a:lnTo>
                    <a:lnTo>
                      <a:pt x="92011" y="64304"/>
                    </a:lnTo>
                    <a:lnTo>
                      <a:pt x="94887" y="74791"/>
                    </a:lnTo>
                    <a:lnTo>
                      <a:pt x="97762" y="82177"/>
                    </a:lnTo>
                    <a:lnTo>
                      <a:pt x="100638" y="86931"/>
                    </a:lnTo>
                    <a:lnTo>
                      <a:pt x="103513" y="89741"/>
                    </a:lnTo>
                    <a:lnTo>
                      <a:pt x="106388" y="91257"/>
                    </a:lnTo>
                    <a:lnTo>
                      <a:pt x="109264" y="91974"/>
                    </a:lnTo>
                    <a:lnTo>
                      <a:pt x="112139" y="92228"/>
                    </a:lnTo>
                    <a:lnTo>
                      <a:pt x="115014" y="92242"/>
                    </a:lnTo>
                    <a:lnTo>
                      <a:pt x="117890" y="92169"/>
                    </a:lnTo>
                    <a:lnTo>
                      <a:pt x="120765" y="9212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88" name="Surface grid line"/>
              <p:cNvSpPr/>
              <p:nvPr/>
            </p:nvSpPr>
            <p:spPr>
              <a:xfrm>
                <a:off x="16501460" y="679173"/>
                <a:ext cx="1150287" cy="91687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6259">
                    <a:moveTo>
                      <a:pt x="0" y="53142"/>
                    </a:moveTo>
                    <a:lnTo>
                      <a:pt x="2875" y="53432"/>
                    </a:lnTo>
                    <a:lnTo>
                      <a:pt x="5751" y="53729"/>
                    </a:lnTo>
                    <a:lnTo>
                      <a:pt x="8626" y="53919"/>
                    </a:lnTo>
                    <a:lnTo>
                      <a:pt x="11501" y="53879"/>
                    </a:lnTo>
                    <a:lnTo>
                      <a:pt x="14377" y="53514"/>
                    </a:lnTo>
                    <a:lnTo>
                      <a:pt x="17252" y="52794"/>
                    </a:lnTo>
                    <a:lnTo>
                      <a:pt x="20128" y="51794"/>
                    </a:lnTo>
                    <a:lnTo>
                      <a:pt x="23003" y="50692"/>
                    </a:lnTo>
                    <a:lnTo>
                      <a:pt x="25878" y="49754"/>
                    </a:lnTo>
                    <a:lnTo>
                      <a:pt x="28754" y="49272"/>
                    </a:lnTo>
                    <a:lnTo>
                      <a:pt x="31629" y="49500"/>
                    </a:lnTo>
                    <a:lnTo>
                      <a:pt x="34504" y="50576"/>
                    </a:lnTo>
                    <a:lnTo>
                      <a:pt x="37380" y="52486"/>
                    </a:lnTo>
                    <a:lnTo>
                      <a:pt x="40255" y="55051"/>
                    </a:lnTo>
                    <a:lnTo>
                      <a:pt x="43130" y="57950"/>
                    </a:lnTo>
                    <a:lnTo>
                      <a:pt x="46006" y="60754"/>
                    </a:lnTo>
                    <a:lnTo>
                      <a:pt x="48881" y="62944"/>
                    </a:lnTo>
                    <a:lnTo>
                      <a:pt x="51756" y="63908"/>
                    </a:lnTo>
                    <a:lnTo>
                      <a:pt x="54632" y="62943"/>
                    </a:lnTo>
                    <a:lnTo>
                      <a:pt x="57507" y="59324"/>
                    </a:lnTo>
                    <a:lnTo>
                      <a:pt x="60383" y="52500"/>
                    </a:lnTo>
                    <a:lnTo>
                      <a:pt x="63258" y="42429"/>
                    </a:lnTo>
                    <a:lnTo>
                      <a:pt x="66133" y="29947"/>
                    </a:lnTo>
                    <a:lnTo>
                      <a:pt x="69009" y="16929"/>
                    </a:lnTo>
                    <a:lnTo>
                      <a:pt x="71884" y="6037"/>
                    </a:lnTo>
                    <a:lnTo>
                      <a:pt x="74759" y="0"/>
                    </a:lnTo>
                    <a:lnTo>
                      <a:pt x="77635" y="670"/>
                    </a:lnTo>
                    <a:lnTo>
                      <a:pt x="80510" y="8303"/>
                    </a:lnTo>
                    <a:lnTo>
                      <a:pt x="83385" y="21447"/>
                    </a:lnTo>
                    <a:lnTo>
                      <a:pt x="86261" y="37508"/>
                    </a:lnTo>
                    <a:lnTo>
                      <a:pt x="89136" y="53679"/>
                    </a:lnTo>
                    <a:lnTo>
                      <a:pt x="92011" y="67791"/>
                    </a:lnTo>
                    <a:lnTo>
                      <a:pt x="94887" y="78724"/>
                    </a:lnTo>
                    <a:lnTo>
                      <a:pt x="97762" y="86354"/>
                    </a:lnTo>
                    <a:lnTo>
                      <a:pt x="100638" y="91190"/>
                    </a:lnTo>
                    <a:lnTo>
                      <a:pt x="103513" y="93980"/>
                    </a:lnTo>
                    <a:lnTo>
                      <a:pt x="106388" y="95427"/>
                    </a:lnTo>
                    <a:lnTo>
                      <a:pt x="109264" y="96065"/>
                    </a:lnTo>
                    <a:lnTo>
                      <a:pt x="112139" y="96259"/>
                    </a:lnTo>
                    <a:lnTo>
                      <a:pt x="115014" y="96246"/>
                    </a:lnTo>
                    <a:lnTo>
                      <a:pt x="117890" y="96187"/>
                    </a:lnTo>
                    <a:lnTo>
                      <a:pt x="120765" y="9619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89" name="Surface grid line"/>
              <p:cNvSpPr/>
              <p:nvPr/>
            </p:nvSpPr>
            <p:spPr>
              <a:xfrm>
                <a:off x="16524192" y="646749"/>
                <a:ext cx="1150287" cy="933631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8019">
                    <a:moveTo>
                      <a:pt x="0" y="54818"/>
                    </a:moveTo>
                    <a:lnTo>
                      <a:pt x="2875" y="55027"/>
                    </a:lnTo>
                    <a:lnTo>
                      <a:pt x="5751" y="55148"/>
                    </a:lnTo>
                    <a:lnTo>
                      <a:pt x="8626" y="55040"/>
                    </a:lnTo>
                    <a:lnTo>
                      <a:pt x="11501" y="54560"/>
                    </a:lnTo>
                    <a:lnTo>
                      <a:pt x="14377" y="53613"/>
                    </a:lnTo>
                    <a:lnTo>
                      <a:pt x="17252" y="52195"/>
                    </a:lnTo>
                    <a:lnTo>
                      <a:pt x="20128" y="50428"/>
                    </a:lnTo>
                    <a:lnTo>
                      <a:pt x="23003" y="48564"/>
                    </a:lnTo>
                    <a:lnTo>
                      <a:pt x="25878" y="46952"/>
                    </a:lnTo>
                    <a:lnTo>
                      <a:pt x="28754" y="45969"/>
                    </a:lnTo>
                    <a:lnTo>
                      <a:pt x="31629" y="45928"/>
                    </a:lnTo>
                    <a:lnTo>
                      <a:pt x="34504" y="47003"/>
                    </a:lnTo>
                    <a:lnTo>
                      <a:pt x="37380" y="49170"/>
                    </a:lnTo>
                    <a:lnTo>
                      <a:pt x="40255" y="52209"/>
                    </a:lnTo>
                    <a:lnTo>
                      <a:pt x="43130" y="55733"/>
                    </a:lnTo>
                    <a:lnTo>
                      <a:pt x="46006" y="59231"/>
                    </a:lnTo>
                    <a:lnTo>
                      <a:pt x="48881" y="62108"/>
                    </a:lnTo>
                    <a:lnTo>
                      <a:pt x="51756" y="63684"/>
                    </a:lnTo>
                    <a:lnTo>
                      <a:pt x="54632" y="63207"/>
                    </a:lnTo>
                    <a:lnTo>
                      <a:pt x="57507" y="59914"/>
                    </a:lnTo>
                    <a:lnTo>
                      <a:pt x="60383" y="53237"/>
                    </a:lnTo>
                    <a:lnTo>
                      <a:pt x="63258" y="43140"/>
                    </a:lnTo>
                    <a:lnTo>
                      <a:pt x="66133" y="30495"/>
                    </a:lnTo>
                    <a:lnTo>
                      <a:pt x="69009" y="17244"/>
                    </a:lnTo>
                    <a:lnTo>
                      <a:pt x="71884" y="6139"/>
                    </a:lnTo>
                    <a:lnTo>
                      <a:pt x="74759" y="0"/>
                    </a:lnTo>
                    <a:lnTo>
                      <a:pt x="77635" y="737"/>
                    </a:lnTo>
                    <a:lnTo>
                      <a:pt x="80510" y="8615"/>
                    </a:lnTo>
                    <a:lnTo>
                      <a:pt x="83385" y="22136"/>
                    </a:lnTo>
                    <a:lnTo>
                      <a:pt x="86261" y="38623"/>
                    </a:lnTo>
                    <a:lnTo>
                      <a:pt x="89136" y="55186"/>
                    </a:lnTo>
                    <a:lnTo>
                      <a:pt x="92011" y="69592"/>
                    </a:lnTo>
                    <a:lnTo>
                      <a:pt x="94887" y="80697"/>
                    </a:lnTo>
                    <a:lnTo>
                      <a:pt x="97762" y="88384"/>
                    </a:lnTo>
                    <a:lnTo>
                      <a:pt x="100638" y="93194"/>
                    </a:lnTo>
                    <a:lnTo>
                      <a:pt x="103513" y="95910"/>
                    </a:lnTo>
                    <a:lnTo>
                      <a:pt x="106388" y="97269"/>
                    </a:lnTo>
                    <a:lnTo>
                      <a:pt x="109264" y="97832"/>
                    </a:lnTo>
                    <a:lnTo>
                      <a:pt x="112139" y="97979"/>
                    </a:lnTo>
                    <a:lnTo>
                      <a:pt x="115014" y="97958"/>
                    </a:lnTo>
                    <a:lnTo>
                      <a:pt x="117890" y="97933"/>
                    </a:lnTo>
                    <a:lnTo>
                      <a:pt x="120765" y="9801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90" name="Surface grid line"/>
              <p:cNvSpPr/>
              <p:nvPr/>
            </p:nvSpPr>
            <p:spPr>
              <a:xfrm>
                <a:off x="16546924" y="638175"/>
                <a:ext cx="1150287" cy="92761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7387">
                    <a:moveTo>
                      <a:pt x="0" y="54094"/>
                    </a:moveTo>
                    <a:lnTo>
                      <a:pt x="2875" y="54235"/>
                    </a:lnTo>
                    <a:lnTo>
                      <a:pt x="5751" y="54189"/>
                    </a:lnTo>
                    <a:lnTo>
                      <a:pt x="8626" y="53783"/>
                    </a:lnTo>
                    <a:lnTo>
                      <a:pt x="11501" y="52856"/>
                    </a:lnTo>
                    <a:lnTo>
                      <a:pt x="14377" y="51309"/>
                    </a:lnTo>
                    <a:lnTo>
                      <a:pt x="17252" y="49162"/>
                    </a:lnTo>
                    <a:lnTo>
                      <a:pt x="20128" y="46590"/>
                    </a:lnTo>
                    <a:lnTo>
                      <a:pt x="23003" y="43917"/>
                    </a:lnTo>
                    <a:lnTo>
                      <a:pt x="25878" y="41583"/>
                    </a:lnTo>
                    <a:lnTo>
                      <a:pt x="28754" y="40052"/>
                    </a:lnTo>
                    <a:lnTo>
                      <a:pt x="31629" y="39707"/>
                    </a:lnTo>
                    <a:lnTo>
                      <a:pt x="34504" y="40755"/>
                    </a:lnTo>
                    <a:lnTo>
                      <a:pt x="37380" y="43172"/>
                    </a:lnTo>
                    <a:lnTo>
                      <a:pt x="40255" y="46696"/>
                    </a:lnTo>
                    <a:lnTo>
                      <a:pt x="43130" y="50870"/>
                    </a:lnTo>
                    <a:lnTo>
                      <a:pt x="46006" y="55105"/>
                    </a:lnTo>
                    <a:lnTo>
                      <a:pt x="48881" y="58732"/>
                    </a:lnTo>
                    <a:lnTo>
                      <a:pt x="51756" y="61013"/>
                    </a:lnTo>
                    <a:lnTo>
                      <a:pt x="54632" y="61157"/>
                    </a:lnTo>
                    <a:lnTo>
                      <a:pt x="57507" y="58389"/>
                    </a:lnTo>
                    <a:lnTo>
                      <a:pt x="60383" y="52140"/>
                    </a:lnTo>
                    <a:lnTo>
                      <a:pt x="63258" y="42384"/>
                    </a:lnTo>
                    <a:lnTo>
                      <a:pt x="66133" y="30006"/>
                    </a:lnTo>
                    <a:lnTo>
                      <a:pt x="69009" y="16963"/>
                    </a:lnTo>
                    <a:lnTo>
                      <a:pt x="71884" y="6019"/>
                    </a:lnTo>
                    <a:lnTo>
                      <a:pt x="74759" y="0"/>
                    </a:lnTo>
                    <a:lnTo>
                      <a:pt x="77635" y="823"/>
                    </a:lnTo>
                    <a:lnTo>
                      <a:pt x="80510" y="8751"/>
                    </a:lnTo>
                    <a:lnTo>
                      <a:pt x="83385" y="22285"/>
                    </a:lnTo>
                    <a:lnTo>
                      <a:pt x="86261" y="38746"/>
                    </a:lnTo>
                    <a:lnTo>
                      <a:pt x="89136" y="55245"/>
                    </a:lnTo>
                    <a:lnTo>
                      <a:pt x="92011" y="69551"/>
                    </a:lnTo>
                    <a:lnTo>
                      <a:pt x="94887" y="80531"/>
                    </a:lnTo>
                    <a:lnTo>
                      <a:pt x="97762" y="88077"/>
                    </a:lnTo>
                    <a:lnTo>
                      <a:pt x="100638" y="92744"/>
                    </a:lnTo>
                    <a:lnTo>
                      <a:pt x="103513" y="95330"/>
                    </a:lnTo>
                    <a:lnTo>
                      <a:pt x="106388" y="96582"/>
                    </a:lnTo>
                    <a:lnTo>
                      <a:pt x="109264" y="97072"/>
                    </a:lnTo>
                    <a:lnTo>
                      <a:pt x="112139" y="97188"/>
                    </a:lnTo>
                    <a:lnTo>
                      <a:pt x="115014" y="97179"/>
                    </a:lnTo>
                    <a:lnTo>
                      <a:pt x="117890" y="97208"/>
                    </a:lnTo>
                    <a:lnTo>
                      <a:pt x="120765" y="9738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91" name="Surface grid line"/>
              <p:cNvSpPr/>
              <p:nvPr/>
            </p:nvSpPr>
            <p:spPr>
              <a:xfrm>
                <a:off x="16569656" y="653443"/>
                <a:ext cx="1150287" cy="898313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94311">
                    <a:moveTo>
                      <a:pt x="0" y="50980"/>
                    </a:moveTo>
                    <a:lnTo>
                      <a:pt x="2875" y="51071"/>
                    </a:lnTo>
                    <a:lnTo>
                      <a:pt x="5751" y="50874"/>
                    </a:lnTo>
                    <a:lnTo>
                      <a:pt x="8626" y="50184"/>
                    </a:lnTo>
                    <a:lnTo>
                      <a:pt x="11501" y="48820"/>
                    </a:lnTo>
                    <a:lnTo>
                      <a:pt x="14377" y="46683"/>
                    </a:lnTo>
                    <a:lnTo>
                      <a:pt x="17252" y="43814"/>
                    </a:lnTo>
                    <a:lnTo>
                      <a:pt x="20128" y="40436"/>
                    </a:lnTo>
                    <a:lnTo>
                      <a:pt x="23003" y="36950"/>
                    </a:lnTo>
                    <a:lnTo>
                      <a:pt x="25878" y="33884"/>
                    </a:lnTo>
                    <a:lnTo>
                      <a:pt x="28754" y="31789"/>
                    </a:lnTo>
                    <a:lnTo>
                      <a:pt x="31629" y="31120"/>
                    </a:lnTo>
                    <a:lnTo>
                      <a:pt x="34504" y="32122"/>
                    </a:lnTo>
                    <a:lnTo>
                      <a:pt x="37380" y="34770"/>
                    </a:lnTo>
                    <a:lnTo>
                      <a:pt x="40255" y="38763"/>
                    </a:lnTo>
                    <a:lnTo>
                      <a:pt x="43130" y="43580"/>
                    </a:lnTo>
                    <a:lnTo>
                      <a:pt x="46006" y="48558"/>
                    </a:lnTo>
                    <a:lnTo>
                      <a:pt x="48881" y="52959"/>
                    </a:lnTo>
                    <a:lnTo>
                      <a:pt x="51756" y="56000"/>
                    </a:lnTo>
                    <a:lnTo>
                      <a:pt x="54632" y="56871"/>
                    </a:lnTo>
                    <a:lnTo>
                      <a:pt x="57507" y="54802"/>
                    </a:lnTo>
                    <a:lnTo>
                      <a:pt x="60383" y="49242"/>
                    </a:lnTo>
                    <a:lnTo>
                      <a:pt x="63258" y="40180"/>
                    </a:lnTo>
                    <a:lnTo>
                      <a:pt x="66133" y="28491"/>
                    </a:lnTo>
                    <a:lnTo>
                      <a:pt x="69009" y="16091"/>
                    </a:lnTo>
                    <a:lnTo>
                      <a:pt x="71884" y="5677"/>
                    </a:lnTo>
                    <a:lnTo>
                      <a:pt x="74759" y="0"/>
                    </a:lnTo>
                    <a:lnTo>
                      <a:pt x="77635" y="924"/>
                    </a:lnTo>
                    <a:lnTo>
                      <a:pt x="80510" y="8706"/>
                    </a:lnTo>
                    <a:lnTo>
                      <a:pt x="83385" y="21890"/>
                    </a:lnTo>
                    <a:lnTo>
                      <a:pt x="86261" y="37873"/>
                    </a:lnTo>
                    <a:lnTo>
                      <a:pt x="89136" y="53851"/>
                    </a:lnTo>
                    <a:lnTo>
                      <a:pt x="92011" y="67666"/>
                    </a:lnTo>
                    <a:lnTo>
                      <a:pt x="94887" y="78223"/>
                    </a:lnTo>
                    <a:lnTo>
                      <a:pt x="97762" y="85432"/>
                    </a:lnTo>
                    <a:lnTo>
                      <a:pt x="100638" y="89844"/>
                    </a:lnTo>
                    <a:lnTo>
                      <a:pt x="103513" y="92245"/>
                    </a:lnTo>
                    <a:lnTo>
                      <a:pt x="106388" y="93375"/>
                    </a:lnTo>
                    <a:lnTo>
                      <a:pt x="109264" y="93798"/>
                    </a:lnTo>
                    <a:lnTo>
                      <a:pt x="112139" y="93898"/>
                    </a:lnTo>
                    <a:lnTo>
                      <a:pt x="115014" y="93920"/>
                    </a:lnTo>
                    <a:lnTo>
                      <a:pt x="117890" y="94023"/>
                    </a:lnTo>
                    <a:lnTo>
                      <a:pt x="120765" y="9431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92" name="Surface grid line"/>
              <p:cNvSpPr/>
              <p:nvPr/>
            </p:nvSpPr>
            <p:spPr>
              <a:xfrm>
                <a:off x="16592388" y="690499"/>
                <a:ext cx="1150287" cy="847847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9013">
                    <a:moveTo>
                      <a:pt x="0" y="45700"/>
                    </a:moveTo>
                    <a:lnTo>
                      <a:pt x="2875" y="45764"/>
                    </a:lnTo>
                    <a:lnTo>
                      <a:pt x="5751" y="45440"/>
                    </a:lnTo>
                    <a:lnTo>
                      <a:pt x="8626" y="44496"/>
                    </a:lnTo>
                    <a:lnTo>
                      <a:pt x="11501" y="42732"/>
                    </a:lnTo>
                    <a:lnTo>
                      <a:pt x="14377" y="40046"/>
                    </a:lnTo>
                    <a:lnTo>
                      <a:pt x="17252" y="36500"/>
                    </a:lnTo>
                    <a:lnTo>
                      <a:pt x="20128" y="32363"/>
                    </a:lnTo>
                    <a:lnTo>
                      <a:pt x="23003" y="28107"/>
                    </a:lnTo>
                    <a:lnTo>
                      <a:pt x="25878" y="24341"/>
                    </a:lnTo>
                    <a:lnTo>
                      <a:pt x="28754" y="21701"/>
                    </a:lnTo>
                    <a:lnTo>
                      <a:pt x="31629" y="20709"/>
                    </a:lnTo>
                    <a:lnTo>
                      <a:pt x="34504" y="21649"/>
                    </a:lnTo>
                    <a:lnTo>
                      <a:pt x="37380" y="24496"/>
                    </a:lnTo>
                    <a:lnTo>
                      <a:pt x="40255" y="28915"/>
                    </a:lnTo>
                    <a:lnTo>
                      <a:pt x="43130" y="34330"/>
                    </a:lnTo>
                    <a:lnTo>
                      <a:pt x="46006" y="40010"/>
                    </a:lnTo>
                    <a:lnTo>
                      <a:pt x="48881" y="45163"/>
                    </a:lnTo>
                    <a:lnTo>
                      <a:pt x="51756" y="48974"/>
                    </a:lnTo>
                    <a:lnTo>
                      <a:pt x="54632" y="50633"/>
                    </a:lnTo>
                    <a:lnTo>
                      <a:pt x="57507" y="49394"/>
                    </a:lnTo>
                    <a:lnTo>
                      <a:pt x="60383" y="44741"/>
                    </a:lnTo>
                    <a:lnTo>
                      <a:pt x="63258" y="36681"/>
                    </a:lnTo>
                    <a:lnTo>
                      <a:pt x="66133" y="26055"/>
                    </a:lnTo>
                    <a:lnTo>
                      <a:pt x="69009" y="14690"/>
                    </a:lnTo>
                    <a:lnTo>
                      <a:pt x="71884" y="5137"/>
                    </a:lnTo>
                    <a:lnTo>
                      <a:pt x="74759" y="0"/>
                    </a:lnTo>
                    <a:lnTo>
                      <a:pt x="77635" y="1037"/>
                    </a:lnTo>
                    <a:lnTo>
                      <a:pt x="80510" y="8491"/>
                    </a:lnTo>
                    <a:lnTo>
                      <a:pt x="83385" y="20988"/>
                    </a:lnTo>
                    <a:lnTo>
                      <a:pt x="86261" y="36078"/>
                    </a:lnTo>
                    <a:lnTo>
                      <a:pt x="89136" y="51120"/>
                    </a:lnTo>
                    <a:lnTo>
                      <a:pt x="92011" y="64085"/>
                    </a:lnTo>
                    <a:lnTo>
                      <a:pt x="94887" y="73952"/>
                    </a:lnTo>
                    <a:lnTo>
                      <a:pt x="97762" y="80647"/>
                    </a:lnTo>
                    <a:lnTo>
                      <a:pt x="100638" y="84703"/>
                    </a:lnTo>
                    <a:lnTo>
                      <a:pt x="103513" y="86875"/>
                    </a:lnTo>
                    <a:lnTo>
                      <a:pt x="106388" y="87871"/>
                    </a:lnTo>
                    <a:lnTo>
                      <a:pt x="109264" y="88235"/>
                    </a:lnTo>
                    <a:lnTo>
                      <a:pt x="112139" y="88335"/>
                    </a:lnTo>
                    <a:lnTo>
                      <a:pt x="115014" y="88407"/>
                    </a:lnTo>
                    <a:lnTo>
                      <a:pt x="117890" y="88601"/>
                    </a:lnTo>
                    <a:lnTo>
                      <a:pt x="120765" y="8901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93" name="Surface grid line"/>
              <p:cNvSpPr/>
              <p:nvPr/>
            </p:nvSpPr>
            <p:spPr>
              <a:xfrm>
                <a:off x="16615120" y="745513"/>
                <a:ext cx="1150287" cy="78009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81900">
                    <a:moveTo>
                      <a:pt x="0" y="38665"/>
                    </a:moveTo>
                    <a:lnTo>
                      <a:pt x="2875" y="38727"/>
                    </a:lnTo>
                    <a:lnTo>
                      <a:pt x="5751" y="38311"/>
                    </a:lnTo>
                    <a:lnTo>
                      <a:pt x="8626" y="37160"/>
                    </a:lnTo>
                    <a:lnTo>
                      <a:pt x="11501" y="35057"/>
                    </a:lnTo>
                    <a:lnTo>
                      <a:pt x="14377" y="31897"/>
                    </a:lnTo>
                    <a:lnTo>
                      <a:pt x="17252" y="27762"/>
                    </a:lnTo>
                    <a:lnTo>
                      <a:pt x="20128" y="22962"/>
                    </a:lnTo>
                    <a:lnTo>
                      <a:pt x="23003" y="18026"/>
                    </a:lnTo>
                    <a:lnTo>
                      <a:pt x="25878" y="13639"/>
                    </a:lnTo>
                    <a:lnTo>
                      <a:pt x="28754" y="10508"/>
                    </a:lnTo>
                    <a:lnTo>
                      <a:pt x="31629" y="9215"/>
                    </a:lnTo>
                    <a:lnTo>
                      <a:pt x="34504" y="10079"/>
                    </a:lnTo>
                    <a:lnTo>
                      <a:pt x="37380" y="13078"/>
                    </a:lnTo>
                    <a:lnTo>
                      <a:pt x="40255" y="17852"/>
                    </a:lnTo>
                    <a:lnTo>
                      <a:pt x="43130" y="23777"/>
                    </a:lnTo>
                    <a:lnTo>
                      <a:pt x="46006" y="30074"/>
                    </a:lnTo>
                    <a:lnTo>
                      <a:pt x="48881" y="35907"/>
                    </a:lnTo>
                    <a:lnTo>
                      <a:pt x="51756" y="40447"/>
                    </a:lnTo>
                    <a:lnTo>
                      <a:pt x="54632" y="42902"/>
                    </a:lnTo>
                    <a:lnTo>
                      <a:pt x="57507" y="42568"/>
                    </a:lnTo>
                    <a:lnTo>
                      <a:pt x="60383" y="38978"/>
                    </a:lnTo>
                    <a:lnTo>
                      <a:pt x="63258" y="32153"/>
                    </a:lnTo>
                    <a:lnTo>
                      <a:pt x="66133" y="22886"/>
                    </a:lnTo>
                    <a:lnTo>
                      <a:pt x="69009" y="12866"/>
                    </a:lnTo>
                    <a:lnTo>
                      <a:pt x="71884" y="4441"/>
                    </a:lnTo>
                    <a:lnTo>
                      <a:pt x="74759" y="0"/>
                    </a:lnTo>
                    <a:lnTo>
                      <a:pt x="77635" y="1154"/>
                    </a:lnTo>
                    <a:lnTo>
                      <a:pt x="80510" y="8125"/>
                    </a:lnTo>
                    <a:lnTo>
                      <a:pt x="83385" y="19657"/>
                    </a:lnTo>
                    <a:lnTo>
                      <a:pt x="86261" y="33510"/>
                    </a:lnTo>
                    <a:lnTo>
                      <a:pt x="89136" y="47271"/>
                    </a:lnTo>
                    <a:lnTo>
                      <a:pt x="92011" y="59092"/>
                    </a:lnTo>
                    <a:lnTo>
                      <a:pt x="94887" y="68050"/>
                    </a:lnTo>
                    <a:lnTo>
                      <a:pt x="97762" y="74089"/>
                    </a:lnTo>
                    <a:lnTo>
                      <a:pt x="100638" y="77711"/>
                    </a:lnTo>
                    <a:lnTo>
                      <a:pt x="103513" y="79620"/>
                    </a:lnTo>
                    <a:lnTo>
                      <a:pt x="106388" y="80478"/>
                    </a:lnTo>
                    <a:lnTo>
                      <a:pt x="109264" y="80793"/>
                    </a:lnTo>
                    <a:lnTo>
                      <a:pt x="112139" y="80911"/>
                    </a:lnTo>
                    <a:lnTo>
                      <a:pt x="115014" y="81052"/>
                    </a:lnTo>
                    <a:lnTo>
                      <a:pt x="117890" y="81353"/>
                    </a:lnTo>
                    <a:lnTo>
                      <a:pt x="120765" y="8190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94" name="Surface grid line"/>
              <p:cNvSpPr/>
              <p:nvPr/>
            </p:nvSpPr>
            <p:spPr>
              <a:xfrm>
                <a:off x="16637851" y="789386"/>
                <a:ext cx="1150287" cy="72418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6030">
                    <a:moveTo>
                      <a:pt x="0" y="32935"/>
                    </a:moveTo>
                    <a:lnTo>
                      <a:pt x="2875" y="33025"/>
                    </a:lnTo>
                    <a:lnTo>
                      <a:pt x="5751" y="32561"/>
                    </a:lnTo>
                    <a:lnTo>
                      <a:pt x="8626" y="31265"/>
                    </a:lnTo>
                    <a:lnTo>
                      <a:pt x="11501" y="28906"/>
                    </a:lnTo>
                    <a:lnTo>
                      <a:pt x="14377" y="25381"/>
                    </a:lnTo>
                    <a:lnTo>
                      <a:pt x="17252" y="20784"/>
                    </a:lnTo>
                    <a:lnTo>
                      <a:pt x="20128" y="15457"/>
                    </a:lnTo>
                    <a:lnTo>
                      <a:pt x="23003" y="9979"/>
                    </a:lnTo>
                    <a:lnTo>
                      <a:pt x="25878" y="5089"/>
                    </a:lnTo>
                    <a:lnTo>
                      <a:pt x="28754" y="1553"/>
                    </a:lnTo>
                    <a:lnTo>
                      <a:pt x="31629" y="0"/>
                    </a:lnTo>
                    <a:lnTo>
                      <a:pt x="34504" y="778"/>
                    </a:lnTo>
                    <a:lnTo>
                      <a:pt x="37380" y="3871"/>
                    </a:lnTo>
                    <a:lnTo>
                      <a:pt x="40255" y="8901"/>
                    </a:lnTo>
                    <a:lnTo>
                      <a:pt x="43130" y="15213"/>
                    </a:lnTo>
                    <a:lnTo>
                      <a:pt x="46006" y="21994"/>
                    </a:lnTo>
                    <a:lnTo>
                      <a:pt x="48881" y="28387"/>
                    </a:lnTo>
                    <a:lnTo>
                      <a:pt x="51756" y="33566"/>
                    </a:lnTo>
                    <a:lnTo>
                      <a:pt x="54632" y="36770"/>
                    </a:lnTo>
                    <a:lnTo>
                      <a:pt x="57507" y="37354"/>
                    </a:lnTo>
                    <a:lnTo>
                      <a:pt x="60383" y="34905"/>
                    </a:lnTo>
                    <a:lnTo>
                      <a:pt x="63258" y="29459"/>
                    </a:lnTo>
                    <a:lnTo>
                      <a:pt x="66133" y="21745"/>
                    </a:lnTo>
                    <a:lnTo>
                      <a:pt x="69009" y="13280"/>
                    </a:lnTo>
                    <a:lnTo>
                      <a:pt x="71884" y="6163"/>
                    </a:lnTo>
                    <a:lnTo>
                      <a:pt x="74759" y="2521"/>
                    </a:lnTo>
                    <a:lnTo>
                      <a:pt x="77635" y="3787"/>
                    </a:lnTo>
                    <a:lnTo>
                      <a:pt x="80510" y="10158"/>
                    </a:lnTo>
                    <a:lnTo>
                      <a:pt x="83385" y="20520"/>
                    </a:lnTo>
                    <a:lnTo>
                      <a:pt x="86261" y="32885"/>
                    </a:lnTo>
                    <a:lnTo>
                      <a:pt x="89136" y="45118"/>
                    </a:lnTo>
                    <a:lnTo>
                      <a:pt x="92011" y="55586"/>
                    </a:lnTo>
                    <a:lnTo>
                      <a:pt x="94887" y="63481"/>
                    </a:lnTo>
                    <a:lnTo>
                      <a:pt x="97762" y="68767"/>
                    </a:lnTo>
                    <a:lnTo>
                      <a:pt x="100638" y="71904"/>
                    </a:lnTo>
                    <a:lnTo>
                      <a:pt x="103513" y="73533"/>
                    </a:lnTo>
                    <a:lnTo>
                      <a:pt x="106388" y="74257"/>
                    </a:lnTo>
                    <a:lnTo>
                      <a:pt x="109264" y="74538"/>
                    </a:lnTo>
                    <a:lnTo>
                      <a:pt x="112139" y="74691"/>
                    </a:lnTo>
                    <a:lnTo>
                      <a:pt x="115014" y="74917"/>
                    </a:lnTo>
                    <a:lnTo>
                      <a:pt x="117890" y="75340"/>
                    </a:lnTo>
                    <a:lnTo>
                      <a:pt x="120765" y="760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95" name="Surface grid line"/>
              <p:cNvSpPr/>
              <p:nvPr/>
            </p:nvSpPr>
            <p:spPr>
              <a:xfrm>
                <a:off x="16660583" y="758348"/>
                <a:ext cx="1150287" cy="743926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103">
                    <a:moveTo>
                      <a:pt x="0" y="35207"/>
                    </a:moveTo>
                    <a:lnTo>
                      <a:pt x="2875" y="35358"/>
                    </a:lnTo>
                    <a:lnTo>
                      <a:pt x="5751" y="34896"/>
                    </a:lnTo>
                    <a:lnTo>
                      <a:pt x="8626" y="33528"/>
                    </a:lnTo>
                    <a:lnTo>
                      <a:pt x="11501" y="31016"/>
                    </a:lnTo>
                    <a:lnTo>
                      <a:pt x="14377" y="27256"/>
                    </a:lnTo>
                    <a:lnTo>
                      <a:pt x="17252" y="22355"/>
                    </a:lnTo>
                    <a:lnTo>
                      <a:pt x="20128" y="16674"/>
                    </a:lnTo>
                    <a:lnTo>
                      <a:pt x="23003" y="10825"/>
                    </a:lnTo>
                    <a:lnTo>
                      <a:pt x="25878" y="5584"/>
                    </a:lnTo>
                    <a:lnTo>
                      <a:pt x="28754" y="1756"/>
                    </a:lnTo>
                    <a:lnTo>
                      <a:pt x="31629" y="0"/>
                    </a:lnTo>
                    <a:lnTo>
                      <a:pt x="34504" y="686"/>
                    </a:lnTo>
                    <a:lnTo>
                      <a:pt x="37380" y="3803"/>
                    </a:lnTo>
                    <a:lnTo>
                      <a:pt x="40255" y="8969"/>
                    </a:lnTo>
                    <a:lnTo>
                      <a:pt x="43130" y="15516"/>
                    </a:lnTo>
                    <a:lnTo>
                      <a:pt x="46006" y="22615"/>
                    </a:lnTo>
                    <a:lnTo>
                      <a:pt x="48881" y="29410"/>
                    </a:lnTo>
                    <a:lnTo>
                      <a:pt x="51756" y="35093"/>
                    </a:lnTo>
                    <a:lnTo>
                      <a:pt x="54632" y="38950"/>
                    </a:lnTo>
                    <a:lnTo>
                      <a:pt x="57507" y="40401"/>
                    </a:lnTo>
                    <a:lnTo>
                      <a:pt x="60383" y="39093"/>
                    </a:lnTo>
                    <a:lnTo>
                      <a:pt x="63258" y="35076"/>
                    </a:lnTo>
                    <a:lnTo>
                      <a:pt x="66133" y="28998"/>
                    </a:lnTo>
                    <a:lnTo>
                      <a:pt x="69009" y="22185"/>
                    </a:lnTo>
                    <a:lnTo>
                      <a:pt x="71884" y="16461"/>
                    </a:lnTo>
                    <a:lnTo>
                      <a:pt x="74759" y="13662"/>
                    </a:lnTo>
                    <a:lnTo>
                      <a:pt x="77635" y="15026"/>
                    </a:lnTo>
                    <a:lnTo>
                      <a:pt x="80510" y="20723"/>
                    </a:lnTo>
                    <a:lnTo>
                      <a:pt x="83385" y="29793"/>
                    </a:lnTo>
                    <a:lnTo>
                      <a:pt x="86261" y="40527"/>
                    </a:lnTo>
                    <a:lnTo>
                      <a:pt x="89136" y="51091"/>
                    </a:lnTo>
                    <a:lnTo>
                      <a:pt x="92011" y="60090"/>
                    </a:lnTo>
                    <a:lnTo>
                      <a:pt x="94887" y="66840"/>
                    </a:lnTo>
                    <a:lnTo>
                      <a:pt x="97762" y="71324"/>
                    </a:lnTo>
                    <a:lnTo>
                      <a:pt x="100638" y="73957"/>
                    </a:lnTo>
                    <a:lnTo>
                      <a:pt x="103513" y="75307"/>
                    </a:lnTo>
                    <a:lnTo>
                      <a:pt x="106388" y="75908"/>
                    </a:lnTo>
                    <a:lnTo>
                      <a:pt x="109264" y="76171"/>
                    </a:lnTo>
                    <a:lnTo>
                      <a:pt x="112139" y="76378"/>
                    </a:lnTo>
                    <a:lnTo>
                      <a:pt x="115014" y="76706"/>
                    </a:lnTo>
                    <a:lnTo>
                      <a:pt x="117890" y="77262"/>
                    </a:lnTo>
                    <a:lnTo>
                      <a:pt x="120765" y="7810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96" name="Surface grid line"/>
              <p:cNvSpPr/>
              <p:nvPr/>
            </p:nvSpPr>
            <p:spPr>
              <a:xfrm>
                <a:off x="16683315" y="741484"/>
                <a:ext cx="1150287" cy="750225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8764">
                    <a:moveTo>
                      <a:pt x="0" y="36124"/>
                    </a:moveTo>
                    <a:lnTo>
                      <a:pt x="2875" y="36370"/>
                    </a:lnTo>
                    <a:lnTo>
                      <a:pt x="5751" y="35962"/>
                    </a:lnTo>
                    <a:lnTo>
                      <a:pt x="8626" y="34602"/>
                    </a:lnTo>
                    <a:lnTo>
                      <a:pt x="11501" y="32048"/>
                    </a:lnTo>
                    <a:lnTo>
                      <a:pt x="14377" y="28200"/>
                    </a:lnTo>
                    <a:lnTo>
                      <a:pt x="17252" y="23168"/>
                    </a:lnTo>
                    <a:lnTo>
                      <a:pt x="20128" y="17328"/>
                    </a:lnTo>
                    <a:lnTo>
                      <a:pt x="23003" y="11303"/>
                    </a:lnTo>
                    <a:lnTo>
                      <a:pt x="25878" y="5884"/>
                    </a:lnTo>
                    <a:lnTo>
                      <a:pt x="28754" y="1891"/>
                    </a:lnTo>
                    <a:lnTo>
                      <a:pt x="31629" y="0"/>
                    </a:lnTo>
                    <a:lnTo>
                      <a:pt x="34504" y="590"/>
                    </a:lnTo>
                    <a:lnTo>
                      <a:pt x="37380" y="3659"/>
                    </a:lnTo>
                    <a:lnTo>
                      <a:pt x="40255" y="8831"/>
                    </a:lnTo>
                    <a:lnTo>
                      <a:pt x="43130" y="15441"/>
                    </a:lnTo>
                    <a:lnTo>
                      <a:pt x="46006" y="22672"/>
                    </a:lnTo>
                    <a:lnTo>
                      <a:pt x="48881" y="29684"/>
                    </a:lnTo>
                    <a:lnTo>
                      <a:pt x="51756" y="35705"/>
                    </a:lnTo>
                    <a:lnTo>
                      <a:pt x="54632" y="40079"/>
                    </a:lnTo>
                    <a:lnTo>
                      <a:pt x="57507" y="42295"/>
                    </a:lnTo>
                    <a:lnTo>
                      <a:pt x="60383" y="42057"/>
                    </a:lnTo>
                    <a:lnTo>
                      <a:pt x="63258" y="39425"/>
                    </a:lnTo>
                    <a:lnTo>
                      <a:pt x="66133" y="34961"/>
                    </a:lnTo>
                    <a:lnTo>
                      <a:pt x="69009" y="29792"/>
                    </a:lnTo>
                    <a:lnTo>
                      <a:pt x="71884" y="25453"/>
                    </a:lnTo>
                    <a:lnTo>
                      <a:pt x="74759" y="23485"/>
                    </a:lnTo>
                    <a:lnTo>
                      <a:pt x="77635" y="24925"/>
                    </a:lnTo>
                    <a:lnTo>
                      <a:pt x="80510" y="29915"/>
                    </a:lnTo>
                    <a:lnTo>
                      <a:pt x="83385" y="37653"/>
                    </a:lnTo>
                    <a:lnTo>
                      <a:pt x="86261" y="46716"/>
                    </a:lnTo>
                    <a:lnTo>
                      <a:pt x="89136" y="55578"/>
                    </a:lnTo>
                    <a:lnTo>
                      <a:pt x="92011" y="63083"/>
                    </a:lnTo>
                    <a:lnTo>
                      <a:pt x="94887" y="68676"/>
                    </a:lnTo>
                    <a:lnTo>
                      <a:pt x="97762" y="72360"/>
                    </a:lnTo>
                    <a:lnTo>
                      <a:pt x="100638" y="74499"/>
                    </a:lnTo>
                    <a:lnTo>
                      <a:pt x="103513" y="75586"/>
                    </a:lnTo>
                    <a:lnTo>
                      <a:pt x="106388" y="76084"/>
                    </a:lnTo>
                    <a:lnTo>
                      <a:pt x="109264" y="76350"/>
                    </a:lnTo>
                    <a:lnTo>
                      <a:pt x="112139" y="76628"/>
                    </a:lnTo>
                    <a:lnTo>
                      <a:pt x="115014" y="77073"/>
                    </a:lnTo>
                    <a:lnTo>
                      <a:pt x="117890" y="77771"/>
                    </a:lnTo>
                    <a:lnTo>
                      <a:pt x="120765" y="7876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97" name="Surface grid line"/>
              <p:cNvSpPr/>
              <p:nvPr/>
            </p:nvSpPr>
            <p:spPr>
              <a:xfrm>
                <a:off x="16706047" y="738953"/>
                <a:ext cx="1150287" cy="74291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7997">
                    <a:moveTo>
                      <a:pt x="0" y="35662"/>
                    </a:moveTo>
                    <a:lnTo>
                      <a:pt x="2875" y="36033"/>
                    </a:lnTo>
                    <a:lnTo>
                      <a:pt x="5751" y="35730"/>
                    </a:lnTo>
                    <a:lnTo>
                      <a:pt x="8626" y="34455"/>
                    </a:lnTo>
                    <a:lnTo>
                      <a:pt x="11501" y="31972"/>
                    </a:lnTo>
                    <a:lnTo>
                      <a:pt x="14377" y="28182"/>
                    </a:lnTo>
                    <a:lnTo>
                      <a:pt x="17252" y="23199"/>
                    </a:lnTo>
                    <a:lnTo>
                      <a:pt x="20128" y="17397"/>
                    </a:lnTo>
                    <a:lnTo>
                      <a:pt x="23003" y="11394"/>
                    </a:lnTo>
                    <a:lnTo>
                      <a:pt x="25878" y="5976"/>
                    </a:lnTo>
                    <a:lnTo>
                      <a:pt x="28754" y="1954"/>
                    </a:lnTo>
                    <a:lnTo>
                      <a:pt x="31629" y="0"/>
                    </a:lnTo>
                    <a:lnTo>
                      <a:pt x="34504" y="494"/>
                    </a:lnTo>
                    <a:lnTo>
                      <a:pt x="37380" y="3445"/>
                    </a:lnTo>
                    <a:lnTo>
                      <a:pt x="40255" y="8492"/>
                    </a:lnTo>
                    <a:lnTo>
                      <a:pt x="43130" y="14994"/>
                    </a:lnTo>
                    <a:lnTo>
                      <a:pt x="46006" y="22163"/>
                    </a:lnTo>
                    <a:lnTo>
                      <a:pt x="48881" y="29198"/>
                    </a:lnTo>
                    <a:lnTo>
                      <a:pt x="51756" y="35378"/>
                    </a:lnTo>
                    <a:lnTo>
                      <a:pt x="54632" y="40108"/>
                    </a:lnTo>
                    <a:lnTo>
                      <a:pt x="57507" y="42946"/>
                    </a:lnTo>
                    <a:lnTo>
                      <a:pt x="60383" y="43652"/>
                    </a:lnTo>
                    <a:lnTo>
                      <a:pt x="63258" y="42287"/>
                    </a:lnTo>
                    <a:lnTo>
                      <a:pt x="66133" y="39325"/>
                    </a:lnTo>
                    <a:lnTo>
                      <a:pt x="69009" y="35697"/>
                    </a:lnTo>
                    <a:lnTo>
                      <a:pt x="71884" y="32657"/>
                    </a:lnTo>
                    <a:lnTo>
                      <a:pt x="74759" y="31460"/>
                    </a:lnTo>
                    <a:lnTo>
                      <a:pt x="77635" y="32948"/>
                    </a:lnTo>
                    <a:lnTo>
                      <a:pt x="80510" y="37235"/>
                    </a:lnTo>
                    <a:lnTo>
                      <a:pt x="83385" y="43675"/>
                    </a:lnTo>
                    <a:lnTo>
                      <a:pt x="86261" y="51117"/>
                    </a:lnTo>
                    <a:lnTo>
                      <a:pt x="89136" y="58335"/>
                    </a:lnTo>
                    <a:lnTo>
                      <a:pt x="92011" y="64404"/>
                    </a:lnTo>
                    <a:lnTo>
                      <a:pt x="94887" y="68891"/>
                    </a:lnTo>
                    <a:lnTo>
                      <a:pt x="97762" y="71817"/>
                    </a:lnTo>
                    <a:lnTo>
                      <a:pt x="100638" y="73498"/>
                    </a:lnTo>
                    <a:lnTo>
                      <a:pt x="103513" y="74353"/>
                    </a:lnTo>
                    <a:lnTo>
                      <a:pt x="106388" y="74774"/>
                    </a:lnTo>
                    <a:lnTo>
                      <a:pt x="109264" y="75065"/>
                    </a:lnTo>
                    <a:lnTo>
                      <a:pt x="112139" y="75432"/>
                    </a:lnTo>
                    <a:lnTo>
                      <a:pt x="115014" y="76004"/>
                    </a:lnTo>
                    <a:lnTo>
                      <a:pt x="117890" y="76851"/>
                    </a:lnTo>
                    <a:lnTo>
                      <a:pt x="120765" y="7799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98" name="Surface grid line"/>
              <p:cNvSpPr/>
              <p:nvPr/>
            </p:nvSpPr>
            <p:spPr>
              <a:xfrm>
                <a:off x="16728779" y="749723"/>
                <a:ext cx="1150287" cy="72301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5907">
                    <a:moveTo>
                      <a:pt x="0" y="33915"/>
                    </a:moveTo>
                    <a:lnTo>
                      <a:pt x="2875" y="34435"/>
                    </a:lnTo>
                    <a:lnTo>
                      <a:pt x="5751" y="34280"/>
                    </a:lnTo>
                    <a:lnTo>
                      <a:pt x="8626" y="33161"/>
                    </a:lnTo>
                    <a:lnTo>
                      <a:pt x="11501" y="30851"/>
                    </a:lnTo>
                    <a:lnTo>
                      <a:pt x="14377" y="27255"/>
                    </a:lnTo>
                    <a:lnTo>
                      <a:pt x="17252" y="22487"/>
                    </a:lnTo>
                    <a:lnTo>
                      <a:pt x="20128" y="16909"/>
                    </a:lnTo>
                    <a:lnTo>
                      <a:pt x="23003" y="11116"/>
                    </a:lnTo>
                    <a:lnTo>
                      <a:pt x="25878" y="5868"/>
                    </a:lnTo>
                    <a:lnTo>
                      <a:pt x="28754" y="1946"/>
                    </a:lnTo>
                    <a:lnTo>
                      <a:pt x="31629" y="0"/>
                    </a:lnTo>
                    <a:lnTo>
                      <a:pt x="34504" y="403"/>
                    </a:lnTo>
                    <a:lnTo>
                      <a:pt x="37380" y="3173"/>
                    </a:lnTo>
                    <a:lnTo>
                      <a:pt x="40255" y="7976"/>
                    </a:lnTo>
                    <a:lnTo>
                      <a:pt x="43130" y="14210"/>
                    </a:lnTo>
                    <a:lnTo>
                      <a:pt x="46006" y="21138"/>
                    </a:lnTo>
                    <a:lnTo>
                      <a:pt x="48881" y="28012"/>
                    </a:lnTo>
                    <a:lnTo>
                      <a:pt x="51756" y="34172"/>
                    </a:lnTo>
                    <a:lnTo>
                      <a:pt x="54632" y="39090"/>
                    </a:lnTo>
                    <a:lnTo>
                      <a:pt x="57507" y="42388"/>
                    </a:lnTo>
                    <a:lnTo>
                      <a:pt x="60383" y="43873"/>
                    </a:lnTo>
                    <a:lnTo>
                      <a:pt x="63258" y="43603"/>
                    </a:lnTo>
                    <a:lnTo>
                      <a:pt x="66133" y="41966"/>
                    </a:lnTo>
                    <a:lnTo>
                      <a:pt x="69009" y="39706"/>
                    </a:lnTo>
                    <a:lnTo>
                      <a:pt x="71884" y="37819"/>
                    </a:lnTo>
                    <a:lnTo>
                      <a:pt x="74759" y="37296"/>
                    </a:lnTo>
                    <a:lnTo>
                      <a:pt x="77635" y="38798"/>
                    </a:lnTo>
                    <a:lnTo>
                      <a:pt x="80510" y="42418"/>
                    </a:lnTo>
                    <a:lnTo>
                      <a:pt x="83385" y="47650"/>
                    </a:lnTo>
                    <a:lnTo>
                      <a:pt x="86261" y="53594"/>
                    </a:lnTo>
                    <a:lnTo>
                      <a:pt x="89136" y="59299"/>
                    </a:lnTo>
                    <a:lnTo>
                      <a:pt x="92011" y="64052"/>
                    </a:lnTo>
                    <a:lnTo>
                      <a:pt x="94887" y="67532"/>
                    </a:lnTo>
                    <a:lnTo>
                      <a:pt x="97762" y="69776"/>
                    </a:lnTo>
                    <a:lnTo>
                      <a:pt x="100638" y="71055"/>
                    </a:lnTo>
                    <a:lnTo>
                      <a:pt x="103513" y="71718"/>
                    </a:lnTo>
                    <a:lnTo>
                      <a:pt x="106388" y="72093"/>
                    </a:lnTo>
                    <a:lnTo>
                      <a:pt x="109264" y="72431"/>
                    </a:lnTo>
                    <a:lnTo>
                      <a:pt x="112139" y="72904"/>
                    </a:lnTo>
                    <a:lnTo>
                      <a:pt x="115014" y="73614"/>
                    </a:lnTo>
                    <a:lnTo>
                      <a:pt x="117890" y="74611"/>
                    </a:lnTo>
                    <a:lnTo>
                      <a:pt x="120765" y="7590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99" name="Surface grid line"/>
              <p:cNvSpPr/>
              <p:nvPr/>
            </p:nvSpPr>
            <p:spPr>
              <a:xfrm>
                <a:off x="16751511" y="771711"/>
                <a:ext cx="1150287" cy="69256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72711">
                    <a:moveTo>
                      <a:pt x="0" y="31082"/>
                    </a:moveTo>
                    <a:lnTo>
                      <a:pt x="2875" y="31767"/>
                    </a:lnTo>
                    <a:lnTo>
                      <a:pt x="5751" y="31793"/>
                    </a:lnTo>
                    <a:lnTo>
                      <a:pt x="8626" y="30886"/>
                    </a:lnTo>
                    <a:lnTo>
                      <a:pt x="11501" y="28831"/>
                    </a:lnTo>
                    <a:lnTo>
                      <a:pt x="14377" y="25543"/>
                    </a:lnTo>
                    <a:lnTo>
                      <a:pt x="17252" y="21130"/>
                    </a:lnTo>
                    <a:lnTo>
                      <a:pt x="20128" y="15933"/>
                    </a:lnTo>
                    <a:lnTo>
                      <a:pt x="23003" y="10513"/>
                    </a:lnTo>
                    <a:lnTo>
                      <a:pt x="25878" y="5581"/>
                    </a:lnTo>
                    <a:lnTo>
                      <a:pt x="28754" y="1872"/>
                    </a:lnTo>
                    <a:lnTo>
                      <a:pt x="31629" y="0"/>
                    </a:lnTo>
                    <a:lnTo>
                      <a:pt x="34504" y="321"/>
                    </a:lnTo>
                    <a:lnTo>
                      <a:pt x="37380" y="2861"/>
                    </a:lnTo>
                    <a:lnTo>
                      <a:pt x="40255" y="7322"/>
                    </a:lnTo>
                    <a:lnTo>
                      <a:pt x="43130" y="13157"/>
                    </a:lnTo>
                    <a:lnTo>
                      <a:pt x="46006" y="19690"/>
                    </a:lnTo>
                    <a:lnTo>
                      <a:pt x="48881" y="26244"/>
                    </a:lnTo>
                    <a:lnTo>
                      <a:pt x="51756" y="32226"/>
                    </a:lnTo>
                    <a:lnTo>
                      <a:pt x="54632" y="37172"/>
                    </a:lnTo>
                    <a:lnTo>
                      <a:pt x="57507" y="40763"/>
                    </a:lnTo>
                    <a:lnTo>
                      <a:pt x="60383" y="42846"/>
                    </a:lnTo>
                    <a:lnTo>
                      <a:pt x="63258" y="43470"/>
                    </a:lnTo>
                    <a:lnTo>
                      <a:pt x="66133" y="42940"/>
                    </a:lnTo>
                    <a:lnTo>
                      <a:pt x="69009" y="41835"/>
                    </a:lnTo>
                    <a:lnTo>
                      <a:pt x="71884" y="40918"/>
                    </a:lnTo>
                    <a:lnTo>
                      <a:pt x="74759" y="40948"/>
                    </a:lnTo>
                    <a:lnTo>
                      <a:pt x="77635" y="42431"/>
                    </a:lnTo>
                    <a:lnTo>
                      <a:pt x="80510" y="45439"/>
                    </a:lnTo>
                    <a:lnTo>
                      <a:pt x="83385" y="49590"/>
                    </a:lnTo>
                    <a:lnTo>
                      <a:pt x="86261" y="54208"/>
                    </a:lnTo>
                    <a:lnTo>
                      <a:pt x="89136" y="58579"/>
                    </a:lnTo>
                    <a:lnTo>
                      <a:pt x="92011" y="62178"/>
                    </a:lnTo>
                    <a:lnTo>
                      <a:pt x="94887" y="64781"/>
                    </a:lnTo>
                    <a:lnTo>
                      <a:pt x="97762" y="66441"/>
                    </a:lnTo>
                    <a:lnTo>
                      <a:pt x="100638" y="67386"/>
                    </a:lnTo>
                    <a:lnTo>
                      <a:pt x="103513" y="67906"/>
                    </a:lnTo>
                    <a:lnTo>
                      <a:pt x="106388" y="68267"/>
                    </a:lnTo>
                    <a:lnTo>
                      <a:pt x="109264" y="68675"/>
                    </a:lnTo>
                    <a:lnTo>
                      <a:pt x="112139" y="69267"/>
                    </a:lnTo>
                    <a:lnTo>
                      <a:pt x="115014" y="70121"/>
                    </a:lnTo>
                    <a:lnTo>
                      <a:pt x="117890" y="71271"/>
                    </a:lnTo>
                    <a:lnTo>
                      <a:pt x="120765" y="7271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00" name="Surface grid line"/>
              <p:cNvSpPr/>
              <p:nvPr/>
            </p:nvSpPr>
            <p:spPr>
              <a:xfrm>
                <a:off x="16774243" y="802060"/>
                <a:ext cx="1150287" cy="654374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8701">
                    <a:moveTo>
                      <a:pt x="0" y="27441"/>
                    </a:moveTo>
                    <a:lnTo>
                      <a:pt x="2875" y="28296"/>
                    </a:lnTo>
                    <a:lnTo>
                      <a:pt x="5751" y="28521"/>
                    </a:lnTo>
                    <a:lnTo>
                      <a:pt x="8626" y="27862"/>
                    </a:lnTo>
                    <a:lnTo>
                      <a:pt x="11501" y="26122"/>
                    </a:lnTo>
                    <a:lnTo>
                      <a:pt x="14377" y="23225"/>
                    </a:lnTo>
                    <a:lnTo>
                      <a:pt x="17252" y="19271"/>
                    </a:lnTo>
                    <a:lnTo>
                      <a:pt x="20128" y="14575"/>
                    </a:lnTo>
                    <a:lnTo>
                      <a:pt x="23003" y="9650"/>
                    </a:lnTo>
                    <a:lnTo>
                      <a:pt x="25878" y="5148"/>
                    </a:lnTo>
                    <a:lnTo>
                      <a:pt x="28754" y="1744"/>
                    </a:lnTo>
                    <a:lnTo>
                      <a:pt x="31629" y="0"/>
                    </a:lnTo>
                    <a:lnTo>
                      <a:pt x="34504" y="251"/>
                    </a:lnTo>
                    <a:lnTo>
                      <a:pt x="37380" y="2532"/>
                    </a:lnTo>
                    <a:lnTo>
                      <a:pt x="40255" y="6584"/>
                    </a:lnTo>
                    <a:lnTo>
                      <a:pt x="43130" y="11923"/>
                    </a:lnTo>
                    <a:lnTo>
                      <a:pt x="46006" y="17948"/>
                    </a:lnTo>
                    <a:lnTo>
                      <a:pt x="48881" y="24060"/>
                    </a:lnTo>
                    <a:lnTo>
                      <a:pt x="51756" y="29734"/>
                    </a:lnTo>
                    <a:lnTo>
                      <a:pt x="54632" y="34571"/>
                    </a:lnTo>
                    <a:lnTo>
                      <a:pt x="57507" y="38304"/>
                    </a:lnTo>
                    <a:lnTo>
                      <a:pt x="60383" y="40806"/>
                    </a:lnTo>
                    <a:lnTo>
                      <a:pt x="63258" y="42114"/>
                    </a:lnTo>
                    <a:lnTo>
                      <a:pt x="66133" y="42460"/>
                    </a:lnTo>
                    <a:lnTo>
                      <a:pt x="69009" y="42276"/>
                    </a:lnTo>
                    <a:lnTo>
                      <a:pt x="71884" y="42131"/>
                    </a:lnTo>
                    <a:lnTo>
                      <a:pt x="74759" y="42586"/>
                    </a:lnTo>
                    <a:lnTo>
                      <a:pt x="77635" y="44017"/>
                    </a:lnTo>
                    <a:lnTo>
                      <a:pt x="80510" y="46480"/>
                    </a:lnTo>
                    <a:lnTo>
                      <a:pt x="83385" y="49699"/>
                    </a:lnTo>
                    <a:lnTo>
                      <a:pt x="86261" y="53185"/>
                    </a:lnTo>
                    <a:lnTo>
                      <a:pt x="89136" y="56425"/>
                    </a:lnTo>
                    <a:lnTo>
                      <a:pt x="92011" y="59053"/>
                    </a:lnTo>
                    <a:lnTo>
                      <a:pt x="94887" y="60927"/>
                    </a:lnTo>
                    <a:lnTo>
                      <a:pt x="97762" y="62110"/>
                    </a:lnTo>
                    <a:lnTo>
                      <a:pt x="100638" y="62796"/>
                    </a:lnTo>
                    <a:lnTo>
                      <a:pt x="103513" y="63223"/>
                    </a:lnTo>
                    <a:lnTo>
                      <a:pt x="106388" y="63603"/>
                    </a:lnTo>
                    <a:lnTo>
                      <a:pt x="109264" y="64102"/>
                    </a:lnTo>
                    <a:lnTo>
                      <a:pt x="112139" y="64825"/>
                    </a:lnTo>
                    <a:lnTo>
                      <a:pt x="115014" y="65828"/>
                    </a:lnTo>
                    <a:lnTo>
                      <a:pt x="117890" y="67126"/>
                    </a:lnTo>
                    <a:lnTo>
                      <a:pt x="120765" y="6870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01" name="Surface grid line"/>
              <p:cNvSpPr/>
              <p:nvPr/>
            </p:nvSpPr>
            <p:spPr>
              <a:xfrm>
                <a:off x="16796974" y="837505"/>
                <a:ext cx="1150287" cy="61163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64214">
                    <a:moveTo>
                      <a:pt x="0" y="23310"/>
                    </a:moveTo>
                    <a:lnTo>
                      <a:pt x="2875" y="24330"/>
                    </a:lnTo>
                    <a:lnTo>
                      <a:pt x="5751" y="24757"/>
                    </a:lnTo>
                    <a:lnTo>
                      <a:pt x="8626" y="24361"/>
                    </a:lnTo>
                    <a:lnTo>
                      <a:pt x="11501" y="22966"/>
                    </a:lnTo>
                    <a:lnTo>
                      <a:pt x="14377" y="20507"/>
                    </a:lnTo>
                    <a:lnTo>
                      <a:pt x="17252" y="17075"/>
                    </a:lnTo>
                    <a:lnTo>
                      <a:pt x="20128" y="12955"/>
                    </a:lnTo>
                    <a:lnTo>
                      <a:pt x="23003" y="8606"/>
                    </a:lnTo>
                    <a:lnTo>
                      <a:pt x="25878" y="4610"/>
                    </a:lnTo>
                    <a:lnTo>
                      <a:pt x="28754" y="1573"/>
                    </a:lnTo>
                    <a:lnTo>
                      <a:pt x="31629" y="0"/>
                    </a:lnTo>
                    <a:lnTo>
                      <a:pt x="34504" y="198"/>
                    </a:lnTo>
                    <a:lnTo>
                      <a:pt x="37380" y="2209"/>
                    </a:lnTo>
                    <a:lnTo>
                      <a:pt x="40255" y="5817"/>
                    </a:lnTo>
                    <a:lnTo>
                      <a:pt x="43130" y="10606"/>
                    </a:lnTo>
                    <a:lnTo>
                      <a:pt x="46006" y="16056"/>
                    </a:lnTo>
                    <a:lnTo>
                      <a:pt x="48881" y="21645"/>
                    </a:lnTo>
                    <a:lnTo>
                      <a:pt x="51756" y="26923"/>
                    </a:lnTo>
                    <a:lnTo>
                      <a:pt x="54632" y="31547"/>
                    </a:lnTo>
                    <a:lnTo>
                      <a:pt x="57507" y="35291"/>
                    </a:lnTo>
                    <a:lnTo>
                      <a:pt x="60383" y="38050"/>
                    </a:lnTo>
                    <a:lnTo>
                      <a:pt x="63258" y="39844"/>
                    </a:lnTo>
                    <a:lnTo>
                      <a:pt x="66133" y="40841"/>
                    </a:lnTo>
                    <a:lnTo>
                      <a:pt x="69009" y="41351"/>
                    </a:lnTo>
                    <a:lnTo>
                      <a:pt x="71884" y="41782"/>
                    </a:lnTo>
                    <a:lnTo>
                      <a:pt x="74759" y="42538"/>
                    </a:lnTo>
                    <a:lnTo>
                      <a:pt x="77635" y="43887"/>
                    </a:lnTo>
                    <a:lnTo>
                      <a:pt x="80510" y="45876"/>
                    </a:lnTo>
                    <a:lnTo>
                      <a:pt x="83385" y="48315"/>
                    </a:lnTo>
                    <a:lnTo>
                      <a:pt x="86261" y="50867"/>
                    </a:lnTo>
                    <a:lnTo>
                      <a:pt x="89136" y="53185"/>
                    </a:lnTo>
                    <a:lnTo>
                      <a:pt x="92011" y="55028"/>
                    </a:lnTo>
                    <a:lnTo>
                      <a:pt x="94887" y="56321"/>
                    </a:lnTo>
                    <a:lnTo>
                      <a:pt x="97762" y="57137"/>
                    </a:lnTo>
                    <a:lnTo>
                      <a:pt x="100638" y="57640"/>
                    </a:lnTo>
                    <a:lnTo>
                      <a:pt x="103513" y="58021"/>
                    </a:lnTo>
                    <a:lnTo>
                      <a:pt x="106388" y="58452"/>
                    </a:lnTo>
                    <a:lnTo>
                      <a:pt x="109264" y="59060"/>
                    </a:lnTo>
                    <a:lnTo>
                      <a:pt x="112139" y="59923"/>
                    </a:lnTo>
                    <a:lnTo>
                      <a:pt x="115014" y="61076"/>
                    </a:lnTo>
                    <a:lnTo>
                      <a:pt x="117890" y="62517"/>
                    </a:lnTo>
                    <a:lnTo>
                      <a:pt x="120765" y="6421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02" name="Surface grid line"/>
              <p:cNvSpPr/>
              <p:nvPr/>
            </p:nvSpPr>
            <p:spPr>
              <a:xfrm>
                <a:off x="16819706" y="874764"/>
                <a:ext cx="1150287" cy="567568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9587">
                    <a:moveTo>
                      <a:pt x="0" y="19008"/>
                    </a:moveTo>
                    <a:lnTo>
                      <a:pt x="2875" y="20176"/>
                    </a:lnTo>
                    <a:lnTo>
                      <a:pt x="5751" y="20793"/>
                    </a:lnTo>
                    <a:lnTo>
                      <a:pt x="8626" y="20654"/>
                    </a:lnTo>
                    <a:lnTo>
                      <a:pt x="11501" y="19608"/>
                    </a:lnTo>
                    <a:lnTo>
                      <a:pt x="14377" y="17599"/>
                    </a:lnTo>
                    <a:lnTo>
                      <a:pt x="17252" y="14712"/>
                    </a:lnTo>
                    <a:lnTo>
                      <a:pt x="20128" y="11197"/>
                    </a:lnTo>
                    <a:lnTo>
                      <a:pt x="23003" y="7459"/>
                    </a:lnTo>
                    <a:lnTo>
                      <a:pt x="25878" y="4008"/>
                    </a:lnTo>
                    <a:lnTo>
                      <a:pt x="28754" y="1373"/>
                    </a:lnTo>
                    <a:lnTo>
                      <a:pt x="31629" y="0"/>
                    </a:lnTo>
                    <a:lnTo>
                      <a:pt x="34504" y="165"/>
                    </a:lnTo>
                    <a:lnTo>
                      <a:pt x="37380" y="1915"/>
                    </a:lnTo>
                    <a:lnTo>
                      <a:pt x="40255" y="5078"/>
                    </a:lnTo>
                    <a:lnTo>
                      <a:pt x="43130" y="9304"/>
                    </a:lnTo>
                    <a:lnTo>
                      <a:pt x="46006" y="14156"/>
                    </a:lnTo>
                    <a:lnTo>
                      <a:pt x="48881" y="19190"/>
                    </a:lnTo>
                    <a:lnTo>
                      <a:pt x="51756" y="24023"/>
                    </a:lnTo>
                    <a:lnTo>
                      <a:pt x="54632" y="28363"/>
                    </a:lnTo>
                    <a:lnTo>
                      <a:pt x="57507" y="32020"/>
                    </a:lnTo>
                    <a:lnTo>
                      <a:pt x="60383" y="34899"/>
                    </a:lnTo>
                    <a:lnTo>
                      <a:pt x="63258" y="37007"/>
                    </a:lnTo>
                    <a:lnTo>
                      <a:pt x="66133" y="38452"/>
                    </a:lnTo>
                    <a:lnTo>
                      <a:pt x="69009" y="39449"/>
                    </a:lnTo>
                    <a:lnTo>
                      <a:pt x="71884" y="40277"/>
                    </a:lnTo>
                    <a:lnTo>
                      <a:pt x="74759" y="41218"/>
                    </a:lnTo>
                    <a:lnTo>
                      <a:pt x="77635" y="42462"/>
                    </a:lnTo>
                    <a:lnTo>
                      <a:pt x="80510" y="44045"/>
                    </a:lnTo>
                    <a:lnTo>
                      <a:pt x="83385" y="45849"/>
                    </a:lnTo>
                    <a:lnTo>
                      <a:pt x="86261" y="47656"/>
                    </a:lnTo>
                    <a:lnTo>
                      <a:pt x="89136" y="49247"/>
                    </a:lnTo>
                    <a:lnTo>
                      <a:pt x="92011" y="50481"/>
                    </a:lnTo>
                    <a:lnTo>
                      <a:pt x="94887" y="51334"/>
                    </a:lnTo>
                    <a:lnTo>
                      <a:pt x="97762" y="51885"/>
                    </a:lnTo>
                    <a:lnTo>
                      <a:pt x="100638" y="52274"/>
                    </a:lnTo>
                    <a:lnTo>
                      <a:pt x="103513" y="52657"/>
                    </a:lnTo>
                    <a:lnTo>
                      <a:pt x="106388" y="53166"/>
                    </a:lnTo>
                    <a:lnTo>
                      <a:pt x="109264" y="53898"/>
                    </a:lnTo>
                    <a:lnTo>
                      <a:pt x="112139" y="54906"/>
                    </a:lnTo>
                    <a:lnTo>
                      <a:pt x="115014" y="56207"/>
                    </a:lnTo>
                    <a:lnTo>
                      <a:pt x="117890" y="57782"/>
                    </a:lnTo>
                    <a:lnTo>
                      <a:pt x="120765" y="5958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03" name="Surface grid line"/>
              <p:cNvSpPr/>
              <p:nvPr/>
            </p:nvSpPr>
            <p:spPr>
              <a:xfrm>
                <a:off x="16842438" y="910888"/>
                <a:ext cx="1150287" cy="525029"/>
              </a:xfrm>
              <a:custGeom>
                <a:avLst/>
                <a:gdLst/>
                <a:ahLst/>
                <a:cxnLst/>
                <a:rect l="0" t="0" r="r" b="b"/>
                <a:pathLst>
                  <a:path w="120765" h="55121">
                    <a:moveTo>
                      <a:pt x="0" y="14820"/>
                    </a:moveTo>
                    <a:lnTo>
                      <a:pt x="2875" y="16113"/>
                    </a:lnTo>
                    <a:lnTo>
                      <a:pt x="5751" y="16894"/>
                    </a:lnTo>
                    <a:lnTo>
                      <a:pt x="8626" y="16989"/>
                    </a:lnTo>
                    <a:lnTo>
                      <a:pt x="11501" y="16269"/>
                    </a:lnTo>
                    <a:lnTo>
                      <a:pt x="14377" y="14691"/>
                    </a:lnTo>
                    <a:lnTo>
                      <a:pt x="17252" y="12334"/>
                    </a:lnTo>
                    <a:lnTo>
                      <a:pt x="20128" y="9415"/>
                    </a:lnTo>
                    <a:lnTo>
                      <a:pt x="23003" y="6284"/>
                    </a:lnTo>
                    <a:lnTo>
                      <a:pt x="25878" y="3380"/>
                    </a:lnTo>
                    <a:lnTo>
                      <a:pt x="28754" y="1156"/>
                    </a:lnTo>
                    <a:lnTo>
                      <a:pt x="31629" y="0"/>
                    </a:lnTo>
                    <a:lnTo>
                      <a:pt x="34504" y="154"/>
                    </a:lnTo>
                    <a:lnTo>
                      <a:pt x="37380" y="1671"/>
                    </a:lnTo>
                    <a:lnTo>
                      <a:pt x="40255" y="4415"/>
                    </a:lnTo>
                    <a:lnTo>
                      <a:pt x="43130" y="8104"/>
                    </a:lnTo>
                    <a:lnTo>
                      <a:pt x="46006" y="12376"/>
                    </a:lnTo>
                    <a:lnTo>
                      <a:pt x="48881" y="16861"/>
                    </a:lnTo>
                    <a:lnTo>
                      <a:pt x="51756" y="21238"/>
                    </a:lnTo>
                    <a:lnTo>
                      <a:pt x="54632" y="25260"/>
                    </a:lnTo>
                    <a:lnTo>
                      <a:pt x="57507" y="28762"/>
                    </a:lnTo>
                    <a:lnTo>
                      <a:pt x="60383" y="31657"/>
                    </a:lnTo>
                    <a:lnTo>
                      <a:pt x="63258" y="33933"/>
                    </a:lnTo>
                    <a:lnTo>
                      <a:pt x="66133" y="35656"/>
                    </a:lnTo>
                    <a:lnTo>
                      <a:pt x="69009" y="36961"/>
                    </a:lnTo>
                    <a:lnTo>
                      <a:pt x="71884" y="38035"/>
                    </a:lnTo>
                    <a:lnTo>
                      <a:pt x="74759" y="39064"/>
                    </a:lnTo>
                    <a:lnTo>
                      <a:pt x="77635" y="40183"/>
                    </a:lnTo>
                    <a:lnTo>
                      <a:pt x="80510" y="41423"/>
                    </a:lnTo>
                    <a:lnTo>
                      <a:pt x="83385" y="42721"/>
                    </a:lnTo>
                    <a:lnTo>
                      <a:pt x="86261" y="43950"/>
                    </a:lnTo>
                    <a:lnTo>
                      <a:pt x="89136" y="44988"/>
                    </a:lnTo>
                    <a:lnTo>
                      <a:pt x="92011" y="45770"/>
                    </a:lnTo>
                    <a:lnTo>
                      <a:pt x="94887" y="46309"/>
                    </a:lnTo>
                    <a:lnTo>
                      <a:pt x="97762" y="46688"/>
                    </a:lnTo>
                    <a:lnTo>
                      <a:pt x="100638" y="47027"/>
                    </a:lnTo>
                    <a:lnTo>
                      <a:pt x="103513" y="47450"/>
                    </a:lnTo>
                    <a:lnTo>
                      <a:pt x="106388" y="48061"/>
                    </a:lnTo>
                    <a:lnTo>
                      <a:pt x="109264" y="48928"/>
                    </a:lnTo>
                    <a:lnTo>
                      <a:pt x="112139" y="50084"/>
                    </a:lnTo>
                    <a:lnTo>
                      <a:pt x="115014" y="51526"/>
                    </a:lnTo>
                    <a:lnTo>
                      <a:pt x="117890" y="53224"/>
                    </a:lnTo>
                    <a:lnTo>
                      <a:pt x="120765" y="5512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04" name="Surface grid line"/>
              <p:cNvSpPr/>
              <p:nvPr/>
            </p:nvSpPr>
            <p:spPr>
              <a:xfrm>
                <a:off x="15887700" y="1052054"/>
                <a:ext cx="954738" cy="48231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0637">
                    <a:moveTo>
                      <a:pt x="0" y="50637"/>
                    </a:moveTo>
                    <a:lnTo>
                      <a:pt x="2387" y="50088"/>
                    </a:lnTo>
                    <a:lnTo>
                      <a:pt x="4773" y="49534"/>
                    </a:lnTo>
                    <a:lnTo>
                      <a:pt x="7160" y="48970"/>
                    </a:lnTo>
                    <a:lnTo>
                      <a:pt x="9546" y="48390"/>
                    </a:lnTo>
                    <a:lnTo>
                      <a:pt x="11933" y="47788"/>
                    </a:lnTo>
                    <a:lnTo>
                      <a:pt x="14319" y="47155"/>
                    </a:lnTo>
                    <a:lnTo>
                      <a:pt x="16706" y="46479"/>
                    </a:lnTo>
                    <a:lnTo>
                      <a:pt x="19092" y="45746"/>
                    </a:lnTo>
                    <a:lnTo>
                      <a:pt x="21479" y="44939"/>
                    </a:lnTo>
                    <a:lnTo>
                      <a:pt x="23865" y="44041"/>
                    </a:lnTo>
                    <a:lnTo>
                      <a:pt x="26252" y="43032"/>
                    </a:lnTo>
                    <a:lnTo>
                      <a:pt x="28639" y="41898"/>
                    </a:lnTo>
                    <a:lnTo>
                      <a:pt x="31025" y="40624"/>
                    </a:lnTo>
                    <a:lnTo>
                      <a:pt x="33412" y="39203"/>
                    </a:lnTo>
                    <a:lnTo>
                      <a:pt x="35798" y="37635"/>
                    </a:lnTo>
                    <a:lnTo>
                      <a:pt x="38185" y="35927"/>
                    </a:lnTo>
                    <a:lnTo>
                      <a:pt x="40571" y="34091"/>
                    </a:lnTo>
                    <a:lnTo>
                      <a:pt x="42958" y="32148"/>
                    </a:lnTo>
                    <a:lnTo>
                      <a:pt x="45344" y="30123"/>
                    </a:lnTo>
                    <a:lnTo>
                      <a:pt x="47731" y="28043"/>
                    </a:lnTo>
                    <a:lnTo>
                      <a:pt x="50117" y="25937"/>
                    </a:lnTo>
                    <a:lnTo>
                      <a:pt x="52504" y="23829"/>
                    </a:lnTo>
                    <a:lnTo>
                      <a:pt x="54891" y="21745"/>
                    </a:lnTo>
                    <a:lnTo>
                      <a:pt x="57277" y="19705"/>
                    </a:lnTo>
                    <a:lnTo>
                      <a:pt x="59664" y="17725"/>
                    </a:lnTo>
                    <a:lnTo>
                      <a:pt x="62050" y="15817"/>
                    </a:lnTo>
                    <a:lnTo>
                      <a:pt x="64437" y="13995"/>
                    </a:lnTo>
                    <a:lnTo>
                      <a:pt x="66823" y="12267"/>
                    </a:lnTo>
                    <a:lnTo>
                      <a:pt x="69210" y="10642"/>
                    </a:lnTo>
                    <a:lnTo>
                      <a:pt x="71596" y="9131"/>
                    </a:lnTo>
                    <a:lnTo>
                      <a:pt x="73983" y="7742"/>
                    </a:lnTo>
                    <a:lnTo>
                      <a:pt x="76370" y="6483"/>
                    </a:lnTo>
                    <a:lnTo>
                      <a:pt x="78756" y="5359"/>
                    </a:lnTo>
                    <a:lnTo>
                      <a:pt x="81143" y="4372"/>
                    </a:lnTo>
                    <a:lnTo>
                      <a:pt x="83529" y="3518"/>
                    </a:lnTo>
                    <a:lnTo>
                      <a:pt x="85916" y="2791"/>
                    </a:lnTo>
                    <a:lnTo>
                      <a:pt x="88302" y="2174"/>
                    </a:lnTo>
                    <a:lnTo>
                      <a:pt x="90689" y="1650"/>
                    </a:lnTo>
                    <a:lnTo>
                      <a:pt x="93075" y="1195"/>
                    </a:lnTo>
                    <a:lnTo>
                      <a:pt x="95462" y="785"/>
                    </a:lnTo>
                    <a:lnTo>
                      <a:pt x="97848" y="39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05" name="Surface grid line"/>
              <p:cNvSpPr/>
              <p:nvPr/>
            </p:nvSpPr>
            <p:spPr>
              <a:xfrm>
                <a:off x="15915088" y="1064363"/>
                <a:ext cx="954738" cy="48937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1378">
                    <a:moveTo>
                      <a:pt x="0" y="51378"/>
                    </a:moveTo>
                    <a:lnTo>
                      <a:pt x="2387" y="50793"/>
                    </a:lnTo>
                    <a:lnTo>
                      <a:pt x="4773" y="50202"/>
                    </a:lnTo>
                    <a:lnTo>
                      <a:pt x="7160" y="49603"/>
                    </a:lnTo>
                    <a:lnTo>
                      <a:pt x="9546" y="48997"/>
                    </a:lnTo>
                    <a:lnTo>
                      <a:pt x="11933" y="48378"/>
                    </a:lnTo>
                    <a:lnTo>
                      <a:pt x="14319" y="47739"/>
                    </a:lnTo>
                    <a:lnTo>
                      <a:pt x="16706" y="47068"/>
                    </a:lnTo>
                    <a:lnTo>
                      <a:pt x="19092" y="46348"/>
                    </a:lnTo>
                    <a:lnTo>
                      <a:pt x="21479" y="45558"/>
                    </a:lnTo>
                    <a:lnTo>
                      <a:pt x="23865" y="44677"/>
                    </a:lnTo>
                    <a:lnTo>
                      <a:pt x="26252" y="43678"/>
                    </a:lnTo>
                    <a:lnTo>
                      <a:pt x="28639" y="42540"/>
                    </a:lnTo>
                    <a:lnTo>
                      <a:pt x="31025" y="41244"/>
                    </a:lnTo>
                    <a:lnTo>
                      <a:pt x="33412" y="39779"/>
                    </a:lnTo>
                    <a:lnTo>
                      <a:pt x="35798" y="38142"/>
                    </a:lnTo>
                    <a:lnTo>
                      <a:pt x="38185" y="36339"/>
                    </a:lnTo>
                    <a:lnTo>
                      <a:pt x="40571" y="34388"/>
                    </a:lnTo>
                    <a:lnTo>
                      <a:pt x="42958" y="32312"/>
                    </a:lnTo>
                    <a:lnTo>
                      <a:pt x="45344" y="30143"/>
                    </a:lnTo>
                    <a:lnTo>
                      <a:pt x="47731" y="27912"/>
                    </a:lnTo>
                    <a:lnTo>
                      <a:pt x="50117" y="25655"/>
                    </a:lnTo>
                    <a:lnTo>
                      <a:pt x="52504" y="23403"/>
                    </a:lnTo>
                    <a:lnTo>
                      <a:pt x="54891" y="21182"/>
                    </a:lnTo>
                    <a:lnTo>
                      <a:pt x="57277" y="19016"/>
                    </a:lnTo>
                    <a:lnTo>
                      <a:pt x="59664" y="16920"/>
                    </a:lnTo>
                    <a:lnTo>
                      <a:pt x="62050" y="14908"/>
                    </a:lnTo>
                    <a:lnTo>
                      <a:pt x="64437" y="12992"/>
                    </a:lnTo>
                    <a:lnTo>
                      <a:pt x="66823" y="11183"/>
                    </a:lnTo>
                    <a:lnTo>
                      <a:pt x="69210" y="9491"/>
                    </a:lnTo>
                    <a:lnTo>
                      <a:pt x="71596" y="7930"/>
                    </a:lnTo>
                    <a:lnTo>
                      <a:pt x="73983" y="6513"/>
                    </a:lnTo>
                    <a:lnTo>
                      <a:pt x="76370" y="5252"/>
                    </a:lnTo>
                    <a:lnTo>
                      <a:pt x="78756" y="4156"/>
                    </a:lnTo>
                    <a:lnTo>
                      <a:pt x="81143" y="3231"/>
                    </a:lnTo>
                    <a:lnTo>
                      <a:pt x="83529" y="2472"/>
                    </a:lnTo>
                    <a:lnTo>
                      <a:pt x="85916" y="1869"/>
                    </a:lnTo>
                    <a:lnTo>
                      <a:pt x="88302" y="1402"/>
                    </a:lnTo>
                    <a:lnTo>
                      <a:pt x="90689" y="1042"/>
                    </a:lnTo>
                    <a:lnTo>
                      <a:pt x="93075" y="758"/>
                    </a:lnTo>
                    <a:lnTo>
                      <a:pt x="95462" y="513"/>
                    </a:lnTo>
                    <a:lnTo>
                      <a:pt x="97848" y="271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06" name="Surface grid line"/>
              <p:cNvSpPr/>
              <p:nvPr/>
            </p:nvSpPr>
            <p:spPr>
              <a:xfrm>
                <a:off x="15942476" y="1071805"/>
                <a:ext cx="954738" cy="49967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2460">
                    <a:moveTo>
                      <a:pt x="0" y="52460"/>
                    </a:moveTo>
                    <a:lnTo>
                      <a:pt x="2387" y="51818"/>
                    </a:lnTo>
                    <a:lnTo>
                      <a:pt x="4773" y="51179"/>
                    </a:lnTo>
                    <a:lnTo>
                      <a:pt x="7160" y="50545"/>
                    </a:lnTo>
                    <a:lnTo>
                      <a:pt x="9546" y="49919"/>
                    </a:lnTo>
                    <a:lnTo>
                      <a:pt x="11933" y="49301"/>
                    </a:lnTo>
                    <a:lnTo>
                      <a:pt x="14319" y="48684"/>
                    </a:lnTo>
                    <a:lnTo>
                      <a:pt x="16706" y="48054"/>
                    </a:lnTo>
                    <a:lnTo>
                      <a:pt x="19092" y="47392"/>
                    </a:lnTo>
                    <a:lnTo>
                      <a:pt x="21479" y="46671"/>
                    </a:lnTo>
                    <a:lnTo>
                      <a:pt x="23865" y="45861"/>
                    </a:lnTo>
                    <a:lnTo>
                      <a:pt x="26252" y="44929"/>
                    </a:lnTo>
                    <a:lnTo>
                      <a:pt x="28639" y="43844"/>
                    </a:lnTo>
                    <a:lnTo>
                      <a:pt x="31025" y="42579"/>
                    </a:lnTo>
                    <a:lnTo>
                      <a:pt x="33412" y="41117"/>
                    </a:lnTo>
                    <a:lnTo>
                      <a:pt x="35798" y="39451"/>
                    </a:lnTo>
                    <a:lnTo>
                      <a:pt x="38185" y="37588"/>
                    </a:lnTo>
                    <a:lnTo>
                      <a:pt x="40571" y="35544"/>
                    </a:lnTo>
                    <a:lnTo>
                      <a:pt x="42958" y="33350"/>
                    </a:lnTo>
                    <a:lnTo>
                      <a:pt x="45344" y="31039"/>
                    </a:lnTo>
                    <a:lnTo>
                      <a:pt x="47731" y="28653"/>
                    </a:lnTo>
                    <a:lnTo>
                      <a:pt x="50117" y="26229"/>
                    </a:lnTo>
                    <a:lnTo>
                      <a:pt x="52504" y="23805"/>
                    </a:lnTo>
                    <a:lnTo>
                      <a:pt x="54891" y="21409"/>
                    </a:lnTo>
                    <a:lnTo>
                      <a:pt x="57277" y="19066"/>
                    </a:lnTo>
                    <a:lnTo>
                      <a:pt x="59664" y="16792"/>
                    </a:lnTo>
                    <a:lnTo>
                      <a:pt x="62050" y="14602"/>
                    </a:lnTo>
                    <a:lnTo>
                      <a:pt x="64437" y="12508"/>
                    </a:lnTo>
                    <a:lnTo>
                      <a:pt x="66823" y="10523"/>
                    </a:lnTo>
                    <a:lnTo>
                      <a:pt x="69210" y="8664"/>
                    </a:lnTo>
                    <a:lnTo>
                      <a:pt x="71596" y="6951"/>
                    </a:lnTo>
                    <a:lnTo>
                      <a:pt x="73983" y="5408"/>
                    </a:lnTo>
                    <a:lnTo>
                      <a:pt x="76370" y="4055"/>
                    </a:lnTo>
                    <a:lnTo>
                      <a:pt x="78756" y="2911"/>
                    </a:lnTo>
                    <a:lnTo>
                      <a:pt x="81143" y="1987"/>
                    </a:lnTo>
                    <a:lnTo>
                      <a:pt x="83529" y="1283"/>
                    </a:lnTo>
                    <a:lnTo>
                      <a:pt x="85916" y="785"/>
                    </a:lnTo>
                    <a:lnTo>
                      <a:pt x="88302" y="466"/>
                    </a:lnTo>
                    <a:lnTo>
                      <a:pt x="90689" y="287"/>
                    </a:lnTo>
                    <a:lnTo>
                      <a:pt x="93075" y="201"/>
                    </a:lnTo>
                    <a:lnTo>
                      <a:pt x="95462" y="158"/>
                    </a:lnTo>
                    <a:lnTo>
                      <a:pt x="97848" y="106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07" name="Surface grid line"/>
              <p:cNvSpPr/>
              <p:nvPr/>
            </p:nvSpPr>
            <p:spPr>
              <a:xfrm>
                <a:off x="15969863" y="1065586"/>
                <a:ext cx="954738" cy="52137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4738">
                    <a:moveTo>
                      <a:pt x="0" y="54738"/>
                    </a:moveTo>
                    <a:lnTo>
                      <a:pt x="2387" y="54028"/>
                    </a:lnTo>
                    <a:lnTo>
                      <a:pt x="4773" y="53336"/>
                    </a:lnTo>
                    <a:lnTo>
                      <a:pt x="7160" y="52671"/>
                    </a:lnTo>
                    <a:lnTo>
                      <a:pt x="9546" y="52040"/>
                    </a:lnTo>
                    <a:lnTo>
                      <a:pt x="11933" y="51446"/>
                    </a:lnTo>
                    <a:lnTo>
                      <a:pt x="14319" y="50882"/>
                    </a:lnTo>
                    <a:lnTo>
                      <a:pt x="16706" y="50334"/>
                    </a:lnTo>
                    <a:lnTo>
                      <a:pt x="19092" y="49776"/>
                    </a:lnTo>
                    <a:lnTo>
                      <a:pt x="21479" y="49175"/>
                    </a:lnTo>
                    <a:lnTo>
                      <a:pt x="23865" y="48492"/>
                    </a:lnTo>
                    <a:lnTo>
                      <a:pt x="26252" y="47683"/>
                    </a:lnTo>
                    <a:lnTo>
                      <a:pt x="28639" y="46706"/>
                    </a:lnTo>
                    <a:lnTo>
                      <a:pt x="31025" y="45525"/>
                    </a:lnTo>
                    <a:lnTo>
                      <a:pt x="33412" y="44114"/>
                    </a:lnTo>
                    <a:lnTo>
                      <a:pt x="35798" y="42462"/>
                    </a:lnTo>
                    <a:lnTo>
                      <a:pt x="38185" y="40572"/>
                    </a:lnTo>
                    <a:lnTo>
                      <a:pt x="40571" y="38462"/>
                    </a:lnTo>
                    <a:lnTo>
                      <a:pt x="42958" y="36165"/>
                    </a:lnTo>
                    <a:lnTo>
                      <a:pt x="45344" y="33719"/>
                    </a:lnTo>
                    <a:lnTo>
                      <a:pt x="47731" y="31171"/>
                    </a:lnTo>
                    <a:lnTo>
                      <a:pt x="50117" y="28563"/>
                    </a:lnTo>
                    <a:lnTo>
                      <a:pt x="52504" y="25934"/>
                    </a:lnTo>
                    <a:lnTo>
                      <a:pt x="54891" y="23316"/>
                    </a:lnTo>
                    <a:lnTo>
                      <a:pt x="57277" y="20732"/>
                    </a:lnTo>
                    <a:lnTo>
                      <a:pt x="59664" y="18200"/>
                    </a:lnTo>
                    <a:lnTo>
                      <a:pt x="62050" y="15735"/>
                    </a:lnTo>
                    <a:lnTo>
                      <a:pt x="64437" y="13351"/>
                    </a:lnTo>
                    <a:lnTo>
                      <a:pt x="66823" y="11067"/>
                    </a:lnTo>
                    <a:lnTo>
                      <a:pt x="69210" y="8911"/>
                    </a:lnTo>
                    <a:lnTo>
                      <a:pt x="71596" y="6915"/>
                    </a:lnTo>
                    <a:lnTo>
                      <a:pt x="73983" y="5117"/>
                    </a:lnTo>
                    <a:lnTo>
                      <a:pt x="76370" y="3557"/>
                    </a:lnTo>
                    <a:lnTo>
                      <a:pt x="78756" y="2268"/>
                    </a:lnTo>
                    <a:lnTo>
                      <a:pt x="81143" y="1272"/>
                    </a:lnTo>
                    <a:lnTo>
                      <a:pt x="83529" y="575"/>
                    </a:lnTo>
                    <a:lnTo>
                      <a:pt x="85916" y="163"/>
                    </a:lnTo>
                    <a:lnTo>
                      <a:pt x="88302" y="0"/>
                    </a:lnTo>
                    <a:lnTo>
                      <a:pt x="90689" y="33"/>
                    </a:lnTo>
                    <a:lnTo>
                      <a:pt x="93075" y="195"/>
                    </a:lnTo>
                    <a:lnTo>
                      <a:pt x="95462" y="415"/>
                    </a:lnTo>
                    <a:lnTo>
                      <a:pt x="97848" y="621"/>
                    </a:lnTo>
                    <a:lnTo>
                      <a:pt x="100235" y="7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08" name="Surface grid line"/>
              <p:cNvSpPr/>
              <p:nvPr/>
            </p:nvSpPr>
            <p:spPr>
              <a:xfrm>
                <a:off x="15997251" y="1043487"/>
                <a:ext cx="954738" cy="556215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8395">
                    <a:moveTo>
                      <a:pt x="0" y="58395"/>
                    </a:moveTo>
                    <a:lnTo>
                      <a:pt x="2387" y="57611"/>
                    </a:lnTo>
                    <a:lnTo>
                      <a:pt x="4773" y="56867"/>
                    </a:lnTo>
                    <a:lnTo>
                      <a:pt x="7160" y="56178"/>
                    </a:lnTo>
                    <a:lnTo>
                      <a:pt x="9546" y="55558"/>
                    </a:lnTo>
                    <a:lnTo>
                      <a:pt x="11933" y="55010"/>
                    </a:lnTo>
                    <a:lnTo>
                      <a:pt x="14319" y="54528"/>
                    </a:lnTo>
                    <a:lnTo>
                      <a:pt x="16706" y="54095"/>
                    </a:lnTo>
                    <a:lnTo>
                      <a:pt x="19092" y="53681"/>
                    </a:lnTo>
                    <a:lnTo>
                      <a:pt x="21479" y="53243"/>
                    </a:lnTo>
                    <a:lnTo>
                      <a:pt x="23865" y="52732"/>
                    </a:lnTo>
                    <a:lnTo>
                      <a:pt x="26252" y="52092"/>
                    </a:lnTo>
                    <a:lnTo>
                      <a:pt x="28639" y="51269"/>
                    </a:lnTo>
                    <a:lnTo>
                      <a:pt x="31025" y="50217"/>
                    </a:lnTo>
                    <a:lnTo>
                      <a:pt x="33412" y="48900"/>
                    </a:lnTo>
                    <a:lnTo>
                      <a:pt x="35798" y="47301"/>
                    </a:lnTo>
                    <a:lnTo>
                      <a:pt x="38185" y="45418"/>
                    </a:lnTo>
                    <a:lnTo>
                      <a:pt x="40571" y="43270"/>
                    </a:lnTo>
                    <a:lnTo>
                      <a:pt x="42958" y="40890"/>
                    </a:lnTo>
                    <a:lnTo>
                      <a:pt x="45344" y="38321"/>
                    </a:lnTo>
                    <a:lnTo>
                      <a:pt x="47731" y="35610"/>
                    </a:lnTo>
                    <a:lnTo>
                      <a:pt x="50117" y="32803"/>
                    </a:lnTo>
                    <a:lnTo>
                      <a:pt x="52504" y="29939"/>
                    </a:lnTo>
                    <a:lnTo>
                      <a:pt x="54891" y="27050"/>
                    </a:lnTo>
                    <a:lnTo>
                      <a:pt x="57277" y="24159"/>
                    </a:lnTo>
                    <a:lnTo>
                      <a:pt x="59664" y="21281"/>
                    </a:lnTo>
                    <a:lnTo>
                      <a:pt x="62050" y="18432"/>
                    </a:lnTo>
                    <a:lnTo>
                      <a:pt x="64437" y="15631"/>
                    </a:lnTo>
                    <a:lnTo>
                      <a:pt x="66823" y="12908"/>
                    </a:lnTo>
                    <a:lnTo>
                      <a:pt x="69210" y="10303"/>
                    </a:lnTo>
                    <a:lnTo>
                      <a:pt x="71596" y="7871"/>
                    </a:lnTo>
                    <a:lnTo>
                      <a:pt x="73983" y="5673"/>
                    </a:lnTo>
                    <a:lnTo>
                      <a:pt x="76370" y="3773"/>
                    </a:lnTo>
                    <a:lnTo>
                      <a:pt x="78756" y="2229"/>
                    </a:lnTo>
                    <a:lnTo>
                      <a:pt x="81143" y="1080"/>
                    </a:lnTo>
                    <a:lnTo>
                      <a:pt x="83529" y="342"/>
                    </a:lnTo>
                    <a:lnTo>
                      <a:pt x="85916" y="0"/>
                    </a:lnTo>
                    <a:lnTo>
                      <a:pt x="88302" y="9"/>
                    </a:lnTo>
                    <a:lnTo>
                      <a:pt x="90689" y="298"/>
                    </a:lnTo>
                    <a:lnTo>
                      <a:pt x="93075" y="775"/>
                    </a:lnTo>
                    <a:lnTo>
                      <a:pt x="95462" y="1341"/>
                    </a:lnTo>
                    <a:lnTo>
                      <a:pt x="97848" y="1894"/>
                    </a:lnTo>
                    <a:lnTo>
                      <a:pt x="100235" y="2348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09" name="Surface grid line"/>
              <p:cNvSpPr/>
              <p:nvPr/>
            </p:nvSpPr>
            <p:spPr>
              <a:xfrm>
                <a:off x="16024639" y="1007385"/>
                <a:ext cx="954738" cy="60201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3203">
                    <a:moveTo>
                      <a:pt x="0" y="63203"/>
                    </a:moveTo>
                    <a:lnTo>
                      <a:pt x="2387" y="62343"/>
                    </a:lnTo>
                    <a:lnTo>
                      <a:pt x="4773" y="61550"/>
                    </a:lnTo>
                    <a:lnTo>
                      <a:pt x="7160" y="60847"/>
                    </a:lnTo>
                    <a:lnTo>
                      <a:pt x="9546" y="60249"/>
                    </a:lnTo>
                    <a:lnTo>
                      <a:pt x="11933" y="59763"/>
                    </a:lnTo>
                    <a:lnTo>
                      <a:pt x="14319" y="59383"/>
                    </a:lnTo>
                    <a:lnTo>
                      <a:pt x="16706" y="59087"/>
                    </a:lnTo>
                    <a:lnTo>
                      <a:pt x="19092" y="58840"/>
                    </a:lnTo>
                    <a:lnTo>
                      <a:pt x="21479" y="58591"/>
                    </a:lnTo>
                    <a:lnTo>
                      <a:pt x="23865" y="58278"/>
                    </a:lnTo>
                    <a:lnTo>
                      <a:pt x="26252" y="57835"/>
                    </a:lnTo>
                    <a:lnTo>
                      <a:pt x="28639" y="57195"/>
                    </a:lnTo>
                    <a:lnTo>
                      <a:pt x="31025" y="56302"/>
                    </a:lnTo>
                    <a:lnTo>
                      <a:pt x="33412" y="55110"/>
                    </a:lnTo>
                    <a:lnTo>
                      <a:pt x="35798" y="53595"/>
                    </a:lnTo>
                    <a:lnTo>
                      <a:pt x="38185" y="51752"/>
                    </a:lnTo>
                    <a:lnTo>
                      <a:pt x="40571" y="49597"/>
                    </a:lnTo>
                    <a:lnTo>
                      <a:pt x="42958" y="47161"/>
                    </a:lnTo>
                    <a:lnTo>
                      <a:pt x="45344" y="44487"/>
                    </a:lnTo>
                    <a:lnTo>
                      <a:pt x="47731" y="41624"/>
                    </a:lnTo>
                    <a:lnTo>
                      <a:pt x="50117" y="38615"/>
                    </a:lnTo>
                    <a:lnTo>
                      <a:pt x="52504" y="35498"/>
                    </a:lnTo>
                    <a:lnTo>
                      <a:pt x="54891" y="32301"/>
                    </a:lnTo>
                    <a:lnTo>
                      <a:pt x="57277" y="29042"/>
                    </a:lnTo>
                    <a:lnTo>
                      <a:pt x="59664" y="25735"/>
                    </a:lnTo>
                    <a:lnTo>
                      <a:pt x="62050" y="22398"/>
                    </a:lnTo>
                    <a:lnTo>
                      <a:pt x="64437" y="19056"/>
                    </a:lnTo>
                    <a:lnTo>
                      <a:pt x="66823" y="15751"/>
                    </a:lnTo>
                    <a:lnTo>
                      <a:pt x="69210" y="12547"/>
                    </a:lnTo>
                    <a:lnTo>
                      <a:pt x="71596" y="9523"/>
                    </a:lnTo>
                    <a:lnTo>
                      <a:pt x="73983" y="6777"/>
                    </a:lnTo>
                    <a:lnTo>
                      <a:pt x="76370" y="4404"/>
                    </a:lnTo>
                    <a:lnTo>
                      <a:pt x="78756" y="2494"/>
                    </a:lnTo>
                    <a:lnTo>
                      <a:pt x="81143" y="1110"/>
                    </a:lnTo>
                    <a:lnTo>
                      <a:pt x="83529" y="283"/>
                    </a:lnTo>
                    <a:lnTo>
                      <a:pt x="85916" y="0"/>
                    </a:lnTo>
                    <a:lnTo>
                      <a:pt x="88302" y="204"/>
                    </a:lnTo>
                    <a:lnTo>
                      <a:pt x="90689" y="801"/>
                    </a:lnTo>
                    <a:lnTo>
                      <a:pt x="93075" y="1668"/>
                    </a:lnTo>
                    <a:lnTo>
                      <a:pt x="95462" y="2671"/>
                    </a:lnTo>
                    <a:lnTo>
                      <a:pt x="97848" y="3675"/>
                    </a:lnTo>
                    <a:lnTo>
                      <a:pt x="100235" y="456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10" name="Surface grid line"/>
              <p:cNvSpPr/>
              <p:nvPr/>
            </p:nvSpPr>
            <p:spPr>
              <a:xfrm>
                <a:off x="16052027" y="959927"/>
                <a:ext cx="954738" cy="65604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8877">
                    <a:moveTo>
                      <a:pt x="0" y="68877"/>
                    </a:moveTo>
                    <a:lnTo>
                      <a:pt x="2387" y="67943"/>
                    </a:lnTo>
                    <a:lnTo>
                      <a:pt x="4773" y="67108"/>
                    </a:lnTo>
                    <a:lnTo>
                      <a:pt x="7160" y="66396"/>
                    </a:lnTo>
                    <a:lnTo>
                      <a:pt x="9546" y="65829"/>
                    </a:lnTo>
                    <a:lnTo>
                      <a:pt x="11933" y="65412"/>
                    </a:lnTo>
                    <a:lnTo>
                      <a:pt x="14319" y="65139"/>
                    </a:lnTo>
                    <a:lnTo>
                      <a:pt x="16706" y="64985"/>
                    </a:lnTo>
                    <a:lnTo>
                      <a:pt x="19092" y="64908"/>
                    </a:lnTo>
                    <a:lnTo>
                      <a:pt x="21479" y="64849"/>
                    </a:lnTo>
                    <a:lnTo>
                      <a:pt x="23865" y="64737"/>
                    </a:lnTo>
                    <a:lnTo>
                      <a:pt x="26252" y="64493"/>
                    </a:lnTo>
                    <a:lnTo>
                      <a:pt x="28639" y="64044"/>
                    </a:lnTo>
                    <a:lnTo>
                      <a:pt x="31025" y="63320"/>
                    </a:lnTo>
                    <a:lnTo>
                      <a:pt x="33412" y="62269"/>
                    </a:lnTo>
                    <a:lnTo>
                      <a:pt x="35798" y="60861"/>
                    </a:lnTo>
                    <a:lnTo>
                      <a:pt x="38185" y="59084"/>
                    </a:lnTo>
                    <a:lnTo>
                      <a:pt x="40571" y="56952"/>
                    </a:lnTo>
                    <a:lnTo>
                      <a:pt x="42958" y="54493"/>
                    </a:lnTo>
                    <a:lnTo>
                      <a:pt x="45344" y="51746"/>
                    </a:lnTo>
                    <a:lnTo>
                      <a:pt x="47731" y="48756"/>
                    </a:lnTo>
                    <a:lnTo>
                      <a:pt x="50117" y="45560"/>
                    </a:lnTo>
                    <a:lnTo>
                      <a:pt x="52504" y="42191"/>
                    </a:lnTo>
                    <a:lnTo>
                      <a:pt x="54891" y="38669"/>
                    </a:lnTo>
                    <a:lnTo>
                      <a:pt x="57277" y="35005"/>
                    </a:lnTo>
                    <a:lnTo>
                      <a:pt x="59664" y="31211"/>
                    </a:lnTo>
                    <a:lnTo>
                      <a:pt x="62050" y="27304"/>
                    </a:lnTo>
                    <a:lnTo>
                      <a:pt x="64437" y="23319"/>
                    </a:lnTo>
                    <a:lnTo>
                      <a:pt x="66823" y="19315"/>
                    </a:lnTo>
                    <a:lnTo>
                      <a:pt x="69210" y="15383"/>
                    </a:lnTo>
                    <a:lnTo>
                      <a:pt x="71596" y="11637"/>
                    </a:lnTo>
                    <a:lnTo>
                      <a:pt x="73983" y="8213"/>
                    </a:lnTo>
                    <a:lnTo>
                      <a:pt x="76370" y="5252"/>
                    </a:lnTo>
                    <a:lnTo>
                      <a:pt x="78756" y="2879"/>
                    </a:lnTo>
                    <a:lnTo>
                      <a:pt x="81143" y="1191"/>
                    </a:lnTo>
                    <a:lnTo>
                      <a:pt x="83529" y="235"/>
                    </a:lnTo>
                    <a:lnTo>
                      <a:pt x="85916" y="0"/>
                    </a:lnTo>
                    <a:lnTo>
                      <a:pt x="88302" y="419"/>
                    </a:lnTo>
                    <a:lnTo>
                      <a:pt x="90689" y="1370"/>
                    </a:lnTo>
                    <a:lnTo>
                      <a:pt x="93075" y="2697"/>
                    </a:lnTo>
                    <a:lnTo>
                      <a:pt x="95462" y="4223"/>
                    </a:lnTo>
                    <a:lnTo>
                      <a:pt x="97848" y="5771"/>
                    </a:lnTo>
                    <a:lnTo>
                      <a:pt x="100235" y="718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11" name="Surface grid line"/>
              <p:cNvSpPr/>
              <p:nvPr/>
            </p:nvSpPr>
            <p:spPr>
              <a:xfrm>
                <a:off x="16079414" y="904662"/>
                <a:ext cx="954738" cy="71495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5061">
                    <a:moveTo>
                      <a:pt x="0" y="75061"/>
                    </a:moveTo>
                    <a:lnTo>
                      <a:pt x="2387" y="74062"/>
                    </a:lnTo>
                    <a:lnTo>
                      <a:pt x="4773" y="73191"/>
                    </a:lnTo>
                    <a:lnTo>
                      <a:pt x="7160" y="72478"/>
                    </a:lnTo>
                    <a:lnTo>
                      <a:pt x="9546" y="71942"/>
                    </a:lnTo>
                    <a:lnTo>
                      <a:pt x="11933" y="71593"/>
                    </a:lnTo>
                    <a:lnTo>
                      <a:pt x="14319" y="71422"/>
                    </a:lnTo>
                    <a:lnTo>
                      <a:pt x="16706" y="71398"/>
                    </a:lnTo>
                    <a:lnTo>
                      <a:pt x="19092" y="71474"/>
                    </a:lnTo>
                    <a:lnTo>
                      <a:pt x="21479" y="71585"/>
                    </a:lnTo>
                    <a:lnTo>
                      <a:pt x="23865" y="71650"/>
                    </a:lnTo>
                    <a:lnTo>
                      <a:pt x="26252" y="71585"/>
                    </a:lnTo>
                    <a:lnTo>
                      <a:pt x="28639" y="71306"/>
                    </a:lnTo>
                    <a:lnTo>
                      <a:pt x="31025" y="70740"/>
                    </a:lnTo>
                    <a:lnTo>
                      <a:pt x="33412" y="69828"/>
                    </a:lnTo>
                    <a:lnTo>
                      <a:pt x="35798" y="68534"/>
                    </a:lnTo>
                    <a:lnTo>
                      <a:pt x="38185" y="66844"/>
                    </a:lnTo>
                    <a:lnTo>
                      <a:pt x="40571" y="64764"/>
                    </a:lnTo>
                    <a:lnTo>
                      <a:pt x="42958" y="62319"/>
                    </a:lnTo>
                    <a:lnTo>
                      <a:pt x="45344" y="59540"/>
                    </a:lnTo>
                    <a:lnTo>
                      <a:pt x="47731" y="56463"/>
                    </a:lnTo>
                    <a:lnTo>
                      <a:pt x="50117" y="53118"/>
                    </a:lnTo>
                    <a:lnTo>
                      <a:pt x="52504" y="49523"/>
                    </a:lnTo>
                    <a:lnTo>
                      <a:pt x="54891" y="45689"/>
                    </a:lnTo>
                    <a:lnTo>
                      <a:pt x="57277" y="41618"/>
                    </a:lnTo>
                    <a:lnTo>
                      <a:pt x="59664" y="37316"/>
                    </a:lnTo>
                    <a:lnTo>
                      <a:pt x="62050" y="32802"/>
                    </a:lnTo>
                    <a:lnTo>
                      <a:pt x="64437" y="28120"/>
                    </a:lnTo>
                    <a:lnTo>
                      <a:pt x="66823" y="23350"/>
                    </a:lnTo>
                    <a:lnTo>
                      <a:pt x="69210" y="18612"/>
                    </a:lnTo>
                    <a:lnTo>
                      <a:pt x="71596" y="14061"/>
                    </a:lnTo>
                    <a:lnTo>
                      <a:pt x="73983" y="9879"/>
                    </a:lnTo>
                    <a:lnTo>
                      <a:pt x="76370" y="6253"/>
                    </a:lnTo>
                    <a:lnTo>
                      <a:pt x="78756" y="3355"/>
                    </a:lnTo>
                    <a:lnTo>
                      <a:pt x="81143" y="1313"/>
                    </a:lnTo>
                    <a:lnTo>
                      <a:pt x="83529" y="197"/>
                    </a:lnTo>
                    <a:lnTo>
                      <a:pt x="85916" y="0"/>
                    </a:lnTo>
                    <a:lnTo>
                      <a:pt x="88302" y="642"/>
                    </a:lnTo>
                    <a:lnTo>
                      <a:pt x="90689" y="1975"/>
                    </a:lnTo>
                    <a:lnTo>
                      <a:pt x="93075" y="3803"/>
                    </a:lnTo>
                    <a:lnTo>
                      <a:pt x="95462" y="5904"/>
                    </a:lnTo>
                    <a:lnTo>
                      <a:pt x="97848" y="8058"/>
                    </a:lnTo>
                    <a:lnTo>
                      <a:pt x="100235" y="1006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12" name="Surface grid line"/>
              <p:cNvSpPr/>
              <p:nvPr/>
            </p:nvSpPr>
            <p:spPr>
              <a:xfrm>
                <a:off x="16106802" y="847485"/>
                <a:ext cx="954738" cy="773304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1187">
                    <a:moveTo>
                      <a:pt x="0" y="81187"/>
                    </a:moveTo>
                    <a:lnTo>
                      <a:pt x="2387" y="80136"/>
                    </a:lnTo>
                    <a:lnTo>
                      <a:pt x="4773" y="79239"/>
                    </a:lnTo>
                    <a:lnTo>
                      <a:pt x="7160" y="78530"/>
                    </a:lnTo>
                    <a:lnTo>
                      <a:pt x="9546" y="78028"/>
                    </a:lnTo>
                    <a:lnTo>
                      <a:pt x="11933" y="77741"/>
                    </a:lnTo>
                    <a:lnTo>
                      <a:pt x="14319" y="77656"/>
                    </a:lnTo>
                    <a:lnTo>
                      <a:pt x="16706" y="77739"/>
                    </a:lnTo>
                    <a:lnTo>
                      <a:pt x="19092" y="77938"/>
                    </a:lnTo>
                    <a:lnTo>
                      <a:pt x="21479" y="78179"/>
                    </a:lnTo>
                    <a:lnTo>
                      <a:pt x="23865" y="78380"/>
                    </a:lnTo>
                    <a:lnTo>
                      <a:pt x="26252" y="78450"/>
                    </a:lnTo>
                    <a:lnTo>
                      <a:pt x="28639" y="78302"/>
                    </a:lnTo>
                    <a:lnTo>
                      <a:pt x="31025" y="77860"/>
                    </a:lnTo>
                    <a:lnTo>
                      <a:pt x="33412" y="77066"/>
                    </a:lnTo>
                    <a:lnTo>
                      <a:pt x="35798" y="75879"/>
                    </a:lnTo>
                    <a:lnTo>
                      <a:pt x="38185" y="74283"/>
                    </a:lnTo>
                    <a:lnTo>
                      <a:pt x="40571" y="72280"/>
                    </a:lnTo>
                    <a:lnTo>
                      <a:pt x="42958" y="69884"/>
                    </a:lnTo>
                    <a:lnTo>
                      <a:pt x="45344" y="67120"/>
                    </a:lnTo>
                    <a:lnTo>
                      <a:pt x="47731" y="64010"/>
                    </a:lnTo>
                    <a:lnTo>
                      <a:pt x="50117" y="60569"/>
                    </a:lnTo>
                    <a:lnTo>
                      <a:pt x="52504" y="56801"/>
                    </a:lnTo>
                    <a:lnTo>
                      <a:pt x="54891" y="52703"/>
                    </a:lnTo>
                    <a:lnTo>
                      <a:pt x="57277" y="48266"/>
                    </a:lnTo>
                    <a:lnTo>
                      <a:pt x="59664" y="43487"/>
                    </a:lnTo>
                    <a:lnTo>
                      <a:pt x="62050" y="38388"/>
                    </a:lnTo>
                    <a:lnTo>
                      <a:pt x="64437" y="33021"/>
                    </a:lnTo>
                    <a:lnTo>
                      <a:pt x="66823" y="27489"/>
                    </a:lnTo>
                    <a:lnTo>
                      <a:pt x="69210" y="21942"/>
                    </a:lnTo>
                    <a:lnTo>
                      <a:pt x="71596" y="16578"/>
                    </a:lnTo>
                    <a:lnTo>
                      <a:pt x="73983" y="11625"/>
                    </a:lnTo>
                    <a:lnTo>
                      <a:pt x="76370" y="7320"/>
                    </a:lnTo>
                    <a:lnTo>
                      <a:pt x="78756" y="3879"/>
                    </a:lnTo>
                    <a:lnTo>
                      <a:pt x="81143" y="1467"/>
                    </a:lnTo>
                    <a:lnTo>
                      <a:pt x="83529" y="174"/>
                    </a:lnTo>
                    <a:lnTo>
                      <a:pt x="85916" y="0"/>
                    </a:lnTo>
                    <a:lnTo>
                      <a:pt x="88302" y="853"/>
                    </a:lnTo>
                    <a:lnTo>
                      <a:pt x="90689" y="2558"/>
                    </a:lnTo>
                    <a:lnTo>
                      <a:pt x="93075" y="4881"/>
                    </a:lnTo>
                    <a:lnTo>
                      <a:pt x="95462" y="7558"/>
                    </a:lnTo>
                    <a:lnTo>
                      <a:pt x="97848" y="10323"/>
                    </a:lnTo>
                    <a:lnTo>
                      <a:pt x="100235" y="1294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13" name="Surface grid line"/>
              <p:cNvSpPr/>
              <p:nvPr/>
            </p:nvSpPr>
            <p:spPr>
              <a:xfrm>
                <a:off x="16134190" y="795876"/>
                <a:ext cx="954738" cy="82431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6543">
                    <a:moveTo>
                      <a:pt x="0" y="86543"/>
                    </a:moveTo>
                    <a:lnTo>
                      <a:pt x="2387" y="85460"/>
                    </a:lnTo>
                    <a:lnTo>
                      <a:pt x="4773" y="84555"/>
                    </a:lnTo>
                    <a:lnTo>
                      <a:pt x="7160" y="83862"/>
                    </a:lnTo>
                    <a:lnTo>
                      <a:pt x="9546" y="83398"/>
                    </a:lnTo>
                    <a:lnTo>
                      <a:pt x="11933" y="83168"/>
                    </a:lnTo>
                    <a:lnTo>
                      <a:pt x="14319" y="83155"/>
                    </a:lnTo>
                    <a:lnTo>
                      <a:pt x="16706" y="83320"/>
                    </a:lnTo>
                    <a:lnTo>
                      <a:pt x="19092" y="83604"/>
                    </a:lnTo>
                    <a:lnTo>
                      <a:pt x="21479" y="83931"/>
                    </a:lnTo>
                    <a:lnTo>
                      <a:pt x="23865" y="84213"/>
                    </a:lnTo>
                    <a:lnTo>
                      <a:pt x="26252" y="84360"/>
                    </a:lnTo>
                    <a:lnTo>
                      <a:pt x="28639" y="84286"/>
                    </a:lnTo>
                    <a:lnTo>
                      <a:pt x="31025" y="83919"/>
                    </a:lnTo>
                    <a:lnTo>
                      <a:pt x="33412" y="83203"/>
                    </a:lnTo>
                    <a:lnTo>
                      <a:pt x="35798" y="82100"/>
                    </a:lnTo>
                    <a:lnTo>
                      <a:pt x="38185" y="80592"/>
                    </a:lnTo>
                    <a:lnTo>
                      <a:pt x="40571" y="78676"/>
                    </a:lnTo>
                    <a:lnTo>
                      <a:pt x="42958" y="76361"/>
                    </a:lnTo>
                    <a:lnTo>
                      <a:pt x="45344" y="73656"/>
                    </a:lnTo>
                    <a:lnTo>
                      <a:pt x="47731" y="70570"/>
                    </a:lnTo>
                    <a:lnTo>
                      <a:pt x="50117" y="67100"/>
                    </a:lnTo>
                    <a:lnTo>
                      <a:pt x="52504" y="63234"/>
                    </a:lnTo>
                    <a:lnTo>
                      <a:pt x="54891" y="58951"/>
                    </a:lnTo>
                    <a:lnTo>
                      <a:pt x="57277" y="54229"/>
                    </a:lnTo>
                    <a:lnTo>
                      <a:pt x="59664" y="49060"/>
                    </a:lnTo>
                    <a:lnTo>
                      <a:pt x="62050" y="43463"/>
                    </a:lnTo>
                    <a:lnTo>
                      <a:pt x="64437" y="37501"/>
                    </a:lnTo>
                    <a:lnTo>
                      <a:pt x="66823" y="31296"/>
                    </a:lnTo>
                    <a:lnTo>
                      <a:pt x="69210" y="25027"/>
                    </a:lnTo>
                    <a:lnTo>
                      <a:pt x="71596" y="18930"/>
                    </a:lnTo>
                    <a:lnTo>
                      <a:pt x="73983" y="13278"/>
                    </a:lnTo>
                    <a:lnTo>
                      <a:pt x="76370" y="8351"/>
                    </a:lnTo>
                    <a:lnTo>
                      <a:pt x="78756" y="4407"/>
                    </a:lnTo>
                    <a:lnTo>
                      <a:pt x="81143" y="1644"/>
                    </a:lnTo>
                    <a:lnTo>
                      <a:pt x="83529" y="173"/>
                    </a:lnTo>
                    <a:lnTo>
                      <a:pt x="85916" y="0"/>
                    </a:lnTo>
                    <a:lnTo>
                      <a:pt x="88302" y="1022"/>
                    </a:lnTo>
                    <a:lnTo>
                      <a:pt x="90689" y="3044"/>
                    </a:lnTo>
                    <a:lnTo>
                      <a:pt x="93075" y="5797"/>
                    </a:lnTo>
                    <a:lnTo>
                      <a:pt x="95462" y="8981"/>
                    </a:lnTo>
                    <a:lnTo>
                      <a:pt x="97848" y="12290"/>
                    </a:lnTo>
                    <a:lnTo>
                      <a:pt x="100235" y="1545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14" name="Surface grid line"/>
              <p:cNvSpPr/>
              <p:nvPr/>
            </p:nvSpPr>
            <p:spPr>
              <a:xfrm>
                <a:off x="16161578" y="757569"/>
                <a:ext cx="954738" cy="86119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0414">
                    <a:moveTo>
                      <a:pt x="0" y="90414"/>
                    </a:moveTo>
                    <a:lnTo>
                      <a:pt x="2387" y="89328"/>
                    </a:lnTo>
                    <a:lnTo>
                      <a:pt x="4773" y="88442"/>
                    </a:lnTo>
                    <a:lnTo>
                      <a:pt x="7160" y="87784"/>
                    </a:lnTo>
                    <a:lnTo>
                      <a:pt x="9546" y="87373"/>
                    </a:lnTo>
                    <a:lnTo>
                      <a:pt x="11933" y="87206"/>
                    </a:lnTo>
                    <a:lnTo>
                      <a:pt x="14319" y="87259"/>
                    </a:lnTo>
                    <a:lnTo>
                      <a:pt x="16706" y="87489"/>
                    </a:lnTo>
                    <a:lnTo>
                      <a:pt x="19092" y="87828"/>
                    </a:lnTo>
                    <a:lnTo>
                      <a:pt x="21479" y="88196"/>
                    </a:lnTo>
                    <a:lnTo>
                      <a:pt x="23865" y="88504"/>
                    </a:lnTo>
                    <a:lnTo>
                      <a:pt x="26252" y="88665"/>
                    </a:lnTo>
                    <a:lnTo>
                      <a:pt x="28639" y="88600"/>
                    </a:lnTo>
                    <a:lnTo>
                      <a:pt x="31025" y="88245"/>
                    </a:lnTo>
                    <a:lnTo>
                      <a:pt x="33412" y="87551"/>
                    </a:lnTo>
                    <a:lnTo>
                      <a:pt x="35798" y="86490"/>
                    </a:lnTo>
                    <a:lnTo>
                      <a:pt x="38185" y="85045"/>
                    </a:lnTo>
                    <a:lnTo>
                      <a:pt x="40571" y="83212"/>
                    </a:lnTo>
                    <a:lnTo>
                      <a:pt x="42958" y="80992"/>
                    </a:lnTo>
                    <a:lnTo>
                      <a:pt x="45344" y="78381"/>
                    </a:lnTo>
                    <a:lnTo>
                      <a:pt x="47731" y="75371"/>
                    </a:lnTo>
                    <a:lnTo>
                      <a:pt x="50117" y="71942"/>
                    </a:lnTo>
                    <a:lnTo>
                      <a:pt x="52504" y="68063"/>
                    </a:lnTo>
                    <a:lnTo>
                      <a:pt x="54891" y="63697"/>
                    </a:lnTo>
                    <a:lnTo>
                      <a:pt x="57277" y="58809"/>
                    </a:lnTo>
                    <a:lnTo>
                      <a:pt x="59664" y="53383"/>
                    </a:lnTo>
                    <a:lnTo>
                      <a:pt x="62050" y="47437"/>
                    </a:lnTo>
                    <a:lnTo>
                      <a:pt x="64437" y="41042"/>
                    </a:lnTo>
                    <a:lnTo>
                      <a:pt x="66823" y="34334"/>
                    </a:lnTo>
                    <a:lnTo>
                      <a:pt x="69210" y="27517"/>
                    </a:lnTo>
                    <a:lnTo>
                      <a:pt x="71596" y="20857"/>
                    </a:lnTo>
                    <a:lnTo>
                      <a:pt x="73983" y="14660"/>
                    </a:lnTo>
                    <a:lnTo>
                      <a:pt x="76370" y="9242"/>
                    </a:lnTo>
                    <a:lnTo>
                      <a:pt x="78756" y="4893"/>
                    </a:lnTo>
                    <a:lnTo>
                      <a:pt x="81143" y="1838"/>
                    </a:lnTo>
                    <a:lnTo>
                      <a:pt x="83529" y="203"/>
                    </a:lnTo>
                    <a:lnTo>
                      <a:pt x="85916" y="0"/>
                    </a:lnTo>
                    <a:lnTo>
                      <a:pt x="88302" y="1122"/>
                    </a:lnTo>
                    <a:lnTo>
                      <a:pt x="90689" y="3357"/>
                    </a:lnTo>
                    <a:lnTo>
                      <a:pt x="93075" y="6415"/>
                    </a:lnTo>
                    <a:lnTo>
                      <a:pt x="95462" y="9965"/>
                    </a:lnTo>
                    <a:lnTo>
                      <a:pt x="97848" y="13677"/>
                    </a:lnTo>
                    <a:lnTo>
                      <a:pt x="100235" y="1725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15" name="Surface grid line"/>
              <p:cNvSpPr/>
              <p:nvPr/>
            </p:nvSpPr>
            <p:spPr>
              <a:xfrm>
                <a:off x="16188966" y="738953"/>
                <a:ext cx="954738" cy="87857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2239">
                    <a:moveTo>
                      <a:pt x="0" y="92239"/>
                    </a:moveTo>
                    <a:lnTo>
                      <a:pt x="2387" y="91189"/>
                    </a:lnTo>
                    <a:lnTo>
                      <a:pt x="4773" y="90357"/>
                    </a:lnTo>
                    <a:lnTo>
                      <a:pt x="7160" y="89770"/>
                    </a:lnTo>
                    <a:lnTo>
                      <a:pt x="9546" y="89438"/>
                    </a:lnTo>
                    <a:lnTo>
                      <a:pt x="11933" y="89355"/>
                    </a:lnTo>
                    <a:lnTo>
                      <a:pt x="14319" y="89487"/>
                    </a:lnTo>
                    <a:lnTo>
                      <a:pt x="16706" y="89780"/>
                    </a:lnTo>
                    <a:lnTo>
                      <a:pt x="19092" y="90158"/>
                    </a:lnTo>
                    <a:lnTo>
                      <a:pt x="21479" y="90535"/>
                    </a:lnTo>
                    <a:lnTo>
                      <a:pt x="23865" y="90822"/>
                    </a:lnTo>
                    <a:lnTo>
                      <a:pt x="26252" y="90937"/>
                    </a:lnTo>
                    <a:lnTo>
                      <a:pt x="28639" y="90812"/>
                    </a:lnTo>
                    <a:lnTo>
                      <a:pt x="31025" y="90396"/>
                    </a:lnTo>
                    <a:lnTo>
                      <a:pt x="33412" y="89658"/>
                    </a:lnTo>
                    <a:lnTo>
                      <a:pt x="35798" y="88579"/>
                    </a:lnTo>
                    <a:lnTo>
                      <a:pt x="38185" y="87153"/>
                    </a:lnTo>
                    <a:lnTo>
                      <a:pt x="40571" y="85377"/>
                    </a:lnTo>
                    <a:lnTo>
                      <a:pt x="42958" y="83243"/>
                    </a:lnTo>
                    <a:lnTo>
                      <a:pt x="45344" y="80741"/>
                    </a:lnTo>
                    <a:lnTo>
                      <a:pt x="47731" y="77845"/>
                    </a:lnTo>
                    <a:lnTo>
                      <a:pt x="50117" y="74517"/>
                    </a:lnTo>
                    <a:lnTo>
                      <a:pt x="52504" y="70710"/>
                    </a:lnTo>
                    <a:lnTo>
                      <a:pt x="54891" y="66372"/>
                    </a:lnTo>
                    <a:lnTo>
                      <a:pt x="57277" y="61455"/>
                    </a:lnTo>
                    <a:lnTo>
                      <a:pt x="59664" y="55937"/>
                    </a:lnTo>
                    <a:lnTo>
                      <a:pt x="62050" y="49835"/>
                    </a:lnTo>
                    <a:lnTo>
                      <a:pt x="64437" y="43224"/>
                    </a:lnTo>
                    <a:lnTo>
                      <a:pt x="66823" y="36248"/>
                    </a:lnTo>
                    <a:lnTo>
                      <a:pt x="69210" y="29126"/>
                    </a:lnTo>
                    <a:lnTo>
                      <a:pt x="71596" y="22142"/>
                    </a:lnTo>
                    <a:lnTo>
                      <a:pt x="73983" y="15622"/>
                    </a:lnTo>
                    <a:lnTo>
                      <a:pt x="76370" y="9903"/>
                    </a:lnTo>
                    <a:lnTo>
                      <a:pt x="78756" y="5295"/>
                    </a:lnTo>
                    <a:lnTo>
                      <a:pt x="81143" y="2036"/>
                    </a:lnTo>
                    <a:lnTo>
                      <a:pt x="83529" y="266"/>
                    </a:lnTo>
                    <a:lnTo>
                      <a:pt x="85916" y="0"/>
                    </a:lnTo>
                    <a:lnTo>
                      <a:pt x="88302" y="1131"/>
                    </a:lnTo>
                    <a:lnTo>
                      <a:pt x="90689" y="3439"/>
                    </a:lnTo>
                    <a:lnTo>
                      <a:pt x="93075" y="6625"/>
                    </a:lnTo>
                    <a:lnTo>
                      <a:pt x="95462" y="10347"/>
                    </a:lnTo>
                    <a:lnTo>
                      <a:pt x="97848" y="14258"/>
                    </a:lnTo>
                    <a:lnTo>
                      <a:pt x="100235" y="1805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16" name="Surface grid line"/>
              <p:cNvSpPr/>
              <p:nvPr/>
            </p:nvSpPr>
            <p:spPr>
              <a:xfrm>
                <a:off x="16216353" y="743661"/>
                <a:ext cx="954738" cy="87391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91750">
                    <a:moveTo>
                      <a:pt x="0" y="91750"/>
                    </a:moveTo>
                    <a:lnTo>
                      <a:pt x="2387" y="90782"/>
                    </a:lnTo>
                    <a:lnTo>
                      <a:pt x="4773" y="90051"/>
                    </a:lnTo>
                    <a:lnTo>
                      <a:pt x="7160" y="89579"/>
                    </a:lnTo>
                    <a:lnTo>
                      <a:pt x="9546" y="89373"/>
                    </a:lnTo>
                    <a:lnTo>
                      <a:pt x="11933" y="89413"/>
                    </a:lnTo>
                    <a:lnTo>
                      <a:pt x="14319" y="89656"/>
                    </a:lnTo>
                    <a:lnTo>
                      <a:pt x="16706" y="90032"/>
                    </a:lnTo>
                    <a:lnTo>
                      <a:pt x="19092" y="90454"/>
                    </a:lnTo>
                    <a:lnTo>
                      <a:pt x="21479" y="90827"/>
                    </a:lnTo>
                    <a:lnTo>
                      <a:pt x="23865" y="91059"/>
                    </a:lnTo>
                    <a:lnTo>
                      <a:pt x="26252" y="91076"/>
                    </a:lnTo>
                    <a:lnTo>
                      <a:pt x="28639" y="90823"/>
                    </a:lnTo>
                    <a:lnTo>
                      <a:pt x="31025" y="90270"/>
                    </a:lnTo>
                    <a:lnTo>
                      <a:pt x="33412" y="89406"/>
                    </a:lnTo>
                    <a:lnTo>
                      <a:pt x="35798" y="88235"/>
                    </a:lnTo>
                    <a:lnTo>
                      <a:pt x="38185" y="86761"/>
                    </a:lnTo>
                    <a:lnTo>
                      <a:pt x="40571" y="84990"/>
                    </a:lnTo>
                    <a:lnTo>
                      <a:pt x="42958" y="82912"/>
                    </a:lnTo>
                    <a:lnTo>
                      <a:pt x="45344" y="80508"/>
                    </a:lnTo>
                    <a:lnTo>
                      <a:pt x="47731" y="77739"/>
                    </a:lnTo>
                    <a:lnTo>
                      <a:pt x="50117" y="74555"/>
                    </a:lnTo>
                    <a:lnTo>
                      <a:pt x="52504" y="70891"/>
                    </a:lnTo>
                    <a:lnTo>
                      <a:pt x="54891" y="66683"/>
                    </a:lnTo>
                    <a:lnTo>
                      <a:pt x="57277" y="61876"/>
                    </a:lnTo>
                    <a:lnTo>
                      <a:pt x="59664" y="56441"/>
                    </a:lnTo>
                    <a:lnTo>
                      <a:pt x="62050" y="50392"/>
                    </a:lnTo>
                    <a:lnTo>
                      <a:pt x="64437" y="43806"/>
                    </a:lnTo>
                    <a:lnTo>
                      <a:pt x="66823" y="36828"/>
                    </a:lnTo>
                    <a:lnTo>
                      <a:pt x="69210" y="29681"/>
                    </a:lnTo>
                    <a:lnTo>
                      <a:pt x="71596" y="22650"/>
                    </a:lnTo>
                    <a:lnTo>
                      <a:pt x="73983" y="16068"/>
                    </a:lnTo>
                    <a:lnTo>
                      <a:pt x="76370" y="10273"/>
                    </a:lnTo>
                    <a:lnTo>
                      <a:pt x="78756" y="5579"/>
                    </a:lnTo>
                    <a:lnTo>
                      <a:pt x="81143" y="2227"/>
                    </a:lnTo>
                    <a:lnTo>
                      <a:pt x="83529" y="361"/>
                    </a:lnTo>
                    <a:lnTo>
                      <a:pt x="85916" y="0"/>
                    </a:lnTo>
                    <a:lnTo>
                      <a:pt x="88302" y="1040"/>
                    </a:lnTo>
                    <a:lnTo>
                      <a:pt x="90689" y="3266"/>
                    </a:lnTo>
                    <a:lnTo>
                      <a:pt x="93075" y="6382"/>
                    </a:lnTo>
                    <a:lnTo>
                      <a:pt x="95462" y="10050"/>
                    </a:lnTo>
                    <a:lnTo>
                      <a:pt x="97848" y="13929"/>
                    </a:lnTo>
                    <a:lnTo>
                      <a:pt x="100235" y="1771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17" name="Surface grid line"/>
              <p:cNvSpPr/>
              <p:nvPr/>
            </p:nvSpPr>
            <p:spPr>
              <a:xfrm>
                <a:off x="16243741" y="771767"/>
                <a:ext cx="954738" cy="852110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9460">
                    <a:moveTo>
                      <a:pt x="0" y="89040"/>
                    </a:moveTo>
                    <a:lnTo>
                      <a:pt x="2387" y="88207"/>
                    </a:lnTo>
                    <a:lnTo>
                      <a:pt x="4773" y="87631"/>
                    </a:lnTo>
                    <a:lnTo>
                      <a:pt x="7160" y="87333"/>
                    </a:lnTo>
                    <a:lnTo>
                      <a:pt x="9546" y="87310"/>
                    </a:lnTo>
                    <a:lnTo>
                      <a:pt x="11933" y="87532"/>
                    </a:lnTo>
                    <a:lnTo>
                      <a:pt x="14319" y="87938"/>
                    </a:lnTo>
                    <a:lnTo>
                      <a:pt x="16706" y="88439"/>
                    </a:lnTo>
                    <a:lnTo>
                      <a:pt x="19092" y="88930"/>
                    </a:lnTo>
                    <a:lnTo>
                      <a:pt x="21479" y="89302"/>
                    </a:lnTo>
                    <a:lnTo>
                      <a:pt x="23865" y="89460"/>
                    </a:lnTo>
                    <a:lnTo>
                      <a:pt x="26252" y="89336"/>
                    </a:lnTo>
                    <a:lnTo>
                      <a:pt x="28639" y="88891"/>
                    </a:lnTo>
                    <a:lnTo>
                      <a:pt x="31025" y="88121"/>
                    </a:lnTo>
                    <a:lnTo>
                      <a:pt x="33412" y="87043"/>
                    </a:lnTo>
                    <a:lnTo>
                      <a:pt x="35798" y="85687"/>
                    </a:lnTo>
                    <a:lnTo>
                      <a:pt x="38185" y="84081"/>
                    </a:lnTo>
                    <a:lnTo>
                      <a:pt x="40571" y="82240"/>
                    </a:lnTo>
                    <a:lnTo>
                      <a:pt x="42958" y="80161"/>
                    </a:lnTo>
                    <a:lnTo>
                      <a:pt x="45344" y="77818"/>
                    </a:lnTo>
                    <a:lnTo>
                      <a:pt x="47731" y="75164"/>
                    </a:lnTo>
                    <a:lnTo>
                      <a:pt x="50117" y="72136"/>
                    </a:lnTo>
                    <a:lnTo>
                      <a:pt x="52504" y="68661"/>
                    </a:lnTo>
                    <a:lnTo>
                      <a:pt x="54891" y="64664"/>
                    </a:lnTo>
                    <a:lnTo>
                      <a:pt x="57277" y="60086"/>
                    </a:lnTo>
                    <a:lnTo>
                      <a:pt x="59664" y="54892"/>
                    </a:lnTo>
                    <a:lnTo>
                      <a:pt x="62050" y="49094"/>
                    </a:lnTo>
                    <a:lnTo>
                      <a:pt x="64437" y="42765"/>
                    </a:lnTo>
                    <a:lnTo>
                      <a:pt x="66823" y="36045"/>
                    </a:lnTo>
                    <a:lnTo>
                      <a:pt x="69210" y="29147"/>
                    </a:lnTo>
                    <a:lnTo>
                      <a:pt x="71596" y="22348"/>
                    </a:lnTo>
                    <a:lnTo>
                      <a:pt x="73983" y="15964"/>
                    </a:lnTo>
                    <a:lnTo>
                      <a:pt x="76370" y="10321"/>
                    </a:lnTo>
                    <a:lnTo>
                      <a:pt x="78756" y="5720"/>
                    </a:lnTo>
                    <a:lnTo>
                      <a:pt x="81143" y="2394"/>
                    </a:lnTo>
                    <a:lnTo>
                      <a:pt x="83529" y="480"/>
                    </a:lnTo>
                    <a:lnTo>
                      <a:pt x="85916" y="0"/>
                    </a:lnTo>
                    <a:lnTo>
                      <a:pt x="88302" y="859"/>
                    </a:lnTo>
                    <a:lnTo>
                      <a:pt x="90689" y="2855"/>
                    </a:lnTo>
                    <a:lnTo>
                      <a:pt x="93075" y="5712"/>
                    </a:lnTo>
                    <a:lnTo>
                      <a:pt x="95462" y="9111"/>
                    </a:lnTo>
                    <a:lnTo>
                      <a:pt x="97848" y="12729"/>
                    </a:lnTo>
                    <a:lnTo>
                      <a:pt x="100235" y="1627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18" name="Surface grid line"/>
              <p:cNvSpPr/>
              <p:nvPr/>
            </p:nvSpPr>
            <p:spPr>
              <a:xfrm>
                <a:off x="16271129" y="819839"/>
                <a:ext cx="954738" cy="82466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6579">
                    <a:moveTo>
                      <a:pt x="0" y="84553"/>
                    </a:moveTo>
                    <a:lnTo>
                      <a:pt x="2387" y="83906"/>
                    </a:lnTo>
                    <a:lnTo>
                      <a:pt x="4773" y="83545"/>
                    </a:lnTo>
                    <a:lnTo>
                      <a:pt x="7160" y="83484"/>
                    </a:lnTo>
                    <a:lnTo>
                      <a:pt x="9546" y="83714"/>
                    </a:lnTo>
                    <a:lnTo>
                      <a:pt x="11933" y="84188"/>
                    </a:lnTo>
                    <a:lnTo>
                      <a:pt x="14319" y="84824"/>
                    </a:lnTo>
                    <a:lnTo>
                      <a:pt x="16706" y="85508"/>
                    </a:lnTo>
                    <a:lnTo>
                      <a:pt x="19092" y="86110"/>
                    </a:lnTo>
                    <a:lnTo>
                      <a:pt x="21479" y="86501"/>
                    </a:lnTo>
                    <a:lnTo>
                      <a:pt x="23865" y="86579"/>
                    </a:lnTo>
                    <a:lnTo>
                      <a:pt x="26252" y="86277"/>
                    </a:lnTo>
                    <a:lnTo>
                      <a:pt x="28639" y="85580"/>
                    </a:lnTo>
                    <a:lnTo>
                      <a:pt x="31025" y="84510"/>
                    </a:lnTo>
                    <a:lnTo>
                      <a:pt x="33412" y="83121"/>
                    </a:lnTo>
                    <a:lnTo>
                      <a:pt x="35798" y="81478"/>
                    </a:lnTo>
                    <a:lnTo>
                      <a:pt x="38185" y="79638"/>
                    </a:lnTo>
                    <a:lnTo>
                      <a:pt x="40571" y="77634"/>
                    </a:lnTo>
                    <a:lnTo>
                      <a:pt x="42958" y="75473"/>
                    </a:lnTo>
                    <a:lnTo>
                      <a:pt x="45344" y="73128"/>
                    </a:lnTo>
                    <a:lnTo>
                      <a:pt x="47731" y="70549"/>
                    </a:lnTo>
                    <a:lnTo>
                      <a:pt x="50117" y="67664"/>
                    </a:lnTo>
                    <a:lnTo>
                      <a:pt x="52504" y="64392"/>
                    </a:lnTo>
                    <a:lnTo>
                      <a:pt x="54891" y="60654"/>
                    </a:lnTo>
                    <a:lnTo>
                      <a:pt x="57277" y="56387"/>
                    </a:lnTo>
                    <a:lnTo>
                      <a:pt x="59664" y="51555"/>
                    </a:lnTo>
                    <a:lnTo>
                      <a:pt x="62050" y="46165"/>
                    </a:lnTo>
                    <a:lnTo>
                      <a:pt x="64437" y="40282"/>
                    </a:lnTo>
                    <a:lnTo>
                      <a:pt x="66823" y="34037"/>
                    </a:lnTo>
                    <a:lnTo>
                      <a:pt x="69210" y="27624"/>
                    </a:lnTo>
                    <a:lnTo>
                      <a:pt x="71596" y="21294"/>
                    </a:lnTo>
                    <a:lnTo>
                      <a:pt x="73983" y="15336"/>
                    </a:lnTo>
                    <a:lnTo>
                      <a:pt x="76370" y="10049"/>
                    </a:lnTo>
                    <a:lnTo>
                      <a:pt x="78756" y="5704"/>
                    </a:lnTo>
                    <a:lnTo>
                      <a:pt x="81143" y="2514"/>
                    </a:lnTo>
                    <a:lnTo>
                      <a:pt x="83529" y="605"/>
                    </a:lnTo>
                    <a:lnTo>
                      <a:pt x="85916" y="0"/>
                    </a:lnTo>
                    <a:lnTo>
                      <a:pt x="88302" y="614"/>
                    </a:lnTo>
                    <a:lnTo>
                      <a:pt x="90689" y="2270"/>
                    </a:lnTo>
                    <a:lnTo>
                      <a:pt x="93075" y="4717"/>
                    </a:lnTo>
                    <a:lnTo>
                      <a:pt x="95462" y="7672"/>
                    </a:lnTo>
                    <a:lnTo>
                      <a:pt x="97848" y="10844"/>
                    </a:lnTo>
                    <a:lnTo>
                      <a:pt x="100235" y="1397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19" name="Surface grid line"/>
              <p:cNvSpPr/>
              <p:nvPr/>
            </p:nvSpPr>
            <p:spPr>
              <a:xfrm>
                <a:off x="16298517" y="881770"/>
                <a:ext cx="954738" cy="79206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3156">
                    <a:moveTo>
                      <a:pt x="0" y="78982"/>
                    </a:moveTo>
                    <a:lnTo>
                      <a:pt x="2387" y="78571"/>
                    </a:lnTo>
                    <a:lnTo>
                      <a:pt x="4773" y="78480"/>
                    </a:lnTo>
                    <a:lnTo>
                      <a:pt x="7160" y="78721"/>
                    </a:lnTo>
                    <a:lnTo>
                      <a:pt x="9546" y="79274"/>
                    </a:lnTo>
                    <a:lnTo>
                      <a:pt x="11933" y="80076"/>
                    </a:lnTo>
                    <a:lnTo>
                      <a:pt x="14319" y="81018"/>
                    </a:lnTo>
                    <a:lnTo>
                      <a:pt x="16706" y="81952"/>
                    </a:lnTo>
                    <a:lnTo>
                      <a:pt x="19092" y="82717"/>
                    </a:lnTo>
                    <a:lnTo>
                      <a:pt x="21479" y="83156"/>
                    </a:lnTo>
                    <a:lnTo>
                      <a:pt x="23865" y="83153"/>
                    </a:lnTo>
                    <a:lnTo>
                      <a:pt x="26252" y="82645"/>
                    </a:lnTo>
                    <a:lnTo>
                      <a:pt x="28639" y="81635"/>
                    </a:lnTo>
                    <a:lnTo>
                      <a:pt x="31025" y="80181"/>
                    </a:lnTo>
                    <a:lnTo>
                      <a:pt x="33412" y="78381"/>
                    </a:lnTo>
                    <a:lnTo>
                      <a:pt x="35798" y="76341"/>
                    </a:lnTo>
                    <a:lnTo>
                      <a:pt x="38185" y="74153"/>
                    </a:lnTo>
                    <a:lnTo>
                      <a:pt x="40571" y="71880"/>
                    </a:lnTo>
                    <a:lnTo>
                      <a:pt x="42958" y="69539"/>
                    </a:lnTo>
                    <a:lnTo>
                      <a:pt x="45344" y="67112"/>
                    </a:lnTo>
                    <a:lnTo>
                      <a:pt x="47731" y="64543"/>
                    </a:lnTo>
                    <a:lnTo>
                      <a:pt x="50117" y="61757"/>
                    </a:lnTo>
                    <a:lnTo>
                      <a:pt x="52504" y="58669"/>
                    </a:lnTo>
                    <a:lnTo>
                      <a:pt x="54891" y="55198"/>
                    </a:lnTo>
                    <a:lnTo>
                      <a:pt x="57277" y="51278"/>
                    </a:lnTo>
                    <a:lnTo>
                      <a:pt x="59664" y="46874"/>
                    </a:lnTo>
                    <a:lnTo>
                      <a:pt x="62050" y="41989"/>
                    </a:lnTo>
                    <a:lnTo>
                      <a:pt x="64437" y="36680"/>
                    </a:lnTo>
                    <a:lnTo>
                      <a:pt x="66823" y="31059"/>
                    </a:lnTo>
                    <a:lnTo>
                      <a:pt x="69210" y="25295"/>
                    </a:lnTo>
                    <a:lnTo>
                      <a:pt x="71596" y="19609"/>
                    </a:lnTo>
                    <a:lnTo>
                      <a:pt x="73983" y="14249"/>
                    </a:lnTo>
                    <a:lnTo>
                      <a:pt x="76370" y="9472"/>
                    </a:lnTo>
                    <a:lnTo>
                      <a:pt x="78756" y="5514"/>
                    </a:lnTo>
                    <a:lnTo>
                      <a:pt x="81143" y="2558"/>
                    </a:lnTo>
                    <a:lnTo>
                      <a:pt x="83529" y="713"/>
                    </a:lnTo>
                    <a:lnTo>
                      <a:pt x="85916" y="0"/>
                    </a:lnTo>
                    <a:lnTo>
                      <a:pt x="88302" y="347"/>
                    </a:lnTo>
                    <a:lnTo>
                      <a:pt x="90689" y="1602"/>
                    </a:lnTo>
                    <a:lnTo>
                      <a:pt x="93075" y="3554"/>
                    </a:lnTo>
                    <a:lnTo>
                      <a:pt x="95462" y="5958"/>
                    </a:lnTo>
                    <a:lnTo>
                      <a:pt x="97848" y="8568"/>
                    </a:lnTo>
                    <a:lnTo>
                      <a:pt x="100235" y="1116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20" name="Surface grid line"/>
              <p:cNvSpPr/>
              <p:nvPr/>
            </p:nvSpPr>
            <p:spPr>
              <a:xfrm>
                <a:off x="16325905" y="950056"/>
                <a:ext cx="954738" cy="76238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0041">
                    <a:moveTo>
                      <a:pt x="0" y="73136"/>
                    </a:moveTo>
                    <a:lnTo>
                      <a:pt x="2387" y="73000"/>
                    </a:lnTo>
                    <a:lnTo>
                      <a:pt x="4773" y="73226"/>
                    </a:lnTo>
                    <a:lnTo>
                      <a:pt x="7160" y="73826"/>
                    </a:lnTo>
                    <a:lnTo>
                      <a:pt x="9546" y="74770"/>
                    </a:lnTo>
                    <a:lnTo>
                      <a:pt x="11933" y="75972"/>
                    </a:lnTo>
                    <a:lnTo>
                      <a:pt x="14319" y="77292"/>
                    </a:lnTo>
                    <a:lnTo>
                      <a:pt x="16706" y="78544"/>
                    </a:lnTo>
                    <a:lnTo>
                      <a:pt x="19092" y="79523"/>
                    </a:lnTo>
                    <a:lnTo>
                      <a:pt x="21479" y="80041"/>
                    </a:lnTo>
                    <a:lnTo>
                      <a:pt x="23865" y="79959"/>
                    </a:lnTo>
                    <a:lnTo>
                      <a:pt x="26252" y="79217"/>
                    </a:lnTo>
                    <a:lnTo>
                      <a:pt x="28639" y="77837"/>
                    </a:lnTo>
                    <a:lnTo>
                      <a:pt x="31025" y="75918"/>
                    </a:lnTo>
                    <a:lnTo>
                      <a:pt x="33412" y="73605"/>
                    </a:lnTo>
                    <a:lnTo>
                      <a:pt x="35798" y="71054"/>
                    </a:lnTo>
                    <a:lnTo>
                      <a:pt x="38185" y="68404"/>
                    </a:lnTo>
                    <a:lnTo>
                      <a:pt x="40571" y="65747"/>
                    </a:lnTo>
                    <a:lnTo>
                      <a:pt x="42958" y="63120"/>
                    </a:lnTo>
                    <a:lnTo>
                      <a:pt x="45344" y="60512"/>
                    </a:lnTo>
                    <a:lnTo>
                      <a:pt x="47731" y="57869"/>
                    </a:lnTo>
                    <a:lnTo>
                      <a:pt x="50117" y="55112"/>
                    </a:lnTo>
                    <a:lnTo>
                      <a:pt x="52504" y="52154"/>
                    </a:lnTo>
                    <a:lnTo>
                      <a:pt x="54891" y="48913"/>
                    </a:lnTo>
                    <a:lnTo>
                      <a:pt x="57277" y="45325"/>
                    </a:lnTo>
                    <a:lnTo>
                      <a:pt x="59664" y="41354"/>
                    </a:lnTo>
                    <a:lnTo>
                      <a:pt x="62050" y="37002"/>
                    </a:lnTo>
                    <a:lnTo>
                      <a:pt x="64437" y="32315"/>
                    </a:lnTo>
                    <a:lnTo>
                      <a:pt x="66823" y="27388"/>
                    </a:lnTo>
                    <a:lnTo>
                      <a:pt x="69210" y="22362"/>
                    </a:lnTo>
                    <a:lnTo>
                      <a:pt x="71596" y="17418"/>
                    </a:lnTo>
                    <a:lnTo>
                      <a:pt x="73983" y="12760"/>
                    </a:lnTo>
                    <a:lnTo>
                      <a:pt x="76370" y="8599"/>
                    </a:lnTo>
                    <a:lnTo>
                      <a:pt x="78756" y="5126"/>
                    </a:lnTo>
                    <a:lnTo>
                      <a:pt x="81143" y="2488"/>
                    </a:lnTo>
                    <a:lnTo>
                      <a:pt x="83529" y="775"/>
                    </a:lnTo>
                    <a:lnTo>
                      <a:pt x="85916" y="0"/>
                    </a:lnTo>
                    <a:lnTo>
                      <a:pt x="88302" y="105"/>
                    </a:lnTo>
                    <a:lnTo>
                      <a:pt x="90689" y="967"/>
                    </a:lnTo>
                    <a:lnTo>
                      <a:pt x="93075" y="2411"/>
                    </a:lnTo>
                    <a:lnTo>
                      <a:pt x="95462" y="4239"/>
                    </a:lnTo>
                    <a:lnTo>
                      <a:pt x="97848" y="6251"/>
                    </a:lnTo>
                    <a:lnTo>
                      <a:pt x="100235" y="826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21" name="Surface grid line"/>
              <p:cNvSpPr/>
              <p:nvPr/>
            </p:nvSpPr>
            <p:spPr>
              <a:xfrm>
                <a:off x="16353292" y="1016538"/>
                <a:ext cx="954738" cy="74195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7895">
                    <a:moveTo>
                      <a:pt x="0" y="67856"/>
                    </a:moveTo>
                    <a:lnTo>
                      <a:pt x="2387" y="68021"/>
                    </a:lnTo>
                    <a:lnTo>
                      <a:pt x="4773" y="68598"/>
                    </a:lnTo>
                    <a:lnTo>
                      <a:pt x="7160" y="69600"/>
                    </a:lnTo>
                    <a:lnTo>
                      <a:pt x="9546" y="70986"/>
                    </a:lnTo>
                    <a:lnTo>
                      <a:pt x="11933" y="72648"/>
                    </a:lnTo>
                    <a:lnTo>
                      <a:pt x="14319" y="74408"/>
                    </a:lnTo>
                    <a:lnTo>
                      <a:pt x="16706" y="76034"/>
                    </a:lnTo>
                    <a:lnTo>
                      <a:pt x="19092" y="77274"/>
                    </a:lnTo>
                    <a:lnTo>
                      <a:pt x="21479" y="77895"/>
                    </a:lnTo>
                    <a:lnTo>
                      <a:pt x="23865" y="77736"/>
                    </a:lnTo>
                    <a:lnTo>
                      <a:pt x="26252" y="76732"/>
                    </a:lnTo>
                    <a:lnTo>
                      <a:pt x="28639" y="74928"/>
                    </a:lnTo>
                    <a:lnTo>
                      <a:pt x="31025" y="72466"/>
                    </a:lnTo>
                    <a:lnTo>
                      <a:pt x="33412" y="69544"/>
                    </a:lnTo>
                    <a:lnTo>
                      <a:pt x="35798" y="66376"/>
                    </a:lnTo>
                    <a:lnTo>
                      <a:pt x="38185" y="63150"/>
                    </a:lnTo>
                    <a:lnTo>
                      <a:pt x="40571" y="59994"/>
                    </a:lnTo>
                    <a:lnTo>
                      <a:pt x="42958" y="56969"/>
                    </a:lnTo>
                    <a:lnTo>
                      <a:pt x="45344" y="54071"/>
                    </a:lnTo>
                    <a:lnTo>
                      <a:pt x="47731" y="51249"/>
                    </a:lnTo>
                    <a:lnTo>
                      <a:pt x="50117" y="48423"/>
                    </a:lnTo>
                    <a:lnTo>
                      <a:pt x="52504" y="45503"/>
                    </a:lnTo>
                    <a:lnTo>
                      <a:pt x="54891" y="42409"/>
                    </a:lnTo>
                    <a:lnTo>
                      <a:pt x="57277" y="39079"/>
                    </a:lnTo>
                    <a:lnTo>
                      <a:pt x="59664" y="35481"/>
                    </a:lnTo>
                    <a:lnTo>
                      <a:pt x="62050" y="31617"/>
                    </a:lnTo>
                    <a:lnTo>
                      <a:pt x="64437" y="27525"/>
                    </a:lnTo>
                    <a:lnTo>
                      <a:pt x="66823" y="23285"/>
                    </a:lnTo>
                    <a:lnTo>
                      <a:pt x="69210" y="19009"/>
                    </a:lnTo>
                    <a:lnTo>
                      <a:pt x="71596" y="14839"/>
                    </a:lnTo>
                    <a:lnTo>
                      <a:pt x="73983" y="10933"/>
                    </a:lnTo>
                    <a:lnTo>
                      <a:pt x="76370" y="7453"/>
                    </a:lnTo>
                    <a:lnTo>
                      <a:pt x="78756" y="4539"/>
                    </a:lnTo>
                    <a:lnTo>
                      <a:pt x="81143" y="2303"/>
                    </a:lnTo>
                    <a:lnTo>
                      <a:pt x="83529" y="807"/>
                    </a:lnTo>
                    <a:lnTo>
                      <a:pt x="85916" y="55"/>
                    </a:lnTo>
                    <a:lnTo>
                      <a:pt x="88302" y="0"/>
                    </a:lnTo>
                    <a:lnTo>
                      <a:pt x="90689" y="541"/>
                    </a:lnTo>
                    <a:lnTo>
                      <a:pt x="93075" y="1542"/>
                    </a:lnTo>
                    <a:lnTo>
                      <a:pt x="95462" y="2849"/>
                    </a:lnTo>
                    <a:lnTo>
                      <a:pt x="97848" y="4306"/>
                    </a:lnTo>
                    <a:lnTo>
                      <a:pt x="100235" y="5769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22" name="Surface grid line"/>
              <p:cNvSpPr/>
              <p:nvPr/>
            </p:nvSpPr>
            <p:spPr>
              <a:xfrm>
                <a:off x="16380680" y="1075216"/>
                <a:ext cx="954738" cy="73476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7141">
                    <a:moveTo>
                      <a:pt x="0" y="63723"/>
                    </a:moveTo>
                    <a:lnTo>
                      <a:pt x="2387" y="64197"/>
                    </a:lnTo>
                    <a:lnTo>
                      <a:pt x="4773" y="65140"/>
                    </a:lnTo>
                    <a:lnTo>
                      <a:pt x="7160" y="66568"/>
                    </a:lnTo>
                    <a:lnTo>
                      <a:pt x="9546" y="68428"/>
                    </a:lnTo>
                    <a:lnTo>
                      <a:pt x="11933" y="70588"/>
                    </a:lnTo>
                    <a:lnTo>
                      <a:pt x="14319" y="72830"/>
                    </a:lnTo>
                    <a:lnTo>
                      <a:pt x="16706" y="74870"/>
                    </a:lnTo>
                    <a:lnTo>
                      <a:pt x="19092" y="76400"/>
                    </a:lnTo>
                    <a:lnTo>
                      <a:pt x="21479" y="77141"/>
                    </a:lnTo>
                    <a:lnTo>
                      <a:pt x="23865" y="76900"/>
                    </a:lnTo>
                    <a:lnTo>
                      <a:pt x="26252" y="75609"/>
                    </a:lnTo>
                    <a:lnTo>
                      <a:pt x="28639" y="73333"/>
                    </a:lnTo>
                    <a:lnTo>
                      <a:pt x="31025" y="70260"/>
                    </a:lnTo>
                    <a:lnTo>
                      <a:pt x="33412" y="66645"/>
                    </a:lnTo>
                    <a:lnTo>
                      <a:pt x="35798" y="62764"/>
                    </a:lnTo>
                    <a:lnTo>
                      <a:pt x="38185" y="58856"/>
                    </a:lnTo>
                    <a:lnTo>
                      <a:pt x="40571" y="55090"/>
                    </a:lnTo>
                    <a:lnTo>
                      <a:pt x="42958" y="51549"/>
                    </a:lnTo>
                    <a:lnTo>
                      <a:pt x="45344" y="48240"/>
                    </a:lnTo>
                    <a:lnTo>
                      <a:pt x="47731" y="45112"/>
                    </a:lnTo>
                    <a:lnTo>
                      <a:pt x="50117" y="42083"/>
                    </a:lnTo>
                    <a:lnTo>
                      <a:pt x="52504" y="39065"/>
                    </a:lnTo>
                    <a:lnTo>
                      <a:pt x="54891" y="35978"/>
                    </a:lnTo>
                    <a:lnTo>
                      <a:pt x="57277" y="32770"/>
                    </a:lnTo>
                    <a:lnTo>
                      <a:pt x="59664" y="29416"/>
                    </a:lnTo>
                    <a:lnTo>
                      <a:pt x="62050" y="25923"/>
                    </a:lnTo>
                    <a:lnTo>
                      <a:pt x="64437" y="22329"/>
                    </a:lnTo>
                    <a:lnTo>
                      <a:pt x="66823" y="18701"/>
                    </a:lnTo>
                    <a:lnTo>
                      <a:pt x="69210" y="15129"/>
                    </a:lnTo>
                    <a:lnTo>
                      <a:pt x="71596" y="11719"/>
                    </a:lnTo>
                    <a:lnTo>
                      <a:pt x="73983" y="8584"/>
                    </a:lnTo>
                    <a:lnTo>
                      <a:pt x="76370" y="5832"/>
                    </a:lnTo>
                    <a:lnTo>
                      <a:pt x="78756" y="3558"/>
                    </a:lnTo>
                    <a:lnTo>
                      <a:pt x="81143" y="1826"/>
                    </a:lnTo>
                    <a:lnTo>
                      <a:pt x="83529" y="668"/>
                    </a:lnTo>
                    <a:lnTo>
                      <a:pt x="85916" y="75"/>
                    </a:lnTo>
                    <a:lnTo>
                      <a:pt x="88302" y="0"/>
                    </a:lnTo>
                    <a:lnTo>
                      <a:pt x="90689" y="362"/>
                    </a:lnTo>
                    <a:lnTo>
                      <a:pt x="93075" y="1056"/>
                    </a:lnTo>
                    <a:lnTo>
                      <a:pt x="95462" y="1967"/>
                    </a:lnTo>
                    <a:lnTo>
                      <a:pt x="97848" y="2978"/>
                    </a:lnTo>
                    <a:lnTo>
                      <a:pt x="100235" y="398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23" name="Surface grid line"/>
              <p:cNvSpPr/>
              <p:nvPr/>
            </p:nvSpPr>
            <p:spPr>
              <a:xfrm>
                <a:off x="16408068" y="1120983"/>
                <a:ext cx="954738" cy="74326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78033">
                    <a:moveTo>
                      <a:pt x="0" y="61196"/>
                    </a:moveTo>
                    <a:lnTo>
                      <a:pt x="2387" y="61967"/>
                    </a:lnTo>
                    <a:lnTo>
                      <a:pt x="4773" y="63270"/>
                    </a:lnTo>
                    <a:lnTo>
                      <a:pt x="7160" y="65122"/>
                    </a:lnTo>
                    <a:lnTo>
                      <a:pt x="9546" y="67462"/>
                    </a:lnTo>
                    <a:lnTo>
                      <a:pt x="11933" y="70132"/>
                    </a:lnTo>
                    <a:lnTo>
                      <a:pt x="14319" y="72870"/>
                    </a:lnTo>
                    <a:lnTo>
                      <a:pt x="16706" y="75339"/>
                    </a:lnTo>
                    <a:lnTo>
                      <a:pt x="19092" y="77170"/>
                    </a:lnTo>
                    <a:lnTo>
                      <a:pt x="21479" y="78033"/>
                    </a:lnTo>
                    <a:lnTo>
                      <a:pt x="23865" y="77703"/>
                    </a:lnTo>
                    <a:lnTo>
                      <a:pt x="26252" y="76101"/>
                    </a:lnTo>
                    <a:lnTo>
                      <a:pt x="28639" y="73317"/>
                    </a:lnTo>
                    <a:lnTo>
                      <a:pt x="31025" y="69581"/>
                    </a:lnTo>
                    <a:lnTo>
                      <a:pt x="33412" y="65207"/>
                    </a:lnTo>
                    <a:lnTo>
                      <a:pt x="35798" y="60534"/>
                    </a:lnTo>
                    <a:lnTo>
                      <a:pt x="38185" y="55852"/>
                    </a:lnTo>
                    <a:lnTo>
                      <a:pt x="40571" y="51368"/>
                    </a:lnTo>
                    <a:lnTo>
                      <a:pt x="42958" y="47189"/>
                    </a:lnTo>
                    <a:lnTo>
                      <a:pt x="45344" y="43328"/>
                    </a:lnTo>
                    <a:lnTo>
                      <a:pt x="47731" y="39735"/>
                    </a:lnTo>
                    <a:lnTo>
                      <a:pt x="50117" y="36327"/>
                    </a:lnTo>
                    <a:lnTo>
                      <a:pt x="52504" y="33017"/>
                    </a:lnTo>
                    <a:lnTo>
                      <a:pt x="54891" y="29735"/>
                    </a:lnTo>
                    <a:lnTo>
                      <a:pt x="57277" y="26440"/>
                    </a:lnTo>
                    <a:lnTo>
                      <a:pt x="59664" y="23126"/>
                    </a:lnTo>
                    <a:lnTo>
                      <a:pt x="62050" y="19817"/>
                    </a:lnTo>
                    <a:lnTo>
                      <a:pt x="64437" y="16559"/>
                    </a:lnTo>
                    <a:lnTo>
                      <a:pt x="66823" y="13418"/>
                    </a:lnTo>
                    <a:lnTo>
                      <a:pt x="69210" y="10469"/>
                    </a:lnTo>
                    <a:lnTo>
                      <a:pt x="71596" y="7785"/>
                    </a:lnTo>
                    <a:lnTo>
                      <a:pt x="73983" y="5438"/>
                    </a:lnTo>
                    <a:lnTo>
                      <a:pt x="76370" y="3482"/>
                    </a:lnTo>
                    <a:lnTo>
                      <a:pt x="78756" y="1957"/>
                    </a:lnTo>
                    <a:lnTo>
                      <a:pt x="81143" y="878"/>
                    </a:lnTo>
                    <a:lnTo>
                      <a:pt x="83529" y="237"/>
                    </a:lnTo>
                    <a:lnTo>
                      <a:pt x="85916" y="0"/>
                    </a:lnTo>
                    <a:lnTo>
                      <a:pt x="88302" y="112"/>
                    </a:lnTo>
                    <a:lnTo>
                      <a:pt x="90689" y="503"/>
                    </a:lnTo>
                    <a:lnTo>
                      <a:pt x="93075" y="1088"/>
                    </a:lnTo>
                    <a:lnTo>
                      <a:pt x="95462" y="1785"/>
                    </a:lnTo>
                    <a:lnTo>
                      <a:pt x="97848" y="2513"/>
                    </a:lnTo>
                    <a:lnTo>
                      <a:pt x="100235" y="320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24" name="Surface grid line"/>
              <p:cNvSpPr/>
              <p:nvPr/>
            </p:nvSpPr>
            <p:spPr>
              <a:xfrm>
                <a:off x="16435456" y="1143169"/>
                <a:ext cx="954738" cy="774990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1364">
                    <a:moveTo>
                      <a:pt x="0" y="61294"/>
                    </a:moveTo>
                    <a:lnTo>
                      <a:pt x="2387" y="62332"/>
                    </a:lnTo>
                    <a:lnTo>
                      <a:pt x="4773" y="63964"/>
                    </a:lnTo>
                    <a:lnTo>
                      <a:pt x="7160" y="66213"/>
                    </a:lnTo>
                    <a:lnTo>
                      <a:pt x="9546" y="69009"/>
                    </a:lnTo>
                    <a:lnTo>
                      <a:pt x="11933" y="72167"/>
                    </a:lnTo>
                    <a:lnTo>
                      <a:pt x="14319" y="75385"/>
                    </a:lnTo>
                    <a:lnTo>
                      <a:pt x="16706" y="78268"/>
                    </a:lnTo>
                    <a:lnTo>
                      <a:pt x="19092" y="80389"/>
                    </a:lnTo>
                    <a:lnTo>
                      <a:pt x="21479" y="81364"/>
                    </a:lnTo>
                    <a:lnTo>
                      <a:pt x="23865" y="80931"/>
                    </a:lnTo>
                    <a:lnTo>
                      <a:pt x="26252" y="79004"/>
                    </a:lnTo>
                    <a:lnTo>
                      <a:pt x="28639" y="75691"/>
                    </a:lnTo>
                    <a:lnTo>
                      <a:pt x="31025" y="71262"/>
                    </a:lnTo>
                    <a:lnTo>
                      <a:pt x="33412" y="66090"/>
                    </a:lnTo>
                    <a:lnTo>
                      <a:pt x="35798" y="60567"/>
                    </a:lnTo>
                    <a:lnTo>
                      <a:pt x="38185" y="55035"/>
                    </a:lnTo>
                    <a:lnTo>
                      <a:pt x="40571" y="49734"/>
                    </a:lnTo>
                    <a:lnTo>
                      <a:pt x="42958" y="44787"/>
                    </a:lnTo>
                    <a:lnTo>
                      <a:pt x="45344" y="40214"/>
                    </a:lnTo>
                    <a:lnTo>
                      <a:pt x="47731" y="35962"/>
                    </a:lnTo>
                    <a:lnTo>
                      <a:pt x="50117" y="31948"/>
                    </a:lnTo>
                    <a:lnTo>
                      <a:pt x="52504" y="28090"/>
                    </a:lnTo>
                    <a:lnTo>
                      <a:pt x="54891" y="24337"/>
                    </a:lnTo>
                    <a:lnTo>
                      <a:pt x="57277" y="20674"/>
                    </a:lnTo>
                    <a:lnTo>
                      <a:pt x="59664" y="17125"/>
                    </a:lnTo>
                    <a:lnTo>
                      <a:pt x="62050" y="13746"/>
                    </a:lnTo>
                    <a:lnTo>
                      <a:pt x="64437" y="10611"/>
                    </a:lnTo>
                    <a:lnTo>
                      <a:pt x="66823" y="7796"/>
                    </a:lnTo>
                    <a:lnTo>
                      <a:pt x="69210" y="5371"/>
                    </a:lnTo>
                    <a:lnTo>
                      <a:pt x="71596" y="3387"/>
                    </a:lnTo>
                    <a:lnTo>
                      <a:pt x="73983" y="1869"/>
                    </a:lnTo>
                    <a:lnTo>
                      <a:pt x="76370" y="819"/>
                    </a:lnTo>
                    <a:lnTo>
                      <a:pt x="78756" y="211"/>
                    </a:lnTo>
                    <a:lnTo>
                      <a:pt x="81143" y="0"/>
                    </a:lnTo>
                    <a:lnTo>
                      <a:pt x="83529" y="123"/>
                    </a:lnTo>
                    <a:lnTo>
                      <a:pt x="85916" y="509"/>
                    </a:lnTo>
                    <a:lnTo>
                      <a:pt x="88302" y="1081"/>
                    </a:lnTo>
                    <a:lnTo>
                      <a:pt x="90689" y="1765"/>
                    </a:lnTo>
                    <a:lnTo>
                      <a:pt x="93075" y="2492"/>
                    </a:lnTo>
                    <a:lnTo>
                      <a:pt x="95462" y="3200"/>
                    </a:lnTo>
                    <a:lnTo>
                      <a:pt x="97848" y="3841"/>
                    </a:lnTo>
                    <a:lnTo>
                      <a:pt x="100235" y="437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25" name="Surface grid line"/>
              <p:cNvSpPr/>
              <p:nvPr/>
            </p:nvSpPr>
            <p:spPr>
              <a:xfrm>
                <a:off x="16462843" y="1116661"/>
                <a:ext cx="954738" cy="8517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9420">
                    <a:moveTo>
                      <a:pt x="0" y="66541"/>
                    </a:moveTo>
                    <a:lnTo>
                      <a:pt x="2387" y="67794"/>
                    </a:lnTo>
                    <a:lnTo>
                      <a:pt x="4773" y="69702"/>
                    </a:lnTo>
                    <a:lnTo>
                      <a:pt x="7160" y="72293"/>
                    </a:lnTo>
                    <a:lnTo>
                      <a:pt x="9546" y="75489"/>
                    </a:lnTo>
                    <a:lnTo>
                      <a:pt x="11933" y="79082"/>
                    </a:lnTo>
                    <a:lnTo>
                      <a:pt x="14319" y="82729"/>
                    </a:lnTo>
                    <a:lnTo>
                      <a:pt x="16706" y="85982"/>
                    </a:lnTo>
                    <a:lnTo>
                      <a:pt x="19092" y="88357"/>
                    </a:lnTo>
                    <a:lnTo>
                      <a:pt x="21479" y="89420"/>
                    </a:lnTo>
                    <a:lnTo>
                      <a:pt x="23865" y="88871"/>
                    </a:lnTo>
                    <a:lnTo>
                      <a:pt x="26252" y="86616"/>
                    </a:lnTo>
                    <a:lnTo>
                      <a:pt x="28639" y="82774"/>
                    </a:lnTo>
                    <a:lnTo>
                      <a:pt x="31025" y="77654"/>
                    </a:lnTo>
                    <a:lnTo>
                      <a:pt x="33412" y="71675"/>
                    </a:lnTo>
                    <a:lnTo>
                      <a:pt x="35798" y="65279"/>
                    </a:lnTo>
                    <a:lnTo>
                      <a:pt x="38185" y="58847"/>
                    </a:lnTo>
                    <a:lnTo>
                      <a:pt x="40571" y="52644"/>
                    </a:lnTo>
                    <a:lnTo>
                      <a:pt x="42958" y="46803"/>
                    </a:lnTo>
                    <a:lnTo>
                      <a:pt x="45344" y="41344"/>
                    </a:lnTo>
                    <a:lnTo>
                      <a:pt x="47731" y="36212"/>
                    </a:lnTo>
                    <a:lnTo>
                      <a:pt x="50117" y="31326"/>
                    </a:lnTo>
                    <a:lnTo>
                      <a:pt x="52504" y="26618"/>
                    </a:lnTo>
                    <a:lnTo>
                      <a:pt x="54891" y="22064"/>
                    </a:lnTo>
                    <a:lnTo>
                      <a:pt x="57277" y="17692"/>
                    </a:lnTo>
                    <a:lnTo>
                      <a:pt x="59664" y="13578"/>
                    </a:lnTo>
                    <a:lnTo>
                      <a:pt x="62050" y="9830"/>
                    </a:lnTo>
                    <a:lnTo>
                      <a:pt x="64437" y="6569"/>
                    </a:lnTo>
                    <a:lnTo>
                      <a:pt x="66823" y="3902"/>
                    </a:lnTo>
                    <a:lnTo>
                      <a:pt x="69210" y="1905"/>
                    </a:lnTo>
                    <a:lnTo>
                      <a:pt x="71596" y="610"/>
                    </a:lnTo>
                    <a:lnTo>
                      <a:pt x="73983" y="0"/>
                    </a:lnTo>
                    <a:lnTo>
                      <a:pt x="76370" y="12"/>
                    </a:lnTo>
                    <a:lnTo>
                      <a:pt x="78756" y="545"/>
                    </a:lnTo>
                    <a:lnTo>
                      <a:pt x="81143" y="1475"/>
                    </a:lnTo>
                    <a:lnTo>
                      <a:pt x="83529" y="2669"/>
                    </a:lnTo>
                    <a:lnTo>
                      <a:pt x="85916" y="3998"/>
                    </a:lnTo>
                    <a:lnTo>
                      <a:pt x="88302" y="5349"/>
                    </a:lnTo>
                    <a:lnTo>
                      <a:pt x="90689" y="6631"/>
                    </a:lnTo>
                    <a:lnTo>
                      <a:pt x="93075" y="7777"/>
                    </a:lnTo>
                    <a:lnTo>
                      <a:pt x="95462" y="8742"/>
                    </a:lnTo>
                    <a:lnTo>
                      <a:pt x="97848" y="9503"/>
                    </a:lnTo>
                    <a:lnTo>
                      <a:pt x="100235" y="1005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26" name="Surface grid line"/>
              <p:cNvSpPr/>
              <p:nvPr/>
            </p:nvSpPr>
            <p:spPr>
              <a:xfrm>
                <a:off x="16490231" y="1036155"/>
                <a:ext cx="954738" cy="97556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02421">
                    <a:moveTo>
                      <a:pt x="0" y="77373"/>
                    </a:moveTo>
                    <a:lnTo>
                      <a:pt x="2387" y="78775"/>
                    </a:lnTo>
                    <a:lnTo>
                      <a:pt x="4773" y="80886"/>
                    </a:lnTo>
                    <a:lnTo>
                      <a:pt x="7160" y="83739"/>
                    </a:lnTo>
                    <a:lnTo>
                      <a:pt x="9546" y="87250"/>
                    </a:lnTo>
                    <a:lnTo>
                      <a:pt x="11933" y="91190"/>
                    </a:lnTo>
                    <a:lnTo>
                      <a:pt x="14319" y="95183"/>
                    </a:lnTo>
                    <a:lnTo>
                      <a:pt x="16706" y="98734"/>
                    </a:lnTo>
                    <a:lnTo>
                      <a:pt x="19092" y="101307"/>
                    </a:lnTo>
                    <a:lnTo>
                      <a:pt x="21479" y="102421"/>
                    </a:lnTo>
                    <a:lnTo>
                      <a:pt x="23865" y="101746"/>
                    </a:lnTo>
                    <a:lnTo>
                      <a:pt x="26252" y="99173"/>
                    </a:lnTo>
                    <a:lnTo>
                      <a:pt x="28639" y="94833"/>
                    </a:lnTo>
                    <a:lnTo>
                      <a:pt x="31025" y="89060"/>
                    </a:lnTo>
                    <a:lnTo>
                      <a:pt x="33412" y="82311"/>
                    </a:lnTo>
                    <a:lnTo>
                      <a:pt x="35798" y="75061"/>
                    </a:lnTo>
                    <a:lnTo>
                      <a:pt x="38185" y="67720"/>
                    </a:lnTo>
                    <a:lnTo>
                      <a:pt x="40571" y="60565"/>
                    </a:lnTo>
                    <a:lnTo>
                      <a:pt x="42958" y="53732"/>
                    </a:lnTo>
                    <a:lnTo>
                      <a:pt x="45344" y="47235"/>
                    </a:lnTo>
                    <a:lnTo>
                      <a:pt x="47731" y="41014"/>
                    </a:lnTo>
                    <a:lnTo>
                      <a:pt x="50117" y="34994"/>
                    </a:lnTo>
                    <a:lnTo>
                      <a:pt x="52504" y="29131"/>
                    </a:lnTo>
                    <a:lnTo>
                      <a:pt x="54891" y="23441"/>
                    </a:lnTo>
                    <a:lnTo>
                      <a:pt x="57277" y="18015"/>
                    </a:lnTo>
                    <a:lnTo>
                      <a:pt x="59664" y="13001"/>
                    </a:lnTo>
                    <a:lnTo>
                      <a:pt x="62050" y="8584"/>
                    </a:lnTo>
                    <a:lnTo>
                      <a:pt x="64437" y="4951"/>
                    </a:lnTo>
                    <a:lnTo>
                      <a:pt x="66823" y="2258"/>
                    </a:lnTo>
                    <a:lnTo>
                      <a:pt x="69210" y="601"/>
                    </a:lnTo>
                    <a:lnTo>
                      <a:pt x="71596" y="0"/>
                    </a:lnTo>
                    <a:lnTo>
                      <a:pt x="73983" y="391"/>
                    </a:lnTo>
                    <a:lnTo>
                      <a:pt x="76370" y="1639"/>
                    </a:lnTo>
                    <a:lnTo>
                      <a:pt x="78756" y="3552"/>
                    </a:lnTo>
                    <a:lnTo>
                      <a:pt x="81143" y="5910"/>
                    </a:lnTo>
                    <a:lnTo>
                      <a:pt x="83529" y="8488"/>
                    </a:lnTo>
                    <a:lnTo>
                      <a:pt x="85916" y="11085"/>
                    </a:lnTo>
                    <a:lnTo>
                      <a:pt x="88302" y="13531"/>
                    </a:lnTo>
                    <a:lnTo>
                      <a:pt x="90689" y="15707"/>
                    </a:lnTo>
                    <a:lnTo>
                      <a:pt x="93075" y="17537"/>
                    </a:lnTo>
                    <a:lnTo>
                      <a:pt x="95462" y="18989"/>
                    </a:lnTo>
                    <a:lnTo>
                      <a:pt x="97848" y="20063"/>
                    </a:lnTo>
                    <a:lnTo>
                      <a:pt x="100235" y="20782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27" name="Surface grid line"/>
              <p:cNvSpPr/>
              <p:nvPr/>
            </p:nvSpPr>
            <p:spPr>
              <a:xfrm>
                <a:off x="16517619" y="923982"/>
                <a:ext cx="954738" cy="112139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17732">
                    <a:moveTo>
                      <a:pt x="0" y="91332"/>
                    </a:moveTo>
                    <a:lnTo>
                      <a:pt x="2387" y="92805"/>
                    </a:lnTo>
                    <a:lnTo>
                      <a:pt x="4773" y="95030"/>
                    </a:lnTo>
                    <a:lnTo>
                      <a:pt x="7160" y="98043"/>
                    </a:lnTo>
                    <a:lnTo>
                      <a:pt x="9546" y="101758"/>
                    </a:lnTo>
                    <a:lnTo>
                      <a:pt x="11933" y="105933"/>
                    </a:lnTo>
                    <a:lnTo>
                      <a:pt x="14319" y="110160"/>
                    </a:lnTo>
                    <a:lnTo>
                      <a:pt x="16706" y="113911"/>
                    </a:lnTo>
                    <a:lnTo>
                      <a:pt x="19092" y="116608"/>
                    </a:lnTo>
                    <a:lnTo>
                      <a:pt x="21479" y="117732"/>
                    </a:lnTo>
                    <a:lnTo>
                      <a:pt x="23865" y="116925"/>
                    </a:lnTo>
                    <a:lnTo>
                      <a:pt x="26252" y="114067"/>
                    </a:lnTo>
                    <a:lnTo>
                      <a:pt x="28639" y="109292"/>
                    </a:lnTo>
                    <a:lnTo>
                      <a:pt x="31025" y="102950"/>
                    </a:lnTo>
                    <a:lnTo>
                      <a:pt x="33412" y="95520"/>
                    </a:lnTo>
                    <a:lnTo>
                      <a:pt x="35798" y="87497"/>
                    </a:lnTo>
                    <a:lnTo>
                      <a:pt x="38185" y="79303"/>
                    </a:lnTo>
                    <a:lnTo>
                      <a:pt x="40571" y="71215"/>
                    </a:lnTo>
                    <a:lnTo>
                      <a:pt x="42958" y="63363"/>
                    </a:lnTo>
                    <a:lnTo>
                      <a:pt x="45344" y="55748"/>
                    </a:lnTo>
                    <a:lnTo>
                      <a:pt x="47731" y="48308"/>
                    </a:lnTo>
                    <a:lnTo>
                      <a:pt x="50117" y="40977"/>
                    </a:lnTo>
                    <a:lnTo>
                      <a:pt x="52504" y="33740"/>
                    </a:lnTo>
                    <a:lnTo>
                      <a:pt x="54891" y="26670"/>
                    </a:lnTo>
                    <a:lnTo>
                      <a:pt x="57277" y="19930"/>
                    </a:lnTo>
                    <a:lnTo>
                      <a:pt x="59664" y="13761"/>
                    </a:lnTo>
                    <a:lnTo>
                      <a:pt x="62050" y="8442"/>
                    </a:lnTo>
                    <a:lnTo>
                      <a:pt x="64437" y="4245"/>
                    </a:lnTo>
                    <a:lnTo>
                      <a:pt x="66823" y="1389"/>
                    </a:lnTo>
                    <a:lnTo>
                      <a:pt x="69210" y="0"/>
                    </a:lnTo>
                    <a:lnTo>
                      <a:pt x="71596" y="88"/>
                    </a:lnTo>
                    <a:lnTo>
                      <a:pt x="73983" y="1543"/>
                    </a:lnTo>
                    <a:lnTo>
                      <a:pt x="76370" y="4149"/>
                    </a:lnTo>
                    <a:lnTo>
                      <a:pt x="78756" y="7615"/>
                    </a:lnTo>
                    <a:lnTo>
                      <a:pt x="81143" y="11608"/>
                    </a:lnTo>
                    <a:lnTo>
                      <a:pt x="83529" y="15801"/>
                    </a:lnTo>
                    <a:lnTo>
                      <a:pt x="85916" y="19900"/>
                    </a:lnTo>
                    <a:lnTo>
                      <a:pt x="88302" y="23671"/>
                    </a:lnTo>
                    <a:lnTo>
                      <a:pt x="90689" y="26954"/>
                    </a:lnTo>
                    <a:lnTo>
                      <a:pt x="93075" y="29660"/>
                    </a:lnTo>
                    <a:lnTo>
                      <a:pt x="95462" y="31762"/>
                    </a:lnTo>
                    <a:lnTo>
                      <a:pt x="97848" y="33285"/>
                    </a:lnTo>
                    <a:lnTo>
                      <a:pt x="100235" y="3428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28" name="Surface grid line"/>
              <p:cNvSpPr/>
              <p:nvPr/>
            </p:nvSpPr>
            <p:spPr>
              <a:xfrm>
                <a:off x="16545007" y="799745"/>
                <a:ext cx="954738" cy="126757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33079">
                    <a:moveTo>
                      <a:pt x="0" y="106263"/>
                    </a:moveTo>
                    <a:lnTo>
                      <a:pt x="2387" y="107722"/>
                    </a:lnTo>
                    <a:lnTo>
                      <a:pt x="4773" y="109960"/>
                    </a:lnTo>
                    <a:lnTo>
                      <a:pt x="7160" y="113020"/>
                    </a:lnTo>
                    <a:lnTo>
                      <a:pt x="9546" y="116813"/>
                    </a:lnTo>
                    <a:lnTo>
                      <a:pt x="11933" y="121087"/>
                    </a:lnTo>
                    <a:lnTo>
                      <a:pt x="14319" y="125419"/>
                    </a:lnTo>
                    <a:lnTo>
                      <a:pt x="16706" y="129254"/>
                    </a:lnTo>
                    <a:lnTo>
                      <a:pt x="19092" y="131989"/>
                    </a:lnTo>
                    <a:lnTo>
                      <a:pt x="21479" y="133079"/>
                    </a:lnTo>
                    <a:lnTo>
                      <a:pt x="23865" y="132146"/>
                    </a:lnTo>
                    <a:lnTo>
                      <a:pt x="26252" y="129057"/>
                    </a:lnTo>
                    <a:lnTo>
                      <a:pt x="28639" y="123948"/>
                    </a:lnTo>
                    <a:lnTo>
                      <a:pt x="31025" y="117171"/>
                    </a:lnTo>
                    <a:lnTo>
                      <a:pt x="33412" y="109213"/>
                    </a:lnTo>
                    <a:lnTo>
                      <a:pt x="35798" y="100575"/>
                    </a:lnTo>
                    <a:lnTo>
                      <a:pt x="38185" y="91673"/>
                    </a:lnTo>
                    <a:lnTo>
                      <a:pt x="40571" y="82776"/>
                    </a:lnTo>
                    <a:lnTo>
                      <a:pt x="42958" y="73998"/>
                    </a:lnTo>
                    <a:lnTo>
                      <a:pt x="45344" y="65328"/>
                    </a:lnTo>
                    <a:lnTo>
                      <a:pt x="47731" y="56698"/>
                    </a:lnTo>
                    <a:lnTo>
                      <a:pt x="50117" y="48054"/>
                    </a:lnTo>
                    <a:lnTo>
                      <a:pt x="52504" y="39417"/>
                    </a:lnTo>
                    <a:lnTo>
                      <a:pt x="54891" y="30918"/>
                    </a:lnTo>
                    <a:lnTo>
                      <a:pt x="57277" y="22802"/>
                    </a:lnTo>
                    <a:lnTo>
                      <a:pt x="59664" y="15405"/>
                    </a:lnTo>
                    <a:lnTo>
                      <a:pt x="62050" y="9107"/>
                    </a:lnTo>
                    <a:lnTo>
                      <a:pt x="64437" y="4270"/>
                    </a:lnTo>
                    <a:lnTo>
                      <a:pt x="66823" y="1181"/>
                    </a:lnTo>
                    <a:lnTo>
                      <a:pt x="69210" y="0"/>
                    </a:lnTo>
                    <a:lnTo>
                      <a:pt x="71596" y="731"/>
                    </a:lnTo>
                    <a:lnTo>
                      <a:pt x="73983" y="3220"/>
                    </a:lnTo>
                    <a:lnTo>
                      <a:pt x="76370" y="7172"/>
                    </a:lnTo>
                    <a:lnTo>
                      <a:pt x="78756" y="12193"/>
                    </a:lnTo>
                    <a:lnTo>
                      <a:pt x="81143" y="17839"/>
                    </a:lnTo>
                    <a:lnTo>
                      <a:pt x="83529" y="23675"/>
                    </a:lnTo>
                    <a:lnTo>
                      <a:pt x="85916" y="29314"/>
                    </a:lnTo>
                    <a:lnTo>
                      <a:pt x="88302" y="34455"/>
                    </a:lnTo>
                    <a:lnTo>
                      <a:pt x="90689" y="38891"/>
                    </a:lnTo>
                    <a:lnTo>
                      <a:pt x="93075" y="42519"/>
                    </a:lnTo>
                    <a:lnTo>
                      <a:pt x="95462" y="45316"/>
                    </a:lnTo>
                    <a:lnTo>
                      <a:pt x="97848" y="47325"/>
                    </a:lnTo>
                    <a:lnTo>
                      <a:pt x="100235" y="4863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29" name="Surface grid line"/>
              <p:cNvSpPr/>
              <p:nvPr/>
            </p:nvSpPr>
            <p:spPr>
              <a:xfrm>
                <a:off x="16572395" y="695502"/>
                <a:ext cx="954738" cy="138094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44981">
                    <a:moveTo>
                      <a:pt x="0" y="118725"/>
                    </a:moveTo>
                    <a:lnTo>
                      <a:pt x="2387" y="120086"/>
                    </a:lnTo>
                    <a:lnTo>
                      <a:pt x="4773" y="122237"/>
                    </a:lnTo>
                    <a:lnTo>
                      <a:pt x="7160" y="125224"/>
                    </a:lnTo>
                    <a:lnTo>
                      <a:pt x="9546" y="128960"/>
                    </a:lnTo>
                    <a:lnTo>
                      <a:pt x="11933" y="133190"/>
                    </a:lnTo>
                    <a:lnTo>
                      <a:pt x="14319" y="137485"/>
                    </a:lnTo>
                    <a:lnTo>
                      <a:pt x="16706" y="141283"/>
                    </a:lnTo>
                    <a:lnTo>
                      <a:pt x="19092" y="143967"/>
                    </a:lnTo>
                    <a:lnTo>
                      <a:pt x="21479" y="144981"/>
                    </a:lnTo>
                    <a:lnTo>
                      <a:pt x="23865" y="143939"/>
                    </a:lnTo>
                    <a:lnTo>
                      <a:pt x="26252" y="140699"/>
                    </a:lnTo>
                    <a:lnTo>
                      <a:pt x="28639" y="135391"/>
                    </a:lnTo>
                    <a:lnTo>
                      <a:pt x="31025" y="128363"/>
                    </a:lnTo>
                    <a:lnTo>
                      <a:pt x="33412" y="120097"/>
                    </a:lnTo>
                    <a:lnTo>
                      <a:pt x="35798" y="111081"/>
                    </a:lnTo>
                    <a:lnTo>
                      <a:pt x="38185" y="101720"/>
                    </a:lnTo>
                    <a:lnTo>
                      <a:pt x="40571" y="92265"/>
                    </a:lnTo>
                    <a:lnTo>
                      <a:pt x="42958" y="82811"/>
                    </a:lnTo>
                    <a:lnTo>
                      <a:pt x="45344" y="73334"/>
                    </a:lnTo>
                    <a:lnTo>
                      <a:pt x="47731" y="63762"/>
                    </a:lnTo>
                    <a:lnTo>
                      <a:pt x="50117" y="54053"/>
                    </a:lnTo>
                    <a:lnTo>
                      <a:pt x="52504" y="44260"/>
                    </a:lnTo>
                    <a:lnTo>
                      <a:pt x="54891" y="34567"/>
                    </a:lnTo>
                    <a:lnTo>
                      <a:pt x="57277" y="25290"/>
                    </a:lnTo>
                    <a:lnTo>
                      <a:pt x="59664" y="16851"/>
                    </a:lnTo>
                    <a:lnTo>
                      <a:pt x="62050" y="9714"/>
                    </a:lnTo>
                    <a:lnTo>
                      <a:pt x="64437" y="4323"/>
                    </a:lnTo>
                    <a:lnTo>
                      <a:pt x="66823" y="1021"/>
                    </a:lnTo>
                    <a:lnTo>
                      <a:pt x="69210" y="0"/>
                    </a:lnTo>
                    <a:lnTo>
                      <a:pt x="71596" y="1261"/>
                    </a:lnTo>
                    <a:lnTo>
                      <a:pt x="73983" y="4612"/>
                    </a:lnTo>
                    <a:lnTo>
                      <a:pt x="76370" y="9692"/>
                    </a:lnTo>
                    <a:lnTo>
                      <a:pt x="78756" y="16020"/>
                    </a:lnTo>
                    <a:lnTo>
                      <a:pt x="81143" y="23059"/>
                    </a:lnTo>
                    <a:lnTo>
                      <a:pt x="83529" y="30280"/>
                    </a:lnTo>
                    <a:lnTo>
                      <a:pt x="85916" y="37218"/>
                    </a:lnTo>
                    <a:lnTo>
                      <a:pt x="88302" y="43512"/>
                    </a:lnTo>
                    <a:lnTo>
                      <a:pt x="90689" y="48919"/>
                    </a:lnTo>
                    <a:lnTo>
                      <a:pt x="93075" y="53318"/>
                    </a:lnTo>
                    <a:lnTo>
                      <a:pt x="95462" y="56691"/>
                    </a:lnTo>
                    <a:lnTo>
                      <a:pt x="97848" y="59098"/>
                    </a:lnTo>
                    <a:lnTo>
                      <a:pt x="100235" y="6064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30" name="Surface grid line"/>
              <p:cNvSpPr/>
              <p:nvPr/>
            </p:nvSpPr>
            <p:spPr>
              <a:xfrm>
                <a:off x="16599782" y="638175"/>
                <a:ext cx="954738" cy="143458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50613">
                    <a:moveTo>
                      <a:pt x="0" y="125847"/>
                    </a:moveTo>
                    <a:lnTo>
                      <a:pt x="2387" y="127034"/>
                    </a:lnTo>
                    <a:lnTo>
                      <a:pt x="4773" y="129003"/>
                    </a:lnTo>
                    <a:lnTo>
                      <a:pt x="7160" y="131803"/>
                    </a:lnTo>
                    <a:lnTo>
                      <a:pt x="9546" y="135351"/>
                    </a:lnTo>
                    <a:lnTo>
                      <a:pt x="11933" y="139397"/>
                    </a:lnTo>
                    <a:lnTo>
                      <a:pt x="14319" y="143519"/>
                    </a:lnTo>
                    <a:lnTo>
                      <a:pt x="16706" y="147158"/>
                    </a:lnTo>
                    <a:lnTo>
                      <a:pt x="19092" y="149707"/>
                    </a:lnTo>
                    <a:lnTo>
                      <a:pt x="21479" y="150613"/>
                    </a:lnTo>
                    <a:lnTo>
                      <a:pt x="23865" y="149490"/>
                    </a:lnTo>
                    <a:lnTo>
                      <a:pt x="26252" y="146196"/>
                    </a:lnTo>
                    <a:lnTo>
                      <a:pt x="28639" y="140852"/>
                    </a:lnTo>
                    <a:lnTo>
                      <a:pt x="31025" y="133795"/>
                    </a:lnTo>
                    <a:lnTo>
                      <a:pt x="33412" y="125489"/>
                    </a:lnTo>
                    <a:lnTo>
                      <a:pt x="35798" y="116404"/>
                    </a:lnTo>
                    <a:lnTo>
                      <a:pt x="38185" y="106924"/>
                    </a:lnTo>
                    <a:lnTo>
                      <a:pt x="40571" y="97279"/>
                    </a:lnTo>
                    <a:lnTo>
                      <a:pt x="42958" y="87548"/>
                    </a:lnTo>
                    <a:lnTo>
                      <a:pt x="45344" y="77696"/>
                    </a:lnTo>
                    <a:lnTo>
                      <a:pt x="47731" y="67649"/>
                    </a:lnTo>
                    <a:lnTo>
                      <a:pt x="50117" y="57374"/>
                    </a:lnTo>
                    <a:lnTo>
                      <a:pt x="52504" y="46946"/>
                    </a:lnTo>
                    <a:lnTo>
                      <a:pt x="54891" y="36583"/>
                    </a:lnTo>
                    <a:lnTo>
                      <a:pt x="57277" y="26648"/>
                    </a:lnTo>
                    <a:lnTo>
                      <a:pt x="59664" y="17614"/>
                    </a:lnTo>
                    <a:lnTo>
                      <a:pt x="62050" y="10003"/>
                    </a:lnTo>
                    <a:lnTo>
                      <a:pt x="64437" y="4304"/>
                    </a:lnTo>
                    <a:lnTo>
                      <a:pt x="66823" y="900"/>
                    </a:lnTo>
                    <a:lnTo>
                      <a:pt x="69210" y="0"/>
                    </a:lnTo>
                    <a:lnTo>
                      <a:pt x="71596" y="1603"/>
                    </a:lnTo>
                    <a:lnTo>
                      <a:pt x="73983" y="5493"/>
                    </a:lnTo>
                    <a:lnTo>
                      <a:pt x="76370" y="11269"/>
                    </a:lnTo>
                    <a:lnTo>
                      <a:pt x="78756" y="18396"/>
                    </a:lnTo>
                    <a:lnTo>
                      <a:pt x="81143" y="26279"/>
                    </a:lnTo>
                    <a:lnTo>
                      <a:pt x="83529" y="34331"/>
                    </a:lnTo>
                    <a:lnTo>
                      <a:pt x="85916" y="42040"/>
                    </a:lnTo>
                    <a:lnTo>
                      <a:pt x="88302" y="49007"/>
                    </a:lnTo>
                    <a:lnTo>
                      <a:pt x="90689" y="54968"/>
                    </a:lnTo>
                    <a:lnTo>
                      <a:pt x="93075" y="59792"/>
                    </a:lnTo>
                    <a:lnTo>
                      <a:pt x="95462" y="63465"/>
                    </a:lnTo>
                    <a:lnTo>
                      <a:pt x="97848" y="66057"/>
                    </a:lnTo>
                    <a:lnTo>
                      <a:pt x="100235" y="67696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31" name="Surface grid line"/>
              <p:cNvSpPr/>
              <p:nvPr/>
            </p:nvSpPr>
            <p:spPr>
              <a:xfrm>
                <a:off x="16627170" y="646011"/>
                <a:ext cx="954738" cy="14113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48170">
                    <a:moveTo>
                      <a:pt x="0" y="125704"/>
                    </a:moveTo>
                    <a:lnTo>
                      <a:pt x="2387" y="126654"/>
                    </a:lnTo>
                    <a:lnTo>
                      <a:pt x="4773" y="128362"/>
                    </a:lnTo>
                    <a:lnTo>
                      <a:pt x="7160" y="130877"/>
                    </a:lnTo>
                    <a:lnTo>
                      <a:pt x="9546" y="134122"/>
                    </a:lnTo>
                    <a:lnTo>
                      <a:pt x="11933" y="137858"/>
                    </a:lnTo>
                    <a:lnTo>
                      <a:pt x="14319" y="141681"/>
                    </a:lnTo>
                    <a:lnTo>
                      <a:pt x="16706" y="145056"/>
                    </a:lnTo>
                    <a:lnTo>
                      <a:pt x="19092" y="147396"/>
                    </a:lnTo>
                    <a:lnTo>
                      <a:pt x="21479" y="148170"/>
                    </a:lnTo>
                    <a:lnTo>
                      <a:pt x="23865" y="147006"/>
                    </a:lnTo>
                    <a:lnTo>
                      <a:pt x="26252" y="143764"/>
                    </a:lnTo>
                    <a:lnTo>
                      <a:pt x="28639" y="138558"/>
                    </a:lnTo>
                    <a:lnTo>
                      <a:pt x="31025" y="131708"/>
                    </a:lnTo>
                    <a:lnTo>
                      <a:pt x="33412" y="123654"/>
                    </a:lnTo>
                    <a:lnTo>
                      <a:pt x="35798" y="114841"/>
                    </a:lnTo>
                    <a:lnTo>
                      <a:pt x="38185" y="105629"/>
                    </a:lnTo>
                    <a:lnTo>
                      <a:pt x="40571" y="96230"/>
                    </a:lnTo>
                    <a:lnTo>
                      <a:pt x="42958" y="86712"/>
                    </a:lnTo>
                    <a:lnTo>
                      <a:pt x="45344" y="77034"/>
                    </a:lnTo>
                    <a:lnTo>
                      <a:pt x="47731" y="67121"/>
                    </a:lnTo>
                    <a:lnTo>
                      <a:pt x="50117" y="56945"/>
                    </a:lnTo>
                    <a:lnTo>
                      <a:pt x="52504" y="46586"/>
                    </a:lnTo>
                    <a:lnTo>
                      <a:pt x="54891" y="36271"/>
                    </a:lnTo>
                    <a:lnTo>
                      <a:pt x="57277" y="26372"/>
                    </a:lnTo>
                    <a:lnTo>
                      <a:pt x="59664" y="17372"/>
                    </a:lnTo>
                    <a:lnTo>
                      <a:pt x="62050" y="9799"/>
                    </a:lnTo>
                    <a:lnTo>
                      <a:pt x="64437" y="4152"/>
                    </a:lnTo>
                    <a:lnTo>
                      <a:pt x="66823" y="815"/>
                    </a:lnTo>
                    <a:lnTo>
                      <a:pt x="69210" y="0"/>
                    </a:lnTo>
                    <a:lnTo>
                      <a:pt x="71596" y="1704"/>
                    </a:lnTo>
                    <a:lnTo>
                      <a:pt x="73983" y="5708"/>
                    </a:lnTo>
                    <a:lnTo>
                      <a:pt x="76370" y="11600"/>
                    </a:lnTo>
                    <a:lnTo>
                      <a:pt x="78756" y="18839"/>
                    </a:lnTo>
                    <a:lnTo>
                      <a:pt x="81143" y="26820"/>
                    </a:lnTo>
                    <a:lnTo>
                      <a:pt x="83529" y="34949"/>
                    </a:lnTo>
                    <a:lnTo>
                      <a:pt x="85916" y="42705"/>
                    </a:lnTo>
                    <a:lnTo>
                      <a:pt x="88302" y="49687"/>
                    </a:lnTo>
                    <a:lnTo>
                      <a:pt x="90689" y="55628"/>
                    </a:lnTo>
                    <a:lnTo>
                      <a:pt x="93075" y="60400"/>
                    </a:lnTo>
                    <a:lnTo>
                      <a:pt x="95462" y="63992"/>
                    </a:lnTo>
                    <a:lnTo>
                      <a:pt x="97848" y="66478"/>
                    </a:lnTo>
                    <a:lnTo>
                      <a:pt x="100235" y="67991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32" name="Surface grid line"/>
              <p:cNvSpPr/>
              <p:nvPr/>
            </p:nvSpPr>
            <p:spPr>
              <a:xfrm>
                <a:off x="16654558" y="721525"/>
                <a:ext cx="954738" cy="1310664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37603">
                    <a:moveTo>
                      <a:pt x="0" y="118057"/>
                    </a:moveTo>
                    <a:lnTo>
                      <a:pt x="2387" y="118727"/>
                    </a:lnTo>
                    <a:lnTo>
                      <a:pt x="4773" y="120115"/>
                    </a:lnTo>
                    <a:lnTo>
                      <a:pt x="7160" y="122269"/>
                    </a:lnTo>
                    <a:lnTo>
                      <a:pt x="9546" y="125119"/>
                    </a:lnTo>
                    <a:lnTo>
                      <a:pt x="11933" y="128446"/>
                    </a:lnTo>
                    <a:lnTo>
                      <a:pt x="14319" y="131872"/>
                    </a:lnTo>
                    <a:lnTo>
                      <a:pt x="16706" y="134896"/>
                    </a:lnTo>
                    <a:lnTo>
                      <a:pt x="19092" y="136972"/>
                    </a:lnTo>
                    <a:lnTo>
                      <a:pt x="21479" y="137603"/>
                    </a:lnTo>
                    <a:lnTo>
                      <a:pt x="23865" y="136439"/>
                    </a:lnTo>
                    <a:lnTo>
                      <a:pt x="26252" y="133352"/>
                    </a:lnTo>
                    <a:lnTo>
                      <a:pt x="28639" y="128447"/>
                    </a:lnTo>
                    <a:lnTo>
                      <a:pt x="31025" y="122025"/>
                    </a:lnTo>
                    <a:lnTo>
                      <a:pt x="33412" y="114496"/>
                    </a:lnTo>
                    <a:lnTo>
                      <a:pt x="35798" y="106279"/>
                    </a:lnTo>
                    <a:lnTo>
                      <a:pt x="38185" y="97708"/>
                    </a:lnTo>
                    <a:lnTo>
                      <a:pt x="40571" y="88981"/>
                    </a:lnTo>
                    <a:lnTo>
                      <a:pt x="42958" y="80160"/>
                    </a:lnTo>
                    <a:lnTo>
                      <a:pt x="45344" y="71204"/>
                    </a:lnTo>
                    <a:lnTo>
                      <a:pt x="47731" y="62042"/>
                    </a:lnTo>
                    <a:lnTo>
                      <a:pt x="50117" y="52641"/>
                    </a:lnTo>
                    <a:lnTo>
                      <a:pt x="52504" y="43073"/>
                    </a:lnTo>
                    <a:lnTo>
                      <a:pt x="54891" y="33545"/>
                    </a:lnTo>
                    <a:lnTo>
                      <a:pt x="57277" y="24400"/>
                    </a:lnTo>
                    <a:lnTo>
                      <a:pt x="59664" y="16082"/>
                    </a:lnTo>
                    <a:lnTo>
                      <a:pt x="62050" y="9081"/>
                    </a:lnTo>
                    <a:lnTo>
                      <a:pt x="64437" y="3856"/>
                    </a:lnTo>
                    <a:lnTo>
                      <a:pt x="66823" y="765"/>
                    </a:lnTo>
                    <a:lnTo>
                      <a:pt x="69210" y="0"/>
                    </a:lnTo>
                    <a:lnTo>
                      <a:pt x="71596" y="1558"/>
                    </a:lnTo>
                    <a:lnTo>
                      <a:pt x="73983" y="5234"/>
                    </a:lnTo>
                    <a:lnTo>
                      <a:pt x="76370" y="10643"/>
                    </a:lnTo>
                    <a:lnTo>
                      <a:pt x="78756" y="17283"/>
                    </a:lnTo>
                    <a:lnTo>
                      <a:pt x="81143" y="24589"/>
                    </a:lnTo>
                    <a:lnTo>
                      <a:pt x="83529" y="32011"/>
                    </a:lnTo>
                    <a:lnTo>
                      <a:pt x="85916" y="39065"/>
                    </a:lnTo>
                    <a:lnTo>
                      <a:pt x="88302" y="45379"/>
                    </a:lnTo>
                    <a:lnTo>
                      <a:pt x="90689" y="50708"/>
                    </a:lnTo>
                    <a:lnTo>
                      <a:pt x="93075" y="54935"/>
                    </a:lnTo>
                    <a:lnTo>
                      <a:pt x="95462" y="58052"/>
                    </a:lnTo>
                    <a:lnTo>
                      <a:pt x="97848" y="60133"/>
                    </a:lnTo>
                    <a:lnTo>
                      <a:pt x="100235" y="61304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33" name="Surface grid line"/>
              <p:cNvSpPr/>
              <p:nvPr/>
            </p:nvSpPr>
            <p:spPr>
              <a:xfrm>
                <a:off x="16681946" y="850439"/>
                <a:ext cx="954738" cy="114962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20695">
                    <a:moveTo>
                      <a:pt x="0" y="104462"/>
                    </a:moveTo>
                    <a:lnTo>
                      <a:pt x="2387" y="104831"/>
                    </a:lnTo>
                    <a:lnTo>
                      <a:pt x="4773" y="105865"/>
                    </a:lnTo>
                    <a:lnTo>
                      <a:pt x="7160" y="107612"/>
                    </a:lnTo>
                    <a:lnTo>
                      <a:pt x="9546" y="110009"/>
                    </a:lnTo>
                    <a:lnTo>
                      <a:pt x="11933" y="112859"/>
                    </a:lnTo>
                    <a:lnTo>
                      <a:pt x="14319" y="115819"/>
                    </a:lnTo>
                    <a:lnTo>
                      <a:pt x="16706" y="118435"/>
                    </a:lnTo>
                    <a:lnTo>
                      <a:pt x="19092" y="120211"/>
                    </a:lnTo>
                    <a:lnTo>
                      <a:pt x="21479" y="120695"/>
                    </a:lnTo>
                    <a:lnTo>
                      <a:pt x="23865" y="119573"/>
                    </a:lnTo>
                    <a:lnTo>
                      <a:pt x="26252" y="116727"/>
                    </a:lnTo>
                    <a:lnTo>
                      <a:pt x="28639" y="112256"/>
                    </a:lnTo>
                    <a:lnTo>
                      <a:pt x="31025" y="106439"/>
                    </a:lnTo>
                    <a:lnTo>
                      <a:pt x="33412" y="99654"/>
                    </a:lnTo>
                    <a:lnTo>
                      <a:pt x="35798" y="92287"/>
                    </a:lnTo>
                    <a:lnTo>
                      <a:pt x="38185" y="84648"/>
                    </a:lnTo>
                    <a:lnTo>
                      <a:pt x="40571" y="76926"/>
                    </a:lnTo>
                    <a:lnTo>
                      <a:pt x="42958" y="69179"/>
                    </a:lnTo>
                    <a:lnTo>
                      <a:pt x="45344" y="61374"/>
                    </a:lnTo>
                    <a:lnTo>
                      <a:pt x="47731" y="53441"/>
                    </a:lnTo>
                    <a:lnTo>
                      <a:pt x="50117" y="45343"/>
                    </a:lnTo>
                    <a:lnTo>
                      <a:pt x="52504" y="37130"/>
                    </a:lnTo>
                    <a:lnTo>
                      <a:pt x="54891" y="28965"/>
                    </a:lnTo>
                    <a:lnTo>
                      <a:pt x="57277" y="21131"/>
                    </a:lnTo>
                    <a:lnTo>
                      <a:pt x="59664" y="14001"/>
                    </a:lnTo>
                    <a:lnTo>
                      <a:pt x="62050" y="7983"/>
                    </a:lnTo>
                    <a:lnTo>
                      <a:pt x="64437" y="3466"/>
                    </a:lnTo>
                    <a:lnTo>
                      <a:pt x="66823" y="751"/>
                    </a:lnTo>
                    <a:lnTo>
                      <a:pt x="69210" y="0"/>
                    </a:lnTo>
                    <a:lnTo>
                      <a:pt x="71596" y="1208"/>
                    </a:lnTo>
                    <a:lnTo>
                      <a:pt x="73983" y="4197"/>
                    </a:lnTo>
                    <a:lnTo>
                      <a:pt x="76370" y="8641"/>
                    </a:lnTo>
                    <a:lnTo>
                      <a:pt x="78756" y="14110"/>
                    </a:lnTo>
                    <a:lnTo>
                      <a:pt x="81143" y="20125"/>
                    </a:lnTo>
                    <a:lnTo>
                      <a:pt x="83529" y="26215"/>
                    </a:lnTo>
                    <a:lnTo>
                      <a:pt x="85916" y="31970"/>
                    </a:lnTo>
                    <a:lnTo>
                      <a:pt x="88302" y="37076"/>
                    </a:lnTo>
                    <a:lnTo>
                      <a:pt x="90689" y="41325"/>
                    </a:lnTo>
                    <a:lnTo>
                      <a:pt x="93075" y="44620"/>
                    </a:lnTo>
                    <a:lnTo>
                      <a:pt x="95462" y="46957"/>
                    </a:lnTo>
                    <a:lnTo>
                      <a:pt x="97848" y="48403"/>
                    </a:lnTo>
                    <a:lnTo>
                      <a:pt x="100235" y="49067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34" name="Surface grid line"/>
              <p:cNvSpPr/>
              <p:nvPr/>
            </p:nvSpPr>
            <p:spPr>
              <a:xfrm>
                <a:off x="16709333" y="1007235"/>
                <a:ext cx="954738" cy="95684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100456">
                    <a:moveTo>
                      <a:pt x="0" y="87680"/>
                    </a:moveTo>
                    <a:lnTo>
                      <a:pt x="2387" y="87751"/>
                    </a:lnTo>
                    <a:lnTo>
                      <a:pt x="4773" y="88426"/>
                    </a:lnTo>
                    <a:lnTo>
                      <a:pt x="7160" y="89750"/>
                    </a:lnTo>
                    <a:lnTo>
                      <a:pt x="9546" y="91669"/>
                    </a:lnTo>
                    <a:lnTo>
                      <a:pt x="11933" y="94009"/>
                    </a:lnTo>
                    <a:lnTo>
                      <a:pt x="14319" y="96470"/>
                    </a:lnTo>
                    <a:lnTo>
                      <a:pt x="16706" y="98650"/>
                    </a:lnTo>
                    <a:lnTo>
                      <a:pt x="19092" y="100112"/>
                    </a:lnTo>
                    <a:lnTo>
                      <a:pt x="21479" y="100456"/>
                    </a:lnTo>
                    <a:lnTo>
                      <a:pt x="23865" y="99406"/>
                    </a:lnTo>
                    <a:lnTo>
                      <a:pt x="26252" y="96862"/>
                    </a:lnTo>
                    <a:lnTo>
                      <a:pt x="28639" y="92914"/>
                    </a:lnTo>
                    <a:lnTo>
                      <a:pt x="31025" y="87816"/>
                    </a:lnTo>
                    <a:lnTo>
                      <a:pt x="33412" y="81909"/>
                    </a:lnTo>
                    <a:lnTo>
                      <a:pt x="35798" y="75544"/>
                    </a:lnTo>
                    <a:lnTo>
                      <a:pt x="38185" y="69007"/>
                    </a:lnTo>
                    <a:lnTo>
                      <a:pt x="40571" y="62474"/>
                    </a:lnTo>
                    <a:lnTo>
                      <a:pt x="42958" y="56006"/>
                    </a:lnTo>
                    <a:lnTo>
                      <a:pt x="45344" y="49576"/>
                    </a:lnTo>
                    <a:lnTo>
                      <a:pt x="47731" y="43122"/>
                    </a:lnTo>
                    <a:lnTo>
                      <a:pt x="50117" y="36598"/>
                    </a:lnTo>
                    <a:lnTo>
                      <a:pt x="52504" y="30024"/>
                    </a:lnTo>
                    <a:lnTo>
                      <a:pt x="54891" y="23513"/>
                    </a:lnTo>
                    <a:lnTo>
                      <a:pt x="57277" y="17270"/>
                    </a:lnTo>
                    <a:lnTo>
                      <a:pt x="59664" y="11576"/>
                    </a:lnTo>
                    <a:lnTo>
                      <a:pt x="62050" y="6742"/>
                    </a:lnTo>
                    <a:lnTo>
                      <a:pt x="64437" y="3066"/>
                    </a:lnTo>
                    <a:lnTo>
                      <a:pt x="66823" y="777"/>
                    </a:lnTo>
                    <a:lnTo>
                      <a:pt x="69210" y="0"/>
                    </a:lnTo>
                    <a:lnTo>
                      <a:pt x="71596" y="729"/>
                    </a:lnTo>
                    <a:lnTo>
                      <a:pt x="73983" y="2825"/>
                    </a:lnTo>
                    <a:lnTo>
                      <a:pt x="76370" y="6032"/>
                    </a:lnTo>
                    <a:lnTo>
                      <a:pt x="78756" y="10014"/>
                    </a:lnTo>
                    <a:lnTo>
                      <a:pt x="81143" y="14397"/>
                    </a:lnTo>
                    <a:lnTo>
                      <a:pt x="83529" y="18815"/>
                    </a:lnTo>
                    <a:lnTo>
                      <a:pt x="85916" y="22951"/>
                    </a:lnTo>
                    <a:lnTo>
                      <a:pt x="88302" y="26559"/>
                    </a:lnTo>
                    <a:lnTo>
                      <a:pt x="90689" y="29481"/>
                    </a:lnTo>
                    <a:lnTo>
                      <a:pt x="93075" y="31644"/>
                    </a:lnTo>
                    <a:lnTo>
                      <a:pt x="95462" y="33048"/>
                    </a:lnTo>
                    <a:lnTo>
                      <a:pt x="97848" y="33748"/>
                    </a:lnTo>
                    <a:lnTo>
                      <a:pt x="100235" y="3383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35" name="Surface grid line"/>
              <p:cNvSpPr/>
              <p:nvPr/>
            </p:nvSpPr>
            <p:spPr>
              <a:xfrm>
                <a:off x="16736721" y="1164381"/>
                <a:ext cx="954738" cy="76303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80109">
                    <a:moveTo>
                      <a:pt x="0" y="70703"/>
                    </a:moveTo>
                    <a:lnTo>
                      <a:pt x="2387" y="70500"/>
                    </a:lnTo>
                    <a:lnTo>
                      <a:pt x="4773" y="70836"/>
                    </a:lnTo>
                    <a:lnTo>
                      <a:pt x="7160" y="71750"/>
                    </a:lnTo>
                    <a:lnTo>
                      <a:pt x="9546" y="73199"/>
                    </a:lnTo>
                    <a:lnTo>
                      <a:pt x="11933" y="75034"/>
                    </a:lnTo>
                    <a:lnTo>
                      <a:pt x="14319" y="76996"/>
                    </a:lnTo>
                    <a:lnTo>
                      <a:pt x="16706" y="78741"/>
                    </a:lnTo>
                    <a:lnTo>
                      <a:pt x="19092" y="79893"/>
                    </a:lnTo>
                    <a:lnTo>
                      <a:pt x="21479" y="80109"/>
                    </a:lnTo>
                    <a:lnTo>
                      <a:pt x="23865" y="79153"/>
                    </a:lnTo>
                    <a:lnTo>
                      <a:pt x="26252" y="76942"/>
                    </a:lnTo>
                    <a:lnTo>
                      <a:pt x="28639" y="73557"/>
                    </a:lnTo>
                    <a:lnTo>
                      <a:pt x="31025" y="69221"/>
                    </a:lnTo>
                    <a:lnTo>
                      <a:pt x="33412" y="64238"/>
                    </a:lnTo>
                    <a:lnTo>
                      <a:pt x="35798" y="58917"/>
                    </a:lnTo>
                    <a:lnTo>
                      <a:pt x="38185" y="53518"/>
                    </a:lnTo>
                    <a:lnTo>
                      <a:pt x="40571" y="48201"/>
                    </a:lnTo>
                    <a:lnTo>
                      <a:pt x="42958" y="43030"/>
                    </a:lnTo>
                    <a:lnTo>
                      <a:pt x="45344" y="37985"/>
                    </a:lnTo>
                    <a:lnTo>
                      <a:pt x="47731" y="33009"/>
                    </a:lnTo>
                    <a:lnTo>
                      <a:pt x="50117" y="28053"/>
                    </a:lnTo>
                    <a:lnTo>
                      <a:pt x="52504" y="23108"/>
                    </a:lnTo>
                    <a:lnTo>
                      <a:pt x="54891" y="18235"/>
                    </a:lnTo>
                    <a:lnTo>
                      <a:pt x="57277" y="13564"/>
                    </a:lnTo>
                    <a:lnTo>
                      <a:pt x="59664" y="9284"/>
                    </a:lnTo>
                    <a:lnTo>
                      <a:pt x="62050" y="5606"/>
                    </a:lnTo>
                    <a:lnTo>
                      <a:pt x="64437" y="2739"/>
                    </a:lnTo>
                    <a:lnTo>
                      <a:pt x="66823" y="841"/>
                    </a:lnTo>
                    <a:lnTo>
                      <a:pt x="69210" y="0"/>
                    </a:lnTo>
                    <a:lnTo>
                      <a:pt x="71596" y="209"/>
                    </a:lnTo>
                    <a:lnTo>
                      <a:pt x="73983" y="1368"/>
                    </a:lnTo>
                    <a:lnTo>
                      <a:pt x="76370" y="3295"/>
                    </a:lnTo>
                    <a:lnTo>
                      <a:pt x="78756" y="5749"/>
                    </a:lnTo>
                    <a:lnTo>
                      <a:pt x="81143" y="8463"/>
                    </a:lnTo>
                    <a:lnTo>
                      <a:pt x="83529" y="11179"/>
                    </a:lnTo>
                    <a:lnTo>
                      <a:pt x="85916" y="13670"/>
                    </a:lnTo>
                    <a:lnTo>
                      <a:pt x="88302" y="15765"/>
                    </a:lnTo>
                    <a:lnTo>
                      <a:pt x="90689" y="17353"/>
                    </a:lnTo>
                    <a:lnTo>
                      <a:pt x="93075" y="18386"/>
                    </a:lnTo>
                    <a:lnTo>
                      <a:pt x="95462" y="18867"/>
                    </a:lnTo>
                    <a:lnTo>
                      <a:pt x="97848" y="18841"/>
                    </a:lnTo>
                    <a:lnTo>
                      <a:pt x="100235" y="18375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36" name="Surface grid line"/>
              <p:cNvSpPr/>
              <p:nvPr/>
            </p:nvSpPr>
            <p:spPr>
              <a:xfrm>
                <a:off x="16764109" y="1297959"/>
                <a:ext cx="954738" cy="59505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62473">
                    <a:moveTo>
                      <a:pt x="0" y="56153"/>
                    </a:moveTo>
                    <a:lnTo>
                      <a:pt x="2387" y="55718"/>
                    </a:lnTo>
                    <a:lnTo>
                      <a:pt x="4773" y="55755"/>
                    </a:lnTo>
                    <a:lnTo>
                      <a:pt x="7160" y="56300"/>
                    </a:lnTo>
                    <a:lnTo>
                      <a:pt x="9546" y="57315"/>
                    </a:lnTo>
                    <a:lnTo>
                      <a:pt x="11933" y="58677"/>
                    </a:lnTo>
                    <a:lnTo>
                      <a:pt x="14319" y="60170"/>
                    </a:lnTo>
                    <a:lnTo>
                      <a:pt x="16706" y="61505"/>
                    </a:lnTo>
                    <a:lnTo>
                      <a:pt x="19092" y="62368"/>
                    </a:lnTo>
                    <a:lnTo>
                      <a:pt x="21479" y="62473"/>
                    </a:lnTo>
                    <a:lnTo>
                      <a:pt x="23865" y="61621"/>
                    </a:lnTo>
                    <a:lnTo>
                      <a:pt x="26252" y="59745"/>
                    </a:lnTo>
                    <a:lnTo>
                      <a:pt x="28639" y="56916"/>
                    </a:lnTo>
                    <a:lnTo>
                      <a:pt x="31025" y="53324"/>
                    </a:lnTo>
                    <a:lnTo>
                      <a:pt x="33412" y="49230"/>
                    </a:lnTo>
                    <a:lnTo>
                      <a:pt x="35798" y="44902"/>
                    </a:lnTo>
                    <a:lnTo>
                      <a:pt x="38185" y="40565"/>
                    </a:lnTo>
                    <a:lnTo>
                      <a:pt x="40571" y="36363"/>
                    </a:lnTo>
                    <a:lnTo>
                      <a:pt x="42958" y="32357"/>
                    </a:lnTo>
                    <a:lnTo>
                      <a:pt x="45344" y="28535"/>
                    </a:lnTo>
                    <a:lnTo>
                      <a:pt x="47731" y="24847"/>
                    </a:lnTo>
                    <a:lnTo>
                      <a:pt x="50117" y="21239"/>
                    </a:lnTo>
                    <a:lnTo>
                      <a:pt x="52504" y="17684"/>
                    </a:lnTo>
                    <a:lnTo>
                      <a:pt x="54891" y="14200"/>
                    </a:lnTo>
                    <a:lnTo>
                      <a:pt x="57277" y="10854"/>
                    </a:lnTo>
                    <a:lnTo>
                      <a:pt x="59664" y="7757"/>
                    </a:lnTo>
                    <a:lnTo>
                      <a:pt x="62050" y="5038"/>
                    </a:lnTo>
                    <a:lnTo>
                      <a:pt x="64437" y="2826"/>
                    </a:lnTo>
                    <a:lnTo>
                      <a:pt x="66823" y="1223"/>
                    </a:lnTo>
                    <a:lnTo>
                      <a:pt x="69210" y="283"/>
                    </a:lnTo>
                    <a:lnTo>
                      <a:pt x="71596" y="0"/>
                    </a:lnTo>
                    <a:lnTo>
                      <a:pt x="73983" y="310"/>
                    </a:lnTo>
                    <a:lnTo>
                      <a:pt x="76370" y="1093"/>
                    </a:lnTo>
                    <a:lnTo>
                      <a:pt x="78756" y="2193"/>
                    </a:lnTo>
                    <a:lnTo>
                      <a:pt x="81143" y="3438"/>
                    </a:lnTo>
                    <a:lnTo>
                      <a:pt x="83529" y="4661"/>
                    </a:lnTo>
                    <a:lnTo>
                      <a:pt x="85916" y="5716"/>
                    </a:lnTo>
                    <a:lnTo>
                      <a:pt x="88302" y="6495"/>
                    </a:lnTo>
                    <a:lnTo>
                      <a:pt x="90689" y="6929"/>
                    </a:lnTo>
                    <a:lnTo>
                      <a:pt x="93075" y="6990"/>
                    </a:lnTo>
                    <a:lnTo>
                      <a:pt x="95462" y="6687"/>
                    </a:lnTo>
                    <a:lnTo>
                      <a:pt x="97848" y="6051"/>
                    </a:lnTo>
                    <a:lnTo>
                      <a:pt x="100235" y="5133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37" name="Surface grid line"/>
              <p:cNvSpPr/>
              <p:nvPr/>
            </p:nvSpPr>
            <p:spPr>
              <a:xfrm>
                <a:off x="16791497" y="1351981"/>
                <a:ext cx="954738" cy="511245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3674">
                    <a:moveTo>
                      <a:pt x="0" y="50018"/>
                    </a:moveTo>
                    <a:lnTo>
                      <a:pt x="2387" y="49404"/>
                    </a:lnTo>
                    <a:lnTo>
                      <a:pt x="4773" y="49199"/>
                    </a:lnTo>
                    <a:lnTo>
                      <a:pt x="7160" y="49430"/>
                    </a:lnTo>
                    <a:lnTo>
                      <a:pt x="9546" y="50069"/>
                    </a:lnTo>
                    <a:lnTo>
                      <a:pt x="11933" y="51014"/>
                    </a:lnTo>
                    <a:lnTo>
                      <a:pt x="14319" y="52089"/>
                    </a:lnTo>
                    <a:lnTo>
                      <a:pt x="16706" y="53058"/>
                    </a:lnTo>
                    <a:lnTo>
                      <a:pt x="19092" y="53664"/>
                    </a:lnTo>
                    <a:lnTo>
                      <a:pt x="21479" y="53674"/>
                    </a:lnTo>
                    <a:lnTo>
                      <a:pt x="23865" y="52926"/>
                    </a:lnTo>
                    <a:lnTo>
                      <a:pt x="26252" y="51364"/>
                    </a:lnTo>
                    <a:lnTo>
                      <a:pt x="28639" y="49048"/>
                    </a:lnTo>
                    <a:lnTo>
                      <a:pt x="31025" y="46134"/>
                    </a:lnTo>
                    <a:lnTo>
                      <a:pt x="33412" y="42839"/>
                    </a:lnTo>
                    <a:lnTo>
                      <a:pt x="35798" y="39386"/>
                    </a:lnTo>
                    <a:lnTo>
                      <a:pt x="38185" y="35963"/>
                    </a:lnTo>
                    <a:lnTo>
                      <a:pt x="40571" y="32696"/>
                    </a:lnTo>
                    <a:lnTo>
                      <a:pt x="42958" y="29638"/>
                    </a:lnTo>
                    <a:lnTo>
                      <a:pt x="45344" y="26783"/>
                    </a:lnTo>
                    <a:lnTo>
                      <a:pt x="47731" y="24088"/>
                    </a:lnTo>
                    <a:lnTo>
                      <a:pt x="50117" y="21500"/>
                    </a:lnTo>
                    <a:lnTo>
                      <a:pt x="52504" y="18980"/>
                    </a:lnTo>
                    <a:lnTo>
                      <a:pt x="54891" y="16518"/>
                    </a:lnTo>
                    <a:lnTo>
                      <a:pt x="57277" y="14139"/>
                    </a:lnTo>
                    <a:lnTo>
                      <a:pt x="59664" y="11894"/>
                    </a:lnTo>
                    <a:lnTo>
                      <a:pt x="62050" y="9853"/>
                    </a:lnTo>
                    <a:lnTo>
                      <a:pt x="64437" y="8088"/>
                    </a:lnTo>
                    <a:lnTo>
                      <a:pt x="66823" y="6657"/>
                    </a:lnTo>
                    <a:lnTo>
                      <a:pt x="69210" y="5590"/>
                    </a:lnTo>
                    <a:lnTo>
                      <a:pt x="71596" y="4886"/>
                    </a:lnTo>
                    <a:lnTo>
                      <a:pt x="73983" y="4505"/>
                    </a:lnTo>
                    <a:lnTo>
                      <a:pt x="76370" y="4379"/>
                    </a:lnTo>
                    <a:lnTo>
                      <a:pt x="78756" y="4416"/>
                    </a:lnTo>
                    <a:lnTo>
                      <a:pt x="81143" y="4516"/>
                    </a:lnTo>
                    <a:lnTo>
                      <a:pt x="83529" y="4582"/>
                    </a:lnTo>
                    <a:lnTo>
                      <a:pt x="85916" y="4531"/>
                    </a:lnTo>
                    <a:lnTo>
                      <a:pt x="88302" y="4303"/>
                    </a:lnTo>
                    <a:lnTo>
                      <a:pt x="90689" y="3860"/>
                    </a:lnTo>
                    <a:lnTo>
                      <a:pt x="93075" y="3192"/>
                    </a:lnTo>
                    <a:lnTo>
                      <a:pt x="95462" y="2308"/>
                    </a:lnTo>
                    <a:lnTo>
                      <a:pt x="97848" y="1232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38" name="Surface grid line"/>
              <p:cNvSpPr/>
              <p:nvPr/>
            </p:nvSpPr>
            <p:spPr>
              <a:xfrm>
                <a:off x="16818885" y="1355589"/>
                <a:ext cx="954738" cy="48480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50898">
                    <a:moveTo>
                      <a:pt x="0" y="49340"/>
                    </a:moveTo>
                    <a:lnTo>
                      <a:pt x="2387" y="48607"/>
                    </a:lnTo>
                    <a:lnTo>
                      <a:pt x="4773" y="48222"/>
                    </a:lnTo>
                    <a:lnTo>
                      <a:pt x="7160" y="48207"/>
                    </a:lnTo>
                    <a:lnTo>
                      <a:pt x="9546" y="48538"/>
                    </a:lnTo>
                    <a:lnTo>
                      <a:pt x="11933" y="49135"/>
                    </a:lnTo>
                    <a:lnTo>
                      <a:pt x="14319" y="49855"/>
                    </a:lnTo>
                    <a:lnTo>
                      <a:pt x="16706" y="50511"/>
                    </a:lnTo>
                    <a:lnTo>
                      <a:pt x="19092" y="50898"/>
                    </a:lnTo>
                    <a:lnTo>
                      <a:pt x="21479" y="50828"/>
                    </a:lnTo>
                    <a:lnTo>
                      <a:pt x="23865" y="50173"/>
                    </a:lnTo>
                    <a:lnTo>
                      <a:pt x="26252" y="48886"/>
                    </a:lnTo>
                    <a:lnTo>
                      <a:pt x="28639" y="47015"/>
                    </a:lnTo>
                    <a:lnTo>
                      <a:pt x="31025" y="44683"/>
                    </a:lnTo>
                    <a:lnTo>
                      <a:pt x="33412" y="42062"/>
                    </a:lnTo>
                    <a:lnTo>
                      <a:pt x="35798" y="39332"/>
                    </a:lnTo>
                    <a:lnTo>
                      <a:pt x="38185" y="36644"/>
                    </a:lnTo>
                    <a:lnTo>
                      <a:pt x="40571" y="34102"/>
                    </a:lnTo>
                    <a:lnTo>
                      <a:pt x="42958" y="31751"/>
                    </a:lnTo>
                    <a:lnTo>
                      <a:pt x="45344" y="29587"/>
                    </a:lnTo>
                    <a:lnTo>
                      <a:pt x="47731" y="27573"/>
                    </a:lnTo>
                    <a:lnTo>
                      <a:pt x="50117" y="25663"/>
                    </a:lnTo>
                    <a:lnTo>
                      <a:pt x="52504" y="23814"/>
                    </a:lnTo>
                    <a:lnTo>
                      <a:pt x="54891" y="22003"/>
                    </a:lnTo>
                    <a:lnTo>
                      <a:pt x="57277" y="20226"/>
                    </a:lnTo>
                    <a:lnTo>
                      <a:pt x="59664" y="18502"/>
                    </a:lnTo>
                    <a:lnTo>
                      <a:pt x="62050" y="16861"/>
                    </a:lnTo>
                    <a:lnTo>
                      <a:pt x="64437" y="15339"/>
                    </a:lnTo>
                    <a:lnTo>
                      <a:pt x="66823" y="13965"/>
                    </a:lnTo>
                    <a:lnTo>
                      <a:pt x="69210" y="12758"/>
                    </a:lnTo>
                    <a:lnTo>
                      <a:pt x="71596" y="11716"/>
                    </a:lnTo>
                    <a:lnTo>
                      <a:pt x="73983" y="10822"/>
                    </a:lnTo>
                    <a:lnTo>
                      <a:pt x="76370" y="10039"/>
                    </a:lnTo>
                    <a:lnTo>
                      <a:pt x="78756" y="9323"/>
                    </a:lnTo>
                    <a:lnTo>
                      <a:pt x="81143" y="8622"/>
                    </a:lnTo>
                    <a:lnTo>
                      <a:pt x="83529" y="7887"/>
                    </a:lnTo>
                    <a:lnTo>
                      <a:pt x="85916" y="7079"/>
                    </a:lnTo>
                    <a:lnTo>
                      <a:pt x="88302" y="6168"/>
                    </a:lnTo>
                    <a:lnTo>
                      <a:pt x="90689" y="5141"/>
                    </a:lnTo>
                    <a:lnTo>
                      <a:pt x="93075" y="3996"/>
                    </a:lnTo>
                    <a:lnTo>
                      <a:pt x="95462" y="2745"/>
                    </a:lnTo>
                    <a:lnTo>
                      <a:pt x="97848" y="140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39" name="Surface grid line"/>
              <p:cNvSpPr/>
              <p:nvPr/>
            </p:nvSpPr>
            <p:spPr>
              <a:xfrm>
                <a:off x="16846272" y="1358819"/>
                <a:ext cx="954738" cy="466251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950">
                    <a:moveTo>
                      <a:pt x="0" y="48950"/>
                    </a:moveTo>
                    <a:lnTo>
                      <a:pt x="2387" y="48156"/>
                    </a:lnTo>
                    <a:lnTo>
                      <a:pt x="4773" y="47653"/>
                    </a:lnTo>
                    <a:lnTo>
                      <a:pt x="7160" y="47460"/>
                    </a:lnTo>
                    <a:lnTo>
                      <a:pt x="9546" y="47555"/>
                    </a:lnTo>
                    <a:lnTo>
                      <a:pt x="11933" y="47875"/>
                    </a:lnTo>
                    <a:lnTo>
                      <a:pt x="14319" y="48307"/>
                    </a:lnTo>
                    <a:lnTo>
                      <a:pt x="16706" y="48705"/>
                    </a:lnTo>
                    <a:lnTo>
                      <a:pt x="19092" y="48909"/>
                    </a:lnTo>
                    <a:lnTo>
                      <a:pt x="21479" y="48771"/>
                    </a:lnTo>
                    <a:lnTo>
                      <a:pt x="23865" y="48190"/>
                    </a:lnTo>
                    <a:lnTo>
                      <a:pt x="26252" y="47127"/>
                    </a:lnTo>
                    <a:lnTo>
                      <a:pt x="28639" y="45618"/>
                    </a:lnTo>
                    <a:lnTo>
                      <a:pt x="31025" y="43756"/>
                    </a:lnTo>
                    <a:lnTo>
                      <a:pt x="33412" y="41671"/>
                    </a:lnTo>
                    <a:lnTo>
                      <a:pt x="35798" y="39503"/>
                    </a:lnTo>
                    <a:lnTo>
                      <a:pt x="38185" y="37369"/>
                    </a:lnTo>
                    <a:lnTo>
                      <a:pt x="40571" y="35350"/>
                    </a:lnTo>
                    <a:lnTo>
                      <a:pt x="42958" y="33481"/>
                    </a:lnTo>
                    <a:lnTo>
                      <a:pt x="45344" y="31761"/>
                    </a:lnTo>
                    <a:lnTo>
                      <a:pt x="47731" y="30159"/>
                    </a:lnTo>
                    <a:lnTo>
                      <a:pt x="50117" y="28636"/>
                    </a:lnTo>
                    <a:lnTo>
                      <a:pt x="52504" y="27154"/>
                    </a:lnTo>
                    <a:lnTo>
                      <a:pt x="54891" y="25684"/>
                    </a:lnTo>
                    <a:lnTo>
                      <a:pt x="57277" y="24212"/>
                    </a:lnTo>
                    <a:lnTo>
                      <a:pt x="59664" y="22740"/>
                    </a:lnTo>
                    <a:lnTo>
                      <a:pt x="62050" y="21276"/>
                    </a:lnTo>
                    <a:lnTo>
                      <a:pt x="64437" y="19836"/>
                    </a:lnTo>
                    <a:lnTo>
                      <a:pt x="66823" y="18436"/>
                    </a:lnTo>
                    <a:lnTo>
                      <a:pt x="69210" y="17086"/>
                    </a:lnTo>
                    <a:lnTo>
                      <a:pt x="71596" y="15789"/>
                    </a:lnTo>
                    <a:lnTo>
                      <a:pt x="73983" y="14538"/>
                    </a:lnTo>
                    <a:lnTo>
                      <a:pt x="76370" y="13322"/>
                    </a:lnTo>
                    <a:lnTo>
                      <a:pt x="78756" y="12121"/>
                    </a:lnTo>
                    <a:lnTo>
                      <a:pt x="81143" y="10916"/>
                    </a:lnTo>
                    <a:lnTo>
                      <a:pt x="83529" y="9687"/>
                    </a:lnTo>
                    <a:lnTo>
                      <a:pt x="85916" y="8420"/>
                    </a:lnTo>
                    <a:lnTo>
                      <a:pt x="88302" y="7108"/>
                    </a:lnTo>
                    <a:lnTo>
                      <a:pt x="90689" y="5747"/>
                    </a:lnTo>
                    <a:lnTo>
                      <a:pt x="93075" y="4344"/>
                    </a:lnTo>
                    <a:lnTo>
                      <a:pt x="95462" y="2909"/>
                    </a:lnTo>
                    <a:lnTo>
                      <a:pt x="97848" y="145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40" name="Surface grid line"/>
              <p:cNvSpPr/>
              <p:nvPr/>
            </p:nvSpPr>
            <p:spPr>
              <a:xfrm>
                <a:off x="16873660" y="1362851"/>
                <a:ext cx="954738" cy="464709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788">
                    <a:moveTo>
                      <a:pt x="0" y="48788"/>
                    </a:moveTo>
                    <a:lnTo>
                      <a:pt x="2387" y="47983"/>
                    </a:lnTo>
                    <a:lnTo>
                      <a:pt x="4773" y="47419"/>
                    </a:lnTo>
                    <a:lnTo>
                      <a:pt x="7160" y="47108"/>
                    </a:lnTo>
                    <a:lnTo>
                      <a:pt x="9546" y="47033"/>
                    </a:lnTo>
                    <a:lnTo>
                      <a:pt x="11933" y="47141"/>
                    </a:lnTo>
                    <a:lnTo>
                      <a:pt x="14319" y="47346"/>
                    </a:lnTo>
                    <a:lnTo>
                      <a:pt x="16706" y="47537"/>
                    </a:lnTo>
                    <a:lnTo>
                      <a:pt x="19092" y="47588"/>
                    </a:lnTo>
                    <a:lnTo>
                      <a:pt x="21479" y="47386"/>
                    </a:lnTo>
                    <a:lnTo>
                      <a:pt x="23865" y="46853"/>
                    </a:lnTo>
                    <a:lnTo>
                      <a:pt x="26252" y="45957"/>
                    </a:lnTo>
                    <a:lnTo>
                      <a:pt x="28639" y="44720"/>
                    </a:lnTo>
                    <a:lnTo>
                      <a:pt x="31025" y="43211"/>
                    </a:lnTo>
                    <a:lnTo>
                      <a:pt x="33412" y="41525"/>
                    </a:lnTo>
                    <a:lnTo>
                      <a:pt x="35798" y="39765"/>
                    </a:lnTo>
                    <a:lnTo>
                      <a:pt x="38185" y="38019"/>
                    </a:lnTo>
                    <a:lnTo>
                      <a:pt x="40571" y="36347"/>
                    </a:lnTo>
                    <a:lnTo>
                      <a:pt x="42958" y="34776"/>
                    </a:lnTo>
                    <a:lnTo>
                      <a:pt x="45344" y="33303"/>
                    </a:lnTo>
                    <a:lnTo>
                      <a:pt x="47731" y="31908"/>
                    </a:lnTo>
                    <a:lnTo>
                      <a:pt x="50117" y="30559"/>
                    </a:lnTo>
                    <a:lnTo>
                      <a:pt x="52504" y="29224"/>
                    </a:lnTo>
                    <a:lnTo>
                      <a:pt x="54891" y="27877"/>
                    </a:lnTo>
                    <a:lnTo>
                      <a:pt x="57277" y="26504"/>
                    </a:lnTo>
                    <a:lnTo>
                      <a:pt x="59664" y="25099"/>
                    </a:lnTo>
                    <a:lnTo>
                      <a:pt x="62050" y="23663"/>
                    </a:lnTo>
                    <a:lnTo>
                      <a:pt x="64437" y="22203"/>
                    </a:lnTo>
                    <a:lnTo>
                      <a:pt x="66823" y="20729"/>
                    </a:lnTo>
                    <a:lnTo>
                      <a:pt x="69210" y="19248"/>
                    </a:lnTo>
                    <a:lnTo>
                      <a:pt x="71596" y="17767"/>
                    </a:lnTo>
                    <a:lnTo>
                      <a:pt x="73983" y="16287"/>
                    </a:lnTo>
                    <a:lnTo>
                      <a:pt x="76370" y="14808"/>
                    </a:lnTo>
                    <a:lnTo>
                      <a:pt x="78756" y="13327"/>
                    </a:lnTo>
                    <a:lnTo>
                      <a:pt x="81143" y="11843"/>
                    </a:lnTo>
                    <a:lnTo>
                      <a:pt x="83529" y="10351"/>
                    </a:lnTo>
                    <a:lnTo>
                      <a:pt x="85916" y="8852"/>
                    </a:lnTo>
                    <a:lnTo>
                      <a:pt x="88302" y="7348"/>
                    </a:lnTo>
                    <a:lnTo>
                      <a:pt x="90689" y="5844"/>
                    </a:lnTo>
                    <a:lnTo>
                      <a:pt x="93075" y="4347"/>
                    </a:lnTo>
                    <a:lnTo>
                      <a:pt x="95462" y="2867"/>
                    </a:lnTo>
                    <a:lnTo>
                      <a:pt x="97848" y="1414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41" name="Surface grid line"/>
              <p:cNvSpPr/>
              <p:nvPr/>
            </p:nvSpPr>
            <p:spPr>
              <a:xfrm>
                <a:off x="16901048" y="1368667"/>
                <a:ext cx="954738" cy="464698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787">
                    <a:moveTo>
                      <a:pt x="0" y="48787"/>
                    </a:moveTo>
                    <a:lnTo>
                      <a:pt x="2387" y="48009"/>
                    </a:lnTo>
                    <a:lnTo>
                      <a:pt x="4773" y="47429"/>
                    </a:lnTo>
                    <a:lnTo>
                      <a:pt x="7160" y="47049"/>
                    </a:lnTo>
                    <a:lnTo>
                      <a:pt x="9546" y="46855"/>
                    </a:lnTo>
                    <a:lnTo>
                      <a:pt x="11933" y="46806"/>
                    </a:lnTo>
                    <a:lnTo>
                      <a:pt x="14319" y="46835"/>
                    </a:lnTo>
                    <a:lnTo>
                      <a:pt x="16706" y="46856"/>
                    </a:lnTo>
                    <a:lnTo>
                      <a:pt x="19092" y="46776"/>
                    </a:lnTo>
                    <a:lnTo>
                      <a:pt x="21479" y="46508"/>
                    </a:lnTo>
                    <a:lnTo>
                      <a:pt x="23865" y="45991"/>
                    </a:lnTo>
                    <a:lnTo>
                      <a:pt x="26252" y="45200"/>
                    </a:lnTo>
                    <a:lnTo>
                      <a:pt x="28639" y="44146"/>
                    </a:lnTo>
                    <a:lnTo>
                      <a:pt x="31025" y="42878"/>
                    </a:lnTo>
                    <a:lnTo>
                      <a:pt x="33412" y="41462"/>
                    </a:lnTo>
                    <a:lnTo>
                      <a:pt x="35798" y="39973"/>
                    </a:lnTo>
                    <a:lnTo>
                      <a:pt x="38185" y="38472"/>
                    </a:lnTo>
                    <a:lnTo>
                      <a:pt x="40571" y="37004"/>
                    </a:lnTo>
                    <a:lnTo>
                      <a:pt x="42958" y="35588"/>
                    </a:lnTo>
                    <a:lnTo>
                      <a:pt x="45344" y="34223"/>
                    </a:lnTo>
                    <a:lnTo>
                      <a:pt x="47731" y="32893"/>
                    </a:lnTo>
                    <a:lnTo>
                      <a:pt x="50117" y="31577"/>
                    </a:lnTo>
                    <a:lnTo>
                      <a:pt x="52504" y="30250"/>
                    </a:lnTo>
                    <a:lnTo>
                      <a:pt x="54891" y="28895"/>
                    </a:lnTo>
                    <a:lnTo>
                      <a:pt x="57277" y="27499"/>
                    </a:lnTo>
                    <a:lnTo>
                      <a:pt x="59664" y="26056"/>
                    </a:lnTo>
                    <a:lnTo>
                      <a:pt x="62050" y="24568"/>
                    </a:lnTo>
                    <a:lnTo>
                      <a:pt x="64437" y="23039"/>
                    </a:lnTo>
                    <a:lnTo>
                      <a:pt x="66823" y="21477"/>
                    </a:lnTo>
                    <a:lnTo>
                      <a:pt x="69210" y="19890"/>
                    </a:lnTo>
                    <a:lnTo>
                      <a:pt x="71596" y="18286"/>
                    </a:lnTo>
                    <a:lnTo>
                      <a:pt x="73983" y="16672"/>
                    </a:lnTo>
                    <a:lnTo>
                      <a:pt x="76370" y="15055"/>
                    </a:lnTo>
                    <a:lnTo>
                      <a:pt x="78756" y="13440"/>
                    </a:lnTo>
                    <a:lnTo>
                      <a:pt x="81143" y="11833"/>
                    </a:lnTo>
                    <a:lnTo>
                      <a:pt x="83529" y="10238"/>
                    </a:lnTo>
                    <a:lnTo>
                      <a:pt x="85916" y="8663"/>
                    </a:lnTo>
                    <a:lnTo>
                      <a:pt x="88302" y="7112"/>
                    </a:lnTo>
                    <a:lnTo>
                      <a:pt x="90689" y="5594"/>
                    </a:lnTo>
                    <a:lnTo>
                      <a:pt x="93075" y="4117"/>
                    </a:lnTo>
                    <a:lnTo>
                      <a:pt x="95462" y="2687"/>
                    </a:lnTo>
                    <a:lnTo>
                      <a:pt x="97848" y="1313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42" name="Surface grid line"/>
              <p:cNvSpPr/>
              <p:nvPr/>
            </p:nvSpPr>
            <p:spPr>
              <a:xfrm>
                <a:off x="16928436" y="1376926"/>
                <a:ext cx="954738" cy="465642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8886">
                    <a:moveTo>
                      <a:pt x="0" y="48886"/>
                    </a:moveTo>
                    <a:lnTo>
                      <a:pt x="2387" y="48161"/>
                    </a:lnTo>
                    <a:lnTo>
                      <a:pt x="4773" y="47591"/>
                    </a:lnTo>
                    <a:lnTo>
                      <a:pt x="7160" y="47176"/>
                    </a:lnTo>
                    <a:lnTo>
                      <a:pt x="9546" y="46901"/>
                    </a:lnTo>
                    <a:lnTo>
                      <a:pt x="11933" y="46732"/>
                    </a:lnTo>
                    <a:lnTo>
                      <a:pt x="14319" y="46619"/>
                    </a:lnTo>
                    <a:lnTo>
                      <a:pt x="16706" y="46498"/>
                    </a:lnTo>
                    <a:lnTo>
                      <a:pt x="19092" y="46296"/>
                    </a:lnTo>
                    <a:lnTo>
                      <a:pt x="21479" y="45951"/>
                    </a:lnTo>
                    <a:lnTo>
                      <a:pt x="23865" y="45415"/>
                    </a:lnTo>
                    <a:lnTo>
                      <a:pt x="26252" y="44667"/>
                    </a:lnTo>
                    <a:lnTo>
                      <a:pt x="28639" y="43713"/>
                    </a:lnTo>
                    <a:lnTo>
                      <a:pt x="31025" y="42584"/>
                    </a:lnTo>
                    <a:lnTo>
                      <a:pt x="33412" y="41325"/>
                    </a:lnTo>
                    <a:lnTo>
                      <a:pt x="35798" y="39989"/>
                    </a:lnTo>
                    <a:lnTo>
                      <a:pt x="38185" y="38617"/>
                    </a:lnTo>
                    <a:lnTo>
                      <a:pt x="40571" y="37242"/>
                    </a:lnTo>
                    <a:lnTo>
                      <a:pt x="42958" y="35877"/>
                    </a:lnTo>
                    <a:lnTo>
                      <a:pt x="45344" y="34524"/>
                    </a:lnTo>
                    <a:lnTo>
                      <a:pt x="47731" y="33172"/>
                    </a:lnTo>
                    <a:lnTo>
                      <a:pt x="50117" y="31807"/>
                    </a:lnTo>
                    <a:lnTo>
                      <a:pt x="52504" y="30416"/>
                    </a:lnTo>
                    <a:lnTo>
                      <a:pt x="54891" y="28985"/>
                    </a:lnTo>
                    <a:lnTo>
                      <a:pt x="57277" y="27509"/>
                    </a:lnTo>
                    <a:lnTo>
                      <a:pt x="59664" y="25986"/>
                    </a:lnTo>
                    <a:lnTo>
                      <a:pt x="62050" y="24417"/>
                    </a:lnTo>
                    <a:lnTo>
                      <a:pt x="64437" y="22810"/>
                    </a:lnTo>
                    <a:lnTo>
                      <a:pt x="66823" y="21173"/>
                    </a:lnTo>
                    <a:lnTo>
                      <a:pt x="69210" y="19513"/>
                    </a:lnTo>
                    <a:lnTo>
                      <a:pt x="71596" y="17842"/>
                    </a:lnTo>
                    <a:lnTo>
                      <a:pt x="73983" y="16169"/>
                    </a:lnTo>
                    <a:lnTo>
                      <a:pt x="76370" y="14503"/>
                    </a:lnTo>
                    <a:lnTo>
                      <a:pt x="78756" y="12854"/>
                    </a:lnTo>
                    <a:lnTo>
                      <a:pt x="81143" y="11229"/>
                    </a:lnTo>
                    <a:lnTo>
                      <a:pt x="83529" y="9637"/>
                    </a:lnTo>
                    <a:lnTo>
                      <a:pt x="85916" y="8086"/>
                    </a:lnTo>
                    <a:lnTo>
                      <a:pt x="88302" y="6583"/>
                    </a:lnTo>
                    <a:lnTo>
                      <a:pt x="90689" y="5135"/>
                    </a:lnTo>
                    <a:lnTo>
                      <a:pt x="93075" y="3748"/>
                    </a:lnTo>
                    <a:lnTo>
                      <a:pt x="95462" y="2427"/>
                    </a:lnTo>
                    <a:lnTo>
                      <a:pt x="97848" y="1177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43" name="Surface grid line"/>
              <p:cNvSpPr/>
              <p:nvPr/>
            </p:nvSpPr>
            <p:spPr>
              <a:xfrm>
                <a:off x="16955824" y="1387936"/>
                <a:ext cx="954738" cy="467057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035">
                    <a:moveTo>
                      <a:pt x="0" y="49035"/>
                    </a:moveTo>
                    <a:lnTo>
                      <a:pt x="2387" y="48371"/>
                    </a:lnTo>
                    <a:lnTo>
                      <a:pt x="4773" y="47824"/>
                    </a:lnTo>
                    <a:lnTo>
                      <a:pt x="7160" y="47389"/>
                    </a:lnTo>
                    <a:lnTo>
                      <a:pt x="9546" y="47052"/>
                    </a:lnTo>
                    <a:lnTo>
                      <a:pt x="11933" y="46785"/>
                    </a:lnTo>
                    <a:lnTo>
                      <a:pt x="14319" y="46550"/>
                    </a:lnTo>
                    <a:lnTo>
                      <a:pt x="16706" y="46297"/>
                    </a:lnTo>
                    <a:lnTo>
                      <a:pt x="19092" y="45975"/>
                    </a:lnTo>
                    <a:lnTo>
                      <a:pt x="21479" y="45536"/>
                    </a:lnTo>
                    <a:lnTo>
                      <a:pt x="23865" y="44944"/>
                    </a:lnTo>
                    <a:lnTo>
                      <a:pt x="26252" y="44182"/>
                    </a:lnTo>
                    <a:lnTo>
                      <a:pt x="28639" y="43252"/>
                    </a:lnTo>
                    <a:lnTo>
                      <a:pt x="31025" y="42174"/>
                    </a:lnTo>
                    <a:lnTo>
                      <a:pt x="33412" y="40978"/>
                    </a:lnTo>
                    <a:lnTo>
                      <a:pt x="35798" y="39699"/>
                    </a:lnTo>
                    <a:lnTo>
                      <a:pt x="38185" y="38366"/>
                    </a:lnTo>
                    <a:lnTo>
                      <a:pt x="40571" y="37003"/>
                    </a:lnTo>
                    <a:lnTo>
                      <a:pt x="42958" y="35619"/>
                    </a:lnTo>
                    <a:lnTo>
                      <a:pt x="45344" y="34219"/>
                    </a:lnTo>
                    <a:lnTo>
                      <a:pt x="47731" y="32796"/>
                    </a:lnTo>
                    <a:lnTo>
                      <a:pt x="50117" y="31346"/>
                    </a:lnTo>
                    <a:lnTo>
                      <a:pt x="52504" y="29859"/>
                    </a:lnTo>
                    <a:lnTo>
                      <a:pt x="54891" y="28333"/>
                    </a:lnTo>
                    <a:lnTo>
                      <a:pt x="57277" y="26765"/>
                    </a:lnTo>
                    <a:lnTo>
                      <a:pt x="59664" y="25157"/>
                    </a:lnTo>
                    <a:lnTo>
                      <a:pt x="62050" y="23516"/>
                    </a:lnTo>
                    <a:lnTo>
                      <a:pt x="64437" y="21849"/>
                    </a:lnTo>
                    <a:lnTo>
                      <a:pt x="66823" y="20164"/>
                    </a:lnTo>
                    <a:lnTo>
                      <a:pt x="69210" y="18473"/>
                    </a:lnTo>
                    <a:lnTo>
                      <a:pt x="71596" y="16786"/>
                    </a:lnTo>
                    <a:lnTo>
                      <a:pt x="73983" y="15113"/>
                    </a:lnTo>
                    <a:lnTo>
                      <a:pt x="76370" y="13465"/>
                    </a:lnTo>
                    <a:lnTo>
                      <a:pt x="78756" y="11851"/>
                    </a:lnTo>
                    <a:lnTo>
                      <a:pt x="81143" y="10280"/>
                    </a:lnTo>
                    <a:lnTo>
                      <a:pt x="83529" y="8759"/>
                    </a:lnTo>
                    <a:lnTo>
                      <a:pt x="85916" y="7298"/>
                    </a:lnTo>
                    <a:lnTo>
                      <a:pt x="88302" y="5900"/>
                    </a:lnTo>
                    <a:lnTo>
                      <a:pt x="90689" y="4571"/>
                    </a:lnTo>
                    <a:lnTo>
                      <a:pt x="93075" y="3315"/>
                    </a:lnTo>
                    <a:lnTo>
                      <a:pt x="95462" y="2134"/>
                    </a:lnTo>
                    <a:lnTo>
                      <a:pt x="97848" y="1030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44" name="Surface grid line"/>
              <p:cNvSpPr/>
              <p:nvPr/>
            </p:nvSpPr>
            <p:spPr>
              <a:xfrm>
                <a:off x="16983211" y="1401677"/>
                <a:ext cx="954738" cy="468543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191">
                    <a:moveTo>
                      <a:pt x="0" y="49191"/>
                    </a:moveTo>
                    <a:lnTo>
                      <a:pt x="2387" y="48582"/>
                    </a:lnTo>
                    <a:lnTo>
                      <a:pt x="4773" y="48055"/>
                    </a:lnTo>
                    <a:lnTo>
                      <a:pt x="7160" y="47600"/>
                    </a:lnTo>
                    <a:lnTo>
                      <a:pt x="9546" y="47204"/>
                    </a:lnTo>
                    <a:lnTo>
                      <a:pt x="11933" y="46845"/>
                    </a:lnTo>
                    <a:lnTo>
                      <a:pt x="14319" y="46492"/>
                    </a:lnTo>
                    <a:lnTo>
                      <a:pt x="16706" y="46109"/>
                    </a:lnTo>
                    <a:lnTo>
                      <a:pt x="19092" y="45658"/>
                    </a:lnTo>
                    <a:lnTo>
                      <a:pt x="21479" y="45104"/>
                    </a:lnTo>
                    <a:lnTo>
                      <a:pt x="23865" y="44422"/>
                    </a:lnTo>
                    <a:lnTo>
                      <a:pt x="26252" y="43596"/>
                    </a:lnTo>
                    <a:lnTo>
                      <a:pt x="28639" y="42628"/>
                    </a:lnTo>
                    <a:lnTo>
                      <a:pt x="31025" y="41531"/>
                    </a:lnTo>
                    <a:lnTo>
                      <a:pt x="33412" y="40323"/>
                    </a:lnTo>
                    <a:lnTo>
                      <a:pt x="35798" y="39029"/>
                    </a:lnTo>
                    <a:lnTo>
                      <a:pt x="38185" y="37671"/>
                    </a:lnTo>
                    <a:lnTo>
                      <a:pt x="40571" y="36264"/>
                    </a:lnTo>
                    <a:lnTo>
                      <a:pt x="42958" y="34819"/>
                    </a:lnTo>
                    <a:lnTo>
                      <a:pt x="45344" y="33341"/>
                    </a:lnTo>
                    <a:lnTo>
                      <a:pt x="47731" y="31829"/>
                    </a:lnTo>
                    <a:lnTo>
                      <a:pt x="50117" y="30283"/>
                    </a:lnTo>
                    <a:lnTo>
                      <a:pt x="52504" y="28703"/>
                    </a:lnTo>
                    <a:lnTo>
                      <a:pt x="54891" y="27088"/>
                    </a:lnTo>
                    <a:lnTo>
                      <a:pt x="57277" y="25444"/>
                    </a:lnTo>
                    <a:lnTo>
                      <a:pt x="59664" y="23774"/>
                    </a:lnTo>
                    <a:lnTo>
                      <a:pt x="62050" y="22087"/>
                    </a:lnTo>
                    <a:lnTo>
                      <a:pt x="64437" y="20393"/>
                    </a:lnTo>
                    <a:lnTo>
                      <a:pt x="66823" y="18701"/>
                    </a:lnTo>
                    <a:lnTo>
                      <a:pt x="69210" y="17021"/>
                    </a:lnTo>
                    <a:lnTo>
                      <a:pt x="71596" y="15365"/>
                    </a:lnTo>
                    <a:lnTo>
                      <a:pt x="73983" y="13743"/>
                    </a:lnTo>
                    <a:lnTo>
                      <a:pt x="76370" y="12163"/>
                    </a:lnTo>
                    <a:lnTo>
                      <a:pt x="78756" y="10635"/>
                    </a:lnTo>
                    <a:lnTo>
                      <a:pt x="81143" y="9165"/>
                    </a:lnTo>
                    <a:lnTo>
                      <a:pt x="83529" y="7761"/>
                    </a:lnTo>
                    <a:lnTo>
                      <a:pt x="85916" y="6427"/>
                    </a:lnTo>
                    <a:lnTo>
                      <a:pt x="88302" y="5167"/>
                    </a:lnTo>
                    <a:lnTo>
                      <a:pt x="90689" y="3983"/>
                    </a:lnTo>
                    <a:lnTo>
                      <a:pt x="93075" y="2876"/>
                    </a:lnTo>
                    <a:lnTo>
                      <a:pt x="95462" y="1845"/>
                    </a:lnTo>
                    <a:lnTo>
                      <a:pt x="97848" y="888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45" name="Surface grid line"/>
              <p:cNvSpPr/>
              <p:nvPr/>
            </p:nvSpPr>
            <p:spPr>
              <a:xfrm>
                <a:off x="17010599" y="1417847"/>
                <a:ext cx="954738" cy="46978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321">
                    <a:moveTo>
                      <a:pt x="0" y="49321"/>
                    </a:moveTo>
                    <a:lnTo>
                      <a:pt x="2387" y="48749"/>
                    </a:lnTo>
                    <a:lnTo>
                      <a:pt x="4773" y="48223"/>
                    </a:lnTo>
                    <a:lnTo>
                      <a:pt x="7160" y="47735"/>
                    </a:lnTo>
                    <a:lnTo>
                      <a:pt x="9546" y="47271"/>
                    </a:lnTo>
                    <a:lnTo>
                      <a:pt x="11933" y="46812"/>
                    </a:lnTo>
                    <a:lnTo>
                      <a:pt x="14319" y="46336"/>
                    </a:lnTo>
                    <a:lnTo>
                      <a:pt x="16706" y="45816"/>
                    </a:lnTo>
                    <a:lnTo>
                      <a:pt x="19092" y="45223"/>
                    </a:lnTo>
                    <a:lnTo>
                      <a:pt x="21479" y="44534"/>
                    </a:lnTo>
                    <a:lnTo>
                      <a:pt x="23865" y="43730"/>
                    </a:lnTo>
                    <a:lnTo>
                      <a:pt x="26252" y="42802"/>
                    </a:lnTo>
                    <a:lnTo>
                      <a:pt x="28639" y="41748"/>
                    </a:lnTo>
                    <a:lnTo>
                      <a:pt x="31025" y="40579"/>
                    </a:lnTo>
                    <a:lnTo>
                      <a:pt x="33412" y="39307"/>
                    </a:lnTo>
                    <a:lnTo>
                      <a:pt x="35798" y="37951"/>
                    </a:lnTo>
                    <a:lnTo>
                      <a:pt x="38185" y="36525"/>
                    </a:lnTo>
                    <a:lnTo>
                      <a:pt x="40571" y="35045"/>
                    </a:lnTo>
                    <a:lnTo>
                      <a:pt x="42958" y="33519"/>
                    </a:lnTo>
                    <a:lnTo>
                      <a:pt x="45344" y="31955"/>
                    </a:lnTo>
                    <a:lnTo>
                      <a:pt x="47731" y="30357"/>
                    </a:lnTo>
                    <a:lnTo>
                      <a:pt x="50117" y="28728"/>
                    </a:lnTo>
                    <a:lnTo>
                      <a:pt x="52504" y="27073"/>
                    </a:lnTo>
                    <a:lnTo>
                      <a:pt x="54891" y="25397"/>
                    </a:lnTo>
                    <a:lnTo>
                      <a:pt x="57277" y="23707"/>
                    </a:lnTo>
                    <a:lnTo>
                      <a:pt x="59664" y="22010"/>
                    </a:lnTo>
                    <a:lnTo>
                      <a:pt x="62050" y="20317"/>
                    </a:lnTo>
                    <a:lnTo>
                      <a:pt x="64437" y="18636"/>
                    </a:lnTo>
                    <a:lnTo>
                      <a:pt x="66823" y="16978"/>
                    </a:lnTo>
                    <a:lnTo>
                      <a:pt x="69210" y="15353"/>
                    </a:lnTo>
                    <a:lnTo>
                      <a:pt x="71596" y="13771"/>
                    </a:lnTo>
                    <a:lnTo>
                      <a:pt x="73983" y="12239"/>
                    </a:lnTo>
                    <a:lnTo>
                      <a:pt x="76370" y="10767"/>
                    </a:lnTo>
                    <a:lnTo>
                      <a:pt x="78756" y="9360"/>
                    </a:lnTo>
                    <a:lnTo>
                      <a:pt x="81143" y="8024"/>
                    </a:lnTo>
                    <a:lnTo>
                      <a:pt x="83529" y="6761"/>
                    </a:lnTo>
                    <a:lnTo>
                      <a:pt x="85916" y="5576"/>
                    </a:lnTo>
                    <a:lnTo>
                      <a:pt x="88302" y="4467"/>
                    </a:lnTo>
                    <a:lnTo>
                      <a:pt x="90689" y="3435"/>
                    </a:lnTo>
                    <a:lnTo>
                      <a:pt x="93075" y="2477"/>
                    </a:lnTo>
                    <a:lnTo>
                      <a:pt x="95462" y="1589"/>
                    </a:lnTo>
                    <a:lnTo>
                      <a:pt x="97848" y="765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46" name="Surface grid line"/>
              <p:cNvSpPr/>
              <p:nvPr/>
            </p:nvSpPr>
            <p:spPr>
              <a:xfrm>
                <a:off x="17037987" y="1435918"/>
                <a:ext cx="954738" cy="470546"/>
              </a:xfrm>
              <a:custGeom>
                <a:avLst/>
                <a:gdLst/>
                <a:ahLst/>
                <a:cxnLst/>
                <a:rect l="0" t="0" r="r" b="b"/>
                <a:pathLst>
                  <a:path w="100235" h="49401">
                    <a:moveTo>
                      <a:pt x="0" y="49401"/>
                    </a:moveTo>
                    <a:lnTo>
                      <a:pt x="2387" y="48835"/>
                    </a:lnTo>
                    <a:lnTo>
                      <a:pt x="4773" y="48286"/>
                    </a:lnTo>
                    <a:lnTo>
                      <a:pt x="7160" y="47741"/>
                    </a:lnTo>
                    <a:lnTo>
                      <a:pt x="9546" y="47190"/>
                    </a:lnTo>
                    <a:lnTo>
                      <a:pt x="11933" y="46618"/>
                    </a:lnTo>
                    <a:lnTo>
                      <a:pt x="14319" y="46006"/>
                    </a:lnTo>
                    <a:lnTo>
                      <a:pt x="16706" y="45335"/>
                    </a:lnTo>
                    <a:lnTo>
                      <a:pt x="19092" y="44588"/>
                    </a:lnTo>
                    <a:lnTo>
                      <a:pt x="21479" y="43746"/>
                    </a:lnTo>
                    <a:lnTo>
                      <a:pt x="23865" y="42799"/>
                    </a:lnTo>
                    <a:lnTo>
                      <a:pt x="26252" y="41739"/>
                    </a:lnTo>
                    <a:lnTo>
                      <a:pt x="28639" y="40569"/>
                    </a:lnTo>
                    <a:lnTo>
                      <a:pt x="31025" y="39295"/>
                    </a:lnTo>
                    <a:lnTo>
                      <a:pt x="33412" y="37929"/>
                    </a:lnTo>
                    <a:lnTo>
                      <a:pt x="35798" y="36484"/>
                    </a:lnTo>
                    <a:lnTo>
                      <a:pt x="38185" y="34973"/>
                    </a:lnTo>
                    <a:lnTo>
                      <a:pt x="40571" y="33409"/>
                    </a:lnTo>
                    <a:lnTo>
                      <a:pt x="42958" y="31803"/>
                    </a:lnTo>
                    <a:lnTo>
                      <a:pt x="45344" y="30163"/>
                    </a:lnTo>
                    <a:lnTo>
                      <a:pt x="47731" y="28497"/>
                    </a:lnTo>
                    <a:lnTo>
                      <a:pt x="50117" y="26812"/>
                    </a:lnTo>
                    <a:lnTo>
                      <a:pt x="52504" y="25114"/>
                    </a:lnTo>
                    <a:lnTo>
                      <a:pt x="54891" y="23413"/>
                    </a:lnTo>
                    <a:lnTo>
                      <a:pt x="57277" y="21717"/>
                    </a:lnTo>
                    <a:lnTo>
                      <a:pt x="59664" y="20034"/>
                    </a:lnTo>
                    <a:lnTo>
                      <a:pt x="62050" y="18375"/>
                    </a:lnTo>
                    <a:lnTo>
                      <a:pt x="64437" y="16750"/>
                    </a:lnTo>
                    <a:lnTo>
                      <a:pt x="66823" y="15167"/>
                    </a:lnTo>
                    <a:lnTo>
                      <a:pt x="69210" y="13635"/>
                    </a:lnTo>
                    <a:lnTo>
                      <a:pt x="71596" y="12161"/>
                    </a:lnTo>
                    <a:lnTo>
                      <a:pt x="73983" y="10754"/>
                    </a:lnTo>
                    <a:lnTo>
                      <a:pt x="76370" y="9416"/>
                    </a:lnTo>
                    <a:lnTo>
                      <a:pt x="78756" y="8153"/>
                    </a:lnTo>
                    <a:lnTo>
                      <a:pt x="81143" y="6967"/>
                    </a:lnTo>
                    <a:lnTo>
                      <a:pt x="83529" y="5857"/>
                    </a:lnTo>
                    <a:lnTo>
                      <a:pt x="85916" y="4825"/>
                    </a:lnTo>
                    <a:lnTo>
                      <a:pt x="88302" y="3866"/>
                    </a:lnTo>
                    <a:lnTo>
                      <a:pt x="90689" y="2978"/>
                    </a:lnTo>
                    <a:lnTo>
                      <a:pt x="93075" y="2154"/>
                    </a:lnTo>
                    <a:lnTo>
                      <a:pt x="95462" y="1388"/>
                    </a:lnTo>
                    <a:lnTo>
                      <a:pt x="97848" y="673"/>
                    </a:lnTo>
                    <a:lnTo>
                      <a:pt x="100235" y="0"/>
                    </a:lnTo>
                  </a:path>
                </a:pathLst>
              </a:custGeom>
              <a:noFill/>
              <a:ln w="2381" cap="flat" cmpd="sng" algn="ctr">
                <a:solidFill>
                  <a:srgbClr val="f7f8ff">
                    <a:alpha val="30000"/>
                  </a:srgbClr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1147" name="Search space"/>
            <p:cNvSpPr txBox="1"/>
            <p:nvPr/>
          </p:nvSpPr>
          <p:spPr>
            <a:xfrm>
              <a:off x="2505075" y="2066925"/>
              <a:ext cx="1857375" cy="25260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7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75" b="1">
                  <a:solidFill>
                    <a:srgbClr val="050505"/>
                  </a:solidFill>
                  <a:latin typeface="Liberation Serif"/>
                </a:rPr>
                <a:t>Search space</a:t>
              </a:r>
            </a:p>
          </p:txBody>
        </p:sp>
        <p:sp>
          <p:nvSpPr>
            <p:cNvPr id="11148" name="Ellipse"/>
            <p:cNvSpPr/>
            <p:nvPr/>
          </p:nvSpPr>
          <p:spPr>
            <a:xfrm>
              <a:off x="3962400" y="885825"/>
              <a:ext cx="171450" cy="171450"/>
            </a:xfrm>
            <a:prstGeom prst="ellipse">
              <a:avLst/>
            </a:prstGeom>
            <a:noFill/>
            <a:ln w="11430" cap="flat" cmpd="sng" algn="ctr">
              <a:solidFill>
                <a:srgbClr val="e0000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49" name="1"/>
            <p:cNvSpPr txBox="1"/>
            <p:nvPr/>
          </p:nvSpPr>
          <p:spPr>
            <a:xfrm>
              <a:off x="3962400" y="876300"/>
              <a:ext cx="171450" cy="22059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>
                  <a:solidFill>
                    <a:srgbClr val="DF0000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11150" name="Initialize population"/>
            <p:cNvSpPr txBox="1"/>
            <p:nvPr/>
          </p:nvSpPr>
          <p:spPr>
            <a:xfrm>
              <a:off x="4124325" y="847725"/>
              <a:ext cx="1028700" cy="49796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8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>
                  <a:solidFill>
                    <a:srgbClr val="DF0000"/>
                  </a:solidFill>
                  <a:latin typeface="Liberation Serif"/>
                </a:rPr>
                <a:t>Initialize</a:t>
              </a:r>
            </a:p>
            <a:p>
              <a:pPr algn="ctr">
                <a:lnSpc>
                  <a:spcPts val="18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>
                  <a:solidFill>
                    <a:srgbClr val="DF0000"/>
                  </a:solidFill>
                  <a:latin typeface="Liberation Serif"/>
                </a:rPr>
                <a:t>population</a:t>
              </a:r>
            </a:p>
          </p:txBody>
        </p:sp>
        <p:sp>
          <p:nvSpPr>
            <p:cNvPr id="11151" name="Ellipse"/>
            <p:cNvSpPr/>
            <p:nvPr/>
          </p:nvSpPr>
          <p:spPr>
            <a:xfrm>
              <a:off x="6686550" y="885825"/>
              <a:ext cx="171450" cy="171450"/>
            </a:xfrm>
            <a:prstGeom prst="ellipse">
              <a:avLst/>
            </a:prstGeom>
            <a:noFill/>
            <a:ln w="11430" cap="flat" cmpd="sng" algn="ctr">
              <a:solidFill>
                <a:srgbClr val="e0000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52" name="2"/>
            <p:cNvSpPr txBox="1"/>
            <p:nvPr/>
          </p:nvSpPr>
          <p:spPr>
            <a:xfrm>
              <a:off x="6686550" y="876300"/>
              <a:ext cx="171450" cy="22059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>
                  <a:solidFill>
                    <a:srgbClr val="DF0000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1153" name="Fitness evaluation"/>
            <p:cNvSpPr txBox="1"/>
            <p:nvPr/>
          </p:nvSpPr>
          <p:spPr>
            <a:xfrm>
              <a:off x="6838950" y="847725"/>
              <a:ext cx="1095375" cy="49796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8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>
                  <a:solidFill>
                    <a:srgbClr val="DF0000"/>
                  </a:solidFill>
                  <a:latin typeface="Liberation Serif"/>
                </a:rPr>
                <a:t>Fitness</a:t>
              </a:r>
            </a:p>
            <a:p>
              <a:pPr algn="ctr">
                <a:lnSpc>
                  <a:spcPts val="18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>
                  <a:solidFill>
                    <a:srgbClr val="DF0000"/>
                  </a:solidFill>
                  <a:latin typeface="Liberation Serif"/>
                </a:rPr>
                <a:t>evaluation</a:t>
              </a:r>
            </a:p>
          </p:txBody>
        </p:sp>
        <p:sp>
          <p:nvSpPr>
            <p:cNvPr id="11154" name="Ellipse"/>
            <p:cNvSpPr/>
            <p:nvPr/>
          </p:nvSpPr>
          <p:spPr>
            <a:xfrm>
              <a:off x="9086850" y="885825"/>
              <a:ext cx="171450" cy="171450"/>
            </a:xfrm>
            <a:prstGeom prst="ellipse">
              <a:avLst/>
            </a:prstGeom>
            <a:noFill/>
            <a:ln w="11430" cap="flat" cmpd="sng" algn="ctr">
              <a:solidFill>
                <a:srgbClr val="e0000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55" name="3"/>
            <p:cNvSpPr txBox="1"/>
            <p:nvPr/>
          </p:nvSpPr>
          <p:spPr>
            <a:xfrm>
              <a:off x="9086850" y="876300"/>
              <a:ext cx="171450" cy="22059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>
                  <a:solidFill>
                    <a:srgbClr val="DF0000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11156" name="Offspring generation"/>
            <p:cNvSpPr txBox="1"/>
            <p:nvPr/>
          </p:nvSpPr>
          <p:spPr>
            <a:xfrm>
              <a:off x="9267825" y="847725"/>
              <a:ext cx="1066800" cy="49796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8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>
                  <a:solidFill>
                    <a:srgbClr val="DF0000"/>
                  </a:solidFill>
                  <a:latin typeface="Liberation Serif"/>
                </a:rPr>
                <a:t>Offspring</a:t>
              </a:r>
            </a:p>
            <a:p>
              <a:pPr algn="ctr">
                <a:lnSpc>
                  <a:spcPts val="18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>
                  <a:solidFill>
                    <a:srgbClr val="DF0000"/>
                  </a:solidFill>
                  <a:latin typeface="Liberation Serif"/>
                </a:rPr>
                <a:t>generation</a:t>
              </a:r>
            </a:p>
          </p:txBody>
        </p:sp>
        <p:sp>
          <p:nvSpPr>
            <p:cNvPr id="11157" name="Ellipse"/>
            <p:cNvSpPr/>
            <p:nvPr/>
          </p:nvSpPr>
          <p:spPr>
            <a:xfrm>
              <a:off x="12506325" y="885825"/>
              <a:ext cx="171450" cy="171450"/>
            </a:xfrm>
            <a:prstGeom prst="ellipse">
              <a:avLst/>
            </a:prstGeom>
            <a:noFill/>
            <a:ln w="11430" cap="flat" cmpd="sng" algn="ctr">
              <a:solidFill>
                <a:srgbClr val="e0000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58" name="4"/>
            <p:cNvSpPr txBox="1"/>
            <p:nvPr/>
          </p:nvSpPr>
          <p:spPr>
            <a:xfrm>
              <a:off x="12506325" y="876300"/>
              <a:ext cx="171450" cy="22059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>
                  <a:solidFill>
                    <a:srgbClr val="DF0000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11159" name="Fitness evaluation"/>
            <p:cNvSpPr txBox="1"/>
            <p:nvPr/>
          </p:nvSpPr>
          <p:spPr>
            <a:xfrm>
              <a:off x="12677775" y="847725"/>
              <a:ext cx="1057275" cy="49796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8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>
                  <a:solidFill>
                    <a:srgbClr val="DF0000"/>
                  </a:solidFill>
                  <a:latin typeface="Liberation Serif"/>
                </a:rPr>
                <a:t>Fitness</a:t>
              </a:r>
            </a:p>
            <a:p>
              <a:pPr algn="ctr">
                <a:lnSpc>
                  <a:spcPts val="18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>
                  <a:solidFill>
                    <a:srgbClr val="DF0000"/>
                  </a:solidFill>
                  <a:latin typeface="Liberation Serif"/>
                </a:rPr>
                <a:t>evaluation</a:t>
              </a:r>
            </a:p>
          </p:txBody>
        </p:sp>
        <p:sp>
          <p:nvSpPr>
            <p:cNvPr id="11160" name="Ellipse"/>
            <p:cNvSpPr/>
            <p:nvPr/>
          </p:nvSpPr>
          <p:spPr>
            <a:xfrm>
              <a:off x="15116175" y="885825"/>
              <a:ext cx="171450" cy="171450"/>
            </a:xfrm>
            <a:prstGeom prst="ellipse">
              <a:avLst/>
            </a:prstGeom>
            <a:noFill/>
            <a:ln w="11430" cap="flat" cmpd="sng" algn="ctr">
              <a:solidFill>
                <a:srgbClr val="e0000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61" name="5"/>
            <p:cNvSpPr txBox="1"/>
            <p:nvPr/>
          </p:nvSpPr>
          <p:spPr>
            <a:xfrm>
              <a:off x="15116175" y="876300"/>
              <a:ext cx="171450" cy="22059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>
                  <a:solidFill>
                    <a:srgbClr val="DF0000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11162" name="Selection"/>
            <p:cNvSpPr txBox="1"/>
            <p:nvPr/>
          </p:nvSpPr>
          <p:spPr>
            <a:xfrm>
              <a:off x="15297150" y="847725"/>
              <a:ext cx="1028700" cy="26327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84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0" b="1">
                  <a:solidFill>
                    <a:srgbClr val="DF0000"/>
                  </a:solidFill>
                  <a:latin typeface="Liberation Serif"/>
                </a:rPr>
                <a:t>Selection</a:t>
              </a:r>
            </a:p>
          </p:txBody>
        </p:sp>
        <p:sp>
          <p:nvSpPr>
            <p:cNvPr id="11163" name="Directional connector"/>
            <p:cNvSpPr/>
            <p:nvPr/>
          </p:nvSpPr>
          <p:spPr>
            <a:xfrm>
              <a:off x="4191000" y="1438275"/>
              <a:ext cx="628650" cy="95"/>
            </a:xfrm>
            <a:custGeom>
              <a:avLst/>
              <a:gdLst/>
              <a:ahLst/>
              <a:cxnLst/>
              <a:rect l="0" t="0" r="r" b="b"/>
              <a:pathLst>
                <a:path w="66000" h="10">
                  <a:moveTo>
                    <a:pt x="0" y="0"/>
                  </a:moveTo>
                  <a:lnTo>
                    <a:pt x="66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64" name="Arrowhead"/>
            <p:cNvSpPr/>
            <p:nvPr/>
          </p:nvSpPr>
          <p:spPr>
            <a:xfrm>
              <a:off x="4705350" y="13856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65" name="Directional connector"/>
            <p:cNvSpPr/>
            <p:nvPr/>
          </p:nvSpPr>
          <p:spPr>
            <a:xfrm>
              <a:off x="6848475" y="1438275"/>
              <a:ext cx="628650" cy="95"/>
            </a:xfrm>
            <a:custGeom>
              <a:avLst/>
              <a:gdLst/>
              <a:ahLst/>
              <a:cxnLst/>
              <a:rect l="0" t="0" r="r" b="b"/>
              <a:pathLst>
                <a:path w="66000" h="10">
                  <a:moveTo>
                    <a:pt x="0" y="0"/>
                  </a:moveTo>
                  <a:lnTo>
                    <a:pt x="66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66" name="Arrowhead"/>
            <p:cNvSpPr/>
            <p:nvPr/>
          </p:nvSpPr>
          <p:spPr>
            <a:xfrm>
              <a:off x="7362825" y="13856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67" name="Directional connector"/>
            <p:cNvSpPr/>
            <p:nvPr/>
          </p:nvSpPr>
          <p:spPr>
            <a:xfrm>
              <a:off x="9401175" y="1438275"/>
              <a:ext cx="1247775" cy="95"/>
            </a:xfrm>
            <a:custGeom>
              <a:avLst/>
              <a:gdLst/>
              <a:ahLst/>
              <a:cxnLst/>
              <a:rect l="0" t="0" r="r" b="b"/>
              <a:pathLst>
                <a:path w="131000" h="10">
                  <a:moveTo>
                    <a:pt x="0" y="0"/>
                  </a:moveTo>
                  <a:lnTo>
                    <a:pt x="131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68" name="Arrowhead"/>
            <p:cNvSpPr/>
            <p:nvPr/>
          </p:nvSpPr>
          <p:spPr>
            <a:xfrm>
              <a:off x="10534650" y="13856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69" name="Directional connector"/>
            <p:cNvSpPr/>
            <p:nvPr/>
          </p:nvSpPr>
          <p:spPr>
            <a:xfrm>
              <a:off x="12658725" y="1438275"/>
              <a:ext cx="619125" cy="95"/>
            </a:xfrm>
            <a:custGeom>
              <a:avLst/>
              <a:gdLst/>
              <a:ahLst/>
              <a:cxnLst/>
              <a:rect l="0" t="0" r="r" b="b"/>
              <a:pathLst>
                <a:path w="65000" h="10">
                  <a:moveTo>
                    <a:pt x="0" y="0"/>
                  </a:moveTo>
                  <a:lnTo>
                    <a:pt x="65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0" name="Arrowhead"/>
            <p:cNvSpPr/>
            <p:nvPr/>
          </p:nvSpPr>
          <p:spPr>
            <a:xfrm>
              <a:off x="13163550" y="13856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1" name="Directional connector"/>
            <p:cNvSpPr/>
            <p:nvPr/>
          </p:nvSpPr>
          <p:spPr>
            <a:xfrm>
              <a:off x="15325725" y="1438275"/>
              <a:ext cx="628650" cy="95"/>
            </a:xfrm>
            <a:custGeom>
              <a:avLst/>
              <a:gdLst/>
              <a:ahLst/>
              <a:cxnLst/>
              <a:rect l="0" t="0" r="r" b="b"/>
              <a:pathLst>
                <a:path w="66000" h="10">
                  <a:moveTo>
                    <a:pt x="0" y="0"/>
                  </a:moveTo>
                  <a:lnTo>
                    <a:pt x="66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2" name="Arrowhead"/>
            <p:cNvSpPr/>
            <p:nvPr/>
          </p:nvSpPr>
          <p:spPr>
            <a:xfrm>
              <a:off x="15840075" y="13856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3" name="Individual fitness point"/>
            <p:cNvSpPr/>
            <p:nvPr/>
          </p:nvSpPr>
          <p:spPr>
            <a:xfrm>
              <a:off x="5476875" y="1485900"/>
              <a:ext cx="76200" cy="76200"/>
            </a:xfrm>
            <a:prstGeom prst="ellipse">
              <a:avLst/>
            </a:prstGeom>
            <a:solidFill>
              <a:srgbClr val="5b9738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4" name="Individual fitness point"/>
            <p:cNvSpPr/>
            <p:nvPr/>
          </p:nvSpPr>
          <p:spPr>
            <a:xfrm>
              <a:off x="6219825" y="962025"/>
              <a:ext cx="76200" cy="76200"/>
            </a:xfrm>
            <a:prstGeom prst="ellipse">
              <a:avLst/>
            </a:prstGeom>
            <a:solidFill>
              <a:srgbClr val="5b9738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5" name="Individual fitness point"/>
            <p:cNvSpPr/>
            <p:nvPr/>
          </p:nvSpPr>
          <p:spPr>
            <a:xfrm>
              <a:off x="6143625" y="1666875"/>
              <a:ext cx="76200" cy="76200"/>
            </a:xfrm>
            <a:prstGeom prst="ellipse">
              <a:avLst/>
            </a:prstGeom>
            <a:solidFill>
              <a:srgbClr val="5b9738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6" name="Individual fitness point"/>
            <p:cNvSpPr/>
            <p:nvPr/>
          </p:nvSpPr>
          <p:spPr>
            <a:xfrm>
              <a:off x="8191500" y="1485900"/>
              <a:ext cx="76200" cy="76200"/>
            </a:xfrm>
            <a:prstGeom prst="ellipse">
              <a:avLst/>
            </a:prstGeom>
            <a:solidFill>
              <a:srgbClr val="5b9738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7" name="Individual fitness point"/>
            <p:cNvSpPr/>
            <p:nvPr/>
          </p:nvSpPr>
          <p:spPr>
            <a:xfrm>
              <a:off x="8934450" y="962025"/>
              <a:ext cx="76200" cy="76200"/>
            </a:xfrm>
            <a:prstGeom prst="ellipse">
              <a:avLst/>
            </a:prstGeom>
            <a:solidFill>
              <a:srgbClr val="5b9738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8" name="Individual fitness point"/>
            <p:cNvSpPr/>
            <p:nvPr/>
          </p:nvSpPr>
          <p:spPr>
            <a:xfrm>
              <a:off x="8858250" y="1666875"/>
              <a:ext cx="76200" cy="76200"/>
            </a:xfrm>
            <a:prstGeom prst="ellipse">
              <a:avLst/>
            </a:prstGeom>
            <a:solidFill>
              <a:srgbClr val="5b9738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9" name="Individual fitness point"/>
            <p:cNvSpPr/>
            <p:nvPr/>
          </p:nvSpPr>
          <p:spPr>
            <a:xfrm>
              <a:off x="11306175" y="1485900"/>
              <a:ext cx="76200" cy="76200"/>
            </a:xfrm>
            <a:prstGeom prst="ellipse">
              <a:avLst/>
            </a:prstGeom>
            <a:solidFill>
              <a:srgbClr val="5b9738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80" name="Individual fitness point"/>
            <p:cNvSpPr/>
            <p:nvPr/>
          </p:nvSpPr>
          <p:spPr>
            <a:xfrm>
              <a:off x="12049125" y="962025"/>
              <a:ext cx="76200" cy="76200"/>
            </a:xfrm>
            <a:prstGeom prst="ellipse">
              <a:avLst/>
            </a:prstGeom>
            <a:solidFill>
              <a:srgbClr val="5b9738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81" name="Individual fitness point"/>
            <p:cNvSpPr/>
            <p:nvPr/>
          </p:nvSpPr>
          <p:spPr>
            <a:xfrm>
              <a:off x="11972925" y="1666875"/>
              <a:ext cx="76200" cy="76200"/>
            </a:xfrm>
            <a:prstGeom prst="ellipse">
              <a:avLst/>
            </a:prstGeom>
            <a:solidFill>
              <a:srgbClr val="5b9738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82" name="Individual fitness point"/>
            <p:cNvSpPr/>
            <p:nvPr/>
          </p:nvSpPr>
          <p:spPr>
            <a:xfrm>
              <a:off x="13896975" y="1485900"/>
              <a:ext cx="76200" cy="76200"/>
            </a:xfrm>
            <a:prstGeom prst="ellipse">
              <a:avLst/>
            </a:prstGeom>
            <a:solidFill>
              <a:srgbClr val="5b9738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83" name="Individual fitness point"/>
            <p:cNvSpPr/>
            <p:nvPr/>
          </p:nvSpPr>
          <p:spPr>
            <a:xfrm>
              <a:off x="14639925" y="962025"/>
              <a:ext cx="76200" cy="76200"/>
            </a:xfrm>
            <a:prstGeom prst="ellipse">
              <a:avLst/>
            </a:prstGeom>
            <a:solidFill>
              <a:srgbClr val="5b9738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84" name="Individual fitness point"/>
            <p:cNvSpPr/>
            <p:nvPr/>
          </p:nvSpPr>
          <p:spPr>
            <a:xfrm>
              <a:off x="14563725" y="1666875"/>
              <a:ext cx="76200" cy="76200"/>
            </a:xfrm>
            <a:prstGeom prst="ellipse">
              <a:avLst/>
            </a:prstGeom>
            <a:solidFill>
              <a:srgbClr val="5b9738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85" name="Individual fitness point"/>
            <p:cNvSpPr/>
            <p:nvPr/>
          </p:nvSpPr>
          <p:spPr>
            <a:xfrm>
              <a:off x="16544925" y="1485900"/>
              <a:ext cx="76200" cy="76200"/>
            </a:xfrm>
            <a:prstGeom prst="ellipse">
              <a:avLst/>
            </a:prstGeom>
            <a:solidFill>
              <a:srgbClr val="5b9738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86" name="Individual fitness point"/>
            <p:cNvSpPr/>
            <p:nvPr/>
          </p:nvSpPr>
          <p:spPr>
            <a:xfrm>
              <a:off x="17287875" y="962025"/>
              <a:ext cx="76200" cy="76200"/>
            </a:xfrm>
            <a:prstGeom prst="ellipse">
              <a:avLst/>
            </a:prstGeom>
            <a:solidFill>
              <a:srgbClr val="5b9738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87" name="Individual"/>
            <p:cNvSpPr txBox="1"/>
            <p:nvPr/>
          </p:nvSpPr>
          <p:spPr>
            <a:xfrm>
              <a:off x="4714875" y="1943100"/>
              <a:ext cx="1238250" cy="24193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Individual</a:t>
              </a:r>
            </a:p>
          </p:txBody>
        </p:sp>
        <p:sp>
          <p:nvSpPr>
            <p:cNvPr id="11188" name="Directional connector"/>
            <p:cNvSpPr/>
            <p:nvPr/>
          </p:nvSpPr>
          <p:spPr>
            <a:xfrm>
              <a:off x="5162550" y="1581150"/>
              <a:ext cx="342900" cy="333375"/>
            </a:xfrm>
            <a:custGeom>
              <a:avLst/>
              <a:gdLst/>
              <a:ahLst/>
              <a:cxnLst/>
              <a:rect l="0" t="0" r="r" b="b"/>
              <a:pathLst>
                <a:path w="36000" h="35000">
                  <a:moveTo>
                    <a:pt x="36000" y="0"/>
                  </a:moveTo>
                  <a:cubicBezTo>
                    <a:pt x="26000" y="18000"/>
                    <a:pt x="4000" y="6000"/>
                    <a:pt x="0" y="35000"/>
                  </a:cubicBezTo>
                </a:path>
              </a:pathLst>
            </a:custGeom>
            <a:noFill/>
            <a:ln w="30480" cap="flat" cmpd="sng" algn="ctr">
              <a:solidFill>
                <a:srgbClr val="666b68"/>
              </a:solidFill>
              <a:custDash>
                <a:ds d="93750" sp="93750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89" name="Arrowhead"/>
            <p:cNvSpPr/>
            <p:nvPr/>
          </p:nvSpPr>
          <p:spPr>
            <a:xfrm>
              <a:off x="5132161" y="1814182"/>
              <a:ext cx="86808" cy="100343"/>
            </a:xfrm>
            <a:custGeom>
              <a:avLst/>
              <a:gdLst/>
              <a:ahLst/>
              <a:cxnLst/>
              <a:rect l="0" t="0" r="r" b="b"/>
              <a:pathLst>
                <a:path w="9114" h="10535">
                  <a:moveTo>
                    <a:pt x="3190" y="10535"/>
                  </a:moveTo>
                  <a:lnTo>
                    <a:pt x="0" y="0"/>
                  </a:lnTo>
                  <a:lnTo>
                    <a:pt x="9114" y="1257"/>
                  </a:lnTo>
                  <a:close/>
                </a:path>
              </a:pathLst>
            </a:custGeom>
            <a:solidFill>
              <a:srgbClr val="666b68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90" name="78.89"/>
            <p:cNvSpPr txBox="1"/>
            <p:nvPr/>
          </p:nvSpPr>
          <p:spPr>
            <a:xfrm>
              <a:off x="8001000" y="1543050"/>
              <a:ext cx="523875" cy="17792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050505"/>
                  </a:solidFill>
                  <a:latin typeface="Liberation Serif"/>
                </a:rPr>
                <a:t>78.89</a:t>
              </a:r>
            </a:p>
          </p:txBody>
        </p:sp>
        <p:sp>
          <p:nvSpPr>
            <p:cNvPr id="11191" name="83.01"/>
            <p:cNvSpPr txBox="1"/>
            <p:nvPr/>
          </p:nvSpPr>
          <p:spPr>
            <a:xfrm>
              <a:off x="8743950" y="1038225"/>
              <a:ext cx="523875" cy="17792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050505"/>
                  </a:solidFill>
                  <a:latin typeface="Liberation Serif"/>
                </a:rPr>
                <a:t>83.01</a:t>
              </a:r>
            </a:p>
          </p:txBody>
        </p:sp>
        <p:sp>
          <p:nvSpPr>
            <p:cNvPr id="11192" name="77.23"/>
            <p:cNvSpPr txBox="1"/>
            <p:nvPr/>
          </p:nvSpPr>
          <p:spPr>
            <a:xfrm>
              <a:off x="8896350" y="1609725"/>
              <a:ext cx="523875" cy="17792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050505"/>
                  </a:solidFill>
                  <a:latin typeface="Liberation Serif"/>
                </a:rPr>
                <a:t>77.23</a:t>
              </a:r>
            </a:p>
          </p:txBody>
        </p:sp>
        <p:sp>
          <p:nvSpPr>
            <p:cNvPr id="11193" name="78.89"/>
            <p:cNvSpPr txBox="1"/>
            <p:nvPr/>
          </p:nvSpPr>
          <p:spPr>
            <a:xfrm>
              <a:off x="11115675" y="1543050"/>
              <a:ext cx="523875" cy="17792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050505"/>
                  </a:solidFill>
                  <a:latin typeface="Liberation Serif"/>
                </a:rPr>
                <a:t>78.89</a:t>
              </a:r>
            </a:p>
          </p:txBody>
        </p:sp>
        <p:sp>
          <p:nvSpPr>
            <p:cNvPr id="11194" name="83.01"/>
            <p:cNvSpPr txBox="1"/>
            <p:nvPr/>
          </p:nvSpPr>
          <p:spPr>
            <a:xfrm>
              <a:off x="11858625" y="1038225"/>
              <a:ext cx="523875" cy="17792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050505"/>
                  </a:solidFill>
                  <a:latin typeface="Liberation Serif"/>
                </a:rPr>
                <a:t>83.01</a:t>
              </a:r>
            </a:p>
          </p:txBody>
        </p:sp>
        <p:sp>
          <p:nvSpPr>
            <p:cNvPr id="11195" name="77.23"/>
            <p:cNvSpPr txBox="1"/>
            <p:nvPr/>
          </p:nvSpPr>
          <p:spPr>
            <a:xfrm>
              <a:off x="12011025" y="1609725"/>
              <a:ext cx="523875" cy="17792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050505"/>
                  </a:solidFill>
                  <a:latin typeface="Liberation Serif"/>
                </a:rPr>
                <a:t>77.23</a:t>
              </a:r>
            </a:p>
          </p:txBody>
        </p:sp>
        <p:sp>
          <p:nvSpPr>
            <p:cNvPr id="11196" name="78.89"/>
            <p:cNvSpPr txBox="1"/>
            <p:nvPr/>
          </p:nvSpPr>
          <p:spPr>
            <a:xfrm>
              <a:off x="13706475" y="1543050"/>
              <a:ext cx="523875" cy="17792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050505"/>
                  </a:solidFill>
                  <a:latin typeface="Liberation Serif"/>
                </a:rPr>
                <a:t>78.89</a:t>
              </a:r>
            </a:p>
          </p:txBody>
        </p:sp>
        <p:sp>
          <p:nvSpPr>
            <p:cNvPr id="11197" name="83.01"/>
            <p:cNvSpPr txBox="1"/>
            <p:nvPr/>
          </p:nvSpPr>
          <p:spPr>
            <a:xfrm>
              <a:off x="14449425" y="1038225"/>
              <a:ext cx="523875" cy="17792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050505"/>
                  </a:solidFill>
                  <a:latin typeface="Liberation Serif"/>
                </a:rPr>
                <a:t>83.01</a:t>
              </a:r>
            </a:p>
          </p:txBody>
        </p:sp>
        <p:sp>
          <p:nvSpPr>
            <p:cNvPr id="11198" name="77.23"/>
            <p:cNvSpPr txBox="1"/>
            <p:nvPr/>
          </p:nvSpPr>
          <p:spPr>
            <a:xfrm>
              <a:off x="14601825" y="1609725"/>
              <a:ext cx="523875" cy="17792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050505"/>
                  </a:solidFill>
                  <a:latin typeface="Liberation Serif"/>
                </a:rPr>
                <a:t>77.23</a:t>
              </a:r>
            </a:p>
          </p:txBody>
        </p:sp>
        <p:grpSp>
          <p:nvGrpSpPr>
            <p:cNvPr id="11200" name="Pt"/>
            <p:cNvGrpSpPr/>
            <p:nvPr/>
          </p:nvGrpSpPr>
          <p:grpSpPr>
            <a:xfrm>
              <a:off x="8324850" y="2047875"/>
              <a:ext cx="151365" cy="235858"/>
              <a:chOff x="8324850" y="2047875"/>
              <a:chExt cx="151365" cy="235858"/>
            </a:xfrm>
          </p:grpSpPr>
          <p:sp>
            <p:nvSpPr>
              <p:cNvPr id="11201" name="P"/>
              <p:cNvSpPr txBox="1"/>
              <p:nvPr/>
            </p:nvSpPr>
            <p:spPr>
              <a:xfrm>
                <a:off x="8324850" y="2047875"/>
                <a:ext cx="114255" cy="22059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>
                    <a:solidFill>
                      <a:srgbClr val="050505"/>
                    </a:solidFill>
                    <a:latin typeface="Liberation Serif"/>
                  </a:rPr>
                  <a:t>P</a:t>
                </a:r>
              </a:p>
            </p:txBody>
          </p:sp>
          <p:sp>
            <p:nvSpPr>
              <p:cNvPr id="11202" name="t"/>
              <p:cNvSpPr txBox="1"/>
              <p:nvPr/>
            </p:nvSpPr>
            <p:spPr>
              <a:xfrm>
                <a:off x="8429580" y="2130342"/>
                <a:ext cx="46635" cy="153391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877" b="1">
                    <a:solidFill>
                      <a:srgbClr val="050505"/>
                    </a:solidFill>
                    <a:latin typeface="Liberation Serif"/>
                  </a:rPr>
                  <a:t>t</a:t>
                </a:r>
              </a:p>
            </p:txBody>
          </p:sp>
        </p:grpSp>
        <p:sp>
          <p:nvSpPr>
            <p:cNvPr id="11203" name="Individual fitness point"/>
            <p:cNvSpPr/>
            <p:nvPr/>
          </p:nvSpPr>
          <p:spPr>
            <a:xfrm>
              <a:off x="11496675" y="1438275"/>
              <a:ext cx="76200" cy="76200"/>
            </a:xfrm>
            <a:prstGeom prst="ellipse">
              <a:avLst/>
            </a:prstGeom>
            <a:solidFill>
              <a:srgbClr val="ed0011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04" name="Individual fitness point"/>
            <p:cNvSpPr/>
            <p:nvPr/>
          </p:nvSpPr>
          <p:spPr>
            <a:xfrm>
              <a:off x="11544300" y="1628775"/>
              <a:ext cx="76200" cy="76200"/>
            </a:xfrm>
            <a:prstGeom prst="ellipse">
              <a:avLst/>
            </a:prstGeom>
            <a:solidFill>
              <a:srgbClr val="ed0011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05" name="Individual fitness point"/>
            <p:cNvSpPr/>
            <p:nvPr/>
          </p:nvSpPr>
          <p:spPr>
            <a:xfrm>
              <a:off x="12468225" y="1428750"/>
              <a:ext cx="76200" cy="76200"/>
            </a:xfrm>
            <a:prstGeom prst="ellipse">
              <a:avLst/>
            </a:prstGeom>
            <a:solidFill>
              <a:srgbClr val="ed0011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06" name="Directional connector"/>
            <p:cNvSpPr/>
            <p:nvPr/>
          </p:nvSpPr>
          <p:spPr>
            <a:xfrm>
              <a:off x="11553825" y="1724025"/>
              <a:ext cx="428625" cy="323850"/>
            </a:xfrm>
            <a:custGeom>
              <a:avLst/>
              <a:gdLst/>
              <a:ahLst/>
              <a:cxnLst/>
              <a:rect l="0" t="0" r="r" b="b"/>
              <a:pathLst>
                <a:path w="45000" h="34000">
                  <a:moveTo>
                    <a:pt x="0" y="0"/>
                  </a:moveTo>
                  <a:cubicBezTo>
                    <a:pt x="10000" y="29000"/>
                    <a:pt x="29000" y="29000"/>
                    <a:pt x="45000" y="34000"/>
                  </a:cubicBezTo>
                </a:path>
              </a:pathLst>
            </a:custGeom>
            <a:noFill/>
            <a:ln w="29528" cap="flat" cmpd="sng" algn="ctr">
              <a:solidFill>
                <a:srgbClr val="686b69"/>
              </a:solidFill>
              <a:custDash>
                <a:ds d="96774" sp="96774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07" name="Arrowhead"/>
            <p:cNvSpPr/>
            <p:nvPr/>
          </p:nvSpPr>
          <p:spPr>
            <a:xfrm>
              <a:off x="11878467" y="1977644"/>
              <a:ext cx="103983" cy="83641"/>
            </a:xfrm>
            <a:custGeom>
              <a:avLst/>
              <a:gdLst/>
              <a:ahLst/>
              <a:cxnLst/>
              <a:rect l="0" t="0" r="r" b="b"/>
              <a:pathLst>
                <a:path w="10917" h="8781">
                  <a:moveTo>
                    <a:pt x="10917" y="7373"/>
                  </a:moveTo>
                  <a:lnTo>
                    <a:pt x="0" y="8781"/>
                  </a:lnTo>
                  <a:lnTo>
                    <a:pt x="2744" y="0"/>
                  </a:lnTo>
                  <a:close/>
                </a:path>
              </a:pathLst>
            </a:custGeom>
            <a:solidFill>
              <a:srgbClr val="686b69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08" name="New individual"/>
            <p:cNvSpPr txBox="1"/>
            <p:nvPr/>
          </p:nvSpPr>
          <p:spPr>
            <a:xfrm>
              <a:off x="12011025" y="2000250"/>
              <a:ext cx="1657350" cy="24193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New individual</a:t>
              </a:r>
            </a:p>
          </p:txBody>
        </p:sp>
        <p:sp>
          <p:nvSpPr>
            <p:cNvPr id="11209" name="Individual fitness point"/>
            <p:cNvSpPr/>
            <p:nvPr/>
          </p:nvSpPr>
          <p:spPr>
            <a:xfrm>
              <a:off x="14097000" y="1438275"/>
              <a:ext cx="76200" cy="76200"/>
            </a:xfrm>
            <a:prstGeom prst="ellipse">
              <a:avLst/>
            </a:prstGeom>
            <a:solidFill>
              <a:srgbClr val="ed0011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10" name="Individual fitness point"/>
            <p:cNvSpPr/>
            <p:nvPr/>
          </p:nvSpPr>
          <p:spPr>
            <a:xfrm>
              <a:off x="14135100" y="1628775"/>
              <a:ext cx="76200" cy="76200"/>
            </a:xfrm>
            <a:prstGeom prst="ellipse">
              <a:avLst/>
            </a:prstGeom>
            <a:solidFill>
              <a:srgbClr val="ed0011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11" name="Individual fitness point"/>
            <p:cNvSpPr/>
            <p:nvPr/>
          </p:nvSpPr>
          <p:spPr>
            <a:xfrm>
              <a:off x="15068550" y="1428750"/>
              <a:ext cx="76200" cy="76200"/>
            </a:xfrm>
            <a:prstGeom prst="ellipse">
              <a:avLst/>
            </a:prstGeom>
            <a:solidFill>
              <a:srgbClr val="ed0011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12" name="80.10"/>
            <p:cNvSpPr txBox="1"/>
            <p:nvPr/>
          </p:nvSpPr>
          <p:spPr>
            <a:xfrm>
              <a:off x="14173200" y="1390650"/>
              <a:ext cx="523875" cy="17792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050505"/>
                  </a:solidFill>
                  <a:latin typeface="Liberation Serif"/>
                </a:rPr>
                <a:t>80.10</a:t>
              </a:r>
            </a:p>
          </p:txBody>
        </p:sp>
        <p:sp>
          <p:nvSpPr>
            <p:cNvPr id="11213" name="77.12"/>
            <p:cNvSpPr txBox="1"/>
            <p:nvPr/>
          </p:nvSpPr>
          <p:spPr>
            <a:xfrm>
              <a:off x="14001750" y="1695450"/>
              <a:ext cx="523875" cy="17792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050505"/>
                  </a:solidFill>
                  <a:latin typeface="Liberation Serif"/>
                </a:rPr>
                <a:t>77.12</a:t>
              </a:r>
            </a:p>
          </p:txBody>
        </p:sp>
        <p:sp>
          <p:nvSpPr>
            <p:cNvPr id="11214" name="80.91"/>
            <p:cNvSpPr txBox="1"/>
            <p:nvPr/>
          </p:nvSpPr>
          <p:spPr>
            <a:xfrm>
              <a:off x="15011400" y="1495425"/>
              <a:ext cx="523875" cy="17792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1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0" b="1">
                  <a:solidFill>
                    <a:srgbClr val="050505"/>
                  </a:solidFill>
                  <a:latin typeface="Liberation Serif"/>
                </a:rPr>
                <a:t>80.91</a:t>
              </a:r>
            </a:p>
          </p:txBody>
        </p:sp>
        <p:sp>
          <p:nvSpPr>
            <p:cNvPr id="11215" name="Individual fitness point"/>
            <p:cNvSpPr/>
            <p:nvPr/>
          </p:nvSpPr>
          <p:spPr>
            <a:xfrm>
              <a:off x="16716375" y="1438275"/>
              <a:ext cx="76200" cy="76200"/>
            </a:xfrm>
            <a:prstGeom prst="ellipse">
              <a:avLst/>
            </a:prstGeom>
            <a:solidFill>
              <a:srgbClr val="ed0011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217" name="New population Pt+1"/>
            <p:cNvGrpSpPr/>
            <p:nvPr/>
          </p:nvGrpSpPr>
          <p:grpSpPr>
            <a:xfrm>
              <a:off x="16125825" y="2047875"/>
              <a:ext cx="1633411" cy="258890"/>
              <a:chOff x="16125825" y="2047875"/>
              <a:chExt cx="1633411" cy="258890"/>
            </a:xfrm>
          </p:grpSpPr>
          <p:sp>
            <p:nvSpPr>
              <p:cNvPr id="11218" name="New population P"/>
              <p:cNvSpPr txBox="1"/>
              <p:nvPr/>
            </p:nvSpPr>
            <p:spPr>
              <a:xfrm>
                <a:off x="16125825" y="2047875"/>
                <a:ext cx="1459706" cy="241935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500" b="1">
                    <a:solidFill>
                      <a:srgbClr val="050505"/>
                    </a:solidFill>
                    <a:latin typeface="Liberation Serif"/>
                  </a:rPr>
                  <a:t>New population P</a:t>
                </a:r>
              </a:p>
            </p:txBody>
          </p:sp>
          <p:sp>
            <p:nvSpPr>
              <p:cNvPr id="11219" name="t+1"/>
              <p:cNvSpPr txBox="1"/>
              <p:nvPr/>
            </p:nvSpPr>
            <p:spPr>
              <a:xfrm>
                <a:off x="17576006" y="2139506"/>
                <a:ext cx="183230" cy="16725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75" b="1">
                    <a:solidFill>
                      <a:srgbClr val="050505"/>
                    </a:solidFill>
                    <a:latin typeface="Liberation Serif"/>
                  </a:rPr>
                  <a:t>t+1</a:t>
                </a:r>
              </a:p>
            </p:txBody>
          </p:sp>
        </p:grpSp>
        <p:sp>
          <p:nvSpPr>
            <p:cNvPr id="11220" name="Directional connector"/>
            <p:cNvSpPr/>
            <p:nvPr/>
          </p:nvSpPr>
          <p:spPr>
            <a:xfrm>
              <a:off x="9667875" y="457200"/>
              <a:ext cx="6924675" cy="742950"/>
            </a:xfrm>
            <a:custGeom>
              <a:avLst/>
              <a:gdLst/>
              <a:ahLst/>
              <a:cxnLst/>
              <a:rect l="0" t="0" r="r" b="b"/>
              <a:pathLst>
                <a:path w="727000" h="78000">
                  <a:moveTo>
                    <a:pt x="727000" y="78000"/>
                  </a:moveTo>
                  <a:lnTo>
                    <a:pt x="727000" y="15000"/>
                  </a:lnTo>
                  <a:quadBezTo>
                    <a:pt x="727000" y="0"/>
                    <a:pt x="712000" y="0"/>
                  </a:quadBezTo>
                  <a:lnTo>
                    <a:pt x="15000" y="0"/>
                  </a:lnTo>
                  <a:quadBezTo>
                    <a:pt x="0" y="0"/>
                    <a:pt x="0" y="15000"/>
                  </a:quadBezTo>
                  <a:lnTo>
                    <a:pt x="0" y="36000"/>
                  </a:lnTo>
                </a:path>
              </a:pathLst>
            </a:custGeom>
            <a:noFill/>
            <a:ln w="28575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21" name="Arrowhead"/>
            <p:cNvSpPr/>
            <p:nvPr/>
          </p:nvSpPr>
          <p:spPr>
            <a:xfrm>
              <a:off x="9615297" y="685800"/>
              <a:ext cx="105156" cy="114300"/>
            </a:xfrm>
            <a:custGeom>
              <a:avLst/>
              <a:gdLst/>
              <a:ahLst/>
              <a:cxnLst/>
              <a:rect l="0" t="0" r="r" b="b"/>
              <a:pathLst>
                <a:path w="11040" h="12000">
                  <a:moveTo>
                    <a:pt x="5520" y="12000"/>
                  </a:moveTo>
                  <a:lnTo>
                    <a:pt x="0" y="0"/>
                  </a:lnTo>
                  <a:lnTo>
                    <a:pt x="1104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22" name="Vector path"/>
            <p:cNvSpPr/>
            <p:nvPr/>
          </p:nvSpPr>
          <p:spPr>
            <a:xfrm>
              <a:off x="10210800" y="819150"/>
              <a:ext cx="123825" cy="466725"/>
            </a:xfrm>
            <a:custGeom>
              <a:avLst/>
              <a:gdLst/>
              <a:ahLst/>
              <a:cxnLst/>
              <a:rect l="0" t="0" r="r" b="b"/>
              <a:pathLst>
                <a:path w="13000" h="49000">
                  <a:moveTo>
                    <a:pt x="13000" y="0"/>
                  </a:moveTo>
                  <a:lnTo>
                    <a:pt x="6000" y="0"/>
                  </a:lnTo>
                  <a:lnTo>
                    <a:pt x="6000" y="23000"/>
                  </a:lnTo>
                  <a:lnTo>
                    <a:pt x="0" y="23000"/>
                  </a:lnTo>
                  <a:moveTo>
                    <a:pt x="6000" y="28000"/>
                  </a:moveTo>
                  <a:lnTo>
                    <a:pt x="6000" y="49000"/>
                  </a:lnTo>
                  <a:lnTo>
                    <a:pt x="13000" y="49000"/>
                  </a:lnTo>
                </a:path>
              </a:pathLst>
            </a:custGeom>
            <a:noFill/>
            <a:ln w="21908" cap="flat" cmpd="sng" algn="ctr">
              <a:solidFill>
                <a:srgbClr val="575454"/>
              </a:solidFill>
              <a:custDash>
                <a:ds d="304348" sp="130435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23" name="Crossover"/>
            <p:cNvSpPr txBox="1"/>
            <p:nvPr/>
          </p:nvSpPr>
          <p:spPr>
            <a:xfrm>
              <a:off x="10344150" y="771525"/>
              <a:ext cx="1047750" cy="22059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>
                  <a:solidFill>
                    <a:srgbClr val="782DB0"/>
                  </a:solidFill>
                  <a:latin typeface="Liberation Serif"/>
                </a:rPr>
                <a:t>Crossover</a:t>
              </a:r>
            </a:p>
          </p:txBody>
        </p:sp>
        <p:sp>
          <p:nvSpPr>
            <p:cNvPr id="11224" name="Mutation"/>
            <p:cNvSpPr txBox="1"/>
            <p:nvPr/>
          </p:nvSpPr>
          <p:spPr>
            <a:xfrm>
              <a:off x="10372725" y="1181100"/>
              <a:ext cx="1047750" cy="22059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1">
                  <a:solidFill>
                    <a:srgbClr val="782DB0"/>
                  </a:solidFill>
                  <a:latin typeface="Liberation Serif"/>
                </a:rPr>
                <a:t>Mutation</a:t>
              </a:r>
            </a:p>
          </p:txBody>
        </p:sp>
      </p:grpSp>
      <p:grpSp>
        <p:nvGrpSpPr>
          <p:cNvPr id="11225" name="B Unbiased fitness evaluation backgrounds"/>
          <p:cNvGrpSpPr/>
          <p:nvPr/>
        </p:nvGrpSpPr>
        <p:grpSpPr>
          <a:xfrm>
            <a:off x="409575" y="2419350"/>
            <a:ext cx="17354550" cy="5019675"/>
            <a:chOff x="409575" y="2419350"/>
            <a:chExt cx="17354550" cy="5019675"/>
          </a:xfrm>
        </p:grpSpPr>
        <p:sp>
          <p:nvSpPr>
            <p:cNvPr id="11226" name="(b) Unbiased fitness evaluation"/>
            <p:cNvSpPr txBox="1"/>
            <p:nvPr/>
          </p:nvSpPr>
          <p:spPr>
            <a:xfrm>
              <a:off x="504825" y="2419350"/>
              <a:ext cx="5429250" cy="30594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1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50" b="1">
                  <a:solidFill>
                    <a:srgbClr val="062965"/>
                  </a:solidFill>
                  <a:latin typeface="Liberation Serif"/>
                </a:rPr>
                <a:t>(b) Unbiased fitness evaluation</a:t>
              </a:r>
            </a:p>
          </p:txBody>
        </p:sp>
        <p:sp>
          <p:nvSpPr>
            <p:cNvPr id="11227" name="Rectangle"/>
            <p:cNvSpPr/>
            <p:nvPr/>
          </p:nvSpPr>
          <p:spPr>
            <a:xfrm>
              <a:off x="409575" y="2705100"/>
              <a:ext cx="2971800" cy="4629150"/>
            </a:xfrm>
            <a:custGeom>
              <a:avLst/>
              <a:gdLst/>
              <a:ahLst/>
              <a:cxnLst/>
              <a:rect l="0" t="0" r="r" b="b"/>
              <a:pathLst>
                <a:path w="312000" h="486000">
                  <a:moveTo>
                    <a:pt x="0" y="0"/>
                  </a:moveTo>
                  <a:lnTo>
                    <a:pt x="312000" y="0"/>
                  </a:lnTo>
                  <a:lnTo>
                    <a:pt x="312000" y="486000"/>
                  </a:lnTo>
                  <a:lnTo>
                    <a:pt x="0" y="486000"/>
                  </a:lnTo>
                  <a:close/>
                </a:path>
              </a:pathLst>
            </a:custGeom>
            <a:noFill/>
            <a:ln w="25718" cap="flat" cmpd="sng" algn="ctr">
              <a:solidFill>
                <a:srgbClr val="a4a6a7"/>
              </a:solidFill>
              <a:custDash>
                <a:ds d="259259" sp="222222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28" name="Rectangle"/>
            <p:cNvSpPr/>
            <p:nvPr/>
          </p:nvSpPr>
          <p:spPr>
            <a:xfrm>
              <a:off x="457200" y="2847975"/>
              <a:ext cx="2876550" cy="638175"/>
            </a:xfrm>
            <a:custGeom>
              <a:avLst/>
              <a:gdLst/>
              <a:ahLst/>
              <a:cxnLst/>
              <a:rect l="0" t="0" r="r" b="b"/>
              <a:pathLst>
                <a:path w="302000" h="67000">
                  <a:moveTo>
                    <a:pt x="15000" y="0"/>
                  </a:moveTo>
                  <a:lnTo>
                    <a:pt x="287000" y="0"/>
                  </a:lnTo>
                  <a:cubicBezTo>
                    <a:pt x="295284" y="0"/>
                    <a:pt x="302000" y="6716"/>
                    <a:pt x="302000" y="15000"/>
                  </a:cubicBezTo>
                  <a:lnTo>
                    <a:pt x="302000" y="52000"/>
                  </a:lnTo>
                  <a:cubicBezTo>
                    <a:pt x="302000" y="60284"/>
                    <a:pt x="295284" y="67000"/>
                    <a:pt x="287000" y="67000"/>
                  </a:cubicBezTo>
                  <a:lnTo>
                    <a:pt x="15000" y="67000"/>
                  </a:lnTo>
                  <a:cubicBezTo>
                    <a:pt x="6716" y="67000"/>
                    <a:pt x="0" y="60284"/>
                    <a:pt x="0" y="52000"/>
                  </a:cubicBezTo>
                  <a:lnTo>
                    <a:pt x="0" y="15000"/>
                  </a:lnTo>
                  <a:cubicBezTo>
                    <a:pt x="0" y="6716"/>
                    <a:pt x="6716" y="0"/>
                    <a:pt x="15000" y="0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rgbClr val="5f6467"/>
              </a:solidFill>
              <a:custDash>
                <a:ds d="250000" sp="150000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29" name="Rectangle"/>
            <p:cNvSpPr/>
            <p:nvPr/>
          </p:nvSpPr>
          <p:spPr>
            <a:xfrm>
              <a:off x="447675" y="4010025"/>
              <a:ext cx="2886075" cy="2019300"/>
            </a:xfrm>
            <a:custGeom>
              <a:avLst/>
              <a:gdLst/>
              <a:ahLst/>
              <a:cxnLst/>
              <a:rect l="0" t="0" r="r" b="b"/>
              <a:pathLst>
                <a:path w="303000" h="212000">
                  <a:moveTo>
                    <a:pt x="39000" y="0"/>
                  </a:moveTo>
                  <a:lnTo>
                    <a:pt x="264000" y="0"/>
                  </a:lnTo>
                  <a:cubicBezTo>
                    <a:pt x="285539" y="0"/>
                    <a:pt x="303000" y="17461"/>
                    <a:pt x="303000" y="39000"/>
                  </a:cubicBezTo>
                  <a:lnTo>
                    <a:pt x="303000" y="173000"/>
                  </a:lnTo>
                  <a:cubicBezTo>
                    <a:pt x="303000" y="194539"/>
                    <a:pt x="285539" y="212000"/>
                    <a:pt x="264000" y="212000"/>
                  </a:cubicBezTo>
                  <a:lnTo>
                    <a:pt x="39000" y="212000"/>
                  </a:lnTo>
                  <a:cubicBezTo>
                    <a:pt x="17461" y="212000"/>
                    <a:pt x="0" y="194539"/>
                    <a:pt x="0" y="173000"/>
                  </a:cubicBezTo>
                  <a:lnTo>
                    <a:pt x="0" y="39000"/>
                  </a:lnTo>
                  <a:cubicBezTo>
                    <a:pt x="0" y="17461"/>
                    <a:pt x="17461" y="0"/>
                    <a:pt x="39000" y="0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rgbClr val="64696b"/>
              </a:solidFill>
              <a:custDash>
                <a:ds d="250000" sp="150000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0" name="Rectangle"/>
            <p:cNvSpPr/>
            <p:nvPr/>
          </p:nvSpPr>
          <p:spPr>
            <a:xfrm>
              <a:off x="457200" y="6096000"/>
              <a:ext cx="2876550" cy="1200150"/>
            </a:xfrm>
            <a:custGeom>
              <a:avLst/>
              <a:gdLst/>
              <a:ahLst/>
              <a:cxnLst/>
              <a:rect l="0" t="0" r="r" b="b"/>
              <a:pathLst>
                <a:path w="302000" h="126000">
                  <a:moveTo>
                    <a:pt x="23000" y="0"/>
                  </a:moveTo>
                  <a:lnTo>
                    <a:pt x="279000" y="0"/>
                  </a:lnTo>
                  <a:cubicBezTo>
                    <a:pt x="291703" y="0"/>
                    <a:pt x="302000" y="10297"/>
                    <a:pt x="302000" y="23000"/>
                  </a:cubicBezTo>
                  <a:lnTo>
                    <a:pt x="302000" y="103000"/>
                  </a:lnTo>
                  <a:cubicBezTo>
                    <a:pt x="302000" y="115703"/>
                    <a:pt x="291703" y="126000"/>
                    <a:pt x="279000" y="126000"/>
                  </a:cubicBezTo>
                  <a:lnTo>
                    <a:pt x="23000" y="126000"/>
                  </a:lnTo>
                  <a:cubicBezTo>
                    <a:pt x="10297" y="126000"/>
                    <a:pt x="0" y="115703"/>
                    <a:pt x="0" y="103000"/>
                  </a:cubicBezTo>
                  <a:lnTo>
                    <a:pt x="0" y="23000"/>
                  </a:lnTo>
                  <a:cubicBezTo>
                    <a:pt x="0" y="10297"/>
                    <a:pt x="10297" y="0"/>
                    <a:pt x="23000" y="0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rgbClr val="566f92"/>
              </a:solidFill>
              <a:custDash>
                <a:ds d="250000" sp="150000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1" name="Rectangle"/>
            <p:cNvSpPr/>
            <p:nvPr/>
          </p:nvSpPr>
          <p:spPr>
            <a:xfrm>
              <a:off x="3752850" y="2705100"/>
              <a:ext cx="1514475" cy="4619625"/>
            </a:xfrm>
            <a:custGeom>
              <a:avLst/>
              <a:gdLst/>
              <a:ahLst/>
              <a:cxnLst/>
              <a:rect l="0" t="0" r="r" b="b"/>
              <a:pathLst>
                <a:path w="159000" h="485000">
                  <a:moveTo>
                    <a:pt x="0" y="0"/>
                  </a:moveTo>
                  <a:lnTo>
                    <a:pt x="159000" y="0"/>
                  </a:lnTo>
                  <a:lnTo>
                    <a:pt x="159000" y="485000"/>
                  </a:lnTo>
                  <a:lnTo>
                    <a:pt x="0" y="485000"/>
                  </a:lnTo>
                  <a:close/>
                </a:path>
              </a:pathLst>
            </a:custGeom>
            <a:gradFill rotWithShape="1">
              <a:gsLst>
                <a:gs pos="0">
                  <a:srgbClr val="f4fcff"/>
                </a:gs>
                <a:gs pos="100000">
                  <a:srgbClr val="e1f1fb"/>
                </a:gs>
              </a:gsLst>
              <a:lin ang="5400000" scaled="1"/>
            </a:gradFill>
            <a:ln w="23812" cap="flat" cmpd="sng" algn="ctr">
              <a:solidFill>
                <a:srgbClr val="7e94b2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2" name="Rectangle"/>
            <p:cNvSpPr/>
            <p:nvPr/>
          </p:nvSpPr>
          <p:spPr>
            <a:xfrm>
              <a:off x="3810000" y="2771775"/>
              <a:ext cx="1409700" cy="1085850"/>
            </a:xfrm>
            <a:custGeom>
              <a:avLst/>
              <a:gdLst/>
              <a:ahLst/>
              <a:cxnLst/>
              <a:rect l="0" t="0" r="r" b="b"/>
              <a:pathLst>
                <a:path w="148000" h="114000">
                  <a:moveTo>
                    <a:pt x="24000" y="0"/>
                  </a:moveTo>
                  <a:lnTo>
                    <a:pt x="124000" y="0"/>
                  </a:lnTo>
                  <a:cubicBezTo>
                    <a:pt x="137255" y="0"/>
                    <a:pt x="148000" y="10745"/>
                    <a:pt x="148000" y="24000"/>
                  </a:cubicBezTo>
                  <a:lnTo>
                    <a:pt x="148000" y="90000"/>
                  </a:lnTo>
                  <a:cubicBezTo>
                    <a:pt x="148000" y="103255"/>
                    <a:pt x="137255" y="114000"/>
                    <a:pt x="124000" y="114000"/>
                  </a:cubicBezTo>
                  <a:lnTo>
                    <a:pt x="24000" y="114000"/>
                  </a:lnTo>
                  <a:cubicBezTo>
                    <a:pt x="10745" y="114000"/>
                    <a:pt x="0" y="103255"/>
                    <a:pt x="0" y="90000"/>
                  </a:cubicBezTo>
                  <a:lnTo>
                    <a:pt x="0" y="24000"/>
                  </a:lnTo>
                  <a:cubicBezTo>
                    <a:pt x="0" y="10745"/>
                    <a:pt x="10745" y="0"/>
                    <a:pt x="24000" y="0"/>
                  </a:cubicBezTo>
                  <a:close/>
                </a:path>
              </a:pathLst>
            </a:custGeom>
            <a:noFill/>
            <a:ln w="18098" cap="flat" cmpd="sng" algn="ctr">
              <a:solidFill>
                <a:srgbClr val="213d68"/>
              </a:solidFill>
              <a:custDash>
                <a:ds d="263158" sp="157895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3" name="Rectangle"/>
            <p:cNvSpPr/>
            <p:nvPr/>
          </p:nvSpPr>
          <p:spPr>
            <a:xfrm>
              <a:off x="3810000" y="4400550"/>
              <a:ext cx="1409700" cy="1352550"/>
            </a:xfrm>
            <a:custGeom>
              <a:avLst/>
              <a:gdLst/>
              <a:ahLst/>
              <a:cxnLst/>
              <a:rect l="0" t="0" r="r" b="b"/>
              <a:pathLst>
                <a:path w="148000" h="142000">
                  <a:moveTo>
                    <a:pt x="27000" y="0"/>
                  </a:moveTo>
                  <a:lnTo>
                    <a:pt x="121000" y="0"/>
                  </a:lnTo>
                  <a:cubicBezTo>
                    <a:pt x="135912" y="0"/>
                    <a:pt x="148000" y="12088"/>
                    <a:pt x="148000" y="27000"/>
                  </a:cubicBezTo>
                  <a:lnTo>
                    <a:pt x="148000" y="115000"/>
                  </a:lnTo>
                  <a:cubicBezTo>
                    <a:pt x="148000" y="129912"/>
                    <a:pt x="135912" y="142000"/>
                    <a:pt x="121000" y="142000"/>
                  </a:cubicBezTo>
                  <a:lnTo>
                    <a:pt x="27000" y="142000"/>
                  </a:lnTo>
                  <a:cubicBezTo>
                    <a:pt x="12088" y="142000"/>
                    <a:pt x="0" y="129912"/>
                    <a:pt x="0" y="115000"/>
                  </a:cubicBezTo>
                  <a:lnTo>
                    <a:pt x="0" y="27000"/>
                  </a:lnTo>
                  <a:cubicBezTo>
                    <a:pt x="0" y="12088"/>
                    <a:pt x="12088" y="0"/>
                    <a:pt x="27000" y="0"/>
                  </a:cubicBezTo>
                  <a:close/>
                </a:path>
              </a:pathLst>
            </a:custGeom>
            <a:noFill/>
            <a:ln w="18098" cap="flat" cmpd="sng" algn="ctr">
              <a:solidFill>
                <a:srgbClr val="213d68"/>
              </a:solidFill>
              <a:custDash>
                <a:ds d="263158" sp="157895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4" name="Rectangle"/>
            <p:cNvSpPr/>
            <p:nvPr/>
          </p:nvSpPr>
          <p:spPr>
            <a:xfrm>
              <a:off x="3971925" y="5915025"/>
              <a:ext cx="1066800" cy="1200150"/>
            </a:xfrm>
            <a:custGeom>
              <a:avLst/>
              <a:gdLst/>
              <a:ahLst/>
              <a:cxnLst/>
              <a:rect l="0" t="0" r="r" b="b"/>
              <a:pathLst>
                <a:path w="112000" h="126000">
                  <a:moveTo>
                    <a:pt x="25000" y="0"/>
                  </a:moveTo>
                  <a:lnTo>
                    <a:pt x="87000" y="0"/>
                  </a:lnTo>
                  <a:cubicBezTo>
                    <a:pt x="100807" y="0"/>
                    <a:pt x="112000" y="11193"/>
                    <a:pt x="112000" y="25000"/>
                  </a:cubicBezTo>
                  <a:lnTo>
                    <a:pt x="112000" y="101000"/>
                  </a:lnTo>
                  <a:cubicBezTo>
                    <a:pt x="112000" y="114807"/>
                    <a:pt x="100807" y="126000"/>
                    <a:pt x="87000" y="126000"/>
                  </a:cubicBezTo>
                  <a:lnTo>
                    <a:pt x="25000" y="126000"/>
                  </a:lnTo>
                  <a:cubicBezTo>
                    <a:pt x="11193" y="126000"/>
                    <a:pt x="0" y="114807"/>
                    <a:pt x="0" y="101000"/>
                  </a:cubicBezTo>
                  <a:lnTo>
                    <a:pt x="0" y="25000"/>
                  </a:lnTo>
                  <a:cubicBezTo>
                    <a:pt x="0" y="11193"/>
                    <a:pt x="11193" y="0"/>
                    <a:pt x="25000" y="0"/>
                  </a:cubicBezTo>
                  <a:close/>
                </a:path>
              </a:pathLst>
            </a:custGeom>
            <a:noFill/>
            <a:ln w="18098" cap="flat" cmpd="sng" algn="ctr">
              <a:solidFill>
                <a:srgbClr val="213d68"/>
              </a:solidFill>
              <a:custDash>
                <a:ds d="263158" sp="157895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5" name="Rectangle"/>
            <p:cNvSpPr/>
            <p:nvPr/>
          </p:nvSpPr>
          <p:spPr>
            <a:xfrm>
              <a:off x="6076950" y="2466975"/>
              <a:ext cx="11687175" cy="4972050"/>
            </a:xfrm>
            <a:custGeom>
              <a:avLst/>
              <a:gdLst/>
              <a:ahLst/>
              <a:cxnLst/>
              <a:rect l="0" t="0" r="r" b="b"/>
              <a:pathLst>
                <a:path w="1227000" h="522000">
                  <a:moveTo>
                    <a:pt x="0" y="0"/>
                  </a:moveTo>
                  <a:lnTo>
                    <a:pt x="1227000" y="0"/>
                  </a:lnTo>
                  <a:lnTo>
                    <a:pt x="1227000" y="522000"/>
                  </a:lnTo>
                  <a:lnTo>
                    <a:pt x="0" y="522000"/>
                  </a:lnTo>
                  <a:close/>
                </a:path>
              </a:pathLst>
            </a:custGeom>
            <a:gradFill rotWithShape="1">
              <a:gsLst>
                <a:gs pos="0">
                  <a:srgbClr val="e8f8fa"/>
                </a:gs>
                <a:gs pos="100000">
                  <a:srgbClr val="d2e9fc"/>
                </a:gs>
              </a:gsLst>
              <a:lin ang="0" scaled="1"/>
            </a:gradFill>
            <a:ln w="24765" cap="flat" cmpd="sng" algn="ctr">
              <a:solidFill>
                <a:srgbClr val="5d666c"/>
              </a:solidFill>
              <a:custDash>
                <a:ds d="307692" sp="230769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6" name="Rectangle"/>
            <p:cNvSpPr/>
            <p:nvPr/>
          </p:nvSpPr>
          <p:spPr>
            <a:xfrm>
              <a:off x="6153150" y="2581275"/>
              <a:ext cx="3771900" cy="942975"/>
            </a:xfrm>
            <a:custGeom>
              <a:avLst/>
              <a:gdLst/>
              <a:ahLst/>
              <a:cxnLst/>
              <a:rect l="0" t="0" r="r" b="b"/>
              <a:pathLst>
                <a:path w="396000" h="99000">
                  <a:moveTo>
                    <a:pt x="21000" y="0"/>
                  </a:moveTo>
                  <a:lnTo>
                    <a:pt x="375000" y="0"/>
                  </a:lnTo>
                  <a:cubicBezTo>
                    <a:pt x="386598" y="0"/>
                    <a:pt x="396000" y="9402"/>
                    <a:pt x="396000" y="21000"/>
                  </a:cubicBezTo>
                  <a:lnTo>
                    <a:pt x="396000" y="78000"/>
                  </a:lnTo>
                  <a:cubicBezTo>
                    <a:pt x="396000" y="89598"/>
                    <a:pt x="386598" y="99000"/>
                    <a:pt x="375000" y="99000"/>
                  </a:cubicBezTo>
                  <a:lnTo>
                    <a:pt x="21000" y="99000"/>
                  </a:lnTo>
                  <a:cubicBezTo>
                    <a:pt x="9402" y="99000"/>
                    <a:pt x="0" y="89598"/>
                    <a:pt x="0" y="78000"/>
                  </a:cubicBezTo>
                  <a:lnTo>
                    <a:pt x="0" y="21000"/>
                  </a:lnTo>
                  <a:cubicBezTo>
                    <a:pt x="0" y="9402"/>
                    <a:pt x="9402" y="0"/>
                    <a:pt x="21000" y="0"/>
                  </a:cubicBezTo>
                  <a:close/>
                </a:path>
              </a:pathLst>
            </a:custGeom>
            <a:solidFill>
              <a:srgbClr val="f2e3d5"/>
            </a:solidFill>
            <a:ln w="14288" cap="flat" cmpd="sng" algn="ctr">
              <a:solidFill>
                <a:srgbClr val="ffb888"/>
              </a:solidFill>
              <a:custDash>
                <a:ds d="333333" sp="200000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7" name="Rectangle"/>
            <p:cNvSpPr/>
            <p:nvPr/>
          </p:nvSpPr>
          <p:spPr>
            <a:xfrm>
              <a:off x="6153150" y="6381750"/>
              <a:ext cx="3771900" cy="962025"/>
            </a:xfrm>
            <a:custGeom>
              <a:avLst/>
              <a:gdLst/>
              <a:ahLst/>
              <a:cxnLst/>
              <a:rect l="0" t="0" r="r" b="b"/>
              <a:pathLst>
                <a:path w="396000" h="101000">
                  <a:moveTo>
                    <a:pt x="20000" y="0"/>
                  </a:moveTo>
                  <a:lnTo>
                    <a:pt x="376000" y="0"/>
                  </a:lnTo>
                  <a:cubicBezTo>
                    <a:pt x="387046" y="0"/>
                    <a:pt x="396000" y="8954"/>
                    <a:pt x="396000" y="20000"/>
                  </a:cubicBezTo>
                  <a:lnTo>
                    <a:pt x="396000" y="81000"/>
                  </a:lnTo>
                  <a:cubicBezTo>
                    <a:pt x="396000" y="92046"/>
                    <a:pt x="387046" y="101000"/>
                    <a:pt x="376000" y="101000"/>
                  </a:cubicBezTo>
                  <a:lnTo>
                    <a:pt x="20000" y="101000"/>
                  </a:lnTo>
                  <a:cubicBezTo>
                    <a:pt x="8954" y="101000"/>
                    <a:pt x="0" y="92046"/>
                    <a:pt x="0" y="81000"/>
                  </a:cubicBezTo>
                  <a:lnTo>
                    <a:pt x="0" y="20000"/>
                  </a:lnTo>
                  <a:cubicBezTo>
                    <a:pt x="0" y="8954"/>
                    <a:pt x="8954" y="0"/>
                    <a:pt x="20000" y="0"/>
                  </a:cubicBezTo>
                  <a:close/>
                </a:path>
              </a:pathLst>
            </a:custGeom>
            <a:solidFill>
              <a:srgbClr val="deecd5"/>
            </a:solidFill>
            <a:ln w="14288" cap="flat" cmpd="sng" algn="ctr">
              <a:solidFill>
                <a:srgbClr val="acd179"/>
              </a:solidFill>
              <a:custDash>
                <a:ds d="333333" sp="200000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8" name="Rectangle"/>
            <p:cNvSpPr/>
            <p:nvPr/>
          </p:nvSpPr>
          <p:spPr>
            <a:xfrm>
              <a:off x="11096625" y="2543175"/>
              <a:ext cx="6638925" cy="1790700"/>
            </a:xfrm>
            <a:custGeom>
              <a:avLst/>
              <a:gdLst/>
              <a:ahLst/>
              <a:cxnLst/>
              <a:rect l="0" t="0" r="r" b="b"/>
              <a:pathLst>
                <a:path w="697000" h="188000">
                  <a:moveTo>
                    <a:pt x="35000" y="0"/>
                  </a:moveTo>
                  <a:lnTo>
                    <a:pt x="662000" y="0"/>
                  </a:lnTo>
                  <a:cubicBezTo>
                    <a:pt x="681330" y="0"/>
                    <a:pt x="697000" y="15670"/>
                    <a:pt x="697000" y="35000"/>
                  </a:cubicBezTo>
                  <a:lnTo>
                    <a:pt x="697000" y="153000"/>
                  </a:lnTo>
                  <a:cubicBezTo>
                    <a:pt x="697000" y="172330"/>
                    <a:pt x="681330" y="188000"/>
                    <a:pt x="662000" y="188000"/>
                  </a:cubicBezTo>
                  <a:lnTo>
                    <a:pt x="35000" y="188000"/>
                  </a:lnTo>
                  <a:cubicBezTo>
                    <a:pt x="15670" y="188000"/>
                    <a:pt x="0" y="172330"/>
                    <a:pt x="0" y="153000"/>
                  </a:cubicBezTo>
                  <a:lnTo>
                    <a:pt x="0" y="35000"/>
                  </a:lnTo>
                  <a:cubicBezTo>
                    <a:pt x="0" y="15670"/>
                    <a:pt x="15670" y="0"/>
                    <a:pt x="35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0e4d9"/>
                </a:gs>
                <a:gs pos="100000">
                  <a:srgbClr val="dedcdb"/>
                </a:gs>
              </a:gsLst>
              <a:lin ang="0" scaled="1"/>
            </a:gradFill>
            <a:ln w="14288" cap="flat" cmpd="sng" algn="ctr">
              <a:solidFill>
                <a:srgbClr val="ffb17e"/>
              </a:solidFill>
              <a:custDash>
                <a:ds d="333333" sp="200000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9" name="Rectangle"/>
            <p:cNvSpPr/>
            <p:nvPr/>
          </p:nvSpPr>
          <p:spPr>
            <a:xfrm>
              <a:off x="12677775" y="4381500"/>
              <a:ext cx="3000375" cy="1095375"/>
            </a:xfrm>
            <a:custGeom>
              <a:avLst/>
              <a:gdLst/>
              <a:ahLst/>
              <a:cxnLst/>
              <a:rect l="0" t="0" r="r" b="b"/>
              <a:pathLst>
                <a:path w="315000" h="115000">
                  <a:moveTo>
                    <a:pt x="23000" y="0"/>
                  </a:moveTo>
                  <a:lnTo>
                    <a:pt x="292000" y="0"/>
                  </a:lnTo>
                  <a:cubicBezTo>
                    <a:pt x="304703" y="0"/>
                    <a:pt x="315000" y="10297"/>
                    <a:pt x="315000" y="23000"/>
                  </a:cubicBezTo>
                  <a:lnTo>
                    <a:pt x="315000" y="92000"/>
                  </a:lnTo>
                  <a:cubicBezTo>
                    <a:pt x="315000" y="104703"/>
                    <a:pt x="304703" y="115000"/>
                    <a:pt x="292000" y="115000"/>
                  </a:cubicBezTo>
                  <a:lnTo>
                    <a:pt x="23000" y="115000"/>
                  </a:lnTo>
                  <a:cubicBezTo>
                    <a:pt x="10297" y="115000"/>
                    <a:pt x="0" y="104703"/>
                    <a:pt x="0" y="92000"/>
                  </a:cubicBezTo>
                  <a:lnTo>
                    <a:pt x="0" y="23000"/>
                  </a:lnTo>
                  <a:cubicBezTo>
                    <a:pt x="0" y="10297"/>
                    <a:pt x="10297" y="0"/>
                    <a:pt x="23000" y="0"/>
                  </a:cubicBezTo>
                  <a:close/>
                </a:path>
              </a:pathLst>
            </a:custGeom>
            <a:solidFill>
              <a:srgbClr val="ecf0d9"/>
            </a:solidFill>
            <a:ln w="14288" cap="flat" cmpd="sng" algn="ctr">
              <a:solidFill>
                <a:srgbClr val="ffdc5f"/>
              </a:solidFill>
              <a:custDash>
                <a:ds d="333333" sp="200000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40" name="Rectangle"/>
            <p:cNvSpPr/>
            <p:nvPr/>
          </p:nvSpPr>
          <p:spPr>
            <a:xfrm>
              <a:off x="11096625" y="5534025"/>
              <a:ext cx="6638925" cy="1838325"/>
            </a:xfrm>
            <a:custGeom>
              <a:avLst/>
              <a:gdLst/>
              <a:ahLst/>
              <a:cxnLst/>
              <a:rect l="0" t="0" r="r" b="b"/>
              <a:pathLst>
                <a:path w="697000" h="193000">
                  <a:moveTo>
                    <a:pt x="35000" y="0"/>
                  </a:moveTo>
                  <a:lnTo>
                    <a:pt x="662000" y="0"/>
                  </a:lnTo>
                  <a:cubicBezTo>
                    <a:pt x="681330" y="0"/>
                    <a:pt x="697000" y="15670"/>
                    <a:pt x="697000" y="35000"/>
                  </a:cubicBezTo>
                  <a:lnTo>
                    <a:pt x="697000" y="158000"/>
                  </a:lnTo>
                  <a:cubicBezTo>
                    <a:pt x="697000" y="177330"/>
                    <a:pt x="681330" y="193000"/>
                    <a:pt x="662000" y="193000"/>
                  </a:cubicBezTo>
                  <a:lnTo>
                    <a:pt x="35000" y="193000"/>
                  </a:lnTo>
                  <a:cubicBezTo>
                    <a:pt x="15670" y="193000"/>
                    <a:pt x="0" y="177330"/>
                    <a:pt x="0" y="158000"/>
                  </a:cubicBezTo>
                  <a:lnTo>
                    <a:pt x="0" y="35000"/>
                  </a:lnTo>
                  <a:cubicBezTo>
                    <a:pt x="0" y="15670"/>
                    <a:pt x="15670" y="0"/>
                    <a:pt x="35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4e9db"/>
                </a:gs>
                <a:gs pos="100000">
                  <a:srgbClr val="c8e1d6"/>
                </a:gs>
              </a:gsLst>
              <a:lin ang="0" scaled="1"/>
            </a:gradFill>
            <a:ln w="14288" cap="flat" cmpd="sng" algn="ctr">
              <a:solidFill>
                <a:srgbClr val="a4cd75"/>
              </a:solidFill>
              <a:custDash>
                <a:ds d="333333" sp="200000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41" name="Evolutionary navigator pretraining"/>
          <p:cNvGrpSpPr/>
          <p:nvPr/>
        </p:nvGrpSpPr>
        <p:grpSpPr>
          <a:xfrm>
            <a:off x="478536" y="2892838"/>
            <a:ext cx="3569589" cy="4355687"/>
            <a:chOff x="478536" y="2892838"/>
            <a:chExt cx="3569589" cy="4355687"/>
          </a:xfrm>
        </p:grpSpPr>
        <p:grpSp>
          <p:nvGrpSpPr>
            <p:cNvPr id="11242" name="Navigator icon 54 307"/>
            <p:cNvGrpSpPr/>
            <p:nvPr/>
          </p:nvGrpSpPr>
          <p:grpSpPr>
            <a:xfrm>
              <a:off x="478536" y="2892838"/>
              <a:ext cx="483489" cy="479012"/>
              <a:chOff x="478536" y="2892838"/>
              <a:chExt cx="483489" cy="479012"/>
            </a:xfrm>
          </p:grpSpPr>
          <p:sp>
            <p:nvSpPr>
              <p:cNvPr id="11243" name="Navigator head silhouette"/>
              <p:cNvSpPr/>
              <p:nvPr/>
            </p:nvSpPr>
            <p:spPr>
              <a:xfrm>
                <a:off x="478536" y="2892838"/>
                <a:ext cx="483489" cy="479012"/>
              </a:xfrm>
              <a:custGeom>
                <a:avLst/>
                <a:gdLst/>
                <a:ahLst/>
                <a:cxnLst/>
                <a:rect l="0" t="0" r="r" b="b"/>
                <a:pathLst>
                  <a:path w="50760" h="50290">
                    <a:moveTo>
                      <a:pt x="7050" y="50290"/>
                    </a:moveTo>
                    <a:cubicBezTo>
                      <a:pt x="14570" y="42770"/>
                      <a:pt x="14570" y="39480"/>
                      <a:pt x="12220" y="34310"/>
                    </a:cubicBezTo>
                    <a:cubicBezTo>
                      <a:pt x="0" y="22090"/>
                      <a:pt x="5170" y="6110"/>
                      <a:pt x="21150" y="3760"/>
                    </a:cubicBezTo>
                    <a:cubicBezTo>
                      <a:pt x="38070" y="0"/>
                      <a:pt x="49820" y="11750"/>
                      <a:pt x="45590" y="23030"/>
                    </a:cubicBezTo>
                    <a:lnTo>
                      <a:pt x="50760" y="29140"/>
                    </a:lnTo>
                    <a:lnTo>
                      <a:pt x="45120" y="31020"/>
                    </a:lnTo>
                    <a:lnTo>
                      <a:pt x="45120" y="34310"/>
                    </a:lnTo>
                    <a:lnTo>
                      <a:pt x="41360" y="35250"/>
                    </a:lnTo>
                    <a:lnTo>
                      <a:pt x="43240" y="37600"/>
                    </a:lnTo>
                    <a:lnTo>
                      <a:pt x="41830" y="42300"/>
                    </a:lnTo>
                    <a:lnTo>
                      <a:pt x="31960" y="42300"/>
                    </a:lnTo>
                    <a:lnTo>
                      <a:pt x="30080" y="50290"/>
                    </a:lnTo>
                    <a:close/>
                  </a:path>
                </a:pathLst>
              </a:custGeom>
              <a:solidFill>
                <a:srgbClr val="54882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44" name="Vector path"/>
              <p:cNvSpPr/>
              <p:nvPr/>
            </p:nvSpPr>
            <p:spPr>
              <a:xfrm>
                <a:off x="684466" y="3036094"/>
                <a:ext cx="98489" cy="44767"/>
              </a:xfrm>
              <a:custGeom>
                <a:avLst/>
                <a:gdLst/>
                <a:ahLst/>
                <a:cxnLst/>
                <a:rect l="0" t="0" r="r" b="b"/>
                <a:pathLst>
                  <a:path w="10340" h="4700">
                    <a:moveTo>
                      <a:pt x="0" y="4700"/>
                    </a:moveTo>
                    <a:lnTo>
                      <a:pt x="10340" y="0"/>
                    </a:lnTo>
                  </a:path>
                </a:pathLst>
              </a:custGeom>
              <a:noFill/>
              <a:ln w="8058" cap="flat" cmpd="sng" algn="ctr">
                <a:solidFill>
                  <a:srgbClr val="fff9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45" name="Vector path"/>
              <p:cNvSpPr/>
              <p:nvPr/>
            </p:nvSpPr>
            <p:spPr>
              <a:xfrm>
                <a:off x="693420" y="3094292"/>
                <a:ext cx="107442" cy="44767"/>
              </a:xfrm>
              <a:custGeom>
                <a:avLst/>
                <a:gdLst/>
                <a:ahLst/>
                <a:cxnLst/>
                <a:rect l="0" t="0" r="r" b="b"/>
                <a:pathLst>
                  <a:path w="11280" h="4700">
                    <a:moveTo>
                      <a:pt x="0" y="0"/>
                    </a:moveTo>
                    <a:lnTo>
                      <a:pt x="11280" y="4700"/>
                    </a:lnTo>
                  </a:path>
                </a:pathLst>
              </a:custGeom>
              <a:noFill/>
              <a:ln w="8058" cap="flat" cmpd="sng" algn="ctr">
                <a:solidFill>
                  <a:srgbClr val="fff9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46" name="Thought node"/>
              <p:cNvSpPr/>
              <p:nvPr/>
            </p:nvSpPr>
            <p:spPr>
              <a:xfrm>
                <a:off x="628507" y="3024902"/>
                <a:ext cx="111919" cy="111919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47" name="Thought node"/>
              <p:cNvSpPr/>
              <p:nvPr/>
            </p:nvSpPr>
            <p:spPr>
              <a:xfrm>
                <a:off x="756094" y="2991326"/>
                <a:ext cx="71628" cy="71628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48" name="Thought node"/>
              <p:cNvSpPr/>
              <p:nvPr/>
            </p:nvSpPr>
            <p:spPr>
              <a:xfrm>
                <a:off x="775345" y="3113542"/>
                <a:ext cx="42081" cy="42081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250" name="Evolutionary navigator of the view(v)"/>
            <p:cNvGrpSpPr/>
            <p:nvPr/>
          </p:nvGrpSpPr>
          <p:grpSpPr>
            <a:xfrm>
              <a:off x="1231315" y="2962275"/>
              <a:ext cx="1909346" cy="455295"/>
              <a:chOff x="1231315" y="2962275"/>
              <a:chExt cx="1909346" cy="455295"/>
            </a:xfrm>
          </p:grpSpPr>
          <p:sp>
            <p:nvSpPr>
              <p:cNvPr id="11251" name="Evolutionary navigator"/>
              <p:cNvSpPr txBox="1"/>
              <p:nvPr/>
            </p:nvSpPr>
            <p:spPr>
              <a:xfrm>
                <a:off x="1231315" y="2962275"/>
                <a:ext cx="1909346" cy="241935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500" b="1">
                    <a:solidFill>
                      <a:srgbClr val="050505"/>
                    </a:solidFill>
                    <a:latin typeface="Liberation Serif"/>
                  </a:rPr>
                  <a:t>Evolutionary navigator</a:t>
                </a:r>
              </a:p>
            </p:txBody>
          </p:sp>
          <p:sp>
            <p:nvSpPr>
              <p:cNvPr id="11252" name="of the view"/>
              <p:cNvSpPr txBox="1"/>
              <p:nvPr/>
            </p:nvSpPr>
            <p:spPr>
              <a:xfrm>
                <a:off x="1669937" y="3175635"/>
                <a:ext cx="887723" cy="241935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500" b="1">
                    <a:solidFill>
                      <a:srgbClr val="050505"/>
                    </a:solidFill>
                    <a:latin typeface="Liberation Serif"/>
                  </a:rPr>
                  <a:t>of the view</a:t>
                </a:r>
              </a:p>
            </p:txBody>
          </p:sp>
          <p:sp>
            <p:nvSpPr>
              <p:cNvPr id="11253" name="(v)"/>
              <p:cNvSpPr txBox="1"/>
              <p:nvPr/>
            </p:nvSpPr>
            <p:spPr>
              <a:xfrm>
                <a:off x="2548135" y="3175825"/>
                <a:ext cx="153903" cy="16725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975" b="1">
                    <a:solidFill>
                      <a:srgbClr val="050505"/>
                    </a:solidFill>
                    <a:latin typeface="Liberation Serif"/>
                  </a:rPr>
                  <a:t>(v)</a:t>
                </a:r>
              </a:p>
            </p:txBody>
          </p:sp>
        </p:grpSp>
        <p:sp>
          <p:nvSpPr>
            <p:cNvPr id="11254" name="Directional connector"/>
            <p:cNvSpPr/>
            <p:nvPr/>
          </p:nvSpPr>
          <p:spPr>
            <a:xfrm>
              <a:off x="828675" y="3495675"/>
              <a:ext cx="95" cy="504825"/>
            </a:xfrm>
            <a:custGeom>
              <a:avLst/>
              <a:gdLst/>
              <a:ahLst/>
              <a:cxnLst/>
              <a:rect l="0" t="0" r="r" b="b"/>
              <a:pathLst>
                <a:path w="10" h="53000">
                  <a:moveTo>
                    <a:pt x="0" y="0"/>
                  </a:moveTo>
                  <a:lnTo>
                    <a:pt x="0" y="5300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55" name="Arrowhead"/>
            <p:cNvSpPr/>
            <p:nvPr/>
          </p:nvSpPr>
          <p:spPr>
            <a:xfrm>
              <a:off x="776097" y="3886200"/>
              <a:ext cx="105156" cy="114300"/>
            </a:xfrm>
            <a:custGeom>
              <a:avLst/>
              <a:gdLst/>
              <a:ahLst/>
              <a:cxnLst/>
              <a:rect l="0" t="0" r="r" b="b"/>
              <a:pathLst>
                <a:path w="11040" h="12000">
                  <a:moveTo>
                    <a:pt x="5520" y="12000"/>
                  </a:moveTo>
                  <a:lnTo>
                    <a:pt x="0" y="0"/>
                  </a:lnTo>
                  <a:lnTo>
                    <a:pt x="1104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56" name="Pre-training process"/>
            <p:cNvSpPr txBox="1"/>
            <p:nvPr/>
          </p:nvSpPr>
          <p:spPr>
            <a:xfrm>
              <a:off x="895350" y="3609975"/>
              <a:ext cx="2333625" cy="24193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Pre-training process</a:t>
              </a:r>
            </a:p>
          </p:txBody>
        </p:sp>
        <p:sp>
          <p:nvSpPr>
            <p:cNvPr id="11257" name="Directional connector"/>
            <p:cNvSpPr/>
            <p:nvPr/>
          </p:nvSpPr>
          <p:spPr>
            <a:xfrm>
              <a:off x="1381125" y="4371975"/>
              <a:ext cx="390525" cy="95"/>
            </a:xfrm>
            <a:custGeom>
              <a:avLst/>
              <a:gdLst/>
              <a:ahLst/>
              <a:cxnLst/>
              <a:rect l="0" t="0" r="r" b="b"/>
              <a:pathLst>
                <a:path w="41000" h="10">
                  <a:moveTo>
                    <a:pt x="0" y="0"/>
                  </a:moveTo>
                  <a:lnTo>
                    <a:pt x="41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58" name="Arrowhead"/>
            <p:cNvSpPr/>
            <p:nvPr/>
          </p:nvSpPr>
          <p:spPr>
            <a:xfrm>
              <a:off x="1657350" y="43193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59" name="Directional connector"/>
            <p:cNvSpPr/>
            <p:nvPr/>
          </p:nvSpPr>
          <p:spPr>
            <a:xfrm>
              <a:off x="2143125" y="4371975"/>
              <a:ext cx="390525" cy="95"/>
            </a:xfrm>
            <a:custGeom>
              <a:avLst/>
              <a:gdLst/>
              <a:ahLst/>
              <a:cxnLst/>
              <a:rect l="0" t="0" r="r" b="b"/>
              <a:pathLst>
                <a:path w="41000" h="10">
                  <a:moveTo>
                    <a:pt x="0" y="0"/>
                  </a:moveTo>
                  <a:lnTo>
                    <a:pt x="41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60" name="Arrowhead"/>
            <p:cNvSpPr/>
            <p:nvPr/>
          </p:nvSpPr>
          <p:spPr>
            <a:xfrm>
              <a:off x="2419350" y="43193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61" name="Directional connector"/>
            <p:cNvSpPr/>
            <p:nvPr/>
          </p:nvSpPr>
          <p:spPr>
            <a:xfrm>
              <a:off x="2876550" y="4371975"/>
              <a:ext cx="333375" cy="857250"/>
            </a:xfrm>
            <a:custGeom>
              <a:avLst/>
              <a:gdLst/>
              <a:ahLst/>
              <a:cxnLst/>
              <a:rect l="0" t="0" r="r" b="b"/>
              <a:pathLst>
                <a:path w="35000" h="90000">
                  <a:moveTo>
                    <a:pt x="3000" y="0"/>
                  </a:moveTo>
                  <a:lnTo>
                    <a:pt x="22000" y="0"/>
                  </a:lnTo>
                  <a:quadBezTo>
                    <a:pt x="35000" y="0"/>
                    <a:pt x="35000" y="16000"/>
                  </a:quadBezTo>
                  <a:lnTo>
                    <a:pt x="35000" y="72000"/>
                  </a:lnTo>
                  <a:quadBezTo>
                    <a:pt x="35000" y="90000"/>
                    <a:pt x="19000" y="90000"/>
                  </a:quadBezTo>
                  <a:lnTo>
                    <a:pt x="0" y="9000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62" name="Arrowhead"/>
            <p:cNvSpPr/>
            <p:nvPr/>
          </p:nvSpPr>
          <p:spPr>
            <a:xfrm>
              <a:off x="2876550" y="517664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0" y="5520"/>
                  </a:moveTo>
                  <a:lnTo>
                    <a:pt x="12000" y="0"/>
                  </a:lnTo>
                  <a:lnTo>
                    <a:pt x="12000" y="1104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63" name="Directional connector"/>
            <p:cNvSpPr/>
            <p:nvPr/>
          </p:nvSpPr>
          <p:spPr>
            <a:xfrm>
              <a:off x="2143125" y="5229225"/>
              <a:ext cx="419100" cy="95"/>
            </a:xfrm>
            <a:custGeom>
              <a:avLst/>
              <a:gdLst/>
              <a:ahLst/>
              <a:cxnLst/>
              <a:rect l="0" t="0" r="r" b="b"/>
              <a:pathLst>
                <a:path w="44000" h="10">
                  <a:moveTo>
                    <a:pt x="44000" y="0"/>
                  </a:moveTo>
                  <a:lnTo>
                    <a:pt x="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64" name="Arrowhead"/>
            <p:cNvSpPr/>
            <p:nvPr/>
          </p:nvSpPr>
          <p:spPr>
            <a:xfrm>
              <a:off x="2143125" y="517664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0" y="5520"/>
                  </a:moveTo>
                  <a:lnTo>
                    <a:pt x="12000" y="0"/>
                  </a:lnTo>
                  <a:lnTo>
                    <a:pt x="12000" y="1104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65" name="Directional connector"/>
            <p:cNvSpPr/>
            <p:nvPr/>
          </p:nvSpPr>
          <p:spPr>
            <a:xfrm>
              <a:off x="1971675" y="3105150"/>
              <a:ext cx="2076450" cy="904875"/>
            </a:xfrm>
            <a:custGeom>
              <a:avLst/>
              <a:gdLst/>
              <a:ahLst/>
              <a:cxnLst/>
              <a:rect l="0" t="0" r="r" b="b"/>
              <a:pathLst>
                <a:path w="218000" h="95000">
                  <a:moveTo>
                    <a:pt x="0" y="95000"/>
                  </a:moveTo>
                  <a:lnTo>
                    <a:pt x="0" y="94000"/>
                  </a:lnTo>
                  <a:quadBezTo>
                    <a:pt x="0" y="79000"/>
                    <a:pt x="16000" y="79000"/>
                  </a:quadBezTo>
                  <a:lnTo>
                    <a:pt x="141000" y="79000"/>
                  </a:lnTo>
                  <a:quadBezTo>
                    <a:pt x="160000" y="79000"/>
                    <a:pt x="160000" y="64000"/>
                  </a:quadBezTo>
                  <a:lnTo>
                    <a:pt x="160000" y="15000"/>
                  </a:lnTo>
                  <a:quadBezTo>
                    <a:pt x="160000" y="0"/>
                    <a:pt x="175000" y="0"/>
                  </a:quadBezTo>
                  <a:lnTo>
                    <a:pt x="218000" y="0"/>
                  </a:lnTo>
                </a:path>
              </a:pathLst>
            </a:custGeom>
            <a:noFill/>
            <a:ln w="29528" cap="flat" cmpd="sng" algn="ctr">
              <a:solidFill>
                <a:srgbClr val="568d3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66" name="Arrowhead"/>
            <p:cNvSpPr/>
            <p:nvPr/>
          </p:nvSpPr>
          <p:spPr>
            <a:xfrm>
              <a:off x="3924300" y="3048190"/>
              <a:ext cx="123825" cy="113919"/>
            </a:xfrm>
            <a:custGeom>
              <a:avLst/>
              <a:gdLst/>
              <a:ahLst/>
              <a:cxnLst/>
              <a:rect l="0" t="0" r="r" b="b"/>
              <a:pathLst>
                <a:path w="13000" h="11960">
                  <a:moveTo>
                    <a:pt x="13000" y="5980"/>
                  </a:moveTo>
                  <a:lnTo>
                    <a:pt x="0" y="11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8d34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67" name="View&lt;sup&gt;(v)&lt;/sup&gt;"/>
            <p:cNvSpPr/>
            <p:nvPr/>
          </p:nvSpPr>
          <p:spPr>
            <a:xfrm>
              <a:off x="504825" y="4152900"/>
              <a:ext cx="857250" cy="438150"/>
            </a:xfrm>
            <a:prstGeom prst="ellipse">
              <a:avLst/>
            </a:prstGeom>
            <a:gradFill rotWithShape="1">
              <a:gsLst>
                <a:gs pos="0">
                  <a:srgbClr val="548f2a"/>
                </a:gs>
                <a:gs pos="100000">
                  <a:srgbClr val="548f2a"/>
                </a:gs>
              </a:gsLst>
              <a:lin ang="5400000" scaled="1"/>
            </a:gradFill>
            <a:ln w="20955" cap="flat" cmpd="sng" algn="ctr">
              <a:solidFill>
                <a:srgbClr val="18345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269" name="View(v)"/>
            <p:cNvGrpSpPr/>
            <p:nvPr/>
          </p:nvGrpSpPr>
          <p:grpSpPr>
            <a:xfrm>
              <a:off x="617235" y="4248150"/>
              <a:ext cx="641955" cy="273939"/>
              <a:chOff x="617235" y="4248150"/>
              <a:chExt cx="641955" cy="273939"/>
            </a:xfrm>
          </p:grpSpPr>
          <p:sp>
            <p:nvSpPr>
              <p:cNvPr id="11270" name="View"/>
              <p:cNvSpPr txBox="1"/>
              <p:nvPr/>
            </p:nvSpPr>
            <p:spPr>
              <a:xfrm>
                <a:off x="617235" y="4248150"/>
                <a:ext cx="475923" cy="27393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725" b="1">
                    <a:solidFill>
                      <a:srgbClr val="050505"/>
                    </a:solidFill>
                    <a:latin typeface="Liberation Serif"/>
                  </a:rPr>
                  <a:t>View</a:t>
                </a:r>
              </a:p>
            </p:txBody>
          </p:sp>
          <p:sp>
            <p:nvSpPr>
              <p:cNvPr id="11271" name="(v)"/>
              <p:cNvSpPr txBox="1"/>
              <p:nvPr/>
            </p:nvSpPr>
            <p:spPr>
              <a:xfrm>
                <a:off x="1083632" y="4248369"/>
                <a:ext cx="175558" cy="188062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21" b="1">
                    <a:solidFill>
                      <a:srgbClr val="050505"/>
                    </a:solidFill>
                    <a:latin typeface="Liberation Serif"/>
                  </a:rPr>
                  <a:t>(v)</a:t>
                </a:r>
              </a:p>
            </p:txBody>
          </p:sp>
        </p:grpSp>
        <p:grpSp>
          <p:nvGrpSpPr>
            <p:cNvPr id="11272" name="FC layer 188 432"/>
            <p:cNvGrpSpPr/>
            <p:nvPr/>
          </p:nvGrpSpPr>
          <p:grpSpPr>
            <a:xfrm>
              <a:off x="1700212" y="4114800"/>
              <a:ext cx="523875" cy="523875"/>
              <a:chOff x="1700212" y="4114800"/>
              <a:chExt cx="523875" cy="523875"/>
            </a:xfrm>
          </p:grpSpPr>
          <p:sp>
            <p:nvSpPr>
              <p:cNvPr id="11273" name="Rectangle"/>
              <p:cNvSpPr/>
              <p:nvPr/>
            </p:nvSpPr>
            <p:spPr>
              <a:xfrm>
                <a:off x="1790700" y="4114800"/>
                <a:ext cx="342900" cy="523875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55000">
                    <a:moveTo>
                      <a:pt x="0" y="0"/>
                    </a:moveTo>
                    <a:lnTo>
                      <a:pt x="36000" y="0"/>
                    </a:lnTo>
                    <a:lnTo>
                      <a:pt x="36000" y="55000"/>
                    </a:lnTo>
                    <a:lnTo>
                      <a:pt x="0" y="55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de4f3"/>
                  </a:gs>
                  <a:gs pos="100000">
                    <a:srgbClr val="b6d1e5"/>
                  </a:gs>
                </a:gsLst>
                <a:lin ang="5400000" scaled="1"/>
              </a:gradFill>
              <a:ln w="20002" cap="flat" cmpd="sng" algn="ctr">
                <a:solidFill>
                  <a:srgbClr val="213a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74" name="FC"/>
              <p:cNvSpPr txBox="1"/>
              <p:nvPr/>
            </p:nvSpPr>
            <p:spPr>
              <a:xfrm rot="5400000">
                <a:off x="1700212" y="4243388"/>
                <a:ext cx="523875" cy="30594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ctr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50" b="1">
                    <a:solidFill>
                      <a:srgbClr val="050505"/>
                    </a:solidFill>
                    <a:latin typeface="Liberation Serif"/>
                  </a:rPr>
                  <a:t>FC</a:t>
                </a:r>
              </a:p>
            </p:txBody>
          </p:sp>
        </p:grpSp>
        <p:grpSp>
          <p:nvGrpSpPr>
            <p:cNvPr id="11275" name="FC layer 268 432"/>
            <p:cNvGrpSpPr/>
            <p:nvPr/>
          </p:nvGrpSpPr>
          <p:grpSpPr>
            <a:xfrm>
              <a:off x="2462212" y="4114800"/>
              <a:ext cx="523875" cy="523875"/>
              <a:chOff x="2462212" y="4114800"/>
              <a:chExt cx="523875" cy="523875"/>
            </a:xfrm>
          </p:grpSpPr>
          <p:sp>
            <p:nvSpPr>
              <p:cNvPr id="11276" name="Rectangle"/>
              <p:cNvSpPr/>
              <p:nvPr/>
            </p:nvSpPr>
            <p:spPr>
              <a:xfrm>
                <a:off x="2552700" y="4114800"/>
                <a:ext cx="342900" cy="523875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55000">
                    <a:moveTo>
                      <a:pt x="0" y="0"/>
                    </a:moveTo>
                    <a:lnTo>
                      <a:pt x="36000" y="0"/>
                    </a:lnTo>
                    <a:lnTo>
                      <a:pt x="36000" y="55000"/>
                    </a:lnTo>
                    <a:lnTo>
                      <a:pt x="0" y="55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d5d6"/>
                  </a:gs>
                  <a:gs pos="100000">
                    <a:srgbClr val="bec0c1"/>
                  </a:gs>
                </a:gsLst>
                <a:lin ang="5400000" scaled="1"/>
              </a:gradFill>
              <a:ln w="20002" cap="flat" cmpd="sng" algn="ctr">
                <a:solidFill>
                  <a:srgbClr val="213a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77" name="FC"/>
              <p:cNvSpPr txBox="1"/>
              <p:nvPr/>
            </p:nvSpPr>
            <p:spPr>
              <a:xfrm rot="5400000">
                <a:off x="2462212" y="4243388"/>
                <a:ext cx="523875" cy="30594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ctr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50" b="1">
                    <a:solidFill>
                      <a:srgbClr val="050505"/>
                    </a:solidFill>
                    <a:latin typeface="Liberation Serif"/>
                  </a:rPr>
                  <a:t>FC</a:t>
                </a:r>
              </a:p>
            </p:txBody>
          </p:sp>
        </p:grpSp>
        <p:sp>
          <p:nvSpPr>
            <p:cNvPr id="11278" name="Rectangle"/>
            <p:cNvSpPr/>
            <p:nvPr/>
          </p:nvSpPr>
          <p:spPr>
            <a:xfrm>
              <a:off x="2571750" y="4762500"/>
              <a:ext cx="304800" cy="923925"/>
            </a:xfrm>
            <a:custGeom>
              <a:avLst/>
              <a:gdLst/>
              <a:ahLst/>
              <a:cxnLst/>
              <a:rect l="0" t="0" r="r" b="b"/>
              <a:pathLst>
                <a:path w="32000" h="97000">
                  <a:moveTo>
                    <a:pt x="7000" y="0"/>
                  </a:moveTo>
                  <a:lnTo>
                    <a:pt x="25000" y="0"/>
                  </a:lnTo>
                  <a:cubicBezTo>
                    <a:pt x="28866" y="0"/>
                    <a:pt x="32000" y="3134"/>
                    <a:pt x="32000" y="7000"/>
                  </a:cubicBezTo>
                  <a:lnTo>
                    <a:pt x="32000" y="90000"/>
                  </a:lnTo>
                  <a:cubicBezTo>
                    <a:pt x="32000" y="93866"/>
                    <a:pt x="28866" y="97000"/>
                    <a:pt x="25000" y="97000"/>
                  </a:cubicBezTo>
                  <a:lnTo>
                    <a:pt x="7000" y="97000"/>
                  </a:lnTo>
                  <a:cubicBezTo>
                    <a:pt x="3134" y="97000"/>
                    <a:pt x="0" y="93866"/>
                    <a:pt x="0" y="90000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ffe899"/>
            </a:solidFill>
            <a:ln w="20002" cap="flat" cmpd="sng" algn="ctr">
              <a:solidFill>
                <a:srgbClr val="203969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79" name="Softmax"/>
            <p:cNvSpPr txBox="1"/>
            <p:nvPr/>
          </p:nvSpPr>
          <p:spPr>
            <a:xfrm rot="5400000">
              <a:off x="2247900" y="5086350"/>
              <a:ext cx="952500" cy="28460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050505"/>
                  </a:solidFill>
                  <a:latin typeface="Liberation Serif"/>
                </a:rPr>
                <a:t>Softmax</a:t>
              </a:r>
            </a:p>
          </p:txBody>
        </p:sp>
        <p:sp>
          <p:nvSpPr>
            <p:cNvPr id="11280" name="Rectangle"/>
            <p:cNvSpPr/>
            <p:nvPr/>
          </p:nvSpPr>
          <p:spPr>
            <a:xfrm>
              <a:off x="1800225" y="4924425"/>
              <a:ext cx="314325" cy="638175"/>
            </a:xfrm>
            <a:custGeom>
              <a:avLst/>
              <a:gdLst/>
              <a:ahLst/>
              <a:cxnLst/>
              <a:rect l="0" t="0" r="r" b="b"/>
              <a:pathLst>
                <a:path w="33000" h="67000">
                  <a:moveTo>
                    <a:pt x="0" y="0"/>
                  </a:moveTo>
                  <a:lnTo>
                    <a:pt x="33000" y="0"/>
                  </a:lnTo>
                  <a:lnTo>
                    <a:pt x="33000" y="67000"/>
                  </a:lnTo>
                  <a:lnTo>
                    <a:pt x="0" y="67000"/>
                  </a:lnTo>
                  <a:close/>
                </a:path>
              </a:pathLst>
            </a:custGeom>
            <a:solidFill>
              <a:srgbClr val="ffe694"/>
            </a:solidFill>
            <a:ln w="19050" cap="flat" cmpd="sng" algn="ctr">
              <a:solidFill>
                <a:srgbClr val="18366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282" name="LCE"/>
            <p:cNvGrpSpPr/>
            <p:nvPr/>
          </p:nvGrpSpPr>
          <p:grpSpPr>
            <a:xfrm>
              <a:off x="1789028" y="5016479"/>
              <a:ext cx="254121" cy="419247"/>
              <a:chOff x="1789028" y="5016479"/>
              <a:chExt cx="254121" cy="419247"/>
            </a:xfrm>
          </p:grpSpPr>
          <p:sp>
            <p:nvSpPr>
              <p:cNvPr id="11283" name="L"/>
              <p:cNvSpPr txBox="1"/>
              <p:nvPr/>
            </p:nvSpPr>
            <p:spPr>
              <a:xfrm rot="5400000">
                <a:off x="1881150" y="5016479"/>
                <a:ext cx="161999" cy="284607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 b="1">
                    <a:solidFill>
                      <a:srgbClr val="050505"/>
                    </a:solidFill>
                    <a:latin typeface="Liberation Serif"/>
                  </a:rPr>
                  <a:t>L</a:t>
                </a:r>
              </a:p>
            </p:txBody>
          </p:sp>
          <p:sp>
            <p:nvSpPr>
              <p:cNvPr id="11284" name="CE"/>
              <p:cNvSpPr txBox="1"/>
              <p:nvPr/>
            </p:nvSpPr>
            <p:spPr>
              <a:xfrm rot="5400000">
                <a:off x="1789028" y="5240730"/>
                <a:ext cx="215942" cy="194996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70" b="1">
                    <a:solidFill>
                      <a:srgbClr val="050505"/>
                    </a:solidFill>
                    <a:latin typeface="Liberation Serif"/>
                  </a:rPr>
                  <a:t>CE</a:t>
                </a:r>
              </a:p>
            </p:txBody>
          </p:sp>
        </p:grpSp>
        <p:sp>
          <p:nvSpPr>
            <p:cNvPr id="11285" name="Evolutionary navigator"/>
            <p:cNvSpPr txBox="1"/>
            <p:nvPr/>
          </p:nvSpPr>
          <p:spPr>
            <a:xfrm>
              <a:off x="1000125" y="5781675"/>
              <a:ext cx="2286000" cy="24193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Evolutionary navigator</a:t>
              </a:r>
            </a:p>
          </p:txBody>
        </p:sp>
        <p:grpSp>
          <p:nvGrpSpPr>
            <p:cNvPr id="11286" name="FC layer 61 647"/>
            <p:cNvGrpSpPr/>
            <p:nvPr/>
          </p:nvGrpSpPr>
          <p:grpSpPr>
            <a:xfrm>
              <a:off x="490538" y="6162675"/>
              <a:ext cx="523875" cy="523875"/>
              <a:chOff x="490538" y="6162675"/>
              <a:chExt cx="523875" cy="523875"/>
            </a:xfrm>
          </p:grpSpPr>
          <p:sp>
            <p:nvSpPr>
              <p:cNvPr id="11287" name="Rectangle"/>
              <p:cNvSpPr/>
              <p:nvPr/>
            </p:nvSpPr>
            <p:spPr>
              <a:xfrm>
                <a:off x="581025" y="6162675"/>
                <a:ext cx="342900" cy="523875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55000">
                    <a:moveTo>
                      <a:pt x="0" y="0"/>
                    </a:moveTo>
                    <a:lnTo>
                      <a:pt x="36000" y="0"/>
                    </a:lnTo>
                    <a:lnTo>
                      <a:pt x="36000" y="55000"/>
                    </a:lnTo>
                    <a:lnTo>
                      <a:pt x="0" y="55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de4f3"/>
                  </a:gs>
                  <a:gs pos="100000">
                    <a:srgbClr val="b6d1e5"/>
                  </a:gs>
                </a:gsLst>
                <a:lin ang="5400000" scaled="1"/>
              </a:gradFill>
              <a:ln w="20002" cap="flat" cmpd="sng" algn="ctr">
                <a:solidFill>
                  <a:srgbClr val="213a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88" name="FC"/>
              <p:cNvSpPr txBox="1"/>
              <p:nvPr/>
            </p:nvSpPr>
            <p:spPr>
              <a:xfrm rot="5400000">
                <a:off x="490538" y="6291262"/>
                <a:ext cx="523875" cy="30594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ctr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50" b="1">
                    <a:solidFill>
                      <a:srgbClr val="050505"/>
                    </a:solidFill>
                    <a:latin typeface="Liberation Serif"/>
                  </a:rPr>
                  <a:t>FC</a:t>
                </a:r>
              </a:p>
            </p:txBody>
          </p:sp>
        </p:grpSp>
        <p:grpSp>
          <p:nvGrpSpPr>
            <p:cNvPr id="11289" name="FC layer 61 707"/>
            <p:cNvGrpSpPr/>
            <p:nvPr/>
          </p:nvGrpSpPr>
          <p:grpSpPr>
            <a:xfrm>
              <a:off x="495300" y="6734175"/>
              <a:ext cx="514350" cy="514350"/>
              <a:chOff x="495300" y="6734175"/>
              <a:chExt cx="514350" cy="514350"/>
            </a:xfrm>
          </p:grpSpPr>
          <p:sp>
            <p:nvSpPr>
              <p:cNvPr id="11290" name="Rectangle"/>
              <p:cNvSpPr/>
              <p:nvPr/>
            </p:nvSpPr>
            <p:spPr>
              <a:xfrm>
                <a:off x="581025" y="6734175"/>
                <a:ext cx="342900" cy="514350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54000">
                    <a:moveTo>
                      <a:pt x="0" y="0"/>
                    </a:moveTo>
                    <a:lnTo>
                      <a:pt x="36000" y="0"/>
                    </a:lnTo>
                    <a:lnTo>
                      <a:pt x="36000" y="54000"/>
                    </a:lnTo>
                    <a:lnTo>
                      <a:pt x="0" y="54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d5d6"/>
                  </a:gs>
                  <a:gs pos="100000">
                    <a:srgbClr val="bec0c1"/>
                  </a:gs>
                </a:gsLst>
                <a:lin ang="5400000" scaled="1"/>
              </a:gradFill>
              <a:ln w="20002" cap="flat" cmpd="sng" algn="ctr">
                <a:solidFill>
                  <a:srgbClr val="213a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91" name="FC"/>
              <p:cNvSpPr txBox="1"/>
              <p:nvPr/>
            </p:nvSpPr>
            <p:spPr>
              <a:xfrm rot="5400000">
                <a:off x="495300" y="6858000"/>
                <a:ext cx="514350" cy="30594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ctr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50" b="1">
                    <a:solidFill>
                      <a:srgbClr val="050505"/>
                    </a:solidFill>
                    <a:latin typeface="Liberation Serif"/>
                  </a:rPr>
                  <a:t>FC</a:t>
                </a:r>
              </a:p>
            </p:txBody>
          </p:sp>
        </p:grpSp>
        <p:sp>
          <p:nvSpPr>
            <p:cNvPr id="11292" name="Dimensions of fused views"/>
            <p:cNvSpPr txBox="1"/>
            <p:nvPr/>
          </p:nvSpPr>
          <p:spPr>
            <a:xfrm>
              <a:off x="1028700" y="6334125"/>
              <a:ext cx="2266950" cy="23126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5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5" b="1">
                  <a:solidFill>
                    <a:srgbClr val="050505"/>
                  </a:solidFill>
                  <a:latin typeface="Liberation Serif"/>
                </a:rPr>
                <a:t>Dimensions of fused views</a:t>
              </a:r>
            </a:p>
          </p:txBody>
        </p:sp>
        <p:sp>
          <p:nvSpPr>
            <p:cNvPr id="11293" name="Dimensions of the number of category"/>
            <p:cNvSpPr txBox="1"/>
            <p:nvPr/>
          </p:nvSpPr>
          <p:spPr>
            <a:xfrm>
              <a:off x="1009650" y="6800850"/>
              <a:ext cx="2295525" cy="4339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5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5" b="1">
                  <a:solidFill>
                    <a:srgbClr val="050505"/>
                  </a:solidFill>
                  <a:latin typeface="Liberation Serif"/>
                </a:rPr>
                <a:t>Dimensions of the number of</a:t>
              </a:r>
            </a:p>
            <a:p>
              <a:pPr algn="ctr">
                <a:lnSpc>
                  <a:spcPts val="15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5" b="1">
                  <a:solidFill>
                    <a:srgbClr val="050505"/>
                  </a:solidFill>
                  <a:latin typeface="Liberation Serif"/>
                </a:rPr>
                <a:t>category</a:t>
              </a:r>
            </a:p>
          </p:txBody>
        </p:sp>
      </p:grpSp>
      <p:grpSp>
        <p:nvGrpSpPr>
          <p:cNvPr id="11294" name="Navigator search and encoding"/>
          <p:cNvGrpSpPr/>
          <p:nvPr/>
        </p:nvGrpSpPr>
        <p:grpSpPr>
          <a:xfrm>
            <a:off x="3857625" y="2914650"/>
            <a:ext cx="2276475" cy="4186428"/>
            <a:chOff x="3857625" y="2914650"/>
            <a:chExt cx="2276475" cy="4186428"/>
          </a:xfrm>
        </p:grpSpPr>
        <p:sp>
          <p:nvSpPr>
            <p:cNvPr id="11295" name="Navigator set container"/>
            <p:cNvSpPr/>
            <p:nvPr/>
          </p:nvSpPr>
          <p:spPr>
            <a:xfrm>
              <a:off x="3943350" y="2914650"/>
              <a:ext cx="1181100" cy="457200"/>
            </a:xfrm>
            <a:custGeom>
              <a:avLst/>
              <a:gdLst/>
              <a:ahLst/>
              <a:cxnLst/>
              <a:rect l="0" t="0" r="r" b="b"/>
              <a:pathLst>
                <a:path w="124000" h="48000">
                  <a:moveTo>
                    <a:pt x="0" y="6000"/>
                  </a:moveTo>
                  <a:cubicBezTo>
                    <a:pt x="0" y="0"/>
                    <a:pt x="124000" y="0"/>
                    <a:pt x="124000" y="6000"/>
                  </a:cubicBezTo>
                  <a:lnTo>
                    <a:pt x="124000" y="41000"/>
                  </a:lnTo>
                  <a:cubicBezTo>
                    <a:pt x="124000" y="48000"/>
                    <a:pt x="0" y="48000"/>
                    <a:pt x="0" y="41000"/>
                  </a:cubicBezTo>
                  <a:close/>
                </a:path>
              </a:pathLst>
            </a:custGeom>
            <a:solidFill>
              <a:srgbClr val="fff2ca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96" name="Set container top"/>
            <p:cNvSpPr/>
            <p:nvPr/>
          </p:nvSpPr>
          <p:spPr>
            <a:xfrm>
              <a:off x="3943350" y="2924175"/>
              <a:ext cx="1181100" cy="95250"/>
            </a:xfrm>
            <a:prstGeom prst="ellipse">
              <a:avLst/>
            </a:prstGeom>
            <a:solidFill>
              <a:srgbClr val="fff3ce"/>
            </a:solidFill>
            <a:ln w="13335" cap="flat" cmpd="sng" algn="ctr">
              <a:solidFill>
                <a:srgbClr val="fffdf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297" name="Navigator icon 426 314"/>
            <p:cNvGrpSpPr/>
            <p:nvPr/>
          </p:nvGrpSpPr>
          <p:grpSpPr>
            <a:xfrm>
              <a:off x="4040124" y="2970181"/>
              <a:ext cx="236601" cy="315944"/>
              <a:chOff x="4040124" y="2970181"/>
              <a:chExt cx="236601" cy="315944"/>
            </a:xfrm>
          </p:grpSpPr>
          <p:sp>
            <p:nvSpPr>
              <p:cNvPr id="11298" name="Navigator head silhouette"/>
              <p:cNvSpPr/>
              <p:nvPr/>
            </p:nvSpPr>
            <p:spPr>
              <a:xfrm>
                <a:off x="4040124" y="2970181"/>
                <a:ext cx="236601" cy="315944"/>
              </a:xfrm>
              <a:custGeom>
                <a:avLst/>
                <a:gdLst/>
                <a:ahLst/>
                <a:cxnLst/>
                <a:rect l="0" t="0" r="r" b="b"/>
                <a:pathLst>
                  <a:path w="24840" h="33170">
                    <a:moveTo>
                      <a:pt x="3450" y="33170"/>
                    </a:moveTo>
                    <a:cubicBezTo>
                      <a:pt x="7130" y="28210"/>
                      <a:pt x="7130" y="26040"/>
                      <a:pt x="5980" y="22630"/>
                    </a:cubicBezTo>
                    <a:cubicBezTo>
                      <a:pt x="0" y="14570"/>
                      <a:pt x="2530" y="4030"/>
                      <a:pt x="10350" y="2480"/>
                    </a:cubicBezTo>
                    <a:cubicBezTo>
                      <a:pt x="18630" y="0"/>
                      <a:pt x="24380" y="7750"/>
                      <a:pt x="22310" y="15190"/>
                    </a:cubicBezTo>
                    <a:lnTo>
                      <a:pt x="24840" y="19220"/>
                    </a:lnTo>
                    <a:lnTo>
                      <a:pt x="22080" y="20460"/>
                    </a:lnTo>
                    <a:lnTo>
                      <a:pt x="22080" y="22630"/>
                    </a:lnTo>
                    <a:lnTo>
                      <a:pt x="20240" y="23250"/>
                    </a:lnTo>
                    <a:lnTo>
                      <a:pt x="21160" y="24800"/>
                    </a:lnTo>
                    <a:lnTo>
                      <a:pt x="20470" y="27900"/>
                    </a:lnTo>
                    <a:lnTo>
                      <a:pt x="15640" y="27900"/>
                    </a:lnTo>
                    <a:lnTo>
                      <a:pt x="14720" y="33170"/>
                    </a:lnTo>
                    <a:close/>
                  </a:path>
                </a:pathLst>
              </a:custGeom>
              <a:solidFill>
                <a:srgbClr val="668f3b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99" name="Vector path"/>
              <p:cNvSpPr/>
              <p:nvPr/>
            </p:nvSpPr>
            <p:spPr>
              <a:xfrm>
                <a:off x="4140898" y="3064669"/>
                <a:ext cx="48197" cy="29528"/>
              </a:xfrm>
              <a:custGeom>
                <a:avLst/>
                <a:gdLst/>
                <a:ahLst/>
                <a:cxnLst/>
                <a:rect l="0" t="0" r="r" b="b"/>
                <a:pathLst>
                  <a:path w="5060" h="3100">
                    <a:moveTo>
                      <a:pt x="0" y="3100"/>
                    </a:moveTo>
                    <a:lnTo>
                      <a:pt x="5060" y="0"/>
                    </a:lnTo>
                  </a:path>
                </a:pathLst>
              </a:custGeom>
              <a:noFill/>
              <a:ln w="5715" cap="flat" cmpd="sng" algn="ctr">
                <a:solidFill>
                  <a:srgbClr val="fff9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00" name="Vector path"/>
              <p:cNvSpPr/>
              <p:nvPr/>
            </p:nvSpPr>
            <p:spPr>
              <a:xfrm>
                <a:off x="4145280" y="3103054"/>
                <a:ext cx="52578" cy="29528"/>
              </a:xfrm>
              <a:custGeom>
                <a:avLst/>
                <a:gdLst/>
                <a:ahLst/>
                <a:cxnLst/>
                <a:rect l="0" t="0" r="r" b="b"/>
                <a:pathLst>
                  <a:path w="5520" h="3100">
                    <a:moveTo>
                      <a:pt x="0" y="0"/>
                    </a:moveTo>
                    <a:lnTo>
                      <a:pt x="5520" y="3100"/>
                    </a:lnTo>
                  </a:path>
                </a:pathLst>
              </a:custGeom>
              <a:noFill/>
              <a:ln w="5715" cap="flat" cmpd="sng" algn="ctr">
                <a:solidFill>
                  <a:srgbClr val="fff9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01" name="Thought node"/>
              <p:cNvSpPr/>
              <p:nvPr/>
            </p:nvSpPr>
            <p:spPr>
              <a:xfrm>
                <a:off x="4113514" y="3057287"/>
                <a:ext cx="54769" cy="73819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02" name="Thought node"/>
              <p:cNvSpPr/>
              <p:nvPr/>
            </p:nvSpPr>
            <p:spPr>
              <a:xfrm>
                <a:off x="4175950" y="3035141"/>
                <a:ext cx="35052" cy="47244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03" name="Thought node"/>
              <p:cNvSpPr/>
              <p:nvPr/>
            </p:nvSpPr>
            <p:spPr>
              <a:xfrm>
                <a:off x="4185371" y="3115751"/>
                <a:ext cx="20593" cy="27756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304" name="Navigator icon 454 314"/>
            <p:cNvGrpSpPr/>
            <p:nvPr/>
          </p:nvGrpSpPr>
          <p:grpSpPr>
            <a:xfrm>
              <a:off x="4306824" y="2970181"/>
              <a:ext cx="236601" cy="315944"/>
              <a:chOff x="4306824" y="2970181"/>
              <a:chExt cx="236601" cy="315944"/>
            </a:xfrm>
          </p:grpSpPr>
          <p:sp>
            <p:nvSpPr>
              <p:cNvPr id="11305" name="Navigator head silhouette"/>
              <p:cNvSpPr/>
              <p:nvPr/>
            </p:nvSpPr>
            <p:spPr>
              <a:xfrm>
                <a:off x="4306824" y="2970181"/>
                <a:ext cx="236601" cy="315944"/>
              </a:xfrm>
              <a:custGeom>
                <a:avLst/>
                <a:gdLst/>
                <a:ahLst/>
                <a:cxnLst/>
                <a:rect l="0" t="0" r="r" b="b"/>
                <a:pathLst>
                  <a:path w="24840" h="33170">
                    <a:moveTo>
                      <a:pt x="3450" y="33170"/>
                    </a:moveTo>
                    <a:cubicBezTo>
                      <a:pt x="7130" y="28210"/>
                      <a:pt x="7130" y="26040"/>
                      <a:pt x="5980" y="22630"/>
                    </a:cubicBezTo>
                    <a:cubicBezTo>
                      <a:pt x="0" y="14570"/>
                      <a:pt x="2530" y="4030"/>
                      <a:pt x="10350" y="2480"/>
                    </a:cubicBezTo>
                    <a:cubicBezTo>
                      <a:pt x="18630" y="0"/>
                      <a:pt x="24380" y="7750"/>
                      <a:pt x="22310" y="15190"/>
                    </a:cubicBezTo>
                    <a:lnTo>
                      <a:pt x="24840" y="19220"/>
                    </a:lnTo>
                    <a:lnTo>
                      <a:pt x="22080" y="20460"/>
                    </a:lnTo>
                    <a:lnTo>
                      <a:pt x="22080" y="22630"/>
                    </a:lnTo>
                    <a:lnTo>
                      <a:pt x="20240" y="23250"/>
                    </a:lnTo>
                    <a:lnTo>
                      <a:pt x="21160" y="24800"/>
                    </a:lnTo>
                    <a:lnTo>
                      <a:pt x="20470" y="27900"/>
                    </a:lnTo>
                    <a:lnTo>
                      <a:pt x="15640" y="27900"/>
                    </a:lnTo>
                    <a:lnTo>
                      <a:pt x="14720" y="33170"/>
                    </a:lnTo>
                    <a:close/>
                  </a:path>
                </a:pathLst>
              </a:custGeom>
              <a:solidFill>
                <a:srgbClr val="2a81c2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06" name="Vector path"/>
              <p:cNvSpPr/>
              <p:nvPr/>
            </p:nvSpPr>
            <p:spPr>
              <a:xfrm>
                <a:off x="4407598" y="3064669"/>
                <a:ext cx="48197" cy="29528"/>
              </a:xfrm>
              <a:custGeom>
                <a:avLst/>
                <a:gdLst/>
                <a:ahLst/>
                <a:cxnLst/>
                <a:rect l="0" t="0" r="r" b="b"/>
                <a:pathLst>
                  <a:path w="5060" h="3100">
                    <a:moveTo>
                      <a:pt x="0" y="3100"/>
                    </a:moveTo>
                    <a:lnTo>
                      <a:pt x="5060" y="0"/>
                    </a:lnTo>
                  </a:path>
                </a:pathLst>
              </a:custGeom>
              <a:noFill/>
              <a:ln w="5715" cap="flat" cmpd="sng" algn="ctr">
                <a:solidFill>
                  <a:srgbClr val="fff9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07" name="Vector path"/>
              <p:cNvSpPr/>
              <p:nvPr/>
            </p:nvSpPr>
            <p:spPr>
              <a:xfrm>
                <a:off x="4411980" y="3103054"/>
                <a:ext cx="52578" cy="29528"/>
              </a:xfrm>
              <a:custGeom>
                <a:avLst/>
                <a:gdLst/>
                <a:ahLst/>
                <a:cxnLst/>
                <a:rect l="0" t="0" r="r" b="b"/>
                <a:pathLst>
                  <a:path w="5520" h="3100">
                    <a:moveTo>
                      <a:pt x="0" y="0"/>
                    </a:moveTo>
                    <a:lnTo>
                      <a:pt x="5520" y="3100"/>
                    </a:lnTo>
                  </a:path>
                </a:pathLst>
              </a:custGeom>
              <a:noFill/>
              <a:ln w="5715" cap="flat" cmpd="sng" algn="ctr">
                <a:solidFill>
                  <a:srgbClr val="fff9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08" name="Thought node"/>
              <p:cNvSpPr/>
              <p:nvPr/>
            </p:nvSpPr>
            <p:spPr>
              <a:xfrm>
                <a:off x="4380214" y="3057287"/>
                <a:ext cx="54769" cy="73819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09" name="Thought node"/>
              <p:cNvSpPr/>
              <p:nvPr/>
            </p:nvSpPr>
            <p:spPr>
              <a:xfrm>
                <a:off x="4442650" y="3035141"/>
                <a:ext cx="35052" cy="47244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10" name="Thought node"/>
              <p:cNvSpPr/>
              <p:nvPr/>
            </p:nvSpPr>
            <p:spPr>
              <a:xfrm>
                <a:off x="4452071" y="3115751"/>
                <a:ext cx="20593" cy="27756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1311" name="Individual fitness point"/>
            <p:cNvSpPr/>
            <p:nvPr/>
          </p:nvSpPr>
          <p:spPr>
            <a:xfrm>
              <a:off x="4640580" y="3126105"/>
              <a:ext cx="53340" cy="53340"/>
            </a:xfrm>
            <a:prstGeom prst="ellipse">
              <a:avLst/>
            </a:prstGeom>
            <a:solidFill>
              <a:srgbClr val="05050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12" name="Individual fitness point"/>
            <p:cNvSpPr/>
            <p:nvPr/>
          </p:nvSpPr>
          <p:spPr>
            <a:xfrm>
              <a:off x="4764405" y="3126105"/>
              <a:ext cx="53340" cy="53340"/>
            </a:xfrm>
            <a:prstGeom prst="ellipse">
              <a:avLst/>
            </a:prstGeom>
            <a:solidFill>
              <a:srgbClr val="05050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13" name="Individual fitness point"/>
            <p:cNvSpPr/>
            <p:nvPr/>
          </p:nvSpPr>
          <p:spPr>
            <a:xfrm>
              <a:off x="4888230" y="3126105"/>
              <a:ext cx="53340" cy="53340"/>
            </a:xfrm>
            <a:prstGeom prst="ellipse">
              <a:avLst/>
            </a:prstGeom>
            <a:solidFill>
              <a:srgbClr val="05050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14" name="Evolutionary navigator set"/>
            <p:cNvSpPr txBox="1"/>
            <p:nvPr/>
          </p:nvSpPr>
          <p:spPr>
            <a:xfrm>
              <a:off x="3876675" y="3371850"/>
              <a:ext cx="1276350" cy="476631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75" b="1">
                  <a:solidFill>
                    <a:srgbClr val="050505"/>
                  </a:solidFill>
                  <a:latin typeface="Liberation Serif"/>
                </a:rPr>
                <a:t>Evolutionary</a:t>
              </a:r>
            </a:p>
            <a:p>
              <a:pPr algn="ctr">
                <a:lnSpc>
                  <a:spcPts val="17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75" b="1">
                  <a:solidFill>
                    <a:srgbClr val="050505"/>
                  </a:solidFill>
                  <a:latin typeface="Liberation Serif"/>
                </a:rPr>
                <a:t>navigator set</a:t>
              </a:r>
            </a:p>
          </p:txBody>
        </p:sp>
        <p:sp>
          <p:nvSpPr>
            <p:cNvPr id="11315" name="Directional connector"/>
            <p:cNvSpPr/>
            <p:nvPr/>
          </p:nvSpPr>
          <p:spPr>
            <a:xfrm>
              <a:off x="4476750" y="3857625"/>
              <a:ext cx="95" cy="533400"/>
            </a:xfrm>
            <a:custGeom>
              <a:avLst/>
              <a:gdLst/>
              <a:ahLst/>
              <a:cxnLst/>
              <a:rect l="0" t="0" r="r" b="b"/>
              <a:pathLst>
                <a:path w="10" h="56000">
                  <a:moveTo>
                    <a:pt x="0" y="0"/>
                  </a:moveTo>
                  <a:lnTo>
                    <a:pt x="0" y="56000"/>
                  </a:lnTo>
                </a:path>
              </a:pathLst>
            </a:custGeom>
            <a:noFill/>
            <a:ln w="29528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16" name="Arrowhead"/>
            <p:cNvSpPr/>
            <p:nvPr/>
          </p:nvSpPr>
          <p:spPr>
            <a:xfrm>
              <a:off x="4419790" y="4267200"/>
              <a:ext cx="113919" cy="123825"/>
            </a:xfrm>
            <a:custGeom>
              <a:avLst/>
              <a:gdLst/>
              <a:ahLst/>
              <a:cxnLst/>
              <a:rect l="0" t="0" r="r" b="b"/>
              <a:pathLst>
                <a:path w="11960" h="13000">
                  <a:moveTo>
                    <a:pt x="5980" y="13000"/>
                  </a:moveTo>
                  <a:lnTo>
                    <a:pt x="0" y="0"/>
                  </a:lnTo>
                  <a:lnTo>
                    <a:pt x="1196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17" name="Rectangle"/>
            <p:cNvSpPr/>
            <p:nvPr/>
          </p:nvSpPr>
          <p:spPr>
            <a:xfrm>
              <a:off x="4533900" y="3990975"/>
              <a:ext cx="600075" cy="228600"/>
            </a:xfrm>
            <a:custGeom>
              <a:avLst/>
              <a:gdLst/>
              <a:ahLst/>
              <a:cxnLst/>
              <a:rect l="0" t="0" r="r" b="b"/>
              <a:pathLst>
                <a:path w="63000" h="24000">
                  <a:moveTo>
                    <a:pt x="0" y="0"/>
                  </a:moveTo>
                  <a:lnTo>
                    <a:pt x="63000" y="0"/>
                  </a:lnTo>
                  <a:lnTo>
                    <a:pt x="63000" y="24000"/>
                  </a:lnTo>
                  <a:lnTo>
                    <a:pt x="0" y="24000"/>
                  </a:lnTo>
                  <a:close/>
                </a:path>
              </a:pathLst>
            </a:custGeom>
            <a:solidFill>
              <a:srgbClr val="ffe07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18" name="Search"/>
            <p:cNvSpPr txBox="1"/>
            <p:nvPr/>
          </p:nvSpPr>
          <p:spPr>
            <a:xfrm>
              <a:off x="4552950" y="3990975"/>
              <a:ext cx="619125" cy="24193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Search</a:t>
              </a:r>
            </a:p>
          </p:txBody>
        </p:sp>
        <p:sp>
          <p:nvSpPr>
            <p:cNvPr id="11319" name="Navigator set container"/>
            <p:cNvSpPr/>
            <p:nvPr/>
          </p:nvSpPr>
          <p:spPr>
            <a:xfrm>
              <a:off x="3943350" y="4543425"/>
              <a:ext cx="1181100" cy="457200"/>
            </a:xfrm>
            <a:custGeom>
              <a:avLst/>
              <a:gdLst/>
              <a:ahLst/>
              <a:cxnLst/>
              <a:rect l="0" t="0" r="r" b="b"/>
              <a:pathLst>
                <a:path w="124000" h="48000">
                  <a:moveTo>
                    <a:pt x="0" y="6000"/>
                  </a:moveTo>
                  <a:cubicBezTo>
                    <a:pt x="0" y="0"/>
                    <a:pt x="124000" y="0"/>
                    <a:pt x="124000" y="6000"/>
                  </a:cubicBezTo>
                  <a:lnTo>
                    <a:pt x="124000" y="41000"/>
                  </a:lnTo>
                  <a:cubicBezTo>
                    <a:pt x="124000" y="48000"/>
                    <a:pt x="0" y="48000"/>
                    <a:pt x="0" y="41000"/>
                  </a:cubicBezTo>
                  <a:close/>
                </a:path>
              </a:pathLst>
            </a:custGeom>
            <a:solidFill>
              <a:srgbClr val="fff2ca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20" name="Set container top"/>
            <p:cNvSpPr/>
            <p:nvPr/>
          </p:nvSpPr>
          <p:spPr>
            <a:xfrm>
              <a:off x="3943350" y="4552950"/>
              <a:ext cx="1181100" cy="95250"/>
            </a:xfrm>
            <a:prstGeom prst="ellipse">
              <a:avLst/>
            </a:prstGeom>
            <a:solidFill>
              <a:srgbClr val="fff3ce"/>
            </a:solidFill>
            <a:ln w="13335" cap="flat" cmpd="sng" algn="ctr">
              <a:solidFill>
                <a:srgbClr val="fffdf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321" name="Navigator icon 426 487"/>
            <p:cNvGrpSpPr/>
            <p:nvPr/>
          </p:nvGrpSpPr>
          <p:grpSpPr>
            <a:xfrm>
              <a:off x="4040124" y="4618006"/>
              <a:ext cx="236601" cy="315944"/>
              <a:chOff x="4040124" y="4618006"/>
              <a:chExt cx="236601" cy="315944"/>
            </a:xfrm>
          </p:grpSpPr>
          <p:sp>
            <p:nvSpPr>
              <p:cNvPr id="11322" name="Navigator head silhouette"/>
              <p:cNvSpPr/>
              <p:nvPr/>
            </p:nvSpPr>
            <p:spPr>
              <a:xfrm>
                <a:off x="4040124" y="4618006"/>
                <a:ext cx="236601" cy="315944"/>
              </a:xfrm>
              <a:custGeom>
                <a:avLst/>
                <a:gdLst/>
                <a:ahLst/>
                <a:cxnLst/>
                <a:rect l="0" t="0" r="r" b="b"/>
                <a:pathLst>
                  <a:path w="24840" h="33170">
                    <a:moveTo>
                      <a:pt x="3450" y="33170"/>
                    </a:moveTo>
                    <a:cubicBezTo>
                      <a:pt x="7130" y="28210"/>
                      <a:pt x="7130" y="26040"/>
                      <a:pt x="5980" y="22630"/>
                    </a:cubicBezTo>
                    <a:cubicBezTo>
                      <a:pt x="0" y="14570"/>
                      <a:pt x="2530" y="4030"/>
                      <a:pt x="10350" y="2480"/>
                    </a:cubicBezTo>
                    <a:cubicBezTo>
                      <a:pt x="18630" y="0"/>
                      <a:pt x="24380" y="7750"/>
                      <a:pt x="22310" y="15190"/>
                    </a:cubicBezTo>
                    <a:lnTo>
                      <a:pt x="24840" y="19220"/>
                    </a:lnTo>
                    <a:lnTo>
                      <a:pt x="22080" y="20460"/>
                    </a:lnTo>
                    <a:lnTo>
                      <a:pt x="22080" y="22630"/>
                    </a:lnTo>
                    <a:lnTo>
                      <a:pt x="20240" y="23250"/>
                    </a:lnTo>
                    <a:lnTo>
                      <a:pt x="21160" y="24800"/>
                    </a:lnTo>
                    <a:lnTo>
                      <a:pt x="20470" y="27900"/>
                    </a:lnTo>
                    <a:lnTo>
                      <a:pt x="15640" y="27900"/>
                    </a:lnTo>
                    <a:lnTo>
                      <a:pt x="14720" y="33170"/>
                    </a:lnTo>
                    <a:close/>
                  </a:path>
                </a:pathLst>
              </a:custGeom>
              <a:solidFill>
                <a:srgbClr val="efb188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23" name="Vector path"/>
              <p:cNvSpPr/>
              <p:nvPr/>
            </p:nvSpPr>
            <p:spPr>
              <a:xfrm>
                <a:off x="4140898" y="4712494"/>
                <a:ext cx="48197" cy="29528"/>
              </a:xfrm>
              <a:custGeom>
                <a:avLst/>
                <a:gdLst/>
                <a:ahLst/>
                <a:cxnLst/>
                <a:rect l="0" t="0" r="r" b="b"/>
                <a:pathLst>
                  <a:path w="5060" h="3100">
                    <a:moveTo>
                      <a:pt x="0" y="3100"/>
                    </a:moveTo>
                    <a:lnTo>
                      <a:pt x="5060" y="0"/>
                    </a:lnTo>
                  </a:path>
                </a:pathLst>
              </a:custGeom>
              <a:noFill/>
              <a:ln w="5715" cap="flat" cmpd="sng" algn="ctr">
                <a:solidFill>
                  <a:srgbClr val="fff9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24" name="Vector path"/>
              <p:cNvSpPr/>
              <p:nvPr/>
            </p:nvSpPr>
            <p:spPr>
              <a:xfrm>
                <a:off x="4145280" y="4750880"/>
                <a:ext cx="52578" cy="29528"/>
              </a:xfrm>
              <a:custGeom>
                <a:avLst/>
                <a:gdLst/>
                <a:ahLst/>
                <a:cxnLst/>
                <a:rect l="0" t="0" r="r" b="b"/>
                <a:pathLst>
                  <a:path w="5520" h="3100">
                    <a:moveTo>
                      <a:pt x="0" y="0"/>
                    </a:moveTo>
                    <a:lnTo>
                      <a:pt x="5520" y="3100"/>
                    </a:lnTo>
                  </a:path>
                </a:pathLst>
              </a:custGeom>
              <a:noFill/>
              <a:ln w="5715" cap="flat" cmpd="sng" algn="ctr">
                <a:solidFill>
                  <a:srgbClr val="fff9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25" name="Thought node"/>
              <p:cNvSpPr/>
              <p:nvPr/>
            </p:nvSpPr>
            <p:spPr>
              <a:xfrm>
                <a:off x="4113514" y="4705112"/>
                <a:ext cx="54769" cy="73819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26" name="Thought node"/>
              <p:cNvSpPr/>
              <p:nvPr/>
            </p:nvSpPr>
            <p:spPr>
              <a:xfrm>
                <a:off x="4175950" y="4682966"/>
                <a:ext cx="35052" cy="47244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27" name="Thought node"/>
              <p:cNvSpPr/>
              <p:nvPr/>
            </p:nvSpPr>
            <p:spPr>
              <a:xfrm>
                <a:off x="4185371" y="4763576"/>
                <a:ext cx="20593" cy="27756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328" name="Navigator icon 505 487"/>
            <p:cNvGrpSpPr/>
            <p:nvPr/>
          </p:nvGrpSpPr>
          <p:grpSpPr>
            <a:xfrm>
              <a:off x="4792599" y="4618006"/>
              <a:ext cx="236601" cy="315944"/>
              <a:chOff x="4792599" y="4618006"/>
              <a:chExt cx="236601" cy="315944"/>
            </a:xfrm>
          </p:grpSpPr>
          <p:sp>
            <p:nvSpPr>
              <p:cNvPr id="11329" name="Navigator head silhouette"/>
              <p:cNvSpPr/>
              <p:nvPr/>
            </p:nvSpPr>
            <p:spPr>
              <a:xfrm>
                <a:off x="4792599" y="4618006"/>
                <a:ext cx="236601" cy="315944"/>
              </a:xfrm>
              <a:custGeom>
                <a:avLst/>
                <a:gdLst/>
                <a:ahLst/>
                <a:cxnLst/>
                <a:rect l="0" t="0" r="r" b="b"/>
                <a:pathLst>
                  <a:path w="24840" h="33170">
                    <a:moveTo>
                      <a:pt x="3450" y="33170"/>
                    </a:moveTo>
                    <a:cubicBezTo>
                      <a:pt x="7130" y="28210"/>
                      <a:pt x="7130" y="26040"/>
                      <a:pt x="5980" y="22630"/>
                    </a:cubicBezTo>
                    <a:cubicBezTo>
                      <a:pt x="0" y="14570"/>
                      <a:pt x="2530" y="4030"/>
                      <a:pt x="10350" y="2480"/>
                    </a:cubicBezTo>
                    <a:cubicBezTo>
                      <a:pt x="18630" y="0"/>
                      <a:pt x="24380" y="7750"/>
                      <a:pt x="22310" y="15190"/>
                    </a:cubicBezTo>
                    <a:lnTo>
                      <a:pt x="24840" y="19220"/>
                    </a:lnTo>
                    <a:lnTo>
                      <a:pt x="22080" y="20460"/>
                    </a:lnTo>
                    <a:lnTo>
                      <a:pt x="22080" y="22630"/>
                    </a:lnTo>
                    <a:lnTo>
                      <a:pt x="20240" y="23250"/>
                    </a:lnTo>
                    <a:lnTo>
                      <a:pt x="21160" y="24800"/>
                    </a:lnTo>
                    <a:lnTo>
                      <a:pt x="20470" y="27900"/>
                    </a:lnTo>
                    <a:lnTo>
                      <a:pt x="15640" y="27900"/>
                    </a:lnTo>
                    <a:lnTo>
                      <a:pt x="14720" y="33170"/>
                    </a:lnTo>
                    <a:close/>
                  </a:path>
                </a:pathLst>
              </a:custGeom>
              <a:solidFill>
                <a:srgbClr val="a6ce88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30" name="Vector path"/>
              <p:cNvSpPr/>
              <p:nvPr/>
            </p:nvSpPr>
            <p:spPr>
              <a:xfrm>
                <a:off x="4893374" y="4712494"/>
                <a:ext cx="48196" cy="29528"/>
              </a:xfrm>
              <a:custGeom>
                <a:avLst/>
                <a:gdLst/>
                <a:ahLst/>
                <a:cxnLst/>
                <a:rect l="0" t="0" r="r" b="b"/>
                <a:pathLst>
                  <a:path w="5060" h="3100">
                    <a:moveTo>
                      <a:pt x="0" y="3100"/>
                    </a:moveTo>
                    <a:lnTo>
                      <a:pt x="5060" y="0"/>
                    </a:lnTo>
                  </a:path>
                </a:pathLst>
              </a:custGeom>
              <a:noFill/>
              <a:ln w="5715" cap="flat" cmpd="sng" algn="ctr">
                <a:solidFill>
                  <a:srgbClr val="fff9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31" name="Vector path"/>
              <p:cNvSpPr/>
              <p:nvPr/>
            </p:nvSpPr>
            <p:spPr>
              <a:xfrm>
                <a:off x="4897755" y="4750880"/>
                <a:ext cx="52578" cy="29528"/>
              </a:xfrm>
              <a:custGeom>
                <a:avLst/>
                <a:gdLst/>
                <a:ahLst/>
                <a:cxnLst/>
                <a:rect l="0" t="0" r="r" b="b"/>
                <a:pathLst>
                  <a:path w="5520" h="3100">
                    <a:moveTo>
                      <a:pt x="0" y="0"/>
                    </a:moveTo>
                    <a:lnTo>
                      <a:pt x="5520" y="3100"/>
                    </a:lnTo>
                  </a:path>
                </a:pathLst>
              </a:custGeom>
              <a:noFill/>
              <a:ln w="5715" cap="flat" cmpd="sng" algn="ctr">
                <a:solidFill>
                  <a:srgbClr val="fff9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32" name="Thought node"/>
              <p:cNvSpPr/>
              <p:nvPr/>
            </p:nvSpPr>
            <p:spPr>
              <a:xfrm>
                <a:off x="4865989" y="4705112"/>
                <a:ext cx="54769" cy="73819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33" name="Thought node"/>
              <p:cNvSpPr/>
              <p:nvPr/>
            </p:nvSpPr>
            <p:spPr>
              <a:xfrm>
                <a:off x="4928426" y="4682966"/>
                <a:ext cx="35052" cy="47244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34" name="Thought node"/>
              <p:cNvSpPr/>
              <p:nvPr/>
            </p:nvSpPr>
            <p:spPr>
              <a:xfrm>
                <a:off x="4937846" y="4763576"/>
                <a:ext cx="20593" cy="27756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1335" name="Evolutionary navigators of individual"/>
            <p:cNvSpPr txBox="1"/>
            <p:nvPr/>
          </p:nvSpPr>
          <p:spPr>
            <a:xfrm>
              <a:off x="3857625" y="5048250"/>
              <a:ext cx="1295400" cy="700659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75" b="1">
                  <a:solidFill>
                    <a:srgbClr val="050505"/>
                  </a:solidFill>
                  <a:latin typeface="Liberation Serif"/>
                </a:rPr>
                <a:t>Evolutionary</a:t>
              </a:r>
            </a:p>
            <a:p>
              <a:pPr algn="ctr">
                <a:lnSpc>
                  <a:spcPts val="17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75" b="1">
                  <a:solidFill>
                    <a:srgbClr val="050505"/>
                  </a:solidFill>
                  <a:latin typeface="Liberation Serif"/>
                </a:rPr>
                <a:t>navigators of</a:t>
              </a:r>
            </a:p>
            <a:p>
              <a:pPr algn="ctr">
                <a:lnSpc>
                  <a:spcPts val="17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75" b="1">
                  <a:solidFill>
                    <a:srgbClr val="050505"/>
                  </a:solidFill>
                  <a:latin typeface="Liberation Serif"/>
                </a:rPr>
                <a:t>individual</a:t>
              </a:r>
            </a:p>
          </p:txBody>
        </p:sp>
        <p:sp>
          <p:nvSpPr>
            <p:cNvPr id="11336" name="Directional connector"/>
            <p:cNvSpPr/>
            <p:nvPr/>
          </p:nvSpPr>
          <p:spPr>
            <a:xfrm>
              <a:off x="5229225" y="5086350"/>
              <a:ext cx="400050" cy="1076325"/>
            </a:xfrm>
            <a:custGeom>
              <a:avLst/>
              <a:gdLst/>
              <a:ahLst/>
              <a:cxnLst/>
              <a:rect l="0" t="0" r="r" b="b"/>
              <a:pathLst>
                <a:path w="42000" h="113000">
                  <a:moveTo>
                    <a:pt x="0" y="0"/>
                  </a:moveTo>
                  <a:lnTo>
                    <a:pt x="26000" y="0"/>
                  </a:lnTo>
                  <a:quadBezTo>
                    <a:pt x="42000" y="0"/>
                    <a:pt x="42000" y="17000"/>
                  </a:quadBezTo>
                  <a:lnTo>
                    <a:pt x="42000" y="11300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37" name="Arrowhead"/>
            <p:cNvSpPr/>
            <p:nvPr/>
          </p:nvSpPr>
          <p:spPr>
            <a:xfrm>
              <a:off x="5572316" y="6038850"/>
              <a:ext cx="113919" cy="123825"/>
            </a:xfrm>
            <a:custGeom>
              <a:avLst/>
              <a:gdLst/>
              <a:ahLst/>
              <a:cxnLst/>
              <a:rect l="0" t="0" r="r" b="b"/>
              <a:pathLst>
                <a:path w="11960" h="13000">
                  <a:moveTo>
                    <a:pt x="5980" y="13000"/>
                  </a:moveTo>
                  <a:lnTo>
                    <a:pt x="0" y="0"/>
                  </a:lnTo>
                  <a:lnTo>
                    <a:pt x="1196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38" name="Rectangle"/>
            <p:cNvSpPr/>
            <p:nvPr/>
          </p:nvSpPr>
          <p:spPr>
            <a:xfrm>
              <a:off x="5648325" y="5219700"/>
              <a:ext cx="209550" cy="609600"/>
            </a:xfrm>
            <a:custGeom>
              <a:avLst/>
              <a:gdLst/>
              <a:ahLst/>
              <a:cxnLst/>
              <a:rect l="0" t="0" r="r" b="b"/>
              <a:pathLst>
                <a:path w="22000" h="64000">
                  <a:moveTo>
                    <a:pt x="0" y="0"/>
                  </a:moveTo>
                  <a:lnTo>
                    <a:pt x="22000" y="0"/>
                  </a:lnTo>
                  <a:lnTo>
                    <a:pt x="22000" y="64000"/>
                  </a:lnTo>
                  <a:lnTo>
                    <a:pt x="0" y="64000"/>
                  </a:lnTo>
                  <a:close/>
                </a:path>
              </a:pathLst>
            </a:custGeom>
            <a:solidFill>
              <a:srgbClr val="ffdc68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39" name="Guide"/>
            <p:cNvSpPr txBox="1"/>
            <p:nvPr/>
          </p:nvSpPr>
          <p:spPr>
            <a:xfrm rot="5400000">
              <a:off x="5419725" y="5400675"/>
              <a:ext cx="657225" cy="25260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75" b="1">
                  <a:solidFill>
                    <a:srgbClr val="050505"/>
                  </a:solidFill>
                  <a:latin typeface="Liberation Serif"/>
                </a:rPr>
                <a:t>Guide</a:t>
              </a:r>
            </a:p>
          </p:txBody>
        </p:sp>
        <p:sp>
          <p:nvSpPr>
            <p:cNvPr id="11340" name="Directional connector"/>
            <p:cNvSpPr/>
            <p:nvPr/>
          </p:nvSpPr>
          <p:spPr>
            <a:xfrm>
              <a:off x="5038725" y="6210300"/>
              <a:ext cx="1000125" cy="95"/>
            </a:xfrm>
            <a:custGeom>
              <a:avLst/>
              <a:gdLst/>
              <a:ahLst/>
              <a:cxnLst/>
              <a:rect l="0" t="0" r="r" b="b"/>
              <a:pathLst>
                <a:path w="105000" h="10">
                  <a:moveTo>
                    <a:pt x="0" y="0"/>
                  </a:moveTo>
                  <a:lnTo>
                    <a:pt x="105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41" name="Arrowhead"/>
            <p:cNvSpPr/>
            <p:nvPr/>
          </p:nvSpPr>
          <p:spPr>
            <a:xfrm>
              <a:off x="5915025" y="6153340"/>
              <a:ext cx="123825" cy="113919"/>
            </a:xfrm>
            <a:custGeom>
              <a:avLst/>
              <a:gdLst/>
              <a:ahLst/>
              <a:cxnLst/>
              <a:rect l="0" t="0" r="r" b="b"/>
              <a:pathLst>
                <a:path w="13000" h="11960">
                  <a:moveTo>
                    <a:pt x="13000" y="5980"/>
                  </a:moveTo>
                  <a:lnTo>
                    <a:pt x="0" y="11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42" name="Directional connector"/>
            <p:cNvSpPr/>
            <p:nvPr/>
          </p:nvSpPr>
          <p:spPr>
            <a:xfrm>
              <a:off x="5038725" y="6791325"/>
              <a:ext cx="1000125" cy="95"/>
            </a:xfrm>
            <a:custGeom>
              <a:avLst/>
              <a:gdLst/>
              <a:ahLst/>
              <a:cxnLst/>
              <a:rect l="0" t="0" r="r" b="b"/>
              <a:pathLst>
                <a:path w="105000" h="10">
                  <a:moveTo>
                    <a:pt x="105000" y="0"/>
                  </a:moveTo>
                  <a:lnTo>
                    <a:pt x="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43" name="Arrowhead"/>
            <p:cNvSpPr/>
            <p:nvPr/>
          </p:nvSpPr>
          <p:spPr>
            <a:xfrm>
              <a:off x="5038725" y="6734366"/>
              <a:ext cx="123825" cy="113919"/>
            </a:xfrm>
            <a:custGeom>
              <a:avLst/>
              <a:gdLst/>
              <a:ahLst/>
              <a:cxnLst/>
              <a:rect l="0" t="0" r="r" b="b"/>
              <a:pathLst>
                <a:path w="13000" h="11960">
                  <a:moveTo>
                    <a:pt x="0" y="5980"/>
                  </a:moveTo>
                  <a:lnTo>
                    <a:pt x="13000" y="0"/>
                  </a:lnTo>
                  <a:lnTo>
                    <a:pt x="13000" y="1196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44" name="Decode"/>
            <p:cNvSpPr txBox="1"/>
            <p:nvPr/>
          </p:nvSpPr>
          <p:spPr>
            <a:xfrm>
              <a:off x="5343525" y="6238875"/>
              <a:ext cx="790575" cy="24193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Decode</a:t>
              </a:r>
            </a:p>
          </p:txBody>
        </p:sp>
        <p:sp>
          <p:nvSpPr>
            <p:cNvPr id="11345" name="Encode"/>
            <p:cNvSpPr txBox="1"/>
            <p:nvPr/>
          </p:nvSpPr>
          <p:spPr>
            <a:xfrm>
              <a:off x="5324475" y="6829425"/>
              <a:ext cx="762000" cy="24193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Encode</a:t>
              </a:r>
            </a:p>
          </p:txBody>
        </p:sp>
        <p:sp>
          <p:nvSpPr>
            <p:cNvPr id="11346" name="Directional connector"/>
            <p:cNvSpPr/>
            <p:nvPr/>
          </p:nvSpPr>
          <p:spPr>
            <a:xfrm>
              <a:off x="4248150" y="6238875"/>
              <a:ext cx="180975" cy="323850"/>
            </a:xfrm>
            <a:custGeom>
              <a:avLst/>
              <a:gdLst/>
              <a:ahLst/>
              <a:cxnLst/>
              <a:rect l="0" t="0" r="r" b="b"/>
              <a:pathLst>
                <a:path w="19000" h="34000">
                  <a:moveTo>
                    <a:pt x="0" y="34000"/>
                  </a:moveTo>
                  <a:lnTo>
                    <a:pt x="19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47" name="Arrowhead"/>
            <p:cNvSpPr/>
            <p:nvPr/>
          </p:nvSpPr>
          <p:spPr>
            <a:xfrm>
              <a:off x="4335941" y="6238875"/>
              <a:ext cx="93184" cy="114974"/>
            </a:xfrm>
            <a:custGeom>
              <a:avLst/>
              <a:gdLst/>
              <a:ahLst/>
              <a:cxnLst/>
              <a:rect l="0" t="0" r="r" b="b"/>
              <a:pathLst>
                <a:path w="9783" h="12071">
                  <a:moveTo>
                    <a:pt x="9783" y="0"/>
                  </a:moveTo>
                  <a:lnTo>
                    <a:pt x="8834" y="12071"/>
                  </a:lnTo>
                  <a:lnTo>
                    <a:pt x="0" y="7134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48" name="Directional connector"/>
            <p:cNvSpPr/>
            <p:nvPr/>
          </p:nvSpPr>
          <p:spPr>
            <a:xfrm>
              <a:off x="4581525" y="6238875"/>
              <a:ext cx="133350" cy="323850"/>
            </a:xfrm>
            <a:custGeom>
              <a:avLst/>
              <a:gdLst/>
              <a:ahLst/>
              <a:cxnLst/>
              <a:rect l="0" t="0" r="r" b="b"/>
              <a:pathLst>
                <a:path w="14000" h="34000">
                  <a:moveTo>
                    <a:pt x="14000" y="34000"/>
                  </a:moveTo>
                  <a:lnTo>
                    <a:pt x="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49" name="Arrowhead"/>
            <p:cNvSpPr/>
            <p:nvPr/>
          </p:nvSpPr>
          <p:spPr>
            <a:xfrm>
              <a:off x="4576852" y="6238875"/>
              <a:ext cx="89132" cy="115234"/>
            </a:xfrm>
            <a:custGeom>
              <a:avLst/>
              <a:gdLst/>
              <a:ahLst/>
              <a:cxnLst/>
              <a:rect l="0" t="0" r="r" b="b"/>
              <a:pathLst>
                <a:path w="9358" h="12098">
                  <a:moveTo>
                    <a:pt x="491" y="0"/>
                  </a:moveTo>
                  <a:lnTo>
                    <a:pt x="9358" y="8245"/>
                  </a:lnTo>
                  <a:lnTo>
                    <a:pt x="0" y="12098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50" name="Ellipse"/>
            <p:cNvSpPr/>
            <p:nvPr/>
          </p:nvSpPr>
          <p:spPr>
            <a:xfrm>
              <a:off x="4371975" y="5981700"/>
              <a:ext cx="285750" cy="304800"/>
            </a:xfrm>
            <a:prstGeom prst="ellipse">
              <a:avLst/>
            </a:prstGeom>
            <a:gradFill rotWithShape="1">
              <a:gsLst>
                <a:gs pos="0">
                  <a:srgbClr val="eef4ff"/>
                </a:gs>
                <a:gs pos="100000">
                  <a:srgbClr val="97b2d7"/>
                </a:gs>
              </a:gsLst>
              <a:lin ang="5400000" scaled="1"/>
            </a:gradFill>
            <a:ln w="19050" cap="flat" cmpd="sng" algn="ctr">
              <a:solidFill>
                <a:srgbClr val="233b62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51" name="Ellipse"/>
            <p:cNvSpPr/>
            <p:nvPr/>
          </p:nvSpPr>
          <p:spPr>
            <a:xfrm>
              <a:off x="4076700" y="6543675"/>
              <a:ext cx="342900" cy="238125"/>
            </a:xfrm>
            <a:prstGeom prst="ellipse">
              <a:avLst/>
            </a:prstGeom>
            <a:solidFill>
              <a:srgbClr val="ffb17b"/>
            </a:solidFill>
            <a:ln w="19050" cap="flat" cmpd="sng" algn="ctr">
              <a:solidFill>
                <a:srgbClr val="233b62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52" name="Ellipse"/>
            <p:cNvSpPr/>
            <p:nvPr/>
          </p:nvSpPr>
          <p:spPr>
            <a:xfrm>
              <a:off x="4610100" y="6543675"/>
              <a:ext cx="342900" cy="238125"/>
            </a:xfrm>
            <a:prstGeom prst="ellipse">
              <a:avLst/>
            </a:prstGeom>
            <a:solidFill>
              <a:srgbClr val="abd076"/>
            </a:solidFill>
            <a:ln w="19050" cap="flat" cmpd="sng" algn="ctr">
              <a:solidFill>
                <a:srgbClr val="233b62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53" name="Individual"/>
            <p:cNvSpPr txBox="1"/>
            <p:nvPr/>
          </p:nvSpPr>
          <p:spPr>
            <a:xfrm>
              <a:off x="4038600" y="6848475"/>
              <a:ext cx="971550" cy="252603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76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75" b="1">
                  <a:solidFill>
                    <a:srgbClr val="050505"/>
                  </a:solidFill>
                  <a:latin typeface="Liberation Serif"/>
                </a:rPr>
                <a:t>Individual</a:t>
              </a:r>
            </a:p>
          </p:txBody>
        </p:sp>
      </p:grpSp>
      <p:grpSp>
        <p:nvGrpSpPr>
          <p:cNvPr id="11354" name="Dual view feature extraction connectors"/>
          <p:cNvGrpSpPr/>
          <p:nvPr/>
        </p:nvGrpSpPr>
        <p:grpSpPr>
          <a:xfrm>
            <a:off x="7067550" y="3014472"/>
            <a:ext cx="5867400" cy="3886581"/>
            <a:chOff x="7067550" y="3014472"/>
            <a:chExt cx="5867400" cy="3886581"/>
          </a:xfrm>
        </p:grpSpPr>
        <p:sp>
          <p:nvSpPr>
            <p:cNvPr id="11355" name="Directional connector"/>
            <p:cNvSpPr/>
            <p:nvPr/>
          </p:nvSpPr>
          <p:spPr>
            <a:xfrm>
              <a:off x="7067550" y="3076575"/>
              <a:ext cx="1076325" cy="95"/>
            </a:xfrm>
            <a:custGeom>
              <a:avLst/>
              <a:gdLst/>
              <a:ahLst/>
              <a:cxnLst/>
              <a:rect l="0" t="0" r="r" b="b"/>
              <a:pathLst>
                <a:path w="113000" h="10">
                  <a:moveTo>
                    <a:pt x="0" y="0"/>
                  </a:moveTo>
                  <a:lnTo>
                    <a:pt x="113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56" name="Arrowhead"/>
            <p:cNvSpPr/>
            <p:nvPr/>
          </p:nvSpPr>
          <p:spPr>
            <a:xfrm>
              <a:off x="8029575" y="30239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57" name="Directional connector"/>
            <p:cNvSpPr/>
            <p:nvPr/>
          </p:nvSpPr>
          <p:spPr>
            <a:xfrm>
              <a:off x="7067550" y="4152900"/>
              <a:ext cx="1076325" cy="95"/>
            </a:xfrm>
            <a:custGeom>
              <a:avLst/>
              <a:gdLst/>
              <a:ahLst/>
              <a:cxnLst/>
              <a:rect l="0" t="0" r="r" b="b"/>
              <a:pathLst>
                <a:path w="113000" h="10">
                  <a:moveTo>
                    <a:pt x="0" y="0"/>
                  </a:moveTo>
                  <a:lnTo>
                    <a:pt x="113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58" name="Arrowhead"/>
            <p:cNvSpPr/>
            <p:nvPr/>
          </p:nvSpPr>
          <p:spPr>
            <a:xfrm>
              <a:off x="8029575" y="4100322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59" name="Directional connector"/>
            <p:cNvSpPr/>
            <p:nvPr/>
          </p:nvSpPr>
          <p:spPr>
            <a:xfrm>
              <a:off x="7067550" y="5591175"/>
              <a:ext cx="1076325" cy="95"/>
            </a:xfrm>
            <a:custGeom>
              <a:avLst/>
              <a:gdLst/>
              <a:ahLst/>
              <a:cxnLst/>
              <a:rect l="0" t="0" r="r" b="b"/>
              <a:pathLst>
                <a:path w="113000" h="10">
                  <a:moveTo>
                    <a:pt x="0" y="0"/>
                  </a:moveTo>
                  <a:lnTo>
                    <a:pt x="113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60" name="Arrowhead"/>
            <p:cNvSpPr/>
            <p:nvPr/>
          </p:nvSpPr>
          <p:spPr>
            <a:xfrm>
              <a:off x="8029575" y="55385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61" name="Directional connector"/>
            <p:cNvSpPr/>
            <p:nvPr/>
          </p:nvSpPr>
          <p:spPr>
            <a:xfrm>
              <a:off x="7067550" y="6762750"/>
              <a:ext cx="1076325" cy="95"/>
            </a:xfrm>
            <a:custGeom>
              <a:avLst/>
              <a:gdLst/>
              <a:ahLst/>
              <a:cxnLst/>
              <a:rect l="0" t="0" r="r" b="b"/>
              <a:pathLst>
                <a:path w="113000" h="10">
                  <a:moveTo>
                    <a:pt x="0" y="0"/>
                  </a:moveTo>
                  <a:lnTo>
                    <a:pt x="113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62" name="Arrowhead"/>
            <p:cNvSpPr/>
            <p:nvPr/>
          </p:nvSpPr>
          <p:spPr>
            <a:xfrm>
              <a:off x="8029575" y="6710172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63" name="Directional connector"/>
            <p:cNvSpPr/>
            <p:nvPr/>
          </p:nvSpPr>
          <p:spPr>
            <a:xfrm>
              <a:off x="8524875" y="3076575"/>
              <a:ext cx="371475" cy="95"/>
            </a:xfrm>
            <a:custGeom>
              <a:avLst/>
              <a:gdLst/>
              <a:ahLst/>
              <a:cxnLst/>
              <a:rect l="0" t="0" r="r" b="b"/>
              <a:pathLst>
                <a:path w="39000" h="10">
                  <a:moveTo>
                    <a:pt x="0" y="0"/>
                  </a:moveTo>
                  <a:lnTo>
                    <a:pt x="39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64" name="Arrowhead"/>
            <p:cNvSpPr/>
            <p:nvPr/>
          </p:nvSpPr>
          <p:spPr>
            <a:xfrm>
              <a:off x="8782050" y="30239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65" name="Directional connector"/>
            <p:cNvSpPr/>
            <p:nvPr/>
          </p:nvSpPr>
          <p:spPr>
            <a:xfrm>
              <a:off x="8524875" y="4152900"/>
              <a:ext cx="371475" cy="95"/>
            </a:xfrm>
            <a:custGeom>
              <a:avLst/>
              <a:gdLst/>
              <a:ahLst/>
              <a:cxnLst/>
              <a:rect l="0" t="0" r="r" b="b"/>
              <a:pathLst>
                <a:path w="39000" h="10">
                  <a:moveTo>
                    <a:pt x="0" y="0"/>
                  </a:moveTo>
                  <a:lnTo>
                    <a:pt x="39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66" name="Arrowhead"/>
            <p:cNvSpPr/>
            <p:nvPr/>
          </p:nvSpPr>
          <p:spPr>
            <a:xfrm>
              <a:off x="8782050" y="4100322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67" name="Directional connector"/>
            <p:cNvSpPr/>
            <p:nvPr/>
          </p:nvSpPr>
          <p:spPr>
            <a:xfrm>
              <a:off x="8524875" y="5591175"/>
              <a:ext cx="371475" cy="95"/>
            </a:xfrm>
            <a:custGeom>
              <a:avLst/>
              <a:gdLst/>
              <a:ahLst/>
              <a:cxnLst/>
              <a:rect l="0" t="0" r="r" b="b"/>
              <a:pathLst>
                <a:path w="39000" h="10">
                  <a:moveTo>
                    <a:pt x="0" y="0"/>
                  </a:moveTo>
                  <a:lnTo>
                    <a:pt x="39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68" name="Arrowhead"/>
            <p:cNvSpPr/>
            <p:nvPr/>
          </p:nvSpPr>
          <p:spPr>
            <a:xfrm>
              <a:off x="8782050" y="55385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69" name="Directional connector"/>
            <p:cNvSpPr/>
            <p:nvPr/>
          </p:nvSpPr>
          <p:spPr>
            <a:xfrm>
              <a:off x="8524875" y="6762750"/>
              <a:ext cx="371475" cy="95"/>
            </a:xfrm>
            <a:custGeom>
              <a:avLst/>
              <a:gdLst/>
              <a:ahLst/>
              <a:cxnLst/>
              <a:rect l="0" t="0" r="r" b="b"/>
              <a:pathLst>
                <a:path w="39000" h="10">
                  <a:moveTo>
                    <a:pt x="0" y="0"/>
                  </a:moveTo>
                  <a:lnTo>
                    <a:pt x="39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0" name="Arrowhead"/>
            <p:cNvSpPr/>
            <p:nvPr/>
          </p:nvSpPr>
          <p:spPr>
            <a:xfrm>
              <a:off x="8782050" y="6710172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1" name="Directional connector"/>
            <p:cNvSpPr/>
            <p:nvPr/>
          </p:nvSpPr>
          <p:spPr>
            <a:xfrm>
              <a:off x="9124950" y="3076575"/>
              <a:ext cx="381000" cy="95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2" name="Arrowhead"/>
            <p:cNvSpPr/>
            <p:nvPr/>
          </p:nvSpPr>
          <p:spPr>
            <a:xfrm>
              <a:off x="9391650" y="30239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3" name="Directional connector"/>
            <p:cNvSpPr/>
            <p:nvPr/>
          </p:nvSpPr>
          <p:spPr>
            <a:xfrm>
              <a:off x="9867900" y="3076575"/>
              <a:ext cx="638175" cy="95"/>
            </a:xfrm>
            <a:custGeom>
              <a:avLst/>
              <a:gdLst/>
              <a:ahLst/>
              <a:cxnLst/>
              <a:rect l="0" t="0" r="r" b="b"/>
              <a:pathLst>
                <a:path w="67000" h="10">
                  <a:moveTo>
                    <a:pt x="0" y="0"/>
                  </a:moveTo>
                  <a:lnTo>
                    <a:pt x="67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4" name="Arrowhead"/>
            <p:cNvSpPr/>
            <p:nvPr/>
          </p:nvSpPr>
          <p:spPr>
            <a:xfrm>
              <a:off x="10391775" y="30239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5" name="Directional connector"/>
            <p:cNvSpPr/>
            <p:nvPr/>
          </p:nvSpPr>
          <p:spPr>
            <a:xfrm>
              <a:off x="9124950" y="6762750"/>
              <a:ext cx="381000" cy="95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6" name="Arrowhead"/>
            <p:cNvSpPr/>
            <p:nvPr/>
          </p:nvSpPr>
          <p:spPr>
            <a:xfrm>
              <a:off x="9391650" y="6710172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7" name="Directional connector"/>
            <p:cNvSpPr/>
            <p:nvPr/>
          </p:nvSpPr>
          <p:spPr>
            <a:xfrm>
              <a:off x="9867900" y="6762750"/>
              <a:ext cx="638175" cy="95"/>
            </a:xfrm>
            <a:custGeom>
              <a:avLst/>
              <a:gdLst/>
              <a:ahLst/>
              <a:cxnLst/>
              <a:rect l="0" t="0" r="r" b="b"/>
              <a:pathLst>
                <a:path w="67000" h="10">
                  <a:moveTo>
                    <a:pt x="0" y="0"/>
                  </a:moveTo>
                  <a:lnTo>
                    <a:pt x="67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8" name="Arrowhead"/>
            <p:cNvSpPr/>
            <p:nvPr/>
          </p:nvSpPr>
          <p:spPr>
            <a:xfrm>
              <a:off x="10391775" y="6710172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9" name="Directional connector"/>
            <p:cNvSpPr/>
            <p:nvPr/>
          </p:nvSpPr>
          <p:spPr>
            <a:xfrm>
              <a:off x="9124950" y="3895725"/>
              <a:ext cx="666750" cy="257175"/>
            </a:xfrm>
            <a:custGeom>
              <a:avLst/>
              <a:gdLst/>
              <a:ahLst/>
              <a:cxnLst/>
              <a:rect l="0" t="0" r="r" b="b"/>
              <a:pathLst>
                <a:path w="70000" h="27000">
                  <a:moveTo>
                    <a:pt x="0" y="27000"/>
                  </a:moveTo>
                  <a:lnTo>
                    <a:pt x="8000" y="27000"/>
                  </a:lnTo>
                  <a:quadBezTo>
                    <a:pt x="26000" y="27000"/>
                    <a:pt x="26000" y="13000"/>
                  </a:quadBezTo>
                  <a:quadBezTo>
                    <a:pt x="26000" y="0"/>
                    <a:pt x="41000" y="0"/>
                  </a:quadBezTo>
                  <a:lnTo>
                    <a:pt x="70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0" name="Arrowhead"/>
            <p:cNvSpPr/>
            <p:nvPr/>
          </p:nvSpPr>
          <p:spPr>
            <a:xfrm>
              <a:off x="9677400" y="384314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1" name="Directional connector"/>
            <p:cNvSpPr/>
            <p:nvPr/>
          </p:nvSpPr>
          <p:spPr>
            <a:xfrm>
              <a:off x="9124950" y="4152900"/>
              <a:ext cx="762000" cy="819150"/>
            </a:xfrm>
            <a:custGeom>
              <a:avLst/>
              <a:gdLst/>
              <a:ahLst/>
              <a:cxnLst/>
              <a:rect l="0" t="0" r="r" b="b"/>
              <a:pathLst>
                <a:path w="80000" h="86000">
                  <a:moveTo>
                    <a:pt x="0" y="0"/>
                  </a:moveTo>
                  <a:lnTo>
                    <a:pt x="8000" y="0"/>
                  </a:lnTo>
                  <a:quadBezTo>
                    <a:pt x="26000" y="0"/>
                    <a:pt x="26000" y="18000"/>
                  </a:quadBezTo>
                  <a:lnTo>
                    <a:pt x="26000" y="68000"/>
                  </a:lnTo>
                  <a:quadBezTo>
                    <a:pt x="26000" y="86000"/>
                    <a:pt x="45000" y="86000"/>
                  </a:quadBezTo>
                  <a:lnTo>
                    <a:pt x="80000" y="8600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2" name="Arrowhead"/>
            <p:cNvSpPr/>
            <p:nvPr/>
          </p:nvSpPr>
          <p:spPr>
            <a:xfrm>
              <a:off x="9772650" y="4919472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3" name="Directional connector"/>
            <p:cNvSpPr/>
            <p:nvPr/>
          </p:nvSpPr>
          <p:spPr>
            <a:xfrm>
              <a:off x="9124950" y="4972050"/>
              <a:ext cx="762000" cy="619125"/>
            </a:xfrm>
            <a:custGeom>
              <a:avLst/>
              <a:gdLst/>
              <a:ahLst/>
              <a:cxnLst/>
              <a:rect l="0" t="0" r="r" b="b"/>
              <a:pathLst>
                <a:path w="80000" h="65000">
                  <a:moveTo>
                    <a:pt x="0" y="65000"/>
                  </a:moveTo>
                  <a:lnTo>
                    <a:pt x="8000" y="65000"/>
                  </a:lnTo>
                  <a:quadBezTo>
                    <a:pt x="26000" y="65000"/>
                    <a:pt x="26000" y="48000"/>
                  </a:quadBezTo>
                  <a:lnTo>
                    <a:pt x="26000" y="17000"/>
                  </a:lnTo>
                  <a:quadBezTo>
                    <a:pt x="26000" y="0"/>
                    <a:pt x="45000" y="0"/>
                  </a:quadBezTo>
                  <a:lnTo>
                    <a:pt x="80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4" name="Arrowhead"/>
            <p:cNvSpPr/>
            <p:nvPr/>
          </p:nvSpPr>
          <p:spPr>
            <a:xfrm>
              <a:off x="9772650" y="4919472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5" name="Directional connector"/>
            <p:cNvSpPr/>
            <p:nvPr/>
          </p:nvSpPr>
          <p:spPr>
            <a:xfrm>
              <a:off x="9124950" y="5591175"/>
              <a:ext cx="666750" cy="400050"/>
            </a:xfrm>
            <a:custGeom>
              <a:avLst/>
              <a:gdLst/>
              <a:ahLst/>
              <a:cxnLst/>
              <a:rect l="0" t="0" r="r" b="b"/>
              <a:pathLst>
                <a:path w="70000" h="42000">
                  <a:moveTo>
                    <a:pt x="0" y="0"/>
                  </a:moveTo>
                  <a:lnTo>
                    <a:pt x="8000" y="0"/>
                  </a:lnTo>
                  <a:quadBezTo>
                    <a:pt x="26000" y="0"/>
                    <a:pt x="26000" y="17000"/>
                  </a:quadBezTo>
                  <a:lnTo>
                    <a:pt x="26000" y="25000"/>
                  </a:lnTo>
                  <a:quadBezTo>
                    <a:pt x="26000" y="42000"/>
                    <a:pt x="42000" y="42000"/>
                  </a:quadBezTo>
                  <a:lnTo>
                    <a:pt x="70000" y="4200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6" name="Arrowhead"/>
            <p:cNvSpPr/>
            <p:nvPr/>
          </p:nvSpPr>
          <p:spPr>
            <a:xfrm>
              <a:off x="9677400" y="593864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7" name="Directional connector"/>
            <p:cNvSpPr/>
            <p:nvPr/>
          </p:nvSpPr>
          <p:spPr>
            <a:xfrm>
              <a:off x="10153650" y="3895725"/>
              <a:ext cx="342900" cy="95"/>
            </a:xfrm>
            <a:custGeom>
              <a:avLst/>
              <a:gdLst/>
              <a:ahLst/>
              <a:cxnLst/>
              <a:rect l="0" t="0" r="r" b="b"/>
              <a:pathLst>
                <a:path w="36000" h="10">
                  <a:moveTo>
                    <a:pt x="0" y="0"/>
                  </a:moveTo>
                  <a:lnTo>
                    <a:pt x="36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8" name="Arrowhead"/>
            <p:cNvSpPr/>
            <p:nvPr/>
          </p:nvSpPr>
          <p:spPr>
            <a:xfrm>
              <a:off x="10382250" y="384314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9" name="Directional connector"/>
            <p:cNvSpPr/>
            <p:nvPr/>
          </p:nvSpPr>
          <p:spPr>
            <a:xfrm>
              <a:off x="10153650" y="5991225"/>
              <a:ext cx="342900" cy="95"/>
            </a:xfrm>
            <a:custGeom>
              <a:avLst/>
              <a:gdLst/>
              <a:ahLst/>
              <a:cxnLst/>
              <a:rect l="0" t="0" r="r" b="b"/>
              <a:pathLst>
                <a:path w="36000" h="10">
                  <a:moveTo>
                    <a:pt x="0" y="0"/>
                  </a:moveTo>
                  <a:lnTo>
                    <a:pt x="36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0" name="Arrowhead"/>
            <p:cNvSpPr/>
            <p:nvPr/>
          </p:nvSpPr>
          <p:spPr>
            <a:xfrm>
              <a:off x="10382250" y="593864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1" name="Directional connector"/>
            <p:cNvSpPr/>
            <p:nvPr/>
          </p:nvSpPr>
          <p:spPr>
            <a:xfrm>
              <a:off x="10201275" y="4972050"/>
              <a:ext cx="304800" cy="95"/>
            </a:xfrm>
            <a:custGeom>
              <a:avLst/>
              <a:gdLst/>
              <a:ahLst/>
              <a:cxnLst/>
              <a:rect l="0" t="0" r="r" b="b"/>
              <a:pathLst>
                <a:path w="32000" h="10">
                  <a:moveTo>
                    <a:pt x="0" y="0"/>
                  </a:moveTo>
                  <a:lnTo>
                    <a:pt x="32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2" name="Arrowhead"/>
            <p:cNvSpPr/>
            <p:nvPr/>
          </p:nvSpPr>
          <p:spPr>
            <a:xfrm>
              <a:off x="10391775" y="4919472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3" name="Directional connector"/>
            <p:cNvSpPr/>
            <p:nvPr/>
          </p:nvSpPr>
          <p:spPr>
            <a:xfrm>
              <a:off x="10753725" y="4981575"/>
              <a:ext cx="361950" cy="95"/>
            </a:xfrm>
            <a:custGeom>
              <a:avLst/>
              <a:gdLst/>
              <a:ahLst/>
              <a:cxnLst/>
              <a:rect l="0" t="0" r="r" b="b"/>
              <a:pathLst>
                <a:path w="38000" h="10">
                  <a:moveTo>
                    <a:pt x="0" y="0"/>
                  </a:moveTo>
                  <a:lnTo>
                    <a:pt x="38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4" name="Arrowhead"/>
            <p:cNvSpPr/>
            <p:nvPr/>
          </p:nvSpPr>
          <p:spPr>
            <a:xfrm>
              <a:off x="11001375" y="49289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5" name="Directional connector"/>
            <p:cNvSpPr/>
            <p:nvPr/>
          </p:nvSpPr>
          <p:spPr>
            <a:xfrm>
              <a:off x="11468100" y="4981575"/>
              <a:ext cx="381000" cy="95"/>
            </a:xfrm>
            <a:custGeom>
              <a:avLst/>
              <a:gdLst/>
              <a:ahLst/>
              <a:cxnLst/>
              <a:rect l="0" t="0" r="r" b="b"/>
              <a:pathLst>
                <a:path w="40000" h="10">
                  <a:moveTo>
                    <a:pt x="0" y="0"/>
                  </a:moveTo>
                  <a:lnTo>
                    <a:pt x="40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6" name="Arrowhead"/>
            <p:cNvSpPr/>
            <p:nvPr/>
          </p:nvSpPr>
          <p:spPr>
            <a:xfrm>
              <a:off x="11734800" y="49289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7" name="Directional connector"/>
            <p:cNvSpPr/>
            <p:nvPr/>
          </p:nvSpPr>
          <p:spPr>
            <a:xfrm>
              <a:off x="12172950" y="4981575"/>
              <a:ext cx="762000" cy="95"/>
            </a:xfrm>
            <a:custGeom>
              <a:avLst/>
              <a:gdLst/>
              <a:ahLst/>
              <a:cxnLst/>
              <a:rect l="0" t="0" r="r" b="b"/>
              <a:pathLst>
                <a:path w="80000" h="10">
                  <a:moveTo>
                    <a:pt x="0" y="0"/>
                  </a:moveTo>
                  <a:lnTo>
                    <a:pt x="80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8" name="Arrowhead"/>
            <p:cNvSpPr/>
            <p:nvPr/>
          </p:nvSpPr>
          <p:spPr>
            <a:xfrm>
              <a:off x="12820650" y="49289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9" name="Vector path"/>
            <p:cNvSpPr/>
            <p:nvPr/>
          </p:nvSpPr>
          <p:spPr>
            <a:xfrm>
              <a:off x="10753725" y="3067050"/>
              <a:ext cx="657225" cy="438150"/>
            </a:xfrm>
            <a:custGeom>
              <a:avLst/>
              <a:gdLst/>
              <a:ahLst/>
              <a:cxnLst/>
              <a:rect l="0" t="0" r="r" b="b"/>
              <a:pathLst>
                <a:path w="69000" h="46000">
                  <a:moveTo>
                    <a:pt x="0" y="1000"/>
                  </a:moveTo>
                  <a:quadBezTo>
                    <a:pt x="18000" y="1000"/>
                    <a:pt x="18000" y="18000"/>
                  </a:quadBezTo>
                  <a:lnTo>
                    <a:pt x="18000" y="28000"/>
                  </a:lnTo>
                  <a:quadBezTo>
                    <a:pt x="18000" y="46000"/>
                    <a:pt x="35000" y="46000"/>
                  </a:quadBezTo>
                  <a:quadBezTo>
                    <a:pt x="52000" y="46000"/>
                    <a:pt x="52000" y="28000"/>
                  </a:quadBezTo>
                  <a:lnTo>
                    <a:pt x="52000" y="17000"/>
                  </a:lnTo>
                  <a:quadBezTo>
                    <a:pt x="52000" y="0"/>
                    <a:pt x="69000" y="0"/>
                  </a:quadBezTo>
                </a:path>
              </a:pathLst>
            </a:custGeom>
            <a:noFill/>
            <a:ln w="29528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00" name="Vector path"/>
            <p:cNvSpPr/>
            <p:nvPr/>
          </p:nvSpPr>
          <p:spPr>
            <a:xfrm>
              <a:off x="10753725" y="3505200"/>
              <a:ext cx="657225" cy="438150"/>
            </a:xfrm>
            <a:custGeom>
              <a:avLst/>
              <a:gdLst/>
              <a:ahLst/>
              <a:cxnLst/>
              <a:rect l="0" t="0" r="r" b="b"/>
              <a:pathLst>
                <a:path w="69000" h="46000">
                  <a:moveTo>
                    <a:pt x="0" y="41000"/>
                  </a:moveTo>
                  <a:quadBezTo>
                    <a:pt x="18000" y="41000"/>
                    <a:pt x="18000" y="24000"/>
                  </a:quadBezTo>
                  <a:lnTo>
                    <a:pt x="18000" y="18000"/>
                  </a:lnTo>
                  <a:quadBezTo>
                    <a:pt x="18000" y="0"/>
                    <a:pt x="35000" y="0"/>
                  </a:quadBezTo>
                  <a:quadBezTo>
                    <a:pt x="52000" y="0"/>
                    <a:pt x="52000" y="18000"/>
                  </a:quadBezTo>
                  <a:lnTo>
                    <a:pt x="52000" y="29000"/>
                  </a:lnTo>
                  <a:quadBezTo>
                    <a:pt x="52000" y="46000"/>
                    <a:pt x="69000" y="46000"/>
                  </a:quadBezTo>
                </a:path>
              </a:pathLst>
            </a:custGeom>
            <a:noFill/>
            <a:ln w="29528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01" name="Directional connector"/>
            <p:cNvSpPr/>
            <p:nvPr/>
          </p:nvSpPr>
          <p:spPr>
            <a:xfrm>
              <a:off x="11401425" y="3067050"/>
              <a:ext cx="1409700" cy="95"/>
            </a:xfrm>
            <a:custGeom>
              <a:avLst/>
              <a:gdLst/>
              <a:ahLst/>
              <a:cxnLst/>
              <a:rect l="0" t="0" r="r" b="b"/>
              <a:pathLst>
                <a:path w="148000" h="10">
                  <a:moveTo>
                    <a:pt x="0" y="0"/>
                  </a:moveTo>
                  <a:lnTo>
                    <a:pt x="148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02" name="Arrowhead"/>
            <p:cNvSpPr/>
            <p:nvPr/>
          </p:nvSpPr>
          <p:spPr>
            <a:xfrm>
              <a:off x="12696825" y="3014472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03" name="Directional connector"/>
            <p:cNvSpPr/>
            <p:nvPr/>
          </p:nvSpPr>
          <p:spPr>
            <a:xfrm>
              <a:off x="11401425" y="3943350"/>
              <a:ext cx="1409700" cy="95"/>
            </a:xfrm>
            <a:custGeom>
              <a:avLst/>
              <a:gdLst/>
              <a:ahLst/>
              <a:cxnLst/>
              <a:rect l="0" t="0" r="r" b="b"/>
              <a:pathLst>
                <a:path w="148000" h="10">
                  <a:moveTo>
                    <a:pt x="0" y="0"/>
                  </a:moveTo>
                  <a:lnTo>
                    <a:pt x="148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04" name="Arrowhead"/>
            <p:cNvSpPr/>
            <p:nvPr/>
          </p:nvSpPr>
          <p:spPr>
            <a:xfrm>
              <a:off x="12696825" y="3890772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05" name="Vector path"/>
            <p:cNvSpPr/>
            <p:nvPr/>
          </p:nvSpPr>
          <p:spPr>
            <a:xfrm>
              <a:off x="10753725" y="5991225"/>
              <a:ext cx="657225" cy="428625"/>
            </a:xfrm>
            <a:custGeom>
              <a:avLst/>
              <a:gdLst/>
              <a:ahLst/>
              <a:cxnLst/>
              <a:rect l="0" t="0" r="r" b="b"/>
              <a:pathLst>
                <a:path w="69000" h="45000">
                  <a:moveTo>
                    <a:pt x="0" y="0"/>
                  </a:moveTo>
                  <a:quadBezTo>
                    <a:pt x="18000" y="0"/>
                    <a:pt x="18000" y="17000"/>
                  </a:quadBezTo>
                  <a:lnTo>
                    <a:pt x="18000" y="27000"/>
                  </a:lnTo>
                  <a:quadBezTo>
                    <a:pt x="18000" y="45000"/>
                    <a:pt x="35000" y="45000"/>
                  </a:quadBezTo>
                  <a:quadBezTo>
                    <a:pt x="52000" y="45000"/>
                    <a:pt x="52000" y="27000"/>
                  </a:quadBezTo>
                  <a:lnTo>
                    <a:pt x="52000" y="17000"/>
                  </a:lnTo>
                  <a:quadBezTo>
                    <a:pt x="52000" y="0"/>
                    <a:pt x="69000" y="0"/>
                  </a:quadBezTo>
                </a:path>
              </a:pathLst>
            </a:custGeom>
            <a:noFill/>
            <a:ln w="29528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06" name="Vector path"/>
            <p:cNvSpPr/>
            <p:nvPr/>
          </p:nvSpPr>
          <p:spPr>
            <a:xfrm>
              <a:off x="10753725" y="6419850"/>
              <a:ext cx="657225" cy="428625"/>
            </a:xfrm>
            <a:custGeom>
              <a:avLst/>
              <a:gdLst/>
              <a:ahLst/>
              <a:cxnLst/>
              <a:rect l="0" t="0" r="r" b="b"/>
              <a:pathLst>
                <a:path w="69000" h="45000">
                  <a:moveTo>
                    <a:pt x="0" y="36000"/>
                  </a:moveTo>
                  <a:quadBezTo>
                    <a:pt x="18000" y="36000"/>
                    <a:pt x="18000" y="19000"/>
                  </a:quadBezTo>
                  <a:lnTo>
                    <a:pt x="18000" y="18000"/>
                  </a:lnTo>
                  <a:quadBezTo>
                    <a:pt x="18000" y="0"/>
                    <a:pt x="35000" y="0"/>
                  </a:quadBezTo>
                  <a:quadBezTo>
                    <a:pt x="52000" y="0"/>
                    <a:pt x="52000" y="18000"/>
                  </a:quadBezTo>
                  <a:lnTo>
                    <a:pt x="52000" y="28000"/>
                  </a:lnTo>
                  <a:quadBezTo>
                    <a:pt x="52000" y="45000"/>
                    <a:pt x="69000" y="45000"/>
                  </a:quadBezTo>
                </a:path>
              </a:pathLst>
            </a:custGeom>
            <a:noFill/>
            <a:ln w="29528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07" name="Directional connector"/>
            <p:cNvSpPr/>
            <p:nvPr/>
          </p:nvSpPr>
          <p:spPr>
            <a:xfrm>
              <a:off x="11401425" y="5991225"/>
              <a:ext cx="1409700" cy="95"/>
            </a:xfrm>
            <a:custGeom>
              <a:avLst/>
              <a:gdLst/>
              <a:ahLst/>
              <a:cxnLst/>
              <a:rect l="0" t="0" r="r" b="b"/>
              <a:pathLst>
                <a:path w="148000" h="10">
                  <a:moveTo>
                    <a:pt x="0" y="0"/>
                  </a:moveTo>
                  <a:lnTo>
                    <a:pt x="148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08" name="Arrowhead"/>
            <p:cNvSpPr/>
            <p:nvPr/>
          </p:nvSpPr>
          <p:spPr>
            <a:xfrm>
              <a:off x="12696825" y="593864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09" name="Directional connector"/>
            <p:cNvSpPr/>
            <p:nvPr/>
          </p:nvSpPr>
          <p:spPr>
            <a:xfrm>
              <a:off x="11401425" y="6848475"/>
              <a:ext cx="1409700" cy="95"/>
            </a:xfrm>
            <a:custGeom>
              <a:avLst/>
              <a:gdLst/>
              <a:ahLst/>
              <a:cxnLst/>
              <a:rect l="0" t="0" r="r" b="b"/>
              <a:pathLst>
                <a:path w="148000" h="10">
                  <a:moveTo>
                    <a:pt x="0" y="0"/>
                  </a:moveTo>
                  <a:lnTo>
                    <a:pt x="148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10" name="Arrowhead"/>
            <p:cNvSpPr/>
            <p:nvPr/>
          </p:nvSpPr>
          <p:spPr>
            <a:xfrm>
              <a:off x="12696825" y="67958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11" name="Dual view feature extraction nodes"/>
          <p:cNvGrpSpPr/>
          <p:nvPr/>
        </p:nvGrpSpPr>
        <p:grpSpPr>
          <a:xfrm>
            <a:off x="6210300" y="2590800"/>
            <a:ext cx="6286500" cy="4713732"/>
            <a:chOff x="6210300" y="2590800"/>
            <a:chExt cx="6286500" cy="4713732"/>
          </a:xfrm>
        </p:grpSpPr>
        <p:sp>
          <p:nvSpPr>
            <p:cNvPr id="11412" name="Vector path"/>
            <p:cNvSpPr/>
            <p:nvPr/>
          </p:nvSpPr>
          <p:spPr>
            <a:xfrm>
              <a:off x="6334125" y="2714625"/>
              <a:ext cx="121349" cy="95"/>
            </a:xfrm>
            <a:custGeom>
              <a:avLst/>
              <a:gdLst/>
              <a:ahLst/>
              <a:cxnLst/>
              <a:rect l="0" t="0" r="r" b="b"/>
              <a:pathLst>
                <a:path w="12740" h="10">
                  <a:moveTo>
                    <a:pt x="0" y="0"/>
                  </a:moveTo>
                  <a:lnTo>
                    <a:pt x="12740" y="0"/>
                  </a:lnTo>
                </a:path>
              </a:pathLst>
            </a:custGeom>
            <a:noFill/>
            <a:ln w="12382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13" name="Vector path"/>
            <p:cNvSpPr/>
            <p:nvPr/>
          </p:nvSpPr>
          <p:spPr>
            <a:xfrm>
              <a:off x="6380702" y="2691860"/>
              <a:ext cx="22765" cy="22765"/>
            </a:xfrm>
            <a:custGeom>
              <a:avLst/>
              <a:gdLst/>
              <a:ahLst/>
              <a:cxnLst/>
              <a:rect l="0" t="0" r="r" b="b"/>
              <a:pathLst>
                <a:path w="2390" h="2390">
                  <a:moveTo>
                    <a:pt x="2390" y="2390"/>
                  </a:moveTo>
                  <a:lnTo>
                    <a:pt x="0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14" name="Vector path"/>
            <p:cNvSpPr/>
            <p:nvPr/>
          </p:nvSpPr>
          <p:spPr>
            <a:xfrm>
              <a:off x="6380702" y="2714625"/>
              <a:ext cx="22765" cy="22765"/>
            </a:xfrm>
            <a:custGeom>
              <a:avLst/>
              <a:gdLst/>
              <a:ahLst/>
              <a:cxnLst/>
              <a:rect l="0" t="0" r="r" b="b"/>
              <a:pathLst>
                <a:path w="2390" h="2390">
                  <a:moveTo>
                    <a:pt x="2390" y="0"/>
                  </a:moveTo>
                  <a:lnTo>
                    <a:pt x="0" y="239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15" name="Vector path"/>
            <p:cNvSpPr/>
            <p:nvPr/>
          </p:nvSpPr>
          <p:spPr>
            <a:xfrm>
              <a:off x="6407944" y="2691860"/>
              <a:ext cx="22765" cy="22765"/>
            </a:xfrm>
            <a:custGeom>
              <a:avLst/>
              <a:gdLst/>
              <a:ahLst/>
              <a:cxnLst/>
              <a:rect l="0" t="0" r="r" b="b"/>
              <a:pathLst>
                <a:path w="2390" h="2390">
                  <a:moveTo>
                    <a:pt x="2390" y="2390"/>
                  </a:moveTo>
                  <a:lnTo>
                    <a:pt x="0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16" name="Vector path"/>
            <p:cNvSpPr/>
            <p:nvPr/>
          </p:nvSpPr>
          <p:spPr>
            <a:xfrm>
              <a:off x="6407944" y="2714625"/>
              <a:ext cx="22765" cy="22765"/>
            </a:xfrm>
            <a:custGeom>
              <a:avLst/>
              <a:gdLst/>
              <a:ahLst/>
              <a:cxnLst/>
              <a:rect l="0" t="0" r="r" b="b"/>
              <a:pathLst>
                <a:path w="2390" h="2390">
                  <a:moveTo>
                    <a:pt x="2390" y="0"/>
                  </a:moveTo>
                  <a:lnTo>
                    <a:pt x="0" y="239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17" name="Vector path"/>
            <p:cNvSpPr/>
            <p:nvPr/>
          </p:nvSpPr>
          <p:spPr>
            <a:xfrm>
              <a:off x="6334125" y="2714625"/>
              <a:ext cx="60674" cy="105091"/>
            </a:xfrm>
            <a:custGeom>
              <a:avLst/>
              <a:gdLst/>
              <a:ahLst/>
              <a:cxnLst/>
              <a:rect l="0" t="0" r="r" b="b"/>
              <a:pathLst>
                <a:path w="6370" h="11033">
                  <a:moveTo>
                    <a:pt x="0" y="0"/>
                  </a:moveTo>
                  <a:lnTo>
                    <a:pt x="6370" y="11033"/>
                  </a:lnTo>
                </a:path>
              </a:pathLst>
            </a:custGeom>
            <a:noFill/>
            <a:ln w="12382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18" name="Vector path"/>
            <p:cNvSpPr/>
            <p:nvPr/>
          </p:nvSpPr>
          <p:spPr>
            <a:xfrm>
              <a:off x="6368796" y="2743579"/>
              <a:ext cx="8333" cy="31097"/>
            </a:xfrm>
            <a:custGeom>
              <a:avLst/>
              <a:gdLst/>
              <a:ahLst/>
              <a:cxnLst/>
              <a:rect l="0" t="0" r="r" b="b"/>
              <a:pathLst>
                <a:path w="875" h="3265">
                  <a:moveTo>
                    <a:pt x="0" y="3265"/>
                  </a:moveTo>
                  <a:lnTo>
                    <a:pt x="875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19" name="Vector path"/>
            <p:cNvSpPr/>
            <p:nvPr/>
          </p:nvSpPr>
          <p:spPr>
            <a:xfrm>
              <a:off x="6337699" y="2766344"/>
              <a:ext cx="31097" cy="8333"/>
            </a:xfrm>
            <a:custGeom>
              <a:avLst/>
              <a:gdLst/>
              <a:ahLst/>
              <a:cxnLst/>
              <a:rect l="0" t="0" r="r" b="b"/>
              <a:pathLst>
                <a:path w="3265" h="875">
                  <a:moveTo>
                    <a:pt x="3265" y="875"/>
                  </a:moveTo>
                  <a:lnTo>
                    <a:pt x="0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0" name="Vector path"/>
            <p:cNvSpPr/>
            <p:nvPr/>
          </p:nvSpPr>
          <p:spPr>
            <a:xfrm>
              <a:off x="6382417" y="2767171"/>
              <a:ext cx="8333" cy="31097"/>
            </a:xfrm>
            <a:custGeom>
              <a:avLst/>
              <a:gdLst/>
              <a:ahLst/>
              <a:cxnLst/>
              <a:rect l="0" t="0" r="r" b="b"/>
              <a:pathLst>
                <a:path w="875" h="3265">
                  <a:moveTo>
                    <a:pt x="0" y="3265"/>
                  </a:moveTo>
                  <a:lnTo>
                    <a:pt x="875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1" name="Vector path"/>
            <p:cNvSpPr/>
            <p:nvPr/>
          </p:nvSpPr>
          <p:spPr>
            <a:xfrm>
              <a:off x="6351319" y="2789936"/>
              <a:ext cx="31097" cy="8333"/>
            </a:xfrm>
            <a:custGeom>
              <a:avLst/>
              <a:gdLst/>
              <a:ahLst/>
              <a:cxnLst/>
              <a:rect l="0" t="0" r="r" b="b"/>
              <a:pathLst>
                <a:path w="3265" h="875">
                  <a:moveTo>
                    <a:pt x="3265" y="875"/>
                  </a:moveTo>
                  <a:lnTo>
                    <a:pt x="0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2" name="Vector path"/>
            <p:cNvSpPr/>
            <p:nvPr/>
          </p:nvSpPr>
          <p:spPr>
            <a:xfrm>
              <a:off x="6273451" y="2714625"/>
              <a:ext cx="60674" cy="105091"/>
            </a:xfrm>
            <a:custGeom>
              <a:avLst/>
              <a:gdLst/>
              <a:ahLst/>
              <a:cxnLst/>
              <a:rect l="0" t="0" r="r" b="b"/>
              <a:pathLst>
                <a:path w="6370" h="11033">
                  <a:moveTo>
                    <a:pt x="6370" y="0"/>
                  </a:moveTo>
                  <a:lnTo>
                    <a:pt x="0" y="11033"/>
                  </a:lnTo>
                </a:path>
              </a:pathLst>
            </a:custGeom>
            <a:noFill/>
            <a:ln w="12382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3" name="Vector path"/>
            <p:cNvSpPr/>
            <p:nvPr/>
          </p:nvSpPr>
          <p:spPr>
            <a:xfrm>
              <a:off x="6299454" y="2766344"/>
              <a:ext cx="31097" cy="8333"/>
            </a:xfrm>
            <a:custGeom>
              <a:avLst/>
              <a:gdLst/>
              <a:ahLst/>
              <a:cxnLst/>
              <a:rect l="0" t="0" r="r" b="b"/>
              <a:pathLst>
                <a:path w="3265" h="875">
                  <a:moveTo>
                    <a:pt x="0" y="875"/>
                  </a:moveTo>
                  <a:lnTo>
                    <a:pt x="3265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4" name="Vector path"/>
            <p:cNvSpPr/>
            <p:nvPr/>
          </p:nvSpPr>
          <p:spPr>
            <a:xfrm>
              <a:off x="6291121" y="2743579"/>
              <a:ext cx="8333" cy="31097"/>
            </a:xfrm>
            <a:custGeom>
              <a:avLst/>
              <a:gdLst/>
              <a:ahLst/>
              <a:cxnLst/>
              <a:rect l="0" t="0" r="r" b="b"/>
              <a:pathLst>
                <a:path w="875" h="3265">
                  <a:moveTo>
                    <a:pt x="875" y="3265"/>
                  </a:moveTo>
                  <a:lnTo>
                    <a:pt x="0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5" name="Vector path"/>
            <p:cNvSpPr/>
            <p:nvPr/>
          </p:nvSpPr>
          <p:spPr>
            <a:xfrm>
              <a:off x="6285833" y="2789936"/>
              <a:ext cx="31097" cy="8333"/>
            </a:xfrm>
            <a:custGeom>
              <a:avLst/>
              <a:gdLst/>
              <a:ahLst/>
              <a:cxnLst/>
              <a:rect l="0" t="0" r="r" b="b"/>
              <a:pathLst>
                <a:path w="3265" h="875">
                  <a:moveTo>
                    <a:pt x="0" y="875"/>
                  </a:moveTo>
                  <a:lnTo>
                    <a:pt x="3265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6" name="Vector path"/>
            <p:cNvSpPr/>
            <p:nvPr/>
          </p:nvSpPr>
          <p:spPr>
            <a:xfrm>
              <a:off x="6277501" y="2767171"/>
              <a:ext cx="8333" cy="31097"/>
            </a:xfrm>
            <a:custGeom>
              <a:avLst/>
              <a:gdLst/>
              <a:ahLst/>
              <a:cxnLst/>
              <a:rect l="0" t="0" r="r" b="b"/>
              <a:pathLst>
                <a:path w="875" h="3265">
                  <a:moveTo>
                    <a:pt x="875" y="3265"/>
                  </a:moveTo>
                  <a:lnTo>
                    <a:pt x="0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7" name="Vector path"/>
            <p:cNvSpPr/>
            <p:nvPr/>
          </p:nvSpPr>
          <p:spPr>
            <a:xfrm>
              <a:off x="6212776" y="2714625"/>
              <a:ext cx="121349" cy="95"/>
            </a:xfrm>
            <a:custGeom>
              <a:avLst/>
              <a:gdLst/>
              <a:ahLst/>
              <a:cxnLst/>
              <a:rect l="0" t="0" r="r" b="b"/>
              <a:pathLst>
                <a:path w="12740" h="10">
                  <a:moveTo>
                    <a:pt x="12740" y="0"/>
                  </a:moveTo>
                  <a:lnTo>
                    <a:pt x="0" y="0"/>
                  </a:lnTo>
                </a:path>
              </a:pathLst>
            </a:custGeom>
            <a:noFill/>
            <a:ln w="12382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8" name="Vector path"/>
            <p:cNvSpPr/>
            <p:nvPr/>
          </p:nvSpPr>
          <p:spPr>
            <a:xfrm>
              <a:off x="6264783" y="2714625"/>
              <a:ext cx="22765" cy="22765"/>
            </a:xfrm>
            <a:custGeom>
              <a:avLst/>
              <a:gdLst/>
              <a:ahLst/>
              <a:cxnLst/>
              <a:rect l="0" t="0" r="r" b="b"/>
              <a:pathLst>
                <a:path w="2390" h="2390">
                  <a:moveTo>
                    <a:pt x="0" y="0"/>
                  </a:moveTo>
                  <a:lnTo>
                    <a:pt x="2390" y="239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9" name="Vector path"/>
            <p:cNvSpPr/>
            <p:nvPr/>
          </p:nvSpPr>
          <p:spPr>
            <a:xfrm>
              <a:off x="6264783" y="2691860"/>
              <a:ext cx="22765" cy="22765"/>
            </a:xfrm>
            <a:custGeom>
              <a:avLst/>
              <a:gdLst/>
              <a:ahLst/>
              <a:cxnLst/>
              <a:rect l="0" t="0" r="r" b="b"/>
              <a:pathLst>
                <a:path w="2390" h="2390">
                  <a:moveTo>
                    <a:pt x="0" y="2390"/>
                  </a:moveTo>
                  <a:lnTo>
                    <a:pt x="2390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0" name="Vector path"/>
            <p:cNvSpPr/>
            <p:nvPr/>
          </p:nvSpPr>
          <p:spPr>
            <a:xfrm>
              <a:off x="6237542" y="2714625"/>
              <a:ext cx="22765" cy="22765"/>
            </a:xfrm>
            <a:custGeom>
              <a:avLst/>
              <a:gdLst/>
              <a:ahLst/>
              <a:cxnLst/>
              <a:rect l="0" t="0" r="r" b="b"/>
              <a:pathLst>
                <a:path w="2390" h="2390">
                  <a:moveTo>
                    <a:pt x="0" y="0"/>
                  </a:moveTo>
                  <a:lnTo>
                    <a:pt x="2390" y="239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1" name="Vector path"/>
            <p:cNvSpPr/>
            <p:nvPr/>
          </p:nvSpPr>
          <p:spPr>
            <a:xfrm>
              <a:off x="6237542" y="2691860"/>
              <a:ext cx="22765" cy="22765"/>
            </a:xfrm>
            <a:custGeom>
              <a:avLst/>
              <a:gdLst/>
              <a:ahLst/>
              <a:cxnLst/>
              <a:rect l="0" t="0" r="r" b="b"/>
              <a:pathLst>
                <a:path w="2390" h="2390">
                  <a:moveTo>
                    <a:pt x="0" y="2390"/>
                  </a:moveTo>
                  <a:lnTo>
                    <a:pt x="2390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2" name="Vector path"/>
            <p:cNvSpPr/>
            <p:nvPr/>
          </p:nvSpPr>
          <p:spPr>
            <a:xfrm>
              <a:off x="6273451" y="2609534"/>
              <a:ext cx="60674" cy="105091"/>
            </a:xfrm>
            <a:custGeom>
              <a:avLst/>
              <a:gdLst/>
              <a:ahLst/>
              <a:cxnLst/>
              <a:rect l="0" t="0" r="r" b="b"/>
              <a:pathLst>
                <a:path w="6370" h="11033">
                  <a:moveTo>
                    <a:pt x="6370" y="11033"/>
                  </a:moveTo>
                  <a:lnTo>
                    <a:pt x="0" y="0"/>
                  </a:lnTo>
                </a:path>
              </a:pathLst>
            </a:custGeom>
            <a:noFill/>
            <a:ln w="12382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3" name="Vector path"/>
            <p:cNvSpPr/>
            <p:nvPr/>
          </p:nvSpPr>
          <p:spPr>
            <a:xfrm>
              <a:off x="6291121" y="2654573"/>
              <a:ext cx="8333" cy="31097"/>
            </a:xfrm>
            <a:custGeom>
              <a:avLst/>
              <a:gdLst/>
              <a:ahLst/>
              <a:cxnLst/>
              <a:rect l="0" t="0" r="r" b="b"/>
              <a:pathLst>
                <a:path w="875" h="3265">
                  <a:moveTo>
                    <a:pt x="875" y="0"/>
                  </a:moveTo>
                  <a:lnTo>
                    <a:pt x="0" y="3265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4" name="Vector path"/>
            <p:cNvSpPr/>
            <p:nvPr/>
          </p:nvSpPr>
          <p:spPr>
            <a:xfrm>
              <a:off x="6299454" y="2654573"/>
              <a:ext cx="31097" cy="8333"/>
            </a:xfrm>
            <a:custGeom>
              <a:avLst/>
              <a:gdLst/>
              <a:ahLst/>
              <a:cxnLst/>
              <a:rect l="0" t="0" r="r" b="b"/>
              <a:pathLst>
                <a:path w="3265" h="875">
                  <a:moveTo>
                    <a:pt x="0" y="0"/>
                  </a:moveTo>
                  <a:lnTo>
                    <a:pt x="3265" y="875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5" name="Vector path"/>
            <p:cNvSpPr/>
            <p:nvPr/>
          </p:nvSpPr>
          <p:spPr>
            <a:xfrm>
              <a:off x="6277501" y="2630981"/>
              <a:ext cx="8333" cy="31097"/>
            </a:xfrm>
            <a:custGeom>
              <a:avLst/>
              <a:gdLst/>
              <a:ahLst/>
              <a:cxnLst/>
              <a:rect l="0" t="0" r="r" b="b"/>
              <a:pathLst>
                <a:path w="875" h="3265">
                  <a:moveTo>
                    <a:pt x="875" y="0"/>
                  </a:moveTo>
                  <a:lnTo>
                    <a:pt x="0" y="3265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6" name="Vector path"/>
            <p:cNvSpPr/>
            <p:nvPr/>
          </p:nvSpPr>
          <p:spPr>
            <a:xfrm>
              <a:off x="6285833" y="2630981"/>
              <a:ext cx="31097" cy="8333"/>
            </a:xfrm>
            <a:custGeom>
              <a:avLst/>
              <a:gdLst/>
              <a:ahLst/>
              <a:cxnLst/>
              <a:rect l="0" t="0" r="r" b="b"/>
              <a:pathLst>
                <a:path w="3265" h="875">
                  <a:moveTo>
                    <a:pt x="0" y="0"/>
                  </a:moveTo>
                  <a:lnTo>
                    <a:pt x="3265" y="875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7" name="Vector path"/>
            <p:cNvSpPr/>
            <p:nvPr/>
          </p:nvSpPr>
          <p:spPr>
            <a:xfrm>
              <a:off x="6334125" y="2609534"/>
              <a:ext cx="60674" cy="105091"/>
            </a:xfrm>
            <a:custGeom>
              <a:avLst/>
              <a:gdLst/>
              <a:ahLst/>
              <a:cxnLst/>
              <a:rect l="0" t="0" r="r" b="b"/>
              <a:pathLst>
                <a:path w="6370" h="11033">
                  <a:moveTo>
                    <a:pt x="0" y="11033"/>
                  </a:moveTo>
                  <a:lnTo>
                    <a:pt x="6370" y="0"/>
                  </a:lnTo>
                </a:path>
              </a:pathLst>
            </a:custGeom>
            <a:noFill/>
            <a:ln w="12382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8" name="Vector path"/>
            <p:cNvSpPr/>
            <p:nvPr/>
          </p:nvSpPr>
          <p:spPr>
            <a:xfrm>
              <a:off x="6337699" y="2654573"/>
              <a:ext cx="31097" cy="8333"/>
            </a:xfrm>
            <a:custGeom>
              <a:avLst/>
              <a:gdLst/>
              <a:ahLst/>
              <a:cxnLst/>
              <a:rect l="0" t="0" r="r" b="b"/>
              <a:pathLst>
                <a:path w="3265" h="875">
                  <a:moveTo>
                    <a:pt x="3265" y="0"/>
                  </a:moveTo>
                  <a:lnTo>
                    <a:pt x="0" y="875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9" name="Vector path"/>
            <p:cNvSpPr/>
            <p:nvPr/>
          </p:nvSpPr>
          <p:spPr>
            <a:xfrm>
              <a:off x="6368796" y="2654573"/>
              <a:ext cx="8333" cy="31097"/>
            </a:xfrm>
            <a:custGeom>
              <a:avLst/>
              <a:gdLst/>
              <a:ahLst/>
              <a:cxnLst/>
              <a:rect l="0" t="0" r="r" b="b"/>
              <a:pathLst>
                <a:path w="875" h="3265">
                  <a:moveTo>
                    <a:pt x="0" y="0"/>
                  </a:moveTo>
                  <a:lnTo>
                    <a:pt x="875" y="3265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40" name="Vector path"/>
            <p:cNvSpPr/>
            <p:nvPr/>
          </p:nvSpPr>
          <p:spPr>
            <a:xfrm>
              <a:off x="6351319" y="2630981"/>
              <a:ext cx="31097" cy="8333"/>
            </a:xfrm>
            <a:custGeom>
              <a:avLst/>
              <a:gdLst/>
              <a:ahLst/>
              <a:cxnLst/>
              <a:rect l="0" t="0" r="r" b="b"/>
              <a:pathLst>
                <a:path w="3265" h="875">
                  <a:moveTo>
                    <a:pt x="3265" y="0"/>
                  </a:moveTo>
                  <a:lnTo>
                    <a:pt x="0" y="875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41" name="Vector path"/>
            <p:cNvSpPr/>
            <p:nvPr/>
          </p:nvSpPr>
          <p:spPr>
            <a:xfrm>
              <a:off x="6382417" y="2630981"/>
              <a:ext cx="8333" cy="31097"/>
            </a:xfrm>
            <a:custGeom>
              <a:avLst/>
              <a:gdLst/>
              <a:ahLst/>
              <a:cxnLst/>
              <a:rect l="0" t="0" r="r" b="b"/>
              <a:pathLst>
                <a:path w="875" h="3265">
                  <a:moveTo>
                    <a:pt x="0" y="0"/>
                  </a:moveTo>
                  <a:lnTo>
                    <a:pt x="875" y="3265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42" name="Parameter freeze"/>
            <p:cNvSpPr txBox="1"/>
            <p:nvPr/>
          </p:nvSpPr>
          <p:spPr>
            <a:xfrm>
              <a:off x="6486525" y="2590800"/>
              <a:ext cx="2724150" cy="28460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0079C7"/>
                  </a:solidFill>
                  <a:latin typeface="Liberation Serif"/>
                </a:rPr>
                <a:t>Parameter freeze</a:t>
              </a:r>
            </a:p>
          </p:txBody>
        </p:sp>
        <p:sp>
          <p:nvSpPr>
            <p:cNvPr id="11443" name="Vector path"/>
            <p:cNvSpPr/>
            <p:nvPr/>
          </p:nvSpPr>
          <p:spPr>
            <a:xfrm>
              <a:off x="6334125" y="7143750"/>
              <a:ext cx="121349" cy="95"/>
            </a:xfrm>
            <a:custGeom>
              <a:avLst/>
              <a:gdLst/>
              <a:ahLst/>
              <a:cxnLst/>
              <a:rect l="0" t="0" r="r" b="b"/>
              <a:pathLst>
                <a:path w="12740" h="10">
                  <a:moveTo>
                    <a:pt x="0" y="0"/>
                  </a:moveTo>
                  <a:lnTo>
                    <a:pt x="12740" y="0"/>
                  </a:lnTo>
                </a:path>
              </a:pathLst>
            </a:custGeom>
            <a:noFill/>
            <a:ln w="12382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44" name="Vector path"/>
            <p:cNvSpPr/>
            <p:nvPr/>
          </p:nvSpPr>
          <p:spPr>
            <a:xfrm>
              <a:off x="6380702" y="7120985"/>
              <a:ext cx="22765" cy="22765"/>
            </a:xfrm>
            <a:custGeom>
              <a:avLst/>
              <a:gdLst/>
              <a:ahLst/>
              <a:cxnLst/>
              <a:rect l="0" t="0" r="r" b="b"/>
              <a:pathLst>
                <a:path w="2390" h="2390">
                  <a:moveTo>
                    <a:pt x="2390" y="2390"/>
                  </a:moveTo>
                  <a:lnTo>
                    <a:pt x="0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45" name="Vector path"/>
            <p:cNvSpPr/>
            <p:nvPr/>
          </p:nvSpPr>
          <p:spPr>
            <a:xfrm>
              <a:off x="6380702" y="7143750"/>
              <a:ext cx="22765" cy="22765"/>
            </a:xfrm>
            <a:custGeom>
              <a:avLst/>
              <a:gdLst/>
              <a:ahLst/>
              <a:cxnLst/>
              <a:rect l="0" t="0" r="r" b="b"/>
              <a:pathLst>
                <a:path w="2390" h="2390">
                  <a:moveTo>
                    <a:pt x="2390" y="0"/>
                  </a:moveTo>
                  <a:lnTo>
                    <a:pt x="0" y="239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46" name="Vector path"/>
            <p:cNvSpPr/>
            <p:nvPr/>
          </p:nvSpPr>
          <p:spPr>
            <a:xfrm>
              <a:off x="6407944" y="7120985"/>
              <a:ext cx="22765" cy="22765"/>
            </a:xfrm>
            <a:custGeom>
              <a:avLst/>
              <a:gdLst/>
              <a:ahLst/>
              <a:cxnLst/>
              <a:rect l="0" t="0" r="r" b="b"/>
              <a:pathLst>
                <a:path w="2390" h="2390">
                  <a:moveTo>
                    <a:pt x="2390" y="2390"/>
                  </a:moveTo>
                  <a:lnTo>
                    <a:pt x="0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47" name="Vector path"/>
            <p:cNvSpPr/>
            <p:nvPr/>
          </p:nvSpPr>
          <p:spPr>
            <a:xfrm>
              <a:off x="6407944" y="7143750"/>
              <a:ext cx="22765" cy="22765"/>
            </a:xfrm>
            <a:custGeom>
              <a:avLst/>
              <a:gdLst/>
              <a:ahLst/>
              <a:cxnLst/>
              <a:rect l="0" t="0" r="r" b="b"/>
              <a:pathLst>
                <a:path w="2390" h="2390">
                  <a:moveTo>
                    <a:pt x="2390" y="0"/>
                  </a:moveTo>
                  <a:lnTo>
                    <a:pt x="0" y="239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48" name="Vector path"/>
            <p:cNvSpPr/>
            <p:nvPr/>
          </p:nvSpPr>
          <p:spPr>
            <a:xfrm>
              <a:off x="6334125" y="7143750"/>
              <a:ext cx="60674" cy="105091"/>
            </a:xfrm>
            <a:custGeom>
              <a:avLst/>
              <a:gdLst/>
              <a:ahLst/>
              <a:cxnLst/>
              <a:rect l="0" t="0" r="r" b="b"/>
              <a:pathLst>
                <a:path w="6370" h="11033">
                  <a:moveTo>
                    <a:pt x="0" y="0"/>
                  </a:moveTo>
                  <a:lnTo>
                    <a:pt x="6370" y="11033"/>
                  </a:lnTo>
                </a:path>
              </a:pathLst>
            </a:custGeom>
            <a:noFill/>
            <a:ln w="12382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49" name="Vector path"/>
            <p:cNvSpPr/>
            <p:nvPr/>
          </p:nvSpPr>
          <p:spPr>
            <a:xfrm>
              <a:off x="6368796" y="7172704"/>
              <a:ext cx="8333" cy="31097"/>
            </a:xfrm>
            <a:custGeom>
              <a:avLst/>
              <a:gdLst/>
              <a:ahLst/>
              <a:cxnLst/>
              <a:rect l="0" t="0" r="r" b="b"/>
              <a:pathLst>
                <a:path w="875" h="3265">
                  <a:moveTo>
                    <a:pt x="0" y="3265"/>
                  </a:moveTo>
                  <a:lnTo>
                    <a:pt x="875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50" name="Vector path"/>
            <p:cNvSpPr/>
            <p:nvPr/>
          </p:nvSpPr>
          <p:spPr>
            <a:xfrm>
              <a:off x="6337699" y="7195469"/>
              <a:ext cx="31097" cy="8333"/>
            </a:xfrm>
            <a:custGeom>
              <a:avLst/>
              <a:gdLst/>
              <a:ahLst/>
              <a:cxnLst/>
              <a:rect l="0" t="0" r="r" b="b"/>
              <a:pathLst>
                <a:path w="3265" h="875">
                  <a:moveTo>
                    <a:pt x="3265" y="875"/>
                  </a:moveTo>
                  <a:lnTo>
                    <a:pt x="0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51" name="Vector path"/>
            <p:cNvSpPr/>
            <p:nvPr/>
          </p:nvSpPr>
          <p:spPr>
            <a:xfrm>
              <a:off x="6382417" y="7196296"/>
              <a:ext cx="8333" cy="31097"/>
            </a:xfrm>
            <a:custGeom>
              <a:avLst/>
              <a:gdLst/>
              <a:ahLst/>
              <a:cxnLst/>
              <a:rect l="0" t="0" r="r" b="b"/>
              <a:pathLst>
                <a:path w="875" h="3265">
                  <a:moveTo>
                    <a:pt x="0" y="3265"/>
                  </a:moveTo>
                  <a:lnTo>
                    <a:pt x="875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52" name="Vector path"/>
            <p:cNvSpPr/>
            <p:nvPr/>
          </p:nvSpPr>
          <p:spPr>
            <a:xfrm>
              <a:off x="6351319" y="7219061"/>
              <a:ext cx="31097" cy="8333"/>
            </a:xfrm>
            <a:custGeom>
              <a:avLst/>
              <a:gdLst/>
              <a:ahLst/>
              <a:cxnLst/>
              <a:rect l="0" t="0" r="r" b="b"/>
              <a:pathLst>
                <a:path w="3265" h="875">
                  <a:moveTo>
                    <a:pt x="3265" y="875"/>
                  </a:moveTo>
                  <a:lnTo>
                    <a:pt x="0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53" name="Vector path"/>
            <p:cNvSpPr/>
            <p:nvPr/>
          </p:nvSpPr>
          <p:spPr>
            <a:xfrm>
              <a:off x="6273451" y="7143750"/>
              <a:ext cx="60674" cy="105091"/>
            </a:xfrm>
            <a:custGeom>
              <a:avLst/>
              <a:gdLst/>
              <a:ahLst/>
              <a:cxnLst/>
              <a:rect l="0" t="0" r="r" b="b"/>
              <a:pathLst>
                <a:path w="6370" h="11033">
                  <a:moveTo>
                    <a:pt x="6370" y="0"/>
                  </a:moveTo>
                  <a:lnTo>
                    <a:pt x="0" y="11033"/>
                  </a:lnTo>
                </a:path>
              </a:pathLst>
            </a:custGeom>
            <a:noFill/>
            <a:ln w="12382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54" name="Vector path"/>
            <p:cNvSpPr/>
            <p:nvPr/>
          </p:nvSpPr>
          <p:spPr>
            <a:xfrm>
              <a:off x="6299454" y="7195469"/>
              <a:ext cx="31097" cy="8333"/>
            </a:xfrm>
            <a:custGeom>
              <a:avLst/>
              <a:gdLst/>
              <a:ahLst/>
              <a:cxnLst/>
              <a:rect l="0" t="0" r="r" b="b"/>
              <a:pathLst>
                <a:path w="3265" h="875">
                  <a:moveTo>
                    <a:pt x="0" y="875"/>
                  </a:moveTo>
                  <a:lnTo>
                    <a:pt x="3265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55" name="Vector path"/>
            <p:cNvSpPr/>
            <p:nvPr/>
          </p:nvSpPr>
          <p:spPr>
            <a:xfrm>
              <a:off x="6291121" y="7172704"/>
              <a:ext cx="8333" cy="31097"/>
            </a:xfrm>
            <a:custGeom>
              <a:avLst/>
              <a:gdLst/>
              <a:ahLst/>
              <a:cxnLst/>
              <a:rect l="0" t="0" r="r" b="b"/>
              <a:pathLst>
                <a:path w="875" h="3265">
                  <a:moveTo>
                    <a:pt x="875" y="3265"/>
                  </a:moveTo>
                  <a:lnTo>
                    <a:pt x="0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56" name="Vector path"/>
            <p:cNvSpPr/>
            <p:nvPr/>
          </p:nvSpPr>
          <p:spPr>
            <a:xfrm>
              <a:off x="6285833" y="7219061"/>
              <a:ext cx="31097" cy="8333"/>
            </a:xfrm>
            <a:custGeom>
              <a:avLst/>
              <a:gdLst/>
              <a:ahLst/>
              <a:cxnLst/>
              <a:rect l="0" t="0" r="r" b="b"/>
              <a:pathLst>
                <a:path w="3265" h="875">
                  <a:moveTo>
                    <a:pt x="0" y="875"/>
                  </a:moveTo>
                  <a:lnTo>
                    <a:pt x="3265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57" name="Vector path"/>
            <p:cNvSpPr/>
            <p:nvPr/>
          </p:nvSpPr>
          <p:spPr>
            <a:xfrm>
              <a:off x="6277501" y="7196296"/>
              <a:ext cx="8333" cy="31097"/>
            </a:xfrm>
            <a:custGeom>
              <a:avLst/>
              <a:gdLst/>
              <a:ahLst/>
              <a:cxnLst/>
              <a:rect l="0" t="0" r="r" b="b"/>
              <a:pathLst>
                <a:path w="875" h="3265">
                  <a:moveTo>
                    <a:pt x="875" y="3265"/>
                  </a:moveTo>
                  <a:lnTo>
                    <a:pt x="0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58" name="Vector path"/>
            <p:cNvSpPr/>
            <p:nvPr/>
          </p:nvSpPr>
          <p:spPr>
            <a:xfrm>
              <a:off x="6212776" y="7143750"/>
              <a:ext cx="121349" cy="95"/>
            </a:xfrm>
            <a:custGeom>
              <a:avLst/>
              <a:gdLst/>
              <a:ahLst/>
              <a:cxnLst/>
              <a:rect l="0" t="0" r="r" b="b"/>
              <a:pathLst>
                <a:path w="12740" h="10">
                  <a:moveTo>
                    <a:pt x="12740" y="0"/>
                  </a:moveTo>
                  <a:lnTo>
                    <a:pt x="0" y="0"/>
                  </a:lnTo>
                </a:path>
              </a:pathLst>
            </a:custGeom>
            <a:noFill/>
            <a:ln w="12382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59" name="Vector path"/>
            <p:cNvSpPr/>
            <p:nvPr/>
          </p:nvSpPr>
          <p:spPr>
            <a:xfrm>
              <a:off x="6264783" y="7143750"/>
              <a:ext cx="22765" cy="22765"/>
            </a:xfrm>
            <a:custGeom>
              <a:avLst/>
              <a:gdLst/>
              <a:ahLst/>
              <a:cxnLst/>
              <a:rect l="0" t="0" r="r" b="b"/>
              <a:pathLst>
                <a:path w="2390" h="2390">
                  <a:moveTo>
                    <a:pt x="0" y="0"/>
                  </a:moveTo>
                  <a:lnTo>
                    <a:pt x="2390" y="239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60" name="Vector path"/>
            <p:cNvSpPr/>
            <p:nvPr/>
          </p:nvSpPr>
          <p:spPr>
            <a:xfrm>
              <a:off x="6264783" y="7120985"/>
              <a:ext cx="22765" cy="22765"/>
            </a:xfrm>
            <a:custGeom>
              <a:avLst/>
              <a:gdLst/>
              <a:ahLst/>
              <a:cxnLst/>
              <a:rect l="0" t="0" r="r" b="b"/>
              <a:pathLst>
                <a:path w="2390" h="2390">
                  <a:moveTo>
                    <a:pt x="0" y="2390"/>
                  </a:moveTo>
                  <a:lnTo>
                    <a:pt x="2390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61" name="Vector path"/>
            <p:cNvSpPr/>
            <p:nvPr/>
          </p:nvSpPr>
          <p:spPr>
            <a:xfrm>
              <a:off x="6237542" y="7143750"/>
              <a:ext cx="22765" cy="22765"/>
            </a:xfrm>
            <a:custGeom>
              <a:avLst/>
              <a:gdLst/>
              <a:ahLst/>
              <a:cxnLst/>
              <a:rect l="0" t="0" r="r" b="b"/>
              <a:pathLst>
                <a:path w="2390" h="2390">
                  <a:moveTo>
                    <a:pt x="0" y="0"/>
                  </a:moveTo>
                  <a:lnTo>
                    <a:pt x="2390" y="239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62" name="Vector path"/>
            <p:cNvSpPr/>
            <p:nvPr/>
          </p:nvSpPr>
          <p:spPr>
            <a:xfrm>
              <a:off x="6237542" y="7120985"/>
              <a:ext cx="22765" cy="22765"/>
            </a:xfrm>
            <a:custGeom>
              <a:avLst/>
              <a:gdLst/>
              <a:ahLst/>
              <a:cxnLst/>
              <a:rect l="0" t="0" r="r" b="b"/>
              <a:pathLst>
                <a:path w="2390" h="2390">
                  <a:moveTo>
                    <a:pt x="0" y="2390"/>
                  </a:moveTo>
                  <a:lnTo>
                    <a:pt x="2390" y="0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63" name="Vector path"/>
            <p:cNvSpPr/>
            <p:nvPr/>
          </p:nvSpPr>
          <p:spPr>
            <a:xfrm>
              <a:off x="6273451" y="7038659"/>
              <a:ext cx="60674" cy="105091"/>
            </a:xfrm>
            <a:custGeom>
              <a:avLst/>
              <a:gdLst/>
              <a:ahLst/>
              <a:cxnLst/>
              <a:rect l="0" t="0" r="r" b="b"/>
              <a:pathLst>
                <a:path w="6370" h="11033">
                  <a:moveTo>
                    <a:pt x="6370" y="11033"/>
                  </a:moveTo>
                  <a:lnTo>
                    <a:pt x="0" y="0"/>
                  </a:lnTo>
                </a:path>
              </a:pathLst>
            </a:custGeom>
            <a:noFill/>
            <a:ln w="12382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64" name="Vector path"/>
            <p:cNvSpPr/>
            <p:nvPr/>
          </p:nvSpPr>
          <p:spPr>
            <a:xfrm>
              <a:off x="6291121" y="7083698"/>
              <a:ext cx="8333" cy="31097"/>
            </a:xfrm>
            <a:custGeom>
              <a:avLst/>
              <a:gdLst/>
              <a:ahLst/>
              <a:cxnLst/>
              <a:rect l="0" t="0" r="r" b="b"/>
              <a:pathLst>
                <a:path w="875" h="3265">
                  <a:moveTo>
                    <a:pt x="875" y="0"/>
                  </a:moveTo>
                  <a:lnTo>
                    <a:pt x="0" y="3265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65" name="Vector path"/>
            <p:cNvSpPr/>
            <p:nvPr/>
          </p:nvSpPr>
          <p:spPr>
            <a:xfrm>
              <a:off x="6299454" y="7083698"/>
              <a:ext cx="31097" cy="8333"/>
            </a:xfrm>
            <a:custGeom>
              <a:avLst/>
              <a:gdLst/>
              <a:ahLst/>
              <a:cxnLst/>
              <a:rect l="0" t="0" r="r" b="b"/>
              <a:pathLst>
                <a:path w="3265" h="875">
                  <a:moveTo>
                    <a:pt x="0" y="0"/>
                  </a:moveTo>
                  <a:lnTo>
                    <a:pt x="3265" y="875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66" name="Vector path"/>
            <p:cNvSpPr/>
            <p:nvPr/>
          </p:nvSpPr>
          <p:spPr>
            <a:xfrm>
              <a:off x="6277501" y="7060106"/>
              <a:ext cx="8333" cy="31097"/>
            </a:xfrm>
            <a:custGeom>
              <a:avLst/>
              <a:gdLst/>
              <a:ahLst/>
              <a:cxnLst/>
              <a:rect l="0" t="0" r="r" b="b"/>
              <a:pathLst>
                <a:path w="875" h="3265">
                  <a:moveTo>
                    <a:pt x="875" y="0"/>
                  </a:moveTo>
                  <a:lnTo>
                    <a:pt x="0" y="3265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67" name="Vector path"/>
            <p:cNvSpPr/>
            <p:nvPr/>
          </p:nvSpPr>
          <p:spPr>
            <a:xfrm>
              <a:off x="6285833" y="7060106"/>
              <a:ext cx="31097" cy="8333"/>
            </a:xfrm>
            <a:custGeom>
              <a:avLst/>
              <a:gdLst/>
              <a:ahLst/>
              <a:cxnLst/>
              <a:rect l="0" t="0" r="r" b="b"/>
              <a:pathLst>
                <a:path w="3265" h="875">
                  <a:moveTo>
                    <a:pt x="0" y="0"/>
                  </a:moveTo>
                  <a:lnTo>
                    <a:pt x="3265" y="875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68" name="Vector path"/>
            <p:cNvSpPr/>
            <p:nvPr/>
          </p:nvSpPr>
          <p:spPr>
            <a:xfrm>
              <a:off x="6334125" y="7038659"/>
              <a:ext cx="60674" cy="105091"/>
            </a:xfrm>
            <a:custGeom>
              <a:avLst/>
              <a:gdLst/>
              <a:ahLst/>
              <a:cxnLst/>
              <a:rect l="0" t="0" r="r" b="b"/>
              <a:pathLst>
                <a:path w="6370" h="11033">
                  <a:moveTo>
                    <a:pt x="0" y="11033"/>
                  </a:moveTo>
                  <a:lnTo>
                    <a:pt x="6370" y="0"/>
                  </a:lnTo>
                </a:path>
              </a:pathLst>
            </a:custGeom>
            <a:noFill/>
            <a:ln w="12382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69" name="Vector path"/>
            <p:cNvSpPr/>
            <p:nvPr/>
          </p:nvSpPr>
          <p:spPr>
            <a:xfrm>
              <a:off x="6337699" y="7083698"/>
              <a:ext cx="31097" cy="8333"/>
            </a:xfrm>
            <a:custGeom>
              <a:avLst/>
              <a:gdLst/>
              <a:ahLst/>
              <a:cxnLst/>
              <a:rect l="0" t="0" r="r" b="b"/>
              <a:pathLst>
                <a:path w="3265" h="875">
                  <a:moveTo>
                    <a:pt x="3265" y="0"/>
                  </a:moveTo>
                  <a:lnTo>
                    <a:pt x="0" y="875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70" name="Vector path"/>
            <p:cNvSpPr/>
            <p:nvPr/>
          </p:nvSpPr>
          <p:spPr>
            <a:xfrm>
              <a:off x="6368796" y="7083698"/>
              <a:ext cx="8333" cy="31097"/>
            </a:xfrm>
            <a:custGeom>
              <a:avLst/>
              <a:gdLst/>
              <a:ahLst/>
              <a:cxnLst/>
              <a:rect l="0" t="0" r="r" b="b"/>
              <a:pathLst>
                <a:path w="875" h="3265">
                  <a:moveTo>
                    <a:pt x="0" y="0"/>
                  </a:moveTo>
                  <a:lnTo>
                    <a:pt x="875" y="3265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71" name="Vector path"/>
            <p:cNvSpPr/>
            <p:nvPr/>
          </p:nvSpPr>
          <p:spPr>
            <a:xfrm>
              <a:off x="6351319" y="7060106"/>
              <a:ext cx="31097" cy="8333"/>
            </a:xfrm>
            <a:custGeom>
              <a:avLst/>
              <a:gdLst/>
              <a:ahLst/>
              <a:cxnLst/>
              <a:rect l="0" t="0" r="r" b="b"/>
              <a:pathLst>
                <a:path w="3265" h="875">
                  <a:moveTo>
                    <a:pt x="3265" y="0"/>
                  </a:moveTo>
                  <a:lnTo>
                    <a:pt x="0" y="875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72" name="Vector path"/>
            <p:cNvSpPr/>
            <p:nvPr/>
          </p:nvSpPr>
          <p:spPr>
            <a:xfrm>
              <a:off x="6382417" y="7060106"/>
              <a:ext cx="8333" cy="31097"/>
            </a:xfrm>
            <a:custGeom>
              <a:avLst/>
              <a:gdLst/>
              <a:ahLst/>
              <a:cxnLst/>
              <a:rect l="0" t="0" r="r" b="b"/>
              <a:pathLst>
                <a:path w="875" h="3265">
                  <a:moveTo>
                    <a:pt x="0" y="0"/>
                  </a:moveTo>
                  <a:lnTo>
                    <a:pt x="875" y="3265"/>
                  </a:lnTo>
                </a:path>
              </a:pathLst>
            </a:custGeom>
            <a:noFill/>
            <a:ln w="10478" cap="flat" cmpd="sng" algn="ctr">
              <a:solidFill>
                <a:srgbClr val="4b94d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73" name="Parameter freeze"/>
            <p:cNvSpPr txBox="1"/>
            <p:nvPr/>
          </p:nvSpPr>
          <p:spPr>
            <a:xfrm>
              <a:off x="6486525" y="7019925"/>
              <a:ext cx="2714625" cy="28460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0079C7"/>
                  </a:solidFill>
                  <a:latin typeface="Liberation Serif"/>
                </a:rPr>
                <a:t>Parameter freeze</a:t>
              </a:r>
            </a:p>
          </p:txBody>
        </p:sp>
        <p:sp>
          <p:nvSpPr>
            <p:cNvPr id="11474" name="View&lt;sup&gt;(1)&lt;/sup&gt;"/>
            <p:cNvSpPr/>
            <p:nvPr/>
          </p:nvSpPr>
          <p:spPr>
            <a:xfrm>
              <a:off x="6210300" y="2857500"/>
              <a:ext cx="857250" cy="438150"/>
            </a:xfrm>
            <a:prstGeom prst="ellipse">
              <a:avLst/>
            </a:prstGeom>
            <a:gradFill rotWithShape="1">
              <a:gsLst>
                <a:gs pos="0">
                  <a:srgbClr val="ffc08d"/>
                </a:gs>
                <a:gs pos="100000">
                  <a:srgbClr val="ffc08d"/>
                </a:gs>
              </a:gsLst>
              <a:lin ang="5400000" scaled="1"/>
            </a:gradFill>
            <a:ln w="20955" cap="flat" cmpd="sng" algn="ctr">
              <a:solidFill>
                <a:srgbClr val="18345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476" name="View(1)"/>
            <p:cNvGrpSpPr/>
            <p:nvPr/>
          </p:nvGrpSpPr>
          <p:grpSpPr>
            <a:xfrm>
              <a:off x="6322710" y="2952750"/>
              <a:ext cx="641955" cy="273939"/>
              <a:chOff x="6322710" y="2952750"/>
              <a:chExt cx="641955" cy="273939"/>
            </a:xfrm>
          </p:grpSpPr>
          <p:sp>
            <p:nvSpPr>
              <p:cNvPr id="11477" name="View"/>
              <p:cNvSpPr txBox="1"/>
              <p:nvPr/>
            </p:nvSpPr>
            <p:spPr>
              <a:xfrm>
                <a:off x="6322710" y="2952750"/>
                <a:ext cx="475923" cy="27393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725" b="1">
                    <a:solidFill>
                      <a:srgbClr val="050505"/>
                    </a:solidFill>
                    <a:latin typeface="Liberation Serif"/>
                  </a:rPr>
                  <a:t>View</a:t>
                </a:r>
              </a:p>
            </p:txBody>
          </p:sp>
          <p:sp>
            <p:nvSpPr>
              <p:cNvPr id="11478" name="(1)"/>
              <p:cNvSpPr txBox="1"/>
              <p:nvPr/>
            </p:nvSpPr>
            <p:spPr>
              <a:xfrm>
                <a:off x="6789107" y="2952969"/>
                <a:ext cx="175558" cy="188062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21" b="1">
                    <a:solidFill>
                      <a:srgbClr val="050505"/>
                    </a:solidFill>
                    <a:latin typeface="Liberation Serif"/>
                  </a:rPr>
                  <a:t>(1)</a:t>
                </a:r>
              </a:p>
            </p:txBody>
          </p:sp>
        </p:grpSp>
        <p:sp>
          <p:nvSpPr>
            <p:cNvPr id="11479" name="View&lt;sup&gt;(1)&lt;/sup&gt;"/>
            <p:cNvSpPr/>
            <p:nvPr/>
          </p:nvSpPr>
          <p:spPr>
            <a:xfrm>
              <a:off x="6210300" y="3933825"/>
              <a:ext cx="857250" cy="438150"/>
            </a:xfrm>
            <a:prstGeom prst="ellipse">
              <a:avLst/>
            </a:prstGeom>
            <a:gradFill rotWithShape="1">
              <a:gsLst>
                <a:gs pos="0">
                  <a:srgbClr val="ffc08d"/>
                </a:gs>
                <a:gs pos="100000">
                  <a:srgbClr val="ffc08d"/>
                </a:gs>
              </a:gsLst>
              <a:lin ang="5400000" scaled="1"/>
            </a:gradFill>
            <a:ln w="20955" cap="flat" cmpd="sng" algn="ctr">
              <a:solidFill>
                <a:srgbClr val="18345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481" name="View(1)"/>
            <p:cNvGrpSpPr/>
            <p:nvPr/>
          </p:nvGrpSpPr>
          <p:grpSpPr>
            <a:xfrm>
              <a:off x="6322710" y="4029075"/>
              <a:ext cx="641955" cy="273939"/>
              <a:chOff x="6322710" y="4029075"/>
              <a:chExt cx="641955" cy="273939"/>
            </a:xfrm>
          </p:grpSpPr>
          <p:sp>
            <p:nvSpPr>
              <p:cNvPr id="11482" name="View"/>
              <p:cNvSpPr txBox="1"/>
              <p:nvPr/>
            </p:nvSpPr>
            <p:spPr>
              <a:xfrm>
                <a:off x="6322710" y="4029075"/>
                <a:ext cx="475923" cy="27393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725" b="1">
                    <a:solidFill>
                      <a:srgbClr val="050505"/>
                    </a:solidFill>
                    <a:latin typeface="Liberation Serif"/>
                  </a:rPr>
                  <a:t>View</a:t>
                </a:r>
              </a:p>
            </p:txBody>
          </p:sp>
          <p:sp>
            <p:nvSpPr>
              <p:cNvPr id="11483" name="(1)"/>
              <p:cNvSpPr txBox="1"/>
              <p:nvPr/>
            </p:nvSpPr>
            <p:spPr>
              <a:xfrm>
                <a:off x="6789107" y="4029294"/>
                <a:ext cx="175558" cy="188062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21" b="1">
                    <a:solidFill>
                      <a:srgbClr val="050505"/>
                    </a:solidFill>
                    <a:latin typeface="Liberation Serif"/>
                  </a:rPr>
                  <a:t>(1)</a:t>
                </a:r>
              </a:p>
            </p:txBody>
          </p:sp>
        </p:grpSp>
        <p:sp>
          <p:nvSpPr>
            <p:cNvPr id="11484" name="View&lt;sup&gt;(2)&lt;/sup&gt;"/>
            <p:cNvSpPr/>
            <p:nvPr/>
          </p:nvSpPr>
          <p:spPr>
            <a:xfrm>
              <a:off x="6210300" y="5372100"/>
              <a:ext cx="857250" cy="438150"/>
            </a:xfrm>
            <a:prstGeom prst="ellipse">
              <a:avLst/>
            </a:prstGeom>
            <a:gradFill rotWithShape="1">
              <a:gsLst>
                <a:gs pos="0">
                  <a:srgbClr val="b1d683"/>
                </a:gs>
                <a:gs pos="100000">
                  <a:srgbClr val="b1d683"/>
                </a:gs>
              </a:gsLst>
              <a:lin ang="5400000" scaled="1"/>
            </a:gradFill>
            <a:ln w="20955" cap="flat" cmpd="sng" algn="ctr">
              <a:solidFill>
                <a:srgbClr val="18345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486" name="View(2)"/>
            <p:cNvGrpSpPr/>
            <p:nvPr/>
          </p:nvGrpSpPr>
          <p:grpSpPr>
            <a:xfrm>
              <a:off x="6322710" y="5467350"/>
              <a:ext cx="641955" cy="273939"/>
              <a:chOff x="6322710" y="5467350"/>
              <a:chExt cx="641955" cy="273939"/>
            </a:xfrm>
          </p:grpSpPr>
          <p:sp>
            <p:nvSpPr>
              <p:cNvPr id="11487" name="View"/>
              <p:cNvSpPr txBox="1"/>
              <p:nvPr/>
            </p:nvSpPr>
            <p:spPr>
              <a:xfrm>
                <a:off x="6322710" y="5467350"/>
                <a:ext cx="475923" cy="27393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725" b="1">
                    <a:solidFill>
                      <a:srgbClr val="050505"/>
                    </a:solidFill>
                    <a:latin typeface="Liberation Serif"/>
                  </a:rPr>
                  <a:t>View</a:t>
                </a:r>
              </a:p>
            </p:txBody>
          </p:sp>
          <p:sp>
            <p:nvSpPr>
              <p:cNvPr id="11488" name="(2)"/>
              <p:cNvSpPr txBox="1"/>
              <p:nvPr/>
            </p:nvSpPr>
            <p:spPr>
              <a:xfrm>
                <a:off x="6789107" y="5467569"/>
                <a:ext cx="175558" cy="188062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21" b="1">
                    <a:solidFill>
                      <a:srgbClr val="050505"/>
                    </a:solidFill>
                    <a:latin typeface="Liberation Serif"/>
                  </a:rPr>
                  <a:t>(2)</a:t>
                </a:r>
              </a:p>
            </p:txBody>
          </p:sp>
        </p:grpSp>
        <p:sp>
          <p:nvSpPr>
            <p:cNvPr id="11489" name="View&lt;sup&gt;(2)&lt;/sup&gt;"/>
            <p:cNvSpPr/>
            <p:nvPr/>
          </p:nvSpPr>
          <p:spPr>
            <a:xfrm>
              <a:off x="6210300" y="6553200"/>
              <a:ext cx="857250" cy="438150"/>
            </a:xfrm>
            <a:prstGeom prst="ellipse">
              <a:avLst/>
            </a:prstGeom>
            <a:gradFill rotWithShape="1">
              <a:gsLst>
                <a:gs pos="0">
                  <a:srgbClr val="b1d683"/>
                </a:gs>
                <a:gs pos="100000">
                  <a:srgbClr val="b1d683"/>
                </a:gs>
              </a:gsLst>
              <a:lin ang="5400000" scaled="1"/>
            </a:gradFill>
            <a:ln w="20955" cap="flat" cmpd="sng" algn="ctr">
              <a:solidFill>
                <a:srgbClr val="18345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491" name="View(2)"/>
            <p:cNvGrpSpPr/>
            <p:nvPr/>
          </p:nvGrpSpPr>
          <p:grpSpPr>
            <a:xfrm>
              <a:off x="6322710" y="6648450"/>
              <a:ext cx="641955" cy="273939"/>
              <a:chOff x="6322710" y="6648450"/>
              <a:chExt cx="641955" cy="273939"/>
            </a:xfrm>
          </p:grpSpPr>
          <p:sp>
            <p:nvSpPr>
              <p:cNvPr id="11492" name="View"/>
              <p:cNvSpPr txBox="1"/>
              <p:nvPr/>
            </p:nvSpPr>
            <p:spPr>
              <a:xfrm>
                <a:off x="6322710" y="6648450"/>
                <a:ext cx="475923" cy="27393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725" b="1">
                    <a:solidFill>
                      <a:srgbClr val="050505"/>
                    </a:solidFill>
                    <a:latin typeface="Liberation Serif"/>
                  </a:rPr>
                  <a:t>View</a:t>
                </a:r>
              </a:p>
            </p:txBody>
          </p:sp>
          <p:sp>
            <p:nvSpPr>
              <p:cNvPr id="11493" name="(2)"/>
              <p:cNvSpPr txBox="1"/>
              <p:nvPr/>
            </p:nvSpPr>
            <p:spPr>
              <a:xfrm>
                <a:off x="6789107" y="6648669"/>
                <a:ext cx="175558" cy="188062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121" b="1">
                    <a:solidFill>
                      <a:srgbClr val="050505"/>
                    </a:solidFill>
                    <a:latin typeface="Liberation Serif"/>
                  </a:rPr>
                  <a:t>(2)</a:t>
                </a:r>
              </a:p>
            </p:txBody>
          </p:sp>
        </p:grpSp>
        <p:grpSp>
          <p:nvGrpSpPr>
            <p:cNvPr id="11494" name="FC layer 858 293"/>
            <p:cNvGrpSpPr/>
            <p:nvPr/>
          </p:nvGrpSpPr>
          <p:grpSpPr>
            <a:xfrm>
              <a:off x="8081962" y="2790825"/>
              <a:ext cx="523875" cy="523875"/>
              <a:chOff x="8081962" y="2790825"/>
              <a:chExt cx="523875" cy="523875"/>
            </a:xfrm>
          </p:grpSpPr>
          <p:sp>
            <p:nvSpPr>
              <p:cNvPr id="11495" name="Rectangle"/>
              <p:cNvSpPr/>
              <p:nvPr/>
            </p:nvSpPr>
            <p:spPr>
              <a:xfrm>
                <a:off x="8172450" y="2790825"/>
                <a:ext cx="342900" cy="523875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55000">
                    <a:moveTo>
                      <a:pt x="0" y="0"/>
                    </a:moveTo>
                    <a:lnTo>
                      <a:pt x="36000" y="0"/>
                    </a:lnTo>
                    <a:lnTo>
                      <a:pt x="36000" y="55000"/>
                    </a:lnTo>
                    <a:lnTo>
                      <a:pt x="0" y="55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de4f3"/>
                  </a:gs>
                  <a:gs pos="100000">
                    <a:srgbClr val="b6d1e5"/>
                  </a:gs>
                </a:gsLst>
                <a:lin ang="5400000" scaled="1"/>
              </a:gradFill>
              <a:ln w="20002" cap="flat" cmpd="sng" algn="ctr">
                <a:solidFill>
                  <a:srgbClr val="213a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96" name="FC"/>
              <p:cNvSpPr txBox="1"/>
              <p:nvPr/>
            </p:nvSpPr>
            <p:spPr>
              <a:xfrm rot="5400000">
                <a:off x="8081962" y="2919412"/>
                <a:ext cx="523875" cy="30594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ctr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50" b="1">
                    <a:solidFill>
                      <a:srgbClr val="050505"/>
                    </a:solidFill>
                    <a:latin typeface="Liberation Serif"/>
                  </a:rPr>
                  <a:t>FC</a:t>
                </a:r>
              </a:p>
            </p:txBody>
          </p:sp>
        </p:grpSp>
        <p:grpSp>
          <p:nvGrpSpPr>
            <p:cNvPr id="11497" name="FC layer 858 406"/>
            <p:cNvGrpSpPr/>
            <p:nvPr/>
          </p:nvGrpSpPr>
          <p:grpSpPr>
            <a:xfrm>
              <a:off x="8081962" y="3867150"/>
              <a:ext cx="523875" cy="523875"/>
              <a:chOff x="8081962" y="3867150"/>
              <a:chExt cx="523875" cy="523875"/>
            </a:xfrm>
          </p:grpSpPr>
          <p:sp>
            <p:nvSpPr>
              <p:cNvPr id="11498" name="Rectangle"/>
              <p:cNvSpPr/>
              <p:nvPr/>
            </p:nvSpPr>
            <p:spPr>
              <a:xfrm>
                <a:off x="8172450" y="3867150"/>
                <a:ext cx="342900" cy="523875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55000">
                    <a:moveTo>
                      <a:pt x="0" y="0"/>
                    </a:moveTo>
                    <a:lnTo>
                      <a:pt x="36000" y="0"/>
                    </a:lnTo>
                    <a:lnTo>
                      <a:pt x="36000" y="55000"/>
                    </a:lnTo>
                    <a:lnTo>
                      <a:pt x="0" y="55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de4f3"/>
                  </a:gs>
                  <a:gs pos="100000">
                    <a:srgbClr val="b6d1e5"/>
                  </a:gs>
                </a:gsLst>
                <a:lin ang="5400000" scaled="1"/>
              </a:gradFill>
              <a:ln w="20002" cap="flat" cmpd="sng" algn="ctr">
                <a:solidFill>
                  <a:srgbClr val="213a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99" name="FC"/>
              <p:cNvSpPr txBox="1"/>
              <p:nvPr/>
            </p:nvSpPr>
            <p:spPr>
              <a:xfrm rot="5400000">
                <a:off x="8081962" y="3995738"/>
                <a:ext cx="523875" cy="30594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ctr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50" b="1">
                    <a:solidFill>
                      <a:srgbClr val="050505"/>
                    </a:solidFill>
                    <a:latin typeface="Liberation Serif"/>
                  </a:rPr>
                  <a:t>FC</a:t>
                </a:r>
              </a:p>
            </p:txBody>
          </p:sp>
        </p:grpSp>
        <p:grpSp>
          <p:nvGrpSpPr>
            <p:cNvPr id="11500" name="FC layer 858 561"/>
            <p:cNvGrpSpPr/>
            <p:nvPr/>
          </p:nvGrpSpPr>
          <p:grpSpPr>
            <a:xfrm>
              <a:off x="8081962" y="5343525"/>
              <a:ext cx="523875" cy="523875"/>
              <a:chOff x="8081962" y="5343525"/>
              <a:chExt cx="523875" cy="523875"/>
            </a:xfrm>
          </p:grpSpPr>
          <p:sp>
            <p:nvSpPr>
              <p:cNvPr id="11501" name="Rectangle"/>
              <p:cNvSpPr/>
              <p:nvPr/>
            </p:nvSpPr>
            <p:spPr>
              <a:xfrm>
                <a:off x="8172450" y="5343525"/>
                <a:ext cx="342900" cy="523875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55000">
                    <a:moveTo>
                      <a:pt x="0" y="0"/>
                    </a:moveTo>
                    <a:lnTo>
                      <a:pt x="36000" y="0"/>
                    </a:lnTo>
                    <a:lnTo>
                      <a:pt x="36000" y="55000"/>
                    </a:lnTo>
                    <a:lnTo>
                      <a:pt x="0" y="55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de4f3"/>
                  </a:gs>
                  <a:gs pos="100000">
                    <a:srgbClr val="b6d1e5"/>
                  </a:gs>
                </a:gsLst>
                <a:lin ang="5400000" scaled="1"/>
              </a:gradFill>
              <a:ln w="20002" cap="flat" cmpd="sng" algn="ctr">
                <a:solidFill>
                  <a:srgbClr val="213a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02" name="FC"/>
              <p:cNvSpPr txBox="1"/>
              <p:nvPr/>
            </p:nvSpPr>
            <p:spPr>
              <a:xfrm rot="5400000">
                <a:off x="8081962" y="5472112"/>
                <a:ext cx="523875" cy="30594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ctr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50" b="1">
                    <a:solidFill>
                      <a:srgbClr val="050505"/>
                    </a:solidFill>
                    <a:latin typeface="Liberation Serif"/>
                  </a:rPr>
                  <a:t>FC</a:t>
                </a:r>
              </a:p>
            </p:txBody>
          </p:sp>
        </p:grpSp>
        <p:grpSp>
          <p:nvGrpSpPr>
            <p:cNvPr id="11503" name="FC layer 858 687"/>
            <p:cNvGrpSpPr/>
            <p:nvPr/>
          </p:nvGrpSpPr>
          <p:grpSpPr>
            <a:xfrm>
              <a:off x="8081962" y="6543675"/>
              <a:ext cx="523875" cy="523875"/>
              <a:chOff x="8081962" y="6543675"/>
              <a:chExt cx="523875" cy="523875"/>
            </a:xfrm>
          </p:grpSpPr>
          <p:sp>
            <p:nvSpPr>
              <p:cNvPr id="11504" name="Rectangle"/>
              <p:cNvSpPr/>
              <p:nvPr/>
            </p:nvSpPr>
            <p:spPr>
              <a:xfrm>
                <a:off x="8172450" y="6543675"/>
                <a:ext cx="342900" cy="523875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55000">
                    <a:moveTo>
                      <a:pt x="0" y="0"/>
                    </a:moveTo>
                    <a:lnTo>
                      <a:pt x="36000" y="0"/>
                    </a:lnTo>
                    <a:lnTo>
                      <a:pt x="36000" y="55000"/>
                    </a:lnTo>
                    <a:lnTo>
                      <a:pt x="0" y="55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de4f3"/>
                  </a:gs>
                  <a:gs pos="100000">
                    <a:srgbClr val="b6d1e5"/>
                  </a:gs>
                </a:gsLst>
                <a:lin ang="5400000" scaled="1"/>
              </a:gradFill>
              <a:ln w="20002" cap="flat" cmpd="sng" algn="ctr">
                <a:solidFill>
                  <a:srgbClr val="213a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05" name="FC"/>
              <p:cNvSpPr txBox="1"/>
              <p:nvPr/>
            </p:nvSpPr>
            <p:spPr>
              <a:xfrm rot="5400000">
                <a:off x="8081962" y="6672262"/>
                <a:ext cx="523875" cy="30594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ctr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50" b="1">
                    <a:solidFill>
                      <a:srgbClr val="050505"/>
                    </a:solidFill>
                    <a:latin typeface="Liberation Serif"/>
                  </a:rPr>
                  <a:t>FC</a:t>
                </a:r>
              </a:p>
            </p:txBody>
          </p:sp>
        </p:grpSp>
        <p:grpSp>
          <p:nvGrpSpPr>
            <p:cNvPr id="11506" name="FC layer 999 294"/>
            <p:cNvGrpSpPr/>
            <p:nvPr/>
          </p:nvGrpSpPr>
          <p:grpSpPr>
            <a:xfrm>
              <a:off x="9424988" y="2800350"/>
              <a:ext cx="523875" cy="523875"/>
              <a:chOff x="9424988" y="2800350"/>
              <a:chExt cx="523875" cy="523875"/>
            </a:xfrm>
          </p:grpSpPr>
          <p:sp>
            <p:nvSpPr>
              <p:cNvPr id="11507" name="Rectangle"/>
              <p:cNvSpPr/>
              <p:nvPr/>
            </p:nvSpPr>
            <p:spPr>
              <a:xfrm>
                <a:off x="9515475" y="2800350"/>
                <a:ext cx="342900" cy="523875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55000">
                    <a:moveTo>
                      <a:pt x="0" y="0"/>
                    </a:moveTo>
                    <a:lnTo>
                      <a:pt x="36000" y="0"/>
                    </a:lnTo>
                    <a:lnTo>
                      <a:pt x="36000" y="55000"/>
                    </a:lnTo>
                    <a:lnTo>
                      <a:pt x="0" y="55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d5d6"/>
                  </a:gs>
                  <a:gs pos="100000">
                    <a:srgbClr val="bec0c1"/>
                  </a:gs>
                </a:gsLst>
                <a:lin ang="5400000" scaled="1"/>
              </a:gradFill>
              <a:ln w="20002" cap="flat" cmpd="sng" algn="ctr">
                <a:solidFill>
                  <a:srgbClr val="213a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08" name="FC"/>
              <p:cNvSpPr txBox="1"/>
              <p:nvPr/>
            </p:nvSpPr>
            <p:spPr>
              <a:xfrm rot="5400000">
                <a:off x="9424988" y="2928938"/>
                <a:ext cx="523875" cy="30594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ctr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50" b="1">
                    <a:solidFill>
                      <a:srgbClr val="050505"/>
                    </a:solidFill>
                    <a:latin typeface="Liberation Serif"/>
                  </a:rPr>
                  <a:t>FC</a:t>
                </a:r>
              </a:p>
            </p:txBody>
          </p:sp>
        </p:grpSp>
        <p:grpSp>
          <p:nvGrpSpPr>
            <p:cNvPr id="11509" name="FC layer 999 688"/>
            <p:cNvGrpSpPr/>
            <p:nvPr/>
          </p:nvGrpSpPr>
          <p:grpSpPr>
            <a:xfrm>
              <a:off x="9424988" y="6553200"/>
              <a:ext cx="523875" cy="523875"/>
              <a:chOff x="9424988" y="6553200"/>
              <a:chExt cx="523875" cy="523875"/>
            </a:xfrm>
          </p:grpSpPr>
          <p:sp>
            <p:nvSpPr>
              <p:cNvPr id="11510" name="Rectangle"/>
              <p:cNvSpPr/>
              <p:nvPr/>
            </p:nvSpPr>
            <p:spPr>
              <a:xfrm>
                <a:off x="9515475" y="6553200"/>
                <a:ext cx="342900" cy="523875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55000">
                    <a:moveTo>
                      <a:pt x="0" y="0"/>
                    </a:moveTo>
                    <a:lnTo>
                      <a:pt x="36000" y="0"/>
                    </a:lnTo>
                    <a:lnTo>
                      <a:pt x="36000" y="55000"/>
                    </a:lnTo>
                    <a:lnTo>
                      <a:pt x="0" y="55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d5d6"/>
                  </a:gs>
                  <a:gs pos="100000">
                    <a:srgbClr val="bec0c1"/>
                  </a:gs>
                </a:gsLst>
                <a:lin ang="5400000" scaled="1"/>
              </a:gradFill>
              <a:ln w="20002" cap="flat" cmpd="sng" algn="ctr">
                <a:solidFill>
                  <a:srgbClr val="213a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11" name="FC"/>
              <p:cNvSpPr txBox="1"/>
              <p:nvPr/>
            </p:nvSpPr>
            <p:spPr>
              <a:xfrm rot="5400000">
                <a:off x="9424988" y="6681788"/>
                <a:ext cx="523875" cy="30594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ctr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50" b="1">
                    <a:solidFill>
                      <a:srgbClr val="050505"/>
                    </a:solidFill>
                    <a:latin typeface="Liberation Serif"/>
                  </a:rPr>
                  <a:t>FC</a:t>
                </a:r>
              </a:p>
            </p:txBody>
          </p:sp>
        </p:grpSp>
        <p:grpSp>
          <p:nvGrpSpPr>
            <p:cNvPr id="11512" name="FC layer 1029 381"/>
            <p:cNvGrpSpPr/>
            <p:nvPr/>
          </p:nvGrpSpPr>
          <p:grpSpPr>
            <a:xfrm>
              <a:off x="9710738" y="3629025"/>
              <a:ext cx="523875" cy="523875"/>
              <a:chOff x="9710738" y="3629025"/>
              <a:chExt cx="523875" cy="523875"/>
            </a:xfrm>
          </p:grpSpPr>
          <p:sp>
            <p:nvSpPr>
              <p:cNvPr id="11513" name="Rectangle"/>
              <p:cNvSpPr/>
              <p:nvPr/>
            </p:nvSpPr>
            <p:spPr>
              <a:xfrm>
                <a:off x="9801225" y="3629025"/>
                <a:ext cx="342900" cy="523875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55000">
                    <a:moveTo>
                      <a:pt x="0" y="0"/>
                    </a:moveTo>
                    <a:lnTo>
                      <a:pt x="36000" y="0"/>
                    </a:lnTo>
                    <a:lnTo>
                      <a:pt x="36000" y="55000"/>
                    </a:lnTo>
                    <a:lnTo>
                      <a:pt x="0" y="55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d5d6"/>
                  </a:gs>
                  <a:gs pos="100000">
                    <a:srgbClr val="bec0c1"/>
                  </a:gs>
                </a:gsLst>
                <a:lin ang="5400000" scaled="1"/>
              </a:gradFill>
              <a:ln w="20002" cap="flat" cmpd="sng" algn="ctr">
                <a:solidFill>
                  <a:srgbClr val="213a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14" name="FC"/>
              <p:cNvSpPr txBox="1"/>
              <p:nvPr/>
            </p:nvSpPr>
            <p:spPr>
              <a:xfrm rot="5400000">
                <a:off x="9710738" y="3757612"/>
                <a:ext cx="523875" cy="30594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ctr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50" b="1">
                    <a:solidFill>
                      <a:srgbClr val="050505"/>
                    </a:solidFill>
                    <a:latin typeface="Liberation Serif"/>
                  </a:rPr>
                  <a:t>FC</a:t>
                </a:r>
              </a:p>
            </p:txBody>
          </p:sp>
        </p:grpSp>
        <p:grpSp>
          <p:nvGrpSpPr>
            <p:cNvPr id="11515" name="FC layer 1029 600"/>
            <p:cNvGrpSpPr/>
            <p:nvPr/>
          </p:nvGrpSpPr>
          <p:grpSpPr>
            <a:xfrm>
              <a:off x="9710738" y="5715000"/>
              <a:ext cx="523875" cy="523875"/>
              <a:chOff x="9710738" y="5715000"/>
              <a:chExt cx="523875" cy="523875"/>
            </a:xfrm>
          </p:grpSpPr>
          <p:sp>
            <p:nvSpPr>
              <p:cNvPr id="11516" name="Rectangle"/>
              <p:cNvSpPr/>
              <p:nvPr/>
            </p:nvSpPr>
            <p:spPr>
              <a:xfrm>
                <a:off x="9801225" y="5715000"/>
                <a:ext cx="342900" cy="523875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55000">
                    <a:moveTo>
                      <a:pt x="0" y="0"/>
                    </a:moveTo>
                    <a:lnTo>
                      <a:pt x="36000" y="0"/>
                    </a:lnTo>
                    <a:lnTo>
                      <a:pt x="36000" y="55000"/>
                    </a:lnTo>
                    <a:lnTo>
                      <a:pt x="0" y="55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d5d6"/>
                  </a:gs>
                  <a:gs pos="100000">
                    <a:srgbClr val="bec0c1"/>
                  </a:gs>
                </a:gsLst>
                <a:lin ang="5400000" scaled="1"/>
              </a:gradFill>
              <a:ln w="20002" cap="flat" cmpd="sng" algn="ctr">
                <a:solidFill>
                  <a:srgbClr val="213a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17" name="FC"/>
              <p:cNvSpPr txBox="1"/>
              <p:nvPr/>
            </p:nvSpPr>
            <p:spPr>
              <a:xfrm rot="5400000">
                <a:off x="9710738" y="5843588"/>
                <a:ext cx="523875" cy="30594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ctr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50" b="1">
                    <a:solidFill>
                      <a:srgbClr val="050505"/>
                    </a:solidFill>
                    <a:latin typeface="Liberation Serif"/>
                  </a:rPr>
                  <a:t>FC</a:t>
                </a:r>
              </a:p>
            </p:txBody>
          </p:sp>
        </p:grpSp>
        <p:grpSp>
          <p:nvGrpSpPr>
            <p:cNvPr id="11518" name="Feature vector 936 279"/>
            <p:cNvGrpSpPr/>
            <p:nvPr/>
          </p:nvGrpSpPr>
          <p:grpSpPr>
            <a:xfrm>
              <a:off x="8915400" y="2657475"/>
              <a:ext cx="219075" cy="800100"/>
              <a:chOff x="8915400" y="2657475"/>
              <a:chExt cx="219075" cy="800100"/>
            </a:xfrm>
          </p:grpSpPr>
          <p:sp>
            <p:nvSpPr>
              <p:cNvPr id="11519" name="Rectangle"/>
              <p:cNvSpPr/>
              <p:nvPr/>
            </p:nvSpPr>
            <p:spPr>
              <a:xfrm>
                <a:off x="8915400" y="2657475"/>
                <a:ext cx="219075" cy="800100"/>
              </a:xfrm>
              <a:custGeom>
                <a:avLst/>
                <a:gdLst/>
                <a:ahLst/>
                <a:cxnLst/>
                <a:rect l="0" t="0" r="r" b="b"/>
                <a:pathLst>
                  <a:path w="23000" h="84000">
                    <a:moveTo>
                      <a:pt x="11500" y="0"/>
                    </a:moveTo>
                    <a:lnTo>
                      <a:pt x="11500" y="0"/>
                    </a:lnTo>
                    <a:cubicBezTo>
                      <a:pt x="17851" y="0"/>
                      <a:pt x="23000" y="5149"/>
                      <a:pt x="23000" y="11500"/>
                    </a:cubicBezTo>
                    <a:lnTo>
                      <a:pt x="23000" y="72500"/>
                    </a:lnTo>
                    <a:cubicBezTo>
                      <a:pt x="23000" y="78851"/>
                      <a:pt x="17851" y="84000"/>
                      <a:pt x="11500" y="84000"/>
                    </a:cubicBezTo>
                    <a:lnTo>
                      <a:pt x="11500" y="84000"/>
                    </a:lnTo>
                    <a:cubicBezTo>
                      <a:pt x="5149" y="84000"/>
                      <a:pt x="0" y="78851"/>
                      <a:pt x="0" y="72500"/>
                    </a:cubicBezTo>
                    <a:lnTo>
                      <a:pt x="0" y="11500"/>
                    </a:lnTo>
                    <a:cubicBezTo>
                      <a:pt x="0" y="5149"/>
                      <a:pt x="5149" y="0"/>
                      <a:pt x="115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affff"/>
                  </a:gs>
                  <a:gs pos="100000">
                    <a:srgbClr val="e8eeee"/>
                  </a:gs>
                </a:gsLst>
                <a:lin ang="5400000" scaled="1"/>
              </a:gradFill>
              <a:ln w="13335" cap="flat" cmpd="sng" algn="ctr">
                <a:solidFill>
                  <a:srgbClr val="14274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20" name="Rectangle"/>
              <p:cNvSpPr/>
              <p:nvPr/>
            </p:nvSpPr>
            <p:spPr>
              <a:xfrm>
                <a:off x="8948738" y="2695575"/>
                <a:ext cx="152400" cy="723900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76000">
                    <a:moveTo>
                      <a:pt x="8000" y="0"/>
                    </a:moveTo>
                    <a:lnTo>
                      <a:pt x="8000" y="0"/>
                    </a:lnTo>
                    <a:cubicBezTo>
                      <a:pt x="12418" y="0"/>
                      <a:pt x="16000" y="3582"/>
                      <a:pt x="16000" y="8000"/>
                    </a:cubicBezTo>
                    <a:lnTo>
                      <a:pt x="16000" y="68000"/>
                    </a:lnTo>
                    <a:cubicBezTo>
                      <a:pt x="16000" y="72418"/>
                      <a:pt x="12418" y="76000"/>
                      <a:pt x="8000" y="76000"/>
                    </a:cubicBezTo>
                    <a:lnTo>
                      <a:pt x="8000" y="76000"/>
                    </a:lnTo>
                    <a:cubicBezTo>
                      <a:pt x="3582" y="76000"/>
                      <a:pt x="0" y="72418"/>
                      <a:pt x="0" y="68000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noFill/>
              <a:ln w="8572" cap="flat" cmpd="sng" algn="ctr">
                <a:solidFill>
                  <a:srgbClr val="8996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21" name="Ellipse"/>
              <p:cNvSpPr/>
              <p:nvPr/>
            </p:nvSpPr>
            <p:spPr>
              <a:xfrm>
                <a:off x="8963025" y="2714625"/>
                <a:ext cx="123825" cy="123825"/>
              </a:xfrm>
              <a:prstGeom prst="ellipse">
                <a:avLst/>
              </a:prstGeom>
              <a:solidFill>
                <a:srgbClr val="dc750f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22" name="Ellipse"/>
              <p:cNvSpPr/>
              <p:nvPr/>
            </p:nvSpPr>
            <p:spPr>
              <a:xfrm>
                <a:off x="8963025" y="3276600"/>
                <a:ext cx="123825" cy="123825"/>
              </a:xfrm>
              <a:prstGeom prst="ellipse">
                <a:avLst/>
              </a:prstGeom>
              <a:solidFill>
                <a:srgbClr val="dc750f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23" name="Ellipse"/>
              <p:cNvSpPr/>
              <p:nvPr/>
            </p:nvSpPr>
            <p:spPr>
              <a:xfrm>
                <a:off x="9004935" y="2917507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24" name="Ellipse"/>
              <p:cNvSpPr/>
              <p:nvPr/>
            </p:nvSpPr>
            <p:spPr>
              <a:xfrm>
                <a:off x="9004935" y="3037522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25" name="Ellipse"/>
              <p:cNvSpPr/>
              <p:nvPr/>
            </p:nvSpPr>
            <p:spPr>
              <a:xfrm>
                <a:off x="9004935" y="3157538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526" name="Feature vector 936 392"/>
            <p:cNvGrpSpPr/>
            <p:nvPr/>
          </p:nvGrpSpPr>
          <p:grpSpPr>
            <a:xfrm>
              <a:off x="8915400" y="3733800"/>
              <a:ext cx="219075" cy="809625"/>
              <a:chOff x="8915400" y="3733800"/>
              <a:chExt cx="219075" cy="809625"/>
            </a:xfrm>
          </p:grpSpPr>
          <p:sp>
            <p:nvSpPr>
              <p:cNvPr id="11527" name="Rectangle"/>
              <p:cNvSpPr/>
              <p:nvPr/>
            </p:nvSpPr>
            <p:spPr>
              <a:xfrm>
                <a:off x="8915400" y="3733800"/>
                <a:ext cx="219075" cy="809625"/>
              </a:xfrm>
              <a:custGeom>
                <a:avLst/>
                <a:gdLst/>
                <a:ahLst/>
                <a:cxnLst/>
                <a:rect l="0" t="0" r="r" b="b"/>
                <a:pathLst>
                  <a:path w="23000" h="85000">
                    <a:moveTo>
                      <a:pt x="11500" y="0"/>
                    </a:moveTo>
                    <a:lnTo>
                      <a:pt x="11500" y="0"/>
                    </a:lnTo>
                    <a:cubicBezTo>
                      <a:pt x="17851" y="0"/>
                      <a:pt x="23000" y="5149"/>
                      <a:pt x="23000" y="11500"/>
                    </a:cubicBezTo>
                    <a:lnTo>
                      <a:pt x="23000" y="73500"/>
                    </a:lnTo>
                    <a:cubicBezTo>
                      <a:pt x="23000" y="79851"/>
                      <a:pt x="17851" y="85000"/>
                      <a:pt x="11500" y="85000"/>
                    </a:cubicBezTo>
                    <a:lnTo>
                      <a:pt x="11500" y="85000"/>
                    </a:lnTo>
                    <a:cubicBezTo>
                      <a:pt x="5149" y="85000"/>
                      <a:pt x="0" y="79851"/>
                      <a:pt x="0" y="73500"/>
                    </a:cubicBezTo>
                    <a:lnTo>
                      <a:pt x="0" y="11500"/>
                    </a:lnTo>
                    <a:cubicBezTo>
                      <a:pt x="0" y="5149"/>
                      <a:pt x="5149" y="0"/>
                      <a:pt x="115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affff"/>
                  </a:gs>
                  <a:gs pos="100000">
                    <a:srgbClr val="e8eeee"/>
                  </a:gs>
                </a:gsLst>
                <a:lin ang="5400000" scaled="1"/>
              </a:gradFill>
              <a:ln w="13335" cap="flat" cmpd="sng" algn="ctr">
                <a:solidFill>
                  <a:srgbClr val="14274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28" name="Rectangle"/>
              <p:cNvSpPr/>
              <p:nvPr/>
            </p:nvSpPr>
            <p:spPr>
              <a:xfrm>
                <a:off x="8948738" y="3771900"/>
                <a:ext cx="152400" cy="733425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77000">
                    <a:moveTo>
                      <a:pt x="8000" y="0"/>
                    </a:moveTo>
                    <a:lnTo>
                      <a:pt x="8000" y="0"/>
                    </a:lnTo>
                    <a:cubicBezTo>
                      <a:pt x="12418" y="0"/>
                      <a:pt x="16000" y="3582"/>
                      <a:pt x="16000" y="8000"/>
                    </a:cubicBezTo>
                    <a:lnTo>
                      <a:pt x="16000" y="69000"/>
                    </a:lnTo>
                    <a:cubicBezTo>
                      <a:pt x="16000" y="73418"/>
                      <a:pt x="12418" y="77000"/>
                      <a:pt x="8000" y="77000"/>
                    </a:cubicBezTo>
                    <a:lnTo>
                      <a:pt x="8000" y="77000"/>
                    </a:lnTo>
                    <a:cubicBezTo>
                      <a:pt x="3582" y="77000"/>
                      <a:pt x="0" y="73418"/>
                      <a:pt x="0" y="69000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noFill/>
              <a:ln w="8572" cap="flat" cmpd="sng" algn="ctr">
                <a:solidFill>
                  <a:srgbClr val="8996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29" name="Ellipse"/>
              <p:cNvSpPr/>
              <p:nvPr/>
            </p:nvSpPr>
            <p:spPr>
              <a:xfrm>
                <a:off x="8963025" y="3790950"/>
                <a:ext cx="123825" cy="123825"/>
              </a:xfrm>
              <a:prstGeom prst="ellipse">
                <a:avLst/>
              </a:prstGeom>
              <a:solidFill>
                <a:srgbClr val="f6c6a6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30" name="Ellipse"/>
              <p:cNvSpPr/>
              <p:nvPr/>
            </p:nvSpPr>
            <p:spPr>
              <a:xfrm>
                <a:off x="8963025" y="4362450"/>
                <a:ext cx="123825" cy="123825"/>
              </a:xfrm>
              <a:prstGeom prst="ellipse">
                <a:avLst/>
              </a:prstGeom>
              <a:solidFill>
                <a:srgbClr val="f6c6a6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31" name="Ellipse"/>
              <p:cNvSpPr/>
              <p:nvPr/>
            </p:nvSpPr>
            <p:spPr>
              <a:xfrm>
                <a:off x="9004935" y="3997166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32" name="Ellipse"/>
              <p:cNvSpPr/>
              <p:nvPr/>
            </p:nvSpPr>
            <p:spPr>
              <a:xfrm>
                <a:off x="9004935" y="4118610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33" name="Ellipse"/>
              <p:cNvSpPr/>
              <p:nvPr/>
            </p:nvSpPr>
            <p:spPr>
              <a:xfrm>
                <a:off x="9004935" y="4240054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534" name="Feature vector 936 543"/>
            <p:cNvGrpSpPr/>
            <p:nvPr/>
          </p:nvGrpSpPr>
          <p:grpSpPr>
            <a:xfrm>
              <a:off x="8915400" y="5172075"/>
              <a:ext cx="219075" cy="809625"/>
              <a:chOff x="8915400" y="5172075"/>
              <a:chExt cx="219075" cy="809625"/>
            </a:xfrm>
          </p:grpSpPr>
          <p:sp>
            <p:nvSpPr>
              <p:cNvPr id="11535" name="Rectangle"/>
              <p:cNvSpPr/>
              <p:nvPr/>
            </p:nvSpPr>
            <p:spPr>
              <a:xfrm>
                <a:off x="8915400" y="5172075"/>
                <a:ext cx="219075" cy="809625"/>
              </a:xfrm>
              <a:custGeom>
                <a:avLst/>
                <a:gdLst/>
                <a:ahLst/>
                <a:cxnLst/>
                <a:rect l="0" t="0" r="r" b="b"/>
                <a:pathLst>
                  <a:path w="23000" h="85000">
                    <a:moveTo>
                      <a:pt x="11500" y="0"/>
                    </a:moveTo>
                    <a:lnTo>
                      <a:pt x="11500" y="0"/>
                    </a:lnTo>
                    <a:cubicBezTo>
                      <a:pt x="17851" y="0"/>
                      <a:pt x="23000" y="5149"/>
                      <a:pt x="23000" y="11500"/>
                    </a:cubicBezTo>
                    <a:lnTo>
                      <a:pt x="23000" y="73500"/>
                    </a:lnTo>
                    <a:cubicBezTo>
                      <a:pt x="23000" y="79851"/>
                      <a:pt x="17851" y="85000"/>
                      <a:pt x="11500" y="85000"/>
                    </a:cubicBezTo>
                    <a:lnTo>
                      <a:pt x="11500" y="85000"/>
                    </a:lnTo>
                    <a:cubicBezTo>
                      <a:pt x="5149" y="85000"/>
                      <a:pt x="0" y="79851"/>
                      <a:pt x="0" y="73500"/>
                    </a:cubicBezTo>
                    <a:lnTo>
                      <a:pt x="0" y="11500"/>
                    </a:lnTo>
                    <a:cubicBezTo>
                      <a:pt x="0" y="5149"/>
                      <a:pt x="5149" y="0"/>
                      <a:pt x="115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affff"/>
                  </a:gs>
                  <a:gs pos="100000">
                    <a:srgbClr val="e8eeee"/>
                  </a:gs>
                </a:gsLst>
                <a:lin ang="5400000" scaled="1"/>
              </a:gradFill>
              <a:ln w="13335" cap="flat" cmpd="sng" algn="ctr">
                <a:solidFill>
                  <a:srgbClr val="14274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36" name="Rectangle"/>
              <p:cNvSpPr/>
              <p:nvPr/>
            </p:nvSpPr>
            <p:spPr>
              <a:xfrm>
                <a:off x="8948738" y="5210175"/>
                <a:ext cx="152400" cy="733425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77000">
                    <a:moveTo>
                      <a:pt x="8000" y="0"/>
                    </a:moveTo>
                    <a:lnTo>
                      <a:pt x="8000" y="0"/>
                    </a:lnTo>
                    <a:cubicBezTo>
                      <a:pt x="12418" y="0"/>
                      <a:pt x="16000" y="3582"/>
                      <a:pt x="16000" y="8000"/>
                    </a:cubicBezTo>
                    <a:lnTo>
                      <a:pt x="16000" y="69000"/>
                    </a:lnTo>
                    <a:cubicBezTo>
                      <a:pt x="16000" y="73418"/>
                      <a:pt x="12418" y="77000"/>
                      <a:pt x="8000" y="77000"/>
                    </a:cubicBezTo>
                    <a:lnTo>
                      <a:pt x="8000" y="77000"/>
                    </a:lnTo>
                    <a:cubicBezTo>
                      <a:pt x="3582" y="77000"/>
                      <a:pt x="0" y="73418"/>
                      <a:pt x="0" y="69000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noFill/>
              <a:ln w="8572" cap="flat" cmpd="sng" algn="ctr">
                <a:solidFill>
                  <a:srgbClr val="8996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37" name="Ellipse"/>
              <p:cNvSpPr/>
              <p:nvPr/>
            </p:nvSpPr>
            <p:spPr>
              <a:xfrm>
                <a:off x="8963025" y="5229225"/>
                <a:ext cx="123825" cy="123825"/>
              </a:xfrm>
              <a:prstGeom prst="ellipse">
                <a:avLst/>
              </a:prstGeom>
              <a:solidFill>
                <a:srgbClr val="c9e1b5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38" name="Ellipse"/>
              <p:cNvSpPr/>
              <p:nvPr/>
            </p:nvSpPr>
            <p:spPr>
              <a:xfrm>
                <a:off x="8963025" y="5800725"/>
                <a:ext cx="123825" cy="123825"/>
              </a:xfrm>
              <a:prstGeom prst="ellipse">
                <a:avLst/>
              </a:prstGeom>
              <a:solidFill>
                <a:srgbClr val="c9e1b5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39" name="Ellipse"/>
              <p:cNvSpPr/>
              <p:nvPr/>
            </p:nvSpPr>
            <p:spPr>
              <a:xfrm>
                <a:off x="9004935" y="5435441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40" name="Ellipse"/>
              <p:cNvSpPr/>
              <p:nvPr/>
            </p:nvSpPr>
            <p:spPr>
              <a:xfrm>
                <a:off x="9004935" y="5556885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41" name="Ellipse"/>
              <p:cNvSpPr/>
              <p:nvPr/>
            </p:nvSpPr>
            <p:spPr>
              <a:xfrm>
                <a:off x="9004935" y="5678329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542" name="Feature vector 936 678"/>
            <p:cNvGrpSpPr/>
            <p:nvPr/>
          </p:nvGrpSpPr>
          <p:grpSpPr>
            <a:xfrm>
              <a:off x="8915400" y="6457950"/>
              <a:ext cx="219075" cy="800100"/>
              <a:chOff x="8915400" y="6457950"/>
              <a:chExt cx="219075" cy="800100"/>
            </a:xfrm>
          </p:grpSpPr>
          <p:sp>
            <p:nvSpPr>
              <p:cNvPr id="11543" name="Rectangle"/>
              <p:cNvSpPr/>
              <p:nvPr/>
            </p:nvSpPr>
            <p:spPr>
              <a:xfrm>
                <a:off x="8915400" y="6457950"/>
                <a:ext cx="219075" cy="800100"/>
              </a:xfrm>
              <a:custGeom>
                <a:avLst/>
                <a:gdLst/>
                <a:ahLst/>
                <a:cxnLst/>
                <a:rect l="0" t="0" r="r" b="b"/>
                <a:pathLst>
                  <a:path w="23000" h="84000">
                    <a:moveTo>
                      <a:pt x="11500" y="0"/>
                    </a:moveTo>
                    <a:lnTo>
                      <a:pt x="11500" y="0"/>
                    </a:lnTo>
                    <a:cubicBezTo>
                      <a:pt x="17851" y="0"/>
                      <a:pt x="23000" y="5149"/>
                      <a:pt x="23000" y="11500"/>
                    </a:cubicBezTo>
                    <a:lnTo>
                      <a:pt x="23000" y="72500"/>
                    </a:lnTo>
                    <a:cubicBezTo>
                      <a:pt x="23000" y="78851"/>
                      <a:pt x="17851" y="84000"/>
                      <a:pt x="11500" y="84000"/>
                    </a:cubicBezTo>
                    <a:lnTo>
                      <a:pt x="11500" y="84000"/>
                    </a:lnTo>
                    <a:cubicBezTo>
                      <a:pt x="5149" y="84000"/>
                      <a:pt x="0" y="78851"/>
                      <a:pt x="0" y="72500"/>
                    </a:cubicBezTo>
                    <a:lnTo>
                      <a:pt x="0" y="11500"/>
                    </a:lnTo>
                    <a:cubicBezTo>
                      <a:pt x="0" y="5149"/>
                      <a:pt x="5149" y="0"/>
                      <a:pt x="115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affff"/>
                  </a:gs>
                  <a:gs pos="100000">
                    <a:srgbClr val="e8eeee"/>
                  </a:gs>
                </a:gsLst>
                <a:lin ang="5400000" scaled="1"/>
              </a:gradFill>
              <a:ln w="13335" cap="flat" cmpd="sng" algn="ctr">
                <a:solidFill>
                  <a:srgbClr val="14274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44" name="Rectangle"/>
              <p:cNvSpPr/>
              <p:nvPr/>
            </p:nvSpPr>
            <p:spPr>
              <a:xfrm>
                <a:off x="8948738" y="6496050"/>
                <a:ext cx="152400" cy="723900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76000">
                    <a:moveTo>
                      <a:pt x="8000" y="0"/>
                    </a:moveTo>
                    <a:lnTo>
                      <a:pt x="8000" y="0"/>
                    </a:lnTo>
                    <a:cubicBezTo>
                      <a:pt x="12418" y="0"/>
                      <a:pt x="16000" y="3582"/>
                      <a:pt x="16000" y="8000"/>
                    </a:cubicBezTo>
                    <a:lnTo>
                      <a:pt x="16000" y="68000"/>
                    </a:lnTo>
                    <a:cubicBezTo>
                      <a:pt x="16000" y="72418"/>
                      <a:pt x="12418" y="76000"/>
                      <a:pt x="8000" y="76000"/>
                    </a:cubicBezTo>
                    <a:lnTo>
                      <a:pt x="8000" y="76000"/>
                    </a:lnTo>
                    <a:cubicBezTo>
                      <a:pt x="3582" y="76000"/>
                      <a:pt x="0" y="72418"/>
                      <a:pt x="0" y="68000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noFill/>
              <a:ln w="8572" cap="flat" cmpd="sng" algn="ctr">
                <a:solidFill>
                  <a:srgbClr val="8996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45" name="Ellipse"/>
              <p:cNvSpPr/>
              <p:nvPr/>
            </p:nvSpPr>
            <p:spPr>
              <a:xfrm>
                <a:off x="8963025" y="6515100"/>
                <a:ext cx="123825" cy="123825"/>
              </a:xfrm>
              <a:prstGeom prst="ellipse">
                <a:avLst/>
              </a:prstGeom>
              <a:solidFill>
                <a:srgbClr val="5a9532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46" name="Ellipse"/>
              <p:cNvSpPr/>
              <p:nvPr/>
            </p:nvSpPr>
            <p:spPr>
              <a:xfrm>
                <a:off x="8963025" y="7077075"/>
                <a:ext cx="123825" cy="123825"/>
              </a:xfrm>
              <a:prstGeom prst="ellipse">
                <a:avLst/>
              </a:prstGeom>
              <a:solidFill>
                <a:srgbClr val="5a9532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47" name="Ellipse"/>
              <p:cNvSpPr/>
              <p:nvPr/>
            </p:nvSpPr>
            <p:spPr>
              <a:xfrm>
                <a:off x="9004935" y="6717982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48" name="Ellipse"/>
              <p:cNvSpPr/>
              <p:nvPr/>
            </p:nvSpPr>
            <p:spPr>
              <a:xfrm>
                <a:off x="9004935" y="6837998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49" name="Ellipse"/>
              <p:cNvSpPr/>
              <p:nvPr/>
            </p:nvSpPr>
            <p:spPr>
              <a:xfrm>
                <a:off x="9004935" y="6958012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550" name="Feature vector 1105 279"/>
            <p:cNvGrpSpPr/>
            <p:nvPr/>
          </p:nvGrpSpPr>
          <p:grpSpPr>
            <a:xfrm>
              <a:off x="10525125" y="2657475"/>
              <a:ext cx="219075" cy="809625"/>
              <a:chOff x="10525125" y="2657475"/>
              <a:chExt cx="219075" cy="809625"/>
            </a:xfrm>
          </p:grpSpPr>
          <p:sp>
            <p:nvSpPr>
              <p:cNvPr id="11551" name="Rectangle"/>
              <p:cNvSpPr/>
              <p:nvPr/>
            </p:nvSpPr>
            <p:spPr>
              <a:xfrm>
                <a:off x="10525125" y="2657475"/>
                <a:ext cx="219075" cy="809625"/>
              </a:xfrm>
              <a:custGeom>
                <a:avLst/>
                <a:gdLst/>
                <a:ahLst/>
                <a:cxnLst/>
                <a:rect l="0" t="0" r="r" b="b"/>
                <a:pathLst>
                  <a:path w="23000" h="85000">
                    <a:moveTo>
                      <a:pt x="11500" y="0"/>
                    </a:moveTo>
                    <a:lnTo>
                      <a:pt x="11500" y="0"/>
                    </a:lnTo>
                    <a:cubicBezTo>
                      <a:pt x="17851" y="0"/>
                      <a:pt x="23000" y="5149"/>
                      <a:pt x="23000" y="11500"/>
                    </a:cubicBezTo>
                    <a:lnTo>
                      <a:pt x="23000" y="73500"/>
                    </a:lnTo>
                    <a:cubicBezTo>
                      <a:pt x="23000" y="79851"/>
                      <a:pt x="17851" y="85000"/>
                      <a:pt x="11500" y="85000"/>
                    </a:cubicBezTo>
                    <a:lnTo>
                      <a:pt x="11500" y="85000"/>
                    </a:lnTo>
                    <a:cubicBezTo>
                      <a:pt x="5149" y="85000"/>
                      <a:pt x="0" y="79851"/>
                      <a:pt x="0" y="73500"/>
                    </a:cubicBezTo>
                    <a:lnTo>
                      <a:pt x="0" y="11500"/>
                    </a:lnTo>
                    <a:cubicBezTo>
                      <a:pt x="0" y="5149"/>
                      <a:pt x="5149" y="0"/>
                      <a:pt x="115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affff"/>
                  </a:gs>
                  <a:gs pos="100000">
                    <a:srgbClr val="e8eeee"/>
                  </a:gs>
                </a:gsLst>
                <a:lin ang="5400000" scaled="1"/>
              </a:gradFill>
              <a:ln w="13335" cap="flat" cmpd="sng" algn="ctr">
                <a:solidFill>
                  <a:srgbClr val="14274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52" name="Rectangle"/>
              <p:cNvSpPr/>
              <p:nvPr/>
            </p:nvSpPr>
            <p:spPr>
              <a:xfrm>
                <a:off x="10558462" y="2695575"/>
                <a:ext cx="152400" cy="733425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77000">
                    <a:moveTo>
                      <a:pt x="8000" y="0"/>
                    </a:moveTo>
                    <a:lnTo>
                      <a:pt x="8000" y="0"/>
                    </a:lnTo>
                    <a:cubicBezTo>
                      <a:pt x="12418" y="0"/>
                      <a:pt x="16000" y="3582"/>
                      <a:pt x="16000" y="8000"/>
                    </a:cubicBezTo>
                    <a:lnTo>
                      <a:pt x="16000" y="69000"/>
                    </a:lnTo>
                    <a:cubicBezTo>
                      <a:pt x="16000" y="73418"/>
                      <a:pt x="12418" y="77000"/>
                      <a:pt x="8000" y="77000"/>
                    </a:cubicBezTo>
                    <a:lnTo>
                      <a:pt x="8000" y="77000"/>
                    </a:lnTo>
                    <a:cubicBezTo>
                      <a:pt x="3582" y="77000"/>
                      <a:pt x="0" y="73418"/>
                      <a:pt x="0" y="69000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noFill/>
              <a:ln w="8572" cap="flat" cmpd="sng" algn="ctr">
                <a:solidFill>
                  <a:srgbClr val="8996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53" name="Ellipse"/>
              <p:cNvSpPr/>
              <p:nvPr/>
            </p:nvSpPr>
            <p:spPr>
              <a:xfrm>
                <a:off x="10572750" y="2714625"/>
                <a:ext cx="123825" cy="123825"/>
              </a:xfrm>
              <a:prstGeom prst="ellipse">
                <a:avLst/>
              </a:prstGeom>
              <a:solidFill>
                <a:srgbClr val="dc750f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54" name="Ellipse"/>
              <p:cNvSpPr/>
              <p:nvPr/>
            </p:nvSpPr>
            <p:spPr>
              <a:xfrm>
                <a:off x="10572750" y="3286125"/>
                <a:ext cx="123825" cy="123825"/>
              </a:xfrm>
              <a:prstGeom prst="ellipse">
                <a:avLst/>
              </a:prstGeom>
              <a:solidFill>
                <a:srgbClr val="dc750f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55" name="Ellipse"/>
              <p:cNvSpPr/>
              <p:nvPr/>
            </p:nvSpPr>
            <p:spPr>
              <a:xfrm>
                <a:off x="10614660" y="2920841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56" name="Ellipse"/>
              <p:cNvSpPr/>
              <p:nvPr/>
            </p:nvSpPr>
            <p:spPr>
              <a:xfrm>
                <a:off x="10614660" y="3042285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57" name="Ellipse"/>
              <p:cNvSpPr/>
              <p:nvPr/>
            </p:nvSpPr>
            <p:spPr>
              <a:xfrm>
                <a:off x="10614660" y="3163729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558" name="Feature vector 1105 367"/>
            <p:cNvGrpSpPr/>
            <p:nvPr/>
          </p:nvGrpSpPr>
          <p:grpSpPr>
            <a:xfrm>
              <a:off x="10525125" y="3495675"/>
              <a:ext cx="219075" cy="809625"/>
              <a:chOff x="10525125" y="3495675"/>
              <a:chExt cx="219075" cy="809625"/>
            </a:xfrm>
          </p:grpSpPr>
          <p:sp>
            <p:nvSpPr>
              <p:cNvPr id="11559" name="Rectangle"/>
              <p:cNvSpPr/>
              <p:nvPr/>
            </p:nvSpPr>
            <p:spPr>
              <a:xfrm>
                <a:off x="10525125" y="3495675"/>
                <a:ext cx="219075" cy="809625"/>
              </a:xfrm>
              <a:custGeom>
                <a:avLst/>
                <a:gdLst/>
                <a:ahLst/>
                <a:cxnLst/>
                <a:rect l="0" t="0" r="r" b="b"/>
                <a:pathLst>
                  <a:path w="23000" h="85000">
                    <a:moveTo>
                      <a:pt x="11500" y="0"/>
                    </a:moveTo>
                    <a:lnTo>
                      <a:pt x="11500" y="0"/>
                    </a:lnTo>
                    <a:cubicBezTo>
                      <a:pt x="17851" y="0"/>
                      <a:pt x="23000" y="5149"/>
                      <a:pt x="23000" y="11500"/>
                    </a:cubicBezTo>
                    <a:lnTo>
                      <a:pt x="23000" y="73500"/>
                    </a:lnTo>
                    <a:cubicBezTo>
                      <a:pt x="23000" y="79851"/>
                      <a:pt x="17851" y="85000"/>
                      <a:pt x="11500" y="85000"/>
                    </a:cubicBezTo>
                    <a:lnTo>
                      <a:pt x="11500" y="85000"/>
                    </a:lnTo>
                    <a:cubicBezTo>
                      <a:pt x="5149" y="85000"/>
                      <a:pt x="0" y="79851"/>
                      <a:pt x="0" y="73500"/>
                    </a:cubicBezTo>
                    <a:lnTo>
                      <a:pt x="0" y="11500"/>
                    </a:lnTo>
                    <a:cubicBezTo>
                      <a:pt x="0" y="5149"/>
                      <a:pt x="5149" y="0"/>
                      <a:pt x="115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affff"/>
                  </a:gs>
                  <a:gs pos="100000">
                    <a:srgbClr val="e8eeee"/>
                  </a:gs>
                </a:gsLst>
                <a:lin ang="5400000" scaled="1"/>
              </a:gradFill>
              <a:ln w="13335" cap="flat" cmpd="sng" algn="ctr">
                <a:solidFill>
                  <a:srgbClr val="14274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60" name="Rectangle"/>
              <p:cNvSpPr/>
              <p:nvPr/>
            </p:nvSpPr>
            <p:spPr>
              <a:xfrm>
                <a:off x="10558462" y="3533775"/>
                <a:ext cx="152400" cy="733425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77000">
                    <a:moveTo>
                      <a:pt x="8000" y="0"/>
                    </a:moveTo>
                    <a:lnTo>
                      <a:pt x="8000" y="0"/>
                    </a:lnTo>
                    <a:cubicBezTo>
                      <a:pt x="12418" y="0"/>
                      <a:pt x="16000" y="3582"/>
                      <a:pt x="16000" y="8000"/>
                    </a:cubicBezTo>
                    <a:lnTo>
                      <a:pt x="16000" y="69000"/>
                    </a:lnTo>
                    <a:cubicBezTo>
                      <a:pt x="16000" y="73418"/>
                      <a:pt x="12418" y="77000"/>
                      <a:pt x="8000" y="77000"/>
                    </a:cubicBezTo>
                    <a:lnTo>
                      <a:pt x="8000" y="77000"/>
                    </a:lnTo>
                    <a:cubicBezTo>
                      <a:pt x="3582" y="77000"/>
                      <a:pt x="0" y="73418"/>
                      <a:pt x="0" y="69000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noFill/>
              <a:ln w="8572" cap="flat" cmpd="sng" algn="ctr">
                <a:solidFill>
                  <a:srgbClr val="8996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61" name="Ellipse"/>
              <p:cNvSpPr/>
              <p:nvPr/>
            </p:nvSpPr>
            <p:spPr>
              <a:xfrm>
                <a:off x="10572750" y="3552825"/>
                <a:ext cx="123825" cy="123825"/>
              </a:xfrm>
              <a:prstGeom prst="ellipse">
                <a:avLst/>
              </a:prstGeom>
              <a:solidFill>
                <a:srgbClr val="f6c6a6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62" name="Ellipse"/>
              <p:cNvSpPr/>
              <p:nvPr/>
            </p:nvSpPr>
            <p:spPr>
              <a:xfrm>
                <a:off x="10572750" y="4124325"/>
                <a:ext cx="123825" cy="123825"/>
              </a:xfrm>
              <a:prstGeom prst="ellipse">
                <a:avLst/>
              </a:prstGeom>
              <a:solidFill>
                <a:srgbClr val="f6c6a6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63" name="Ellipse"/>
              <p:cNvSpPr/>
              <p:nvPr/>
            </p:nvSpPr>
            <p:spPr>
              <a:xfrm>
                <a:off x="10614660" y="3759041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64" name="Ellipse"/>
              <p:cNvSpPr/>
              <p:nvPr/>
            </p:nvSpPr>
            <p:spPr>
              <a:xfrm>
                <a:off x="10614660" y="3880485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65" name="Ellipse"/>
              <p:cNvSpPr/>
              <p:nvPr/>
            </p:nvSpPr>
            <p:spPr>
              <a:xfrm>
                <a:off x="10614660" y="4001929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566" name="Feature vector 1105 480"/>
            <p:cNvGrpSpPr/>
            <p:nvPr/>
          </p:nvGrpSpPr>
          <p:grpSpPr>
            <a:xfrm>
              <a:off x="10525125" y="4572000"/>
              <a:ext cx="219075" cy="800100"/>
              <a:chOff x="10525125" y="4572000"/>
              <a:chExt cx="219075" cy="800100"/>
            </a:xfrm>
          </p:grpSpPr>
          <p:sp>
            <p:nvSpPr>
              <p:cNvPr id="11567" name="Rectangle"/>
              <p:cNvSpPr/>
              <p:nvPr/>
            </p:nvSpPr>
            <p:spPr>
              <a:xfrm>
                <a:off x="10525125" y="4572000"/>
                <a:ext cx="219075" cy="800100"/>
              </a:xfrm>
              <a:custGeom>
                <a:avLst/>
                <a:gdLst/>
                <a:ahLst/>
                <a:cxnLst/>
                <a:rect l="0" t="0" r="r" b="b"/>
                <a:pathLst>
                  <a:path w="23000" h="84000">
                    <a:moveTo>
                      <a:pt x="11500" y="0"/>
                    </a:moveTo>
                    <a:lnTo>
                      <a:pt x="11500" y="0"/>
                    </a:lnTo>
                    <a:cubicBezTo>
                      <a:pt x="17851" y="0"/>
                      <a:pt x="23000" y="5149"/>
                      <a:pt x="23000" y="11500"/>
                    </a:cubicBezTo>
                    <a:lnTo>
                      <a:pt x="23000" y="72500"/>
                    </a:lnTo>
                    <a:cubicBezTo>
                      <a:pt x="23000" y="78851"/>
                      <a:pt x="17851" y="84000"/>
                      <a:pt x="11500" y="84000"/>
                    </a:cubicBezTo>
                    <a:lnTo>
                      <a:pt x="11500" y="84000"/>
                    </a:lnTo>
                    <a:cubicBezTo>
                      <a:pt x="5149" y="84000"/>
                      <a:pt x="0" y="78851"/>
                      <a:pt x="0" y="72500"/>
                    </a:cubicBezTo>
                    <a:lnTo>
                      <a:pt x="0" y="11500"/>
                    </a:lnTo>
                    <a:cubicBezTo>
                      <a:pt x="0" y="5149"/>
                      <a:pt x="5149" y="0"/>
                      <a:pt x="115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affff"/>
                  </a:gs>
                  <a:gs pos="100000">
                    <a:srgbClr val="e8eeee"/>
                  </a:gs>
                </a:gsLst>
                <a:lin ang="5400000" scaled="1"/>
              </a:gradFill>
              <a:ln w="13335" cap="flat" cmpd="sng" algn="ctr">
                <a:solidFill>
                  <a:srgbClr val="14274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68" name="Rectangle"/>
              <p:cNvSpPr/>
              <p:nvPr/>
            </p:nvSpPr>
            <p:spPr>
              <a:xfrm>
                <a:off x="10558462" y="4610100"/>
                <a:ext cx="152400" cy="723900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76000">
                    <a:moveTo>
                      <a:pt x="8000" y="0"/>
                    </a:moveTo>
                    <a:lnTo>
                      <a:pt x="8000" y="0"/>
                    </a:lnTo>
                    <a:cubicBezTo>
                      <a:pt x="12418" y="0"/>
                      <a:pt x="16000" y="3582"/>
                      <a:pt x="16000" y="8000"/>
                    </a:cubicBezTo>
                    <a:lnTo>
                      <a:pt x="16000" y="68000"/>
                    </a:lnTo>
                    <a:cubicBezTo>
                      <a:pt x="16000" y="72418"/>
                      <a:pt x="12418" y="76000"/>
                      <a:pt x="8000" y="76000"/>
                    </a:cubicBezTo>
                    <a:lnTo>
                      <a:pt x="8000" y="76000"/>
                    </a:lnTo>
                    <a:cubicBezTo>
                      <a:pt x="3582" y="76000"/>
                      <a:pt x="0" y="72418"/>
                      <a:pt x="0" y="68000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noFill/>
              <a:ln w="8572" cap="flat" cmpd="sng" algn="ctr">
                <a:solidFill>
                  <a:srgbClr val="8996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69" name="Ellipse"/>
              <p:cNvSpPr/>
              <p:nvPr/>
            </p:nvSpPr>
            <p:spPr>
              <a:xfrm>
                <a:off x="10572750" y="4629150"/>
                <a:ext cx="123825" cy="123825"/>
              </a:xfrm>
              <a:prstGeom prst="ellipse">
                <a:avLst/>
              </a:prstGeom>
              <a:solidFill>
                <a:srgbClr val="328bc6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70" name="Ellipse"/>
              <p:cNvSpPr/>
              <p:nvPr/>
            </p:nvSpPr>
            <p:spPr>
              <a:xfrm>
                <a:off x="10572750" y="5191125"/>
                <a:ext cx="123825" cy="123825"/>
              </a:xfrm>
              <a:prstGeom prst="ellipse">
                <a:avLst/>
              </a:prstGeom>
              <a:solidFill>
                <a:srgbClr val="328bc6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71" name="Ellipse"/>
              <p:cNvSpPr/>
              <p:nvPr/>
            </p:nvSpPr>
            <p:spPr>
              <a:xfrm>
                <a:off x="10614660" y="4832032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72" name="Ellipse"/>
              <p:cNvSpPr/>
              <p:nvPr/>
            </p:nvSpPr>
            <p:spPr>
              <a:xfrm>
                <a:off x="10614660" y="4952048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73" name="Ellipse"/>
              <p:cNvSpPr/>
              <p:nvPr/>
            </p:nvSpPr>
            <p:spPr>
              <a:xfrm>
                <a:off x="10614660" y="5072062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574" name="Feature vector 1105 585"/>
            <p:cNvGrpSpPr/>
            <p:nvPr/>
          </p:nvGrpSpPr>
          <p:grpSpPr>
            <a:xfrm>
              <a:off x="10525125" y="5572125"/>
              <a:ext cx="219075" cy="809625"/>
              <a:chOff x="10525125" y="5572125"/>
              <a:chExt cx="219075" cy="809625"/>
            </a:xfrm>
          </p:grpSpPr>
          <p:sp>
            <p:nvSpPr>
              <p:cNvPr id="11575" name="Rectangle"/>
              <p:cNvSpPr/>
              <p:nvPr/>
            </p:nvSpPr>
            <p:spPr>
              <a:xfrm>
                <a:off x="10525125" y="5572125"/>
                <a:ext cx="219075" cy="809625"/>
              </a:xfrm>
              <a:custGeom>
                <a:avLst/>
                <a:gdLst/>
                <a:ahLst/>
                <a:cxnLst/>
                <a:rect l="0" t="0" r="r" b="b"/>
                <a:pathLst>
                  <a:path w="23000" h="85000">
                    <a:moveTo>
                      <a:pt x="11500" y="0"/>
                    </a:moveTo>
                    <a:lnTo>
                      <a:pt x="11500" y="0"/>
                    </a:lnTo>
                    <a:cubicBezTo>
                      <a:pt x="17851" y="0"/>
                      <a:pt x="23000" y="5149"/>
                      <a:pt x="23000" y="11500"/>
                    </a:cubicBezTo>
                    <a:lnTo>
                      <a:pt x="23000" y="73500"/>
                    </a:lnTo>
                    <a:cubicBezTo>
                      <a:pt x="23000" y="79851"/>
                      <a:pt x="17851" y="85000"/>
                      <a:pt x="11500" y="85000"/>
                    </a:cubicBezTo>
                    <a:lnTo>
                      <a:pt x="11500" y="85000"/>
                    </a:lnTo>
                    <a:cubicBezTo>
                      <a:pt x="5149" y="85000"/>
                      <a:pt x="0" y="79851"/>
                      <a:pt x="0" y="73500"/>
                    </a:cubicBezTo>
                    <a:lnTo>
                      <a:pt x="0" y="11500"/>
                    </a:lnTo>
                    <a:cubicBezTo>
                      <a:pt x="0" y="5149"/>
                      <a:pt x="5149" y="0"/>
                      <a:pt x="115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affff"/>
                  </a:gs>
                  <a:gs pos="100000">
                    <a:srgbClr val="e8eeee"/>
                  </a:gs>
                </a:gsLst>
                <a:lin ang="5400000" scaled="1"/>
              </a:gradFill>
              <a:ln w="13335" cap="flat" cmpd="sng" algn="ctr">
                <a:solidFill>
                  <a:srgbClr val="14274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76" name="Rectangle"/>
              <p:cNvSpPr/>
              <p:nvPr/>
            </p:nvSpPr>
            <p:spPr>
              <a:xfrm>
                <a:off x="10558462" y="5610225"/>
                <a:ext cx="152400" cy="733425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77000">
                    <a:moveTo>
                      <a:pt x="8000" y="0"/>
                    </a:moveTo>
                    <a:lnTo>
                      <a:pt x="8000" y="0"/>
                    </a:lnTo>
                    <a:cubicBezTo>
                      <a:pt x="12418" y="0"/>
                      <a:pt x="16000" y="3582"/>
                      <a:pt x="16000" y="8000"/>
                    </a:cubicBezTo>
                    <a:lnTo>
                      <a:pt x="16000" y="69000"/>
                    </a:lnTo>
                    <a:cubicBezTo>
                      <a:pt x="16000" y="73418"/>
                      <a:pt x="12418" y="77000"/>
                      <a:pt x="8000" y="77000"/>
                    </a:cubicBezTo>
                    <a:lnTo>
                      <a:pt x="8000" y="77000"/>
                    </a:lnTo>
                    <a:cubicBezTo>
                      <a:pt x="3582" y="77000"/>
                      <a:pt x="0" y="73418"/>
                      <a:pt x="0" y="69000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noFill/>
              <a:ln w="8572" cap="flat" cmpd="sng" algn="ctr">
                <a:solidFill>
                  <a:srgbClr val="8996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77" name="Ellipse"/>
              <p:cNvSpPr/>
              <p:nvPr/>
            </p:nvSpPr>
            <p:spPr>
              <a:xfrm>
                <a:off x="10572750" y="5629275"/>
                <a:ext cx="123825" cy="123825"/>
              </a:xfrm>
              <a:prstGeom prst="ellipse">
                <a:avLst/>
              </a:prstGeom>
              <a:solidFill>
                <a:srgbClr val="c9e1b5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78" name="Ellipse"/>
              <p:cNvSpPr/>
              <p:nvPr/>
            </p:nvSpPr>
            <p:spPr>
              <a:xfrm>
                <a:off x="10572750" y="6200775"/>
                <a:ext cx="123825" cy="123825"/>
              </a:xfrm>
              <a:prstGeom prst="ellipse">
                <a:avLst/>
              </a:prstGeom>
              <a:solidFill>
                <a:srgbClr val="c9e1b5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79" name="Ellipse"/>
              <p:cNvSpPr/>
              <p:nvPr/>
            </p:nvSpPr>
            <p:spPr>
              <a:xfrm>
                <a:off x="10614660" y="5835491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80" name="Ellipse"/>
              <p:cNvSpPr/>
              <p:nvPr/>
            </p:nvSpPr>
            <p:spPr>
              <a:xfrm>
                <a:off x="10614660" y="5956935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81" name="Ellipse"/>
              <p:cNvSpPr/>
              <p:nvPr/>
            </p:nvSpPr>
            <p:spPr>
              <a:xfrm>
                <a:off x="10614660" y="6078379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582" name="Feature vector 1105 678"/>
            <p:cNvGrpSpPr/>
            <p:nvPr/>
          </p:nvGrpSpPr>
          <p:grpSpPr>
            <a:xfrm>
              <a:off x="10525125" y="6457950"/>
              <a:ext cx="219075" cy="800100"/>
              <a:chOff x="10525125" y="6457950"/>
              <a:chExt cx="219075" cy="800100"/>
            </a:xfrm>
          </p:grpSpPr>
          <p:sp>
            <p:nvSpPr>
              <p:cNvPr id="11583" name="Rectangle"/>
              <p:cNvSpPr/>
              <p:nvPr/>
            </p:nvSpPr>
            <p:spPr>
              <a:xfrm>
                <a:off x="10525125" y="6457950"/>
                <a:ext cx="219075" cy="800100"/>
              </a:xfrm>
              <a:custGeom>
                <a:avLst/>
                <a:gdLst/>
                <a:ahLst/>
                <a:cxnLst/>
                <a:rect l="0" t="0" r="r" b="b"/>
                <a:pathLst>
                  <a:path w="23000" h="84000">
                    <a:moveTo>
                      <a:pt x="11500" y="0"/>
                    </a:moveTo>
                    <a:lnTo>
                      <a:pt x="11500" y="0"/>
                    </a:lnTo>
                    <a:cubicBezTo>
                      <a:pt x="17851" y="0"/>
                      <a:pt x="23000" y="5149"/>
                      <a:pt x="23000" y="11500"/>
                    </a:cubicBezTo>
                    <a:lnTo>
                      <a:pt x="23000" y="72500"/>
                    </a:lnTo>
                    <a:cubicBezTo>
                      <a:pt x="23000" y="78851"/>
                      <a:pt x="17851" y="84000"/>
                      <a:pt x="11500" y="84000"/>
                    </a:cubicBezTo>
                    <a:lnTo>
                      <a:pt x="11500" y="84000"/>
                    </a:lnTo>
                    <a:cubicBezTo>
                      <a:pt x="5149" y="84000"/>
                      <a:pt x="0" y="78851"/>
                      <a:pt x="0" y="72500"/>
                    </a:cubicBezTo>
                    <a:lnTo>
                      <a:pt x="0" y="11500"/>
                    </a:lnTo>
                    <a:cubicBezTo>
                      <a:pt x="0" y="5149"/>
                      <a:pt x="5149" y="0"/>
                      <a:pt x="115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affff"/>
                  </a:gs>
                  <a:gs pos="100000">
                    <a:srgbClr val="e8eeee"/>
                  </a:gs>
                </a:gsLst>
                <a:lin ang="5400000" scaled="1"/>
              </a:gradFill>
              <a:ln w="13335" cap="flat" cmpd="sng" algn="ctr">
                <a:solidFill>
                  <a:srgbClr val="14274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84" name="Rectangle"/>
              <p:cNvSpPr/>
              <p:nvPr/>
            </p:nvSpPr>
            <p:spPr>
              <a:xfrm>
                <a:off x="10558462" y="6496050"/>
                <a:ext cx="152400" cy="723900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76000">
                    <a:moveTo>
                      <a:pt x="8000" y="0"/>
                    </a:moveTo>
                    <a:lnTo>
                      <a:pt x="8000" y="0"/>
                    </a:lnTo>
                    <a:cubicBezTo>
                      <a:pt x="12418" y="0"/>
                      <a:pt x="16000" y="3582"/>
                      <a:pt x="16000" y="8000"/>
                    </a:cubicBezTo>
                    <a:lnTo>
                      <a:pt x="16000" y="68000"/>
                    </a:lnTo>
                    <a:cubicBezTo>
                      <a:pt x="16000" y="72418"/>
                      <a:pt x="12418" y="76000"/>
                      <a:pt x="8000" y="76000"/>
                    </a:cubicBezTo>
                    <a:lnTo>
                      <a:pt x="8000" y="76000"/>
                    </a:lnTo>
                    <a:cubicBezTo>
                      <a:pt x="3582" y="76000"/>
                      <a:pt x="0" y="72418"/>
                      <a:pt x="0" y="68000"/>
                    </a:cubicBezTo>
                    <a:lnTo>
                      <a:pt x="0" y="8000"/>
                    </a:lnTo>
                    <a:cubicBezTo>
                      <a:pt x="0" y="3582"/>
                      <a:pt x="3582" y="0"/>
                      <a:pt x="8000" y="0"/>
                    </a:cubicBezTo>
                    <a:close/>
                  </a:path>
                </a:pathLst>
              </a:custGeom>
              <a:noFill/>
              <a:ln w="8572" cap="flat" cmpd="sng" algn="ctr">
                <a:solidFill>
                  <a:srgbClr val="8996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85" name="Ellipse"/>
              <p:cNvSpPr/>
              <p:nvPr/>
            </p:nvSpPr>
            <p:spPr>
              <a:xfrm>
                <a:off x="10572750" y="6515100"/>
                <a:ext cx="123825" cy="123825"/>
              </a:xfrm>
              <a:prstGeom prst="ellipse">
                <a:avLst/>
              </a:prstGeom>
              <a:solidFill>
                <a:srgbClr val="5a9532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86" name="Ellipse"/>
              <p:cNvSpPr/>
              <p:nvPr/>
            </p:nvSpPr>
            <p:spPr>
              <a:xfrm>
                <a:off x="10572750" y="7077075"/>
                <a:ext cx="123825" cy="123825"/>
              </a:xfrm>
              <a:prstGeom prst="ellipse">
                <a:avLst/>
              </a:prstGeom>
              <a:solidFill>
                <a:srgbClr val="5a9532"/>
              </a:solidFill>
              <a:ln w="16192" cap="flat" cmpd="sng" algn="ctr">
                <a:solidFill>
                  <a:srgbClr val="0629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87" name="Ellipse"/>
              <p:cNvSpPr/>
              <p:nvPr/>
            </p:nvSpPr>
            <p:spPr>
              <a:xfrm>
                <a:off x="10614660" y="6717982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88" name="Ellipse"/>
              <p:cNvSpPr/>
              <p:nvPr/>
            </p:nvSpPr>
            <p:spPr>
              <a:xfrm>
                <a:off x="10614660" y="6837998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89" name="Ellipse"/>
              <p:cNvSpPr/>
              <p:nvPr/>
            </p:nvSpPr>
            <p:spPr>
              <a:xfrm>
                <a:off x="10614660" y="6958012"/>
                <a:ext cx="40005" cy="40005"/>
              </a:xfrm>
              <a:prstGeom prst="ellipse">
                <a:avLst/>
              </a:pr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1590" name="Fusion operator"/>
            <p:cNvSpPr/>
            <p:nvPr/>
          </p:nvSpPr>
          <p:spPr>
            <a:xfrm>
              <a:off x="9906000" y="4829175"/>
              <a:ext cx="295275" cy="295275"/>
            </a:xfrm>
            <a:prstGeom prst="ellipse">
              <a:avLst/>
            </a:prstGeom>
            <a:gradFill rotWithShape="1">
              <a:gsLst>
                <a:gs pos="0">
                  <a:srgbClr val="e9efff"/>
                </a:gs>
                <a:gs pos="100000">
                  <a:srgbClr val="a2b9e1"/>
                </a:gs>
              </a:gsLst>
              <a:lin ang="5400000" scaled="1"/>
            </a:gradFill>
            <a:ln w="19050" cap="flat" cmpd="sng" algn="ctr">
              <a:solidFill>
                <a:srgbClr val="1738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591" name="FC layer 1168 496"/>
            <p:cNvGrpSpPr/>
            <p:nvPr/>
          </p:nvGrpSpPr>
          <p:grpSpPr>
            <a:xfrm>
              <a:off x="11034712" y="4724400"/>
              <a:ext cx="523875" cy="523875"/>
              <a:chOff x="11034712" y="4724400"/>
              <a:chExt cx="523875" cy="523875"/>
            </a:xfrm>
          </p:grpSpPr>
          <p:sp>
            <p:nvSpPr>
              <p:cNvPr id="11592" name="Rectangle"/>
              <p:cNvSpPr/>
              <p:nvPr/>
            </p:nvSpPr>
            <p:spPr>
              <a:xfrm>
                <a:off x="11125200" y="4724400"/>
                <a:ext cx="342900" cy="523875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55000">
                    <a:moveTo>
                      <a:pt x="0" y="0"/>
                    </a:moveTo>
                    <a:lnTo>
                      <a:pt x="36000" y="0"/>
                    </a:lnTo>
                    <a:lnTo>
                      <a:pt x="36000" y="55000"/>
                    </a:lnTo>
                    <a:lnTo>
                      <a:pt x="0" y="55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4d5d6"/>
                  </a:gs>
                  <a:gs pos="100000">
                    <a:srgbClr val="bec0c1"/>
                  </a:gs>
                </a:gsLst>
                <a:lin ang="5400000" scaled="1"/>
              </a:gradFill>
              <a:ln w="20002" cap="flat" cmpd="sng" algn="ctr">
                <a:solidFill>
                  <a:srgbClr val="213a64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93" name="FC"/>
              <p:cNvSpPr txBox="1"/>
              <p:nvPr/>
            </p:nvSpPr>
            <p:spPr>
              <a:xfrm rot="5400000">
                <a:off x="11034712" y="4852988"/>
                <a:ext cx="523875" cy="30594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ctr">
                  <a:lnSpc>
                    <a:spcPts val="2184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50" b="1">
                    <a:solidFill>
                      <a:srgbClr val="050505"/>
                    </a:solidFill>
                    <a:latin typeface="Liberation Serif"/>
                  </a:rPr>
                  <a:t>FC</a:t>
                </a:r>
              </a:p>
            </p:txBody>
          </p:sp>
        </p:grpSp>
        <p:sp>
          <p:nvSpPr>
            <p:cNvPr id="11594" name="Rectangle"/>
            <p:cNvSpPr/>
            <p:nvPr/>
          </p:nvSpPr>
          <p:spPr>
            <a:xfrm>
              <a:off x="11868150" y="4552950"/>
              <a:ext cx="304800" cy="914400"/>
            </a:xfrm>
            <a:custGeom>
              <a:avLst/>
              <a:gdLst/>
              <a:ahLst/>
              <a:cxnLst/>
              <a:rect l="0" t="0" r="r" b="b"/>
              <a:pathLst>
                <a:path w="32000" h="96000">
                  <a:moveTo>
                    <a:pt x="7000" y="0"/>
                  </a:moveTo>
                  <a:lnTo>
                    <a:pt x="25000" y="0"/>
                  </a:lnTo>
                  <a:cubicBezTo>
                    <a:pt x="28866" y="0"/>
                    <a:pt x="32000" y="3134"/>
                    <a:pt x="32000" y="7000"/>
                  </a:cubicBezTo>
                  <a:lnTo>
                    <a:pt x="32000" y="89000"/>
                  </a:lnTo>
                  <a:cubicBezTo>
                    <a:pt x="32000" y="92866"/>
                    <a:pt x="28866" y="96000"/>
                    <a:pt x="25000" y="96000"/>
                  </a:cubicBezTo>
                  <a:lnTo>
                    <a:pt x="7000" y="96000"/>
                  </a:lnTo>
                  <a:cubicBezTo>
                    <a:pt x="3134" y="96000"/>
                    <a:pt x="0" y="92866"/>
                    <a:pt x="0" y="89000"/>
                  </a:cubicBezTo>
                  <a:lnTo>
                    <a:pt x="0" y="7000"/>
                  </a:lnTo>
                  <a:cubicBezTo>
                    <a:pt x="0" y="3134"/>
                    <a:pt x="3134" y="0"/>
                    <a:pt x="7000" y="0"/>
                  </a:cubicBezTo>
                  <a:close/>
                </a:path>
              </a:pathLst>
            </a:custGeom>
            <a:solidFill>
              <a:srgbClr val="ffe99e"/>
            </a:solidFill>
            <a:ln w="20002" cap="flat" cmpd="sng" algn="ctr">
              <a:solidFill>
                <a:srgbClr val="183969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95" name="Softmax"/>
            <p:cNvSpPr txBox="1"/>
            <p:nvPr/>
          </p:nvSpPr>
          <p:spPr>
            <a:xfrm rot="5400000">
              <a:off x="11544300" y="4867275"/>
              <a:ext cx="952500" cy="284607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2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050505"/>
                  </a:solidFill>
                  <a:latin typeface="Liberation Serif"/>
                </a:rPr>
                <a:t>Softmax</a:t>
              </a:r>
            </a:p>
          </p:txBody>
        </p:sp>
        <p:grpSp>
          <p:nvGrpSpPr>
            <p:cNvPr id="11596" name="Navigator icon 760 381"/>
            <p:cNvGrpSpPr/>
            <p:nvPr/>
          </p:nvGrpSpPr>
          <p:grpSpPr>
            <a:xfrm>
              <a:off x="7222236" y="3609689"/>
              <a:ext cx="226314" cy="295561"/>
              <a:chOff x="7222236" y="3609689"/>
              <a:chExt cx="226314" cy="295561"/>
            </a:xfrm>
          </p:grpSpPr>
          <p:sp>
            <p:nvSpPr>
              <p:cNvPr id="11597" name="Navigator head silhouette"/>
              <p:cNvSpPr/>
              <p:nvPr/>
            </p:nvSpPr>
            <p:spPr>
              <a:xfrm>
                <a:off x="7222236" y="3609689"/>
                <a:ext cx="226314" cy="295561"/>
              </a:xfrm>
              <a:custGeom>
                <a:avLst/>
                <a:gdLst/>
                <a:ahLst/>
                <a:cxnLst/>
                <a:rect l="0" t="0" r="r" b="b"/>
                <a:pathLst>
                  <a:path w="23760" h="31030">
                    <a:moveTo>
                      <a:pt x="3300" y="31030"/>
                    </a:moveTo>
                    <a:cubicBezTo>
                      <a:pt x="6820" y="26390"/>
                      <a:pt x="6820" y="24360"/>
                      <a:pt x="5720" y="21170"/>
                    </a:cubicBezTo>
                    <a:cubicBezTo>
                      <a:pt x="0" y="13630"/>
                      <a:pt x="2420" y="3770"/>
                      <a:pt x="9900" y="2320"/>
                    </a:cubicBezTo>
                    <a:cubicBezTo>
                      <a:pt x="17820" y="0"/>
                      <a:pt x="23320" y="7250"/>
                      <a:pt x="21340" y="14210"/>
                    </a:cubicBezTo>
                    <a:lnTo>
                      <a:pt x="23760" y="17980"/>
                    </a:lnTo>
                    <a:lnTo>
                      <a:pt x="21120" y="19140"/>
                    </a:lnTo>
                    <a:lnTo>
                      <a:pt x="21120" y="21170"/>
                    </a:lnTo>
                    <a:lnTo>
                      <a:pt x="19360" y="21750"/>
                    </a:lnTo>
                    <a:lnTo>
                      <a:pt x="20240" y="23200"/>
                    </a:lnTo>
                    <a:lnTo>
                      <a:pt x="19580" y="26100"/>
                    </a:lnTo>
                    <a:lnTo>
                      <a:pt x="14960" y="26100"/>
                    </a:lnTo>
                    <a:lnTo>
                      <a:pt x="14080" y="31030"/>
                    </a:lnTo>
                    <a:close/>
                  </a:path>
                </a:pathLst>
              </a:custGeom>
              <a:solidFill>
                <a:srgbClr val="f4b990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98" name="Vector path"/>
              <p:cNvSpPr/>
              <p:nvPr/>
            </p:nvSpPr>
            <p:spPr>
              <a:xfrm>
                <a:off x="7318629" y="3698081"/>
                <a:ext cx="46101" cy="27622"/>
              </a:xfrm>
              <a:custGeom>
                <a:avLst/>
                <a:gdLst/>
                <a:ahLst/>
                <a:cxnLst/>
                <a:rect l="0" t="0" r="r" b="b"/>
                <a:pathLst>
                  <a:path w="4840" h="2900">
                    <a:moveTo>
                      <a:pt x="0" y="2900"/>
                    </a:moveTo>
                    <a:lnTo>
                      <a:pt x="4840" y="0"/>
                    </a:lnTo>
                  </a:path>
                </a:pathLst>
              </a:custGeom>
              <a:noFill/>
              <a:ln w="5715" cap="flat" cmpd="sng" algn="ctr">
                <a:solidFill>
                  <a:srgbClr val="fff9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99" name="Vector path"/>
              <p:cNvSpPr/>
              <p:nvPr/>
            </p:nvSpPr>
            <p:spPr>
              <a:xfrm>
                <a:off x="7322820" y="3733990"/>
                <a:ext cx="50292" cy="27623"/>
              </a:xfrm>
              <a:custGeom>
                <a:avLst/>
                <a:gdLst/>
                <a:ahLst/>
                <a:cxnLst/>
                <a:rect l="0" t="0" r="r" b="b"/>
                <a:pathLst>
                  <a:path w="5280" h="2900">
                    <a:moveTo>
                      <a:pt x="0" y="0"/>
                    </a:moveTo>
                    <a:lnTo>
                      <a:pt x="5280" y="2900"/>
                    </a:lnTo>
                  </a:path>
                </a:pathLst>
              </a:custGeom>
              <a:noFill/>
              <a:ln w="5715" cap="flat" cmpd="sng" algn="ctr">
                <a:solidFill>
                  <a:srgbClr val="fff9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00" name="Thought node"/>
              <p:cNvSpPr/>
              <p:nvPr/>
            </p:nvSpPr>
            <p:spPr>
              <a:xfrm>
                <a:off x="7292435" y="3691176"/>
                <a:ext cx="52388" cy="69056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01" name="Thought node"/>
              <p:cNvSpPr/>
              <p:nvPr/>
            </p:nvSpPr>
            <p:spPr>
              <a:xfrm>
                <a:off x="7352157" y="3670459"/>
                <a:ext cx="33528" cy="44196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02" name="Thought node"/>
              <p:cNvSpPr/>
              <p:nvPr/>
            </p:nvSpPr>
            <p:spPr>
              <a:xfrm>
                <a:off x="7361168" y="3745868"/>
                <a:ext cx="19698" cy="25965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1603" name="Directional connector"/>
            <p:cNvSpPr/>
            <p:nvPr/>
          </p:nvSpPr>
          <p:spPr>
            <a:xfrm>
              <a:off x="7467600" y="3514725"/>
              <a:ext cx="600075" cy="228600"/>
            </a:xfrm>
            <a:custGeom>
              <a:avLst/>
              <a:gdLst/>
              <a:ahLst/>
              <a:cxnLst/>
              <a:rect l="0" t="0" r="r" b="b"/>
              <a:pathLst>
                <a:path w="63000" h="24000">
                  <a:moveTo>
                    <a:pt x="63000" y="0"/>
                  </a:moveTo>
                  <a:cubicBezTo>
                    <a:pt x="47000" y="16000"/>
                    <a:pt x="29000" y="22000"/>
                    <a:pt x="0" y="24000"/>
                  </a:cubicBezTo>
                </a:path>
              </a:pathLst>
            </a:custGeom>
            <a:noFill/>
            <a:ln w="28575" cap="flat" cmpd="sng" algn="ctr">
              <a:solidFill>
                <a:srgbClr val="f4b990"/>
              </a:solidFill>
              <a:custDash>
                <a:ds d="100000" sp="100000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04" name="Arrowhead"/>
            <p:cNvSpPr/>
            <p:nvPr/>
          </p:nvSpPr>
          <p:spPr>
            <a:xfrm>
              <a:off x="7467600" y="3683008"/>
              <a:ext cx="117647" cy="104907"/>
            </a:xfrm>
            <a:custGeom>
              <a:avLst/>
              <a:gdLst/>
              <a:ahLst/>
              <a:cxnLst/>
              <a:rect l="0" t="0" r="r" b="b"/>
              <a:pathLst>
                <a:path w="12351" h="11014">
                  <a:moveTo>
                    <a:pt x="0" y="6333"/>
                  </a:moveTo>
                  <a:lnTo>
                    <a:pt x="11592" y="0"/>
                  </a:lnTo>
                  <a:lnTo>
                    <a:pt x="12351" y="11014"/>
                  </a:lnTo>
                  <a:close/>
                </a:path>
              </a:pathLst>
            </a:custGeom>
            <a:solidFill>
              <a:srgbClr val="f4b990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605" name="Navigator icon 760 632"/>
            <p:cNvGrpSpPr/>
            <p:nvPr/>
          </p:nvGrpSpPr>
          <p:grpSpPr>
            <a:xfrm>
              <a:off x="7222236" y="6000464"/>
              <a:ext cx="226314" cy="295561"/>
              <a:chOff x="7222236" y="6000464"/>
              <a:chExt cx="226314" cy="295561"/>
            </a:xfrm>
          </p:grpSpPr>
          <p:sp>
            <p:nvSpPr>
              <p:cNvPr id="11606" name="Navigator head silhouette"/>
              <p:cNvSpPr/>
              <p:nvPr/>
            </p:nvSpPr>
            <p:spPr>
              <a:xfrm>
                <a:off x="7222236" y="6000464"/>
                <a:ext cx="226314" cy="295561"/>
              </a:xfrm>
              <a:custGeom>
                <a:avLst/>
                <a:gdLst/>
                <a:ahLst/>
                <a:cxnLst/>
                <a:rect l="0" t="0" r="r" b="b"/>
                <a:pathLst>
                  <a:path w="23760" h="31030">
                    <a:moveTo>
                      <a:pt x="3300" y="31030"/>
                    </a:moveTo>
                    <a:cubicBezTo>
                      <a:pt x="6820" y="26390"/>
                      <a:pt x="6820" y="24360"/>
                      <a:pt x="5720" y="21170"/>
                    </a:cubicBezTo>
                    <a:cubicBezTo>
                      <a:pt x="0" y="13630"/>
                      <a:pt x="2420" y="3770"/>
                      <a:pt x="9900" y="2320"/>
                    </a:cubicBezTo>
                    <a:cubicBezTo>
                      <a:pt x="17820" y="0"/>
                      <a:pt x="23320" y="7250"/>
                      <a:pt x="21340" y="14210"/>
                    </a:cubicBezTo>
                    <a:lnTo>
                      <a:pt x="23760" y="17980"/>
                    </a:lnTo>
                    <a:lnTo>
                      <a:pt x="21120" y="19140"/>
                    </a:lnTo>
                    <a:lnTo>
                      <a:pt x="21120" y="21170"/>
                    </a:lnTo>
                    <a:lnTo>
                      <a:pt x="19360" y="21750"/>
                    </a:lnTo>
                    <a:lnTo>
                      <a:pt x="20240" y="23200"/>
                    </a:lnTo>
                    <a:lnTo>
                      <a:pt x="19580" y="26100"/>
                    </a:lnTo>
                    <a:lnTo>
                      <a:pt x="14960" y="26100"/>
                    </a:lnTo>
                    <a:lnTo>
                      <a:pt x="14080" y="31030"/>
                    </a:lnTo>
                    <a:close/>
                  </a:path>
                </a:pathLst>
              </a:custGeom>
              <a:solidFill>
                <a:srgbClr val="a7d183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07" name="Vector path"/>
              <p:cNvSpPr/>
              <p:nvPr/>
            </p:nvSpPr>
            <p:spPr>
              <a:xfrm>
                <a:off x="7318629" y="6088856"/>
                <a:ext cx="46101" cy="27622"/>
              </a:xfrm>
              <a:custGeom>
                <a:avLst/>
                <a:gdLst/>
                <a:ahLst/>
                <a:cxnLst/>
                <a:rect l="0" t="0" r="r" b="b"/>
                <a:pathLst>
                  <a:path w="4840" h="2900">
                    <a:moveTo>
                      <a:pt x="0" y="2900"/>
                    </a:moveTo>
                    <a:lnTo>
                      <a:pt x="4840" y="0"/>
                    </a:lnTo>
                  </a:path>
                </a:pathLst>
              </a:custGeom>
              <a:noFill/>
              <a:ln w="5715" cap="flat" cmpd="sng" algn="ctr">
                <a:solidFill>
                  <a:srgbClr val="fff9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08" name="Vector path"/>
              <p:cNvSpPr/>
              <p:nvPr/>
            </p:nvSpPr>
            <p:spPr>
              <a:xfrm>
                <a:off x="7322820" y="6124766"/>
                <a:ext cx="50292" cy="27622"/>
              </a:xfrm>
              <a:custGeom>
                <a:avLst/>
                <a:gdLst/>
                <a:ahLst/>
                <a:cxnLst/>
                <a:rect l="0" t="0" r="r" b="b"/>
                <a:pathLst>
                  <a:path w="5280" h="2900">
                    <a:moveTo>
                      <a:pt x="0" y="0"/>
                    </a:moveTo>
                    <a:lnTo>
                      <a:pt x="5280" y="2900"/>
                    </a:lnTo>
                  </a:path>
                </a:pathLst>
              </a:custGeom>
              <a:noFill/>
              <a:ln w="5715" cap="flat" cmpd="sng" algn="ctr">
                <a:solidFill>
                  <a:srgbClr val="fff9e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09" name="Thought node"/>
              <p:cNvSpPr/>
              <p:nvPr/>
            </p:nvSpPr>
            <p:spPr>
              <a:xfrm>
                <a:off x="7292435" y="6081951"/>
                <a:ext cx="52388" cy="69056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10" name="Thought node"/>
              <p:cNvSpPr/>
              <p:nvPr/>
            </p:nvSpPr>
            <p:spPr>
              <a:xfrm>
                <a:off x="7352157" y="6061234"/>
                <a:ext cx="33528" cy="44196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11" name="Thought node"/>
              <p:cNvSpPr/>
              <p:nvPr/>
            </p:nvSpPr>
            <p:spPr>
              <a:xfrm>
                <a:off x="7361168" y="6136643"/>
                <a:ext cx="19698" cy="25965"/>
              </a:xfrm>
              <a:prstGeom prst="ellipse">
                <a:avLst/>
              </a:prstGeom>
              <a:solidFill>
                <a:srgbClr val="fffdef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1612" name="Directional connector"/>
            <p:cNvSpPr/>
            <p:nvPr/>
          </p:nvSpPr>
          <p:spPr>
            <a:xfrm>
              <a:off x="7467600" y="6143625"/>
              <a:ext cx="600075" cy="238125"/>
            </a:xfrm>
            <a:custGeom>
              <a:avLst/>
              <a:gdLst/>
              <a:ahLst/>
              <a:cxnLst/>
              <a:rect l="0" t="0" r="r" b="b"/>
              <a:pathLst>
                <a:path w="63000" h="25000">
                  <a:moveTo>
                    <a:pt x="63000" y="25000"/>
                  </a:moveTo>
                  <a:cubicBezTo>
                    <a:pt x="47000" y="7000"/>
                    <a:pt x="29000" y="3000"/>
                    <a:pt x="0" y="0"/>
                  </a:cubicBezTo>
                </a:path>
              </a:pathLst>
            </a:custGeom>
            <a:noFill/>
            <a:ln w="28575" cap="flat" cmpd="sng" algn="ctr">
              <a:solidFill>
                <a:srgbClr val="a7d183"/>
              </a:solidFill>
              <a:custDash>
                <a:ds d="100000" sp="100000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13" name="Arrowhead"/>
            <p:cNvSpPr/>
            <p:nvPr/>
          </p:nvSpPr>
          <p:spPr>
            <a:xfrm>
              <a:off x="7467600" y="6103087"/>
              <a:ext cx="119104" cy="104598"/>
            </a:xfrm>
            <a:custGeom>
              <a:avLst/>
              <a:gdLst/>
              <a:ahLst/>
              <a:cxnLst/>
              <a:rect l="0" t="0" r="r" b="b"/>
              <a:pathLst>
                <a:path w="12504" h="10981">
                  <a:moveTo>
                    <a:pt x="0" y="4256"/>
                  </a:moveTo>
                  <a:lnTo>
                    <a:pt x="12504" y="0"/>
                  </a:lnTo>
                  <a:lnTo>
                    <a:pt x="11368" y="10981"/>
                  </a:lnTo>
                  <a:close/>
                </a:path>
              </a:pathLst>
            </a:custGeom>
            <a:solidFill>
              <a:srgbClr val="a7d183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14" name="Rectangle"/>
            <p:cNvSpPr/>
            <p:nvPr/>
          </p:nvSpPr>
          <p:spPr>
            <a:xfrm>
              <a:off x="8077200" y="4686300"/>
              <a:ext cx="666750" cy="447675"/>
            </a:xfrm>
            <a:custGeom>
              <a:avLst/>
              <a:gdLst/>
              <a:ahLst/>
              <a:cxnLst/>
              <a:rect l="0" t="0" r="r" b="b"/>
              <a:pathLst>
                <a:path w="70000" h="47000">
                  <a:moveTo>
                    <a:pt x="0" y="0"/>
                  </a:moveTo>
                  <a:lnTo>
                    <a:pt x="70000" y="0"/>
                  </a:lnTo>
                  <a:lnTo>
                    <a:pt x="70000" y="47000"/>
                  </a:lnTo>
                  <a:lnTo>
                    <a:pt x="0" y="47000"/>
                  </a:lnTo>
                  <a:close/>
                </a:path>
              </a:pathLst>
            </a:custGeom>
            <a:solidFill>
              <a:srgbClr val="ffe597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15" name="Feature vector"/>
            <p:cNvSpPr txBox="1"/>
            <p:nvPr/>
          </p:nvSpPr>
          <p:spPr>
            <a:xfrm>
              <a:off x="8096250" y="4695825"/>
              <a:ext cx="704850" cy="45529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Feature</a:t>
              </a:r>
            </a:p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vector</a:t>
              </a:r>
            </a:p>
          </p:txBody>
        </p:sp>
        <p:sp>
          <p:nvSpPr>
            <p:cNvPr id="11616" name="Directional connector"/>
            <p:cNvSpPr/>
            <p:nvPr/>
          </p:nvSpPr>
          <p:spPr>
            <a:xfrm>
              <a:off x="8753475" y="4600575"/>
              <a:ext cx="276225" cy="314325"/>
            </a:xfrm>
            <a:custGeom>
              <a:avLst/>
              <a:gdLst/>
              <a:ahLst/>
              <a:cxnLst/>
              <a:rect l="0" t="0" r="r" b="b"/>
              <a:pathLst>
                <a:path w="29000" h="33000">
                  <a:moveTo>
                    <a:pt x="29000" y="0"/>
                  </a:moveTo>
                  <a:cubicBezTo>
                    <a:pt x="25000" y="18000"/>
                    <a:pt x="17000" y="26000"/>
                    <a:pt x="0" y="33000"/>
                  </a:cubicBezTo>
                </a:path>
              </a:pathLst>
            </a:custGeom>
            <a:noFill/>
            <a:ln w="28575" cap="flat" cmpd="sng" algn="ctr">
              <a:solidFill>
                <a:srgbClr val="676f6f"/>
              </a:solidFill>
              <a:custDash>
                <a:ds d="100000" sp="100000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17" name="Arrowhead"/>
            <p:cNvSpPr/>
            <p:nvPr/>
          </p:nvSpPr>
          <p:spPr>
            <a:xfrm>
              <a:off x="8753475" y="4822763"/>
              <a:ext cx="125710" cy="97235"/>
            </a:xfrm>
            <a:custGeom>
              <a:avLst/>
              <a:gdLst/>
              <a:ahLst/>
              <a:cxnLst/>
              <a:rect l="0" t="0" r="r" b="b"/>
              <a:pathLst>
                <a:path w="13198" h="10208">
                  <a:moveTo>
                    <a:pt x="0" y="9673"/>
                  </a:moveTo>
                  <a:lnTo>
                    <a:pt x="8994" y="0"/>
                  </a:lnTo>
                  <a:lnTo>
                    <a:pt x="13198" y="10208"/>
                  </a:lnTo>
                  <a:close/>
                </a:path>
              </a:pathLst>
            </a:custGeom>
            <a:solidFill>
              <a:srgbClr val="676f6f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18" name="Rectangle"/>
            <p:cNvSpPr/>
            <p:nvPr/>
          </p:nvSpPr>
          <p:spPr>
            <a:xfrm>
              <a:off x="9715500" y="4219575"/>
              <a:ext cx="733425" cy="447675"/>
            </a:xfrm>
            <a:custGeom>
              <a:avLst/>
              <a:gdLst/>
              <a:ahLst/>
              <a:cxnLst/>
              <a:rect l="0" t="0" r="r" b="b"/>
              <a:pathLst>
                <a:path w="77000" h="47000">
                  <a:moveTo>
                    <a:pt x="0" y="0"/>
                  </a:moveTo>
                  <a:lnTo>
                    <a:pt x="77000" y="0"/>
                  </a:lnTo>
                  <a:lnTo>
                    <a:pt x="77000" y="47000"/>
                  </a:lnTo>
                  <a:lnTo>
                    <a:pt x="0" y="47000"/>
                  </a:lnTo>
                  <a:close/>
                </a:path>
              </a:pathLst>
            </a:custGeom>
            <a:solidFill>
              <a:srgbClr val="ffe597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19" name="Fusion operator"/>
            <p:cNvSpPr txBox="1"/>
            <p:nvPr/>
          </p:nvSpPr>
          <p:spPr>
            <a:xfrm>
              <a:off x="9725025" y="4229100"/>
              <a:ext cx="714375" cy="45529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ctr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Fusion</a:t>
              </a:r>
            </a:p>
            <a:p>
              <a:pPr algn="ctr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operator</a:t>
              </a:r>
            </a:p>
          </p:txBody>
        </p:sp>
        <p:sp>
          <p:nvSpPr>
            <p:cNvPr id="11620" name="Directional connector"/>
            <p:cNvSpPr/>
            <p:nvPr/>
          </p:nvSpPr>
          <p:spPr>
            <a:xfrm>
              <a:off x="10086975" y="4686300"/>
              <a:ext cx="85725" cy="152400"/>
            </a:xfrm>
            <a:custGeom>
              <a:avLst/>
              <a:gdLst/>
              <a:ahLst/>
              <a:cxnLst/>
              <a:rect l="0" t="0" r="r" b="b"/>
              <a:pathLst>
                <a:path w="9000" h="16000">
                  <a:moveTo>
                    <a:pt x="5000" y="16000"/>
                  </a:moveTo>
                  <a:cubicBezTo>
                    <a:pt x="9000" y="13000"/>
                    <a:pt x="4000" y="5000"/>
                    <a:pt x="0" y="0"/>
                  </a:cubicBezTo>
                </a:path>
              </a:pathLst>
            </a:custGeom>
            <a:noFill/>
            <a:ln w="25718" cap="flat" cmpd="sng" algn="ctr">
              <a:solidFill>
                <a:srgbClr val="676f6f"/>
              </a:solidFill>
              <a:custDash>
                <a:ds d="111111" sp="111111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21" name="Arrowhead"/>
            <p:cNvSpPr/>
            <p:nvPr/>
          </p:nvSpPr>
          <p:spPr>
            <a:xfrm>
              <a:off x="10086975" y="4686300"/>
              <a:ext cx="103088" cy="111924"/>
            </a:xfrm>
            <a:custGeom>
              <a:avLst/>
              <a:gdLst/>
              <a:ahLst/>
              <a:cxnLst/>
              <a:rect l="0" t="0" r="r" b="b"/>
              <a:pathLst>
                <a:path w="10823" h="11751">
                  <a:moveTo>
                    <a:pt x="0" y="0"/>
                  </a:moveTo>
                  <a:lnTo>
                    <a:pt x="10823" y="5429"/>
                  </a:lnTo>
                  <a:lnTo>
                    <a:pt x="2920" y="11751"/>
                  </a:lnTo>
                  <a:close/>
                </a:path>
              </a:pathLst>
            </a:custGeom>
            <a:solidFill>
              <a:srgbClr val="676f6f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22" name="Class relation and combined loss connectors"/>
          <p:cNvGrpSpPr/>
          <p:nvPr/>
        </p:nvGrpSpPr>
        <p:grpSpPr>
          <a:xfrm>
            <a:off x="14077950" y="3014472"/>
            <a:ext cx="3167253" cy="3886581"/>
            <a:chOff x="14077950" y="3014472"/>
            <a:chExt cx="3167253" cy="3886581"/>
          </a:xfrm>
        </p:grpSpPr>
        <p:sp>
          <p:nvSpPr>
            <p:cNvPr id="11623" name="Vector path"/>
            <p:cNvSpPr/>
            <p:nvPr/>
          </p:nvSpPr>
          <p:spPr>
            <a:xfrm>
              <a:off x="14077950" y="3067050"/>
              <a:ext cx="676275" cy="438150"/>
            </a:xfrm>
            <a:custGeom>
              <a:avLst/>
              <a:gdLst/>
              <a:ahLst/>
              <a:cxnLst/>
              <a:rect l="0" t="0" r="r" b="b"/>
              <a:pathLst>
                <a:path w="71000" h="46000">
                  <a:moveTo>
                    <a:pt x="0" y="0"/>
                  </a:moveTo>
                  <a:quadBezTo>
                    <a:pt x="18000" y="0"/>
                    <a:pt x="18000" y="17000"/>
                  </a:quadBezTo>
                  <a:lnTo>
                    <a:pt x="18000" y="29000"/>
                  </a:lnTo>
                  <a:quadBezTo>
                    <a:pt x="18000" y="46000"/>
                    <a:pt x="36000" y="46000"/>
                  </a:quadBezTo>
                  <a:quadBezTo>
                    <a:pt x="54000" y="46000"/>
                    <a:pt x="54000" y="29000"/>
                  </a:quadBezTo>
                  <a:lnTo>
                    <a:pt x="54000" y="17000"/>
                  </a:lnTo>
                  <a:quadBezTo>
                    <a:pt x="54000" y="0"/>
                    <a:pt x="71000" y="0"/>
                  </a:quadBezTo>
                </a:path>
              </a:pathLst>
            </a:custGeom>
            <a:noFill/>
            <a:ln w="29528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24" name="Vector path"/>
            <p:cNvSpPr/>
            <p:nvPr/>
          </p:nvSpPr>
          <p:spPr>
            <a:xfrm>
              <a:off x="14077950" y="3505200"/>
              <a:ext cx="676275" cy="438150"/>
            </a:xfrm>
            <a:custGeom>
              <a:avLst/>
              <a:gdLst/>
              <a:ahLst/>
              <a:cxnLst/>
              <a:rect l="0" t="0" r="r" b="b"/>
              <a:pathLst>
                <a:path w="71000" h="46000">
                  <a:moveTo>
                    <a:pt x="0" y="46000"/>
                  </a:moveTo>
                  <a:quadBezTo>
                    <a:pt x="18000" y="46000"/>
                    <a:pt x="18000" y="29000"/>
                  </a:quadBezTo>
                  <a:lnTo>
                    <a:pt x="18000" y="17000"/>
                  </a:lnTo>
                  <a:quadBezTo>
                    <a:pt x="18000" y="0"/>
                    <a:pt x="36000" y="0"/>
                  </a:quadBezTo>
                  <a:quadBezTo>
                    <a:pt x="54000" y="0"/>
                    <a:pt x="54000" y="17000"/>
                  </a:quadBezTo>
                  <a:lnTo>
                    <a:pt x="54000" y="29000"/>
                  </a:lnTo>
                  <a:quadBezTo>
                    <a:pt x="54000" y="46000"/>
                    <a:pt x="71000" y="46000"/>
                  </a:quadBezTo>
                </a:path>
              </a:pathLst>
            </a:custGeom>
            <a:noFill/>
            <a:ln w="29528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25" name="Directional connector"/>
            <p:cNvSpPr/>
            <p:nvPr/>
          </p:nvSpPr>
          <p:spPr>
            <a:xfrm>
              <a:off x="14754225" y="3067050"/>
              <a:ext cx="428625" cy="95"/>
            </a:xfrm>
            <a:custGeom>
              <a:avLst/>
              <a:gdLst/>
              <a:ahLst/>
              <a:cxnLst/>
              <a:rect l="0" t="0" r="r" b="b"/>
              <a:pathLst>
                <a:path w="45000" h="10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26" name="Arrowhead"/>
            <p:cNvSpPr/>
            <p:nvPr/>
          </p:nvSpPr>
          <p:spPr>
            <a:xfrm>
              <a:off x="15068550" y="3014472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27" name="Directional connector"/>
            <p:cNvSpPr/>
            <p:nvPr/>
          </p:nvSpPr>
          <p:spPr>
            <a:xfrm>
              <a:off x="14754225" y="3943350"/>
              <a:ext cx="428625" cy="95"/>
            </a:xfrm>
            <a:custGeom>
              <a:avLst/>
              <a:gdLst/>
              <a:ahLst/>
              <a:cxnLst/>
              <a:rect l="0" t="0" r="r" b="b"/>
              <a:pathLst>
                <a:path w="45000" h="10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28" name="Arrowhead"/>
            <p:cNvSpPr/>
            <p:nvPr/>
          </p:nvSpPr>
          <p:spPr>
            <a:xfrm>
              <a:off x="15068550" y="3890772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29" name="Vector path"/>
            <p:cNvSpPr/>
            <p:nvPr/>
          </p:nvSpPr>
          <p:spPr>
            <a:xfrm>
              <a:off x="14077950" y="5991225"/>
              <a:ext cx="676275" cy="428625"/>
            </a:xfrm>
            <a:custGeom>
              <a:avLst/>
              <a:gdLst/>
              <a:ahLst/>
              <a:cxnLst/>
              <a:rect l="0" t="0" r="r" b="b"/>
              <a:pathLst>
                <a:path w="71000" h="45000">
                  <a:moveTo>
                    <a:pt x="0" y="0"/>
                  </a:moveTo>
                  <a:quadBezTo>
                    <a:pt x="18000" y="0"/>
                    <a:pt x="18000" y="17000"/>
                  </a:quadBezTo>
                  <a:lnTo>
                    <a:pt x="18000" y="28000"/>
                  </a:lnTo>
                  <a:quadBezTo>
                    <a:pt x="18000" y="45000"/>
                    <a:pt x="36000" y="45000"/>
                  </a:quadBezTo>
                  <a:quadBezTo>
                    <a:pt x="54000" y="45000"/>
                    <a:pt x="54000" y="28000"/>
                  </a:quadBezTo>
                  <a:lnTo>
                    <a:pt x="54000" y="17000"/>
                  </a:lnTo>
                  <a:quadBezTo>
                    <a:pt x="54000" y="0"/>
                    <a:pt x="71000" y="0"/>
                  </a:quadBezTo>
                </a:path>
              </a:pathLst>
            </a:custGeom>
            <a:noFill/>
            <a:ln w="29528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0" name="Vector path"/>
            <p:cNvSpPr/>
            <p:nvPr/>
          </p:nvSpPr>
          <p:spPr>
            <a:xfrm>
              <a:off x="14077950" y="6419850"/>
              <a:ext cx="676275" cy="428625"/>
            </a:xfrm>
            <a:custGeom>
              <a:avLst/>
              <a:gdLst/>
              <a:ahLst/>
              <a:cxnLst/>
              <a:rect l="0" t="0" r="r" b="b"/>
              <a:pathLst>
                <a:path w="71000" h="45000">
                  <a:moveTo>
                    <a:pt x="0" y="45000"/>
                  </a:moveTo>
                  <a:quadBezTo>
                    <a:pt x="18000" y="45000"/>
                    <a:pt x="18000" y="28000"/>
                  </a:quadBezTo>
                  <a:lnTo>
                    <a:pt x="18000" y="17000"/>
                  </a:lnTo>
                  <a:quadBezTo>
                    <a:pt x="18000" y="0"/>
                    <a:pt x="36000" y="0"/>
                  </a:quadBezTo>
                  <a:quadBezTo>
                    <a:pt x="54000" y="0"/>
                    <a:pt x="54000" y="17000"/>
                  </a:quadBezTo>
                  <a:lnTo>
                    <a:pt x="54000" y="28000"/>
                  </a:lnTo>
                  <a:quadBezTo>
                    <a:pt x="54000" y="45000"/>
                    <a:pt x="71000" y="45000"/>
                  </a:quadBezTo>
                </a:path>
              </a:pathLst>
            </a:custGeom>
            <a:noFill/>
            <a:ln w="29528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1" name="Directional connector"/>
            <p:cNvSpPr/>
            <p:nvPr/>
          </p:nvSpPr>
          <p:spPr>
            <a:xfrm>
              <a:off x="14754225" y="5991225"/>
              <a:ext cx="428625" cy="95"/>
            </a:xfrm>
            <a:custGeom>
              <a:avLst/>
              <a:gdLst/>
              <a:ahLst/>
              <a:cxnLst/>
              <a:rect l="0" t="0" r="r" b="b"/>
              <a:pathLst>
                <a:path w="45000" h="10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2" name="Arrowhead"/>
            <p:cNvSpPr/>
            <p:nvPr/>
          </p:nvSpPr>
          <p:spPr>
            <a:xfrm>
              <a:off x="15068550" y="593864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3" name="Directional connector"/>
            <p:cNvSpPr/>
            <p:nvPr/>
          </p:nvSpPr>
          <p:spPr>
            <a:xfrm>
              <a:off x="14754225" y="6848475"/>
              <a:ext cx="428625" cy="95"/>
            </a:xfrm>
            <a:custGeom>
              <a:avLst/>
              <a:gdLst/>
              <a:ahLst/>
              <a:cxnLst/>
              <a:rect l="0" t="0" r="r" b="b"/>
              <a:pathLst>
                <a:path w="45000" h="10">
                  <a:moveTo>
                    <a:pt x="0" y="0"/>
                  </a:moveTo>
                  <a:lnTo>
                    <a:pt x="45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4" name="Arrowhead"/>
            <p:cNvSpPr/>
            <p:nvPr/>
          </p:nvSpPr>
          <p:spPr>
            <a:xfrm>
              <a:off x="15068550" y="67958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5" name="Vector path"/>
            <p:cNvSpPr/>
            <p:nvPr/>
          </p:nvSpPr>
          <p:spPr>
            <a:xfrm>
              <a:off x="16125825" y="3057525"/>
              <a:ext cx="361950" cy="361950"/>
            </a:xfrm>
            <a:custGeom>
              <a:avLst/>
              <a:gdLst/>
              <a:ahLst/>
              <a:cxnLst/>
              <a:rect l="0" t="0" r="r" b="b"/>
              <a:pathLst>
                <a:path w="38000" h="38000">
                  <a:moveTo>
                    <a:pt x="0" y="0"/>
                  </a:moveTo>
                  <a:lnTo>
                    <a:pt x="4000" y="0"/>
                  </a:lnTo>
                  <a:quadBezTo>
                    <a:pt x="20000" y="0"/>
                    <a:pt x="20000" y="17000"/>
                  </a:quadBezTo>
                  <a:lnTo>
                    <a:pt x="20000" y="21000"/>
                  </a:lnTo>
                  <a:quadBezTo>
                    <a:pt x="20000" y="38000"/>
                    <a:pt x="38000" y="38000"/>
                  </a:quadBezTo>
                </a:path>
              </a:pathLst>
            </a:custGeom>
            <a:noFill/>
            <a:ln w="29528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6" name="Vector path"/>
            <p:cNvSpPr/>
            <p:nvPr/>
          </p:nvSpPr>
          <p:spPr>
            <a:xfrm>
              <a:off x="16125825" y="3419475"/>
              <a:ext cx="361950" cy="523875"/>
            </a:xfrm>
            <a:custGeom>
              <a:avLst/>
              <a:gdLst/>
              <a:ahLst/>
              <a:cxnLst/>
              <a:rect l="0" t="0" r="r" b="b"/>
              <a:pathLst>
                <a:path w="38000" h="55000">
                  <a:moveTo>
                    <a:pt x="0" y="55000"/>
                  </a:moveTo>
                  <a:lnTo>
                    <a:pt x="4000" y="55000"/>
                  </a:lnTo>
                  <a:quadBezTo>
                    <a:pt x="20000" y="55000"/>
                    <a:pt x="20000" y="38000"/>
                  </a:quadBezTo>
                  <a:lnTo>
                    <a:pt x="20000" y="17000"/>
                  </a:lnTo>
                  <a:quadBezTo>
                    <a:pt x="20000" y="0"/>
                    <a:pt x="38000" y="0"/>
                  </a:quadBezTo>
                </a:path>
              </a:pathLst>
            </a:custGeom>
            <a:noFill/>
            <a:ln w="29528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7" name="Directional connector"/>
            <p:cNvSpPr/>
            <p:nvPr/>
          </p:nvSpPr>
          <p:spPr>
            <a:xfrm>
              <a:off x="16487775" y="3419475"/>
              <a:ext cx="276225" cy="95"/>
            </a:xfrm>
            <a:custGeom>
              <a:avLst/>
              <a:gdLst/>
              <a:ahLst/>
              <a:cxnLst/>
              <a:rect l="0" t="0" r="r" b="b"/>
              <a:pathLst>
                <a:path w="29000" h="10">
                  <a:moveTo>
                    <a:pt x="0" y="0"/>
                  </a:moveTo>
                  <a:lnTo>
                    <a:pt x="29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8" name="Arrowhead"/>
            <p:cNvSpPr/>
            <p:nvPr/>
          </p:nvSpPr>
          <p:spPr>
            <a:xfrm>
              <a:off x="16649700" y="33668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9" name="Vector path"/>
            <p:cNvSpPr/>
            <p:nvPr/>
          </p:nvSpPr>
          <p:spPr>
            <a:xfrm>
              <a:off x="16125825" y="5981700"/>
              <a:ext cx="361950" cy="352425"/>
            </a:xfrm>
            <a:custGeom>
              <a:avLst/>
              <a:gdLst/>
              <a:ahLst/>
              <a:cxnLst/>
              <a:rect l="0" t="0" r="r" b="b"/>
              <a:pathLst>
                <a:path w="38000" h="37000">
                  <a:moveTo>
                    <a:pt x="0" y="0"/>
                  </a:moveTo>
                  <a:lnTo>
                    <a:pt x="4000" y="0"/>
                  </a:lnTo>
                  <a:quadBezTo>
                    <a:pt x="20000" y="0"/>
                    <a:pt x="20000" y="17000"/>
                  </a:quadBezTo>
                  <a:lnTo>
                    <a:pt x="20000" y="20000"/>
                  </a:lnTo>
                  <a:quadBezTo>
                    <a:pt x="20000" y="37000"/>
                    <a:pt x="38000" y="37000"/>
                  </a:quadBezTo>
                </a:path>
              </a:pathLst>
            </a:custGeom>
            <a:noFill/>
            <a:ln w="29528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0" name="Vector path"/>
            <p:cNvSpPr/>
            <p:nvPr/>
          </p:nvSpPr>
          <p:spPr>
            <a:xfrm>
              <a:off x="16125825" y="6334125"/>
              <a:ext cx="361950" cy="533400"/>
            </a:xfrm>
            <a:custGeom>
              <a:avLst/>
              <a:gdLst/>
              <a:ahLst/>
              <a:cxnLst/>
              <a:rect l="0" t="0" r="r" b="b"/>
              <a:pathLst>
                <a:path w="38000" h="56000">
                  <a:moveTo>
                    <a:pt x="0" y="56000"/>
                  </a:moveTo>
                  <a:lnTo>
                    <a:pt x="4000" y="56000"/>
                  </a:lnTo>
                  <a:quadBezTo>
                    <a:pt x="20000" y="56000"/>
                    <a:pt x="20000" y="39000"/>
                  </a:quadBezTo>
                  <a:lnTo>
                    <a:pt x="20000" y="17000"/>
                  </a:lnTo>
                  <a:quadBezTo>
                    <a:pt x="20000" y="0"/>
                    <a:pt x="38000" y="0"/>
                  </a:quadBezTo>
                </a:path>
              </a:pathLst>
            </a:custGeom>
            <a:noFill/>
            <a:ln w="29528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1" name="Directional connector"/>
            <p:cNvSpPr/>
            <p:nvPr/>
          </p:nvSpPr>
          <p:spPr>
            <a:xfrm>
              <a:off x="16487775" y="6334125"/>
              <a:ext cx="276225" cy="95"/>
            </a:xfrm>
            <a:custGeom>
              <a:avLst/>
              <a:gdLst/>
              <a:ahLst/>
              <a:cxnLst/>
              <a:rect l="0" t="0" r="r" b="b"/>
              <a:pathLst>
                <a:path w="29000" h="10">
                  <a:moveTo>
                    <a:pt x="0" y="0"/>
                  </a:moveTo>
                  <a:lnTo>
                    <a:pt x="29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2" name="Arrowhead"/>
            <p:cNvSpPr/>
            <p:nvPr/>
          </p:nvSpPr>
          <p:spPr>
            <a:xfrm>
              <a:off x="16649700" y="628154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3" name="Directional connector"/>
            <p:cNvSpPr/>
            <p:nvPr/>
          </p:nvSpPr>
          <p:spPr>
            <a:xfrm>
              <a:off x="14192250" y="4981575"/>
              <a:ext cx="695325" cy="95"/>
            </a:xfrm>
            <a:custGeom>
              <a:avLst/>
              <a:gdLst/>
              <a:ahLst/>
              <a:cxnLst/>
              <a:rect l="0" t="0" r="r" b="b"/>
              <a:pathLst>
                <a:path w="73000" h="10">
                  <a:moveTo>
                    <a:pt x="0" y="0"/>
                  </a:moveTo>
                  <a:lnTo>
                    <a:pt x="73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4" name="Arrowhead"/>
            <p:cNvSpPr/>
            <p:nvPr/>
          </p:nvSpPr>
          <p:spPr>
            <a:xfrm>
              <a:off x="14773275" y="49289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5" name="Directional connector"/>
            <p:cNvSpPr/>
            <p:nvPr/>
          </p:nvSpPr>
          <p:spPr>
            <a:xfrm>
              <a:off x="15563850" y="4981575"/>
              <a:ext cx="1152525" cy="95"/>
            </a:xfrm>
            <a:custGeom>
              <a:avLst/>
              <a:gdLst/>
              <a:ahLst/>
              <a:cxnLst/>
              <a:rect l="0" t="0" r="r" b="b"/>
              <a:pathLst>
                <a:path w="121000" h="10">
                  <a:moveTo>
                    <a:pt x="0" y="0"/>
                  </a:moveTo>
                  <a:lnTo>
                    <a:pt x="12100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6" name="Arrowhead"/>
            <p:cNvSpPr/>
            <p:nvPr/>
          </p:nvSpPr>
          <p:spPr>
            <a:xfrm>
              <a:off x="16602075" y="4928997"/>
              <a:ext cx="114300" cy="105156"/>
            </a:xfrm>
            <a:custGeom>
              <a:avLst/>
              <a:gdLst/>
              <a:ahLst/>
              <a:cxnLst/>
              <a:rect l="0" t="0" r="r" b="b"/>
              <a:pathLst>
                <a:path w="12000" h="11040">
                  <a:moveTo>
                    <a:pt x="12000" y="5520"/>
                  </a:moveTo>
                  <a:lnTo>
                    <a:pt x="0" y="1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7" name="Directional connector"/>
            <p:cNvSpPr/>
            <p:nvPr/>
          </p:nvSpPr>
          <p:spPr>
            <a:xfrm>
              <a:off x="17192625" y="3581400"/>
              <a:ext cx="95" cy="1143000"/>
            </a:xfrm>
            <a:custGeom>
              <a:avLst/>
              <a:gdLst/>
              <a:ahLst/>
              <a:cxnLst/>
              <a:rect l="0" t="0" r="r" b="b"/>
              <a:pathLst>
                <a:path w="10" h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8" name="Arrowhead"/>
            <p:cNvSpPr/>
            <p:nvPr/>
          </p:nvSpPr>
          <p:spPr>
            <a:xfrm>
              <a:off x="17140047" y="4610100"/>
              <a:ext cx="105156" cy="114300"/>
            </a:xfrm>
            <a:custGeom>
              <a:avLst/>
              <a:gdLst/>
              <a:ahLst/>
              <a:cxnLst/>
              <a:rect l="0" t="0" r="r" b="b"/>
              <a:pathLst>
                <a:path w="11040" h="12000">
                  <a:moveTo>
                    <a:pt x="5520" y="12000"/>
                  </a:moveTo>
                  <a:lnTo>
                    <a:pt x="0" y="0"/>
                  </a:lnTo>
                  <a:lnTo>
                    <a:pt x="11040" y="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9" name="Directional connector"/>
            <p:cNvSpPr/>
            <p:nvPr/>
          </p:nvSpPr>
          <p:spPr>
            <a:xfrm>
              <a:off x="17192625" y="5267325"/>
              <a:ext cx="95" cy="876300"/>
            </a:xfrm>
            <a:custGeom>
              <a:avLst/>
              <a:gdLst/>
              <a:ahLst/>
              <a:cxnLst/>
              <a:rect l="0" t="0" r="r" b="b"/>
              <a:pathLst>
                <a:path w="10" h="92000">
                  <a:moveTo>
                    <a:pt x="0" y="92000"/>
                  </a:moveTo>
                  <a:lnTo>
                    <a:pt x="0" y="0"/>
                  </a:lnTo>
                </a:path>
              </a:pathLst>
            </a:custGeom>
            <a:noFill/>
            <a:ln w="30480" cap="flat" cmpd="sng" algn="ctr">
              <a:solidFill>
                <a:srgbClr val="0629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50" name="Arrowhead"/>
            <p:cNvSpPr/>
            <p:nvPr/>
          </p:nvSpPr>
          <p:spPr>
            <a:xfrm>
              <a:off x="17140047" y="5267325"/>
              <a:ext cx="105156" cy="114300"/>
            </a:xfrm>
            <a:custGeom>
              <a:avLst/>
              <a:gdLst/>
              <a:ahLst/>
              <a:cxnLst/>
              <a:rect l="0" t="0" r="r" b="b"/>
              <a:pathLst>
                <a:path w="11040" h="12000">
                  <a:moveTo>
                    <a:pt x="5520" y="0"/>
                  </a:moveTo>
                  <a:lnTo>
                    <a:pt x="11040" y="12000"/>
                  </a:lnTo>
                  <a:lnTo>
                    <a:pt x="0" y="12000"/>
                  </a:lnTo>
                  <a:close/>
                </a:path>
              </a:pathLst>
            </a:custGeom>
            <a:solidFill>
              <a:srgbClr val="062965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51" name="Category relations and loss functions"/>
          <p:cNvGrpSpPr/>
          <p:nvPr/>
        </p:nvGrpSpPr>
        <p:grpSpPr>
          <a:xfrm>
            <a:off x="11401425" y="2571750"/>
            <a:ext cx="6305550" cy="4699635"/>
            <a:chOff x="11401425" y="2571750"/>
            <a:chExt cx="6305550" cy="4699635"/>
          </a:xfrm>
        </p:grpSpPr>
        <p:sp>
          <p:nvSpPr>
            <p:cNvPr id="11652" name="Corresponding category"/>
            <p:cNvSpPr txBox="1"/>
            <p:nvPr/>
          </p:nvSpPr>
          <p:spPr>
            <a:xfrm>
              <a:off x="11401425" y="2838450"/>
              <a:ext cx="1476375" cy="45529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Corresponding</a:t>
              </a:r>
            </a:p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category</a:t>
              </a:r>
            </a:p>
          </p:txBody>
        </p:sp>
        <p:sp>
          <p:nvSpPr>
            <p:cNvPr id="11653" name="Cross-category"/>
            <p:cNvSpPr txBox="1"/>
            <p:nvPr/>
          </p:nvSpPr>
          <p:spPr>
            <a:xfrm>
              <a:off x="11401425" y="3695700"/>
              <a:ext cx="1476375" cy="24193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Cross-category</a:t>
              </a:r>
            </a:p>
          </p:txBody>
        </p:sp>
        <p:sp>
          <p:nvSpPr>
            <p:cNvPr id="11654" name="Corresponding category"/>
            <p:cNvSpPr txBox="1"/>
            <p:nvPr/>
          </p:nvSpPr>
          <p:spPr>
            <a:xfrm>
              <a:off x="11401425" y="5743575"/>
              <a:ext cx="1476375" cy="45529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Corresponding</a:t>
              </a:r>
            </a:p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category</a:t>
              </a:r>
            </a:p>
          </p:txBody>
        </p:sp>
        <p:sp>
          <p:nvSpPr>
            <p:cNvPr id="11655" name="Cross-category"/>
            <p:cNvSpPr txBox="1"/>
            <p:nvPr/>
          </p:nvSpPr>
          <p:spPr>
            <a:xfrm>
              <a:off x="11401425" y="6619875"/>
              <a:ext cx="1476375" cy="24193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Cross-category</a:t>
              </a:r>
            </a:p>
          </p:txBody>
        </p:sp>
        <p:grpSp>
          <p:nvGrpSpPr>
            <p:cNvPr id="11656" name="Corresponding category relation 1349 282"/>
            <p:cNvGrpSpPr/>
            <p:nvPr/>
          </p:nvGrpSpPr>
          <p:grpSpPr>
            <a:xfrm>
              <a:off x="12849225" y="2686050"/>
              <a:ext cx="1219200" cy="742950"/>
              <a:chOff x="12849225" y="2686050"/>
              <a:chExt cx="1219200" cy="742950"/>
            </a:xfrm>
          </p:grpSpPr>
          <p:sp>
            <p:nvSpPr>
              <p:cNvPr id="11657" name="Rectangle"/>
              <p:cNvSpPr/>
              <p:nvPr/>
            </p:nvSpPr>
            <p:spPr>
              <a:xfrm>
                <a:off x="12849225" y="2686050"/>
                <a:ext cx="1219200" cy="742950"/>
              </a:xfrm>
              <a:custGeom>
                <a:avLst/>
                <a:gdLst/>
                <a:ahLst/>
                <a:cxnLst/>
                <a:rect l="0" t="0" r="r" b="b"/>
                <a:pathLst>
                  <a:path w="128000" h="78000">
                    <a:moveTo>
                      <a:pt x="15000" y="0"/>
                    </a:moveTo>
                    <a:lnTo>
                      <a:pt x="113000" y="0"/>
                    </a:lnTo>
                    <a:cubicBezTo>
                      <a:pt x="121284" y="0"/>
                      <a:pt x="128000" y="6716"/>
                      <a:pt x="128000" y="15000"/>
                    </a:cubicBezTo>
                    <a:lnTo>
                      <a:pt x="128000" y="63000"/>
                    </a:lnTo>
                    <a:cubicBezTo>
                      <a:pt x="128000" y="71284"/>
                      <a:pt x="121284" y="78000"/>
                      <a:pt x="113000" y="78000"/>
                    </a:cubicBezTo>
                    <a:lnTo>
                      <a:pt x="15000" y="78000"/>
                    </a:lnTo>
                    <a:cubicBezTo>
                      <a:pt x="6716" y="78000"/>
                      <a:pt x="0" y="71284"/>
                      <a:pt x="0" y="63000"/>
                    </a:cubicBezTo>
                    <a:lnTo>
                      <a:pt x="0" y="15000"/>
                    </a:lnTo>
                    <a:cubicBezTo>
                      <a:pt x="0" y="6716"/>
                      <a:pt x="6716" y="0"/>
                      <a:pt x="15000" y="0"/>
                    </a:cubicBezTo>
                    <a:close/>
                  </a:path>
                </a:pathLst>
              </a:custGeom>
              <a:solidFill>
                <a:srgbClr val="fefffd"/>
              </a:solidFill>
              <a:ln w="19050" cap="flat" cmpd="sng" algn="ctr">
                <a:solidFill>
                  <a:srgbClr val="222222"/>
                </a:solidFill>
                <a:custDash>
                  <a:ds d="400000" sp="300000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1658" name="Feature vector 1355 287"/>
              <p:cNvGrpSpPr/>
              <p:nvPr/>
            </p:nvGrpSpPr>
            <p:grpSpPr>
              <a:xfrm>
                <a:off x="12906375" y="2733675"/>
                <a:ext cx="200025" cy="647700"/>
                <a:chOff x="12906375" y="2733675"/>
                <a:chExt cx="200025" cy="647700"/>
              </a:xfrm>
            </p:grpSpPr>
            <p:sp>
              <p:nvSpPr>
                <p:cNvPr id="11659" name="Rectangle"/>
                <p:cNvSpPr/>
                <p:nvPr/>
              </p:nvSpPr>
              <p:spPr>
                <a:xfrm>
                  <a:off x="12906375" y="2733675"/>
                  <a:ext cx="200025" cy="6477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000" h="68000">
                      <a:moveTo>
                        <a:pt x="10500" y="0"/>
                      </a:moveTo>
                      <a:lnTo>
                        <a:pt x="10500" y="0"/>
                      </a:lnTo>
                      <a:cubicBezTo>
                        <a:pt x="16299" y="0"/>
                        <a:pt x="21000" y="4701"/>
                        <a:pt x="21000" y="10500"/>
                      </a:cubicBezTo>
                      <a:lnTo>
                        <a:pt x="21000" y="57500"/>
                      </a:lnTo>
                      <a:cubicBezTo>
                        <a:pt x="21000" y="63299"/>
                        <a:pt x="16299" y="68000"/>
                        <a:pt x="10500" y="68000"/>
                      </a:cubicBezTo>
                      <a:lnTo>
                        <a:pt x="10500" y="68000"/>
                      </a:lnTo>
                      <a:cubicBezTo>
                        <a:pt x="4701" y="68000"/>
                        <a:pt x="0" y="63299"/>
                        <a:pt x="0" y="57500"/>
                      </a:cubicBezTo>
                      <a:lnTo>
                        <a:pt x="0" y="10500"/>
                      </a:lnTo>
                      <a:cubicBezTo>
                        <a:pt x="0" y="4701"/>
                        <a:pt x="4701" y="0"/>
                        <a:pt x="105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affff"/>
                    </a:gs>
                    <a:gs pos="100000">
                      <a:srgbClr val="e8eeee"/>
                    </a:gs>
                  </a:gsLst>
                  <a:lin ang="5400000" scaled="1"/>
                </a:gradFill>
                <a:ln w="13335" cap="flat" cmpd="sng" algn="ctr">
                  <a:solidFill>
                    <a:srgbClr val="14274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60" name="Rectangle"/>
                <p:cNvSpPr/>
                <p:nvPr/>
              </p:nvSpPr>
              <p:spPr>
                <a:xfrm>
                  <a:off x="12939712" y="2771775"/>
                  <a:ext cx="133350" cy="571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000" h="60000">
                      <a:moveTo>
                        <a:pt x="7000" y="0"/>
                      </a:moveTo>
                      <a:lnTo>
                        <a:pt x="7000" y="0"/>
                      </a:lnTo>
                      <a:cubicBezTo>
                        <a:pt x="10866" y="0"/>
                        <a:pt x="14000" y="3134"/>
                        <a:pt x="14000" y="7000"/>
                      </a:cubicBezTo>
                      <a:lnTo>
                        <a:pt x="14000" y="53000"/>
                      </a:lnTo>
                      <a:cubicBezTo>
                        <a:pt x="14000" y="56866"/>
                        <a:pt x="10866" y="60000"/>
                        <a:pt x="7000" y="60000"/>
                      </a:cubicBezTo>
                      <a:lnTo>
                        <a:pt x="7000" y="60000"/>
                      </a:lnTo>
                      <a:cubicBezTo>
                        <a:pt x="3134" y="60000"/>
                        <a:pt x="0" y="56866"/>
                        <a:pt x="0" y="53000"/>
                      </a:cubicBezTo>
                      <a:lnTo>
                        <a:pt x="0" y="7000"/>
                      </a:lnTo>
                      <a:cubicBezTo>
                        <a:pt x="0" y="3134"/>
                        <a:pt x="3134" y="0"/>
                        <a:pt x="7000" y="0"/>
                      </a:cubicBezTo>
                      <a:close/>
                    </a:path>
                  </a:pathLst>
                </a:custGeom>
                <a:noFill/>
                <a:ln w="8572" cap="flat" cmpd="sng" algn="ctr">
                  <a:solidFill>
                    <a:srgbClr val="89969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61" name="Ellipse"/>
                <p:cNvSpPr/>
                <p:nvPr/>
              </p:nvSpPr>
              <p:spPr>
                <a:xfrm>
                  <a:off x="12954000" y="2790825"/>
                  <a:ext cx="104775" cy="104775"/>
                </a:xfrm>
                <a:prstGeom prst="ellipse">
                  <a:avLst/>
                </a:prstGeom>
                <a:solidFill>
                  <a:srgbClr val="d57615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62" name="Ellipse"/>
                <p:cNvSpPr/>
                <p:nvPr/>
              </p:nvSpPr>
              <p:spPr>
                <a:xfrm>
                  <a:off x="12954000" y="3219450"/>
                  <a:ext cx="104775" cy="104775"/>
                </a:xfrm>
                <a:prstGeom prst="ellipse">
                  <a:avLst/>
                </a:prstGeom>
                <a:solidFill>
                  <a:srgbClr val="d57615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63" name="Ellipse"/>
                <p:cNvSpPr/>
                <p:nvPr/>
              </p:nvSpPr>
              <p:spPr>
                <a:xfrm>
                  <a:off x="12986385" y="2940368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64" name="Ellipse"/>
                <p:cNvSpPr/>
                <p:nvPr/>
              </p:nvSpPr>
              <p:spPr>
                <a:xfrm>
                  <a:off x="12986385" y="3037522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65" name="Ellipse"/>
                <p:cNvSpPr/>
                <p:nvPr/>
              </p:nvSpPr>
              <p:spPr>
                <a:xfrm>
                  <a:off x="12986385" y="3134677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1666" name="Feature vector 1446 287"/>
              <p:cNvGrpSpPr/>
              <p:nvPr/>
            </p:nvGrpSpPr>
            <p:grpSpPr>
              <a:xfrm>
                <a:off x="13773150" y="2733675"/>
                <a:ext cx="200025" cy="647700"/>
                <a:chOff x="13773150" y="2733675"/>
                <a:chExt cx="200025" cy="647700"/>
              </a:xfrm>
            </p:grpSpPr>
            <p:sp>
              <p:nvSpPr>
                <p:cNvPr id="11667" name="Rectangle"/>
                <p:cNvSpPr/>
                <p:nvPr/>
              </p:nvSpPr>
              <p:spPr>
                <a:xfrm>
                  <a:off x="13773150" y="2733675"/>
                  <a:ext cx="200025" cy="6477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000" h="68000">
                      <a:moveTo>
                        <a:pt x="10500" y="0"/>
                      </a:moveTo>
                      <a:lnTo>
                        <a:pt x="10500" y="0"/>
                      </a:lnTo>
                      <a:cubicBezTo>
                        <a:pt x="16299" y="0"/>
                        <a:pt x="21000" y="4701"/>
                        <a:pt x="21000" y="10500"/>
                      </a:cubicBezTo>
                      <a:lnTo>
                        <a:pt x="21000" y="57500"/>
                      </a:lnTo>
                      <a:cubicBezTo>
                        <a:pt x="21000" y="63299"/>
                        <a:pt x="16299" y="68000"/>
                        <a:pt x="10500" y="68000"/>
                      </a:cubicBezTo>
                      <a:lnTo>
                        <a:pt x="10500" y="68000"/>
                      </a:lnTo>
                      <a:cubicBezTo>
                        <a:pt x="4701" y="68000"/>
                        <a:pt x="0" y="63299"/>
                        <a:pt x="0" y="57500"/>
                      </a:cubicBezTo>
                      <a:lnTo>
                        <a:pt x="0" y="10500"/>
                      </a:lnTo>
                      <a:cubicBezTo>
                        <a:pt x="0" y="4701"/>
                        <a:pt x="4701" y="0"/>
                        <a:pt x="105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affff"/>
                    </a:gs>
                    <a:gs pos="100000">
                      <a:srgbClr val="e8eeee"/>
                    </a:gs>
                  </a:gsLst>
                  <a:lin ang="5400000" scaled="1"/>
                </a:gradFill>
                <a:ln w="13335" cap="flat" cmpd="sng" algn="ctr">
                  <a:solidFill>
                    <a:srgbClr val="14274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68" name="Rectangle"/>
                <p:cNvSpPr/>
                <p:nvPr/>
              </p:nvSpPr>
              <p:spPr>
                <a:xfrm>
                  <a:off x="13806488" y="2771775"/>
                  <a:ext cx="133350" cy="571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000" h="60000">
                      <a:moveTo>
                        <a:pt x="7000" y="0"/>
                      </a:moveTo>
                      <a:lnTo>
                        <a:pt x="7000" y="0"/>
                      </a:lnTo>
                      <a:cubicBezTo>
                        <a:pt x="10866" y="0"/>
                        <a:pt x="14000" y="3134"/>
                        <a:pt x="14000" y="7000"/>
                      </a:cubicBezTo>
                      <a:lnTo>
                        <a:pt x="14000" y="53000"/>
                      </a:lnTo>
                      <a:cubicBezTo>
                        <a:pt x="14000" y="56866"/>
                        <a:pt x="10866" y="60000"/>
                        <a:pt x="7000" y="60000"/>
                      </a:cubicBezTo>
                      <a:lnTo>
                        <a:pt x="7000" y="60000"/>
                      </a:lnTo>
                      <a:cubicBezTo>
                        <a:pt x="3134" y="60000"/>
                        <a:pt x="0" y="56866"/>
                        <a:pt x="0" y="53000"/>
                      </a:cubicBezTo>
                      <a:lnTo>
                        <a:pt x="0" y="7000"/>
                      </a:lnTo>
                      <a:cubicBezTo>
                        <a:pt x="0" y="3134"/>
                        <a:pt x="3134" y="0"/>
                        <a:pt x="7000" y="0"/>
                      </a:cubicBezTo>
                      <a:close/>
                    </a:path>
                  </a:pathLst>
                </a:custGeom>
                <a:noFill/>
                <a:ln w="8572" cap="flat" cmpd="sng" algn="ctr">
                  <a:solidFill>
                    <a:srgbClr val="89969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69" name="Ellipse"/>
                <p:cNvSpPr/>
                <p:nvPr/>
              </p:nvSpPr>
              <p:spPr>
                <a:xfrm>
                  <a:off x="13820775" y="2790825"/>
                  <a:ext cx="104775" cy="104775"/>
                </a:xfrm>
                <a:prstGeom prst="ellipse">
                  <a:avLst/>
                </a:prstGeom>
                <a:solidFill>
                  <a:srgbClr val="fac7a8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70" name="Ellipse"/>
                <p:cNvSpPr/>
                <p:nvPr/>
              </p:nvSpPr>
              <p:spPr>
                <a:xfrm>
                  <a:off x="13820775" y="3219450"/>
                  <a:ext cx="104775" cy="104775"/>
                </a:xfrm>
                <a:prstGeom prst="ellipse">
                  <a:avLst/>
                </a:prstGeom>
                <a:solidFill>
                  <a:srgbClr val="fac7a8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71" name="Ellipse"/>
                <p:cNvSpPr/>
                <p:nvPr/>
              </p:nvSpPr>
              <p:spPr>
                <a:xfrm>
                  <a:off x="13853160" y="2940368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72" name="Ellipse"/>
                <p:cNvSpPr/>
                <p:nvPr/>
              </p:nvSpPr>
              <p:spPr>
                <a:xfrm>
                  <a:off x="13853160" y="3037522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73" name="Ellipse"/>
                <p:cNvSpPr/>
                <p:nvPr/>
              </p:nvSpPr>
              <p:spPr>
                <a:xfrm>
                  <a:off x="13853160" y="3134677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1674" name="Directional connector"/>
              <p:cNvSpPr/>
              <p:nvPr/>
            </p:nvSpPr>
            <p:spPr>
              <a:xfrm>
                <a:off x="13173075" y="2809875"/>
                <a:ext cx="561975" cy="95"/>
              </a:xfrm>
              <a:custGeom>
                <a:avLst/>
                <a:gdLst/>
                <a:ahLst/>
                <a:cxnLst/>
                <a:rect l="0" t="0" r="r" b="b"/>
                <a:pathLst>
                  <a:path w="59000" h="10">
                    <a:moveTo>
                      <a:pt x="0" y="0"/>
                    </a:moveTo>
                    <a:lnTo>
                      <a:pt x="59000" y="0"/>
                    </a:lnTo>
                  </a:path>
                </a:pathLst>
              </a:custGeom>
              <a:noFill/>
              <a:ln w="12382" cap="flat" cmpd="sng" algn="ctr">
                <a:solidFill>
                  <a:srgbClr val="050505"/>
                </a:solidFill>
                <a:custDash>
                  <a:ds d="307692" sp="230769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75" name="Arrowhead"/>
              <p:cNvSpPr/>
              <p:nvPr/>
            </p:nvSpPr>
            <p:spPr>
              <a:xfrm>
                <a:off x="13620750" y="2757297"/>
                <a:ext cx="114300" cy="105156"/>
              </a:xfrm>
              <a:custGeom>
                <a:avLst/>
                <a:gdLst/>
                <a:ahLst/>
                <a:cxnLst/>
                <a:rect l="0" t="0" r="r" b="b"/>
                <a:pathLst>
                  <a:path w="12000" h="11040">
                    <a:moveTo>
                      <a:pt x="12000" y="5520"/>
                    </a:moveTo>
                    <a:lnTo>
                      <a:pt x="0" y="110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76" name="Arrowhead"/>
              <p:cNvSpPr/>
              <p:nvPr/>
            </p:nvSpPr>
            <p:spPr>
              <a:xfrm>
                <a:off x="13173075" y="2757297"/>
                <a:ext cx="114300" cy="105156"/>
              </a:xfrm>
              <a:custGeom>
                <a:avLst/>
                <a:gdLst/>
                <a:ahLst/>
                <a:cxnLst/>
                <a:rect l="0" t="0" r="r" b="b"/>
                <a:pathLst>
                  <a:path w="12000" h="11040">
                    <a:moveTo>
                      <a:pt x="0" y="5520"/>
                    </a:moveTo>
                    <a:lnTo>
                      <a:pt x="12000" y="0"/>
                    </a:lnTo>
                    <a:lnTo>
                      <a:pt x="12000" y="11040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77" name="Directional connector"/>
              <p:cNvSpPr/>
              <p:nvPr/>
            </p:nvSpPr>
            <p:spPr>
              <a:xfrm>
                <a:off x="13173075" y="3305175"/>
                <a:ext cx="561975" cy="95"/>
              </a:xfrm>
              <a:custGeom>
                <a:avLst/>
                <a:gdLst/>
                <a:ahLst/>
                <a:cxnLst/>
                <a:rect l="0" t="0" r="r" b="b"/>
                <a:pathLst>
                  <a:path w="59000" h="10">
                    <a:moveTo>
                      <a:pt x="0" y="0"/>
                    </a:moveTo>
                    <a:lnTo>
                      <a:pt x="59000" y="0"/>
                    </a:lnTo>
                  </a:path>
                </a:pathLst>
              </a:custGeom>
              <a:noFill/>
              <a:ln w="12382" cap="flat" cmpd="sng" algn="ctr">
                <a:solidFill>
                  <a:srgbClr val="050505"/>
                </a:solidFill>
                <a:custDash>
                  <a:ds d="307692" sp="230769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78" name="Arrowhead"/>
              <p:cNvSpPr/>
              <p:nvPr/>
            </p:nvSpPr>
            <p:spPr>
              <a:xfrm>
                <a:off x="13620750" y="3252597"/>
                <a:ext cx="114300" cy="105156"/>
              </a:xfrm>
              <a:custGeom>
                <a:avLst/>
                <a:gdLst/>
                <a:ahLst/>
                <a:cxnLst/>
                <a:rect l="0" t="0" r="r" b="b"/>
                <a:pathLst>
                  <a:path w="12000" h="11040">
                    <a:moveTo>
                      <a:pt x="12000" y="5520"/>
                    </a:moveTo>
                    <a:lnTo>
                      <a:pt x="0" y="110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79" name="Arrowhead"/>
              <p:cNvSpPr/>
              <p:nvPr/>
            </p:nvSpPr>
            <p:spPr>
              <a:xfrm>
                <a:off x="13173075" y="3252597"/>
                <a:ext cx="114300" cy="105156"/>
              </a:xfrm>
              <a:custGeom>
                <a:avLst/>
                <a:gdLst/>
                <a:ahLst/>
                <a:cxnLst/>
                <a:rect l="0" t="0" r="r" b="b"/>
                <a:pathLst>
                  <a:path w="12000" h="11040">
                    <a:moveTo>
                      <a:pt x="0" y="5520"/>
                    </a:moveTo>
                    <a:lnTo>
                      <a:pt x="12000" y="0"/>
                    </a:lnTo>
                    <a:lnTo>
                      <a:pt x="12000" y="11040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680" name="Cross category relation 1349 373"/>
            <p:cNvGrpSpPr/>
            <p:nvPr/>
          </p:nvGrpSpPr>
          <p:grpSpPr>
            <a:xfrm>
              <a:off x="12849225" y="3552825"/>
              <a:ext cx="1219200" cy="742950"/>
              <a:chOff x="12849225" y="3552825"/>
              <a:chExt cx="1219200" cy="742950"/>
            </a:xfrm>
          </p:grpSpPr>
          <p:sp>
            <p:nvSpPr>
              <p:cNvPr id="11681" name="Rectangle"/>
              <p:cNvSpPr/>
              <p:nvPr/>
            </p:nvSpPr>
            <p:spPr>
              <a:xfrm>
                <a:off x="12849225" y="3552825"/>
                <a:ext cx="1219200" cy="742950"/>
              </a:xfrm>
              <a:custGeom>
                <a:avLst/>
                <a:gdLst/>
                <a:ahLst/>
                <a:cxnLst/>
                <a:rect l="0" t="0" r="r" b="b"/>
                <a:pathLst>
                  <a:path w="128000" h="78000">
                    <a:moveTo>
                      <a:pt x="15000" y="0"/>
                    </a:moveTo>
                    <a:lnTo>
                      <a:pt x="113000" y="0"/>
                    </a:lnTo>
                    <a:cubicBezTo>
                      <a:pt x="121284" y="0"/>
                      <a:pt x="128000" y="6716"/>
                      <a:pt x="128000" y="15000"/>
                    </a:cubicBezTo>
                    <a:lnTo>
                      <a:pt x="128000" y="63000"/>
                    </a:lnTo>
                    <a:cubicBezTo>
                      <a:pt x="128000" y="71284"/>
                      <a:pt x="121284" y="78000"/>
                      <a:pt x="113000" y="78000"/>
                    </a:cubicBezTo>
                    <a:lnTo>
                      <a:pt x="15000" y="78000"/>
                    </a:lnTo>
                    <a:cubicBezTo>
                      <a:pt x="6716" y="78000"/>
                      <a:pt x="0" y="71284"/>
                      <a:pt x="0" y="63000"/>
                    </a:cubicBezTo>
                    <a:lnTo>
                      <a:pt x="0" y="15000"/>
                    </a:lnTo>
                    <a:cubicBezTo>
                      <a:pt x="0" y="6716"/>
                      <a:pt x="6716" y="0"/>
                      <a:pt x="15000" y="0"/>
                    </a:cubicBezTo>
                    <a:close/>
                  </a:path>
                </a:pathLst>
              </a:custGeom>
              <a:solidFill>
                <a:srgbClr val="fefffd"/>
              </a:solidFill>
              <a:ln w="19050" cap="flat" cmpd="sng" algn="ctr">
                <a:solidFill>
                  <a:srgbClr val="222222"/>
                </a:solidFill>
                <a:custDash>
                  <a:ds d="400000" sp="300000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1682" name="Feature vector 1355 378"/>
              <p:cNvGrpSpPr/>
              <p:nvPr/>
            </p:nvGrpSpPr>
            <p:grpSpPr>
              <a:xfrm>
                <a:off x="12906375" y="3600450"/>
                <a:ext cx="200025" cy="647700"/>
                <a:chOff x="12906375" y="3600450"/>
                <a:chExt cx="200025" cy="647700"/>
              </a:xfrm>
            </p:grpSpPr>
            <p:sp>
              <p:nvSpPr>
                <p:cNvPr id="11683" name="Rectangle"/>
                <p:cNvSpPr/>
                <p:nvPr/>
              </p:nvSpPr>
              <p:spPr>
                <a:xfrm>
                  <a:off x="12906375" y="3600450"/>
                  <a:ext cx="200025" cy="6477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000" h="68000">
                      <a:moveTo>
                        <a:pt x="10500" y="0"/>
                      </a:moveTo>
                      <a:lnTo>
                        <a:pt x="10500" y="0"/>
                      </a:lnTo>
                      <a:cubicBezTo>
                        <a:pt x="16299" y="0"/>
                        <a:pt x="21000" y="4701"/>
                        <a:pt x="21000" y="10500"/>
                      </a:cubicBezTo>
                      <a:lnTo>
                        <a:pt x="21000" y="57500"/>
                      </a:lnTo>
                      <a:cubicBezTo>
                        <a:pt x="21000" y="63299"/>
                        <a:pt x="16299" y="68000"/>
                        <a:pt x="10500" y="68000"/>
                      </a:cubicBezTo>
                      <a:lnTo>
                        <a:pt x="10500" y="68000"/>
                      </a:lnTo>
                      <a:cubicBezTo>
                        <a:pt x="4701" y="68000"/>
                        <a:pt x="0" y="63299"/>
                        <a:pt x="0" y="57500"/>
                      </a:cubicBezTo>
                      <a:lnTo>
                        <a:pt x="0" y="10500"/>
                      </a:lnTo>
                      <a:cubicBezTo>
                        <a:pt x="0" y="4701"/>
                        <a:pt x="4701" y="0"/>
                        <a:pt x="105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affff"/>
                    </a:gs>
                    <a:gs pos="100000">
                      <a:srgbClr val="e8eeee"/>
                    </a:gs>
                  </a:gsLst>
                  <a:lin ang="5400000" scaled="1"/>
                </a:gradFill>
                <a:ln w="13335" cap="flat" cmpd="sng" algn="ctr">
                  <a:solidFill>
                    <a:srgbClr val="14274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84" name="Rectangle"/>
                <p:cNvSpPr/>
                <p:nvPr/>
              </p:nvSpPr>
              <p:spPr>
                <a:xfrm>
                  <a:off x="12939712" y="3638550"/>
                  <a:ext cx="133350" cy="571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000" h="60000">
                      <a:moveTo>
                        <a:pt x="7000" y="0"/>
                      </a:moveTo>
                      <a:lnTo>
                        <a:pt x="7000" y="0"/>
                      </a:lnTo>
                      <a:cubicBezTo>
                        <a:pt x="10866" y="0"/>
                        <a:pt x="14000" y="3134"/>
                        <a:pt x="14000" y="7000"/>
                      </a:cubicBezTo>
                      <a:lnTo>
                        <a:pt x="14000" y="53000"/>
                      </a:lnTo>
                      <a:cubicBezTo>
                        <a:pt x="14000" y="56866"/>
                        <a:pt x="10866" y="60000"/>
                        <a:pt x="7000" y="60000"/>
                      </a:cubicBezTo>
                      <a:lnTo>
                        <a:pt x="7000" y="60000"/>
                      </a:lnTo>
                      <a:cubicBezTo>
                        <a:pt x="3134" y="60000"/>
                        <a:pt x="0" y="56866"/>
                        <a:pt x="0" y="53000"/>
                      </a:cubicBezTo>
                      <a:lnTo>
                        <a:pt x="0" y="7000"/>
                      </a:lnTo>
                      <a:cubicBezTo>
                        <a:pt x="0" y="3134"/>
                        <a:pt x="3134" y="0"/>
                        <a:pt x="7000" y="0"/>
                      </a:cubicBezTo>
                      <a:close/>
                    </a:path>
                  </a:pathLst>
                </a:custGeom>
                <a:noFill/>
                <a:ln w="8572" cap="flat" cmpd="sng" algn="ctr">
                  <a:solidFill>
                    <a:srgbClr val="89969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85" name="Ellipse"/>
                <p:cNvSpPr/>
                <p:nvPr/>
              </p:nvSpPr>
              <p:spPr>
                <a:xfrm>
                  <a:off x="12954000" y="3657600"/>
                  <a:ext cx="104775" cy="104775"/>
                </a:xfrm>
                <a:prstGeom prst="ellipse">
                  <a:avLst/>
                </a:prstGeom>
                <a:solidFill>
                  <a:srgbClr val="d57615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86" name="Ellipse"/>
                <p:cNvSpPr/>
                <p:nvPr/>
              </p:nvSpPr>
              <p:spPr>
                <a:xfrm>
                  <a:off x="12954000" y="4086225"/>
                  <a:ext cx="104775" cy="104775"/>
                </a:xfrm>
                <a:prstGeom prst="ellipse">
                  <a:avLst/>
                </a:prstGeom>
                <a:solidFill>
                  <a:srgbClr val="d57615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87" name="Ellipse"/>
                <p:cNvSpPr/>
                <p:nvPr/>
              </p:nvSpPr>
              <p:spPr>
                <a:xfrm>
                  <a:off x="12986385" y="3807142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88" name="Ellipse"/>
                <p:cNvSpPr/>
                <p:nvPr/>
              </p:nvSpPr>
              <p:spPr>
                <a:xfrm>
                  <a:off x="12986385" y="3904298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89" name="Ellipse"/>
                <p:cNvSpPr/>
                <p:nvPr/>
              </p:nvSpPr>
              <p:spPr>
                <a:xfrm>
                  <a:off x="12986385" y="4001452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1690" name="Feature vector 1446 378"/>
              <p:cNvGrpSpPr/>
              <p:nvPr/>
            </p:nvGrpSpPr>
            <p:grpSpPr>
              <a:xfrm>
                <a:off x="13773150" y="3600450"/>
                <a:ext cx="200025" cy="647700"/>
                <a:chOff x="13773150" y="3600450"/>
                <a:chExt cx="200025" cy="647700"/>
              </a:xfrm>
            </p:grpSpPr>
            <p:sp>
              <p:nvSpPr>
                <p:cNvPr id="11691" name="Rectangle"/>
                <p:cNvSpPr/>
                <p:nvPr/>
              </p:nvSpPr>
              <p:spPr>
                <a:xfrm>
                  <a:off x="13773150" y="3600450"/>
                  <a:ext cx="200025" cy="6477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000" h="68000">
                      <a:moveTo>
                        <a:pt x="10500" y="0"/>
                      </a:moveTo>
                      <a:lnTo>
                        <a:pt x="10500" y="0"/>
                      </a:lnTo>
                      <a:cubicBezTo>
                        <a:pt x="16299" y="0"/>
                        <a:pt x="21000" y="4701"/>
                        <a:pt x="21000" y="10500"/>
                      </a:cubicBezTo>
                      <a:lnTo>
                        <a:pt x="21000" y="57500"/>
                      </a:lnTo>
                      <a:cubicBezTo>
                        <a:pt x="21000" y="63299"/>
                        <a:pt x="16299" y="68000"/>
                        <a:pt x="10500" y="68000"/>
                      </a:cubicBezTo>
                      <a:lnTo>
                        <a:pt x="10500" y="68000"/>
                      </a:lnTo>
                      <a:cubicBezTo>
                        <a:pt x="4701" y="68000"/>
                        <a:pt x="0" y="63299"/>
                        <a:pt x="0" y="57500"/>
                      </a:cubicBezTo>
                      <a:lnTo>
                        <a:pt x="0" y="10500"/>
                      </a:lnTo>
                      <a:cubicBezTo>
                        <a:pt x="0" y="4701"/>
                        <a:pt x="4701" y="0"/>
                        <a:pt x="105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affff"/>
                    </a:gs>
                    <a:gs pos="100000">
                      <a:srgbClr val="e8eeee"/>
                    </a:gs>
                  </a:gsLst>
                  <a:lin ang="5400000" scaled="1"/>
                </a:gradFill>
                <a:ln w="13335" cap="flat" cmpd="sng" algn="ctr">
                  <a:solidFill>
                    <a:srgbClr val="14274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92" name="Rectangle"/>
                <p:cNvSpPr/>
                <p:nvPr/>
              </p:nvSpPr>
              <p:spPr>
                <a:xfrm>
                  <a:off x="13806488" y="3638550"/>
                  <a:ext cx="133350" cy="571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000" h="60000">
                      <a:moveTo>
                        <a:pt x="7000" y="0"/>
                      </a:moveTo>
                      <a:lnTo>
                        <a:pt x="7000" y="0"/>
                      </a:lnTo>
                      <a:cubicBezTo>
                        <a:pt x="10866" y="0"/>
                        <a:pt x="14000" y="3134"/>
                        <a:pt x="14000" y="7000"/>
                      </a:cubicBezTo>
                      <a:lnTo>
                        <a:pt x="14000" y="53000"/>
                      </a:lnTo>
                      <a:cubicBezTo>
                        <a:pt x="14000" y="56866"/>
                        <a:pt x="10866" y="60000"/>
                        <a:pt x="7000" y="60000"/>
                      </a:cubicBezTo>
                      <a:lnTo>
                        <a:pt x="7000" y="60000"/>
                      </a:lnTo>
                      <a:cubicBezTo>
                        <a:pt x="3134" y="60000"/>
                        <a:pt x="0" y="56866"/>
                        <a:pt x="0" y="53000"/>
                      </a:cubicBezTo>
                      <a:lnTo>
                        <a:pt x="0" y="7000"/>
                      </a:lnTo>
                      <a:cubicBezTo>
                        <a:pt x="0" y="3134"/>
                        <a:pt x="3134" y="0"/>
                        <a:pt x="7000" y="0"/>
                      </a:cubicBezTo>
                      <a:close/>
                    </a:path>
                  </a:pathLst>
                </a:custGeom>
                <a:noFill/>
                <a:ln w="8572" cap="flat" cmpd="sng" algn="ctr">
                  <a:solidFill>
                    <a:srgbClr val="89969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93" name="Ellipse"/>
                <p:cNvSpPr/>
                <p:nvPr/>
              </p:nvSpPr>
              <p:spPr>
                <a:xfrm>
                  <a:off x="13820775" y="3657600"/>
                  <a:ext cx="104775" cy="104775"/>
                </a:xfrm>
                <a:prstGeom prst="ellipse">
                  <a:avLst/>
                </a:prstGeom>
                <a:solidFill>
                  <a:srgbClr val="fac7a8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94" name="Ellipse"/>
                <p:cNvSpPr/>
                <p:nvPr/>
              </p:nvSpPr>
              <p:spPr>
                <a:xfrm>
                  <a:off x="13820775" y="4086225"/>
                  <a:ext cx="104775" cy="104775"/>
                </a:xfrm>
                <a:prstGeom prst="ellipse">
                  <a:avLst/>
                </a:prstGeom>
                <a:solidFill>
                  <a:srgbClr val="fac7a8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95" name="Ellipse"/>
                <p:cNvSpPr/>
                <p:nvPr/>
              </p:nvSpPr>
              <p:spPr>
                <a:xfrm>
                  <a:off x="13853160" y="3807142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96" name="Ellipse"/>
                <p:cNvSpPr/>
                <p:nvPr/>
              </p:nvSpPr>
              <p:spPr>
                <a:xfrm>
                  <a:off x="13853160" y="3904298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97" name="Ellipse"/>
                <p:cNvSpPr/>
                <p:nvPr/>
              </p:nvSpPr>
              <p:spPr>
                <a:xfrm>
                  <a:off x="13853160" y="4001452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1698" name="Directional connector"/>
              <p:cNvSpPr/>
              <p:nvPr/>
            </p:nvSpPr>
            <p:spPr>
              <a:xfrm>
                <a:off x="13125450" y="3686175"/>
                <a:ext cx="61912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65000" h="50000">
                    <a:moveTo>
                      <a:pt x="0" y="0"/>
                    </a:moveTo>
                    <a:lnTo>
                      <a:pt x="65000" y="50000"/>
                    </a:lnTo>
                  </a:path>
                </a:pathLst>
              </a:custGeom>
              <a:noFill/>
              <a:ln w="12382" cap="flat" cmpd="sng" algn="ctr">
                <a:solidFill>
                  <a:srgbClr val="050505"/>
                </a:solidFill>
                <a:custDash>
                  <a:ds d="307692" sp="230769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99" name="Arrowhead"/>
              <p:cNvSpPr/>
              <p:nvPr/>
            </p:nvSpPr>
            <p:spPr>
              <a:xfrm>
                <a:off x="13621921" y="4051060"/>
                <a:ext cx="122654" cy="111365"/>
              </a:xfrm>
              <a:custGeom>
                <a:avLst/>
                <a:gdLst/>
                <a:ahLst/>
                <a:cxnLst/>
                <a:rect l="0" t="0" r="r" b="b"/>
                <a:pathLst>
                  <a:path w="12877" h="11692">
                    <a:moveTo>
                      <a:pt x="12877" y="11692"/>
                    </a:moveTo>
                    <a:lnTo>
                      <a:pt x="0" y="8751"/>
                    </a:lnTo>
                    <a:lnTo>
                      <a:pt x="6731" y="0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00" name="Arrowhead"/>
              <p:cNvSpPr/>
              <p:nvPr/>
            </p:nvSpPr>
            <p:spPr>
              <a:xfrm>
                <a:off x="13125450" y="3686175"/>
                <a:ext cx="122654" cy="111365"/>
              </a:xfrm>
              <a:custGeom>
                <a:avLst/>
                <a:gdLst/>
                <a:ahLst/>
                <a:cxnLst/>
                <a:rect l="0" t="0" r="r" b="b"/>
                <a:pathLst>
                  <a:path w="12877" h="11692">
                    <a:moveTo>
                      <a:pt x="0" y="0"/>
                    </a:moveTo>
                    <a:lnTo>
                      <a:pt x="12877" y="2941"/>
                    </a:lnTo>
                    <a:lnTo>
                      <a:pt x="6146" y="11692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01" name="Directional connector"/>
              <p:cNvSpPr/>
              <p:nvPr/>
            </p:nvSpPr>
            <p:spPr>
              <a:xfrm>
                <a:off x="13125450" y="3686175"/>
                <a:ext cx="61912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65000" h="50000">
                    <a:moveTo>
                      <a:pt x="0" y="50000"/>
                    </a:moveTo>
                    <a:lnTo>
                      <a:pt x="65000" y="0"/>
                    </a:lnTo>
                  </a:path>
                </a:pathLst>
              </a:custGeom>
              <a:noFill/>
              <a:ln w="12382" cap="flat" cmpd="sng" algn="ctr">
                <a:solidFill>
                  <a:srgbClr val="050505"/>
                </a:solidFill>
                <a:custDash>
                  <a:ds d="307692" sp="230769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02" name="Arrowhead"/>
              <p:cNvSpPr/>
              <p:nvPr/>
            </p:nvSpPr>
            <p:spPr>
              <a:xfrm>
                <a:off x="13621921" y="3686175"/>
                <a:ext cx="122654" cy="111365"/>
              </a:xfrm>
              <a:custGeom>
                <a:avLst/>
                <a:gdLst/>
                <a:ahLst/>
                <a:cxnLst/>
                <a:rect l="0" t="0" r="r" b="b"/>
                <a:pathLst>
                  <a:path w="12877" h="11692">
                    <a:moveTo>
                      <a:pt x="12877" y="0"/>
                    </a:moveTo>
                    <a:lnTo>
                      <a:pt x="6731" y="11692"/>
                    </a:lnTo>
                    <a:lnTo>
                      <a:pt x="0" y="2941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03" name="Arrowhead"/>
              <p:cNvSpPr/>
              <p:nvPr/>
            </p:nvSpPr>
            <p:spPr>
              <a:xfrm>
                <a:off x="13125450" y="4051060"/>
                <a:ext cx="122654" cy="111365"/>
              </a:xfrm>
              <a:custGeom>
                <a:avLst/>
                <a:gdLst/>
                <a:ahLst/>
                <a:cxnLst/>
                <a:rect l="0" t="0" r="r" b="b"/>
                <a:pathLst>
                  <a:path w="12877" h="11692">
                    <a:moveTo>
                      <a:pt x="0" y="11692"/>
                    </a:moveTo>
                    <a:lnTo>
                      <a:pt x="6146" y="0"/>
                    </a:lnTo>
                    <a:lnTo>
                      <a:pt x="12877" y="8751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704" name="Corresponding category relation 1349 586"/>
            <p:cNvGrpSpPr/>
            <p:nvPr/>
          </p:nvGrpSpPr>
          <p:grpSpPr>
            <a:xfrm>
              <a:off x="12849225" y="5581650"/>
              <a:ext cx="1219200" cy="742950"/>
              <a:chOff x="12849225" y="5581650"/>
              <a:chExt cx="1219200" cy="742950"/>
            </a:xfrm>
          </p:grpSpPr>
          <p:sp>
            <p:nvSpPr>
              <p:cNvPr id="11705" name="Rectangle"/>
              <p:cNvSpPr/>
              <p:nvPr/>
            </p:nvSpPr>
            <p:spPr>
              <a:xfrm>
                <a:off x="12849225" y="5581650"/>
                <a:ext cx="1219200" cy="742950"/>
              </a:xfrm>
              <a:custGeom>
                <a:avLst/>
                <a:gdLst/>
                <a:ahLst/>
                <a:cxnLst/>
                <a:rect l="0" t="0" r="r" b="b"/>
                <a:pathLst>
                  <a:path w="128000" h="78000">
                    <a:moveTo>
                      <a:pt x="15000" y="0"/>
                    </a:moveTo>
                    <a:lnTo>
                      <a:pt x="113000" y="0"/>
                    </a:lnTo>
                    <a:cubicBezTo>
                      <a:pt x="121284" y="0"/>
                      <a:pt x="128000" y="6716"/>
                      <a:pt x="128000" y="15000"/>
                    </a:cubicBezTo>
                    <a:lnTo>
                      <a:pt x="128000" y="63000"/>
                    </a:lnTo>
                    <a:cubicBezTo>
                      <a:pt x="128000" y="71284"/>
                      <a:pt x="121284" y="78000"/>
                      <a:pt x="113000" y="78000"/>
                    </a:cubicBezTo>
                    <a:lnTo>
                      <a:pt x="15000" y="78000"/>
                    </a:lnTo>
                    <a:cubicBezTo>
                      <a:pt x="6716" y="78000"/>
                      <a:pt x="0" y="71284"/>
                      <a:pt x="0" y="63000"/>
                    </a:cubicBezTo>
                    <a:lnTo>
                      <a:pt x="0" y="15000"/>
                    </a:lnTo>
                    <a:cubicBezTo>
                      <a:pt x="0" y="6716"/>
                      <a:pt x="6716" y="0"/>
                      <a:pt x="15000" y="0"/>
                    </a:cubicBezTo>
                    <a:close/>
                  </a:path>
                </a:pathLst>
              </a:custGeom>
              <a:solidFill>
                <a:srgbClr val="fefffd"/>
              </a:solidFill>
              <a:ln w="19050" cap="flat" cmpd="sng" algn="ctr">
                <a:solidFill>
                  <a:srgbClr val="222222"/>
                </a:solidFill>
                <a:custDash>
                  <a:ds d="400000" sp="300000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1706" name="Feature vector 1355 591"/>
              <p:cNvGrpSpPr/>
              <p:nvPr/>
            </p:nvGrpSpPr>
            <p:grpSpPr>
              <a:xfrm>
                <a:off x="12906375" y="5629275"/>
                <a:ext cx="200025" cy="647700"/>
                <a:chOff x="12906375" y="5629275"/>
                <a:chExt cx="200025" cy="647700"/>
              </a:xfrm>
            </p:grpSpPr>
            <p:sp>
              <p:nvSpPr>
                <p:cNvPr id="11707" name="Rectangle"/>
                <p:cNvSpPr/>
                <p:nvPr/>
              </p:nvSpPr>
              <p:spPr>
                <a:xfrm>
                  <a:off x="12906375" y="5629275"/>
                  <a:ext cx="200025" cy="6477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000" h="68000">
                      <a:moveTo>
                        <a:pt x="10500" y="0"/>
                      </a:moveTo>
                      <a:lnTo>
                        <a:pt x="10500" y="0"/>
                      </a:lnTo>
                      <a:cubicBezTo>
                        <a:pt x="16299" y="0"/>
                        <a:pt x="21000" y="4701"/>
                        <a:pt x="21000" y="10500"/>
                      </a:cubicBezTo>
                      <a:lnTo>
                        <a:pt x="21000" y="57500"/>
                      </a:lnTo>
                      <a:cubicBezTo>
                        <a:pt x="21000" y="63299"/>
                        <a:pt x="16299" y="68000"/>
                        <a:pt x="10500" y="68000"/>
                      </a:cubicBezTo>
                      <a:lnTo>
                        <a:pt x="10500" y="68000"/>
                      </a:lnTo>
                      <a:cubicBezTo>
                        <a:pt x="4701" y="68000"/>
                        <a:pt x="0" y="63299"/>
                        <a:pt x="0" y="57500"/>
                      </a:cubicBezTo>
                      <a:lnTo>
                        <a:pt x="0" y="10500"/>
                      </a:lnTo>
                      <a:cubicBezTo>
                        <a:pt x="0" y="4701"/>
                        <a:pt x="4701" y="0"/>
                        <a:pt x="105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affff"/>
                    </a:gs>
                    <a:gs pos="100000">
                      <a:srgbClr val="e8eeee"/>
                    </a:gs>
                  </a:gsLst>
                  <a:lin ang="5400000" scaled="1"/>
                </a:gradFill>
                <a:ln w="13335" cap="flat" cmpd="sng" algn="ctr">
                  <a:solidFill>
                    <a:srgbClr val="14274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08" name="Rectangle"/>
                <p:cNvSpPr/>
                <p:nvPr/>
              </p:nvSpPr>
              <p:spPr>
                <a:xfrm>
                  <a:off x="12939712" y="5667375"/>
                  <a:ext cx="133350" cy="571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000" h="60000">
                      <a:moveTo>
                        <a:pt x="7000" y="0"/>
                      </a:moveTo>
                      <a:lnTo>
                        <a:pt x="7000" y="0"/>
                      </a:lnTo>
                      <a:cubicBezTo>
                        <a:pt x="10866" y="0"/>
                        <a:pt x="14000" y="3134"/>
                        <a:pt x="14000" y="7000"/>
                      </a:cubicBezTo>
                      <a:lnTo>
                        <a:pt x="14000" y="53000"/>
                      </a:lnTo>
                      <a:cubicBezTo>
                        <a:pt x="14000" y="56866"/>
                        <a:pt x="10866" y="60000"/>
                        <a:pt x="7000" y="60000"/>
                      </a:cubicBezTo>
                      <a:lnTo>
                        <a:pt x="7000" y="60000"/>
                      </a:lnTo>
                      <a:cubicBezTo>
                        <a:pt x="3134" y="60000"/>
                        <a:pt x="0" y="56866"/>
                        <a:pt x="0" y="53000"/>
                      </a:cubicBezTo>
                      <a:lnTo>
                        <a:pt x="0" y="7000"/>
                      </a:lnTo>
                      <a:cubicBezTo>
                        <a:pt x="0" y="3134"/>
                        <a:pt x="3134" y="0"/>
                        <a:pt x="7000" y="0"/>
                      </a:cubicBezTo>
                      <a:close/>
                    </a:path>
                  </a:pathLst>
                </a:custGeom>
                <a:noFill/>
                <a:ln w="8572" cap="flat" cmpd="sng" algn="ctr">
                  <a:solidFill>
                    <a:srgbClr val="89969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09" name="Ellipse"/>
                <p:cNvSpPr/>
                <p:nvPr/>
              </p:nvSpPr>
              <p:spPr>
                <a:xfrm>
                  <a:off x="12954000" y="5686425"/>
                  <a:ext cx="104775" cy="104775"/>
                </a:xfrm>
                <a:prstGeom prst="ellipse">
                  <a:avLst/>
                </a:prstGeom>
                <a:solidFill>
                  <a:srgbClr val="5f963e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10" name="Ellipse"/>
                <p:cNvSpPr/>
                <p:nvPr/>
              </p:nvSpPr>
              <p:spPr>
                <a:xfrm>
                  <a:off x="12954000" y="6115050"/>
                  <a:ext cx="104775" cy="104775"/>
                </a:xfrm>
                <a:prstGeom prst="ellipse">
                  <a:avLst/>
                </a:prstGeom>
                <a:solidFill>
                  <a:srgbClr val="5f963e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11" name="Ellipse"/>
                <p:cNvSpPr/>
                <p:nvPr/>
              </p:nvSpPr>
              <p:spPr>
                <a:xfrm>
                  <a:off x="12986385" y="5835967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12" name="Ellipse"/>
                <p:cNvSpPr/>
                <p:nvPr/>
              </p:nvSpPr>
              <p:spPr>
                <a:xfrm>
                  <a:off x="12986385" y="5933122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13" name="Ellipse"/>
                <p:cNvSpPr/>
                <p:nvPr/>
              </p:nvSpPr>
              <p:spPr>
                <a:xfrm>
                  <a:off x="12986385" y="6030278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1714" name="Feature vector 1446 591"/>
              <p:cNvGrpSpPr/>
              <p:nvPr/>
            </p:nvGrpSpPr>
            <p:grpSpPr>
              <a:xfrm>
                <a:off x="13773150" y="5629275"/>
                <a:ext cx="200025" cy="647700"/>
                <a:chOff x="13773150" y="5629275"/>
                <a:chExt cx="200025" cy="647700"/>
              </a:xfrm>
            </p:grpSpPr>
            <p:sp>
              <p:nvSpPr>
                <p:cNvPr id="11715" name="Rectangle"/>
                <p:cNvSpPr/>
                <p:nvPr/>
              </p:nvSpPr>
              <p:spPr>
                <a:xfrm>
                  <a:off x="13773150" y="5629275"/>
                  <a:ext cx="200025" cy="6477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000" h="68000">
                      <a:moveTo>
                        <a:pt x="10500" y="0"/>
                      </a:moveTo>
                      <a:lnTo>
                        <a:pt x="10500" y="0"/>
                      </a:lnTo>
                      <a:cubicBezTo>
                        <a:pt x="16299" y="0"/>
                        <a:pt x="21000" y="4701"/>
                        <a:pt x="21000" y="10500"/>
                      </a:cubicBezTo>
                      <a:lnTo>
                        <a:pt x="21000" y="57500"/>
                      </a:lnTo>
                      <a:cubicBezTo>
                        <a:pt x="21000" y="63299"/>
                        <a:pt x="16299" y="68000"/>
                        <a:pt x="10500" y="68000"/>
                      </a:cubicBezTo>
                      <a:lnTo>
                        <a:pt x="10500" y="68000"/>
                      </a:lnTo>
                      <a:cubicBezTo>
                        <a:pt x="4701" y="68000"/>
                        <a:pt x="0" y="63299"/>
                        <a:pt x="0" y="57500"/>
                      </a:cubicBezTo>
                      <a:lnTo>
                        <a:pt x="0" y="10500"/>
                      </a:lnTo>
                      <a:cubicBezTo>
                        <a:pt x="0" y="4701"/>
                        <a:pt x="4701" y="0"/>
                        <a:pt x="105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affff"/>
                    </a:gs>
                    <a:gs pos="100000">
                      <a:srgbClr val="e8eeee"/>
                    </a:gs>
                  </a:gsLst>
                  <a:lin ang="5400000" scaled="1"/>
                </a:gradFill>
                <a:ln w="13335" cap="flat" cmpd="sng" algn="ctr">
                  <a:solidFill>
                    <a:srgbClr val="14274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16" name="Rectangle"/>
                <p:cNvSpPr/>
                <p:nvPr/>
              </p:nvSpPr>
              <p:spPr>
                <a:xfrm>
                  <a:off x="13806488" y="5667375"/>
                  <a:ext cx="133350" cy="5715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000" h="60000">
                      <a:moveTo>
                        <a:pt x="7000" y="0"/>
                      </a:moveTo>
                      <a:lnTo>
                        <a:pt x="7000" y="0"/>
                      </a:lnTo>
                      <a:cubicBezTo>
                        <a:pt x="10866" y="0"/>
                        <a:pt x="14000" y="3134"/>
                        <a:pt x="14000" y="7000"/>
                      </a:cubicBezTo>
                      <a:lnTo>
                        <a:pt x="14000" y="53000"/>
                      </a:lnTo>
                      <a:cubicBezTo>
                        <a:pt x="14000" y="56866"/>
                        <a:pt x="10866" y="60000"/>
                        <a:pt x="7000" y="60000"/>
                      </a:cubicBezTo>
                      <a:lnTo>
                        <a:pt x="7000" y="60000"/>
                      </a:lnTo>
                      <a:cubicBezTo>
                        <a:pt x="3134" y="60000"/>
                        <a:pt x="0" y="56866"/>
                        <a:pt x="0" y="53000"/>
                      </a:cubicBezTo>
                      <a:lnTo>
                        <a:pt x="0" y="7000"/>
                      </a:lnTo>
                      <a:cubicBezTo>
                        <a:pt x="0" y="3134"/>
                        <a:pt x="3134" y="0"/>
                        <a:pt x="7000" y="0"/>
                      </a:cubicBezTo>
                      <a:close/>
                    </a:path>
                  </a:pathLst>
                </a:custGeom>
                <a:noFill/>
                <a:ln w="8572" cap="flat" cmpd="sng" algn="ctr">
                  <a:solidFill>
                    <a:srgbClr val="89969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17" name="Ellipse"/>
                <p:cNvSpPr/>
                <p:nvPr/>
              </p:nvSpPr>
              <p:spPr>
                <a:xfrm>
                  <a:off x="13820775" y="5686425"/>
                  <a:ext cx="104775" cy="104775"/>
                </a:xfrm>
                <a:prstGeom prst="ellipse">
                  <a:avLst/>
                </a:prstGeom>
                <a:solidFill>
                  <a:srgbClr val="c5dfb0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18" name="Ellipse"/>
                <p:cNvSpPr/>
                <p:nvPr/>
              </p:nvSpPr>
              <p:spPr>
                <a:xfrm>
                  <a:off x="13820775" y="6115050"/>
                  <a:ext cx="104775" cy="104775"/>
                </a:xfrm>
                <a:prstGeom prst="ellipse">
                  <a:avLst/>
                </a:prstGeom>
                <a:solidFill>
                  <a:srgbClr val="c5dfb0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19" name="Ellipse"/>
                <p:cNvSpPr/>
                <p:nvPr/>
              </p:nvSpPr>
              <p:spPr>
                <a:xfrm>
                  <a:off x="13853160" y="5835967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20" name="Ellipse"/>
                <p:cNvSpPr/>
                <p:nvPr/>
              </p:nvSpPr>
              <p:spPr>
                <a:xfrm>
                  <a:off x="13853160" y="5933122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21" name="Ellipse"/>
                <p:cNvSpPr/>
                <p:nvPr/>
              </p:nvSpPr>
              <p:spPr>
                <a:xfrm>
                  <a:off x="13853160" y="6030278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1722" name="Directional connector"/>
              <p:cNvSpPr/>
              <p:nvPr/>
            </p:nvSpPr>
            <p:spPr>
              <a:xfrm>
                <a:off x="13173075" y="5705475"/>
                <a:ext cx="561975" cy="95"/>
              </a:xfrm>
              <a:custGeom>
                <a:avLst/>
                <a:gdLst/>
                <a:ahLst/>
                <a:cxnLst/>
                <a:rect l="0" t="0" r="r" b="b"/>
                <a:pathLst>
                  <a:path w="59000" h="10">
                    <a:moveTo>
                      <a:pt x="0" y="0"/>
                    </a:moveTo>
                    <a:lnTo>
                      <a:pt x="59000" y="0"/>
                    </a:lnTo>
                  </a:path>
                </a:pathLst>
              </a:custGeom>
              <a:noFill/>
              <a:ln w="12382" cap="flat" cmpd="sng" algn="ctr">
                <a:solidFill>
                  <a:srgbClr val="050505"/>
                </a:solidFill>
                <a:custDash>
                  <a:ds d="307692" sp="230769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23" name="Arrowhead"/>
              <p:cNvSpPr/>
              <p:nvPr/>
            </p:nvSpPr>
            <p:spPr>
              <a:xfrm>
                <a:off x="13620750" y="5652897"/>
                <a:ext cx="114300" cy="105156"/>
              </a:xfrm>
              <a:custGeom>
                <a:avLst/>
                <a:gdLst/>
                <a:ahLst/>
                <a:cxnLst/>
                <a:rect l="0" t="0" r="r" b="b"/>
                <a:pathLst>
                  <a:path w="12000" h="11040">
                    <a:moveTo>
                      <a:pt x="12000" y="5520"/>
                    </a:moveTo>
                    <a:lnTo>
                      <a:pt x="0" y="110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24" name="Arrowhead"/>
              <p:cNvSpPr/>
              <p:nvPr/>
            </p:nvSpPr>
            <p:spPr>
              <a:xfrm>
                <a:off x="13173075" y="5652897"/>
                <a:ext cx="114300" cy="105156"/>
              </a:xfrm>
              <a:custGeom>
                <a:avLst/>
                <a:gdLst/>
                <a:ahLst/>
                <a:cxnLst/>
                <a:rect l="0" t="0" r="r" b="b"/>
                <a:pathLst>
                  <a:path w="12000" h="11040">
                    <a:moveTo>
                      <a:pt x="0" y="5520"/>
                    </a:moveTo>
                    <a:lnTo>
                      <a:pt x="12000" y="0"/>
                    </a:lnTo>
                    <a:lnTo>
                      <a:pt x="12000" y="11040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25" name="Directional connector"/>
              <p:cNvSpPr/>
              <p:nvPr/>
            </p:nvSpPr>
            <p:spPr>
              <a:xfrm>
                <a:off x="13173075" y="6200775"/>
                <a:ext cx="561975" cy="95"/>
              </a:xfrm>
              <a:custGeom>
                <a:avLst/>
                <a:gdLst/>
                <a:ahLst/>
                <a:cxnLst/>
                <a:rect l="0" t="0" r="r" b="b"/>
                <a:pathLst>
                  <a:path w="59000" h="10">
                    <a:moveTo>
                      <a:pt x="0" y="0"/>
                    </a:moveTo>
                    <a:lnTo>
                      <a:pt x="59000" y="0"/>
                    </a:lnTo>
                  </a:path>
                </a:pathLst>
              </a:custGeom>
              <a:noFill/>
              <a:ln w="12382" cap="flat" cmpd="sng" algn="ctr">
                <a:solidFill>
                  <a:srgbClr val="050505"/>
                </a:solidFill>
                <a:custDash>
                  <a:ds d="307692" sp="230769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26" name="Arrowhead"/>
              <p:cNvSpPr/>
              <p:nvPr/>
            </p:nvSpPr>
            <p:spPr>
              <a:xfrm>
                <a:off x="13620750" y="6148197"/>
                <a:ext cx="114300" cy="105156"/>
              </a:xfrm>
              <a:custGeom>
                <a:avLst/>
                <a:gdLst/>
                <a:ahLst/>
                <a:cxnLst/>
                <a:rect l="0" t="0" r="r" b="b"/>
                <a:pathLst>
                  <a:path w="12000" h="11040">
                    <a:moveTo>
                      <a:pt x="12000" y="5520"/>
                    </a:moveTo>
                    <a:lnTo>
                      <a:pt x="0" y="110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27" name="Arrowhead"/>
              <p:cNvSpPr/>
              <p:nvPr/>
            </p:nvSpPr>
            <p:spPr>
              <a:xfrm>
                <a:off x="13173075" y="6148197"/>
                <a:ext cx="114300" cy="105156"/>
              </a:xfrm>
              <a:custGeom>
                <a:avLst/>
                <a:gdLst/>
                <a:ahLst/>
                <a:cxnLst/>
                <a:rect l="0" t="0" r="r" b="b"/>
                <a:pathLst>
                  <a:path w="12000" h="11040">
                    <a:moveTo>
                      <a:pt x="0" y="5520"/>
                    </a:moveTo>
                    <a:lnTo>
                      <a:pt x="12000" y="0"/>
                    </a:lnTo>
                    <a:lnTo>
                      <a:pt x="12000" y="11040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728" name="Cross category relation 1349 669"/>
            <p:cNvGrpSpPr/>
            <p:nvPr/>
          </p:nvGrpSpPr>
          <p:grpSpPr>
            <a:xfrm>
              <a:off x="12849225" y="6372225"/>
              <a:ext cx="1219200" cy="733425"/>
              <a:chOff x="12849225" y="6372225"/>
              <a:chExt cx="1219200" cy="733425"/>
            </a:xfrm>
          </p:grpSpPr>
          <p:sp>
            <p:nvSpPr>
              <p:cNvPr id="11729" name="Rectangle"/>
              <p:cNvSpPr/>
              <p:nvPr/>
            </p:nvSpPr>
            <p:spPr>
              <a:xfrm>
                <a:off x="12849225" y="6372225"/>
                <a:ext cx="1219200" cy="733425"/>
              </a:xfrm>
              <a:custGeom>
                <a:avLst/>
                <a:gdLst/>
                <a:ahLst/>
                <a:cxnLst/>
                <a:rect l="0" t="0" r="r" b="b"/>
                <a:pathLst>
                  <a:path w="128000" h="77000">
                    <a:moveTo>
                      <a:pt x="15000" y="0"/>
                    </a:moveTo>
                    <a:lnTo>
                      <a:pt x="113000" y="0"/>
                    </a:lnTo>
                    <a:cubicBezTo>
                      <a:pt x="121284" y="0"/>
                      <a:pt x="128000" y="6716"/>
                      <a:pt x="128000" y="15000"/>
                    </a:cubicBezTo>
                    <a:lnTo>
                      <a:pt x="128000" y="62000"/>
                    </a:lnTo>
                    <a:cubicBezTo>
                      <a:pt x="128000" y="70284"/>
                      <a:pt x="121284" y="77000"/>
                      <a:pt x="113000" y="77000"/>
                    </a:cubicBezTo>
                    <a:lnTo>
                      <a:pt x="15000" y="77000"/>
                    </a:lnTo>
                    <a:cubicBezTo>
                      <a:pt x="6716" y="77000"/>
                      <a:pt x="0" y="70284"/>
                      <a:pt x="0" y="62000"/>
                    </a:cubicBezTo>
                    <a:lnTo>
                      <a:pt x="0" y="15000"/>
                    </a:lnTo>
                    <a:cubicBezTo>
                      <a:pt x="0" y="6716"/>
                      <a:pt x="6716" y="0"/>
                      <a:pt x="15000" y="0"/>
                    </a:cubicBezTo>
                    <a:close/>
                  </a:path>
                </a:pathLst>
              </a:custGeom>
              <a:solidFill>
                <a:srgbClr val="fefffd"/>
              </a:solidFill>
              <a:ln w="19050" cap="flat" cmpd="sng" algn="ctr">
                <a:solidFill>
                  <a:srgbClr val="222222"/>
                </a:solidFill>
                <a:custDash>
                  <a:ds d="400000" sp="300000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1730" name="Feature vector 1355 674"/>
              <p:cNvGrpSpPr/>
              <p:nvPr/>
            </p:nvGrpSpPr>
            <p:grpSpPr>
              <a:xfrm>
                <a:off x="12906375" y="6419850"/>
                <a:ext cx="200025" cy="638175"/>
                <a:chOff x="12906375" y="6419850"/>
                <a:chExt cx="200025" cy="638175"/>
              </a:xfrm>
            </p:grpSpPr>
            <p:sp>
              <p:nvSpPr>
                <p:cNvPr id="11731" name="Rectangle"/>
                <p:cNvSpPr/>
                <p:nvPr/>
              </p:nvSpPr>
              <p:spPr>
                <a:xfrm>
                  <a:off x="12906375" y="6419850"/>
                  <a:ext cx="200025" cy="6381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000" h="67000">
                      <a:moveTo>
                        <a:pt x="10500" y="0"/>
                      </a:moveTo>
                      <a:lnTo>
                        <a:pt x="10500" y="0"/>
                      </a:lnTo>
                      <a:cubicBezTo>
                        <a:pt x="16299" y="0"/>
                        <a:pt x="21000" y="4701"/>
                        <a:pt x="21000" y="10500"/>
                      </a:cubicBezTo>
                      <a:lnTo>
                        <a:pt x="21000" y="56500"/>
                      </a:lnTo>
                      <a:cubicBezTo>
                        <a:pt x="21000" y="62299"/>
                        <a:pt x="16299" y="67000"/>
                        <a:pt x="10500" y="67000"/>
                      </a:cubicBezTo>
                      <a:lnTo>
                        <a:pt x="10500" y="67000"/>
                      </a:lnTo>
                      <a:cubicBezTo>
                        <a:pt x="4701" y="67000"/>
                        <a:pt x="0" y="62299"/>
                        <a:pt x="0" y="56500"/>
                      </a:cubicBezTo>
                      <a:lnTo>
                        <a:pt x="0" y="10500"/>
                      </a:lnTo>
                      <a:cubicBezTo>
                        <a:pt x="0" y="4701"/>
                        <a:pt x="4701" y="0"/>
                        <a:pt x="105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affff"/>
                    </a:gs>
                    <a:gs pos="100000">
                      <a:srgbClr val="e8eeee"/>
                    </a:gs>
                  </a:gsLst>
                  <a:lin ang="5400000" scaled="1"/>
                </a:gradFill>
                <a:ln w="13335" cap="flat" cmpd="sng" algn="ctr">
                  <a:solidFill>
                    <a:srgbClr val="14274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32" name="Rectangle"/>
                <p:cNvSpPr/>
                <p:nvPr/>
              </p:nvSpPr>
              <p:spPr>
                <a:xfrm>
                  <a:off x="12939712" y="6457950"/>
                  <a:ext cx="133350" cy="5619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000" h="59000">
                      <a:moveTo>
                        <a:pt x="7000" y="0"/>
                      </a:moveTo>
                      <a:lnTo>
                        <a:pt x="7000" y="0"/>
                      </a:lnTo>
                      <a:cubicBezTo>
                        <a:pt x="10866" y="0"/>
                        <a:pt x="14000" y="3134"/>
                        <a:pt x="14000" y="7000"/>
                      </a:cubicBezTo>
                      <a:lnTo>
                        <a:pt x="14000" y="52000"/>
                      </a:lnTo>
                      <a:cubicBezTo>
                        <a:pt x="14000" y="55866"/>
                        <a:pt x="10866" y="59000"/>
                        <a:pt x="7000" y="59000"/>
                      </a:cubicBezTo>
                      <a:lnTo>
                        <a:pt x="7000" y="59000"/>
                      </a:lnTo>
                      <a:cubicBezTo>
                        <a:pt x="3134" y="59000"/>
                        <a:pt x="0" y="55866"/>
                        <a:pt x="0" y="52000"/>
                      </a:cubicBezTo>
                      <a:lnTo>
                        <a:pt x="0" y="7000"/>
                      </a:lnTo>
                      <a:cubicBezTo>
                        <a:pt x="0" y="3134"/>
                        <a:pt x="3134" y="0"/>
                        <a:pt x="7000" y="0"/>
                      </a:cubicBezTo>
                      <a:close/>
                    </a:path>
                  </a:pathLst>
                </a:custGeom>
                <a:noFill/>
                <a:ln w="8572" cap="flat" cmpd="sng" algn="ctr">
                  <a:solidFill>
                    <a:srgbClr val="89969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33" name="Ellipse"/>
                <p:cNvSpPr/>
                <p:nvPr/>
              </p:nvSpPr>
              <p:spPr>
                <a:xfrm>
                  <a:off x="12954000" y="6477000"/>
                  <a:ext cx="104775" cy="104775"/>
                </a:xfrm>
                <a:prstGeom prst="ellipse">
                  <a:avLst/>
                </a:prstGeom>
                <a:solidFill>
                  <a:srgbClr val="5f963e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34" name="Ellipse"/>
                <p:cNvSpPr/>
                <p:nvPr/>
              </p:nvSpPr>
              <p:spPr>
                <a:xfrm>
                  <a:off x="12954000" y="6896100"/>
                  <a:ext cx="104775" cy="104775"/>
                </a:xfrm>
                <a:prstGeom prst="ellipse">
                  <a:avLst/>
                </a:prstGeom>
                <a:solidFill>
                  <a:srgbClr val="5f963e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35" name="Ellipse"/>
                <p:cNvSpPr/>
                <p:nvPr/>
              </p:nvSpPr>
              <p:spPr>
                <a:xfrm>
                  <a:off x="12986385" y="6623209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36" name="Ellipse"/>
                <p:cNvSpPr/>
                <p:nvPr/>
              </p:nvSpPr>
              <p:spPr>
                <a:xfrm>
                  <a:off x="12986385" y="6718935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37" name="Ellipse"/>
                <p:cNvSpPr/>
                <p:nvPr/>
              </p:nvSpPr>
              <p:spPr>
                <a:xfrm>
                  <a:off x="12986385" y="6814661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1738" name="Feature vector 1446 674"/>
              <p:cNvGrpSpPr/>
              <p:nvPr/>
            </p:nvGrpSpPr>
            <p:grpSpPr>
              <a:xfrm>
                <a:off x="13773150" y="6419850"/>
                <a:ext cx="200025" cy="638175"/>
                <a:chOff x="13773150" y="6419850"/>
                <a:chExt cx="200025" cy="638175"/>
              </a:xfrm>
            </p:grpSpPr>
            <p:sp>
              <p:nvSpPr>
                <p:cNvPr id="11739" name="Rectangle"/>
                <p:cNvSpPr/>
                <p:nvPr/>
              </p:nvSpPr>
              <p:spPr>
                <a:xfrm>
                  <a:off x="13773150" y="6419850"/>
                  <a:ext cx="200025" cy="6381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000" h="67000">
                      <a:moveTo>
                        <a:pt x="10500" y="0"/>
                      </a:moveTo>
                      <a:lnTo>
                        <a:pt x="10500" y="0"/>
                      </a:lnTo>
                      <a:cubicBezTo>
                        <a:pt x="16299" y="0"/>
                        <a:pt x="21000" y="4701"/>
                        <a:pt x="21000" y="10500"/>
                      </a:cubicBezTo>
                      <a:lnTo>
                        <a:pt x="21000" y="56500"/>
                      </a:lnTo>
                      <a:cubicBezTo>
                        <a:pt x="21000" y="62299"/>
                        <a:pt x="16299" y="67000"/>
                        <a:pt x="10500" y="67000"/>
                      </a:cubicBezTo>
                      <a:lnTo>
                        <a:pt x="10500" y="67000"/>
                      </a:lnTo>
                      <a:cubicBezTo>
                        <a:pt x="4701" y="67000"/>
                        <a:pt x="0" y="62299"/>
                        <a:pt x="0" y="56500"/>
                      </a:cubicBezTo>
                      <a:lnTo>
                        <a:pt x="0" y="10500"/>
                      </a:lnTo>
                      <a:cubicBezTo>
                        <a:pt x="0" y="4701"/>
                        <a:pt x="4701" y="0"/>
                        <a:pt x="105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affff"/>
                    </a:gs>
                    <a:gs pos="100000">
                      <a:srgbClr val="e8eeee"/>
                    </a:gs>
                  </a:gsLst>
                  <a:lin ang="5400000" scaled="1"/>
                </a:gradFill>
                <a:ln w="13335" cap="flat" cmpd="sng" algn="ctr">
                  <a:solidFill>
                    <a:srgbClr val="14274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40" name="Rectangle"/>
                <p:cNvSpPr/>
                <p:nvPr/>
              </p:nvSpPr>
              <p:spPr>
                <a:xfrm>
                  <a:off x="13806488" y="6457950"/>
                  <a:ext cx="133350" cy="5619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000" h="59000">
                      <a:moveTo>
                        <a:pt x="7000" y="0"/>
                      </a:moveTo>
                      <a:lnTo>
                        <a:pt x="7000" y="0"/>
                      </a:lnTo>
                      <a:cubicBezTo>
                        <a:pt x="10866" y="0"/>
                        <a:pt x="14000" y="3134"/>
                        <a:pt x="14000" y="7000"/>
                      </a:cubicBezTo>
                      <a:lnTo>
                        <a:pt x="14000" y="52000"/>
                      </a:lnTo>
                      <a:cubicBezTo>
                        <a:pt x="14000" y="55866"/>
                        <a:pt x="10866" y="59000"/>
                        <a:pt x="7000" y="59000"/>
                      </a:cubicBezTo>
                      <a:lnTo>
                        <a:pt x="7000" y="59000"/>
                      </a:lnTo>
                      <a:cubicBezTo>
                        <a:pt x="3134" y="59000"/>
                        <a:pt x="0" y="55866"/>
                        <a:pt x="0" y="52000"/>
                      </a:cubicBezTo>
                      <a:lnTo>
                        <a:pt x="0" y="7000"/>
                      </a:lnTo>
                      <a:cubicBezTo>
                        <a:pt x="0" y="3134"/>
                        <a:pt x="3134" y="0"/>
                        <a:pt x="7000" y="0"/>
                      </a:cubicBezTo>
                      <a:close/>
                    </a:path>
                  </a:pathLst>
                </a:custGeom>
                <a:noFill/>
                <a:ln w="8572" cap="flat" cmpd="sng" algn="ctr">
                  <a:solidFill>
                    <a:srgbClr val="89969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41" name="Ellipse"/>
                <p:cNvSpPr/>
                <p:nvPr/>
              </p:nvSpPr>
              <p:spPr>
                <a:xfrm>
                  <a:off x="13820775" y="6477000"/>
                  <a:ext cx="104775" cy="104775"/>
                </a:xfrm>
                <a:prstGeom prst="ellipse">
                  <a:avLst/>
                </a:prstGeom>
                <a:solidFill>
                  <a:srgbClr val="c5dfb0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42" name="Ellipse"/>
                <p:cNvSpPr/>
                <p:nvPr/>
              </p:nvSpPr>
              <p:spPr>
                <a:xfrm>
                  <a:off x="13820775" y="6896100"/>
                  <a:ext cx="104775" cy="104775"/>
                </a:xfrm>
                <a:prstGeom prst="ellipse">
                  <a:avLst/>
                </a:prstGeom>
                <a:solidFill>
                  <a:srgbClr val="c5dfb0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43" name="Ellipse"/>
                <p:cNvSpPr/>
                <p:nvPr/>
              </p:nvSpPr>
              <p:spPr>
                <a:xfrm>
                  <a:off x="13853160" y="6623209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44" name="Ellipse"/>
                <p:cNvSpPr/>
                <p:nvPr/>
              </p:nvSpPr>
              <p:spPr>
                <a:xfrm>
                  <a:off x="13853160" y="6718935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45" name="Ellipse"/>
                <p:cNvSpPr/>
                <p:nvPr/>
              </p:nvSpPr>
              <p:spPr>
                <a:xfrm>
                  <a:off x="13853160" y="6814661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1746" name="Directional connector"/>
              <p:cNvSpPr/>
              <p:nvPr/>
            </p:nvSpPr>
            <p:spPr>
              <a:xfrm>
                <a:off x="13125450" y="6505575"/>
                <a:ext cx="619125" cy="466725"/>
              </a:xfrm>
              <a:custGeom>
                <a:avLst/>
                <a:gdLst/>
                <a:ahLst/>
                <a:cxnLst/>
                <a:rect l="0" t="0" r="r" b="b"/>
                <a:pathLst>
                  <a:path w="65000" h="49000">
                    <a:moveTo>
                      <a:pt x="0" y="0"/>
                    </a:moveTo>
                    <a:lnTo>
                      <a:pt x="65000" y="49000"/>
                    </a:lnTo>
                  </a:path>
                </a:pathLst>
              </a:custGeom>
              <a:noFill/>
              <a:ln w="12382" cap="flat" cmpd="sng" algn="ctr">
                <a:solidFill>
                  <a:srgbClr val="050505"/>
                </a:solidFill>
                <a:custDash>
                  <a:ds d="307692" sp="230769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47" name="Arrowhead"/>
              <p:cNvSpPr/>
              <p:nvPr/>
            </p:nvSpPr>
            <p:spPr>
              <a:xfrm>
                <a:off x="13621654" y="6861511"/>
                <a:ext cx="122921" cy="110789"/>
              </a:xfrm>
              <a:custGeom>
                <a:avLst/>
                <a:gdLst/>
                <a:ahLst/>
                <a:cxnLst/>
                <a:rect l="0" t="0" r="r" b="b"/>
                <a:pathLst>
                  <a:path w="12905" h="11631">
                    <a:moveTo>
                      <a:pt x="12905" y="11631"/>
                    </a:moveTo>
                    <a:lnTo>
                      <a:pt x="0" y="8816"/>
                    </a:lnTo>
                    <a:lnTo>
                      <a:pt x="6646" y="0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48" name="Arrowhead"/>
              <p:cNvSpPr/>
              <p:nvPr/>
            </p:nvSpPr>
            <p:spPr>
              <a:xfrm>
                <a:off x="13125450" y="6505575"/>
                <a:ext cx="122921" cy="110789"/>
              </a:xfrm>
              <a:custGeom>
                <a:avLst/>
                <a:gdLst/>
                <a:ahLst/>
                <a:cxnLst/>
                <a:rect l="0" t="0" r="r" b="b"/>
                <a:pathLst>
                  <a:path w="12905" h="11631">
                    <a:moveTo>
                      <a:pt x="0" y="0"/>
                    </a:moveTo>
                    <a:lnTo>
                      <a:pt x="12905" y="2816"/>
                    </a:lnTo>
                    <a:lnTo>
                      <a:pt x="6259" y="11631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49" name="Directional connector"/>
              <p:cNvSpPr/>
              <p:nvPr/>
            </p:nvSpPr>
            <p:spPr>
              <a:xfrm>
                <a:off x="13125450" y="6505575"/>
                <a:ext cx="619125" cy="466725"/>
              </a:xfrm>
              <a:custGeom>
                <a:avLst/>
                <a:gdLst/>
                <a:ahLst/>
                <a:cxnLst/>
                <a:rect l="0" t="0" r="r" b="b"/>
                <a:pathLst>
                  <a:path w="65000" h="49000">
                    <a:moveTo>
                      <a:pt x="0" y="49000"/>
                    </a:moveTo>
                    <a:lnTo>
                      <a:pt x="65000" y="0"/>
                    </a:lnTo>
                  </a:path>
                </a:pathLst>
              </a:custGeom>
              <a:noFill/>
              <a:ln w="12382" cap="flat" cmpd="sng" algn="ctr">
                <a:solidFill>
                  <a:srgbClr val="050505"/>
                </a:solidFill>
                <a:custDash>
                  <a:ds d="307692" sp="230769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50" name="Arrowhead"/>
              <p:cNvSpPr/>
              <p:nvPr/>
            </p:nvSpPr>
            <p:spPr>
              <a:xfrm>
                <a:off x="13621654" y="6505575"/>
                <a:ext cx="122921" cy="110789"/>
              </a:xfrm>
              <a:custGeom>
                <a:avLst/>
                <a:gdLst/>
                <a:ahLst/>
                <a:cxnLst/>
                <a:rect l="0" t="0" r="r" b="b"/>
                <a:pathLst>
                  <a:path w="12905" h="11631">
                    <a:moveTo>
                      <a:pt x="12905" y="0"/>
                    </a:moveTo>
                    <a:lnTo>
                      <a:pt x="6646" y="11631"/>
                    </a:lnTo>
                    <a:lnTo>
                      <a:pt x="0" y="2816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51" name="Arrowhead"/>
              <p:cNvSpPr/>
              <p:nvPr/>
            </p:nvSpPr>
            <p:spPr>
              <a:xfrm>
                <a:off x="13125450" y="6861511"/>
                <a:ext cx="122921" cy="110789"/>
              </a:xfrm>
              <a:custGeom>
                <a:avLst/>
                <a:gdLst/>
                <a:ahLst/>
                <a:cxnLst/>
                <a:rect l="0" t="0" r="r" b="b"/>
                <a:pathLst>
                  <a:path w="12905" h="11631">
                    <a:moveTo>
                      <a:pt x="0" y="11631"/>
                    </a:moveTo>
                    <a:lnTo>
                      <a:pt x="6259" y="0"/>
                    </a:lnTo>
                    <a:lnTo>
                      <a:pt x="12905" y="8816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1752" name="Corresponding category relation 1358 481"/>
            <p:cNvGrpSpPr/>
            <p:nvPr/>
          </p:nvGrpSpPr>
          <p:grpSpPr>
            <a:xfrm>
              <a:off x="12934950" y="4581525"/>
              <a:ext cx="1247775" cy="800100"/>
              <a:chOff x="12934950" y="4581525"/>
              <a:chExt cx="1247775" cy="800100"/>
            </a:xfrm>
          </p:grpSpPr>
          <p:sp>
            <p:nvSpPr>
              <p:cNvPr id="11753" name="Rectangle"/>
              <p:cNvSpPr/>
              <p:nvPr/>
            </p:nvSpPr>
            <p:spPr>
              <a:xfrm>
                <a:off x="12934950" y="4581525"/>
                <a:ext cx="1247775" cy="800100"/>
              </a:xfrm>
              <a:custGeom>
                <a:avLst/>
                <a:gdLst/>
                <a:ahLst/>
                <a:cxnLst/>
                <a:rect l="0" t="0" r="r" b="b"/>
                <a:pathLst>
                  <a:path w="131000" h="84000">
                    <a:moveTo>
                      <a:pt x="15000" y="0"/>
                    </a:moveTo>
                    <a:lnTo>
                      <a:pt x="116000" y="0"/>
                    </a:lnTo>
                    <a:cubicBezTo>
                      <a:pt x="124284" y="0"/>
                      <a:pt x="131000" y="6716"/>
                      <a:pt x="131000" y="15000"/>
                    </a:cubicBezTo>
                    <a:lnTo>
                      <a:pt x="131000" y="69000"/>
                    </a:lnTo>
                    <a:cubicBezTo>
                      <a:pt x="131000" y="77284"/>
                      <a:pt x="124284" y="84000"/>
                      <a:pt x="116000" y="84000"/>
                    </a:cubicBezTo>
                    <a:lnTo>
                      <a:pt x="15000" y="84000"/>
                    </a:lnTo>
                    <a:cubicBezTo>
                      <a:pt x="6716" y="84000"/>
                      <a:pt x="0" y="77284"/>
                      <a:pt x="0" y="69000"/>
                    </a:cubicBezTo>
                    <a:lnTo>
                      <a:pt x="0" y="15000"/>
                    </a:lnTo>
                    <a:cubicBezTo>
                      <a:pt x="0" y="6716"/>
                      <a:pt x="6716" y="0"/>
                      <a:pt x="15000" y="0"/>
                    </a:cubicBezTo>
                    <a:close/>
                  </a:path>
                </a:pathLst>
              </a:custGeom>
              <a:solidFill>
                <a:srgbClr val="fefffd"/>
              </a:solidFill>
              <a:ln w="19050" cap="flat" cmpd="sng" algn="ctr">
                <a:solidFill>
                  <a:srgbClr val="222222"/>
                </a:solidFill>
                <a:custDash>
                  <a:ds d="400000" sp="300000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1754" name="Feature vector 1364 486"/>
              <p:cNvGrpSpPr/>
              <p:nvPr/>
            </p:nvGrpSpPr>
            <p:grpSpPr>
              <a:xfrm>
                <a:off x="12992100" y="4629150"/>
                <a:ext cx="200025" cy="704850"/>
                <a:chOff x="12992100" y="4629150"/>
                <a:chExt cx="200025" cy="704850"/>
              </a:xfrm>
            </p:grpSpPr>
            <p:sp>
              <p:nvSpPr>
                <p:cNvPr id="11755" name="Rectangle"/>
                <p:cNvSpPr/>
                <p:nvPr/>
              </p:nvSpPr>
              <p:spPr>
                <a:xfrm>
                  <a:off x="12992100" y="4629150"/>
                  <a:ext cx="200025" cy="7048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000" h="74000">
                      <a:moveTo>
                        <a:pt x="10500" y="0"/>
                      </a:moveTo>
                      <a:lnTo>
                        <a:pt x="10500" y="0"/>
                      </a:lnTo>
                      <a:cubicBezTo>
                        <a:pt x="16299" y="0"/>
                        <a:pt x="21000" y="4701"/>
                        <a:pt x="21000" y="10500"/>
                      </a:cubicBezTo>
                      <a:lnTo>
                        <a:pt x="21000" y="63500"/>
                      </a:lnTo>
                      <a:cubicBezTo>
                        <a:pt x="21000" y="69299"/>
                        <a:pt x="16299" y="74000"/>
                        <a:pt x="10500" y="74000"/>
                      </a:cubicBezTo>
                      <a:lnTo>
                        <a:pt x="10500" y="74000"/>
                      </a:lnTo>
                      <a:cubicBezTo>
                        <a:pt x="4701" y="74000"/>
                        <a:pt x="0" y="69299"/>
                        <a:pt x="0" y="63500"/>
                      </a:cubicBezTo>
                      <a:lnTo>
                        <a:pt x="0" y="10500"/>
                      </a:lnTo>
                      <a:cubicBezTo>
                        <a:pt x="0" y="4701"/>
                        <a:pt x="4701" y="0"/>
                        <a:pt x="105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affff"/>
                    </a:gs>
                    <a:gs pos="100000">
                      <a:srgbClr val="e8eeee"/>
                    </a:gs>
                  </a:gsLst>
                  <a:lin ang="5400000" scaled="1"/>
                </a:gradFill>
                <a:ln w="13335" cap="flat" cmpd="sng" algn="ctr">
                  <a:solidFill>
                    <a:srgbClr val="14274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56" name="Rectangle"/>
                <p:cNvSpPr/>
                <p:nvPr/>
              </p:nvSpPr>
              <p:spPr>
                <a:xfrm>
                  <a:off x="13025438" y="4667250"/>
                  <a:ext cx="133350" cy="6286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000" h="66000">
                      <a:moveTo>
                        <a:pt x="7000" y="0"/>
                      </a:moveTo>
                      <a:lnTo>
                        <a:pt x="7000" y="0"/>
                      </a:lnTo>
                      <a:cubicBezTo>
                        <a:pt x="10866" y="0"/>
                        <a:pt x="14000" y="3134"/>
                        <a:pt x="14000" y="7000"/>
                      </a:cubicBezTo>
                      <a:lnTo>
                        <a:pt x="14000" y="59000"/>
                      </a:lnTo>
                      <a:cubicBezTo>
                        <a:pt x="14000" y="62866"/>
                        <a:pt x="10866" y="66000"/>
                        <a:pt x="7000" y="66000"/>
                      </a:cubicBezTo>
                      <a:lnTo>
                        <a:pt x="7000" y="66000"/>
                      </a:lnTo>
                      <a:cubicBezTo>
                        <a:pt x="3134" y="66000"/>
                        <a:pt x="0" y="62866"/>
                        <a:pt x="0" y="59000"/>
                      </a:cubicBezTo>
                      <a:lnTo>
                        <a:pt x="0" y="7000"/>
                      </a:lnTo>
                      <a:cubicBezTo>
                        <a:pt x="0" y="3134"/>
                        <a:pt x="3134" y="0"/>
                        <a:pt x="7000" y="0"/>
                      </a:cubicBezTo>
                      <a:close/>
                    </a:path>
                  </a:pathLst>
                </a:custGeom>
                <a:noFill/>
                <a:ln w="8572" cap="flat" cmpd="sng" algn="ctr">
                  <a:solidFill>
                    <a:srgbClr val="89969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57" name="Ellipse"/>
                <p:cNvSpPr/>
                <p:nvPr/>
              </p:nvSpPr>
              <p:spPr>
                <a:xfrm>
                  <a:off x="13039725" y="4686300"/>
                  <a:ext cx="104775" cy="104775"/>
                </a:xfrm>
                <a:prstGeom prst="ellipse">
                  <a:avLst/>
                </a:prstGeom>
                <a:solidFill>
                  <a:srgbClr val="ffe574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58" name="Ellipse"/>
                <p:cNvSpPr/>
                <p:nvPr/>
              </p:nvSpPr>
              <p:spPr>
                <a:xfrm>
                  <a:off x="13039725" y="5172075"/>
                  <a:ext cx="104775" cy="104775"/>
                </a:xfrm>
                <a:prstGeom prst="ellipse">
                  <a:avLst/>
                </a:prstGeom>
                <a:solidFill>
                  <a:srgbClr val="ffc000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59" name="Ellipse"/>
                <p:cNvSpPr/>
                <p:nvPr/>
              </p:nvSpPr>
              <p:spPr>
                <a:xfrm>
                  <a:off x="13072110" y="4855845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60" name="Ellipse"/>
                <p:cNvSpPr/>
                <p:nvPr/>
              </p:nvSpPr>
              <p:spPr>
                <a:xfrm>
                  <a:off x="13072110" y="4961572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61" name="Ellipse"/>
                <p:cNvSpPr/>
                <p:nvPr/>
              </p:nvSpPr>
              <p:spPr>
                <a:xfrm>
                  <a:off x="13072110" y="5067300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1762" name="Feature vector 1458 486"/>
              <p:cNvGrpSpPr/>
              <p:nvPr/>
            </p:nvGrpSpPr>
            <p:grpSpPr>
              <a:xfrm>
                <a:off x="13887450" y="4629150"/>
                <a:ext cx="200025" cy="704850"/>
                <a:chOff x="13887450" y="4629150"/>
                <a:chExt cx="200025" cy="704850"/>
              </a:xfrm>
            </p:grpSpPr>
            <p:sp>
              <p:nvSpPr>
                <p:cNvPr id="11763" name="Rectangle"/>
                <p:cNvSpPr/>
                <p:nvPr/>
              </p:nvSpPr>
              <p:spPr>
                <a:xfrm>
                  <a:off x="13887450" y="4629150"/>
                  <a:ext cx="200025" cy="7048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000" h="74000">
                      <a:moveTo>
                        <a:pt x="10500" y="0"/>
                      </a:moveTo>
                      <a:lnTo>
                        <a:pt x="10500" y="0"/>
                      </a:lnTo>
                      <a:cubicBezTo>
                        <a:pt x="16299" y="0"/>
                        <a:pt x="21000" y="4701"/>
                        <a:pt x="21000" y="10500"/>
                      </a:cubicBezTo>
                      <a:lnTo>
                        <a:pt x="21000" y="63500"/>
                      </a:lnTo>
                      <a:cubicBezTo>
                        <a:pt x="21000" y="69299"/>
                        <a:pt x="16299" y="74000"/>
                        <a:pt x="10500" y="74000"/>
                      </a:cubicBezTo>
                      <a:lnTo>
                        <a:pt x="10500" y="74000"/>
                      </a:lnTo>
                      <a:cubicBezTo>
                        <a:pt x="4701" y="74000"/>
                        <a:pt x="0" y="69299"/>
                        <a:pt x="0" y="63500"/>
                      </a:cubicBezTo>
                      <a:lnTo>
                        <a:pt x="0" y="10500"/>
                      </a:lnTo>
                      <a:cubicBezTo>
                        <a:pt x="0" y="4701"/>
                        <a:pt x="4701" y="0"/>
                        <a:pt x="105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faffff"/>
                    </a:gs>
                    <a:gs pos="100000">
                      <a:srgbClr val="e8eeee"/>
                    </a:gs>
                  </a:gsLst>
                  <a:lin ang="5400000" scaled="1"/>
                </a:gradFill>
                <a:ln w="13335" cap="flat" cmpd="sng" algn="ctr">
                  <a:solidFill>
                    <a:srgbClr val="14274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64" name="Rectangle"/>
                <p:cNvSpPr/>
                <p:nvPr/>
              </p:nvSpPr>
              <p:spPr>
                <a:xfrm>
                  <a:off x="13920788" y="4667250"/>
                  <a:ext cx="133350" cy="6286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000" h="66000">
                      <a:moveTo>
                        <a:pt x="7000" y="0"/>
                      </a:moveTo>
                      <a:lnTo>
                        <a:pt x="7000" y="0"/>
                      </a:lnTo>
                      <a:cubicBezTo>
                        <a:pt x="10866" y="0"/>
                        <a:pt x="14000" y="3134"/>
                        <a:pt x="14000" y="7000"/>
                      </a:cubicBezTo>
                      <a:lnTo>
                        <a:pt x="14000" y="59000"/>
                      </a:lnTo>
                      <a:cubicBezTo>
                        <a:pt x="14000" y="62866"/>
                        <a:pt x="10866" y="66000"/>
                        <a:pt x="7000" y="66000"/>
                      </a:cubicBezTo>
                      <a:lnTo>
                        <a:pt x="7000" y="66000"/>
                      </a:lnTo>
                      <a:cubicBezTo>
                        <a:pt x="3134" y="66000"/>
                        <a:pt x="0" y="62866"/>
                        <a:pt x="0" y="59000"/>
                      </a:cubicBezTo>
                      <a:lnTo>
                        <a:pt x="0" y="7000"/>
                      </a:lnTo>
                      <a:cubicBezTo>
                        <a:pt x="0" y="3134"/>
                        <a:pt x="3134" y="0"/>
                        <a:pt x="7000" y="0"/>
                      </a:cubicBezTo>
                      <a:close/>
                    </a:path>
                  </a:pathLst>
                </a:custGeom>
                <a:noFill/>
                <a:ln w="8572" cap="flat" cmpd="sng" algn="ctr">
                  <a:solidFill>
                    <a:srgbClr val="899696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65" name="Ellipse"/>
                <p:cNvSpPr/>
                <p:nvPr/>
              </p:nvSpPr>
              <p:spPr>
                <a:xfrm>
                  <a:off x="13935075" y="4686300"/>
                  <a:ext cx="104775" cy="104775"/>
                </a:xfrm>
                <a:prstGeom prst="ellipse">
                  <a:avLst/>
                </a:prstGeom>
                <a:solidFill>
                  <a:srgbClr val="fe0000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66" name="Ellipse"/>
                <p:cNvSpPr/>
                <p:nvPr/>
              </p:nvSpPr>
              <p:spPr>
                <a:xfrm>
                  <a:off x="13935075" y="5172075"/>
                  <a:ext cx="104775" cy="104775"/>
                </a:xfrm>
                <a:prstGeom prst="ellipse">
                  <a:avLst/>
                </a:prstGeom>
                <a:solidFill>
                  <a:srgbClr val="fe0000"/>
                </a:solidFill>
                <a:ln w="16192" cap="flat" cmpd="sng" algn="ctr">
                  <a:solidFill>
                    <a:srgbClr val="062965"/>
                  </a:solidFill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67" name="Ellipse"/>
                <p:cNvSpPr/>
                <p:nvPr/>
              </p:nvSpPr>
              <p:spPr>
                <a:xfrm>
                  <a:off x="13967460" y="4855845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68" name="Ellipse"/>
                <p:cNvSpPr/>
                <p:nvPr/>
              </p:nvSpPr>
              <p:spPr>
                <a:xfrm>
                  <a:off x="13967460" y="4961572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769" name="Ellipse"/>
                <p:cNvSpPr/>
                <p:nvPr/>
              </p:nvSpPr>
              <p:spPr>
                <a:xfrm>
                  <a:off x="13967460" y="5067300"/>
                  <a:ext cx="40005" cy="40005"/>
                </a:xfrm>
                <a:prstGeom prst="ellipse">
                  <a:avLst/>
                </a:prstGeom>
                <a:solidFill>
                  <a:srgbClr val="050505"/>
                </a:solidFill>
                <a:ln w="19050" cap="flat" cmpd="sng" algn="ctr">
                  <a:noFill/>
                  <a:round/>
                </a:ln>
                <a:effectLst/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1770" name="Directional connector"/>
              <p:cNvSpPr/>
              <p:nvPr/>
            </p:nvSpPr>
            <p:spPr>
              <a:xfrm>
                <a:off x="13258800" y="4705350"/>
                <a:ext cx="590550" cy="95"/>
              </a:xfrm>
              <a:custGeom>
                <a:avLst/>
                <a:gdLst/>
                <a:ahLst/>
                <a:cxnLst/>
                <a:rect l="0" t="0" r="r" b="b"/>
                <a:pathLst>
                  <a:path w="62000" h="10">
                    <a:moveTo>
                      <a:pt x="0" y="0"/>
                    </a:moveTo>
                    <a:lnTo>
                      <a:pt x="62000" y="0"/>
                    </a:lnTo>
                  </a:path>
                </a:pathLst>
              </a:custGeom>
              <a:noFill/>
              <a:ln w="12382" cap="flat" cmpd="sng" algn="ctr">
                <a:solidFill>
                  <a:srgbClr val="050505"/>
                </a:solidFill>
                <a:custDash>
                  <a:ds d="307692" sp="230769"/>
                </a:custDash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71" name="Arrowhead"/>
              <p:cNvSpPr/>
              <p:nvPr/>
            </p:nvSpPr>
            <p:spPr>
              <a:xfrm>
                <a:off x="13735050" y="4652772"/>
                <a:ext cx="114300" cy="105156"/>
              </a:xfrm>
              <a:custGeom>
                <a:avLst/>
                <a:gdLst/>
                <a:ahLst/>
                <a:cxnLst/>
                <a:rect l="0" t="0" r="r" b="b"/>
                <a:pathLst>
                  <a:path w="12000" h="11040">
                    <a:moveTo>
                      <a:pt x="12000" y="5520"/>
                    </a:moveTo>
                    <a:lnTo>
                      <a:pt x="0" y="110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72" name="Arrowhead"/>
              <p:cNvSpPr/>
              <p:nvPr/>
            </p:nvSpPr>
            <p:spPr>
              <a:xfrm>
                <a:off x="13258800" y="4652772"/>
                <a:ext cx="114300" cy="105156"/>
              </a:xfrm>
              <a:custGeom>
                <a:avLst/>
                <a:gdLst/>
                <a:ahLst/>
                <a:cxnLst/>
                <a:rect l="0" t="0" r="r" b="b"/>
                <a:pathLst>
                  <a:path w="12000" h="11040">
                    <a:moveTo>
                      <a:pt x="0" y="5520"/>
                    </a:moveTo>
                    <a:lnTo>
                      <a:pt x="12000" y="0"/>
                    </a:lnTo>
                    <a:lnTo>
                      <a:pt x="12000" y="11040"/>
                    </a:lnTo>
                    <a:close/>
                  </a:path>
                </a:pathLst>
              </a:custGeom>
              <a:solidFill>
                <a:srgbClr val="050505"/>
              </a:solidFill>
              <a:ln w="19050" cap="flat" cmpd="sng" algn="ctr">
                <a:noFill/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1773" name="L&lt;sub&gt;t&lt;/sub&gt; &lt;sup&gt;(1)&lt;/sup&gt;"/>
            <p:cNvSpPr/>
            <p:nvPr/>
          </p:nvSpPr>
          <p:spPr>
            <a:xfrm>
              <a:off x="15201900" y="2895600"/>
              <a:ext cx="914400" cy="342900"/>
            </a:xfrm>
            <a:custGeom>
              <a:avLst/>
              <a:gdLst/>
              <a:ahLst/>
              <a:cxnLst/>
              <a:rect l="0" t="0" r="r" b="b"/>
              <a:pathLst>
                <a:path w="96000" h="36000">
                  <a:moveTo>
                    <a:pt x="0" y="0"/>
                  </a:moveTo>
                  <a:lnTo>
                    <a:pt x="96000" y="0"/>
                  </a:lnTo>
                  <a:lnTo>
                    <a:pt x="96000" y="36000"/>
                  </a:lnTo>
                  <a:lnTo>
                    <a:pt x="0" y="36000"/>
                  </a:lnTo>
                  <a:close/>
                </a:path>
              </a:pathLst>
            </a:custGeom>
            <a:solidFill>
              <a:srgbClr val="f3e1d4"/>
            </a:solidFill>
            <a:ln w="20002" cap="flat" cmpd="sng" algn="ctr">
              <a:solidFill>
                <a:srgbClr val="1435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775" name="Lt (1)"/>
            <p:cNvGrpSpPr/>
            <p:nvPr/>
          </p:nvGrpSpPr>
          <p:grpSpPr>
            <a:xfrm>
              <a:off x="15397877" y="2919412"/>
              <a:ext cx="531972" cy="362532"/>
              <a:chOff x="15397877" y="2919412"/>
              <a:chExt cx="531972" cy="362532"/>
            </a:xfrm>
          </p:grpSpPr>
          <p:sp>
            <p:nvSpPr>
              <p:cNvPr id="11776" name="L"/>
              <p:cNvSpPr txBox="1"/>
              <p:nvPr/>
            </p:nvSpPr>
            <p:spPr>
              <a:xfrm>
                <a:off x="15397877" y="2919412"/>
                <a:ext cx="193767" cy="337947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175" b="1">
                    <a:solidFill>
                      <a:srgbClr val="050505"/>
                    </a:solidFill>
                    <a:latin typeface="Liberation Serif"/>
                  </a:rPr>
                  <a:t>L</a:t>
                </a:r>
              </a:p>
            </p:txBody>
          </p:sp>
          <p:sp>
            <p:nvSpPr>
              <p:cNvPr id="11777" name="t"/>
              <p:cNvSpPr txBox="1"/>
              <p:nvPr/>
            </p:nvSpPr>
            <p:spPr>
              <a:xfrm>
                <a:off x="15582119" y="3052277"/>
                <a:ext cx="69317" cy="229667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413" b="1">
                    <a:solidFill>
                      <a:srgbClr val="050505"/>
                    </a:solidFill>
                    <a:latin typeface="Liberation Serif"/>
                  </a:rPr>
                  <a:t>t</a:t>
                </a:r>
              </a:p>
            </p:txBody>
          </p:sp>
          <p:sp>
            <p:nvSpPr>
              <p:cNvPr id="11778" name=" "/>
              <p:cNvSpPr txBox="1"/>
              <p:nvPr/>
            </p:nvSpPr>
            <p:spPr>
              <a:xfrm>
                <a:off x="15641910" y="2919412"/>
                <a:ext cx="78581" cy="337947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175" b="1">
                    <a:solidFill>
                      <a:srgbClr val="050505"/>
                    </a:solidFill>
                    <a:latin typeface="Liberation Serif"/>
                  </a:rPr>
                  <a:t> </a:t>
                </a:r>
              </a:p>
            </p:txBody>
          </p:sp>
          <p:sp>
            <p:nvSpPr>
              <p:cNvPr id="11779" name="(1)"/>
              <p:cNvSpPr txBox="1"/>
              <p:nvPr/>
            </p:nvSpPr>
            <p:spPr>
              <a:xfrm>
                <a:off x="15710967" y="2919689"/>
                <a:ext cx="218882" cy="229667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413" b="1">
                    <a:solidFill>
                      <a:srgbClr val="050505"/>
                    </a:solidFill>
                    <a:latin typeface="Liberation Serif"/>
                  </a:rPr>
                  <a:t>(1)</a:t>
                </a:r>
              </a:p>
            </p:txBody>
          </p:sp>
        </p:grpSp>
        <p:sp>
          <p:nvSpPr>
            <p:cNvPr id="11780" name="L&lt;sub&gt;wd&lt;/sub&gt; &lt;sup&gt;(1)&lt;/sup&gt;"/>
            <p:cNvSpPr/>
            <p:nvPr/>
          </p:nvSpPr>
          <p:spPr>
            <a:xfrm>
              <a:off x="15201900" y="3771900"/>
              <a:ext cx="933450" cy="342900"/>
            </a:xfrm>
            <a:custGeom>
              <a:avLst/>
              <a:gdLst/>
              <a:ahLst/>
              <a:cxnLst/>
              <a:rect l="0" t="0" r="r" b="b"/>
              <a:pathLst>
                <a:path w="98000" h="36000">
                  <a:moveTo>
                    <a:pt x="0" y="0"/>
                  </a:moveTo>
                  <a:lnTo>
                    <a:pt x="98000" y="0"/>
                  </a:lnTo>
                  <a:lnTo>
                    <a:pt x="98000" y="36000"/>
                  </a:lnTo>
                  <a:lnTo>
                    <a:pt x="0" y="36000"/>
                  </a:lnTo>
                  <a:close/>
                </a:path>
              </a:pathLst>
            </a:custGeom>
            <a:solidFill>
              <a:srgbClr val="f3e1d4"/>
            </a:solidFill>
            <a:ln w="20002" cap="flat" cmpd="sng" algn="ctr">
              <a:solidFill>
                <a:srgbClr val="1435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782" name="Lwd (1)"/>
            <p:cNvGrpSpPr/>
            <p:nvPr/>
          </p:nvGrpSpPr>
          <p:grpSpPr>
            <a:xfrm>
              <a:off x="15322540" y="3795712"/>
              <a:ext cx="701695" cy="362532"/>
              <a:chOff x="15322540" y="3795712"/>
              <a:chExt cx="701695" cy="362532"/>
            </a:xfrm>
          </p:grpSpPr>
          <p:sp>
            <p:nvSpPr>
              <p:cNvPr id="11783" name="L"/>
              <p:cNvSpPr txBox="1"/>
              <p:nvPr/>
            </p:nvSpPr>
            <p:spPr>
              <a:xfrm>
                <a:off x="15322540" y="3795712"/>
                <a:ext cx="193767" cy="337947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175" b="1">
                    <a:solidFill>
                      <a:srgbClr val="050505"/>
                    </a:solidFill>
                    <a:latin typeface="Liberation Serif"/>
                  </a:rPr>
                  <a:t>L</a:t>
                </a:r>
              </a:p>
            </p:txBody>
          </p:sp>
          <p:sp>
            <p:nvSpPr>
              <p:cNvPr id="11784" name="wd"/>
              <p:cNvSpPr txBox="1"/>
              <p:nvPr/>
            </p:nvSpPr>
            <p:spPr>
              <a:xfrm>
                <a:off x="15506782" y="3928577"/>
                <a:ext cx="239040" cy="229667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413" b="1">
                    <a:solidFill>
                      <a:srgbClr val="050505"/>
                    </a:solidFill>
                    <a:latin typeface="Liberation Serif"/>
                  </a:rPr>
                  <a:t>wd</a:t>
                </a:r>
              </a:p>
            </p:txBody>
          </p:sp>
          <p:sp>
            <p:nvSpPr>
              <p:cNvPr id="11785" name=" "/>
              <p:cNvSpPr txBox="1"/>
              <p:nvPr/>
            </p:nvSpPr>
            <p:spPr>
              <a:xfrm>
                <a:off x="15736297" y="3795712"/>
                <a:ext cx="78581" cy="337947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175" b="1">
                    <a:solidFill>
                      <a:srgbClr val="050505"/>
                    </a:solidFill>
                    <a:latin typeface="Liberation Serif"/>
                  </a:rPr>
                  <a:t> </a:t>
                </a:r>
              </a:p>
            </p:txBody>
          </p:sp>
          <p:sp>
            <p:nvSpPr>
              <p:cNvPr id="11786" name="(1)"/>
              <p:cNvSpPr txBox="1"/>
              <p:nvPr/>
            </p:nvSpPr>
            <p:spPr>
              <a:xfrm>
                <a:off x="15805353" y="3795989"/>
                <a:ext cx="218882" cy="229667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413" b="1">
                    <a:solidFill>
                      <a:srgbClr val="050505"/>
                    </a:solidFill>
                    <a:latin typeface="Liberation Serif"/>
                  </a:rPr>
                  <a:t>(1)</a:t>
                </a:r>
              </a:p>
            </p:txBody>
          </p:sp>
        </p:grpSp>
        <p:sp>
          <p:nvSpPr>
            <p:cNvPr id="11787" name="L&lt;sub&gt;ENL&lt;/sub&gt; &lt;sup&gt;(1)&lt;/sup&gt;"/>
            <p:cNvSpPr/>
            <p:nvPr/>
          </p:nvSpPr>
          <p:spPr>
            <a:xfrm>
              <a:off x="16783050" y="3238500"/>
              <a:ext cx="923925" cy="342900"/>
            </a:xfrm>
            <a:custGeom>
              <a:avLst/>
              <a:gdLst/>
              <a:ahLst/>
              <a:cxnLst/>
              <a:rect l="0" t="0" r="r" b="b"/>
              <a:pathLst>
                <a:path w="97000" h="36000">
                  <a:moveTo>
                    <a:pt x="0" y="0"/>
                  </a:moveTo>
                  <a:lnTo>
                    <a:pt x="97000" y="0"/>
                  </a:lnTo>
                  <a:lnTo>
                    <a:pt x="97000" y="36000"/>
                  </a:lnTo>
                  <a:lnTo>
                    <a:pt x="0" y="36000"/>
                  </a:lnTo>
                  <a:close/>
                </a:path>
              </a:pathLst>
            </a:custGeom>
            <a:solidFill>
              <a:srgbClr val="dfaa7a"/>
            </a:solidFill>
            <a:ln w="20002" cap="flat" cmpd="sng" algn="ctr">
              <a:solidFill>
                <a:srgbClr val="1435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789" name="LENL (1)"/>
            <p:cNvGrpSpPr/>
            <p:nvPr/>
          </p:nvGrpSpPr>
          <p:grpSpPr>
            <a:xfrm>
              <a:off x="16843441" y="3267075"/>
              <a:ext cx="812668" cy="351016"/>
              <a:chOff x="16843441" y="3267075"/>
              <a:chExt cx="812668" cy="351016"/>
            </a:xfrm>
          </p:grpSpPr>
          <p:sp>
            <p:nvSpPr>
              <p:cNvPr id="11790" name="L"/>
              <p:cNvSpPr txBox="1"/>
              <p:nvPr/>
            </p:nvSpPr>
            <p:spPr>
              <a:xfrm>
                <a:off x="16843441" y="3267075"/>
                <a:ext cx="187412" cy="32727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 b="1">
                    <a:solidFill>
                      <a:srgbClr val="050505"/>
                    </a:solidFill>
                    <a:latin typeface="Liberation Serif"/>
                  </a:rPr>
                  <a:t>L</a:t>
                </a:r>
              </a:p>
            </p:txBody>
          </p:sp>
          <p:sp>
            <p:nvSpPr>
              <p:cNvPr id="11791" name="ENL"/>
              <p:cNvSpPr txBox="1"/>
              <p:nvPr/>
            </p:nvSpPr>
            <p:spPr>
              <a:xfrm>
                <a:off x="17021328" y="3395358"/>
                <a:ext cx="365968" cy="22273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364" b="1">
                    <a:solidFill>
                      <a:srgbClr val="050505"/>
                    </a:solidFill>
                    <a:latin typeface="Liberation Serif"/>
                  </a:rPr>
                  <a:t>ENL</a:t>
                </a:r>
              </a:p>
            </p:txBody>
          </p:sp>
          <p:sp>
            <p:nvSpPr>
              <p:cNvPr id="11792" name=" "/>
              <p:cNvSpPr txBox="1"/>
              <p:nvPr/>
            </p:nvSpPr>
            <p:spPr>
              <a:xfrm>
                <a:off x="17377771" y="3267075"/>
                <a:ext cx="76200" cy="32727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 b="1">
                    <a:solidFill>
                      <a:srgbClr val="050505"/>
                    </a:solidFill>
                    <a:latin typeface="Liberation Serif"/>
                  </a:rPr>
                  <a:t> </a:t>
                </a:r>
              </a:p>
            </p:txBody>
          </p:sp>
          <p:sp>
            <p:nvSpPr>
              <p:cNvPr id="11793" name="(1)"/>
              <p:cNvSpPr txBox="1"/>
              <p:nvPr/>
            </p:nvSpPr>
            <p:spPr>
              <a:xfrm>
                <a:off x="17444446" y="3267342"/>
                <a:ext cx="211663" cy="22273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364" b="1">
                    <a:solidFill>
                      <a:srgbClr val="050505"/>
                    </a:solidFill>
                    <a:latin typeface="Liberation Serif"/>
                  </a:rPr>
                  <a:t>(1)</a:t>
                </a:r>
              </a:p>
            </p:txBody>
          </p:sp>
        </p:grpSp>
        <p:sp>
          <p:nvSpPr>
            <p:cNvPr id="11794" name="L&lt;sub&gt;t&lt;/sub&gt; &lt;sup&gt;(2)&lt;/sup&gt;"/>
            <p:cNvSpPr/>
            <p:nvPr/>
          </p:nvSpPr>
          <p:spPr>
            <a:xfrm>
              <a:off x="15201900" y="5810250"/>
              <a:ext cx="923925" cy="342900"/>
            </a:xfrm>
            <a:custGeom>
              <a:avLst/>
              <a:gdLst/>
              <a:ahLst/>
              <a:cxnLst/>
              <a:rect l="0" t="0" r="r" b="b"/>
              <a:pathLst>
                <a:path w="97000" h="36000">
                  <a:moveTo>
                    <a:pt x="0" y="0"/>
                  </a:moveTo>
                  <a:lnTo>
                    <a:pt x="97000" y="0"/>
                  </a:lnTo>
                  <a:lnTo>
                    <a:pt x="97000" y="36000"/>
                  </a:lnTo>
                  <a:lnTo>
                    <a:pt x="0" y="36000"/>
                  </a:lnTo>
                  <a:close/>
                </a:path>
              </a:pathLst>
            </a:custGeom>
            <a:solidFill>
              <a:srgbClr val="b7d8a2"/>
            </a:solidFill>
            <a:ln w="20002" cap="flat" cmpd="sng" algn="ctr">
              <a:solidFill>
                <a:srgbClr val="1435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796" name="Lt (2)"/>
            <p:cNvGrpSpPr/>
            <p:nvPr/>
          </p:nvGrpSpPr>
          <p:grpSpPr>
            <a:xfrm>
              <a:off x="15402639" y="5834062"/>
              <a:ext cx="531972" cy="362532"/>
              <a:chOff x="15402639" y="5834062"/>
              <a:chExt cx="531972" cy="362532"/>
            </a:xfrm>
          </p:grpSpPr>
          <p:sp>
            <p:nvSpPr>
              <p:cNvPr id="11797" name="L"/>
              <p:cNvSpPr txBox="1"/>
              <p:nvPr/>
            </p:nvSpPr>
            <p:spPr>
              <a:xfrm>
                <a:off x="15402639" y="5834062"/>
                <a:ext cx="193767" cy="337947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175" b="1">
                    <a:solidFill>
                      <a:srgbClr val="050505"/>
                    </a:solidFill>
                    <a:latin typeface="Liberation Serif"/>
                  </a:rPr>
                  <a:t>L</a:t>
                </a:r>
              </a:p>
            </p:txBody>
          </p:sp>
          <p:sp>
            <p:nvSpPr>
              <p:cNvPr id="11798" name="t"/>
              <p:cNvSpPr txBox="1"/>
              <p:nvPr/>
            </p:nvSpPr>
            <p:spPr>
              <a:xfrm>
                <a:off x="15586881" y="5966927"/>
                <a:ext cx="69317" cy="229667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413" b="1">
                    <a:solidFill>
                      <a:srgbClr val="050505"/>
                    </a:solidFill>
                    <a:latin typeface="Liberation Serif"/>
                  </a:rPr>
                  <a:t>t</a:t>
                </a:r>
              </a:p>
            </p:txBody>
          </p:sp>
          <p:sp>
            <p:nvSpPr>
              <p:cNvPr id="11799" name=" "/>
              <p:cNvSpPr txBox="1"/>
              <p:nvPr/>
            </p:nvSpPr>
            <p:spPr>
              <a:xfrm>
                <a:off x="15646673" y="5834062"/>
                <a:ext cx="78581" cy="337947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175" b="1">
                    <a:solidFill>
                      <a:srgbClr val="050505"/>
                    </a:solidFill>
                    <a:latin typeface="Liberation Serif"/>
                  </a:rPr>
                  <a:t> </a:t>
                </a:r>
              </a:p>
            </p:txBody>
          </p:sp>
          <p:sp>
            <p:nvSpPr>
              <p:cNvPr id="11800" name="(2)"/>
              <p:cNvSpPr txBox="1"/>
              <p:nvPr/>
            </p:nvSpPr>
            <p:spPr>
              <a:xfrm>
                <a:off x="15715729" y="5834339"/>
                <a:ext cx="218882" cy="229667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413" b="1">
                    <a:solidFill>
                      <a:srgbClr val="050505"/>
                    </a:solidFill>
                    <a:latin typeface="Liberation Serif"/>
                  </a:rPr>
                  <a:t>(2)</a:t>
                </a:r>
              </a:p>
            </p:txBody>
          </p:sp>
        </p:grpSp>
        <p:sp>
          <p:nvSpPr>
            <p:cNvPr id="11801" name="L&lt;sub&gt;wd&lt;/sub&gt; &lt;sup&gt;(2)&lt;/sup&gt;"/>
            <p:cNvSpPr/>
            <p:nvPr/>
          </p:nvSpPr>
          <p:spPr>
            <a:xfrm>
              <a:off x="15201900" y="6686550"/>
              <a:ext cx="933450" cy="342900"/>
            </a:xfrm>
            <a:custGeom>
              <a:avLst/>
              <a:gdLst/>
              <a:ahLst/>
              <a:cxnLst/>
              <a:rect l="0" t="0" r="r" b="b"/>
              <a:pathLst>
                <a:path w="98000" h="36000">
                  <a:moveTo>
                    <a:pt x="0" y="0"/>
                  </a:moveTo>
                  <a:lnTo>
                    <a:pt x="98000" y="0"/>
                  </a:lnTo>
                  <a:lnTo>
                    <a:pt x="98000" y="36000"/>
                  </a:lnTo>
                  <a:lnTo>
                    <a:pt x="0" y="36000"/>
                  </a:lnTo>
                  <a:close/>
                </a:path>
              </a:pathLst>
            </a:custGeom>
            <a:solidFill>
              <a:srgbClr val="b7d8a2"/>
            </a:solidFill>
            <a:ln w="20002" cap="flat" cmpd="sng" algn="ctr">
              <a:solidFill>
                <a:srgbClr val="1435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803" name="Lwd (2)"/>
            <p:cNvGrpSpPr/>
            <p:nvPr/>
          </p:nvGrpSpPr>
          <p:grpSpPr>
            <a:xfrm>
              <a:off x="15322540" y="6710362"/>
              <a:ext cx="701695" cy="362532"/>
              <a:chOff x="15322540" y="6710362"/>
              <a:chExt cx="701695" cy="362532"/>
            </a:xfrm>
          </p:grpSpPr>
          <p:sp>
            <p:nvSpPr>
              <p:cNvPr id="11804" name="L"/>
              <p:cNvSpPr txBox="1"/>
              <p:nvPr/>
            </p:nvSpPr>
            <p:spPr>
              <a:xfrm>
                <a:off x="15322540" y="6710362"/>
                <a:ext cx="193767" cy="337947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175" b="1">
                    <a:solidFill>
                      <a:srgbClr val="050505"/>
                    </a:solidFill>
                    <a:latin typeface="Liberation Serif"/>
                  </a:rPr>
                  <a:t>L</a:t>
                </a:r>
              </a:p>
            </p:txBody>
          </p:sp>
          <p:sp>
            <p:nvSpPr>
              <p:cNvPr id="11805" name="wd"/>
              <p:cNvSpPr txBox="1"/>
              <p:nvPr/>
            </p:nvSpPr>
            <p:spPr>
              <a:xfrm>
                <a:off x="15506782" y="6843227"/>
                <a:ext cx="239040" cy="229667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413" b="1">
                    <a:solidFill>
                      <a:srgbClr val="050505"/>
                    </a:solidFill>
                    <a:latin typeface="Liberation Serif"/>
                  </a:rPr>
                  <a:t>wd</a:t>
                </a:r>
              </a:p>
            </p:txBody>
          </p:sp>
          <p:sp>
            <p:nvSpPr>
              <p:cNvPr id="11806" name=" "/>
              <p:cNvSpPr txBox="1"/>
              <p:nvPr/>
            </p:nvSpPr>
            <p:spPr>
              <a:xfrm>
                <a:off x="15736297" y="6710362"/>
                <a:ext cx="78581" cy="337947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175" b="1">
                    <a:solidFill>
                      <a:srgbClr val="050505"/>
                    </a:solidFill>
                    <a:latin typeface="Liberation Serif"/>
                  </a:rPr>
                  <a:t> </a:t>
                </a:r>
              </a:p>
            </p:txBody>
          </p:sp>
          <p:sp>
            <p:nvSpPr>
              <p:cNvPr id="11807" name="(2)"/>
              <p:cNvSpPr txBox="1"/>
              <p:nvPr/>
            </p:nvSpPr>
            <p:spPr>
              <a:xfrm>
                <a:off x="15805353" y="6710639"/>
                <a:ext cx="218882" cy="229667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413" b="1">
                    <a:solidFill>
                      <a:srgbClr val="050505"/>
                    </a:solidFill>
                    <a:latin typeface="Liberation Serif"/>
                  </a:rPr>
                  <a:t>(2)</a:t>
                </a:r>
              </a:p>
            </p:txBody>
          </p:sp>
        </p:grpSp>
        <p:sp>
          <p:nvSpPr>
            <p:cNvPr id="11808" name="L&lt;sub&gt;ENL&lt;/sub&gt; &lt;sup&gt;(2)&lt;/sup&gt;"/>
            <p:cNvSpPr/>
            <p:nvPr/>
          </p:nvSpPr>
          <p:spPr>
            <a:xfrm>
              <a:off x="16783050" y="6153150"/>
              <a:ext cx="923925" cy="342900"/>
            </a:xfrm>
            <a:custGeom>
              <a:avLst/>
              <a:gdLst/>
              <a:ahLst/>
              <a:cxnLst/>
              <a:rect l="0" t="0" r="r" b="b"/>
              <a:pathLst>
                <a:path w="97000" h="36000">
                  <a:moveTo>
                    <a:pt x="0" y="0"/>
                  </a:moveTo>
                  <a:lnTo>
                    <a:pt x="97000" y="0"/>
                  </a:lnTo>
                  <a:lnTo>
                    <a:pt x="97000" y="36000"/>
                  </a:lnTo>
                  <a:lnTo>
                    <a:pt x="0" y="36000"/>
                  </a:lnTo>
                  <a:close/>
                </a:path>
              </a:pathLst>
            </a:custGeom>
            <a:solidFill>
              <a:srgbClr val="8caf77"/>
            </a:solidFill>
            <a:ln w="20002" cap="flat" cmpd="sng" algn="ctr">
              <a:solidFill>
                <a:srgbClr val="1435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810" name="LENL (2)"/>
            <p:cNvGrpSpPr/>
            <p:nvPr/>
          </p:nvGrpSpPr>
          <p:grpSpPr>
            <a:xfrm>
              <a:off x="16843441" y="6181725"/>
              <a:ext cx="812668" cy="351016"/>
              <a:chOff x="16843441" y="6181725"/>
              <a:chExt cx="812668" cy="351016"/>
            </a:xfrm>
          </p:grpSpPr>
          <p:sp>
            <p:nvSpPr>
              <p:cNvPr id="11811" name="L"/>
              <p:cNvSpPr txBox="1"/>
              <p:nvPr/>
            </p:nvSpPr>
            <p:spPr>
              <a:xfrm>
                <a:off x="16843441" y="6181725"/>
                <a:ext cx="187412" cy="32727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 b="1">
                    <a:solidFill>
                      <a:srgbClr val="050505"/>
                    </a:solidFill>
                    <a:latin typeface="Liberation Serif"/>
                  </a:rPr>
                  <a:t>L</a:t>
                </a:r>
              </a:p>
            </p:txBody>
          </p:sp>
          <p:sp>
            <p:nvSpPr>
              <p:cNvPr id="11812" name="ENL"/>
              <p:cNvSpPr txBox="1"/>
              <p:nvPr/>
            </p:nvSpPr>
            <p:spPr>
              <a:xfrm>
                <a:off x="17021328" y="6310008"/>
                <a:ext cx="365968" cy="22273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364" b="1">
                    <a:solidFill>
                      <a:srgbClr val="050505"/>
                    </a:solidFill>
                    <a:latin typeface="Liberation Serif"/>
                  </a:rPr>
                  <a:t>ENL</a:t>
                </a:r>
              </a:p>
            </p:txBody>
          </p:sp>
          <p:sp>
            <p:nvSpPr>
              <p:cNvPr id="11813" name=" "/>
              <p:cNvSpPr txBox="1"/>
              <p:nvPr/>
            </p:nvSpPr>
            <p:spPr>
              <a:xfrm>
                <a:off x="17377771" y="6181725"/>
                <a:ext cx="76200" cy="32727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 b="1">
                    <a:solidFill>
                      <a:srgbClr val="050505"/>
                    </a:solidFill>
                    <a:latin typeface="Liberation Serif"/>
                  </a:rPr>
                  <a:t> </a:t>
                </a:r>
              </a:p>
            </p:txBody>
          </p:sp>
          <p:sp>
            <p:nvSpPr>
              <p:cNvPr id="11814" name="(2)"/>
              <p:cNvSpPr txBox="1"/>
              <p:nvPr/>
            </p:nvSpPr>
            <p:spPr>
              <a:xfrm>
                <a:off x="17444446" y="6181992"/>
                <a:ext cx="211663" cy="22273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364" b="1">
                    <a:solidFill>
                      <a:srgbClr val="050505"/>
                    </a:solidFill>
                    <a:latin typeface="Liberation Serif"/>
                  </a:rPr>
                  <a:t>(2)</a:t>
                </a:r>
              </a:p>
            </p:txBody>
          </p:sp>
        </p:grpSp>
        <p:sp>
          <p:nvSpPr>
            <p:cNvPr id="11815" name="L&lt;sub&gt;CE&lt;/sub&gt;"/>
            <p:cNvSpPr/>
            <p:nvPr/>
          </p:nvSpPr>
          <p:spPr>
            <a:xfrm>
              <a:off x="14906625" y="4838700"/>
              <a:ext cx="647700" cy="323850"/>
            </a:xfrm>
            <a:custGeom>
              <a:avLst/>
              <a:gdLst/>
              <a:ahLst/>
              <a:cxnLst/>
              <a:rect l="0" t="0" r="r" b="b"/>
              <a:pathLst>
                <a:path w="68000" h="34000">
                  <a:moveTo>
                    <a:pt x="0" y="0"/>
                  </a:moveTo>
                  <a:lnTo>
                    <a:pt x="68000" y="0"/>
                  </a:lnTo>
                  <a:lnTo>
                    <a:pt x="68000" y="34000"/>
                  </a:lnTo>
                  <a:lnTo>
                    <a:pt x="0" y="34000"/>
                  </a:lnTo>
                  <a:close/>
                </a:path>
              </a:pathLst>
            </a:custGeom>
            <a:solidFill>
              <a:srgbClr val="ffe188"/>
            </a:solidFill>
            <a:ln w="20002" cap="flat" cmpd="sng" algn="ctr">
              <a:solidFill>
                <a:srgbClr val="1435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817" name="LCE"/>
            <p:cNvGrpSpPr/>
            <p:nvPr/>
          </p:nvGrpSpPr>
          <p:grpSpPr>
            <a:xfrm>
              <a:off x="15021122" y="4857750"/>
              <a:ext cx="428231" cy="351016"/>
              <a:chOff x="15021122" y="4857750"/>
              <a:chExt cx="428231" cy="351016"/>
            </a:xfrm>
          </p:grpSpPr>
          <p:sp>
            <p:nvSpPr>
              <p:cNvPr id="11818" name="L"/>
              <p:cNvSpPr txBox="1"/>
              <p:nvPr/>
            </p:nvSpPr>
            <p:spPr>
              <a:xfrm>
                <a:off x="15021122" y="4857750"/>
                <a:ext cx="187412" cy="327279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 b="1">
                    <a:solidFill>
                      <a:srgbClr val="050505"/>
                    </a:solidFill>
                    <a:latin typeface="Liberation Serif"/>
                  </a:rPr>
                  <a:t>L</a:t>
                </a:r>
              </a:p>
            </p:txBody>
          </p:sp>
          <p:sp>
            <p:nvSpPr>
              <p:cNvPr id="11819" name="CE"/>
              <p:cNvSpPr txBox="1"/>
              <p:nvPr/>
            </p:nvSpPr>
            <p:spPr>
              <a:xfrm>
                <a:off x="15199009" y="4986033"/>
                <a:ext cx="250344" cy="222733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364" b="1">
                    <a:solidFill>
                      <a:srgbClr val="050505"/>
                    </a:solidFill>
                    <a:latin typeface="Liberation Serif"/>
                  </a:rPr>
                  <a:t>CE</a:t>
                </a:r>
              </a:p>
            </p:txBody>
          </p:sp>
        </p:grpSp>
        <p:sp>
          <p:nvSpPr>
            <p:cNvPr id="11820" name="L&lt;sub&gt;WDOLF&lt;/sub&gt;"/>
            <p:cNvSpPr/>
            <p:nvPr/>
          </p:nvSpPr>
          <p:spPr>
            <a:xfrm>
              <a:off x="16735425" y="4733925"/>
              <a:ext cx="971550" cy="514350"/>
            </a:xfrm>
            <a:custGeom>
              <a:avLst/>
              <a:gdLst/>
              <a:ahLst/>
              <a:cxnLst/>
              <a:rect l="0" t="0" r="r" b="b"/>
              <a:pathLst>
                <a:path w="102000" h="54000">
                  <a:moveTo>
                    <a:pt x="0" y="0"/>
                  </a:moveTo>
                  <a:lnTo>
                    <a:pt x="102000" y="0"/>
                  </a:lnTo>
                  <a:lnTo>
                    <a:pt x="102000" y="54000"/>
                  </a:lnTo>
                  <a:lnTo>
                    <a:pt x="0" y="54000"/>
                  </a:lnTo>
                  <a:close/>
                </a:path>
              </a:pathLst>
            </a:custGeom>
            <a:solidFill>
              <a:srgbClr val="c7535d"/>
            </a:solidFill>
            <a:ln w="20002" cap="flat" cmpd="sng" algn="ctr">
              <a:solidFill>
                <a:srgbClr val="143565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1822" name="LWDOLF"/>
            <p:cNvGrpSpPr/>
            <p:nvPr/>
          </p:nvGrpSpPr>
          <p:grpSpPr>
            <a:xfrm>
              <a:off x="16775058" y="4838700"/>
              <a:ext cx="901809" cy="374047"/>
              <a:chOff x="16775058" y="4838700"/>
              <a:chExt cx="901809" cy="374047"/>
            </a:xfrm>
          </p:grpSpPr>
          <p:sp>
            <p:nvSpPr>
              <p:cNvPr id="11823" name="L"/>
              <p:cNvSpPr txBox="1"/>
              <p:nvPr/>
            </p:nvSpPr>
            <p:spPr>
              <a:xfrm>
                <a:off x="16775058" y="4838700"/>
                <a:ext cx="200122" cy="348615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250" b="1">
                    <a:solidFill>
                      <a:srgbClr val="050505"/>
                    </a:solidFill>
                    <a:latin typeface="Liberation Serif"/>
                  </a:rPr>
                  <a:t>L</a:t>
                </a:r>
              </a:p>
            </p:txBody>
          </p:sp>
          <p:sp>
            <p:nvSpPr>
              <p:cNvPr id="11824" name="WDOLF"/>
              <p:cNvSpPr txBox="1"/>
              <p:nvPr/>
            </p:nvSpPr>
            <p:spPr>
              <a:xfrm>
                <a:off x="16965655" y="4976146"/>
                <a:ext cx="711212" cy="236601"/>
              </a:xfrm>
              <a:prstGeom prst="rect">
                <a:avLst/>
              </a:prstGeom>
              <a:noFill/>
            </p:spPr>
            <p:txBody>
              <a:bodyPr wrap="none" lIns="0" rIns="0" tIns="0" bIns="0" anchor="t" anchorCtr="0">
                <a:no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462" b="1">
                    <a:solidFill>
                      <a:srgbClr val="050505"/>
                    </a:solidFill>
                    <a:latin typeface="Liberation Serif"/>
                  </a:rPr>
                  <a:t>WDOLF</a:t>
                </a:r>
              </a:p>
            </p:txBody>
          </p:sp>
        </p:grpSp>
        <p:sp>
          <p:nvSpPr>
            <p:cNvPr id="11825" name="Cross-entropy loss"/>
            <p:cNvSpPr txBox="1"/>
            <p:nvPr/>
          </p:nvSpPr>
          <p:spPr>
            <a:xfrm>
              <a:off x="14144625" y="4400550"/>
              <a:ext cx="1714500" cy="24193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Cross-entropy loss</a:t>
              </a:r>
            </a:p>
          </p:txBody>
        </p:sp>
        <p:sp>
          <p:nvSpPr>
            <p:cNvPr id="11826" name="Directional connector"/>
            <p:cNvSpPr/>
            <p:nvPr/>
          </p:nvSpPr>
          <p:spPr>
            <a:xfrm>
              <a:off x="14887575" y="4619625"/>
              <a:ext cx="352425" cy="180975"/>
            </a:xfrm>
            <a:custGeom>
              <a:avLst/>
              <a:gdLst/>
              <a:ahLst/>
              <a:cxnLst/>
              <a:rect l="0" t="0" r="r" b="b"/>
              <a:pathLst>
                <a:path w="37000" h="19000">
                  <a:moveTo>
                    <a:pt x="37000" y="19000"/>
                  </a:moveTo>
                  <a:cubicBezTo>
                    <a:pt x="35000" y="8000"/>
                    <a:pt x="14000" y="12000"/>
                    <a:pt x="0" y="0"/>
                  </a:cubicBezTo>
                </a:path>
              </a:pathLst>
            </a:custGeom>
            <a:noFill/>
            <a:ln w="28575" cap="flat" cmpd="sng" algn="ctr">
              <a:solidFill>
                <a:srgbClr val="666c6c"/>
              </a:solidFill>
              <a:custDash>
                <a:ds d="100000" sp="100000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27" name="Arrowhead"/>
            <p:cNvSpPr/>
            <p:nvPr/>
          </p:nvSpPr>
          <p:spPr>
            <a:xfrm>
              <a:off x="14887575" y="4619625"/>
              <a:ext cx="110917" cy="104780"/>
            </a:xfrm>
            <a:custGeom>
              <a:avLst/>
              <a:gdLst/>
              <a:ahLst/>
              <a:cxnLst/>
              <a:rect l="0" t="0" r="r" b="b"/>
              <a:pathLst>
                <a:path w="11645" h="11001">
                  <a:moveTo>
                    <a:pt x="0" y="0"/>
                  </a:moveTo>
                  <a:lnTo>
                    <a:pt x="11645" y="3317"/>
                  </a:lnTo>
                  <a:lnTo>
                    <a:pt x="5059" y="11001"/>
                  </a:lnTo>
                  <a:close/>
                </a:path>
              </a:pathLst>
            </a:custGeom>
            <a:solidFill>
              <a:srgbClr val="666c6c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28" name="Rectangle"/>
            <p:cNvSpPr/>
            <p:nvPr/>
          </p:nvSpPr>
          <p:spPr>
            <a:xfrm>
              <a:off x="14725650" y="5276850"/>
              <a:ext cx="466725" cy="209550"/>
            </a:xfrm>
            <a:custGeom>
              <a:avLst/>
              <a:gdLst/>
              <a:ahLst/>
              <a:cxnLst/>
              <a:rect l="0" t="0" r="r" b="b"/>
              <a:pathLst>
                <a:path w="49000" h="22000">
                  <a:moveTo>
                    <a:pt x="0" y="0"/>
                  </a:moveTo>
                  <a:lnTo>
                    <a:pt x="49000" y="0"/>
                  </a:lnTo>
                  <a:lnTo>
                    <a:pt x="49000" y="22000"/>
                  </a:lnTo>
                  <a:lnTo>
                    <a:pt x="0" y="22000"/>
                  </a:lnTo>
                  <a:close/>
                </a:path>
              </a:pathLst>
            </a:custGeom>
            <a:solidFill>
              <a:srgbClr val="ffe597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29" name="Label"/>
            <p:cNvSpPr txBox="1"/>
            <p:nvPr/>
          </p:nvSpPr>
          <p:spPr>
            <a:xfrm>
              <a:off x="14735175" y="5276850"/>
              <a:ext cx="552450" cy="24193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Label</a:t>
              </a:r>
            </a:p>
          </p:txBody>
        </p:sp>
        <p:sp>
          <p:nvSpPr>
            <p:cNvPr id="11830" name="Directional connector"/>
            <p:cNvSpPr/>
            <p:nvPr/>
          </p:nvSpPr>
          <p:spPr>
            <a:xfrm>
              <a:off x="14116050" y="5229225"/>
              <a:ext cx="581025" cy="95250"/>
            </a:xfrm>
            <a:custGeom>
              <a:avLst/>
              <a:gdLst/>
              <a:ahLst/>
              <a:cxnLst/>
              <a:rect l="0" t="0" r="r" b="b"/>
              <a:pathLst>
                <a:path w="61000" h="10000">
                  <a:moveTo>
                    <a:pt x="0" y="0"/>
                  </a:moveTo>
                  <a:cubicBezTo>
                    <a:pt x="18000" y="3000"/>
                    <a:pt x="42000" y="9000"/>
                    <a:pt x="61000" y="10000"/>
                  </a:cubicBezTo>
                </a:path>
              </a:pathLst>
            </a:custGeom>
            <a:noFill/>
            <a:ln w="28575" cap="flat" cmpd="sng" algn="ctr">
              <a:solidFill>
                <a:srgbClr val="727777"/>
              </a:solidFill>
              <a:custDash>
                <a:ds d="100000" sp="100000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31" name="Arrowhead"/>
            <p:cNvSpPr/>
            <p:nvPr/>
          </p:nvSpPr>
          <p:spPr>
            <a:xfrm>
              <a:off x="14589912" y="5270838"/>
              <a:ext cx="107163" cy="96260"/>
            </a:xfrm>
            <a:custGeom>
              <a:avLst/>
              <a:gdLst/>
              <a:ahLst/>
              <a:cxnLst/>
              <a:rect l="0" t="0" r="r" b="b"/>
              <a:pathLst>
                <a:path w="11251" h="10106">
                  <a:moveTo>
                    <a:pt x="11251" y="5631"/>
                  </a:moveTo>
                  <a:lnTo>
                    <a:pt x="0" y="10106"/>
                  </a:lnTo>
                  <a:lnTo>
                    <a:pt x="532" y="0"/>
                  </a:lnTo>
                  <a:close/>
                </a:path>
              </a:pathLst>
            </a:custGeom>
            <a:solidFill>
              <a:srgbClr val="727777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32" name="Distillation loss"/>
            <p:cNvSpPr txBox="1"/>
            <p:nvPr/>
          </p:nvSpPr>
          <p:spPr>
            <a:xfrm>
              <a:off x="16421100" y="2571750"/>
              <a:ext cx="1266825" cy="24193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Distillation loss</a:t>
              </a:r>
            </a:p>
          </p:txBody>
        </p:sp>
        <p:sp>
          <p:nvSpPr>
            <p:cNvPr id="11833" name="Directional connector"/>
            <p:cNvSpPr/>
            <p:nvPr/>
          </p:nvSpPr>
          <p:spPr>
            <a:xfrm>
              <a:off x="17030700" y="2800350"/>
              <a:ext cx="209550" cy="400050"/>
            </a:xfrm>
            <a:custGeom>
              <a:avLst/>
              <a:gdLst/>
              <a:ahLst/>
              <a:cxnLst/>
              <a:rect l="0" t="0" r="r" b="b"/>
              <a:pathLst>
                <a:path w="22000" h="42000">
                  <a:moveTo>
                    <a:pt x="22000" y="42000"/>
                  </a:moveTo>
                  <a:cubicBezTo>
                    <a:pt x="19000" y="21000"/>
                    <a:pt x="5000" y="24000"/>
                    <a:pt x="0" y="0"/>
                  </a:cubicBezTo>
                </a:path>
              </a:pathLst>
            </a:custGeom>
            <a:noFill/>
            <a:ln w="28575" cap="flat" cmpd="sng" algn="ctr">
              <a:solidFill>
                <a:srgbClr val="666b6a"/>
              </a:solidFill>
              <a:custDash>
                <a:ds d="100000" sp="100000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34" name="Arrowhead"/>
            <p:cNvSpPr/>
            <p:nvPr/>
          </p:nvSpPr>
          <p:spPr>
            <a:xfrm>
              <a:off x="17004886" y="2800350"/>
              <a:ext cx="94367" cy="112403"/>
            </a:xfrm>
            <a:custGeom>
              <a:avLst/>
              <a:gdLst/>
              <a:ahLst/>
              <a:cxnLst/>
              <a:rect l="0" t="0" r="r" b="b"/>
              <a:pathLst>
                <a:path w="9907" h="11801">
                  <a:moveTo>
                    <a:pt x="2710" y="0"/>
                  </a:moveTo>
                  <a:lnTo>
                    <a:pt x="9907" y="9737"/>
                  </a:lnTo>
                  <a:lnTo>
                    <a:pt x="0" y="11801"/>
                  </a:lnTo>
                  <a:close/>
                </a:path>
              </a:pathLst>
            </a:custGeom>
            <a:solidFill>
              <a:srgbClr val="666b6a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35" name="Distillation loss"/>
            <p:cNvSpPr txBox="1"/>
            <p:nvPr/>
          </p:nvSpPr>
          <p:spPr>
            <a:xfrm>
              <a:off x="16411575" y="7029450"/>
              <a:ext cx="1276350" cy="241935"/>
            </a:xfrm>
            <a:prstGeom prst="rect">
              <a:avLst/>
            </a:prstGeom>
            <a:noFill/>
          </p:spPr>
          <p:txBody>
            <a:bodyPr wrap="none" lIns="0" rIns="0" tIns="0" bIns="0" anchor="t" anchorCtr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rgbClr val="050505"/>
                  </a:solidFill>
                  <a:latin typeface="Liberation Serif"/>
                </a:rPr>
                <a:t>Distillation loss</a:t>
              </a:r>
            </a:p>
          </p:txBody>
        </p:sp>
        <p:sp>
          <p:nvSpPr>
            <p:cNvPr id="11836" name="Directional connector"/>
            <p:cNvSpPr/>
            <p:nvPr/>
          </p:nvSpPr>
          <p:spPr>
            <a:xfrm>
              <a:off x="17030700" y="6534150"/>
              <a:ext cx="209550" cy="476250"/>
            </a:xfrm>
            <a:custGeom>
              <a:avLst/>
              <a:gdLst/>
              <a:ahLst/>
              <a:cxnLst/>
              <a:rect l="0" t="0" r="r" b="b"/>
              <a:pathLst>
                <a:path w="22000" h="50000">
                  <a:moveTo>
                    <a:pt x="22000" y="0"/>
                  </a:moveTo>
                  <a:cubicBezTo>
                    <a:pt x="19000" y="24000"/>
                    <a:pt x="4000" y="24000"/>
                    <a:pt x="0" y="50000"/>
                  </a:cubicBezTo>
                </a:path>
              </a:pathLst>
            </a:custGeom>
            <a:noFill/>
            <a:ln w="28575" cap="flat" cmpd="sng" algn="ctr">
              <a:solidFill>
                <a:srgbClr val="666b6a"/>
              </a:solidFill>
              <a:custDash>
                <a:ds d="100000" sp="100000"/>
              </a:custDash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37" name="Arrowhead"/>
            <p:cNvSpPr/>
            <p:nvPr/>
          </p:nvSpPr>
          <p:spPr>
            <a:xfrm>
              <a:off x="16998996" y="6899515"/>
              <a:ext cx="95272" cy="110885"/>
            </a:xfrm>
            <a:custGeom>
              <a:avLst/>
              <a:gdLst/>
              <a:ahLst/>
              <a:cxnLst/>
              <a:rect l="0" t="0" r="r" b="b"/>
              <a:pathLst>
                <a:path w="10002" h="11641">
                  <a:moveTo>
                    <a:pt x="3329" y="11641"/>
                  </a:moveTo>
                  <a:lnTo>
                    <a:pt x="0" y="0"/>
                  </a:lnTo>
                  <a:lnTo>
                    <a:pt x="10002" y="1539"/>
                  </a:lnTo>
                  <a:close/>
                </a:path>
              </a:pathLst>
            </a:custGeom>
            <a:solidFill>
              <a:srgbClr val="666b6a"/>
            </a:solidFill>
            <a:ln w="19050" cap="flat" cmpd="sng" algn="ctr">
              <a:noFill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Evolutionary Multi-View Classification via Eliminating Individual Fitness Bia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02275" cy="7458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Evolutionary Multi-View Classification via Eliminating Individual Fitness Bias</dc:title>
  <dc:subject>Editable reconstruction of the supplied reference diagram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